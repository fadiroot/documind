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sldIdLst>
    <p:sldId id="2147482346" r:id="rId2"/>
    <p:sldId id="2147482347" r:id="rId3"/>
    <p:sldId id="2147482348" r:id="rId4"/>
    <p:sldId id="2147482349" r:id="rId5"/>
    <p:sldId id="2147482350" r:id="rId6"/>
    <p:sldId id="2147482351" r:id="rId7"/>
    <p:sldId id="2147482359" r:id="rId8"/>
    <p:sldId id="2147482360" r:id="rId9"/>
    <p:sldId id="2147482361" r:id="rId10"/>
    <p:sldId id="2147482358" r:id="rId11"/>
  </p:sldIdLst>
  <p:sldSz cx="12192000" cy="6858000"/>
  <p:notesSz cx="6858000" cy="9144000"/>
  <p:defaultTextStyle>
    <a:defPPr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58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نمط متوسط 2 - تميي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33" autoAdjust="0"/>
    <p:restoredTop sz="94660"/>
  </p:normalViewPr>
  <p:slideViewPr>
    <p:cSldViewPr snapToGrid="0">
      <p:cViewPr varScale="1">
        <p:scale>
          <a:sx n="143" d="100"/>
          <a:sy n="143" d="100"/>
        </p:scale>
        <p:origin x="60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EC21B-5ADA-A96F-D1E1-7E57F25EE1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C6B0A-C611-B313-3A05-E50CBB06D6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E168A-7AF1-D8EB-2536-A3C6843CC4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1F3B39-5D46-4895-86CB-20EA85AA05C8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2120DD-03E5-9A56-48F7-B2239D758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15CE63-6B63-550F-599F-2E8AB876D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5F4AE1B-8D0A-432B-9214-D46049BBC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8272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C1A43-8641-5D51-479F-C53CCE257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89AF0-FE05-EA38-7572-D23B84D2F6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C228DF-4145-E76A-DA8F-B8B60921AFE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1F3B39-5D46-4895-86CB-20EA85AA05C8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1C164-BE39-8883-803A-D34CAB444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3B782-65D9-9BFD-B404-17FE6EB8C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5F4AE1B-8D0A-432B-9214-D46049BBC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0446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2DE7B-66C9-53C4-426F-437ACD4C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2850D6-92CF-97E5-6424-A33E331C6E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B5F6D-36C1-D2DC-175B-805A8AF160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1F3B39-5D46-4895-86CB-20EA85AA05C8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FF83D0-4E2A-F8F4-0BC6-CBBF04633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B51BE6-7115-40C7-3AE6-1D5E7716E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5F4AE1B-8D0A-432B-9214-D46049BBC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4735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A2193-EB33-E29A-7B07-2BADF3629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8DA45-26D1-5DCB-415C-157BD540A9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C6FDCD-EDF3-FFE7-008F-0F13EBD58D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F88DF0-D2E0-6AF5-E4F7-D1E1265692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1F3B39-5D46-4895-86CB-20EA85AA05C8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441067-68C0-F134-90ED-F46C1EF58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461CC0-30DF-4BB0-0971-D6E4653C8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5F4AE1B-8D0A-432B-9214-D46049BBC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7610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9FBB3-67A5-2160-F4C0-97ADDAC02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9226BA-8B29-6970-7CDC-E6517A4567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42A8D7-789C-A305-0708-C9313AB26B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B14BF2-FE9D-1A19-6A9C-3B612C640B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085A3B-32B0-6801-8956-7DAA14F200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E9BB86-23DE-5E7F-54EE-A2CD3DB32A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1F3B39-5D46-4895-86CB-20EA85AA05C8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DBAEAE-4474-FB86-8FE3-282081889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C2A368-AF1E-56DD-07B7-3B3105AB1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5F4AE1B-8D0A-432B-9214-D46049BBC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0940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149E0-6E9F-1514-E24E-5D7A5E78D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84D14A-7A83-771D-2C08-5DEBD5F798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1F3B39-5D46-4895-86CB-20EA85AA05C8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4FAB75-9B63-ABBC-5B18-CED4A2649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C8C129-54E3-D117-C596-582A33E21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5F4AE1B-8D0A-432B-9214-D46049BBC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2452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DFCE2F-D02C-5D23-2A13-528E8C1BA6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1F3B39-5D46-4895-86CB-20EA85AA05C8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62496D-2302-A144-6CBD-A87DAC3F4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3BACE7-BE46-A8BF-4FC3-9DC64A12A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5F4AE1B-8D0A-432B-9214-D46049BBC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220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2B1B5-FCFA-C7AA-1DD3-CCF50AA2E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E34AAA-87F6-5377-BB9D-5361F54343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12E45A-B142-5909-9E85-C98F3E5449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4C32C1-5311-BEE6-0ED8-D86E8FC940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1F3B39-5D46-4895-86CB-20EA85AA05C8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5EB665-7859-AD1F-7DA0-7FD5D9A49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F13855-8F35-B068-EB4B-8916531DD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5F4AE1B-8D0A-432B-9214-D46049BBC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3243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6E102-109B-4793-BDD4-2088A551D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555EB5-5C2B-A714-313C-0B24E3165B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8D298A-03E1-4BA7-1364-5831C0F8F5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B8A8E2-5B3A-5DBB-BB52-DE8112910E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1F3B39-5D46-4895-86CB-20EA85AA05C8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B42C07-F09D-F91E-3D7C-C152B74F7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44AF92-1A92-AA6D-3D2B-B1C551132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5F4AE1B-8D0A-432B-9214-D46049BBC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0702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096D1-0B38-9919-0788-77F06A4A1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E8D528-B8EE-017C-FFF9-4308E4AE50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5647C-E54F-23FA-6188-03F6096D69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1F3B39-5D46-4895-86CB-20EA85AA05C8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3DEA10-79E5-FEC9-2CE7-08163CB0C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482A3F-17A3-7F13-BE66-55C466D6C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5F4AE1B-8D0A-432B-9214-D46049BBC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3922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DBC9CA-4E6C-0630-5989-AD0A28110E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197A88-CF56-DA82-2F36-05C4DFE9CE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0B5BBB-F6C0-8423-1E5E-C299A09A92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1F3B39-5D46-4895-86CB-20EA85AA05C8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941BA6-E506-CE65-6CE6-E7165118D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CB7745-6D3D-9A2E-7C99-5B77D931A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5F4AE1B-8D0A-432B-9214-D46049BBC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2465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7D484DF-9F0B-65FC-6D1F-70DC5B49B656}"/>
              </a:ext>
            </a:extLst>
          </p:cNvPr>
          <p:cNvGrpSpPr/>
          <p:nvPr userDrawn="1"/>
        </p:nvGrpSpPr>
        <p:grpSpPr>
          <a:xfrm>
            <a:off x="379877" y="599181"/>
            <a:ext cx="1097538" cy="334711"/>
            <a:chOff x="198235" y="628056"/>
            <a:chExt cx="1460823" cy="334711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6457E563-3FB2-A5F2-B064-65663B475012}"/>
                </a:ext>
              </a:extLst>
            </p:cNvPr>
            <p:cNvSpPr/>
            <p:nvPr userDrawn="1"/>
          </p:nvSpPr>
          <p:spPr>
            <a:xfrm>
              <a:off x="320956" y="628056"/>
              <a:ext cx="1215381" cy="331613"/>
            </a:xfrm>
            <a:prstGeom prst="roundRect">
              <a:avLst>
                <a:gd name="adj" fmla="val 8050"/>
              </a:avLst>
            </a:prstGeom>
            <a:solidFill>
              <a:srgbClr val="009E96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latin typeface="DIN Next LT Arabic" panose="020B0503020203050203" pitchFamily="34" charset="-78"/>
                <a:cs typeface="DIN Next LT Arabic" panose="020B0503020203050203" pitchFamily="34" charset="-78"/>
                <a:sym typeface="Arial" panose="020B0604020202020204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EBAD2C7-925A-A507-4E8C-6F50974C4D05}"/>
                </a:ext>
              </a:extLst>
            </p:cNvPr>
            <p:cNvSpPr txBox="1"/>
            <p:nvPr userDrawn="1"/>
          </p:nvSpPr>
          <p:spPr>
            <a:xfrm>
              <a:off x="198235" y="701157"/>
              <a:ext cx="1460823" cy="261610"/>
            </a:xfrm>
            <a:prstGeom prst="rect">
              <a:avLst/>
            </a:prstGeom>
            <a:noFill/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anchor="ctr">
              <a:sp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A" sz="11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Bahij TheSansArabic Plain" panose="02040503050201020203" pitchFamily="18" charset="-78"/>
                  <a:ea typeface="+mn-ea"/>
                  <a:cs typeface="Bahij TheSansArabic Plain" panose="02040503050201020203" pitchFamily="18" charset="-78"/>
                </a:rPr>
                <a:t>مـكـتـب الإنـجـــاز</a:t>
              </a:r>
            </a:p>
          </p:txBody>
        </p:sp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2165667-671B-FC06-20F2-B983514DDD21}"/>
              </a:ext>
            </a:extLst>
          </p:cNvPr>
          <p:cNvSpPr/>
          <p:nvPr userDrawn="1"/>
        </p:nvSpPr>
        <p:spPr>
          <a:xfrm>
            <a:off x="11622141" y="6459397"/>
            <a:ext cx="466927" cy="348421"/>
          </a:xfrm>
          <a:prstGeom prst="roundRect">
            <a:avLst/>
          </a:prstGeom>
          <a:solidFill>
            <a:schemeClr val="accent2"/>
          </a:solidFill>
          <a:ln w="12700" cap="flat">
            <a:solidFill>
              <a:schemeClr val="accent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Graphik-Medium"/>
              <a:ea typeface="Graphik-Medium"/>
              <a:cs typeface="Graphik-Medium"/>
              <a:sym typeface="Graphik Medium"/>
            </a:endParaRPr>
          </a:p>
        </p:txBody>
      </p:sp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9C8C7DA4-6A84-321B-68EA-8B4D23D647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452803"/>
            <a:ext cx="11573183" cy="348421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lide Number">
            <a:extLst>
              <a:ext uri="{FF2B5EF4-FFF2-40B4-BE49-F238E27FC236}">
                <a16:creationId xmlns:a16="http://schemas.microsoft.com/office/drawing/2014/main" id="{61E0F915-952E-B74F-87E0-D40E28A529AB}"/>
              </a:ext>
            </a:extLst>
          </p:cNvPr>
          <p:cNvSpPr txBox="1">
            <a:spLocks/>
          </p:cNvSpPr>
          <p:nvPr userDrawn="1"/>
        </p:nvSpPr>
        <p:spPr>
          <a:xfrm>
            <a:off x="11671098" y="6448942"/>
            <a:ext cx="369012" cy="369330"/>
          </a:xfrm>
          <a:prstGeom prst="rect">
            <a:avLst/>
          </a:prstGeom>
          <a:ln w="12700">
            <a:miter lim="400000"/>
          </a:ln>
        </p:spPr>
        <p:txBody>
          <a:bodyPr wrap="none" tIns="91439" bIns="91439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5F6263"/>
                </a:solidFill>
                <a:latin typeface="Bahij TheSansArabic Light" panose="02040503050201020203" pitchFamily="18" charset="-78"/>
                <a:ea typeface="Avenir W05 Light"/>
                <a:cs typeface="Bahij TheSansArabic Light" panose="02040503050201020203" pitchFamily="18" charset="-78"/>
                <a:sym typeface="Avenir W05 Ligh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fld id="{86CB4B4D-7CA3-9044-876B-883B54F8677D}" type="slidenum">
              <a:rPr lang="en-US" sz="1200" smtClean="0">
                <a:solidFill>
                  <a:schemeClr val="bg1"/>
                </a:solidFill>
                <a:latin typeface="Bahij TheSansArabic Plain" panose="02040503050201020203" pitchFamily="18" charset="-78"/>
                <a:cs typeface="Bahij TheSansArabic Plain" panose="02040503050201020203" pitchFamily="18" charset="-78"/>
              </a:rPr>
              <a:pPr algn="ctr" rtl="1"/>
              <a:t>‹#›</a:t>
            </a:fld>
            <a:endParaRPr lang="en-US" sz="1200" dirty="0">
              <a:solidFill>
                <a:schemeClr val="bg1"/>
              </a:solidFill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2F1520-7FF0-C8F9-DFB1-227B1B4C6EFF}"/>
              </a:ext>
            </a:extLst>
          </p:cNvPr>
          <p:cNvSpPr/>
          <p:nvPr userDrawn="1"/>
        </p:nvSpPr>
        <p:spPr>
          <a:xfrm>
            <a:off x="0" y="-14140"/>
            <a:ext cx="12192001" cy="685207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DIN Next LT Arabic" panose="020B0503020203050203" pitchFamily="34" charset="-78"/>
              <a:cs typeface="DIN Next LT Arabic" panose="020B0503020203050203" pitchFamily="34" charset="-78"/>
              <a:sym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F5932EE-1197-C56A-153E-41CA5F3E1AAF}"/>
              </a:ext>
            </a:extLst>
          </p:cNvPr>
          <p:cNvSpPr/>
          <p:nvPr userDrawn="1"/>
        </p:nvSpPr>
        <p:spPr>
          <a:xfrm>
            <a:off x="0" y="-14140"/>
            <a:ext cx="1857293" cy="685207"/>
          </a:xfrm>
          <a:prstGeom prst="rect">
            <a:avLst/>
          </a:prstGeom>
          <a:solidFill>
            <a:srgbClr val="005C58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DIN Next LT Arabic" panose="020B0503020203050203" pitchFamily="34" charset="-78"/>
              <a:cs typeface="DIN Next LT Arabic" panose="020B0503020203050203" pitchFamily="34" charset="-78"/>
              <a:sym typeface="Arial" panose="020B0604020202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CC734D9-9FBA-CF0D-EC9B-47419D19B3B5}"/>
              </a:ext>
            </a:extLst>
          </p:cNvPr>
          <p:cNvGrpSpPr/>
          <p:nvPr userDrawn="1"/>
        </p:nvGrpSpPr>
        <p:grpSpPr>
          <a:xfrm>
            <a:off x="207713" y="-28759"/>
            <a:ext cx="1441866" cy="714445"/>
            <a:chOff x="18069227" y="632456"/>
            <a:chExt cx="5689431" cy="2402844"/>
          </a:xfrm>
        </p:grpSpPr>
        <p:pic>
          <p:nvPicPr>
            <p:cNvPr id="14" name="Picture 13" descr="A picture containing text, font, graphics, logo&#10;&#10;Description automatically generated">
              <a:extLst>
                <a:ext uri="{FF2B5EF4-FFF2-40B4-BE49-F238E27FC236}">
                  <a16:creationId xmlns:a16="http://schemas.microsoft.com/office/drawing/2014/main" id="{0C6DBAE8-8199-C476-6E9B-9F019923D21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069227" y="632456"/>
              <a:ext cx="5689431" cy="2402844"/>
            </a:xfrm>
            <a:prstGeom prst="rect">
              <a:avLst/>
            </a:prstGeom>
          </p:spPr>
        </p:pic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0ABAF8-CE4B-696C-AD38-27BDE1BC12F5}"/>
                </a:ext>
              </a:extLst>
            </p:cNvPr>
            <p:cNvCxnSpPr/>
            <p:nvPr userDrawn="1"/>
          </p:nvCxnSpPr>
          <p:spPr>
            <a:xfrm>
              <a:off x="21346886" y="1006929"/>
              <a:ext cx="0" cy="1578428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498829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bg>
      <p:bgPr>
        <a:blipFill dpi="0" rotWithShape="1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9657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aphic 7">
            <a:extLst>
              <a:ext uri="{FF2B5EF4-FFF2-40B4-BE49-F238E27FC236}">
                <a16:creationId xmlns:a16="http://schemas.microsoft.com/office/drawing/2014/main" id="{229A62B9-0366-0A08-74A0-8F04E80ED82C}"/>
              </a:ext>
            </a:extLst>
          </p:cNvPr>
          <p:cNvGrpSpPr/>
          <p:nvPr/>
        </p:nvGrpSpPr>
        <p:grpSpPr>
          <a:xfrm>
            <a:off x="40683" y="32981"/>
            <a:ext cx="12110635" cy="6791907"/>
            <a:chOff x="40683" y="32981"/>
            <a:chExt cx="12110635" cy="6791907"/>
          </a:xfrm>
          <a:solidFill>
            <a:schemeClr val="bg1">
              <a:lumMod val="95000"/>
            </a:schemeClr>
          </a:solidFill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7ED71DE-1C9F-6852-7074-C05CD43FCACB}"/>
                </a:ext>
              </a:extLst>
            </p:cNvPr>
            <p:cNvSpPr/>
            <p:nvPr/>
          </p:nvSpPr>
          <p:spPr>
            <a:xfrm>
              <a:off x="6285597" y="3443446"/>
              <a:ext cx="380" cy="380"/>
            </a:xfrm>
            <a:custGeom>
              <a:avLst/>
              <a:gdLst>
                <a:gd name="connsiteX0" fmla="*/ 380 w 380"/>
                <a:gd name="connsiteY0" fmla="*/ 126 h 380"/>
                <a:gd name="connsiteX1" fmla="*/ 254 w 380"/>
                <a:gd name="connsiteY1" fmla="*/ 380 h 380"/>
                <a:gd name="connsiteX2" fmla="*/ 0 w 380"/>
                <a:gd name="connsiteY2" fmla="*/ 126 h 380"/>
                <a:gd name="connsiteX3" fmla="*/ 254 w 380"/>
                <a:gd name="connsiteY3" fmla="*/ 0 h 380"/>
                <a:gd name="connsiteX4" fmla="*/ 380 w 380"/>
                <a:gd name="connsiteY4" fmla="*/ 126 h 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" h="380">
                  <a:moveTo>
                    <a:pt x="380" y="126"/>
                  </a:moveTo>
                  <a:lnTo>
                    <a:pt x="254" y="380"/>
                  </a:lnTo>
                  <a:lnTo>
                    <a:pt x="0" y="126"/>
                  </a:lnTo>
                  <a:lnTo>
                    <a:pt x="254" y="0"/>
                  </a:lnTo>
                  <a:lnTo>
                    <a:pt x="380" y="12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AC9D89-29C6-0173-0F97-F2EAAD9C64F6}"/>
                </a:ext>
              </a:extLst>
            </p:cNvPr>
            <p:cNvSpPr/>
            <p:nvPr/>
          </p:nvSpPr>
          <p:spPr>
            <a:xfrm>
              <a:off x="6097648" y="3529373"/>
              <a:ext cx="633" cy="506"/>
            </a:xfrm>
            <a:custGeom>
              <a:avLst/>
              <a:gdLst>
                <a:gd name="connsiteX0" fmla="*/ 634 w 633"/>
                <a:gd name="connsiteY0" fmla="*/ 253 h 506"/>
                <a:gd name="connsiteX1" fmla="*/ 380 w 633"/>
                <a:gd name="connsiteY1" fmla="*/ 507 h 506"/>
                <a:gd name="connsiteX2" fmla="*/ 0 w 633"/>
                <a:gd name="connsiteY2" fmla="*/ 253 h 506"/>
                <a:gd name="connsiteX3" fmla="*/ 380 w 633"/>
                <a:gd name="connsiteY3" fmla="*/ 0 h 506"/>
                <a:gd name="connsiteX4" fmla="*/ 634 w 633"/>
                <a:gd name="connsiteY4" fmla="*/ 253 h 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" h="506">
                  <a:moveTo>
                    <a:pt x="634" y="253"/>
                  </a:moveTo>
                  <a:lnTo>
                    <a:pt x="380" y="507"/>
                  </a:lnTo>
                  <a:lnTo>
                    <a:pt x="0" y="253"/>
                  </a:lnTo>
                  <a:lnTo>
                    <a:pt x="380" y="0"/>
                  </a:lnTo>
                  <a:lnTo>
                    <a:pt x="634" y="25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84F828DA-F200-7B35-C87D-41ACC2A68947}"/>
                </a:ext>
              </a:extLst>
            </p:cNvPr>
            <p:cNvSpPr/>
            <p:nvPr/>
          </p:nvSpPr>
          <p:spPr>
            <a:xfrm>
              <a:off x="6035167" y="3443446"/>
              <a:ext cx="506" cy="380"/>
            </a:xfrm>
            <a:custGeom>
              <a:avLst/>
              <a:gdLst>
                <a:gd name="connsiteX0" fmla="*/ 507 w 506"/>
                <a:gd name="connsiteY0" fmla="*/ 126 h 380"/>
                <a:gd name="connsiteX1" fmla="*/ 253 w 506"/>
                <a:gd name="connsiteY1" fmla="*/ 380 h 380"/>
                <a:gd name="connsiteX2" fmla="*/ 0 w 506"/>
                <a:gd name="connsiteY2" fmla="*/ 126 h 380"/>
                <a:gd name="connsiteX3" fmla="*/ 253 w 506"/>
                <a:gd name="connsiteY3" fmla="*/ 0 h 380"/>
                <a:gd name="connsiteX4" fmla="*/ 507 w 506"/>
                <a:gd name="connsiteY4" fmla="*/ 126 h 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" h="380">
                  <a:moveTo>
                    <a:pt x="507" y="126"/>
                  </a:moveTo>
                  <a:lnTo>
                    <a:pt x="253" y="380"/>
                  </a:lnTo>
                  <a:lnTo>
                    <a:pt x="0" y="126"/>
                  </a:lnTo>
                  <a:lnTo>
                    <a:pt x="253" y="0"/>
                  </a:lnTo>
                  <a:lnTo>
                    <a:pt x="507" y="12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8579671-2409-B344-836B-00BD54959E2D}"/>
                </a:ext>
              </a:extLst>
            </p:cNvPr>
            <p:cNvSpPr/>
            <p:nvPr/>
          </p:nvSpPr>
          <p:spPr>
            <a:xfrm>
              <a:off x="6097775" y="3357519"/>
              <a:ext cx="380" cy="253"/>
            </a:xfrm>
            <a:custGeom>
              <a:avLst/>
              <a:gdLst>
                <a:gd name="connsiteX0" fmla="*/ 380 w 380"/>
                <a:gd name="connsiteY0" fmla="*/ 127 h 253"/>
                <a:gd name="connsiteX1" fmla="*/ 253 w 380"/>
                <a:gd name="connsiteY1" fmla="*/ 254 h 253"/>
                <a:gd name="connsiteX2" fmla="*/ 0 w 380"/>
                <a:gd name="connsiteY2" fmla="*/ 127 h 253"/>
                <a:gd name="connsiteX3" fmla="*/ 253 w 380"/>
                <a:gd name="connsiteY3" fmla="*/ 0 h 253"/>
                <a:gd name="connsiteX4" fmla="*/ 380 w 380"/>
                <a:gd name="connsiteY4" fmla="*/ 127 h 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" h="253">
                  <a:moveTo>
                    <a:pt x="380" y="127"/>
                  </a:moveTo>
                  <a:lnTo>
                    <a:pt x="253" y="254"/>
                  </a:lnTo>
                  <a:lnTo>
                    <a:pt x="0" y="127"/>
                  </a:lnTo>
                  <a:lnTo>
                    <a:pt x="253" y="0"/>
                  </a:lnTo>
                  <a:lnTo>
                    <a:pt x="380" y="12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B0062B7-BF6C-452F-AF04-84BF6FAB3860}"/>
                </a:ext>
              </a:extLst>
            </p:cNvPr>
            <p:cNvSpPr/>
            <p:nvPr/>
          </p:nvSpPr>
          <p:spPr>
            <a:xfrm>
              <a:off x="6222863" y="3357265"/>
              <a:ext cx="760" cy="633"/>
            </a:xfrm>
            <a:custGeom>
              <a:avLst/>
              <a:gdLst>
                <a:gd name="connsiteX0" fmla="*/ 760 w 760"/>
                <a:gd name="connsiteY0" fmla="*/ 380 h 633"/>
                <a:gd name="connsiteX1" fmla="*/ 380 w 760"/>
                <a:gd name="connsiteY1" fmla="*/ 634 h 633"/>
                <a:gd name="connsiteX2" fmla="*/ 0 w 760"/>
                <a:gd name="connsiteY2" fmla="*/ 380 h 633"/>
                <a:gd name="connsiteX3" fmla="*/ 380 w 760"/>
                <a:gd name="connsiteY3" fmla="*/ 0 h 633"/>
                <a:gd name="connsiteX4" fmla="*/ 760 w 760"/>
                <a:gd name="connsiteY4" fmla="*/ 380 h 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0" h="633">
                  <a:moveTo>
                    <a:pt x="760" y="380"/>
                  </a:moveTo>
                  <a:lnTo>
                    <a:pt x="380" y="634"/>
                  </a:lnTo>
                  <a:lnTo>
                    <a:pt x="0" y="380"/>
                  </a:lnTo>
                  <a:lnTo>
                    <a:pt x="380" y="0"/>
                  </a:lnTo>
                  <a:lnTo>
                    <a:pt x="760" y="38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A741ED2-DDCC-588F-3817-FAA7F89F1686}"/>
                </a:ext>
              </a:extLst>
            </p:cNvPr>
            <p:cNvSpPr/>
            <p:nvPr/>
          </p:nvSpPr>
          <p:spPr>
            <a:xfrm>
              <a:off x="6410686" y="3443319"/>
              <a:ext cx="760" cy="633"/>
            </a:xfrm>
            <a:custGeom>
              <a:avLst/>
              <a:gdLst>
                <a:gd name="connsiteX0" fmla="*/ 761 w 760"/>
                <a:gd name="connsiteY0" fmla="*/ 253 h 633"/>
                <a:gd name="connsiteX1" fmla="*/ 380 w 760"/>
                <a:gd name="connsiteY1" fmla="*/ 634 h 633"/>
                <a:gd name="connsiteX2" fmla="*/ 0 w 760"/>
                <a:gd name="connsiteY2" fmla="*/ 253 h 633"/>
                <a:gd name="connsiteX3" fmla="*/ 380 w 760"/>
                <a:gd name="connsiteY3" fmla="*/ 0 h 633"/>
                <a:gd name="connsiteX4" fmla="*/ 761 w 760"/>
                <a:gd name="connsiteY4" fmla="*/ 253 h 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0" h="633">
                  <a:moveTo>
                    <a:pt x="761" y="253"/>
                  </a:moveTo>
                  <a:lnTo>
                    <a:pt x="380" y="634"/>
                  </a:lnTo>
                  <a:lnTo>
                    <a:pt x="0" y="253"/>
                  </a:lnTo>
                  <a:lnTo>
                    <a:pt x="380" y="0"/>
                  </a:lnTo>
                  <a:lnTo>
                    <a:pt x="761" y="25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74DC783-FE29-6CB8-1FAC-288645238465}"/>
                </a:ext>
              </a:extLst>
            </p:cNvPr>
            <p:cNvSpPr/>
            <p:nvPr/>
          </p:nvSpPr>
          <p:spPr>
            <a:xfrm>
              <a:off x="6377228" y="3542807"/>
              <a:ext cx="507" cy="253"/>
            </a:xfrm>
            <a:custGeom>
              <a:avLst/>
              <a:gdLst>
                <a:gd name="connsiteX0" fmla="*/ 507 w 507"/>
                <a:gd name="connsiteY0" fmla="*/ 126 h 253"/>
                <a:gd name="connsiteX1" fmla="*/ 253 w 507"/>
                <a:gd name="connsiteY1" fmla="*/ 253 h 253"/>
                <a:gd name="connsiteX2" fmla="*/ 0 w 507"/>
                <a:gd name="connsiteY2" fmla="*/ 126 h 253"/>
                <a:gd name="connsiteX3" fmla="*/ 253 w 507"/>
                <a:gd name="connsiteY3" fmla="*/ 0 h 253"/>
                <a:gd name="connsiteX4" fmla="*/ 507 w 507"/>
                <a:gd name="connsiteY4" fmla="*/ 126 h 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7" h="253">
                  <a:moveTo>
                    <a:pt x="507" y="126"/>
                  </a:moveTo>
                  <a:lnTo>
                    <a:pt x="253" y="253"/>
                  </a:lnTo>
                  <a:lnTo>
                    <a:pt x="0" y="126"/>
                  </a:lnTo>
                  <a:lnTo>
                    <a:pt x="253" y="0"/>
                  </a:lnTo>
                  <a:lnTo>
                    <a:pt x="507" y="12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E51DAE8-2573-B49B-4C7C-EC9653708BF1}"/>
                </a:ext>
              </a:extLst>
            </p:cNvPr>
            <p:cNvSpPr/>
            <p:nvPr/>
          </p:nvSpPr>
          <p:spPr>
            <a:xfrm>
              <a:off x="6159876" y="3641661"/>
              <a:ext cx="1393" cy="1140"/>
            </a:xfrm>
            <a:custGeom>
              <a:avLst/>
              <a:gdLst>
                <a:gd name="connsiteX0" fmla="*/ 1394 w 1393"/>
                <a:gd name="connsiteY0" fmla="*/ 507 h 1140"/>
                <a:gd name="connsiteX1" fmla="*/ 760 w 1393"/>
                <a:gd name="connsiteY1" fmla="*/ 1141 h 1140"/>
                <a:gd name="connsiteX2" fmla="*/ 0 w 1393"/>
                <a:gd name="connsiteY2" fmla="*/ 507 h 1140"/>
                <a:gd name="connsiteX3" fmla="*/ 760 w 1393"/>
                <a:gd name="connsiteY3" fmla="*/ 0 h 1140"/>
                <a:gd name="connsiteX4" fmla="*/ 1394 w 1393"/>
                <a:gd name="connsiteY4" fmla="*/ 507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3" h="1140">
                  <a:moveTo>
                    <a:pt x="1394" y="507"/>
                  </a:moveTo>
                  <a:lnTo>
                    <a:pt x="760" y="1141"/>
                  </a:lnTo>
                  <a:lnTo>
                    <a:pt x="0" y="507"/>
                  </a:lnTo>
                  <a:lnTo>
                    <a:pt x="760" y="0"/>
                  </a:lnTo>
                  <a:lnTo>
                    <a:pt x="1394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570AAB4-DD6A-ED74-D8D1-846BB5CC7A6B}"/>
                </a:ext>
              </a:extLst>
            </p:cNvPr>
            <p:cNvSpPr/>
            <p:nvPr/>
          </p:nvSpPr>
          <p:spPr>
            <a:xfrm>
              <a:off x="6034660" y="3615046"/>
              <a:ext cx="1393" cy="1140"/>
            </a:xfrm>
            <a:custGeom>
              <a:avLst/>
              <a:gdLst>
                <a:gd name="connsiteX0" fmla="*/ 1394 w 1393"/>
                <a:gd name="connsiteY0" fmla="*/ 634 h 1140"/>
                <a:gd name="connsiteX1" fmla="*/ 760 w 1393"/>
                <a:gd name="connsiteY1" fmla="*/ 1141 h 1140"/>
                <a:gd name="connsiteX2" fmla="*/ 0 w 1393"/>
                <a:gd name="connsiteY2" fmla="*/ 634 h 1140"/>
                <a:gd name="connsiteX3" fmla="*/ 760 w 1393"/>
                <a:gd name="connsiteY3" fmla="*/ 0 h 1140"/>
                <a:gd name="connsiteX4" fmla="*/ 1394 w 1393"/>
                <a:gd name="connsiteY4" fmla="*/ 634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3" h="1140">
                  <a:moveTo>
                    <a:pt x="1394" y="634"/>
                  </a:moveTo>
                  <a:lnTo>
                    <a:pt x="760" y="1141"/>
                  </a:lnTo>
                  <a:lnTo>
                    <a:pt x="0" y="634"/>
                  </a:lnTo>
                  <a:lnTo>
                    <a:pt x="760" y="0"/>
                  </a:lnTo>
                  <a:lnTo>
                    <a:pt x="1394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0AF07F1-1583-9180-DDC9-A02CACEC5820}"/>
                </a:ext>
              </a:extLst>
            </p:cNvPr>
            <p:cNvSpPr/>
            <p:nvPr/>
          </p:nvSpPr>
          <p:spPr>
            <a:xfrm>
              <a:off x="5942650" y="3542047"/>
              <a:ext cx="2154" cy="1774"/>
            </a:xfrm>
            <a:custGeom>
              <a:avLst/>
              <a:gdLst>
                <a:gd name="connsiteX0" fmla="*/ 2155 w 2154"/>
                <a:gd name="connsiteY0" fmla="*/ 887 h 1774"/>
                <a:gd name="connsiteX1" fmla="*/ 1141 w 2154"/>
                <a:gd name="connsiteY1" fmla="*/ 1774 h 1774"/>
                <a:gd name="connsiteX2" fmla="*/ 0 w 2154"/>
                <a:gd name="connsiteY2" fmla="*/ 887 h 1774"/>
                <a:gd name="connsiteX3" fmla="*/ 1141 w 2154"/>
                <a:gd name="connsiteY3" fmla="*/ 0 h 1774"/>
                <a:gd name="connsiteX4" fmla="*/ 2155 w 2154"/>
                <a:gd name="connsiteY4" fmla="*/ 887 h 1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4" h="1774">
                  <a:moveTo>
                    <a:pt x="2155" y="887"/>
                  </a:moveTo>
                  <a:lnTo>
                    <a:pt x="1141" y="1774"/>
                  </a:lnTo>
                  <a:lnTo>
                    <a:pt x="0" y="887"/>
                  </a:lnTo>
                  <a:lnTo>
                    <a:pt x="1141" y="0"/>
                  </a:lnTo>
                  <a:lnTo>
                    <a:pt x="2155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BD69D47-34DE-06EE-066E-96C24995881F}"/>
                </a:ext>
              </a:extLst>
            </p:cNvPr>
            <p:cNvSpPr/>
            <p:nvPr/>
          </p:nvSpPr>
          <p:spPr>
            <a:xfrm>
              <a:off x="5909572" y="3443066"/>
              <a:ext cx="1267" cy="1140"/>
            </a:xfrm>
            <a:custGeom>
              <a:avLst/>
              <a:gdLst>
                <a:gd name="connsiteX0" fmla="*/ 1267 w 1267"/>
                <a:gd name="connsiteY0" fmla="*/ 507 h 1140"/>
                <a:gd name="connsiteX1" fmla="*/ 634 w 1267"/>
                <a:gd name="connsiteY1" fmla="*/ 1141 h 1140"/>
                <a:gd name="connsiteX2" fmla="*/ 0 w 1267"/>
                <a:gd name="connsiteY2" fmla="*/ 507 h 1140"/>
                <a:gd name="connsiteX3" fmla="*/ 634 w 1267"/>
                <a:gd name="connsiteY3" fmla="*/ 0 h 1140"/>
                <a:gd name="connsiteX4" fmla="*/ 1267 w 1267"/>
                <a:gd name="connsiteY4" fmla="*/ 507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7" h="1140">
                  <a:moveTo>
                    <a:pt x="1267" y="507"/>
                  </a:moveTo>
                  <a:lnTo>
                    <a:pt x="634" y="1141"/>
                  </a:lnTo>
                  <a:lnTo>
                    <a:pt x="0" y="507"/>
                  </a:lnTo>
                  <a:lnTo>
                    <a:pt x="634" y="0"/>
                  </a:lnTo>
                  <a:lnTo>
                    <a:pt x="1267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96D47C0-2C92-086D-B635-D31B3C0958CC}"/>
                </a:ext>
              </a:extLst>
            </p:cNvPr>
            <p:cNvSpPr/>
            <p:nvPr/>
          </p:nvSpPr>
          <p:spPr>
            <a:xfrm>
              <a:off x="5943410" y="3344085"/>
              <a:ext cx="633" cy="507"/>
            </a:xfrm>
            <a:custGeom>
              <a:avLst/>
              <a:gdLst>
                <a:gd name="connsiteX0" fmla="*/ 634 w 633"/>
                <a:gd name="connsiteY0" fmla="*/ 254 h 507"/>
                <a:gd name="connsiteX1" fmla="*/ 380 w 633"/>
                <a:gd name="connsiteY1" fmla="*/ 507 h 507"/>
                <a:gd name="connsiteX2" fmla="*/ 0 w 633"/>
                <a:gd name="connsiteY2" fmla="*/ 254 h 507"/>
                <a:gd name="connsiteX3" fmla="*/ 380 w 633"/>
                <a:gd name="connsiteY3" fmla="*/ 0 h 507"/>
                <a:gd name="connsiteX4" fmla="*/ 634 w 633"/>
                <a:gd name="connsiteY4" fmla="*/ 254 h 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" h="507">
                  <a:moveTo>
                    <a:pt x="634" y="254"/>
                  </a:moveTo>
                  <a:lnTo>
                    <a:pt x="380" y="507"/>
                  </a:lnTo>
                  <a:lnTo>
                    <a:pt x="0" y="254"/>
                  </a:lnTo>
                  <a:lnTo>
                    <a:pt x="380" y="0"/>
                  </a:lnTo>
                  <a:lnTo>
                    <a:pt x="634" y="2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E5BDA9F-54D9-02E8-2601-AF884FCE76C1}"/>
                </a:ext>
              </a:extLst>
            </p:cNvPr>
            <p:cNvSpPr/>
            <p:nvPr/>
          </p:nvSpPr>
          <p:spPr>
            <a:xfrm>
              <a:off x="6035167" y="3271465"/>
              <a:ext cx="380" cy="253"/>
            </a:xfrm>
            <a:custGeom>
              <a:avLst/>
              <a:gdLst>
                <a:gd name="connsiteX0" fmla="*/ 380 w 380"/>
                <a:gd name="connsiteY0" fmla="*/ 126 h 253"/>
                <a:gd name="connsiteX1" fmla="*/ 253 w 380"/>
                <a:gd name="connsiteY1" fmla="*/ 253 h 253"/>
                <a:gd name="connsiteX2" fmla="*/ 0 w 380"/>
                <a:gd name="connsiteY2" fmla="*/ 126 h 253"/>
                <a:gd name="connsiteX3" fmla="*/ 253 w 380"/>
                <a:gd name="connsiteY3" fmla="*/ 0 h 253"/>
                <a:gd name="connsiteX4" fmla="*/ 380 w 380"/>
                <a:gd name="connsiteY4" fmla="*/ 126 h 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" h="253">
                  <a:moveTo>
                    <a:pt x="380" y="126"/>
                  </a:moveTo>
                  <a:lnTo>
                    <a:pt x="253" y="253"/>
                  </a:lnTo>
                  <a:lnTo>
                    <a:pt x="0" y="126"/>
                  </a:lnTo>
                  <a:lnTo>
                    <a:pt x="253" y="0"/>
                  </a:lnTo>
                  <a:lnTo>
                    <a:pt x="380" y="12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BE3B11B-A9AE-7767-98FB-E076751D54C3}"/>
                </a:ext>
              </a:extLst>
            </p:cNvPr>
            <p:cNvSpPr/>
            <p:nvPr/>
          </p:nvSpPr>
          <p:spPr>
            <a:xfrm>
              <a:off x="6160256" y="3244724"/>
              <a:ext cx="760" cy="633"/>
            </a:xfrm>
            <a:custGeom>
              <a:avLst/>
              <a:gdLst>
                <a:gd name="connsiteX0" fmla="*/ 760 w 760"/>
                <a:gd name="connsiteY0" fmla="*/ 253 h 633"/>
                <a:gd name="connsiteX1" fmla="*/ 380 w 760"/>
                <a:gd name="connsiteY1" fmla="*/ 634 h 633"/>
                <a:gd name="connsiteX2" fmla="*/ 0 w 760"/>
                <a:gd name="connsiteY2" fmla="*/ 253 h 633"/>
                <a:gd name="connsiteX3" fmla="*/ 380 w 760"/>
                <a:gd name="connsiteY3" fmla="*/ 0 h 633"/>
                <a:gd name="connsiteX4" fmla="*/ 760 w 760"/>
                <a:gd name="connsiteY4" fmla="*/ 253 h 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0" h="633">
                  <a:moveTo>
                    <a:pt x="760" y="253"/>
                  </a:moveTo>
                  <a:lnTo>
                    <a:pt x="380" y="634"/>
                  </a:lnTo>
                  <a:lnTo>
                    <a:pt x="0" y="253"/>
                  </a:lnTo>
                  <a:lnTo>
                    <a:pt x="380" y="0"/>
                  </a:lnTo>
                  <a:lnTo>
                    <a:pt x="760" y="25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6D4E514-F761-13A1-1BE6-DC48FC2E8A23}"/>
                </a:ext>
              </a:extLst>
            </p:cNvPr>
            <p:cNvSpPr/>
            <p:nvPr/>
          </p:nvSpPr>
          <p:spPr>
            <a:xfrm>
              <a:off x="6285091" y="3271085"/>
              <a:ext cx="1393" cy="1013"/>
            </a:xfrm>
            <a:custGeom>
              <a:avLst/>
              <a:gdLst>
                <a:gd name="connsiteX0" fmla="*/ 1394 w 1393"/>
                <a:gd name="connsiteY0" fmla="*/ 507 h 1013"/>
                <a:gd name="connsiteX1" fmla="*/ 760 w 1393"/>
                <a:gd name="connsiteY1" fmla="*/ 1014 h 1013"/>
                <a:gd name="connsiteX2" fmla="*/ 0 w 1393"/>
                <a:gd name="connsiteY2" fmla="*/ 507 h 1013"/>
                <a:gd name="connsiteX3" fmla="*/ 760 w 1393"/>
                <a:gd name="connsiteY3" fmla="*/ 0 h 1013"/>
                <a:gd name="connsiteX4" fmla="*/ 1394 w 1393"/>
                <a:gd name="connsiteY4" fmla="*/ 507 h 1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3" h="1013">
                  <a:moveTo>
                    <a:pt x="1394" y="507"/>
                  </a:moveTo>
                  <a:lnTo>
                    <a:pt x="760" y="1014"/>
                  </a:lnTo>
                  <a:lnTo>
                    <a:pt x="0" y="507"/>
                  </a:lnTo>
                  <a:lnTo>
                    <a:pt x="760" y="0"/>
                  </a:lnTo>
                  <a:lnTo>
                    <a:pt x="1394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B6BF90C-ECB1-0FF1-F158-414108BEA7B5}"/>
                </a:ext>
              </a:extLst>
            </p:cNvPr>
            <p:cNvSpPr/>
            <p:nvPr/>
          </p:nvSpPr>
          <p:spPr>
            <a:xfrm>
              <a:off x="6376847" y="3343705"/>
              <a:ext cx="1393" cy="1140"/>
            </a:xfrm>
            <a:custGeom>
              <a:avLst/>
              <a:gdLst>
                <a:gd name="connsiteX0" fmla="*/ 1394 w 1393"/>
                <a:gd name="connsiteY0" fmla="*/ 634 h 1140"/>
                <a:gd name="connsiteX1" fmla="*/ 634 w 1393"/>
                <a:gd name="connsiteY1" fmla="*/ 1141 h 1140"/>
                <a:gd name="connsiteX2" fmla="*/ 0 w 1393"/>
                <a:gd name="connsiteY2" fmla="*/ 634 h 1140"/>
                <a:gd name="connsiteX3" fmla="*/ 634 w 1393"/>
                <a:gd name="connsiteY3" fmla="*/ 0 h 1140"/>
                <a:gd name="connsiteX4" fmla="*/ 1394 w 1393"/>
                <a:gd name="connsiteY4" fmla="*/ 634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3" h="1140">
                  <a:moveTo>
                    <a:pt x="1394" y="634"/>
                  </a:moveTo>
                  <a:lnTo>
                    <a:pt x="634" y="1141"/>
                  </a:lnTo>
                  <a:lnTo>
                    <a:pt x="0" y="634"/>
                  </a:lnTo>
                  <a:lnTo>
                    <a:pt x="634" y="0"/>
                  </a:lnTo>
                  <a:lnTo>
                    <a:pt x="1394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2400BD3-F827-1029-D2DC-DC27BCCFB0F6}"/>
                </a:ext>
              </a:extLst>
            </p:cNvPr>
            <p:cNvSpPr/>
            <p:nvPr/>
          </p:nvSpPr>
          <p:spPr>
            <a:xfrm>
              <a:off x="6535521" y="3443066"/>
              <a:ext cx="1393" cy="1140"/>
            </a:xfrm>
            <a:custGeom>
              <a:avLst/>
              <a:gdLst>
                <a:gd name="connsiteX0" fmla="*/ 1394 w 1393"/>
                <a:gd name="connsiteY0" fmla="*/ 507 h 1140"/>
                <a:gd name="connsiteX1" fmla="*/ 760 w 1393"/>
                <a:gd name="connsiteY1" fmla="*/ 1141 h 1140"/>
                <a:gd name="connsiteX2" fmla="*/ 0 w 1393"/>
                <a:gd name="connsiteY2" fmla="*/ 507 h 1140"/>
                <a:gd name="connsiteX3" fmla="*/ 760 w 1393"/>
                <a:gd name="connsiteY3" fmla="*/ 0 h 1140"/>
                <a:gd name="connsiteX4" fmla="*/ 1394 w 1393"/>
                <a:gd name="connsiteY4" fmla="*/ 507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3" h="1140">
                  <a:moveTo>
                    <a:pt x="1394" y="507"/>
                  </a:moveTo>
                  <a:lnTo>
                    <a:pt x="760" y="1141"/>
                  </a:lnTo>
                  <a:lnTo>
                    <a:pt x="0" y="507"/>
                  </a:lnTo>
                  <a:lnTo>
                    <a:pt x="760" y="0"/>
                  </a:lnTo>
                  <a:lnTo>
                    <a:pt x="1394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40221200-113B-07FF-6577-1164E994D7FF}"/>
                </a:ext>
              </a:extLst>
            </p:cNvPr>
            <p:cNvSpPr/>
            <p:nvPr/>
          </p:nvSpPr>
          <p:spPr>
            <a:xfrm>
              <a:off x="6513215" y="3545215"/>
              <a:ext cx="760" cy="633"/>
            </a:xfrm>
            <a:custGeom>
              <a:avLst/>
              <a:gdLst>
                <a:gd name="connsiteX0" fmla="*/ 760 w 760"/>
                <a:gd name="connsiteY0" fmla="*/ 253 h 633"/>
                <a:gd name="connsiteX1" fmla="*/ 381 w 760"/>
                <a:gd name="connsiteY1" fmla="*/ 634 h 633"/>
                <a:gd name="connsiteX2" fmla="*/ 0 w 760"/>
                <a:gd name="connsiteY2" fmla="*/ 253 h 633"/>
                <a:gd name="connsiteX3" fmla="*/ 381 w 760"/>
                <a:gd name="connsiteY3" fmla="*/ 0 h 633"/>
                <a:gd name="connsiteX4" fmla="*/ 760 w 760"/>
                <a:gd name="connsiteY4" fmla="*/ 253 h 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0" h="633">
                  <a:moveTo>
                    <a:pt x="760" y="253"/>
                  </a:moveTo>
                  <a:lnTo>
                    <a:pt x="381" y="634"/>
                  </a:lnTo>
                  <a:lnTo>
                    <a:pt x="0" y="253"/>
                  </a:lnTo>
                  <a:lnTo>
                    <a:pt x="381" y="0"/>
                  </a:lnTo>
                  <a:lnTo>
                    <a:pt x="760" y="25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A2F0ECD-84F1-AF0D-7E41-A6ACA7A2D041}"/>
                </a:ext>
              </a:extLst>
            </p:cNvPr>
            <p:cNvSpPr/>
            <p:nvPr/>
          </p:nvSpPr>
          <p:spPr>
            <a:xfrm>
              <a:off x="6225144" y="3736460"/>
              <a:ext cx="1393" cy="1140"/>
            </a:xfrm>
            <a:custGeom>
              <a:avLst/>
              <a:gdLst>
                <a:gd name="connsiteX0" fmla="*/ 1394 w 1393"/>
                <a:gd name="connsiteY0" fmla="*/ 507 h 1140"/>
                <a:gd name="connsiteX1" fmla="*/ 760 w 1393"/>
                <a:gd name="connsiteY1" fmla="*/ 1141 h 1140"/>
                <a:gd name="connsiteX2" fmla="*/ 0 w 1393"/>
                <a:gd name="connsiteY2" fmla="*/ 507 h 1140"/>
                <a:gd name="connsiteX3" fmla="*/ 760 w 1393"/>
                <a:gd name="connsiteY3" fmla="*/ 0 h 1140"/>
                <a:gd name="connsiteX4" fmla="*/ 1394 w 1393"/>
                <a:gd name="connsiteY4" fmla="*/ 507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3" h="1140">
                  <a:moveTo>
                    <a:pt x="1394" y="507"/>
                  </a:moveTo>
                  <a:lnTo>
                    <a:pt x="760" y="1141"/>
                  </a:lnTo>
                  <a:lnTo>
                    <a:pt x="0" y="507"/>
                  </a:lnTo>
                  <a:lnTo>
                    <a:pt x="760" y="0"/>
                  </a:lnTo>
                  <a:lnTo>
                    <a:pt x="1394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728278C-F539-C9D5-7A74-F35137C05595}"/>
                </a:ext>
              </a:extLst>
            </p:cNvPr>
            <p:cNvSpPr/>
            <p:nvPr/>
          </p:nvSpPr>
          <p:spPr>
            <a:xfrm>
              <a:off x="6093973" y="3735826"/>
              <a:ext cx="2915" cy="2408"/>
            </a:xfrm>
            <a:custGeom>
              <a:avLst/>
              <a:gdLst>
                <a:gd name="connsiteX0" fmla="*/ 2915 w 2915"/>
                <a:gd name="connsiteY0" fmla="*/ 1141 h 2408"/>
                <a:gd name="connsiteX1" fmla="*/ 1394 w 2915"/>
                <a:gd name="connsiteY1" fmla="*/ 2408 h 2408"/>
                <a:gd name="connsiteX2" fmla="*/ 0 w 2915"/>
                <a:gd name="connsiteY2" fmla="*/ 1141 h 2408"/>
                <a:gd name="connsiteX3" fmla="*/ 1394 w 2915"/>
                <a:gd name="connsiteY3" fmla="*/ 0 h 2408"/>
                <a:gd name="connsiteX4" fmla="*/ 2915 w 2915"/>
                <a:gd name="connsiteY4" fmla="*/ 1141 h 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5" h="2408">
                  <a:moveTo>
                    <a:pt x="2915" y="1141"/>
                  </a:moveTo>
                  <a:lnTo>
                    <a:pt x="1394" y="2408"/>
                  </a:lnTo>
                  <a:lnTo>
                    <a:pt x="0" y="1141"/>
                  </a:lnTo>
                  <a:lnTo>
                    <a:pt x="1394" y="0"/>
                  </a:lnTo>
                  <a:lnTo>
                    <a:pt x="2915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17D374BD-0920-7DF3-C83B-7E6C458C499D}"/>
                </a:ext>
              </a:extLst>
            </p:cNvPr>
            <p:cNvSpPr/>
            <p:nvPr/>
          </p:nvSpPr>
          <p:spPr>
            <a:xfrm>
              <a:off x="5971673" y="3700720"/>
              <a:ext cx="2154" cy="1774"/>
            </a:xfrm>
            <a:custGeom>
              <a:avLst/>
              <a:gdLst>
                <a:gd name="connsiteX0" fmla="*/ 2154 w 2154"/>
                <a:gd name="connsiteY0" fmla="*/ 887 h 1774"/>
                <a:gd name="connsiteX1" fmla="*/ 1141 w 2154"/>
                <a:gd name="connsiteY1" fmla="*/ 1774 h 1774"/>
                <a:gd name="connsiteX2" fmla="*/ 0 w 2154"/>
                <a:gd name="connsiteY2" fmla="*/ 887 h 1774"/>
                <a:gd name="connsiteX3" fmla="*/ 1141 w 2154"/>
                <a:gd name="connsiteY3" fmla="*/ 0 h 1774"/>
                <a:gd name="connsiteX4" fmla="*/ 2154 w 2154"/>
                <a:gd name="connsiteY4" fmla="*/ 887 h 1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4" h="1774">
                  <a:moveTo>
                    <a:pt x="2154" y="887"/>
                  </a:moveTo>
                  <a:lnTo>
                    <a:pt x="1141" y="1774"/>
                  </a:lnTo>
                  <a:lnTo>
                    <a:pt x="0" y="887"/>
                  </a:lnTo>
                  <a:lnTo>
                    <a:pt x="1141" y="0"/>
                  </a:lnTo>
                  <a:lnTo>
                    <a:pt x="2154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7A064FF-6C21-86D8-43D8-4EE5B97D2FB8}"/>
                </a:ext>
              </a:extLst>
            </p:cNvPr>
            <p:cNvSpPr/>
            <p:nvPr/>
          </p:nvSpPr>
          <p:spPr>
            <a:xfrm>
              <a:off x="5871424" y="3633930"/>
              <a:ext cx="2915" cy="2407"/>
            </a:xfrm>
            <a:custGeom>
              <a:avLst/>
              <a:gdLst>
                <a:gd name="connsiteX0" fmla="*/ 2915 w 2915"/>
                <a:gd name="connsiteY0" fmla="*/ 1141 h 2407"/>
                <a:gd name="connsiteX1" fmla="*/ 1521 w 2915"/>
                <a:gd name="connsiteY1" fmla="*/ 2408 h 2407"/>
                <a:gd name="connsiteX2" fmla="*/ 0 w 2915"/>
                <a:gd name="connsiteY2" fmla="*/ 1141 h 2407"/>
                <a:gd name="connsiteX3" fmla="*/ 1521 w 2915"/>
                <a:gd name="connsiteY3" fmla="*/ 0 h 2407"/>
                <a:gd name="connsiteX4" fmla="*/ 2915 w 2915"/>
                <a:gd name="connsiteY4" fmla="*/ 1141 h 2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5" h="2407">
                  <a:moveTo>
                    <a:pt x="2915" y="1141"/>
                  </a:moveTo>
                  <a:lnTo>
                    <a:pt x="1521" y="2408"/>
                  </a:lnTo>
                  <a:lnTo>
                    <a:pt x="0" y="1141"/>
                  </a:lnTo>
                  <a:lnTo>
                    <a:pt x="1521" y="0"/>
                  </a:lnTo>
                  <a:lnTo>
                    <a:pt x="2915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0A5FCD1-3049-230C-E76F-FE3594842810}"/>
                </a:ext>
              </a:extLst>
            </p:cNvPr>
            <p:cNvSpPr/>
            <p:nvPr/>
          </p:nvSpPr>
          <p:spPr>
            <a:xfrm>
              <a:off x="5806155" y="3544328"/>
              <a:ext cx="2914" cy="2408"/>
            </a:xfrm>
            <a:custGeom>
              <a:avLst/>
              <a:gdLst>
                <a:gd name="connsiteX0" fmla="*/ 2915 w 2914"/>
                <a:gd name="connsiteY0" fmla="*/ 1141 h 2408"/>
                <a:gd name="connsiteX1" fmla="*/ 1521 w 2914"/>
                <a:gd name="connsiteY1" fmla="*/ 2408 h 2408"/>
                <a:gd name="connsiteX2" fmla="*/ 0 w 2914"/>
                <a:gd name="connsiteY2" fmla="*/ 1141 h 2408"/>
                <a:gd name="connsiteX3" fmla="*/ 1521 w 2914"/>
                <a:gd name="connsiteY3" fmla="*/ 0 h 2408"/>
                <a:gd name="connsiteX4" fmla="*/ 2915 w 2914"/>
                <a:gd name="connsiteY4" fmla="*/ 1141 h 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" h="2408">
                  <a:moveTo>
                    <a:pt x="2915" y="1141"/>
                  </a:moveTo>
                  <a:lnTo>
                    <a:pt x="1521" y="2408"/>
                  </a:lnTo>
                  <a:lnTo>
                    <a:pt x="0" y="1141"/>
                  </a:lnTo>
                  <a:lnTo>
                    <a:pt x="1521" y="0"/>
                  </a:lnTo>
                  <a:lnTo>
                    <a:pt x="2915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EE8E7744-5538-AF93-334B-D189B42D437B}"/>
                </a:ext>
              </a:extLst>
            </p:cNvPr>
            <p:cNvSpPr/>
            <p:nvPr/>
          </p:nvSpPr>
          <p:spPr>
            <a:xfrm>
              <a:off x="5783850" y="3442812"/>
              <a:ext cx="2281" cy="1647"/>
            </a:xfrm>
            <a:custGeom>
              <a:avLst/>
              <a:gdLst>
                <a:gd name="connsiteX0" fmla="*/ 2281 w 2281"/>
                <a:gd name="connsiteY0" fmla="*/ 760 h 1647"/>
                <a:gd name="connsiteX1" fmla="*/ 1141 w 2281"/>
                <a:gd name="connsiteY1" fmla="*/ 1648 h 1647"/>
                <a:gd name="connsiteX2" fmla="*/ 0 w 2281"/>
                <a:gd name="connsiteY2" fmla="*/ 760 h 1647"/>
                <a:gd name="connsiteX3" fmla="*/ 1141 w 2281"/>
                <a:gd name="connsiteY3" fmla="*/ 0 h 1647"/>
                <a:gd name="connsiteX4" fmla="*/ 2281 w 2281"/>
                <a:gd name="connsiteY4" fmla="*/ 760 h 1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1" h="1647">
                  <a:moveTo>
                    <a:pt x="2281" y="760"/>
                  </a:moveTo>
                  <a:lnTo>
                    <a:pt x="1141" y="1648"/>
                  </a:lnTo>
                  <a:lnTo>
                    <a:pt x="0" y="760"/>
                  </a:lnTo>
                  <a:lnTo>
                    <a:pt x="1141" y="0"/>
                  </a:lnTo>
                  <a:lnTo>
                    <a:pt x="2281" y="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F4E29C3C-4D0A-B519-E8E9-C420BD66E47E}"/>
                </a:ext>
              </a:extLst>
            </p:cNvPr>
            <p:cNvSpPr/>
            <p:nvPr/>
          </p:nvSpPr>
          <p:spPr>
            <a:xfrm>
              <a:off x="5806916" y="3341170"/>
              <a:ext cx="1393" cy="1013"/>
            </a:xfrm>
            <a:custGeom>
              <a:avLst/>
              <a:gdLst>
                <a:gd name="connsiteX0" fmla="*/ 1394 w 1393"/>
                <a:gd name="connsiteY0" fmla="*/ 507 h 1013"/>
                <a:gd name="connsiteX1" fmla="*/ 760 w 1393"/>
                <a:gd name="connsiteY1" fmla="*/ 1014 h 1013"/>
                <a:gd name="connsiteX2" fmla="*/ 0 w 1393"/>
                <a:gd name="connsiteY2" fmla="*/ 507 h 1013"/>
                <a:gd name="connsiteX3" fmla="*/ 760 w 1393"/>
                <a:gd name="connsiteY3" fmla="*/ 0 h 1013"/>
                <a:gd name="connsiteX4" fmla="*/ 1394 w 1393"/>
                <a:gd name="connsiteY4" fmla="*/ 507 h 1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3" h="1013">
                  <a:moveTo>
                    <a:pt x="1394" y="507"/>
                  </a:moveTo>
                  <a:lnTo>
                    <a:pt x="760" y="1014"/>
                  </a:lnTo>
                  <a:lnTo>
                    <a:pt x="0" y="507"/>
                  </a:lnTo>
                  <a:lnTo>
                    <a:pt x="760" y="0"/>
                  </a:lnTo>
                  <a:lnTo>
                    <a:pt x="1394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ED6660A8-62CC-3D13-AB00-DCD2D2689FDD}"/>
                </a:ext>
              </a:extLst>
            </p:cNvPr>
            <p:cNvSpPr/>
            <p:nvPr/>
          </p:nvSpPr>
          <p:spPr>
            <a:xfrm>
              <a:off x="5972433" y="3185285"/>
              <a:ext cx="760" cy="633"/>
            </a:xfrm>
            <a:custGeom>
              <a:avLst/>
              <a:gdLst>
                <a:gd name="connsiteX0" fmla="*/ 760 w 760"/>
                <a:gd name="connsiteY0" fmla="*/ 253 h 633"/>
                <a:gd name="connsiteX1" fmla="*/ 380 w 760"/>
                <a:gd name="connsiteY1" fmla="*/ 634 h 633"/>
                <a:gd name="connsiteX2" fmla="*/ 0 w 760"/>
                <a:gd name="connsiteY2" fmla="*/ 253 h 633"/>
                <a:gd name="connsiteX3" fmla="*/ 380 w 760"/>
                <a:gd name="connsiteY3" fmla="*/ 0 h 633"/>
                <a:gd name="connsiteX4" fmla="*/ 760 w 760"/>
                <a:gd name="connsiteY4" fmla="*/ 253 h 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0" h="633">
                  <a:moveTo>
                    <a:pt x="760" y="253"/>
                  </a:moveTo>
                  <a:lnTo>
                    <a:pt x="380" y="634"/>
                  </a:lnTo>
                  <a:lnTo>
                    <a:pt x="0" y="253"/>
                  </a:lnTo>
                  <a:lnTo>
                    <a:pt x="380" y="0"/>
                  </a:lnTo>
                  <a:lnTo>
                    <a:pt x="760" y="25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5DE8FA7-57CE-6C35-975E-610CE28497EF}"/>
                </a:ext>
              </a:extLst>
            </p:cNvPr>
            <p:cNvSpPr/>
            <p:nvPr/>
          </p:nvSpPr>
          <p:spPr>
            <a:xfrm>
              <a:off x="6094987" y="3149925"/>
              <a:ext cx="760" cy="633"/>
            </a:xfrm>
            <a:custGeom>
              <a:avLst/>
              <a:gdLst>
                <a:gd name="connsiteX0" fmla="*/ 760 w 760"/>
                <a:gd name="connsiteY0" fmla="*/ 254 h 633"/>
                <a:gd name="connsiteX1" fmla="*/ 380 w 760"/>
                <a:gd name="connsiteY1" fmla="*/ 634 h 633"/>
                <a:gd name="connsiteX2" fmla="*/ 0 w 760"/>
                <a:gd name="connsiteY2" fmla="*/ 254 h 633"/>
                <a:gd name="connsiteX3" fmla="*/ 380 w 760"/>
                <a:gd name="connsiteY3" fmla="*/ 0 h 633"/>
                <a:gd name="connsiteX4" fmla="*/ 760 w 760"/>
                <a:gd name="connsiteY4" fmla="*/ 254 h 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0" h="633">
                  <a:moveTo>
                    <a:pt x="760" y="254"/>
                  </a:moveTo>
                  <a:lnTo>
                    <a:pt x="380" y="634"/>
                  </a:lnTo>
                  <a:lnTo>
                    <a:pt x="0" y="254"/>
                  </a:lnTo>
                  <a:lnTo>
                    <a:pt x="380" y="0"/>
                  </a:lnTo>
                  <a:lnTo>
                    <a:pt x="760" y="2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C6AC57D-4A3F-A348-A78C-73748EA3770C}"/>
                </a:ext>
              </a:extLst>
            </p:cNvPr>
            <p:cNvSpPr/>
            <p:nvPr/>
          </p:nvSpPr>
          <p:spPr>
            <a:xfrm>
              <a:off x="6225018" y="3149545"/>
              <a:ext cx="1774" cy="1394"/>
            </a:xfrm>
            <a:custGeom>
              <a:avLst/>
              <a:gdLst>
                <a:gd name="connsiteX0" fmla="*/ 1774 w 1774"/>
                <a:gd name="connsiteY0" fmla="*/ 634 h 1394"/>
                <a:gd name="connsiteX1" fmla="*/ 887 w 1774"/>
                <a:gd name="connsiteY1" fmla="*/ 1394 h 1394"/>
                <a:gd name="connsiteX2" fmla="*/ 0 w 1774"/>
                <a:gd name="connsiteY2" fmla="*/ 634 h 1394"/>
                <a:gd name="connsiteX3" fmla="*/ 887 w 1774"/>
                <a:gd name="connsiteY3" fmla="*/ 0 h 1394"/>
                <a:gd name="connsiteX4" fmla="*/ 1774 w 1774"/>
                <a:gd name="connsiteY4" fmla="*/ 634 h 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" h="1394">
                  <a:moveTo>
                    <a:pt x="1774" y="634"/>
                  </a:moveTo>
                  <a:lnTo>
                    <a:pt x="887" y="1394"/>
                  </a:lnTo>
                  <a:lnTo>
                    <a:pt x="0" y="634"/>
                  </a:lnTo>
                  <a:lnTo>
                    <a:pt x="887" y="0"/>
                  </a:lnTo>
                  <a:lnTo>
                    <a:pt x="1774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F905F083-2B88-5AA2-669C-AA6F06F8AD3D}"/>
                </a:ext>
              </a:extLst>
            </p:cNvPr>
            <p:cNvSpPr/>
            <p:nvPr/>
          </p:nvSpPr>
          <p:spPr>
            <a:xfrm>
              <a:off x="6347318" y="3184651"/>
              <a:ext cx="2281" cy="1900"/>
            </a:xfrm>
            <a:custGeom>
              <a:avLst/>
              <a:gdLst>
                <a:gd name="connsiteX0" fmla="*/ 2282 w 2281"/>
                <a:gd name="connsiteY0" fmla="*/ 887 h 1900"/>
                <a:gd name="connsiteX1" fmla="*/ 1141 w 2281"/>
                <a:gd name="connsiteY1" fmla="*/ 1901 h 1900"/>
                <a:gd name="connsiteX2" fmla="*/ 0 w 2281"/>
                <a:gd name="connsiteY2" fmla="*/ 887 h 1900"/>
                <a:gd name="connsiteX3" fmla="*/ 1141 w 2281"/>
                <a:gd name="connsiteY3" fmla="*/ 0 h 1900"/>
                <a:gd name="connsiteX4" fmla="*/ 2282 w 2281"/>
                <a:gd name="connsiteY4" fmla="*/ 887 h 1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1" h="1900">
                  <a:moveTo>
                    <a:pt x="2282" y="887"/>
                  </a:moveTo>
                  <a:lnTo>
                    <a:pt x="1141" y="1901"/>
                  </a:lnTo>
                  <a:lnTo>
                    <a:pt x="0" y="887"/>
                  </a:lnTo>
                  <a:lnTo>
                    <a:pt x="1141" y="0"/>
                  </a:lnTo>
                  <a:lnTo>
                    <a:pt x="2282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8603BB81-7C43-195D-D372-A5317F52D809}"/>
                </a:ext>
              </a:extLst>
            </p:cNvPr>
            <p:cNvSpPr/>
            <p:nvPr/>
          </p:nvSpPr>
          <p:spPr>
            <a:xfrm>
              <a:off x="6447439" y="3251441"/>
              <a:ext cx="1774" cy="1394"/>
            </a:xfrm>
            <a:custGeom>
              <a:avLst/>
              <a:gdLst>
                <a:gd name="connsiteX0" fmla="*/ 1774 w 1774"/>
                <a:gd name="connsiteY0" fmla="*/ 634 h 1394"/>
                <a:gd name="connsiteX1" fmla="*/ 887 w 1774"/>
                <a:gd name="connsiteY1" fmla="*/ 1394 h 1394"/>
                <a:gd name="connsiteX2" fmla="*/ 0 w 1774"/>
                <a:gd name="connsiteY2" fmla="*/ 634 h 1394"/>
                <a:gd name="connsiteX3" fmla="*/ 887 w 1774"/>
                <a:gd name="connsiteY3" fmla="*/ 0 h 1394"/>
                <a:gd name="connsiteX4" fmla="*/ 1774 w 1774"/>
                <a:gd name="connsiteY4" fmla="*/ 634 h 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" h="1394">
                  <a:moveTo>
                    <a:pt x="1774" y="634"/>
                  </a:moveTo>
                  <a:lnTo>
                    <a:pt x="887" y="1394"/>
                  </a:lnTo>
                  <a:lnTo>
                    <a:pt x="0" y="634"/>
                  </a:lnTo>
                  <a:lnTo>
                    <a:pt x="887" y="0"/>
                  </a:lnTo>
                  <a:lnTo>
                    <a:pt x="1774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BE5AE1A2-0DF8-514C-754C-B62C110EECCD}"/>
                </a:ext>
              </a:extLst>
            </p:cNvPr>
            <p:cNvSpPr/>
            <p:nvPr/>
          </p:nvSpPr>
          <p:spPr>
            <a:xfrm>
              <a:off x="6512708" y="3341043"/>
              <a:ext cx="1774" cy="1394"/>
            </a:xfrm>
            <a:custGeom>
              <a:avLst/>
              <a:gdLst>
                <a:gd name="connsiteX0" fmla="*/ 1774 w 1774"/>
                <a:gd name="connsiteY0" fmla="*/ 634 h 1394"/>
                <a:gd name="connsiteX1" fmla="*/ 887 w 1774"/>
                <a:gd name="connsiteY1" fmla="*/ 1394 h 1394"/>
                <a:gd name="connsiteX2" fmla="*/ 0 w 1774"/>
                <a:gd name="connsiteY2" fmla="*/ 634 h 1394"/>
                <a:gd name="connsiteX3" fmla="*/ 887 w 1774"/>
                <a:gd name="connsiteY3" fmla="*/ 0 h 1394"/>
                <a:gd name="connsiteX4" fmla="*/ 1774 w 1774"/>
                <a:gd name="connsiteY4" fmla="*/ 634 h 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" h="1394">
                  <a:moveTo>
                    <a:pt x="1774" y="634"/>
                  </a:moveTo>
                  <a:lnTo>
                    <a:pt x="887" y="1394"/>
                  </a:lnTo>
                  <a:lnTo>
                    <a:pt x="0" y="634"/>
                  </a:lnTo>
                  <a:lnTo>
                    <a:pt x="887" y="0"/>
                  </a:lnTo>
                  <a:lnTo>
                    <a:pt x="1774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60B421BE-6C02-F906-86A6-AD00E9322299}"/>
                </a:ext>
              </a:extLst>
            </p:cNvPr>
            <p:cNvSpPr/>
            <p:nvPr/>
          </p:nvSpPr>
          <p:spPr>
            <a:xfrm>
              <a:off x="6660609" y="3442939"/>
              <a:ext cx="1774" cy="1393"/>
            </a:xfrm>
            <a:custGeom>
              <a:avLst/>
              <a:gdLst>
                <a:gd name="connsiteX0" fmla="*/ 1774 w 1774"/>
                <a:gd name="connsiteY0" fmla="*/ 634 h 1393"/>
                <a:gd name="connsiteX1" fmla="*/ 887 w 1774"/>
                <a:gd name="connsiteY1" fmla="*/ 1394 h 1393"/>
                <a:gd name="connsiteX2" fmla="*/ 0 w 1774"/>
                <a:gd name="connsiteY2" fmla="*/ 634 h 1393"/>
                <a:gd name="connsiteX3" fmla="*/ 887 w 1774"/>
                <a:gd name="connsiteY3" fmla="*/ 0 h 1393"/>
                <a:gd name="connsiteX4" fmla="*/ 1774 w 1774"/>
                <a:gd name="connsiteY4" fmla="*/ 634 h 1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" h="1393">
                  <a:moveTo>
                    <a:pt x="1774" y="634"/>
                  </a:moveTo>
                  <a:lnTo>
                    <a:pt x="887" y="1394"/>
                  </a:lnTo>
                  <a:lnTo>
                    <a:pt x="0" y="634"/>
                  </a:lnTo>
                  <a:lnTo>
                    <a:pt x="887" y="0"/>
                  </a:lnTo>
                  <a:lnTo>
                    <a:pt x="1774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B3EDFE35-D402-3C62-AA37-A5B90EB04E6B}"/>
                </a:ext>
              </a:extLst>
            </p:cNvPr>
            <p:cNvSpPr/>
            <p:nvPr/>
          </p:nvSpPr>
          <p:spPr>
            <a:xfrm>
              <a:off x="6643627" y="3545849"/>
              <a:ext cx="1393" cy="1140"/>
            </a:xfrm>
            <a:custGeom>
              <a:avLst/>
              <a:gdLst>
                <a:gd name="connsiteX0" fmla="*/ 1394 w 1393"/>
                <a:gd name="connsiteY0" fmla="*/ 634 h 1140"/>
                <a:gd name="connsiteX1" fmla="*/ 760 w 1393"/>
                <a:gd name="connsiteY1" fmla="*/ 1141 h 1140"/>
                <a:gd name="connsiteX2" fmla="*/ 0 w 1393"/>
                <a:gd name="connsiteY2" fmla="*/ 634 h 1140"/>
                <a:gd name="connsiteX3" fmla="*/ 760 w 1393"/>
                <a:gd name="connsiteY3" fmla="*/ 0 h 1140"/>
                <a:gd name="connsiteX4" fmla="*/ 1394 w 1393"/>
                <a:gd name="connsiteY4" fmla="*/ 634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3" h="1140">
                  <a:moveTo>
                    <a:pt x="1394" y="634"/>
                  </a:moveTo>
                  <a:lnTo>
                    <a:pt x="760" y="1141"/>
                  </a:lnTo>
                  <a:lnTo>
                    <a:pt x="0" y="634"/>
                  </a:lnTo>
                  <a:lnTo>
                    <a:pt x="760" y="0"/>
                  </a:lnTo>
                  <a:lnTo>
                    <a:pt x="1394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F09C07CC-D5C0-1EA2-E4B8-47F8651C6449}"/>
                </a:ext>
              </a:extLst>
            </p:cNvPr>
            <p:cNvSpPr/>
            <p:nvPr/>
          </p:nvSpPr>
          <p:spPr>
            <a:xfrm>
              <a:off x="6594200" y="3642041"/>
              <a:ext cx="380" cy="380"/>
            </a:xfrm>
            <a:custGeom>
              <a:avLst/>
              <a:gdLst>
                <a:gd name="connsiteX0" fmla="*/ 381 w 380"/>
                <a:gd name="connsiteY0" fmla="*/ 127 h 380"/>
                <a:gd name="connsiteX1" fmla="*/ 127 w 380"/>
                <a:gd name="connsiteY1" fmla="*/ 380 h 380"/>
                <a:gd name="connsiteX2" fmla="*/ 0 w 380"/>
                <a:gd name="connsiteY2" fmla="*/ 127 h 380"/>
                <a:gd name="connsiteX3" fmla="*/ 127 w 380"/>
                <a:gd name="connsiteY3" fmla="*/ 0 h 380"/>
                <a:gd name="connsiteX4" fmla="*/ 381 w 380"/>
                <a:gd name="connsiteY4" fmla="*/ 127 h 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" h="380">
                  <a:moveTo>
                    <a:pt x="381" y="127"/>
                  </a:moveTo>
                  <a:lnTo>
                    <a:pt x="127" y="380"/>
                  </a:lnTo>
                  <a:lnTo>
                    <a:pt x="0" y="127"/>
                  </a:lnTo>
                  <a:lnTo>
                    <a:pt x="127" y="0"/>
                  </a:lnTo>
                  <a:lnTo>
                    <a:pt x="381" y="12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75C6F6E6-EF61-1096-AD5A-15246B7C7203}"/>
                </a:ext>
              </a:extLst>
            </p:cNvPr>
            <p:cNvSpPr/>
            <p:nvPr/>
          </p:nvSpPr>
          <p:spPr>
            <a:xfrm>
              <a:off x="6514483" y="3724293"/>
              <a:ext cx="506" cy="380"/>
            </a:xfrm>
            <a:custGeom>
              <a:avLst/>
              <a:gdLst>
                <a:gd name="connsiteX0" fmla="*/ 507 w 506"/>
                <a:gd name="connsiteY0" fmla="*/ 254 h 380"/>
                <a:gd name="connsiteX1" fmla="*/ 253 w 506"/>
                <a:gd name="connsiteY1" fmla="*/ 380 h 380"/>
                <a:gd name="connsiteX2" fmla="*/ 0 w 506"/>
                <a:gd name="connsiteY2" fmla="*/ 254 h 380"/>
                <a:gd name="connsiteX3" fmla="*/ 253 w 506"/>
                <a:gd name="connsiteY3" fmla="*/ 0 h 380"/>
                <a:gd name="connsiteX4" fmla="*/ 507 w 506"/>
                <a:gd name="connsiteY4" fmla="*/ 254 h 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" h="380">
                  <a:moveTo>
                    <a:pt x="507" y="254"/>
                  </a:moveTo>
                  <a:lnTo>
                    <a:pt x="253" y="380"/>
                  </a:lnTo>
                  <a:lnTo>
                    <a:pt x="0" y="254"/>
                  </a:lnTo>
                  <a:lnTo>
                    <a:pt x="253" y="0"/>
                  </a:lnTo>
                  <a:lnTo>
                    <a:pt x="507" y="2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041F214B-1DDE-4B48-944B-CDA876F718EC}"/>
                </a:ext>
              </a:extLst>
            </p:cNvPr>
            <p:cNvSpPr/>
            <p:nvPr/>
          </p:nvSpPr>
          <p:spPr>
            <a:xfrm>
              <a:off x="6410686" y="3787407"/>
              <a:ext cx="633" cy="507"/>
            </a:xfrm>
            <a:custGeom>
              <a:avLst/>
              <a:gdLst>
                <a:gd name="connsiteX0" fmla="*/ 634 w 633"/>
                <a:gd name="connsiteY0" fmla="*/ 253 h 507"/>
                <a:gd name="connsiteX1" fmla="*/ 380 w 633"/>
                <a:gd name="connsiteY1" fmla="*/ 507 h 507"/>
                <a:gd name="connsiteX2" fmla="*/ 0 w 633"/>
                <a:gd name="connsiteY2" fmla="*/ 253 h 507"/>
                <a:gd name="connsiteX3" fmla="*/ 380 w 633"/>
                <a:gd name="connsiteY3" fmla="*/ 0 h 507"/>
                <a:gd name="connsiteX4" fmla="*/ 634 w 633"/>
                <a:gd name="connsiteY4" fmla="*/ 253 h 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" h="507">
                  <a:moveTo>
                    <a:pt x="634" y="253"/>
                  </a:moveTo>
                  <a:lnTo>
                    <a:pt x="380" y="507"/>
                  </a:lnTo>
                  <a:lnTo>
                    <a:pt x="0" y="253"/>
                  </a:lnTo>
                  <a:lnTo>
                    <a:pt x="380" y="0"/>
                  </a:lnTo>
                  <a:lnTo>
                    <a:pt x="634" y="25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A445005-B323-2F59-832F-E2163394C0B0}"/>
                </a:ext>
              </a:extLst>
            </p:cNvPr>
            <p:cNvSpPr/>
            <p:nvPr/>
          </p:nvSpPr>
          <p:spPr>
            <a:xfrm>
              <a:off x="6289146" y="3826442"/>
              <a:ext cx="2154" cy="1774"/>
            </a:xfrm>
            <a:custGeom>
              <a:avLst/>
              <a:gdLst>
                <a:gd name="connsiteX0" fmla="*/ 2155 w 2154"/>
                <a:gd name="connsiteY0" fmla="*/ 887 h 1774"/>
                <a:gd name="connsiteX1" fmla="*/ 1141 w 2154"/>
                <a:gd name="connsiteY1" fmla="*/ 1774 h 1774"/>
                <a:gd name="connsiteX2" fmla="*/ 0 w 2154"/>
                <a:gd name="connsiteY2" fmla="*/ 887 h 1774"/>
                <a:gd name="connsiteX3" fmla="*/ 1141 w 2154"/>
                <a:gd name="connsiteY3" fmla="*/ 0 h 1774"/>
                <a:gd name="connsiteX4" fmla="*/ 2155 w 2154"/>
                <a:gd name="connsiteY4" fmla="*/ 887 h 1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4" h="1774">
                  <a:moveTo>
                    <a:pt x="2155" y="887"/>
                  </a:moveTo>
                  <a:lnTo>
                    <a:pt x="1141" y="1774"/>
                  </a:lnTo>
                  <a:lnTo>
                    <a:pt x="0" y="887"/>
                  </a:lnTo>
                  <a:lnTo>
                    <a:pt x="1141" y="0"/>
                  </a:lnTo>
                  <a:lnTo>
                    <a:pt x="2155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7591332D-AD5D-270A-4FF5-E0052F8D366F}"/>
                </a:ext>
              </a:extLst>
            </p:cNvPr>
            <p:cNvSpPr/>
            <p:nvPr/>
          </p:nvSpPr>
          <p:spPr>
            <a:xfrm>
              <a:off x="6159115" y="3839749"/>
              <a:ext cx="3041" cy="2281"/>
            </a:xfrm>
            <a:custGeom>
              <a:avLst/>
              <a:gdLst>
                <a:gd name="connsiteX0" fmla="*/ 3042 w 3041"/>
                <a:gd name="connsiteY0" fmla="*/ 1141 h 2281"/>
                <a:gd name="connsiteX1" fmla="*/ 1521 w 3041"/>
                <a:gd name="connsiteY1" fmla="*/ 2281 h 2281"/>
                <a:gd name="connsiteX2" fmla="*/ 0 w 3041"/>
                <a:gd name="connsiteY2" fmla="*/ 1141 h 2281"/>
                <a:gd name="connsiteX3" fmla="*/ 1521 w 3041"/>
                <a:gd name="connsiteY3" fmla="*/ 0 h 2281"/>
                <a:gd name="connsiteX4" fmla="*/ 3042 w 3041"/>
                <a:gd name="connsiteY4" fmla="*/ 1141 h 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1" h="2281">
                  <a:moveTo>
                    <a:pt x="3042" y="1141"/>
                  </a:moveTo>
                  <a:lnTo>
                    <a:pt x="1521" y="2281"/>
                  </a:lnTo>
                  <a:lnTo>
                    <a:pt x="0" y="1141"/>
                  </a:lnTo>
                  <a:lnTo>
                    <a:pt x="1521" y="0"/>
                  </a:lnTo>
                  <a:lnTo>
                    <a:pt x="3042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0E73DE41-F17D-6DA9-9ADF-03E0E7DF2F4B}"/>
                </a:ext>
              </a:extLst>
            </p:cNvPr>
            <p:cNvSpPr/>
            <p:nvPr/>
          </p:nvSpPr>
          <p:spPr>
            <a:xfrm>
              <a:off x="6029211" y="3825935"/>
              <a:ext cx="3548" cy="2788"/>
            </a:xfrm>
            <a:custGeom>
              <a:avLst/>
              <a:gdLst>
                <a:gd name="connsiteX0" fmla="*/ 3549 w 3548"/>
                <a:gd name="connsiteY0" fmla="*/ 1394 h 2788"/>
                <a:gd name="connsiteX1" fmla="*/ 1774 w 3548"/>
                <a:gd name="connsiteY1" fmla="*/ 2788 h 2788"/>
                <a:gd name="connsiteX2" fmla="*/ 0 w 3548"/>
                <a:gd name="connsiteY2" fmla="*/ 1394 h 2788"/>
                <a:gd name="connsiteX3" fmla="*/ 1774 w 3548"/>
                <a:gd name="connsiteY3" fmla="*/ 0 h 2788"/>
                <a:gd name="connsiteX4" fmla="*/ 3549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9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9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7E0910E8-ECF4-3F68-0CB9-1FAD80DB42BE}"/>
                </a:ext>
              </a:extLst>
            </p:cNvPr>
            <p:cNvSpPr/>
            <p:nvPr/>
          </p:nvSpPr>
          <p:spPr>
            <a:xfrm>
              <a:off x="5908431" y="3786267"/>
              <a:ext cx="3548" cy="2788"/>
            </a:xfrm>
            <a:custGeom>
              <a:avLst/>
              <a:gdLst>
                <a:gd name="connsiteX0" fmla="*/ 3549 w 3548"/>
                <a:gd name="connsiteY0" fmla="*/ 1394 h 2788"/>
                <a:gd name="connsiteX1" fmla="*/ 1774 w 3548"/>
                <a:gd name="connsiteY1" fmla="*/ 2788 h 2788"/>
                <a:gd name="connsiteX2" fmla="*/ 0 w 3548"/>
                <a:gd name="connsiteY2" fmla="*/ 1394 h 2788"/>
                <a:gd name="connsiteX3" fmla="*/ 1774 w 3548"/>
                <a:gd name="connsiteY3" fmla="*/ 0 h 2788"/>
                <a:gd name="connsiteX4" fmla="*/ 3549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9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9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0A973D3-5CA2-293B-922A-CAFA20A1CDC0}"/>
                </a:ext>
              </a:extLst>
            </p:cNvPr>
            <p:cNvSpPr/>
            <p:nvPr/>
          </p:nvSpPr>
          <p:spPr>
            <a:xfrm>
              <a:off x="5804761" y="3723152"/>
              <a:ext cx="3422" cy="2788"/>
            </a:xfrm>
            <a:custGeom>
              <a:avLst/>
              <a:gdLst>
                <a:gd name="connsiteX0" fmla="*/ 3422 w 3422"/>
                <a:gd name="connsiteY0" fmla="*/ 1394 h 2788"/>
                <a:gd name="connsiteX1" fmla="*/ 1774 w 3422"/>
                <a:gd name="connsiteY1" fmla="*/ 2788 h 2788"/>
                <a:gd name="connsiteX2" fmla="*/ 0 w 3422"/>
                <a:gd name="connsiteY2" fmla="*/ 1394 h 2788"/>
                <a:gd name="connsiteX3" fmla="*/ 1774 w 3422"/>
                <a:gd name="connsiteY3" fmla="*/ 0 h 2788"/>
                <a:gd name="connsiteX4" fmla="*/ 3422 w 3422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22" h="2788">
                  <a:moveTo>
                    <a:pt x="3422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422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9EB08E3-6AA5-D784-43EC-BCFEB8BEF964}"/>
                </a:ext>
              </a:extLst>
            </p:cNvPr>
            <p:cNvSpPr/>
            <p:nvPr/>
          </p:nvSpPr>
          <p:spPr>
            <a:xfrm>
              <a:off x="5725171" y="3640901"/>
              <a:ext cx="3548" cy="2788"/>
            </a:xfrm>
            <a:custGeom>
              <a:avLst/>
              <a:gdLst>
                <a:gd name="connsiteX0" fmla="*/ 3549 w 3548"/>
                <a:gd name="connsiteY0" fmla="*/ 1267 h 2788"/>
                <a:gd name="connsiteX1" fmla="*/ 1648 w 3548"/>
                <a:gd name="connsiteY1" fmla="*/ 2788 h 2788"/>
                <a:gd name="connsiteX2" fmla="*/ 0 w 3548"/>
                <a:gd name="connsiteY2" fmla="*/ 1267 h 2788"/>
                <a:gd name="connsiteX3" fmla="*/ 1648 w 3548"/>
                <a:gd name="connsiteY3" fmla="*/ 0 h 2788"/>
                <a:gd name="connsiteX4" fmla="*/ 3549 w 3548"/>
                <a:gd name="connsiteY4" fmla="*/ 1267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9" y="1267"/>
                  </a:moveTo>
                  <a:lnTo>
                    <a:pt x="1648" y="2788"/>
                  </a:lnTo>
                  <a:lnTo>
                    <a:pt x="0" y="1267"/>
                  </a:lnTo>
                  <a:lnTo>
                    <a:pt x="1648" y="0"/>
                  </a:lnTo>
                  <a:lnTo>
                    <a:pt x="3549" y="126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9ABAF725-47F9-6B25-1F8F-AE88B0F2244C}"/>
                </a:ext>
              </a:extLst>
            </p:cNvPr>
            <p:cNvSpPr/>
            <p:nvPr/>
          </p:nvSpPr>
          <p:spPr>
            <a:xfrm>
              <a:off x="5675110" y="3545088"/>
              <a:ext cx="3548" cy="2788"/>
            </a:xfrm>
            <a:custGeom>
              <a:avLst/>
              <a:gdLst>
                <a:gd name="connsiteX0" fmla="*/ 3549 w 3548"/>
                <a:gd name="connsiteY0" fmla="*/ 1394 h 2788"/>
                <a:gd name="connsiteX1" fmla="*/ 1774 w 3548"/>
                <a:gd name="connsiteY1" fmla="*/ 2788 h 2788"/>
                <a:gd name="connsiteX2" fmla="*/ 0 w 3548"/>
                <a:gd name="connsiteY2" fmla="*/ 1394 h 2788"/>
                <a:gd name="connsiteX3" fmla="*/ 1774 w 3548"/>
                <a:gd name="connsiteY3" fmla="*/ 0 h 2788"/>
                <a:gd name="connsiteX4" fmla="*/ 3549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9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9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3170CC5-31F9-7D46-7CA5-480E76E43A92}"/>
                </a:ext>
              </a:extLst>
            </p:cNvPr>
            <p:cNvSpPr/>
            <p:nvPr/>
          </p:nvSpPr>
          <p:spPr>
            <a:xfrm>
              <a:off x="5658254" y="3442432"/>
              <a:ext cx="3041" cy="2408"/>
            </a:xfrm>
            <a:custGeom>
              <a:avLst/>
              <a:gdLst>
                <a:gd name="connsiteX0" fmla="*/ 3042 w 3041"/>
                <a:gd name="connsiteY0" fmla="*/ 1141 h 2408"/>
                <a:gd name="connsiteX1" fmla="*/ 1521 w 3041"/>
                <a:gd name="connsiteY1" fmla="*/ 2408 h 2408"/>
                <a:gd name="connsiteX2" fmla="*/ 0 w 3041"/>
                <a:gd name="connsiteY2" fmla="*/ 1141 h 2408"/>
                <a:gd name="connsiteX3" fmla="*/ 1521 w 3041"/>
                <a:gd name="connsiteY3" fmla="*/ 0 h 2408"/>
                <a:gd name="connsiteX4" fmla="*/ 3042 w 3041"/>
                <a:gd name="connsiteY4" fmla="*/ 1141 h 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1" h="2408">
                  <a:moveTo>
                    <a:pt x="3042" y="1141"/>
                  </a:moveTo>
                  <a:lnTo>
                    <a:pt x="1521" y="2408"/>
                  </a:lnTo>
                  <a:lnTo>
                    <a:pt x="0" y="1141"/>
                  </a:lnTo>
                  <a:lnTo>
                    <a:pt x="1521" y="0"/>
                  </a:lnTo>
                  <a:lnTo>
                    <a:pt x="3042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0617EDF-8711-12F7-2307-84314FC01F40}"/>
                </a:ext>
              </a:extLst>
            </p:cNvPr>
            <p:cNvSpPr/>
            <p:nvPr/>
          </p:nvSpPr>
          <p:spPr>
            <a:xfrm>
              <a:off x="5675744" y="3339903"/>
              <a:ext cx="2154" cy="1774"/>
            </a:xfrm>
            <a:custGeom>
              <a:avLst/>
              <a:gdLst>
                <a:gd name="connsiteX0" fmla="*/ 2155 w 2154"/>
                <a:gd name="connsiteY0" fmla="*/ 887 h 1774"/>
                <a:gd name="connsiteX1" fmla="*/ 1141 w 2154"/>
                <a:gd name="connsiteY1" fmla="*/ 1774 h 1774"/>
                <a:gd name="connsiteX2" fmla="*/ 0 w 2154"/>
                <a:gd name="connsiteY2" fmla="*/ 887 h 1774"/>
                <a:gd name="connsiteX3" fmla="*/ 1141 w 2154"/>
                <a:gd name="connsiteY3" fmla="*/ 0 h 1774"/>
                <a:gd name="connsiteX4" fmla="*/ 2155 w 2154"/>
                <a:gd name="connsiteY4" fmla="*/ 887 h 1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4" h="1774">
                  <a:moveTo>
                    <a:pt x="2155" y="887"/>
                  </a:moveTo>
                  <a:lnTo>
                    <a:pt x="1141" y="1774"/>
                  </a:lnTo>
                  <a:lnTo>
                    <a:pt x="0" y="887"/>
                  </a:lnTo>
                  <a:lnTo>
                    <a:pt x="1141" y="0"/>
                  </a:lnTo>
                  <a:lnTo>
                    <a:pt x="2155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43D248B0-7C4D-C3FC-A151-0D6174DD755D}"/>
                </a:ext>
              </a:extLst>
            </p:cNvPr>
            <p:cNvSpPr/>
            <p:nvPr/>
          </p:nvSpPr>
          <p:spPr>
            <a:xfrm>
              <a:off x="5726565" y="3244724"/>
              <a:ext cx="633" cy="506"/>
            </a:xfrm>
            <a:custGeom>
              <a:avLst/>
              <a:gdLst>
                <a:gd name="connsiteX0" fmla="*/ 634 w 633"/>
                <a:gd name="connsiteY0" fmla="*/ 253 h 506"/>
                <a:gd name="connsiteX1" fmla="*/ 253 w 633"/>
                <a:gd name="connsiteY1" fmla="*/ 507 h 506"/>
                <a:gd name="connsiteX2" fmla="*/ 0 w 633"/>
                <a:gd name="connsiteY2" fmla="*/ 253 h 506"/>
                <a:gd name="connsiteX3" fmla="*/ 253 w 633"/>
                <a:gd name="connsiteY3" fmla="*/ 0 h 506"/>
                <a:gd name="connsiteX4" fmla="*/ 634 w 633"/>
                <a:gd name="connsiteY4" fmla="*/ 253 h 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" h="506">
                  <a:moveTo>
                    <a:pt x="634" y="253"/>
                  </a:moveTo>
                  <a:lnTo>
                    <a:pt x="253" y="507"/>
                  </a:lnTo>
                  <a:lnTo>
                    <a:pt x="0" y="253"/>
                  </a:lnTo>
                  <a:lnTo>
                    <a:pt x="253" y="0"/>
                  </a:lnTo>
                  <a:lnTo>
                    <a:pt x="634" y="25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71002792-33E5-B9AD-87DA-63AA7F12BE95}"/>
                </a:ext>
              </a:extLst>
            </p:cNvPr>
            <p:cNvSpPr/>
            <p:nvPr/>
          </p:nvSpPr>
          <p:spPr>
            <a:xfrm>
              <a:off x="5909825" y="3099231"/>
              <a:ext cx="760" cy="633"/>
            </a:xfrm>
            <a:custGeom>
              <a:avLst/>
              <a:gdLst>
                <a:gd name="connsiteX0" fmla="*/ 760 w 760"/>
                <a:gd name="connsiteY0" fmla="*/ 380 h 633"/>
                <a:gd name="connsiteX1" fmla="*/ 380 w 760"/>
                <a:gd name="connsiteY1" fmla="*/ 634 h 633"/>
                <a:gd name="connsiteX2" fmla="*/ 0 w 760"/>
                <a:gd name="connsiteY2" fmla="*/ 380 h 633"/>
                <a:gd name="connsiteX3" fmla="*/ 380 w 760"/>
                <a:gd name="connsiteY3" fmla="*/ 0 h 633"/>
                <a:gd name="connsiteX4" fmla="*/ 760 w 760"/>
                <a:gd name="connsiteY4" fmla="*/ 380 h 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0" h="633">
                  <a:moveTo>
                    <a:pt x="760" y="380"/>
                  </a:moveTo>
                  <a:lnTo>
                    <a:pt x="380" y="634"/>
                  </a:lnTo>
                  <a:lnTo>
                    <a:pt x="0" y="380"/>
                  </a:lnTo>
                  <a:lnTo>
                    <a:pt x="380" y="0"/>
                  </a:lnTo>
                  <a:lnTo>
                    <a:pt x="760" y="38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EFC591B8-C71D-AF6B-320B-F3FADA6941CD}"/>
                </a:ext>
              </a:extLst>
            </p:cNvPr>
            <p:cNvSpPr/>
            <p:nvPr/>
          </p:nvSpPr>
          <p:spPr>
            <a:xfrm>
              <a:off x="6030351" y="3059309"/>
              <a:ext cx="1267" cy="1140"/>
            </a:xfrm>
            <a:custGeom>
              <a:avLst/>
              <a:gdLst>
                <a:gd name="connsiteX0" fmla="*/ 1267 w 1267"/>
                <a:gd name="connsiteY0" fmla="*/ 634 h 1140"/>
                <a:gd name="connsiteX1" fmla="*/ 634 w 1267"/>
                <a:gd name="connsiteY1" fmla="*/ 1141 h 1140"/>
                <a:gd name="connsiteX2" fmla="*/ 0 w 1267"/>
                <a:gd name="connsiteY2" fmla="*/ 634 h 1140"/>
                <a:gd name="connsiteX3" fmla="*/ 634 w 1267"/>
                <a:gd name="connsiteY3" fmla="*/ 0 h 1140"/>
                <a:gd name="connsiteX4" fmla="*/ 1267 w 1267"/>
                <a:gd name="connsiteY4" fmla="*/ 634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7" h="1140">
                  <a:moveTo>
                    <a:pt x="1267" y="634"/>
                  </a:moveTo>
                  <a:lnTo>
                    <a:pt x="634" y="1141"/>
                  </a:lnTo>
                  <a:lnTo>
                    <a:pt x="0" y="634"/>
                  </a:lnTo>
                  <a:lnTo>
                    <a:pt x="634" y="0"/>
                  </a:lnTo>
                  <a:lnTo>
                    <a:pt x="1267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652503B7-C154-4108-A4C7-1A9A2801964A}"/>
                </a:ext>
              </a:extLst>
            </p:cNvPr>
            <p:cNvSpPr/>
            <p:nvPr/>
          </p:nvSpPr>
          <p:spPr>
            <a:xfrm>
              <a:off x="6159749" y="3045622"/>
              <a:ext cx="1774" cy="1394"/>
            </a:xfrm>
            <a:custGeom>
              <a:avLst/>
              <a:gdLst>
                <a:gd name="connsiteX0" fmla="*/ 1774 w 1774"/>
                <a:gd name="connsiteY0" fmla="*/ 760 h 1394"/>
                <a:gd name="connsiteX1" fmla="*/ 887 w 1774"/>
                <a:gd name="connsiteY1" fmla="*/ 1394 h 1394"/>
                <a:gd name="connsiteX2" fmla="*/ 0 w 1774"/>
                <a:gd name="connsiteY2" fmla="*/ 760 h 1394"/>
                <a:gd name="connsiteX3" fmla="*/ 887 w 1774"/>
                <a:gd name="connsiteY3" fmla="*/ 0 h 1394"/>
                <a:gd name="connsiteX4" fmla="*/ 1774 w 1774"/>
                <a:gd name="connsiteY4" fmla="*/ 760 h 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" h="1394">
                  <a:moveTo>
                    <a:pt x="1774" y="760"/>
                  </a:moveTo>
                  <a:lnTo>
                    <a:pt x="887" y="1394"/>
                  </a:lnTo>
                  <a:lnTo>
                    <a:pt x="0" y="760"/>
                  </a:lnTo>
                  <a:lnTo>
                    <a:pt x="887" y="0"/>
                  </a:lnTo>
                  <a:lnTo>
                    <a:pt x="1774" y="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53EF6554-9F16-4908-5875-7009AC2EE51C}"/>
                </a:ext>
              </a:extLst>
            </p:cNvPr>
            <p:cNvSpPr/>
            <p:nvPr/>
          </p:nvSpPr>
          <p:spPr>
            <a:xfrm>
              <a:off x="6289146" y="3058929"/>
              <a:ext cx="2281" cy="1900"/>
            </a:xfrm>
            <a:custGeom>
              <a:avLst/>
              <a:gdLst>
                <a:gd name="connsiteX0" fmla="*/ 2282 w 2281"/>
                <a:gd name="connsiteY0" fmla="*/ 1014 h 1900"/>
                <a:gd name="connsiteX1" fmla="*/ 1141 w 2281"/>
                <a:gd name="connsiteY1" fmla="*/ 1901 h 1900"/>
                <a:gd name="connsiteX2" fmla="*/ 0 w 2281"/>
                <a:gd name="connsiteY2" fmla="*/ 1014 h 1900"/>
                <a:gd name="connsiteX3" fmla="*/ 1141 w 2281"/>
                <a:gd name="connsiteY3" fmla="*/ 0 h 1900"/>
                <a:gd name="connsiteX4" fmla="*/ 2282 w 2281"/>
                <a:gd name="connsiteY4" fmla="*/ 1014 h 1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1" h="1900">
                  <a:moveTo>
                    <a:pt x="2282" y="1014"/>
                  </a:moveTo>
                  <a:lnTo>
                    <a:pt x="1141" y="1901"/>
                  </a:lnTo>
                  <a:lnTo>
                    <a:pt x="0" y="1014"/>
                  </a:lnTo>
                  <a:lnTo>
                    <a:pt x="1141" y="0"/>
                  </a:lnTo>
                  <a:lnTo>
                    <a:pt x="2282" y="101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E6C941F-52A1-6B39-E97C-39C0A366413D}"/>
                </a:ext>
              </a:extLst>
            </p:cNvPr>
            <p:cNvSpPr/>
            <p:nvPr/>
          </p:nvSpPr>
          <p:spPr>
            <a:xfrm>
              <a:off x="6409545" y="3098471"/>
              <a:ext cx="2915" cy="2281"/>
            </a:xfrm>
            <a:custGeom>
              <a:avLst/>
              <a:gdLst>
                <a:gd name="connsiteX0" fmla="*/ 2915 w 2915"/>
                <a:gd name="connsiteY0" fmla="*/ 1141 h 2281"/>
                <a:gd name="connsiteX1" fmla="*/ 1521 w 2915"/>
                <a:gd name="connsiteY1" fmla="*/ 2281 h 2281"/>
                <a:gd name="connsiteX2" fmla="*/ 0 w 2915"/>
                <a:gd name="connsiteY2" fmla="*/ 1141 h 2281"/>
                <a:gd name="connsiteX3" fmla="*/ 1521 w 2915"/>
                <a:gd name="connsiteY3" fmla="*/ 0 h 2281"/>
                <a:gd name="connsiteX4" fmla="*/ 2915 w 2915"/>
                <a:gd name="connsiteY4" fmla="*/ 1141 h 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5" h="2281">
                  <a:moveTo>
                    <a:pt x="2915" y="1141"/>
                  </a:moveTo>
                  <a:lnTo>
                    <a:pt x="1521" y="2281"/>
                  </a:lnTo>
                  <a:lnTo>
                    <a:pt x="0" y="1141"/>
                  </a:lnTo>
                  <a:lnTo>
                    <a:pt x="1521" y="0"/>
                  </a:lnTo>
                  <a:lnTo>
                    <a:pt x="2915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28E9EA7E-09CB-D91A-FEC4-6B4925C02AE5}"/>
                </a:ext>
              </a:extLst>
            </p:cNvPr>
            <p:cNvSpPr/>
            <p:nvPr/>
          </p:nvSpPr>
          <p:spPr>
            <a:xfrm>
              <a:off x="6513342" y="3161585"/>
              <a:ext cx="2914" cy="2281"/>
            </a:xfrm>
            <a:custGeom>
              <a:avLst/>
              <a:gdLst>
                <a:gd name="connsiteX0" fmla="*/ 2915 w 2914"/>
                <a:gd name="connsiteY0" fmla="*/ 1141 h 2281"/>
                <a:gd name="connsiteX1" fmla="*/ 1394 w 2914"/>
                <a:gd name="connsiteY1" fmla="*/ 2281 h 2281"/>
                <a:gd name="connsiteX2" fmla="*/ 0 w 2914"/>
                <a:gd name="connsiteY2" fmla="*/ 1141 h 2281"/>
                <a:gd name="connsiteX3" fmla="*/ 1394 w 2914"/>
                <a:gd name="connsiteY3" fmla="*/ 0 h 2281"/>
                <a:gd name="connsiteX4" fmla="*/ 2915 w 2914"/>
                <a:gd name="connsiteY4" fmla="*/ 1141 h 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" h="2281">
                  <a:moveTo>
                    <a:pt x="2915" y="1141"/>
                  </a:moveTo>
                  <a:lnTo>
                    <a:pt x="1394" y="2281"/>
                  </a:lnTo>
                  <a:lnTo>
                    <a:pt x="0" y="1141"/>
                  </a:lnTo>
                  <a:lnTo>
                    <a:pt x="1394" y="0"/>
                  </a:lnTo>
                  <a:lnTo>
                    <a:pt x="2915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0379C3D4-9505-1739-123B-5C3D93A32D3B}"/>
                </a:ext>
              </a:extLst>
            </p:cNvPr>
            <p:cNvSpPr/>
            <p:nvPr/>
          </p:nvSpPr>
          <p:spPr>
            <a:xfrm>
              <a:off x="6593185" y="3244090"/>
              <a:ext cx="2408" cy="1900"/>
            </a:xfrm>
            <a:custGeom>
              <a:avLst/>
              <a:gdLst>
                <a:gd name="connsiteX0" fmla="*/ 2408 w 2408"/>
                <a:gd name="connsiteY0" fmla="*/ 887 h 1900"/>
                <a:gd name="connsiteX1" fmla="*/ 1141 w 2408"/>
                <a:gd name="connsiteY1" fmla="*/ 1901 h 1900"/>
                <a:gd name="connsiteX2" fmla="*/ 0 w 2408"/>
                <a:gd name="connsiteY2" fmla="*/ 887 h 1900"/>
                <a:gd name="connsiteX3" fmla="*/ 1141 w 2408"/>
                <a:gd name="connsiteY3" fmla="*/ 0 h 1900"/>
                <a:gd name="connsiteX4" fmla="*/ 2408 w 2408"/>
                <a:gd name="connsiteY4" fmla="*/ 887 h 1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8" h="1900">
                  <a:moveTo>
                    <a:pt x="2408" y="887"/>
                  </a:moveTo>
                  <a:lnTo>
                    <a:pt x="1141" y="1901"/>
                  </a:lnTo>
                  <a:lnTo>
                    <a:pt x="0" y="887"/>
                  </a:lnTo>
                  <a:lnTo>
                    <a:pt x="1141" y="0"/>
                  </a:lnTo>
                  <a:lnTo>
                    <a:pt x="2408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C1E8293E-1F98-04E3-C112-A960857E6EF2}"/>
                </a:ext>
              </a:extLst>
            </p:cNvPr>
            <p:cNvSpPr/>
            <p:nvPr/>
          </p:nvSpPr>
          <p:spPr>
            <a:xfrm>
              <a:off x="6643246" y="3339903"/>
              <a:ext cx="2408" cy="1774"/>
            </a:xfrm>
            <a:custGeom>
              <a:avLst/>
              <a:gdLst>
                <a:gd name="connsiteX0" fmla="*/ 2408 w 2408"/>
                <a:gd name="connsiteY0" fmla="*/ 887 h 1774"/>
                <a:gd name="connsiteX1" fmla="*/ 1141 w 2408"/>
                <a:gd name="connsiteY1" fmla="*/ 1774 h 1774"/>
                <a:gd name="connsiteX2" fmla="*/ 0 w 2408"/>
                <a:gd name="connsiteY2" fmla="*/ 887 h 1774"/>
                <a:gd name="connsiteX3" fmla="*/ 1141 w 2408"/>
                <a:gd name="connsiteY3" fmla="*/ 0 h 1774"/>
                <a:gd name="connsiteX4" fmla="*/ 2408 w 2408"/>
                <a:gd name="connsiteY4" fmla="*/ 887 h 1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8" h="1774">
                  <a:moveTo>
                    <a:pt x="2408" y="887"/>
                  </a:moveTo>
                  <a:lnTo>
                    <a:pt x="1141" y="1774"/>
                  </a:lnTo>
                  <a:lnTo>
                    <a:pt x="0" y="887"/>
                  </a:lnTo>
                  <a:lnTo>
                    <a:pt x="1141" y="0"/>
                  </a:lnTo>
                  <a:lnTo>
                    <a:pt x="2408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832A5187-0B61-B13F-7E00-D2DBCF38125C}"/>
                </a:ext>
              </a:extLst>
            </p:cNvPr>
            <p:cNvSpPr/>
            <p:nvPr/>
          </p:nvSpPr>
          <p:spPr>
            <a:xfrm>
              <a:off x="6785444" y="3442685"/>
              <a:ext cx="2408" cy="1901"/>
            </a:xfrm>
            <a:custGeom>
              <a:avLst/>
              <a:gdLst>
                <a:gd name="connsiteX0" fmla="*/ 2408 w 2408"/>
                <a:gd name="connsiteY0" fmla="*/ 887 h 1901"/>
                <a:gd name="connsiteX1" fmla="*/ 1267 w 2408"/>
                <a:gd name="connsiteY1" fmla="*/ 1901 h 1901"/>
                <a:gd name="connsiteX2" fmla="*/ 0 w 2408"/>
                <a:gd name="connsiteY2" fmla="*/ 887 h 1901"/>
                <a:gd name="connsiteX3" fmla="*/ 1267 w 2408"/>
                <a:gd name="connsiteY3" fmla="*/ 0 h 1901"/>
                <a:gd name="connsiteX4" fmla="*/ 2408 w 2408"/>
                <a:gd name="connsiteY4" fmla="*/ 887 h 1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8" h="1901">
                  <a:moveTo>
                    <a:pt x="2408" y="887"/>
                  </a:moveTo>
                  <a:lnTo>
                    <a:pt x="1267" y="1901"/>
                  </a:lnTo>
                  <a:lnTo>
                    <a:pt x="0" y="887"/>
                  </a:lnTo>
                  <a:lnTo>
                    <a:pt x="1267" y="0"/>
                  </a:lnTo>
                  <a:lnTo>
                    <a:pt x="2408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EBD932F-49B7-E21D-B892-03A01A1F8025}"/>
                </a:ext>
              </a:extLst>
            </p:cNvPr>
            <p:cNvSpPr/>
            <p:nvPr/>
          </p:nvSpPr>
          <p:spPr>
            <a:xfrm>
              <a:off x="6772137" y="3546102"/>
              <a:ext cx="1774" cy="1394"/>
            </a:xfrm>
            <a:custGeom>
              <a:avLst/>
              <a:gdLst>
                <a:gd name="connsiteX0" fmla="*/ 1774 w 1774"/>
                <a:gd name="connsiteY0" fmla="*/ 760 h 1394"/>
                <a:gd name="connsiteX1" fmla="*/ 887 w 1774"/>
                <a:gd name="connsiteY1" fmla="*/ 1394 h 1394"/>
                <a:gd name="connsiteX2" fmla="*/ 0 w 1774"/>
                <a:gd name="connsiteY2" fmla="*/ 760 h 1394"/>
                <a:gd name="connsiteX3" fmla="*/ 887 w 1774"/>
                <a:gd name="connsiteY3" fmla="*/ 0 h 1394"/>
                <a:gd name="connsiteX4" fmla="*/ 1774 w 1774"/>
                <a:gd name="connsiteY4" fmla="*/ 760 h 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" h="1394">
                  <a:moveTo>
                    <a:pt x="1774" y="760"/>
                  </a:moveTo>
                  <a:lnTo>
                    <a:pt x="887" y="1394"/>
                  </a:lnTo>
                  <a:lnTo>
                    <a:pt x="0" y="760"/>
                  </a:lnTo>
                  <a:lnTo>
                    <a:pt x="887" y="0"/>
                  </a:lnTo>
                  <a:lnTo>
                    <a:pt x="1774" y="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26690D5-0A52-FE91-C9F0-85E848E0C285}"/>
                </a:ext>
              </a:extLst>
            </p:cNvPr>
            <p:cNvSpPr/>
            <p:nvPr/>
          </p:nvSpPr>
          <p:spPr>
            <a:xfrm>
              <a:off x="6731835" y="3645083"/>
              <a:ext cx="1394" cy="1014"/>
            </a:xfrm>
            <a:custGeom>
              <a:avLst/>
              <a:gdLst>
                <a:gd name="connsiteX0" fmla="*/ 1395 w 1394"/>
                <a:gd name="connsiteY0" fmla="*/ 507 h 1014"/>
                <a:gd name="connsiteX1" fmla="*/ 760 w 1394"/>
                <a:gd name="connsiteY1" fmla="*/ 1014 h 1014"/>
                <a:gd name="connsiteX2" fmla="*/ 0 w 1394"/>
                <a:gd name="connsiteY2" fmla="*/ 507 h 1014"/>
                <a:gd name="connsiteX3" fmla="*/ 760 w 1394"/>
                <a:gd name="connsiteY3" fmla="*/ 0 h 1014"/>
                <a:gd name="connsiteX4" fmla="*/ 1395 w 1394"/>
                <a:gd name="connsiteY4" fmla="*/ 507 h 1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" h="1014">
                  <a:moveTo>
                    <a:pt x="1395" y="507"/>
                  </a:moveTo>
                  <a:lnTo>
                    <a:pt x="760" y="1014"/>
                  </a:lnTo>
                  <a:lnTo>
                    <a:pt x="0" y="507"/>
                  </a:lnTo>
                  <a:lnTo>
                    <a:pt x="760" y="0"/>
                  </a:lnTo>
                  <a:lnTo>
                    <a:pt x="1395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EF5B049E-687B-9566-14D8-3211D2589769}"/>
                </a:ext>
              </a:extLst>
            </p:cNvPr>
            <p:cNvSpPr/>
            <p:nvPr/>
          </p:nvSpPr>
          <p:spPr>
            <a:xfrm>
              <a:off x="6666946" y="3735319"/>
              <a:ext cx="380" cy="380"/>
            </a:xfrm>
            <a:custGeom>
              <a:avLst/>
              <a:gdLst>
                <a:gd name="connsiteX0" fmla="*/ 381 w 380"/>
                <a:gd name="connsiteY0" fmla="*/ 126 h 380"/>
                <a:gd name="connsiteX1" fmla="*/ 127 w 380"/>
                <a:gd name="connsiteY1" fmla="*/ 380 h 380"/>
                <a:gd name="connsiteX2" fmla="*/ 0 w 380"/>
                <a:gd name="connsiteY2" fmla="*/ 126 h 380"/>
                <a:gd name="connsiteX3" fmla="*/ 127 w 380"/>
                <a:gd name="connsiteY3" fmla="*/ 0 h 380"/>
                <a:gd name="connsiteX4" fmla="*/ 381 w 380"/>
                <a:gd name="connsiteY4" fmla="*/ 126 h 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" h="380">
                  <a:moveTo>
                    <a:pt x="381" y="126"/>
                  </a:moveTo>
                  <a:lnTo>
                    <a:pt x="127" y="380"/>
                  </a:lnTo>
                  <a:lnTo>
                    <a:pt x="0" y="126"/>
                  </a:lnTo>
                  <a:lnTo>
                    <a:pt x="127" y="0"/>
                  </a:lnTo>
                  <a:lnTo>
                    <a:pt x="381" y="12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1448983D-344A-429D-86C8-1C145985BDF5}"/>
                </a:ext>
              </a:extLst>
            </p:cNvPr>
            <p:cNvSpPr/>
            <p:nvPr/>
          </p:nvSpPr>
          <p:spPr>
            <a:xfrm>
              <a:off x="6473420" y="3873461"/>
              <a:ext cx="507" cy="380"/>
            </a:xfrm>
            <a:custGeom>
              <a:avLst/>
              <a:gdLst>
                <a:gd name="connsiteX0" fmla="*/ 507 w 507"/>
                <a:gd name="connsiteY0" fmla="*/ 126 h 380"/>
                <a:gd name="connsiteX1" fmla="*/ 253 w 507"/>
                <a:gd name="connsiteY1" fmla="*/ 380 h 380"/>
                <a:gd name="connsiteX2" fmla="*/ 0 w 507"/>
                <a:gd name="connsiteY2" fmla="*/ 126 h 380"/>
                <a:gd name="connsiteX3" fmla="*/ 253 w 507"/>
                <a:gd name="connsiteY3" fmla="*/ 0 h 380"/>
                <a:gd name="connsiteX4" fmla="*/ 507 w 507"/>
                <a:gd name="connsiteY4" fmla="*/ 126 h 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7" h="380">
                  <a:moveTo>
                    <a:pt x="507" y="126"/>
                  </a:moveTo>
                  <a:lnTo>
                    <a:pt x="253" y="380"/>
                  </a:lnTo>
                  <a:lnTo>
                    <a:pt x="0" y="126"/>
                  </a:lnTo>
                  <a:lnTo>
                    <a:pt x="253" y="0"/>
                  </a:lnTo>
                  <a:lnTo>
                    <a:pt x="507" y="12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30941DB-175D-51E7-CB95-5E12F6F9AE2D}"/>
                </a:ext>
              </a:extLst>
            </p:cNvPr>
            <p:cNvSpPr/>
            <p:nvPr/>
          </p:nvSpPr>
          <p:spPr>
            <a:xfrm>
              <a:off x="6353401" y="3915284"/>
              <a:ext cx="1394" cy="1140"/>
            </a:xfrm>
            <a:custGeom>
              <a:avLst/>
              <a:gdLst>
                <a:gd name="connsiteX0" fmla="*/ 1394 w 1394"/>
                <a:gd name="connsiteY0" fmla="*/ 634 h 1140"/>
                <a:gd name="connsiteX1" fmla="*/ 634 w 1394"/>
                <a:gd name="connsiteY1" fmla="*/ 1141 h 1140"/>
                <a:gd name="connsiteX2" fmla="*/ 0 w 1394"/>
                <a:gd name="connsiteY2" fmla="*/ 634 h 1140"/>
                <a:gd name="connsiteX3" fmla="*/ 634 w 1394"/>
                <a:gd name="connsiteY3" fmla="*/ 0 h 1140"/>
                <a:gd name="connsiteX4" fmla="*/ 1394 w 1394"/>
                <a:gd name="connsiteY4" fmla="*/ 634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" h="1140">
                  <a:moveTo>
                    <a:pt x="1394" y="634"/>
                  </a:moveTo>
                  <a:lnTo>
                    <a:pt x="634" y="1141"/>
                  </a:lnTo>
                  <a:lnTo>
                    <a:pt x="0" y="634"/>
                  </a:lnTo>
                  <a:lnTo>
                    <a:pt x="634" y="0"/>
                  </a:lnTo>
                  <a:lnTo>
                    <a:pt x="1394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EEFF3082-E724-490F-152B-7B32F82BDEBB}"/>
                </a:ext>
              </a:extLst>
            </p:cNvPr>
            <p:cNvSpPr/>
            <p:nvPr/>
          </p:nvSpPr>
          <p:spPr>
            <a:xfrm>
              <a:off x="6224511" y="3936322"/>
              <a:ext cx="3041" cy="2281"/>
            </a:xfrm>
            <a:custGeom>
              <a:avLst/>
              <a:gdLst>
                <a:gd name="connsiteX0" fmla="*/ 3042 w 3041"/>
                <a:gd name="connsiteY0" fmla="*/ 1141 h 2281"/>
                <a:gd name="connsiteX1" fmla="*/ 1521 w 3041"/>
                <a:gd name="connsiteY1" fmla="*/ 2281 h 2281"/>
                <a:gd name="connsiteX2" fmla="*/ 0 w 3041"/>
                <a:gd name="connsiteY2" fmla="*/ 1141 h 2281"/>
                <a:gd name="connsiteX3" fmla="*/ 1521 w 3041"/>
                <a:gd name="connsiteY3" fmla="*/ 0 h 2281"/>
                <a:gd name="connsiteX4" fmla="*/ 3042 w 3041"/>
                <a:gd name="connsiteY4" fmla="*/ 1141 h 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1" h="2281">
                  <a:moveTo>
                    <a:pt x="3042" y="1141"/>
                  </a:moveTo>
                  <a:lnTo>
                    <a:pt x="1521" y="2281"/>
                  </a:lnTo>
                  <a:lnTo>
                    <a:pt x="0" y="1141"/>
                  </a:lnTo>
                  <a:lnTo>
                    <a:pt x="1521" y="0"/>
                  </a:lnTo>
                  <a:lnTo>
                    <a:pt x="3042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EFE90D1C-4C64-1DE3-FF4B-DC7110F4210F}"/>
                </a:ext>
              </a:extLst>
            </p:cNvPr>
            <p:cNvSpPr/>
            <p:nvPr/>
          </p:nvSpPr>
          <p:spPr>
            <a:xfrm>
              <a:off x="6092959" y="3935688"/>
              <a:ext cx="4435" cy="3548"/>
            </a:xfrm>
            <a:custGeom>
              <a:avLst/>
              <a:gdLst>
                <a:gd name="connsiteX0" fmla="*/ 4435 w 4435"/>
                <a:gd name="connsiteY0" fmla="*/ 1774 h 3548"/>
                <a:gd name="connsiteX1" fmla="*/ 2154 w 4435"/>
                <a:gd name="connsiteY1" fmla="*/ 3549 h 3548"/>
                <a:gd name="connsiteX2" fmla="*/ 0 w 4435"/>
                <a:gd name="connsiteY2" fmla="*/ 1774 h 3548"/>
                <a:gd name="connsiteX3" fmla="*/ 2154 w 4435"/>
                <a:gd name="connsiteY3" fmla="*/ 0 h 3548"/>
                <a:gd name="connsiteX4" fmla="*/ 4435 w 4435"/>
                <a:gd name="connsiteY4" fmla="*/ 1774 h 3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5" h="3548">
                  <a:moveTo>
                    <a:pt x="4435" y="1774"/>
                  </a:moveTo>
                  <a:lnTo>
                    <a:pt x="2154" y="3549"/>
                  </a:lnTo>
                  <a:lnTo>
                    <a:pt x="0" y="1774"/>
                  </a:lnTo>
                  <a:lnTo>
                    <a:pt x="2154" y="0"/>
                  </a:lnTo>
                  <a:lnTo>
                    <a:pt x="4435" y="177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087603A-F707-3022-5B54-D969099C5153}"/>
                </a:ext>
              </a:extLst>
            </p:cNvPr>
            <p:cNvSpPr/>
            <p:nvPr/>
          </p:nvSpPr>
          <p:spPr>
            <a:xfrm>
              <a:off x="5964956" y="3914143"/>
              <a:ext cx="4435" cy="3421"/>
            </a:xfrm>
            <a:custGeom>
              <a:avLst/>
              <a:gdLst>
                <a:gd name="connsiteX0" fmla="*/ 4436 w 4435"/>
                <a:gd name="connsiteY0" fmla="*/ 1774 h 3421"/>
                <a:gd name="connsiteX1" fmla="*/ 2154 w 4435"/>
                <a:gd name="connsiteY1" fmla="*/ 3422 h 3421"/>
                <a:gd name="connsiteX2" fmla="*/ 0 w 4435"/>
                <a:gd name="connsiteY2" fmla="*/ 1774 h 3421"/>
                <a:gd name="connsiteX3" fmla="*/ 2154 w 4435"/>
                <a:gd name="connsiteY3" fmla="*/ 0 h 3421"/>
                <a:gd name="connsiteX4" fmla="*/ 4436 w 4435"/>
                <a:gd name="connsiteY4" fmla="*/ 1774 h 3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5" h="3421">
                  <a:moveTo>
                    <a:pt x="4436" y="1774"/>
                  </a:moveTo>
                  <a:lnTo>
                    <a:pt x="2154" y="3422"/>
                  </a:lnTo>
                  <a:lnTo>
                    <a:pt x="0" y="1774"/>
                  </a:lnTo>
                  <a:lnTo>
                    <a:pt x="2154" y="0"/>
                  </a:lnTo>
                  <a:lnTo>
                    <a:pt x="4436" y="177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7B9DDBB0-A932-6BDF-FA36-3DE01AC9230A}"/>
                </a:ext>
              </a:extLst>
            </p:cNvPr>
            <p:cNvSpPr/>
            <p:nvPr/>
          </p:nvSpPr>
          <p:spPr>
            <a:xfrm>
              <a:off x="5845444" y="3871940"/>
              <a:ext cx="4308" cy="3421"/>
            </a:xfrm>
            <a:custGeom>
              <a:avLst/>
              <a:gdLst>
                <a:gd name="connsiteX0" fmla="*/ 4309 w 4308"/>
                <a:gd name="connsiteY0" fmla="*/ 1647 h 3421"/>
                <a:gd name="connsiteX1" fmla="*/ 2154 w 4308"/>
                <a:gd name="connsiteY1" fmla="*/ 3422 h 3421"/>
                <a:gd name="connsiteX2" fmla="*/ 0 w 4308"/>
                <a:gd name="connsiteY2" fmla="*/ 1647 h 3421"/>
                <a:gd name="connsiteX3" fmla="*/ 2154 w 4308"/>
                <a:gd name="connsiteY3" fmla="*/ 0 h 3421"/>
                <a:gd name="connsiteX4" fmla="*/ 4309 w 4308"/>
                <a:gd name="connsiteY4" fmla="*/ 1647 h 3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8" h="3421">
                  <a:moveTo>
                    <a:pt x="4309" y="1647"/>
                  </a:moveTo>
                  <a:lnTo>
                    <a:pt x="2154" y="3422"/>
                  </a:lnTo>
                  <a:lnTo>
                    <a:pt x="0" y="1647"/>
                  </a:lnTo>
                  <a:lnTo>
                    <a:pt x="2154" y="0"/>
                  </a:lnTo>
                  <a:lnTo>
                    <a:pt x="4309" y="164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1BB227A6-5205-E1D2-B576-551025E9A7F2}"/>
                </a:ext>
              </a:extLst>
            </p:cNvPr>
            <p:cNvSpPr/>
            <p:nvPr/>
          </p:nvSpPr>
          <p:spPr>
            <a:xfrm>
              <a:off x="5739619" y="3810853"/>
              <a:ext cx="4308" cy="3421"/>
            </a:xfrm>
            <a:custGeom>
              <a:avLst/>
              <a:gdLst>
                <a:gd name="connsiteX0" fmla="*/ 4309 w 4308"/>
                <a:gd name="connsiteY0" fmla="*/ 1774 h 3421"/>
                <a:gd name="connsiteX1" fmla="*/ 2154 w 4308"/>
                <a:gd name="connsiteY1" fmla="*/ 3422 h 3421"/>
                <a:gd name="connsiteX2" fmla="*/ 0 w 4308"/>
                <a:gd name="connsiteY2" fmla="*/ 1774 h 3421"/>
                <a:gd name="connsiteX3" fmla="*/ 2154 w 4308"/>
                <a:gd name="connsiteY3" fmla="*/ 0 h 3421"/>
                <a:gd name="connsiteX4" fmla="*/ 4309 w 4308"/>
                <a:gd name="connsiteY4" fmla="*/ 1774 h 3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8" h="3421">
                  <a:moveTo>
                    <a:pt x="4309" y="1774"/>
                  </a:moveTo>
                  <a:lnTo>
                    <a:pt x="2154" y="3422"/>
                  </a:lnTo>
                  <a:lnTo>
                    <a:pt x="0" y="1774"/>
                  </a:lnTo>
                  <a:lnTo>
                    <a:pt x="2154" y="0"/>
                  </a:lnTo>
                  <a:lnTo>
                    <a:pt x="4309" y="177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CA0AC12F-A359-29D1-DBA4-E579E2201AE0}"/>
                </a:ext>
              </a:extLst>
            </p:cNvPr>
            <p:cNvSpPr/>
            <p:nvPr/>
          </p:nvSpPr>
          <p:spPr>
            <a:xfrm>
              <a:off x="5651537" y="3733418"/>
              <a:ext cx="5196" cy="4055"/>
            </a:xfrm>
            <a:custGeom>
              <a:avLst/>
              <a:gdLst>
                <a:gd name="connsiteX0" fmla="*/ 5196 w 5196"/>
                <a:gd name="connsiteY0" fmla="*/ 2028 h 4055"/>
                <a:gd name="connsiteX1" fmla="*/ 2535 w 5196"/>
                <a:gd name="connsiteY1" fmla="*/ 4056 h 4055"/>
                <a:gd name="connsiteX2" fmla="*/ 0 w 5196"/>
                <a:gd name="connsiteY2" fmla="*/ 2028 h 4055"/>
                <a:gd name="connsiteX3" fmla="*/ 2535 w 5196"/>
                <a:gd name="connsiteY3" fmla="*/ 0 h 4055"/>
                <a:gd name="connsiteX4" fmla="*/ 5196 w 5196"/>
                <a:gd name="connsiteY4" fmla="*/ 2028 h 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96" h="4055">
                  <a:moveTo>
                    <a:pt x="5196" y="2028"/>
                  </a:moveTo>
                  <a:lnTo>
                    <a:pt x="2535" y="4056"/>
                  </a:lnTo>
                  <a:lnTo>
                    <a:pt x="0" y="2028"/>
                  </a:lnTo>
                  <a:lnTo>
                    <a:pt x="2535" y="0"/>
                  </a:lnTo>
                  <a:lnTo>
                    <a:pt x="5196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EBF2F85F-1D6D-4D2D-33FF-FC2B1F871EEE}"/>
                </a:ext>
              </a:extLst>
            </p:cNvPr>
            <p:cNvSpPr/>
            <p:nvPr/>
          </p:nvSpPr>
          <p:spPr>
            <a:xfrm>
              <a:off x="5586142" y="3643562"/>
              <a:ext cx="5069" cy="4055"/>
            </a:xfrm>
            <a:custGeom>
              <a:avLst/>
              <a:gdLst>
                <a:gd name="connsiteX0" fmla="*/ 5070 w 5069"/>
                <a:gd name="connsiteY0" fmla="*/ 2028 h 4055"/>
                <a:gd name="connsiteX1" fmla="*/ 2535 w 5069"/>
                <a:gd name="connsiteY1" fmla="*/ 4056 h 4055"/>
                <a:gd name="connsiteX2" fmla="*/ 0 w 5069"/>
                <a:gd name="connsiteY2" fmla="*/ 2028 h 4055"/>
                <a:gd name="connsiteX3" fmla="*/ 2535 w 5069"/>
                <a:gd name="connsiteY3" fmla="*/ 0 h 4055"/>
                <a:gd name="connsiteX4" fmla="*/ 5070 w 5069"/>
                <a:gd name="connsiteY4" fmla="*/ 2028 h 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9" h="4055">
                  <a:moveTo>
                    <a:pt x="5070" y="2028"/>
                  </a:moveTo>
                  <a:lnTo>
                    <a:pt x="2535" y="4056"/>
                  </a:lnTo>
                  <a:lnTo>
                    <a:pt x="0" y="2028"/>
                  </a:lnTo>
                  <a:lnTo>
                    <a:pt x="2535" y="0"/>
                  </a:lnTo>
                  <a:lnTo>
                    <a:pt x="5070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19E30A46-A46E-6C41-B50A-A62776985732}"/>
                </a:ext>
              </a:extLst>
            </p:cNvPr>
            <p:cNvSpPr/>
            <p:nvPr/>
          </p:nvSpPr>
          <p:spPr>
            <a:xfrm>
              <a:off x="5546093" y="3545088"/>
              <a:ext cx="4309" cy="3548"/>
            </a:xfrm>
            <a:custGeom>
              <a:avLst/>
              <a:gdLst>
                <a:gd name="connsiteX0" fmla="*/ 4309 w 4309"/>
                <a:gd name="connsiteY0" fmla="*/ 1774 h 3548"/>
                <a:gd name="connsiteX1" fmla="*/ 2155 w 4309"/>
                <a:gd name="connsiteY1" fmla="*/ 3549 h 3548"/>
                <a:gd name="connsiteX2" fmla="*/ 0 w 4309"/>
                <a:gd name="connsiteY2" fmla="*/ 1774 h 3548"/>
                <a:gd name="connsiteX3" fmla="*/ 2155 w 4309"/>
                <a:gd name="connsiteY3" fmla="*/ 0 h 3548"/>
                <a:gd name="connsiteX4" fmla="*/ 4309 w 4309"/>
                <a:gd name="connsiteY4" fmla="*/ 1774 h 3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9" h="3548">
                  <a:moveTo>
                    <a:pt x="4309" y="1774"/>
                  </a:moveTo>
                  <a:lnTo>
                    <a:pt x="2155" y="3549"/>
                  </a:lnTo>
                  <a:lnTo>
                    <a:pt x="0" y="1774"/>
                  </a:lnTo>
                  <a:lnTo>
                    <a:pt x="2155" y="0"/>
                  </a:lnTo>
                  <a:lnTo>
                    <a:pt x="4309" y="177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2D29D2A-6B52-CA87-137F-07E9224DB403}"/>
                </a:ext>
              </a:extLst>
            </p:cNvPr>
            <p:cNvSpPr/>
            <p:nvPr/>
          </p:nvSpPr>
          <p:spPr>
            <a:xfrm>
              <a:off x="5532786" y="3442179"/>
              <a:ext cx="3548" cy="2788"/>
            </a:xfrm>
            <a:custGeom>
              <a:avLst/>
              <a:gdLst>
                <a:gd name="connsiteX0" fmla="*/ 3549 w 3548"/>
                <a:gd name="connsiteY0" fmla="*/ 1394 h 2788"/>
                <a:gd name="connsiteX1" fmla="*/ 1774 w 3548"/>
                <a:gd name="connsiteY1" fmla="*/ 2788 h 2788"/>
                <a:gd name="connsiteX2" fmla="*/ 0 w 3548"/>
                <a:gd name="connsiteY2" fmla="*/ 1394 h 2788"/>
                <a:gd name="connsiteX3" fmla="*/ 1774 w 3548"/>
                <a:gd name="connsiteY3" fmla="*/ 0 h 2788"/>
                <a:gd name="connsiteX4" fmla="*/ 3549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9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9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F8698770-AE02-B84A-DF2F-DC282EF8E69B}"/>
                </a:ext>
              </a:extLst>
            </p:cNvPr>
            <p:cNvSpPr/>
            <p:nvPr/>
          </p:nvSpPr>
          <p:spPr>
            <a:xfrm>
              <a:off x="5546727" y="3339269"/>
              <a:ext cx="3041" cy="2281"/>
            </a:xfrm>
            <a:custGeom>
              <a:avLst/>
              <a:gdLst>
                <a:gd name="connsiteX0" fmla="*/ 3042 w 3041"/>
                <a:gd name="connsiteY0" fmla="*/ 1141 h 2281"/>
                <a:gd name="connsiteX1" fmla="*/ 1521 w 3041"/>
                <a:gd name="connsiteY1" fmla="*/ 2281 h 2281"/>
                <a:gd name="connsiteX2" fmla="*/ 0 w 3041"/>
                <a:gd name="connsiteY2" fmla="*/ 1141 h 2281"/>
                <a:gd name="connsiteX3" fmla="*/ 1521 w 3041"/>
                <a:gd name="connsiteY3" fmla="*/ 0 h 2281"/>
                <a:gd name="connsiteX4" fmla="*/ 3042 w 3041"/>
                <a:gd name="connsiteY4" fmla="*/ 1141 h 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1" h="2281">
                  <a:moveTo>
                    <a:pt x="3042" y="1141"/>
                  </a:moveTo>
                  <a:lnTo>
                    <a:pt x="1521" y="2281"/>
                  </a:lnTo>
                  <a:lnTo>
                    <a:pt x="0" y="1141"/>
                  </a:lnTo>
                  <a:lnTo>
                    <a:pt x="1521" y="0"/>
                  </a:lnTo>
                  <a:lnTo>
                    <a:pt x="3042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E3D17A72-0AEE-BBC8-FB88-510CCAE44CFB}"/>
                </a:ext>
              </a:extLst>
            </p:cNvPr>
            <p:cNvSpPr/>
            <p:nvPr/>
          </p:nvSpPr>
          <p:spPr>
            <a:xfrm>
              <a:off x="5587663" y="3240795"/>
              <a:ext cx="2154" cy="1647"/>
            </a:xfrm>
            <a:custGeom>
              <a:avLst/>
              <a:gdLst>
                <a:gd name="connsiteX0" fmla="*/ 2154 w 2154"/>
                <a:gd name="connsiteY0" fmla="*/ 887 h 1647"/>
                <a:gd name="connsiteX1" fmla="*/ 1014 w 2154"/>
                <a:gd name="connsiteY1" fmla="*/ 1648 h 1647"/>
                <a:gd name="connsiteX2" fmla="*/ 0 w 2154"/>
                <a:gd name="connsiteY2" fmla="*/ 887 h 1647"/>
                <a:gd name="connsiteX3" fmla="*/ 1014 w 2154"/>
                <a:gd name="connsiteY3" fmla="*/ 0 h 1647"/>
                <a:gd name="connsiteX4" fmla="*/ 2154 w 2154"/>
                <a:gd name="connsiteY4" fmla="*/ 887 h 1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4" h="1647">
                  <a:moveTo>
                    <a:pt x="2154" y="887"/>
                  </a:moveTo>
                  <a:lnTo>
                    <a:pt x="1014" y="1648"/>
                  </a:lnTo>
                  <a:lnTo>
                    <a:pt x="0" y="887"/>
                  </a:lnTo>
                  <a:lnTo>
                    <a:pt x="1014" y="0"/>
                  </a:lnTo>
                  <a:lnTo>
                    <a:pt x="2154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FABD348B-F976-A7E6-EF31-4ACF81D4E22E}"/>
                </a:ext>
              </a:extLst>
            </p:cNvPr>
            <p:cNvSpPr/>
            <p:nvPr/>
          </p:nvSpPr>
          <p:spPr>
            <a:xfrm>
              <a:off x="5653819" y="3151446"/>
              <a:ext cx="633" cy="506"/>
            </a:xfrm>
            <a:custGeom>
              <a:avLst/>
              <a:gdLst>
                <a:gd name="connsiteX0" fmla="*/ 634 w 633"/>
                <a:gd name="connsiteY0" fmla="*/ 253 h 506"/>
                <a:gd name="connsiteX1" fmla="*/ 254 w 633"/>
                <a:gd name="connsiteY1" fmla="*/ 507 h 506"/>
                <a:gd name="connsiteX2" fmla="*/ 0 w 633"/>
                <a:gd name="connsiteY2" fmla="*/ 253 h 506"/>
                <a:gd name="connsiteX3" fmla="*/ 254 w 633"/>
                <a:gd name="connsiteY3" fmla="*/ 0 h 506"/>
                <a:gd name="connsiteX4" fmla="*/ 634 w 633"/>
                <a:gd name="connsiteY4" fmla="*/ 253 h 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" h="506">
                  <a:moveTo>
                    <a:pt x="634" y="253"/>
                  </a:moveTo>
                  <a:lnTo>
                    <a:pt x="254" y="507"/>
                  </a:lnTo>
                  <a:lnTo>
                    <a:pt x="0" y="253"/>
                  </a:lnTo>
                  <a:lnTo>
                    <a:pt x="254" y="0"/>
                  </a:lnTo>
                  <a:lnTo>
                    <a:pt x="634" y="25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CE3C26E0-E0D9-438A-156C-F282C51ACFAE}"/>
                </a:ext>
              </a:extLst>
            </p:cNvPr>
            <p:cNvSpPr/>
            <p:nvPr/>
          </p:nvSpPr>
          <p:spPr>
            <a:xfrm>
              <a:off x="5741520" y="3074391"/>
              <a:ext cx="380" cy="380"/>
            </a:xfrm>
            <a:custGeom>
              <a:avLst/>
              <a:gdLst>
                <a:gd name="connsiteX0" fmla="*/ 380 w 380"/>
                <a:gd name="connsiteY0" fmla="*/ 253 h 380"/>
                <a:gd name="connsiteX1" fmla="*/ 253 w 380"/>
                <a:gd name="connsiteY1" fmla="*/ 380 h 380"/>
                <a:gd name="connsiteX2" fmla="*/ 0 w 380"/>
                <a:gd name="connsiteY2" fmla="*/ 253 h 380"/>
                <a:gd name="connsiteX3" fmla="*/ 253 w 380"/>
                <a:gd name="connsiteY3" fmla="*/ 0 h 380"/>
                <a:gd name="connsiteX4" fmla="*/ 380 w 380"/>
                <a:gd name="connsiteY4" fmla="*/ 253 h 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" h="380">
                  <a:moveTo>
                    <a:pt x="380" y="253"/>
                  </a:moveTo>
                  <a:lnTo>
                    <a:pt x="253" y="380"/>
                  </a:lnTo>
                  <a:lnTo>
                    <a:pt x="0" y="253"/>
                  </a:lnTo>
                  <a:lnTo>
                    <a:pt x="253" y="0"/>
                  </a:lnTo>
                  <a:lnTo>
                    <a:pt x="380" y="25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597ED3E6-3DA6-703C-5E8C-A938BAF77475}"/>
                </a:ext>
              </a:extLst>
            </p:cNvPr>
            <p:cNvSpPr/>
            <p:nvPr/>
          </p:nvSpPr>
          <p:spPr>
            <a:xfrm>
              <a:off x="5846964" y="3013051"/>
              <a:ext cx="1267" cy="1013"/>
            </a:xfrm>
            <a:custGeom>
              <a:avLst/>
              <a:gdLst>
                <a:gd name="connsiteX0" fmla="*/ 1267 w 1267"/>
                <a:gd name="connsiteY0" fmla="*/ 507 h 1013"/>
                <a:gd name="connsiteX1" fmla="*/ 634 w 1267"/>
                <a:gd name="connsiteY1" fmla="*/ 1014 h 1013"/>
                <a:gd name="connsiteX2" fmla="*/ 0 w 1267"/>
                <a:gd name="connsiteY2" fmla="*/ 507 h 1013"/>
                <a:gd name="connsiteX3" fmla="*/ 634 w 1267"/>
                <a:gd name="connsiteY3" fmla="*/ 0 h 1013"/>
                <a:gd name="connsiteX4" fmla="*/ 1267 w 1267"/>
                <a:gd name="connsiteY4" fmla="*/ 507 h 1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7" h="1013">
                  <a:moveTo>
                    <a:pt x="1267" y="507"/>
                  </a:moveTo>
                  <a:lnTo>
                    <a:pt x="634" y="1014"/>
                  </a:lnTo>
                  <a:lnTo>
                    <a:pt x="0" y="507"/>
                  </a:lnTo>
                  <a:lnTo>
                    <a:pt x="634" y="0"/>
                  </a:lnTo>
                  <a:lnTo>
                    <a:pt x="1267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6E89146A-942F-E4D9-D6B1-1D943C6DFE3A}"/>
                </a:ext>
              </a:extLst>
            </p:cNvPr>
            <p:cNvSpPr/>
            <p:nvPr/>
          </p:nvSpPr>
          <p:spPr>
            <a:xfrm>
              <a:off x="5966476" y="2970848"/>
              <a:ext cx="1394" cy="1013"/>
            </a:xfrm>
            <a:custGeom>
              <a:avLst/>
              <a:gdLst>
                <a:gd name="connsiteX0" fmla="*/ 1394 w 1394"/>
                <a:gd name="connsiteY0" fmla="*/ 507 h 1013"/>
                <a:gd name="connsiteX1" fmla="*/ 634 w 1394"/>
                <a:gd name="connsiteY1" fmla="*/ 1014 h 1013"/>
                <a:gd name="connsiteX2" fmla="*/ 0 w 1394"/>
                <a:gd name="connsiteY2" fmla="*/ 507 h 1013"/>
                <a:gd name="connsiteX3" fmla="*/ 634 w 1394"/>
                <a:gd name="connsiteY3" fmla="*/ 0 h 1013"/>
                <a:gd name="connsiteX4" fmla="*/ 1394 w 1394"/>
                <a:gd name="connsiteY4" fmla="*/ 507 h 1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" h="1013">
                  <a:moveTo>
                    <a:pt x="1394" y="507"/>
                  </a:moveTo>
                  <a:lnTo>
                    <a:pt x="634" y="1014"/>
                  </a:lnTo>
                  <a:lnTo>
                    <a:pt x="0" y="507"/>
                  </a:lnTo>
                  <a:lnTo>
                    <a:pt x="634" y="0"/>
                  </a:lnTo>
                  <a:lnTo>
                    <a:pt x="1394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8814BB66-DEDA-9E91-73CB-6A94727FD382}"/>
                </a:ext>
              </a:extLst>
            </p:cNvPr>
            <p:cNvSpPr/>
            <p:nvPr/>
          </p:nvSpPr>
          <p:spPr>
            <a:xfrm>
              <a:off x="6094353" y="2949049"/>
              <a:ext cx="1774" cy="1394"/>
            </a:xfrm>
            <a:custGeom>
              <a:avLst/>
              <a:gdLst>
                <a:gd name="connsiteX0" fmla="*/ 1774 w 1774"/>
                <a:gd name="connsiteY0" fmla="*/ 760 h 1394"/>
                <a:gd name="connsiteX1" fmla="*/ 760 w 1774"/>
                <a:gd name="connsiteY1" fmla="*/ 1394 h 1394"/>
                <a:gd name="connsiteX2" fmla="*/ 0 w 1774"/>
                <a:gd name="connsiteY2" fmla="*/ 760 h 1394"/>
                <a:gd name="connsiteX3" fmla="*/ 760 w 1774"/>
                <a:gd name="connsiteY3" fmla="*/ 0 h 1394"/>
                <a:gd name="connsiteX4" fmla="*/ 1774 w 1774"/>
                <a:gd name="connsiteY4" fmla="*/ 760 h 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" h="1394">
                  <a:moveTo>
                    <a:pt x="1774" y="760"/>
                  </a:moveTo>
                  <a:lnTo>
                    <a:pt x="760" y="1394"/>
                  </a:lnTo>
                  <a:lnTo>
                    <a:pt x="0" y="760"/>
                  </a:lnTo>
                  <a:lnTo>
                    <a:pt x="760" y="0"/>
                  </a:lnTo>
                  <a:lnTo>
                    <a:pt x="1774" y="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064DA4FD-416A-A513-CD01-DE41A04CF4E7}"/>
                </a:ext>
              </a:extLst>
            </p:cNvPr>
            <p:cNvSpPr/>
            <p:nvPr/>
          </p:nvSpPr>
          <p:spPr>
            <a:xfrm>
              <a:off x="6224511" y="2948669"/>
              <a:ext cx="3041" cy="2281"/>
            </a:xfrm>
            <a:custGeom>
              <a:avLst/>
              <a:gdLst>
                <a:gd name="connsiteX0" fmla="*/ 3042 w 3041"/>
                <a:gd name="connsiteY0" fmla="*/ 1141 h 2281"/>
                <a:gd name="connsiteX1" fmla="*/ 1521 w 3041"/>
                <a:gd name="connsiteY1" fmla="*/ 2281 h 2281"/>
                <a:gd name="connsiteX2" fmla="*/ 0 w 3041"/>
                <a:gd name="connsiteY2" fmla="*/ 1141 h 2281"/>
                <a:gd name="connsiteX3" fmla="*/ 1521 w 3041"/>
                <a:gd name="connsiteY3" fmla="*/ 0 h 2281"/>
                <a:gd name="connsiteX4" fmla="*/ 3042 w 3041"/>
                <a:gd name="connsiteY4" fmla="*/ 1141 h 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1" h="2281">
                  <a:moveTo>
                    <a:pt x="3042" y="1141"/>
                  </a:moveTo>
                  <a:lnTo>
                    <a:pt x="1521" y="2281"/>
                  </a:lnTo>
                  <a:lnTo>
                    <a:pt x="0" y="1141"/>
                  </a:lnTo>
                  <a:lnTo>
                    <a:pt x="1521" y="0"/>
                  </a:lnTo>
                  <a:lnTo>
                    <a:pt x="3042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A9927351-3289-7E40-7781-399C0394EC61}"/>
                </a:ext>
              </a:extLst>
            </p:cNvPr>
            <p:cNvSpPr/>
            <p:nvPr/>
          </p:nvSpPr>
          <p:spPr>
            <a:xfrm>
              <a:off x="6352387" y="2969960"/>
              <a:ext cx="3421" cy="2788"/>
            </a:xfrm>
            <a:custGeom>
              <a:avLst/>
              <a:gdLst>
                <a:gd name="connsiteX0" fmla="*/ 3422 w 3421"/>
                <a:gd name="connsiteY0" fmla="*/ 1394 h 2788"/>
                <a:gd name="connsiteX1" fmla="*/ 1647 w 3421"/>
                <a:gd name="connsiteY1" fmla="*/ 2788 h 2788"/>
                <a:gd name="connsiteX2" fmla="*/ 0 w 3421"/>
                <a:gd name="connsiteY2" fmla="*/ 1394 h 2788"/>
                <a:gd name="connsiteX3" fmla="*/ 1647 w 3421"/>
                <a:gd name="connsiteY3" fmla="*/ 0 h 2788"/>
                <a:gd name="connsiteX4" fmla="*/ 3422 w 3421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21" h="2788">
                  <a:moveTo>
                    <a:pt x="3422" y="1394"/>
                  </a:moveTo>
                  <a:lnTo>
                    <a:pt x="1647" y="2788"/>
                  </a:lnTo>
                  <a:lnTo>
                    <a:pt x="0" y="1394"/>
                  </a:lnTo>
                  <a:lnTo>
                    <a:pt x="1647" y="0"/>
                  </a:lnTo>
                  <a:lnTo>
                    <a:pt x="3422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303A0C1-4489-D75F-09FA-55FAD6B176C7}"/>
                </a:ext>
              </a:extLst>
            </p:cNvPr>
            <p:cNvSpPr/>
            <p:nvPr/>
          </p:nvSpPr>
          <p:spPr>
            <a:xfrm>
              <a:off x="6471899" y="3012163"/>
              <a:ext cx="3548" cy="2788"/>
            </a:xfrm>
            <a:custGeom>
              <a:avLst/>
              <a:gdLst>
                <a:gd name="connsiteX0" fmla="*/ 3549 w 3548"/>
                <a:gd name="connsiteY0" fmla="*/ 1394 h 2788"/>
                <a:gd name="connsiteX1" fmla="*/ 1774 w 3548"/>
                <a:gd name="connsiteY1" fmla="*/ 2788 h 2788"/>
                <a:gd name="connsiteX2" fmla="*/ 0 w 3548"/>
                <a:gd name="connsiteY2" fmla="*/ 1394 h 2788"/>
                <a:gd name="connsiteX3" fmla="*/ 1774 w 3548"/>
                <a:gd name="connsiteY3" fmla="*/ 0 h 2788"/>
                <a:gd name="connsiteX4" fmla="*/ 3549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9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9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83934DF3-D328-147D-0EFF-D4ACCCCB5B31}"/>
                </a:ext>
              </a:extLst>
            </p:cNvPr>
            <p:cNvSpPr/>
            <p:nvPr/>
          </p:nvSpPr>
          <p:spPr>
            <a:xfrm>
              <a:off x="6577724" y="3073250"/>
              <a:ext cx="3548" cy="2788"/>
            </a:xfrm>
            <a:custGeom>
              <a:avLst/>
              <a:gdLst>
                <a:gd name="connsiteX0" fmla="*/ 3548 w 3548"/>
                <a:gd name="connsiteY0" fmla="*/ 1394 h 2788"/>
                <a:gd name="connsiteX1" fmla="*/ 1774 w 3548"/>
                <a:gd name="connsiteY1" fmla="*/ 2788 h 2788"/>
                <a:gd name="connsiteX2" fmla="*/ 0 w 3548"/>
                <a:gd name="connsiteY2" fmla="*/ 1394 h 2788"/>
                <a:gd name="connsiteX3" fmla="*/ 1774 w 3548"/>
                <a:gd name="connsiteY3" fmla="*/ 0 h 2788"/>
                <a:gd name="connsiteX4" fmla="*/ 3548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8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8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3C9E385C-844B-5768-CDDA-11D25B42187A}"/>
                </a:ext>
              </a:extLst>
            </p:cNvPr>
            <p:cNvSpPr/>
            <p:nvPr/>
          </p:nvSpPr>
          <p:spPr>
            <a:xfrm>
              <a:off x="6665298" y="3150306"/>
              <a:ext cx="3548" cy="2788"/>
            </a:xfrm>
            <a:custGeom>
              <a:avLst/>
              <a:gdLst>
                <a:gd name="connsiteX0" fmla="*/ 3549 w 3548"/>
                <a:gd name="connsiteY0" fmla="*/ 1394 h 2788"/>
                <a:gd name="connsiteX1" fmla="*/ 1774 w 3548"/>
                <a:gd name="connsiteY1" fmla="*/ 2788 h 2788"/>
                <a:gd name="connsiteX2" fmla="*/ 0 w 3548"/>
                <a:gd name="connsiteY2" fmla="*/ 1394 h 2788"/>
                <a:gd name="connsiteX3" fmla="*/ 1774 w 3548"/>
                <a:gd name="connsiteY3" fmla="*/ 0 h 2788"/>
                <a:gd name="connsiteX4" fmla="*/ 3549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9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9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55F02CEE-8798-6CFF-D4FE-7BCF29787BB2}"/>
                </a:ext>
              </a:extLst>
            </p:cNvPr>
            <p:cNvSpPr/>
            <p:nvPr/>
          </p:nvSpPr>
          <p:spPr>
            <a:xfrm>
              <a:off x="6730821" y="3240288"/>
              <a:ext cx="3548" cy="2788"/>
            </a:xfrm>
            <a:custGeom>
              <a:avLst/>
              <a:gdLst>
                <a:gd name="connsiteX0" fmla="*/ 3548 w 3548"/>
                <a:gd name="connsiteY0" fmla="*/ 1394 h 2788"/>
                <a:gd name="connsiteX1" fmla="*/ 1647 w 3548"/>
                <a:gd name="connsiteY1" fmla="*/ 2788 h 2788"/>
                <a:gd name="connsiteX2" fmla="*/ 0 w 3548"/>
                <a:gd name="connsiteY2" fmla="*/ 1394 h 2788"/>
                <a:gd name="connsiteX3" fmla="*/ 1647 w 3548"/>
                <a:gd name="connsiteY3" fmla="*/ 0 h 2788"/>
                <a:gd name="connsiteX4" fmla="*/ 3548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8" y="1394"/>
                  </a:moveTo>
                  <a:lnTo>
                    <a:pt x="1647" y="2788"/>
                  </a:lnTo>
                  <a:lnTo>
                    <a:pt x="0" y="1394"/>
                  </a:lnTo>
                  <a:lnTo>
                    <a:pt x="1647" y="0"/>
                  </a:lnTo>
                  <a:lnTo>
                    <a:pt x="3548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DD45EF70-A54D-62EB-8AFD-05AFABE56DC0}"/>
                </a:ext>
              </a:extLst>
            </p:cNvPr>
            <p:cNvSpPr/>
            <p:nvPr/>
          </p:nvSpPr>
          <p:spPr>
            <a:xfrm>
              <a:off x="6771503" y="3339269"/>
              <a:ext cx="2915" cy="2281"/>
            </a:xfrm>
            <a:custGeom>
              <a:avLst/>
              <a:gdLst>
                <a:gd name="connsiteX0" fmla="*/ 2915 w 2915"/>
                <a:gd name="connsiteY0" fmla="*/ 1141 h 2281"/>
                <a:gd name="connsiteX1" fmla="*/ 1521 w 2915"/>
                <a:gd name="connsiteY1" fmla="*/ 2281 h 2281"/>
                <a:gd name="connsiteX2" fmla="*/ 0 w 2915"/>
                <a:gd name="connsiteY2" fmla="*/ 1141 h 2281"/>
                <a:gd name="connsiteX3" fmla="*/ 1521 w 2915"/>
                <a:gd name="connsiteY3" fmla="*/ 0 h 2281"/>
                <a:gd name="connsiteX4" fmla="*/ 2915 w 2915"/>
                <a:gd name="connsiteY4" fmla="*/ 1141 h 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5" h="2281">
                  <a:moveTo>
                    <a:pt x="2915" y="1141"/>
                  </a:moveTo>
                  <a:lnTo>
                    <a:pt x="1521" y="2281"/>
                  </a:lnTo>
                  <a:lnTo>
                    <a:pt x="0" y="1141"/>
                  </a:lnTo>
                  <a:lnTo>
                    <a:pt x="1521" y="0"/>
                  </a:lnTo>
                  <a:lnTo>
                    <a:pt x="2915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CAE087A8-227E-C807-132C-9ACC7417E464}"/>
                </a:ext>
              </a:extLst>
            </p:cNvPr>
            <p:cNvSpPr/>
            <p:nvPr/>
          </p:nvSpPr>
          <p:spPr>
            <a:xfrm>
              <a:off x="6910406" y="3442432"/>
              <a:ext cx="2914" cy="2408"/>
            </a:xfrm>
            <a:custGeom>
              <a:avLst/>
              <a:gdLst>
                <a:gd name="connsiteX0" fmla="*/ 2915 w 2914"/>
                <a:gd name="connsiteY0" fmla="*/ 1141 h 2408"/>
                <a:gd name="connsiteX1" fmla="*/ 1521 w 2914"/>
                <a:gd name="connsiteY1" fmla="*/ 2408 h 2408"/>
                <a:gd name="connsiteX2" fmla="*/ 0 w 2914"/>
                <a:gd name="connsiteY2" fmla="*/ 1141 h 2408"/>
                <a:gd name="connsiteX3" fmla="*/ 1521 w 2914"/>
                <a:gd name="connsiteY3" fmla="*/ 0 h 2408"/>
                <a:gd name="connsiteX4" fmla="*/ 2915 w 2914"/>
                <a:gd name="connsiteY4" fmla="*/ 1141 h 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" h="2408">
                  <a:moveTo>
                    <a:pt x="2915" y="1141"/>
                  </a:moveTo>
                  <a:lnTo>
                    <a:pt x="1521" y="2408"/>
                  </a:lnTo>
                  <a:lnTo>
                    <a:pt x="0" y="1141"/>
                  </a:lnTo>
                  <a:lnTo>
                    <a:pt x="1521" y="0"/>
                  </a:lnTo>
                  <a:lnTo>
                    <a:pt x="2915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C6C8E1DA-49EC-D979-E697-BFED8B641ADB}"/>
                </a:ext>
              </a:extLst>
            </p:cNvPr>
            <p:cNvSpPr/>
            <p:nvPr/>
          </p:nvSpPr>
          <p:spPr>
            <a:xfrm>
              <a:off x="6899253" y="3546102"/>
              <a:ext cx="2408" cy="1901"/>
            </a:xfrm>
            <a:custGeom>
              <a:avLst/>
              <a:gdLst>
                <a:gd name="connsiteX0" fmla="*/ 2408 w 2408"/>
                <a:gd name="connsiteY0" fmla="*/ 1014 h 1901"/>
                <a:gd name="connsiteX1" fmla="*/ 1140 w 2408"/>
                <a:gd name="connsiteY1" fmla="*/ 1901 h 1901"/>
                <a:gd name="connsiteX2" fmla="*/ 0 w 2408"/>
                <a:gd name="connsiteY2" fmla="*/ 1014 h 1901"/>
                <a:gd name="connsiteX3" fmla="*/ 1140 w 2408"/>
                <a:gd name="connsiteY3" fmla="*/ 0 h 1901"/>
                <a:gd name="connsiteX4" fmla="*/ 2408 w 2408"/>
                <a:gd name="connsiteY4" fmla="*/ 1014 h 1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8" h="1901">
                  <a:moveTo>
                    <a:pt x="2408" y="1014"/>
                  </a:moveTo>
                  <a:lnTo>
                    <a:pt x="1140" y="1901"/>
                  </a:lnTo>
                  <a:lnTo>
                    <a:pt x="0" y="1014"/>
                  </a:lnTo>
                  <a:lnTo>
                    <a:pt x="1140" y="0"/>
                  </a:lnTo>
                  <a:lnTo>
                    <a:pt x="2408" y="101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1110544-BFFA-C362-D5EE-A7FE3173F702}"/>
                </a:ext>
              </a:extLst>
            </p:cNvPr>
            <p:cNvSpPr/>
            <p:nvPr/>
          </p:nvSpPr>
          <p:spPr>
            <a:xfrm>
              <a:off x="6865668" y="3646730"/>
              <a:ext cx="1774" cy="1394"/>
            </a:xfrm>
            <a:custGeom>
              <a:avLst/>
              <a:gdLst>
                <a:gd name="connsiteX0" fmla="*/ 1774 w 1774"/>
                <a:gd name="connsiteY0" fmla="*/ 634 h 1394"/>
                <a:gd name="connsiteX1" fmla="*/ 887 w 1774"/>
                <a:gd name="connsiteY1" fmla="*/ 1394 h 1394"/>
                <a:gd name="connsiteX2" fmla="*/ 0 w 1774"/>
                <a:gd name="connsiteY2" fmla="*/ 634 h 1394"/>
                <a:gd name="connsiteX3" fmla="*/ 887 w 1774"/>
                <a:gd name="connsiteY3" fmla="*/ 0 h 1394"/>
                <a:gd name="connsiteX4" fmla="*/ 1774 w 1774"/>
                <a:gd name="connsiteY4" fmla="*/ 634 h 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" h="1394">
                  <a:moveTo>
                    <a:pt x="1774" y="634"/>
                  </a:moveTo>
                  <a:lnTo>
                    <a:pt x="887" y="1394"/>
                  </a:lnTo>
                  <a:lnTo>
                    <a:pt x="0" y="634"/>
                  </a:lnTo>
                  <a:lnTo>
                    <a:pt x="887" y="0"/>
                  </a:lnTo>
                  <a:lnTo>
                    <a:pt x="1774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5D3189CA-5C48-A741-ED47-5DD45746A5B1}"/>
                </a:ext>
              </a:extLst>
            </p:cNvPr>
            <p:cNvSpPr/>
            <p:nvPr/>
          </p:nvSpPr>
          <p:spPr>
            <a:xfrm>
              <a:off x="6810918" y="3741276"/>
              <a:ext cx="634" cy="633"/>
            </a:xfrm>
            <a:custGeom>
              <a:avLst/>
              <a:gdLst>
                <a:gd name="connsiteX0" fmla="*/ 634 w 634"/>
                <a:gd name="connsiteY0" fmla="*/ 253 h 633"/>
                <a:gd name="connsiteX1" fmla="*/ 254 w 634"/>
                <a:gd name="connsiteY1" fmla="*/ 634 h 633"/>
                <a:gd name="connsiteX2" fmla="*/ 0 w 634"/>
                <a:gd name="connsiteY2" fmla="*/ 253 h 633"/>
                <a:gd name="connsiteX3" fmla="*/ 254 w 634"/>
                <a:gd name="connsiteY3" fmla="*/ 0 h 633"/>
                <a:gd name="connsiteX4" fmla="*/ 634 w 634"/>
                <a:gd name="connsiteY4" fmla="*/ 253 h 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4" h="633">
                  <a:moveTo>
                    <a:pt x="634" y="253"/>
                  </a:moveTo>
                  <a:lnTo>
                    <a:pt x="254" y="634"/>
                  </a:lnTo>
                  <a:lnTo>
                    <a:pt x="0" y="253"/>
                  </a:lnTo>
                  <a:lnTo>
                    <a:pt x="254" y="0"/>
                  </a:lnTo>
                  <a:lnTo>
                    <a:pt x="634" y="25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C80E40A-0174-379D-0976-F9073224609D}"/>
                </a:ext>
              </a:extLst>
            </p:cNvPr>
            <p:cNvSpPr/>
            <p:nvPr/>
          </p:nvSpPr>
          <p:spPr>
            <a:xfrm>
              <a:off x="6735890" y="3826442"/>
              <a:ext cx="380" cy="380"/>
            </a:xfrm>
            <a:custGeom>
              <a:avLst/>
              <a:gdLst>
                <a:gd name="connsiteX0" fmla="*/ 381 w 380"/>
                <a:gd name="connsiteY0" fmla="*/ 254 h 380"/>
                <a:gd name="connsiteX1" fmla="*/ 254 w 380"/>
                <a:gd name="connsiteY1" fmla="*/ 381 h 380"/>
                <a:gd name="connsiteX2" fmla="*/ 0 w 380"/>
                <a:gd name="connsiteY2" fmla="*/ 254 h 380"/>
                <a:gd name="connsiteX3" fmla="*/ 254 w 380"/>
                <a:gd name="connsiteY3" fmla="*/ 0 h 380"/>
                <a:gd name="connsiteX4" fmla="*/ 381 w 380"/>
                <a:gd name="connsiteY4" fmla="*/ 254 h 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" h="380">
                  <a:moveTo>
                    <a:pt x="381" y="254"/>
                  </a:moveTo>
                  <a:lnTo>
                    <a:pt x="254" y="381"/>
                  </a:lnTo>
                  <a:lnTo>
                    <a:pt x="0" y="254"/>
                  </a:lnTo>
                  <a:lnTo>
                    <a:pt x="254" y="0"/>
                  </a:lnTo>
                  <a:lnTo>
                    <a:pt x="381" y="2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65E91B6E-5456-F4BF-BD8A-487A988E9E77}"/>
                </a:ext>
              </a:extLst>
            </p:cNvPr>
            <p:cNvSpPr/>
            <p:nvPr/>
          </p:nvSpPr>
          <p:spPr>
            <a:xfrm>
              <a:off x="6535521" y="3959134"/>
              <a:ext cx="1393" cy="1140"/>
            </a:xfrm>
            <a:custGeom>
              <a:avLst/>
              <a:gdLst>
                <a:gd name="connsiteX0" fmla="*/ 1394 w 1393"/>
                <a:gd name="connsiteY0" fmla="*/ 507 h 1140"/>
                <a:gd name="connsiteX1" fmla="*/ 760 w 1393"/>
                <a:gd name="connsiteY1" fmla="*/ 1141 h 1140"/>
                <a:gd name="connsiteX2" fmla="*/ 0 w 1393"/>
                <a:gd name="connsiteY2" fmla="*/ 507 h 1140"/>
                <a:gd name="connsiteX3" fmla="*/ 760 w 1393"/>
                <a:gd name="connsiteY3" fmla="*/ 0 h 1140"/>
                <a:gd name="connsiteX4" fmla="*/ 1394 w 1393"/>
                <a:gd name="connsiteY4" fmla="*/ 507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3" h="1140">
                  <a:moveTo>
                    <a:pt x="1394" y="507"/>
                  </a:moveTo>
                  <a:lnTo>
                    <a:pt x="760" y="1141"/>
                  </a:lnTo>
                  <a:lnTo>
                    <a:pt x="0" y="507"/>
                  </a:lnTo>
                  <a:lnTo>
                    <a:pt x="760" y="0"/>
                  </a:lnTo>
                  <a:lnTo>
                    <a:pt x="1394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48353E99-0E6E-FDAE-CA97-4BDD67021B55}"/>
                </a:ext>
              </a:extLst>
            </p:cNvPr>
            <p:cNvSpPr/>
            <p:nvPr/>
          </p:nvSpPr>
          <p:spPr>
            <a:xfrm>
              <a:off x="6416516" y="4002732"/>
              <a:ext cx="2154" cy="1647"/>
            </a:xfrm>
            <a:custGeom>
              <a:avLst/>
              <a:gdLst>
                <a:gd name="connsiteX0" fmla="*/ 2154 w 2154"/>
                <a:gd name="connsiteY0" fmla="*/ 760 h 1647"/>
                <a:gd name="connsiteX1" fmla="*/ 1014 w 2154"/>
                <a:gd name="connsiteY1" fmla="*/ 1648 h 1647"/>
                <a:gd name="connsiteX2" fmla="*/ 0 w 2154"/>
                <a:gd name="connsiteY2" fmla="*/ 760 h 1647"/>
                <a:gd name="connsiteX3" fmla="*/ 1014 w 2154"/>
                <a:gd name="connsiteY3" fmla="*/ 0 h 1647"/>
                <a:gd name="connsiteX4" fmla="*/ 2154 w 2154"/>
                <a:gd name="connsiteY4" fmla="*/ 760 h 1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4" h="1647">
                  <a:moveTo>
                    <a:pt x="2154" y="760"/>
                  </a:moveTo>
                  <a:lnTo>
                    <a:pt x="1014" y="1648"/>
                  </a:lnTo>
                  <a:lnTo>
                    <a:pt x="0" y="760"/>
                  </a:lnTo>
                  <a:lnTo>
                    <a:pt x="1014" y="0"/>
                  </a:lnTo>
                  <a:lnTo>
                    <a:pt x="2154" y="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B272220-6276-A37D-9F53-DAC5030DC279}"/>
                </a:ext>
              </a:extLst>
            </p:cNvPr>
            <p:cNvSpPr/>
            <p:nvPr/>
          </p:nvSpPr>
          <p:spPr>
            <a:xfrm>
              <a:off x="6289273" y="4029093"/>
              <a:ext cx="3548" cy="2788"/>
            </a:xfrm>
            <a:custGeom>
              <a:avLst/>
              <a:gdLst>
                <a:gd name="connsiteX0" fmla="*/ 3549 w 3548"/>
                <a:gd name="connsiteY0" fmla="*/ 1394 h 2788"/>
                <a:gd name="connsiteX1" fmla="*/ 1774 w 3548"/>
                <a:gd name="connsiteY1" fmla="*/ 2788 h 2788"/>
                <a:gd name="connsiteX2" fmla="*/ 0 w 3548"/>
                <a:gd name="connsiteY2" fmla="*/ 1394 h 2788"/>
                <a:gd name="connsiteX3" fmla="*/ 1774 w 3548"/>
                <a:gd name="connsiteY3" fmla="*/ 0 h 2788"/>
                <a:gd name="connsiteX4" fmla="*/ 3549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9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9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10DE2B98-6FBA-7CB4-490B-4FDD39B34914}"/>
                </a:ext>
              </a:extLst>
            </p:cNvPr>
            <p:cNvSpPr/>
            <p:nvPr/>
          </p:nvSpPr>
          <p:spPr>
            <a:xfrm>
              <a:off x="6158481" y="4037838"/>
              <a:ext cx="4308" cy="3294"/>
            </a:xfrm>
            <a:custGeom>
              <a:avLst/>
              <a:gdLst>
                <a:gd name="connsiteX0" fmla="*/ 4309 w 4308"/>
                <a:gd name="connsiteY0" fmla="*/ 1648 h 3294"/>
                <a:gd name="connsiteX1" fmla="*/ 2155 w 4308"/>
                <a:gd name="connsiteY1" fmla="*/ 3295 h 3294"/>
                <a:gd name="connsiteX2" fmla="*/ 0 w 4308"/>
                <a:gd name="connsiteY2" fmla="*/ 1648 h 3294"/>
                <a:gd name="connsiteX3" fmla="*/ 2155 w 4308"/>
                <a:gd name="connsiteY3" fmla="*/ 0 h 3294"/>
                <a:gd name="connsiteX4" fmla="*/ 4309 w 4308"/>
                <a:gd name="connsiteY4" fmla="*/ 1648 h 3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8" h="3294">
                  <a:moveTo>
                    <a:pt x="4309" y="1648"/>
                  </a:moveTo>
                  <a:lnTo>
                    <a:pt x="2155" y="3295"/>
                  </a:lnTo>
                  <a:lnTo>
                    <a:pt x="0" y="1648"/>
                  </a:lnTo>
                  <a:lnTo>
                    <a:pt x="2155" y="0"/>
                  </a:lnTo>
                  <a:lnTo>
                    <a:pt x="4309" y="164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BFCBC5A2-DAEB-3C44-06E6-422242E7DE01}"/>
                </a:ext>
              </a:extLst>
            </p:cNvPr>
            <p:cNvSpPr/>
            <p:nvPr/>
          </p:nvSpPr>
          <p:spPr>
            <a:xfrm>
              <a:off x="6027563" y="4028459"/>
              <a:ext cx="5196" cy="3928"/>
            </a:xfrm>
            <a:custGeom>
              <a:avLst/>
              <a:gdLst>
                <a:gd name="connsiteX0" fmla="*/ 5196 w 5196"/>
                <a:gd name="connsiteY0" fmla="*/ 2028 h 3928"/>
                <a:gd name="connsiteX1" fmla="*/ 2534 w 5196"/>
                <a:gd name="connsiteY1" fmla="*/ 3929 h 3928"/>
                <a:gd name="connsiteX2" fmla="*/ 0 w 5196"/>
                <a:gd name="connsiteY2" fmla="*/ 2028 h 3928"/>
                <a:gd name="connsiteX3" fmla="*/ 2534 w 5196"/>
                <a:gd name="connsiteY3" fmla="*/ 0 h 3928"/>
                <a:gd name="connsiteX4" fmla="*/ 5196 w 5196"/>
                <a:gd name="connsiteY4" fmla="*/ 2028 h 3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96" h="3928">
                  <a:moveTo>
                    <a:pt x="5196" y="2028"/>
                  </a:moveTo>
                  <a:lnTo>
                    <a:pt x="2534" y="3929"/>
                  </a:lnTo>
                  <a:lnTo>
                    <a:pt x="0" y="2028"/>
                  </a:lnTo>
                  <a:lnTo>
                    <a:pt x="2534" y="0"/>
                  </a:lnTo>
                  <a:lnTo>
                    <a:pt x="5196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840936D-CF20-846B-87A9-42EFFD4B07B4}"/>
                </a:ext>
              </a:extLst>
            </p:cNvPr>
            <p:cNvSpPr/>
            <p:nvPr/>
          </p:nvSpPr>
          <p:spPr>
            <a:xfrm>
              <a:off x="5901081" y="4001464"/>
              <a:ext cx="5196" cy="4055"/>
            </a:xfrm>
            <a:custGeom>
              <a:avLst/>
              <a:gdLst>
                <a:gd name="connsiteX0" fmla="*/ 5196 w 5196"/>
                <a:gd name="connsiteY0" fmla="*/ 2027 h 4055"/>
                <a:gd name="connsiteX1" fmla="*/ 2535 w 5196"/>
                <a:gd name="connsiteY1" fmla="*/ 4055 h 4055"/>
                <a:gd name="connsiteX2" fmla="*/ 0 w 5196"/>
                <a:gd name="connsiteY2" fmla="*/ 2027 h 4055"/>
                <a:gd name="connsiteX3" fmla="*/ 2535 w 5196"/>
                <a:gd name="connsiteY3" fmla="*/ 0 h 4055"/>
                <a:gd name="connsiteX4" fmla="*/ 5196 w 5196"/>
                <a:gd name="connsiteY4" fmla="*/ 2027 h 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96" h="4055">
                  <a:moveTo>
                    <a:pt x="5196" y="2027"/>
                  </a:moveTo>
                  <a:lnTo>
                    <a:pt x="2535" y="4055"/>
                  </a:lnTo>
                  <a:lnTo>
                    <a:pt x="0" y="2027"/>
                  </a:lnTo>
                  <a:lnTo>
                    <a:pt x="2535" y="0"/>
                  </a:lnTo>
                  <a:lnTo>
                    <a:pt x="5196" y="202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04D1EFC-7CDB-819E-671E-EE98C02F4A8D}"/>
                </a:ext>
              </a:extLst>
            </p:cNvPr>
            <p:cNvSpPr/>
            <p:nvPr/>
          </p:nvSpPr>
          <p:spPr>
            <a:xfrm>
              <a:off x="5782076" y="3957360"/>
              <a:ext cx="5702" cy="4562"/>
            </a:xfrm>
            <a:custGeom>
              <a:avLst/>
              <a:gdLst>
                <a:gd name="connsiteX0" fmla="*/ 5703 w 5702"/>
                <a:gd name="connsiteY0" fmla="*/ 2281 h 4562"/>
                <a:gd name="connsiteX1" fmla="*/ 2915 w 5702"/>
                <a:gd name="connsiteY1" fmla="*/ 4562 h 4562"/>
                <a:gd name="connsiteX2" fmla="*/ 0 w 5702"/>
                <a:gd name="connsiteY2" fmla="*/ 2281 h 4562"/>
                <a:gd name="connsiteX3" fmla="*/ 2915 w 5702"/>
                <a:gd name="connsiteY3" fmla="*/ 0 h 4562"/>
                <a:gd name="connsiteX4" fmla="*/ 5703 w 5702"/>
                <a:gd name="connsiteY4" fmla="*/ 2281 h 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02" h="4562">
                  <a:moveTo>
                    <a:pt x="5703" y="2281"/>
                  </a:moveTo>
                  <a:lnTo>
                    <a:pt x="2915" y="4562"/>
                  </a:lnTo>
                  <a:lnTo>
                    <a:pt x="0" y="2281"/>
                  </a:lnTo>
                  <a:lnTo>
                    <a:pt x="2915" y="0"/>
                  </a:lnTo>
                  <a:lnTo>
                    <a:pt x="5703" y="22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9165D57F-4454-B166-5B22-23577D3A81C5}"/>
                </a:ext>
              </a:extLst>
            </p:cNvPr>
            <p:cNvSpPr/>
            <p:nvPr/>
          </p:nvSpPr>
          <p:spPr>
            <a:xfrm>
              <a:off x="5674857" y="3897794"/>
              <a:ext cx="5703" cy="4562"/>
            </a:xfrm>
            <a:custGeom>
              <a:avLst/>
              <a:gdLst>
                <a:gd name="connsiteX0" fmla="*/ 5703 w 5703"/>
                <a:gd name="connsiteY0" fmla="*/ 2282 h 4562"/>
                <a:gd name="connsiteX1" fmla="*/ 2915 w 5703"/>
                <a:gd name="connsiteY1" fmla="*/ 4563 h 4562"/>
                <a:gd name="connsiteX2" fmla="*/ 0 w 5703"/>
                <a:gd name="connsiteY2" fmla="*/ 2282 h 4562"/>
                <a:gd name="connsiteX3" fmla="*/ 2915 w 5703"/>
                <a:gd name="connsiteY3" fmla="*/ 0 h 4562"/>
                <a:gd name="connsiteX4" fmla="*/ 5703 w 5703"/>
                <a:gd name="connsiteY4" fmla="*/ 2282 h 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03" h="4562">
                  <a:moveTo>
                    <a:pt x="5703" y="2282"/>
                  </a:moveTo>
                  <a:lnTo>
                    <a:pt x="2915" y="4563"/>
                  </a:lnTo>
                  <a:lnTo>
                    <a:pt x="0" y="2282"/>
                  </a:lnTo>
                  <a:lnTo>
                    <a:pt x="2915" y="0"/>
                  </a:lnTo>
                  <a:lnTo>
                    <a:pt x="5703" y="22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69954298-01F8-F49D-69FB-50ADC09224FC}"/>
                </a:ext>
              </a:extLst>
            </p:cNvPr>
            <p:cNvSpPr/>
            <p:nvPr/>
          </p:nvSpPr>
          <p:spPr>
            <a:xfrm>
              <a:off x="5581833" y="3824034"/>
              <a:ext cx="6590" cy="5195"/>
            </a:xfrm>
            <a:custGeom>
              <a:avLst/>
              <a:gdLst>
                <a:gd name="connsiteX0" fmla="*/ 6591 w 6590"/>
                <a:gd name="connsiteY0" fmla="*/ 2661 h 5195"/>
                <a:gd name="connsiteX1" fmla="*/ 3295 w 6590"/>
                <a:gd name="connsiteY1" fmla="*/ 5196 h 5195"/>
                <a:gd name="connsiteX2" fmla="*/ 0 w 6590"/>
                <a:gd name="connsiteY2" fmla="*/ 2661 h 5195"/>
                <a:gd name="connsiteX3" fmla="*/ 3295 w 6590"/>
                <a:gd name="connsiteY3" fmla="*/ 0 h 5195"/>
                <a:gd name="connsiteX4" fmla="*/ 6591 w 6590"/>
                <a:gd name="connsiteY4" fmla="*/ 2661 h 5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90" h="5195">
                  <a:moveTo>
                    <a:pt x="6591" y="2661"/>
                  </a:moveTo>
                  <a:lnTo>
                    <a:pt x="3295" y="5196"/>
                  </a:lnTo>
                  <a:lnTo>
                    <a:pt x="0" y="2661"/>
                  </a:lnTo>
                  <a:lnTo>
                    <a:pt x="3295" y="0"/>
                  </a:lnTo>
                  <a:lnTo>
                    <a:pt x="6591" y="266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A2539F63-F5BC-2958-A851-0F73BA490ACD}"/>
                </a:ext>
              </a:extLst>
            </p:cNvPr>
            <p:cNvSpPr/>
            <p:nvPr/>
          </p:nvSpPr>
          <p:spPr>
            <a:xfrm>
              <a:off x="5507185" y="3739248"/>
              <a:ext cx="5702" cy="4562"/>
            </a:xfrm>
            <a:custGeom>
              <a:avLst/>
              <a:gdLst>
                <a:gd name="connsiteX0" fmla="*/ 5703 w 5702"/>
                <a:gd name="connsiteY0" fmla="*/ 2281 h 4562"/>
                <a:gd name="connsiteX1" fmla="*/ 2788 w 5702"/>
                <a:gd name="connsiteY1" fmla="*/ 4562 h 4562"/>
                <a:gd name="connsiteX2" fmla="*/ 0 w 5702"/>
                <a:gd name="connsiteY2" fmla="*/ 2281 h 4562"/>
                <a:gd name="connsiteX3" fmla="*/ 2788 w 5702"/>
                <a:gd name="connsiteY3" fmla="*/ 0 h 4562"/>
                <a:gd name="connsiteX4" fmla="*/ 5703 w 5702"/>
                <a:gd name="connsiteY4" fmla="*/ 2281 h 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02" h="4562">
                  <a:moveTo>
                    <a:pt x="5703" y="2281"/>
                  </a:moveTo>
                  <a:lnTo>
                    <a:pt x="2788" y="4562"/>
                  </a:lnTo>
                  <a:lnTo>
                    <a:pt x="0" y="2281"/>
                  </a:lnTo>
                  <a:lnTo>
                    <a:pt x="2788" y="0"/>
                  </a:lnTo>
                  <a:lnTo>
                    <a:pt x="5703" y="22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4E10286A-70B1-C60B-E606-6F2CE9FA4F6B}"/>
                </a:ext>
              </a:extLst>
            </p:cNvPr>
            <p:cNvSpPr/>
            <p:nvPr/>
          </p:nvSpPr>
          <p:spPr>
            <a:xfrm>
              <a:off x="5451802" y="3645210"/>
              <a:ext cx="5702" cy="4435"/>
            </a:xfrm>
            <a:custGeom>
              <a:avLst/>
              <a:gdLst>
                <a:gd name="connsiteX0" fmla="*/ 5703 w 5702"/>
                <a:gd name="connsiteY0" fmla="*/ 2155 h 4435"/>
                <a:gd name="connsiteX1" fmla="*/ 2788 w 5702"/>
                <a:gd name="connsiteY1" fmla="*/ 4436 h 4435"/>
                <a:gd name="connsiteX2" fmla="*/ 0 w 5702"/>
                <a:gd name="connsiteY2" fmla="*/ 2155 h 4435"/>
                <a:gd name="connsiteX3" fmla="*/ 2788 w 5702"/>
                <a:gd name="connsiteY3" fmla="*/ 0 h 4435"/>
                <a:gd name="connsiteX4" fmla="*/ 5703 w 5702"/>
                <a:gd name="connsiteY4" fmla="*/ 2155 h 4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02" h="4435">
                  <a:moveTo>
                    <a:pt x="5703" y="2155"/>
                  </a:moveTo>
                  <a:lnTo>
                    <a:pt x="2788" y="4436"/>
                  </a:lnTo>
                  <a:lnTo>
                    <a:pt x="0" y="2155"/>
                  </a:lnTo>
                  <a:lnTo>
                    <a:pt x="2788" y="0"/>
                  </a:lnTo>
                  <a:lnTo>
                    <a:pt x="5703" y="215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A179BB8D-EF20-DF39-2C1B-6B42D268EF26}"/>
                </a:ext>
              </a:extLst>
            </p:cNvPr>
            <p:cNvSpPr/>
            <p:nvPr/>
          </p:nvSpPr>
          <p:spPr>
            <a:xfrm>
              <a:off x="5418216" y="3545088"/>
              <a:ext cx="5069" cy="4055"/>
            </a:xfrm>
            <a:custGeom>
              <a:avLst/>
              <a:gdLst>
                <a:gd name="connsiteX0" fmla="*/ 5070 w 5069"/>
                <a:gd name="connsiteY0" fmla="*/ 2028 h 4055"/>
                <a:gd name="connsiteX1" fmla="*/ 2535 w 5069"/>
                <a:gd name="connsiteY1" fmla="*/ 4056 h 4055"/>
                <a:gd name="connsiteX2" fmla="*/ 0 w 5069"/>
                <a:gd name="connsiteY2" fmla="*/ 2028 h 4055"/>
                <a:gd name="connsiteX3" fmla="*/ 2535 w 5069"/>
                <a:gd name="connsiteY3" fmla="*/ 0 h 4055"/>
                <a:gd name="connsiteX4" fmla="*/ 5070 w 5069"/>
                <a:gd name="connsiteY4" fmla="*/ 2028 h 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9" h="4055">
                  <a:moveTo>
                    <a:pt x="5070" y="2028"/>
                  </a:moveTo>
                  <a:lnTo>
                    <a:pt x="2535" y="4056"/>
                  </a:lnTo>
                  <a:lnTo>
                    <a:pt x="0" y="2028"/>
                  </a:lnTo>
                  <a:lnTo>
                    <a:pt x="2535" y="0"/>
                  </a:lnTo>
                  <a:lnTo>
                    <a:pt x="5070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6D0BD2D-0254-6367-33D8-AD511128F94A}"/>
                </a:ext>
              </a:extLst>
            </p:cNvPr>
            <p:cNvSpPr/>
            <p:nvPr/>
          </p:nvSpPr>
          <p:spPr>
            <a:xfrm>
              <a:off x="5407190" y="3441925"/>
              <a:ext cx="4308" cy="3422"/>
            </a:xfrm>
            <a:custGeom>
              <a:avLst/>
              <a:gdLst>
                <a:gd name="connsiteX0" fmla="*/ 4309 w 4308"/>
                <a:gd name="connsiteY0" fmla="*/ 1648 h 3422"/>
                <a:gd name="connsiteX1" fmla="*/ 2155 w 4308"/>
                <a:gd name="connsiteY1" fmla="*/ 3422 h 3422"/>
                <a:gd name="connsiteX2" fmla="*/ 0 w 4308"/>
                <a:gd name="connsiteY2" fmla="*/ 1648 h 3422"/>
                <a:gd name="connsiteX3" fmla="*/ 2155 w 4308"/>
                <a:gd name="connsiteY3" fmla="*/ 0 h 3422"/>
                <a:gd name="connsiteX4" fmla="*/ 4309 w 4308"/>
                <a:gd name="connsiteY4" fmla="*/ 1648 h 3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8" h="3422">
                  <a:moveTo>
                    <a:pt x="4309" y="1648"/>
                  </a:moveTo>
                  <a:lnTo>
                    <a:pt x="2155" y="3422"/>
                  </a:lnTo>
                  <a:lnTo>
                    <a:pt x="0" y="1648"/>
                  </a:lnTo>
                  <a:lnTo>
                    <a:pt x="2155" y="0"/>
                  </a:lnTo>
                  <a:lnTo>
                    <a:pt x="4309" y="164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8F2C9FF2-69D3-181A-DCFF-9F75DA59BCA5}"/>
                </a:ext>
              </a:extLst>
            </p:cNvPr>
            <p:cNvSpPr/>
            <p:nvPr/>
          </p:nvSpPr>
          <p:spPr>
            <a:xfrm>
              <a:off x="5418977" y="3338762"/>
              <a:ext cx="3548" cy="2788"/>
            </a:xfrm>
            <a:custGeom>
              <a:avLst/>
              <a:gdLst>
                <a:gd name="connsiteX0" fmla="*/ 3549 w 3548"/>
                <a:gd name="connsiteY0" fmla="*/ 1394 h 2788"/>
                <a:gd name="connsiteX1" fmla="*/ 1774 w 3548"/>
                <a:gd name="connsiteY1" fmla="*/ 2788 h 2788"/>
                <a:gd name="connsiteX2" fmla="*/ 0 w 3548"/>
                <a:gd name="connsiteY2" fmla="*/ 1394 h 2788"/>
                <a:gd name="connsiteX3" fmla="*/ 1774 w 3548"/>
                <a:gd name="connsiteY3" fmla="*/ 0 h 2788"/>
                <a:gd name="connsiteX4" fmla="*/ 3549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9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9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BE72B78C-A4C6-CA37-C9CE-3CA6F6144473}"/>
                </a:ext>
              </a:extLst>
            </p:cNvPr>
            <p:cNvSpPr/>
            <p:nvPr/>
          </p:nvSpPr>
          <p:spPr>
            <a:xfrm>
              <a:off x="5453196" y="3238641"/>
              <a:ext cx="2915" cy="2281"/>
            </a:xfrm>
            <a:custGeom>
              <a:avLst/>
              <a:gdLst>
                <a:gd name="connsiteX0" fmla="*/ 2915 w 2915"/>
                <a:gd name="connsiteY0" fmla="*/ 1141 h 2281"/>
                <a:gd name="connsiteX1" fmla="*/ 1521 w 2915"/>
                <a:gd name="connsiteY1" fmla="*/ 2281 h 2281"/>
                <a:gd name="connsiteX2" fmla="*/ 0 w 2915"/>
                <a:gd name="connsiteY2" fmla="*/ 1141 h 2281"/>
                <a:gd name="connsiteX3" fmla="*/ 1521 w 2915"/>
                <a:gd name="connsiteY3" fmla="*/ 0 h 2281"/>
                <a:gd name="connsiteX4" fmla="*/ 2915 w 2915"/>
                <a:gd name="connsiteY4" fmla="*/ 1141 h 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5" h="2281">
                  <a:moveTo>
                    <a:pt x="2915" y="1141"/>
                  </a:moveTo>
                  <a:lnTo>
                    <a:pt x="1521" y="2281"/>
                  </a:lnTo>
                  <a:lnTo>
                    <a:pt x="0" y="1141"/>
                  </a:lnTo>
                  <a:lnTo>
                    <a:pt x="1521" y="0"/>
                  </a:lnTo>
                  <a:lnTo>
                    <a:pt x="2915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A0D0836A-F6E8-D31C-3965-EBB224D19407}"/>
                </a:ext>
              </a:extLst>
            </p:cNvPr>
            <p:cNvSpPr/>
            <p:nvPr/>
          </p:nvSpPr>
          <p:spPr>
            <a:xfrm>
              <a:off x="5509340" y="3145110"/>
              <a:ext cx="1394" cy="1140"/>
            </a:xfrm>
            <a:custGeom>
              <a:avLst/>
              <a:gdLst>
                <a:gd name="connsiteX0" fmla="*/ 1394 w 1394"/>
                <a:gd name="connsiteY0" fmla="*/ 507 h 1140"/>
                <a:gd name="connsiteX1" fmla="*/ 634 w 1394"/>
                <a:gd name="connsiteY1" fmla="*/ 1141 h 1140"/>
                <a:gd name="connsiteX2" fmla="*/ 0 w 1394"/>
                <a:gd name="connsiteY2" fmla="*/ 507 h 1140"/>
                <a:gd name="connsiteX3" fmla="*/ 634 w 1394"/>
                <a:gd name="connsiteY3" fmla="*/ 0 h 1140"/>
                <a:gd name="connsiteX4" fmla="*/ 1394 w 1394"/>
                <a:gd name="connsiteY4" fmla="*/ 507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" h="1140">
                  <a:moveTo>
                    <a:pt x="1394" y="507"/>
                  </a:moveTo>
                  <a:lnTo>
                    <a:pt x="634" y="1141"/>
                  </a:lnTo>
                  <a:lnTo>
                    <a:pt x="0" y="507"/>
                  </a:lnTo>
                  <a:lnTo>
                    <a:pt x="634" y="0"/>
                  </a:lnTo>
                  <a:lnTo>
                    <a:pt x="1394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5ECCC4BB-D0A8-EC0D-D7EB-ED215A59F2B6}"/>
                </a:ext>
              </a:extLst>
            </p:cNvPr>
            <p:cNvSpPr/>
            <p:nvPr/>
          </p:nvSpPr>
          <p:spPr>
            <a:xfrm>
              <a:off x="5584875" y="3060323"/>
              <a:ext cx="506" cy="506"/>
            </a:xfrm>
            <a:custGeom>
              <a:avLst/>
              <a:gdLst>
                <a:gd name="connsiteX0" fmla="*/ 507 w 506"/>
                <a:gd name="connsiteY0" fmla="*/ 253 h 506"/>
                <a:gd name="connsiteX1" fmla="*/ 253 w 506"/>
                <a:gd name="connsiteY1" fmla="*/ 507 h 506"/>
                <a:gd name="connsiteX2" fmla="*/ 0 w 506"/>
                <a:gd name="connsiteY2" fmla="*/ 253 h 506"/>
                <a:gd name="connsiteX3" fmla="*/ 253 w 506"/>
                <a:gd name="connsiteY3" fmla="*/ 0 h 506"/>
                <a:gd name="connsiteX4" fmla="*/ 507 w 506"/>
                <a:gd name="connsiteY4" fmla="*/ 253 h 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" h="506">
                  <a:moveTo>
                    <a:pt x="507" y="253"/>
                  </a:moveTo>
                  <a:lnTo>
                    <a:pt x="253" y="507"/>
                  </a:lnTo>
                  <a:lnTo>
                    <a:pt x="0" y="253"/>
                  </a:lnTo>
                  <a:lnTo>
                    <a:pt x="253" y="0"/>
                  </a:lnTo>
                  <a:lnTo>
                    <a:pt x="507" y="25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8DEC3FB7-5D39-2DF7-D22F-19478A8BF663}"/>
                </a:ext>
              </a:extLst>
            </p:cNvPr>
            <p:cNvSpPr/>
            <p:nvPr/>
          </p:nvSpPr>
          <p:spPr>
            <a:xfrm>
              <a:off x="5677518" y="2986943"/>
              <a:ext cx="380" cy="380"/>
            </a:xfrm>
            <a:custGeom>
              <a:avLst/>
              <a:gdLst>
                <a:gd name="connsiteX0" fmla="*/ 380 w 380"/>
                <a:gd name="connsiteY0" fmla="*/ 254 h 380"/>
                <a:gd name="connsiteX1" fmla="*/ 253 w 380"/>
                <a:gd name="connsiteY1" fmla="*/ 380 h 380"/>
                <a:gd name="connsiteX2" fmla="*/ 0 w 380"/>
                <a:gd name="connsiteY2" fmla="*/ 254 h 380"/>
                <a:gd name="connsiteX3" fmla="*/ 253 w 380"/>
                <a:gd name="connsiteY3" fmla="*/ 0 h 380"/>
                <a:gd name="connsiteX4" fmla="*/ 380 w 380"/>
                <a:gd name="connsiteY4" fmla="*/ 254 h 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" h="380">
                  <a:moveTo>
                    <a:pt x="380" y="254"/>
                  </a:moveTo>
                  <a:lnTo>
                    <a:pt x="253" y="380"/>
                  </a:lnTo>
                  <a:lnTo>
                    <a:pt x="0" y="254"/>
                  </a:lnTo>
                  <a:lnTo>
                    <a:pt x="253" y="0"/>
                  </a:lnTo>
                  <a:lnTo>
                    <a:pt x="380" y="2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4DAB27B-88B2-7EC8-DB05-FB4ED4D75B11}"/>
                </a:ext>
              </a:extLst>
            </p:cNvPr>
            <p:cNvSpPr/>
            <p:nvPr/>
          </p:nvSpPr>
          <p:spPr>
            <a:xfrm>
              <a:off x="5784230" y="2926997"/>
              <a:ext cx="1394" cy="1140"/>
            </a:xfrm>
            <a:custGeom>
              <a:avLst/>
              <a:gdLst>
                <a:gd name="connsiteX0" fmla="*/ 1394 w 1394"/>
                <a:gd name="connsiteY0" fmla="*/ 634 h 1140"/>
                <a:gd name="connsiteX1" fmla="*/ 760 w 1394"/>
                <a:gd name="connsiteY1" fmla="*/ 1141 h 1140"/>
                <a:gd name="connsiteX2" fmla="*/ 0 w 1394"/>
                <a:gd name="connsiteY2" fmla="*/ 634 h 1140"/>
                <a:gd name="connsiteX3" fmla="*/ 760 w 1394"/>
                <a:gd name="connsiteY3" fmla="*/ 0 h 1140"/>
                <a:gd name="connsiteX4" fmla="*/ 1394 w 1394"/>
                <a:gd name="connsiteY4" fmla="*/ 634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" h="1140">
                  <a:moveTo>
                    <a:pt x="1394" y="634"/>
                  </a:moveTo>
                  <a:lnTo>
                    <a:pt x="760" y="1141"/>
                  </a:lnTo>
                  <a:lnTo>
                    <a:pt x="0" y="634"/>
                  </a:lnTo>
                  <a:lnTo>
                    <a:pt x="760" y="0"/>
                  </a:lnTo>
                  <a:lnTo>
                    <a:pt x="1394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3294D5FE-8A99-8CCD-B678-EC5B5C32963D}"/>
                </a:ext>
              </a:extLst>
            </p:cNvPr>
            <p:cNvSpPr/>
            <p:nvPr/>
          </p:nvSpPr>
          <p:spPr>
            <a:xfrm>
              <a:off x="5902855" y="2883019"/>
              <a:ext cx="1647" cy="1394"/>
            </a:xfrm>
            <a:custGeom>
              <a:avLst/>
              <a:gdLst>
                <a:gd name="connsiteX0" fmla="*/ 1648 w 1647"/>
                <a:gd name="connsiteY0" fmla="*/ 634 h 1394"/>
                <a:gd name="connsiteX1" fmla="*/ 760 w 1647"/>
                <a:gd name="connsiteY1" fmla="*/ 1394 h 1394"/>
                <a:gd name="connsiteX2" fmla="*/ 0 w 1647"/>
                <a:gd name="connsiteY2" fmla="*/ 634 h 1394"/>
                <a:gd name="connsiteX3" fmla="*/ 760 w 1647"/>
                <a:gd name="connsiteY3" fmla="*/ 0 h 1394"/>
                <a:gd name="connsiteX4" fmla="*/ 1648 w 1647"/>
                <a:gd name="connsiteY4" fmla="*/ 634 h 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7" h="1394">
                  <a:moveTo>
                    <a:pt x="1648" y="634"/>
                  </a:moveTo>
                  <a:lnTo>
                    <a:pt x="760" y="1394"/>
                  </a:lnTo>
                  <a:lnTo>
                    <a:pt x="0" y="634"/>
                  </a:lnTo>
                  <a:lnTo>
                    <a:pt x="760" y="0"/>
                  </a:lnTo>
                  <a:lnTo>
                    <a:pt x="1648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DC2BA3C0-25D0-17B5-B81B-BDAD2DBC94AC}"/>
                </a:ext>
              </a:extLst>
            </p:cNvPr>
            <p:cNvSpPr/>
            <p:nvPr/>
          </p:nvSpPr>
          <p:spPr>
            <a:xfrm>
              <a:off x="6028957" y="2855898"/>
              <a:ext cx="2408" cy="1900"/>
            </a:xfrm>
            <a:custGeom>
              <a:avLst/>
              <a:gdLst>
                <a:gd name="connsiteX0" fmla="*/ 2408 w 2408"/>
                <a:gd name="connsiteY0" fmla="*/ 887 h 1900"/>
                <a:gd name="connsiteX1" fmla="*/ 1141 w 2408"/>
                <a:gd name="connsiteY1" fmla="*/ 1901 h 1900"/>
                <a:gd name="connsiteX2" fmla="*/ 0 w 2408"/>
                <a:gd name="connsiteY2" fmla="*/ 887 h 1900"/>
                <a:gd name="connsiteX3" fmla="*/ 1141 w 2408"/>
                <a:gd name="connsiteY3" fmla="*/ 0 h 1900"/>
                <a:gd name="connsiteX4" fmla="*/ 2408 w 2408"/>
                <a:gd name="connsiteY4" fmla="*/ 887 h 1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8" h="1900">
                  <a:moveTo>
                    <a:pt x="2408" y="887"/>
                  </a:moveTo>
                  <a:lnTo>
                    <a:pt x="1141" y="1901"/>
                  </a:lnTo>
                  <a:lnTo>
                    <a:pt x="0" y="887"/>
                  </a:lnTo>
                  <a:lnTo>
                    <a:pt x="1141" y="0"/>
                  </a:lnTo>
                  <a:lnTo>
                    <a:pt x="2408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DC8843A8-0305-0A88-32EA-3701A0CCC29F}"/>
                </a:ext>
              </a:extLst>
            </p:cNvPr>
            <p:cNvSpPr/>
            <p:nvPr/>
          </p:nvSpPr>
          <p:spPr>
            <a:xfrm>
              <a:off x="6159115" y="2846519"/>
              <a:ext cx="3041" cy="2408"/>
            </a:xfrm>
            <a:custGeom>
              <a:avLst/>
              <a:gdLst>
                <a:gd name="connsiteX0" fmla="*/ 3042 w 3041"/>
                <a:gd name="connsiteY0" fmla="*/ 1267 h 2408"/>
                <a:gd name="connsiteX1" fmla="*/ 1521 w 3041"/>
                <a:gd name="connsiteY1" fmla="*/ 2408 h 2408"/>
                <a:gd name="connsiteX2" fmla="*/ 0 w 3041"/>
                <a:gd name="connsiteY2" fmla="*/ 1267 h 2408"/>
                <a:gd name="connsiteX3" fmla="*/ 1521 w 3041"/>
                <a:gd name="connsiteY3" fmla="*/ 0 h 2408"/>
                <a:gd name="connsiteX4" fmla="*/ 3042 w 3041"/>
                <a:gd name="connsiteY4" fmla="*/ 1267 h 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1" h="2408">
                  <a:moveTo>
                    <a:pt x="3042" y="1267"/>
                  </a:moveTo>
                  <a:lnTo>
                    <a:pt x="1521" y="2408"/>
                  </a:lnTo>
                  <a:lnTo>
                    <a:pt x="0" y="1267"/>
                  </a:lnTo>
                  <a:lnTo>
                    <a:pt x="1521" y="0"/>
                  </a:lnTo>
                  <a:lnTo>
                    <a:pt x="3042" y="126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6FC3E651-964B-8FFA-4F6E-F41E52C77D08}"/>
                </a:ext>
              </a:extLst>
            </p:cNvPr>
            <p:cNvSpPr/>
            <p:nvPr/>
          </p:nvSpPr>
          <p:spPr>
            <a:xfrm>
              <a:off x="6289273" y="2855391"/>
              <a:ext cx="3548" cy="2788"/>
            </a:xfrm>
            <a:custGeom>
              <a:avLst/>
              <a:gdLst>
                <a:gd name="connsiteX0" fmla="*/ 3549 w 3548"/>
                <a:gd name="connsiteY0" fmla="*/ 1394 h 2788"/>
                <a:gd name="connsiteX1" fmla="*/ 1774 w 3548"/>
                <a:gd name="connsiteY1" fmla="*/ 2788 h 2788"/>
                <a:gd name="connsiteX2" fmla="*/ 0 w 3548"/>
                <a:gd name="connsiteY2" fmla="*/ 1394 h 2788"/>
                <a:gd name="connsiteX3" fmla="*/ 1774 w 3548"/>
                <a:gd name="connsiteY3" fmla="*/ 0 h 2788"/>
                <a:gd name="connsiteX4" fmla="*/ 3549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9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9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CD02E1EB-DA7B-5616-1D35-4B2F5A6290C4}"/>
                </a:ext>
              </a:extLst>
            </p:cNvPr>
            <p:cNvSpPr/>
            <p:nvPr/>
          </p:nvSpPr>
          <p:spPr>
            <a:xfrm>
              <a:off x="6415502" y="2882006"/>
              <a:ext cx="4055" cy="3295"/>
            </a:xfrm>
            <a:custGeom>
              <a:avLst/>
              <a:gdLst>
                <a:gd name="connsiteX0" fmla="*/ 4056 w 4055"/>
                <a:gd name="connsiteY0" fmla="*/ 1648 h 3295"/>
                <a:gd name="connsiteX1" fmla="*/ 2028 w 4055"/>
                <a:gd name="connsiteY1" fmla="*/ 3295 h 3295"/>
                <a:gd name="connsiteX2" fmla="*/ 0 w 4055"/>
                <a:gd name="connsiteY2" fmla="*/ 1648 h 3295"/>
                <a:gd name="connsiteX3" fmla="*/ 2028 w 4055"/>
                <a:gd name="connsiteY3" fmla="*/ 0 h 3295"/>
                <a:gd name="connsiteX4" fmla="*/ 4056 w 4055"/>
                <a:gd name="connsiteY4" fmla="*/ 1648 h 3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5" h="3295">
                  <a:moveTo>
                    <a:pt x="4056" y="1648"/>
                  </a:moveTo>
                  <a:lnTo>
                    <a:pt x="2028" y="3295"/>
                  </a:lnTo>
                  <a:lnTo>
                    <a:pt x="0" y="1648"/>
                  </a:lnTo>
                  <a:lnTo>
                    <a:pt x="2028" y="0"/>
                  </a:lnTo>
                  <a:lnTo>
                    <a:pt x="4056" y="164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C9907E1-CAE1-9F0F-0A15-09B9CA786EDF}"/>
                </a:ext>
              </a:extLst>
            </p:cNvPr>
            <p:cNvSpPr/>
            <p:nvPr/>
          </p:nvSpPr>
          <p:spPr>
            <a:xfrm>
              <a:off x="6533873" y="2925729"/>
              <a:ext cx="4689" cy="3675"/>
            </a:xfrm>
            <a:custGeom>
              <a:avLst/>
              <a:gdLst>
                <a:gd name="connsiteX0" fmla="*/ 4689 w 4689"/>
                <a:gd name="connsiteY0" fmla="*/ 1901 h 3675"/>
                <a:gd name="connsiteX1" fmla="*/ 2408 w 4689"/>
                <a:gd name="connsiteY1" fmla="*/ 3675 h 3675"/>
                <a:gd name="connsiteX2" fmla="*/ 0 w 4689"/>
                <a:gd name="connsiteY2" fmla="*/ 1901 h 3675"/>
                <a:gd name="connsiteX3" fmla="*/ 2408 w 4689"/>
                <a:gd name="connsiteY3" fmla="*/ 0 h 3675"/>
                <a:gd name="connsiteX4" fmla="*/ 4689 w 4689"/>
                <a:gd name="connsiteY4" fmla="*/ 1901 h 3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89" h="3675">
                  <a:moveTo>
                    <a:pt x="4689" y="1901"/>
                  </a:moveTo>
                  <a:lnTo>
                    <a:pt x="2408" y="3675"/>
                  </a:lnTo>
                  <a:lnTo>
                    <a:pt x="0" y="1901"/>
                  </a:lnTo>
                  <a:lnTo>
                    <a:pt x="2408" y="0"/>
                  </a:lnTo>
                  <a:lnTo>
                    <a:pt x="4689" y="190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1C60E493-A1AA-B86B-A971-59427B2AB77C}"/>
                </a:ext>
              </a:extLst>
            </p:cNvPr>
            <p:cNvSpPr/>
            <p:nvPr/>
          </p:nvSpPr>
          <p:spPr>
            <a:xfrm>
              <a:off x="6641219" y="2985296"/>
              <a:ext cx="4689" cy="3675"/>
            </a:xfrm>
            <a:custGeom>
              <a:avLst/>
              <a:gdLst>
                <a:gd name="connsiteX0" fmla="*/ 4689 w 4689"/>
                <a:gd name="connsiteY0" fmla="*/ 1901 h 3675"/>
                <a:gd name="connsiteX1" fmla="*/ 2281 w 4689"/>
                <a:gd name="connsiteY1" fmla="*/ 3675 h 3675"/>
                <a:gd name="connsiteX2" fmla="*/ 0 w 4689"/>
                <a:gd name="connsiteY2" fmla="*/ 1901 h 3675"/>
                <a:gd name="connsiteX3" fmla="*/ 2281 w 4689"/>
                <a:gd name="connsiteY3" fmla="*/ 0 h 3675"/>
                <a:gd name="connsiteX4" fmla="*/ 4689 w 4689"/>
                <a:gd name="connsiteY4" fmla="*/ 1901 h 3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89" h="3675">
                  <a:moveTo>
                    <a:pt x="4689" y="1901"/>
                  </a:moveTo>
                  <a:lnTo>
                    <a:pt x="2281" y="3675"/>
                  </a:lnTo>
                  <a:lnTo>
                    <a:pt x="0" y="1901"/>
                  </a:lnTo>
                  <a:lnTo>
                    <a:pt x="2281" y="0"/>
                  </a:lnTo>
                  <a:lnTo>
                    <a:pt x="4689" y="190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9C5F9D8B-E96D-DE37-51A0-C5439A800855}"/>
                </a:ext>
              </a:extLst>
            </p:cNvPr>
            <p:cNvSpPr/>
            <p:nvPr/>
          </p:nvSpPr>
          <p:spPr>
            <a:xfrm>
              <a:off x="6733736" y="3058802"/>
              <a:ext cx="4689" cy="3675"/>
            </a:xfrm>
            <a:custGeom>
              <a:avLst/>
              <a:gdLst>
                <a:gd name="connsiteX0" fmla="*/ 4689 w 4689"/>
                <a:gd name="connsiteY0" fmla="*/ 1774 h 3675"/>
                <a:gd name="connsiteX1" fmla="*/ 2408 w 4689"/>
                <a:gd name="connsiteY1" fmla="*/ 3675 h 3675"/>
                <a:gd name="connsiteX2" fmla="*/ 0 w 4689"/>
                <a:gd name="connsiteY2" fmla="*/ 1774 h 3675"/>
                <a:gd name="connsiteX3" fmla="*/ 2408 w 4689"/>
                <a:gd name="connsiteY3" fmla="*/ 0 h 3675"/>
                <a:gd name="connsiteX4" fmla="*/ 4689 w 4689"/>
                <a:gd name="connsiteY4" fmla="*/ 1774 h 3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89" h="3675">
                  <a:moveTo>
                    <a:pt x="4689" y="1774"/>
                  </a:moveTo>
                  <a:lnTo>
                    <a:pt x="2408" y="3675"/>
                  </a:lnTo>
                  <a:lnTo>
                    <a:pt x="0" y="1774"/>
                  </a:lnTo>
                  <a:lnTo>
                    <a:pt x="2408" y="0"/>
                  </a:lnTo>
                  <a:lnTo>
                    <a:pt x="4689" y="177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1A03FA74-D5BB-57DD-94DC-16D2CD6D6110}"/>
                </a:ext>
              </a:extLst>
            </p:cNvPr>
            <p:cNvSpPr/>
            <p:nvPr/>
          </p:nvSpPr>
          <p:spPr>
            <a:xfrm>
              <a:off x="6809144" y="3144096"/>
              <a:ext cx="4181" cy="3168"/>
            </a:xfrm>
            <a:custGeom>
              <a:avLst/>
              <a:gdLst>
                <a:gd name="connsiteX0" fmla="*/ 4182 w 4181"/>
                <a:gd name="connsiteY0" fmla="*/ 1521 h 3168"/>
                <a:gd name="connsiteX1" fmla="*/ 2027 w 4181"/>
                <a:gd name="connsiteY1" fmla="*/ 3168 h 3168"/>
                <a:gd name="connsiteX2" fmla="*/ 0 w 4181"/>
                <a:gd name="connsiteY2" fmla="*/ 1521 h 3168"/>
                <a:gd name="connsiteX3" fmla="*/ 2027 w 4181"/>
                <a:gd name="connsiteY3" fmla="*/ 0 h 3168"/>
                <a:gd name="connsiteX4" fmla="*/ 4182 w 4181"/>
                <a:gd name="connsiteY4" fmla="*/ 1521 h 3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1" h="3168">
                  <a:moveTo>
                    <a:pt x="4182" y="1521"/>
                  </a:moveTo>
                  <a:lnTo>
                    <a:pt x="2027" y="3168"/>
                  </a:lnTo>
                  <a:lnTo>
                    <a:pt x="0" y="1521"/>
                  </a:lnTo>
                  <a:lnTo>
                    <a:pt x="2027" y="0"/>
                  </a:lnTo>
                  <a:lnTo>
                    <a:pt x="4182" y="152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8BEEF69A-C63E-0A90-C92F-1F9BBCC1F7D9}"/>
                </a:ext>
              </a:extLst>
            </p:cNvPr>
            <p:cNvSpPr/>
            <p:nvPr/>
          </p:nvSpPr>
          <p:spPr>
            <a:xfrm>
              <a:off x="6864528" y="3238134"/>
              <a:ext cx="4055" cy="3295"/>
            </a:xfrm>
            <a:custGeom>
              <a:avLst/>
              <a:gdLst>
                <a:gd name="connsiteX0" fmla="*/ 4056 w 4055"/>
                <a:gd name="connsiteY0" fmla="*/ 1648 h 3295"/>
                <a:gd name="connsiteX1" fmla="*/ 2027 w 4055"/>
                <a:gd name="connsiteY1" fmla="*/ 3295 h 3295"/>
                <a:gd name="connsiteX2" fmla="*/ 0 w 4055"/>
                <a:gd name="connsiteY2" fmla="*/ 1648 h 3295"/>
                <a:gd name="connsiteX3" fmla="*/ 2027 w 4055"/>
                <a:gd name="connsiteY3" fmla="*/ 0 h 3295"/>
                <a:gd name="connsiteX4" fmla="*/ 4056 w 4055"/>
                <a:gd name="connsiteY4" fmla="*/ 1648 h 3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5" h="3295">
                  <a:moveTo>
                    <a:pt x="4056" y="1648"/>
                  </a:moveTo>
                  <a:lnTo>
                    <a:pt x="2027" y="3295"/>
                  </a:lnTo>
                  <a:lnTo>
                    <a:pt x="0" y="1648"/>
                  </a:lnTo>
                  <a:lnTo>
                    <a:pt x="2027" y="0"/>
                  </a:lnTo>
                  <a:lnTo>
                    <a:pt x="4056" y="164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44997785-5594-1F40-3085-F49532B893D2}"/>
                </a:ext>
              </a:extLst>
            </p:cNvPr>
            <p:cNvSpPr/>
            <p:nvPr/>
          </p:nvSpPr>
          <p:spPr>
            <a:xfrm>
              <a:off x="6898746" y="3338762"/>
              <a:ext cx="3548" cy="2788"/>
            </a:xfrm>
            <a:custGeom>
              <a:avLst/>
              <a:gdLst>
                <a:gd name="connsiteX0" fmla="*/ 3548 w 3548"/>
                <a:gd name="connsiteY0" fmla="*/ 1394 h 2788"/>
                <a:gd name="connsiteX1" fmla="*/ 1647 w 3548"/>
                <a:gd name="connsiteY1" fmla="*/ 2788 h 2788"/>
                <a:gd name="connsiteX2" fmla="*/ 0 w 3548"/>
                <a:gd name="connsiteY2" fmla="*/ 1394 h 2788"/>
                <a:gd name="connsiteX3" fmla="*/ 1647 w 3548"/>
                <a:gd name="connsiteY3" fmla="*/ 0 h 2788"/>
                <a:gd name="connsiteX4" fmla="*/ 3548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8" y="1394"/>
                  </a:moveTo>
                  <a:lnTo>
                    <a:pt x="1647" y="2788"/>
                  </a:lnTo>
                  <a:lnTo>
                    <a:pt x="0" y="1394"/>
                  </a:lnTo>
                  <a:lnTo>
                    <a:pt x="1647" y="0"/>
                  </a:lnTo>
                  <a:lnTo>
                    <a:pt x="3548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4012565-F3FE-5D9B-F391-7599F093B13D}"/>
                </a:ext>
              </a:extLst>
            </p:cNvPr>
            <p:cNvSpPr/>
            <p:nvPr/>
          </p:nvSpPr>
          <p:spPr>
            <a:xfrm>
              <a:off x="7035241" y="3442179"/>
              <a:ext cx="3548" cy="2788"/>
            </a:xfrm>
            <a:custGeom>
              <a:avLst/>
              <a:gdLst>
                <a:gd name="connsiteX0" fmla="*/ 3549 w 3548"/>
                <a:gd name="connsiteY0" fmla="*/ 1394 h 2788"/>
                <a:gd name="connsiteX1" fmla="*/ 1774 w 3548"/>
                <a:gd name="connsiteY1" fmla="*/ 2788 h 2788"/>
                <a:gd name="connsiteX2" fmla="*/ 0 w 3548"/>
                <a:gd name="connsiteY2" fmla="*/ 1394 h 2788"/>
                <a:gd name="connsiteX3" fmla="*/ 1774 w 3548"/>
                <a:gd name="connsiteY3" fmla="*/ 0 h 2788"/>
                <a:gd name="connsiteX4" fmla="*/ 3549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9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9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1D76E3E5-C005-4989-0045-F3A3398C6DC9}"/>
                </a:ext>
              </a:extLst>
            </p:cNvPr>
            <p:cNvSpPr/>
            <p:nvPr/>
          </p:nvSpPr>
          <p:spPr>
            <a:xfrm>
              <a:off x="7025735" y="3546102"/>
              <a:ext cx="2915" cy="2281"/>
            </a:xfrm>
            <a:custGeom>
              <a:avLst/>
              <a:gdLst>
                <a:gd name="connsiteX0" fmla="*/ 2915 w 2915"/>
                <a:gd name="connsiteY0" fmla="*/ 1141 h 2281"/>
                <a:gd name="connsiteX1" fmla="*/ 1521 w 2915"/>
                <a:gd name="connsiteY1" fmla="*/ 2282 h 2281"/>
                <a:gd name="connsiteX2" fmla="*/ 0 w 2915"/>
                <a:gd name="connsiteY2" fmla="*/ 1141 h 2281"/>
                <a:gd name="connsiteX3" fmla="*/ 1521 w 2915"/>
                <a:gd name="connsiteY3" fmla="*/ 0 h 2281"/>
                <a:gd name="connsiteX4" fmla="*/ 2915 w 2915"/>
                <a:gd name="connsiteY4" fmla="*/ 1141 h 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5" h="2281">
                  <a:moveTo>
                    <a:pt x="2915" y="1141"/>
                  </a:moveTo>
                  <a:lnTo>
                    <a:pt x="1521" y="2282"/>
                  </a:lnTo>
                  <a:lnTo>
                    <a:pt x="0" y="1141"/>
                  </a:lnTo>
                  <a:lnTo>
                    <a:pt x="1521" y="0"/>
                  </a:lnTo>
                  <a:lnTo>
                    <a:pt x="2915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02DFABA4-C8EA-92FD-C06C-A4927F424861}"/>
                </a:ext>
              </a:extLst>
            </p:cNvPr>
            <p:cNvSpPr/>
            <p:nvPr/>
          </p:nvSpPr>
          <p:spPr>
            <a:xfrm>
              <a:off x="6996967" y="3647618"/>
              <a:ext cx="2281" cy="1900"/>
            </a:xfrm>
            <a:custGeom>
              <a:avLst/>
              <a:gdLst>
                <a:gd name="connsiteX0" fmla="*/ 2281 w 2281"/>
                <a:gd name="connsiteY0" fmla="*/ 887 h 1900"/>
                <a:gd name="connsiteX1" fmla="*/ 1140 w 2281"/>
                <a:gd name="connsiteY1" fmla="*/ 1901 h 1900"/>
                <a:gd name="connsiteX2" fmla="*/ 0 w 2281"/>
                <a:gd name="connsiteY2" fmla="*/ 887 h 1900"/>
                <a:gd name="connsiteX3" fmla="*/ 1140 w 2281"/>
                <a:gd name="connsiteY3" fmla="*/ 0 h 1900"/>
                <a:gd name="connsiteX4" fmla="*/ 2281 w 2281"/>
                <a:gd name="connsiteY4" fmla="*/ 887 h 1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1" h="1900">
                  <a:moveTo>
                    <a:pt x="2281" y="887"/>
                  </a:moveTo>
                  <a:lnTo>
                    <a:pt x="1140" y="1901"/>
                  </a:lnTo>
                  <a:lnTo>
                    <a:pt x="0" y="887"/>
                  </a:lnTo>
                  <a:lnTo>
                    <a:pt x="1140" y="0"/>
                  </a:lnTo>
                  <a:lnTo>
                    <a:pt x="2281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A10A55E-858A-1BB9-047B-31AC691F17E0}"/>
                </a:ext>
              </a:extLst>
            </p:cNvPr>
            <p:cNvSpPr/>
            <p:nvPr/>
          </p:nvSpPr>
          <p:spPr>
            <a:xfrm>
              <a:off x="6949567" y="3744697"/>
              <a:ext cx="1394" cy="1140"/>
            </a:xfrm>
            <a:custGeom>
              <a:avLst/>
              <a:gdLst>
                <a:gd name="connsiteX0" fmla="*/ 1395 w 1394"/>
                <a:gd name="connsiteY0" fmla="*/ 507 h 1140"/>
                <a:gd name="connsiteX1" fmla="*/ 760 w 1394"/>
                <a:gd name="connsiteY1" fmla="*/ 1141 h 1140"/>
                <a:gd name="connsiteX2" fmla="*/ 0 w 1394"/>
                <a:gd name="connsiteY2" fmla="*/ 507 h 1140"/>
                <a:gd name="connsiteX3" fmla="*/ 760 w 1394"/>
                <a:gd name="connsiteY3" fmla="*/ 0 h 1140"/>
                <a:gd name="connsiteX4" fmla="*/ 1395 w 1394"/>
                <a:gd name="connsiteY4" fmla="*/ 507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" h="1140">
                  <a:moveTo>
                    <a:pt x="1395" y="507"/>
                  </a:moveTo>
                  <a:lnTo>
                    <a:pt x="760" y="1141"/>
                  </a:lnTo>
                  <a:lnTo>
                    <a:pt x="0" y="507"/>
                  </a:lnTo>
                  <a:lnTo>
                    <a:pt x="760" y="0"/>
                  </a:lnTo>
                  <a:lnTo>
                    <a:pt x="1395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AC9661A-DA25-36CD-7A79-FBFCA37E24B4}"/>
                </a:ext>
              </a:extLst>
            </p:cNvPr>
            <p:cNvSpPr/>
            <p:nvPr/>
          </p:nvSpPr>
          <p:spPr>
            <a:xfrm>
              <a:off x="6884425" y="3834933"/>
              <a:ext cx="760" cy="633"/>
            </a:xfrm>
            <a:custGeom>
              <a:avLst/>
              <a:gdLst>
                <a:gd name="connsiteX0" fmla="*/ 760 w 760"/>
                <a:gd name="connsiteY0" fmla="*/ 253 h 633"/>
                <a:gd name="connsiteX1" fmla="*/ 380 w 760"/>
                <a:gd name="connsiteY1" fmla="*/ 634 h 633"/>
                <a:gd name="connsiteX2" fmla="*/ 0 w 760"/>
                <a:gd name="connsiteY2" fmla="*/ 253 h 633"/>
                <a:gd name="connsiteX3" fmla="*/ 380 w 760"/>
                <a:gd name="connsiteY3" fmla="*/ 0 h 633"/>
                <a:gd name="connsiteX4" fmla="*/ 760 w 760"/>
                <a:gd name="connsiteY4" fmla="*/ 253 h 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0" h="633">
                  <a:moveTo>
                    <a:pt x="760" y="253"/>
                  </a:moveTo>
                  <a:lnTo>
                    <a:pt x="380" y="634"/>
                  </a:lnTo>
                  <a:lnTo>
                    <a:pt x="0" y="253"/>
                  </a:lnTo>
                  <a:lnTo>
                    <a:pt x="380" y="0"/>
                  </a:lnTo>
                  <a:lnTo>
                    <a:pt x="760" y="25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26350828-31AC-9BF9-120A-D70DC586A151}"/>
                </a:ext>
              </a:extLst>
            </p:cNvPr>
            <p:cNvSpPr/>
            <p:nvPr/>
          </p:nvSpPr>
          <p:spPr>
            <a:xfrm>
              <a:off x="6802934" y="3916298"/>
              <a:ext cx="379" cy="380"/>
            </a:xfrm>
            <a:custGeom>
              <a:avLst/>
              <a:gdLst>
                <a:gd name="connsiteX0" fmla="*/ 380 w 379"/>
                <a:gd name="connsiteY0" fmla="*/ 126 h 380"/>
                <a:gd name="connsiteX1" fmla="*/ 253 w 379"/>
                <a:gd name="connsiteY1" fmla="*/ 380 h 380"/>
                <a:gd name="connsiteX2" fmla="*/ 0 w 379"/>
                <a:gd name="connsiteY2" fmla="*/ 126 h 380"/>
                <a:gd name="connsiteX3" fmla="*/ 253 w 379"/>
                <a:gd name="connsiteY3" fmla="*/ 0 h 380"/>
                <a:gd name="connsiteX4" fmla="*/ 380 w 379"/>
                <a:gd name="connsiteY4" fmla="*/ 126 h 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" h="380">
                  <a:moveTo>
                    <a:pt x="380" y="126"/>
                  </a:moveTo>
                  <a:lnTo>
                    <a:pt x="253" y="380"/>
                  </a:lnTo>
                  <a:lnTo>
                    <a:pt x="0" y="126"/>
                  </a:lnTo>
                  <a:lnTo>
                    <a:pt x="253" y="0"/>
                  </a:lnTo>
                  <a:lnTo>
                    <a:pt x="380" y="12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ED58951B-F5A4-03F1-319A-F5C1079147D8}"/>
                </a:ext>
              </a:extLst>
            </p:cNvPr>
            <p:cNvSpPr/>
            <p:nvPr/>
          </p:nvSpPr>
          <p:spPr>
            <a:xfrm>
              <a:off x="6706868" y="3986890"/>
              <a:ext cx="506" cy="507"/>
            </a:xfrm>
            <a:custGeom>
              <a:avLst/>
              <a:gdLst>
                <a:gd name="connsiteX0" fmla="*/ 507 w 506"/>
                <a:gd name="connsiteY0" fmla="*/ 254 h 507"/>
                <a:gd name="connsiteX1" fmla="*/ 253 w 506"/>
                <a:gd name="connsiteY1" fmla="*/ 507 h 507"/>
                <a:gd name="connsiteX2" fmla="*/ 0 w 506"/>
                <a:gd name="connsiteY2" fmla="*/ 254 h 507"/>
                <a:gd name="connsiteX3" fmla="*/ 253 w 506"/>
                <a:gd name="connsiteY3" fmla="*/ 0 h 507"/>
                <a:gd name="connsiteX4" fmla="*/ 507 w 506"/>
                <a:gd name="connsiteY4" fmla="*/ 254 h 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" h="507">
                  <a:moveTo>
                    <a:pt x="507" y="254"/>
                  </a:moveTo>
                  <a:lnTo>
                    <a:pt x="253" y="507"/>
                  </a:lnTo>
                  <a:lnTo>
                    <a:pt x="0" y="254"/>
                  </a:lnTo>
                  <a:lnTo>
                    <a:pt x="253" y="0"/>
                  </a:lnTo>
                  <a:lnTo>
                    <a:pt x="507" y="2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ADAE7812-D77D-6472-5C37-C0A2FCB86A47}"/>
                </a:ext>
              </a:extLst>
            </p:cNvPr>
            <p:cNvSpPr/>
            <p:nvPr/>
          </p:nvSpPr>
          <p:spPr>
            <a:xfrm>
              <a:off x="6598128" y="4045061"/>
              <a:ext cx="1393" cy="1140"/>
            </a:xfrm>
            <a:custGeom>
              <a:avLst/>
              <a:gdLst>
                <a:gd name="connsiteX0" fmla="*/ 1394 w 1393"/>
                <a:gd name="connsiteY0" fmla="*/ 634 h 1140"/>
                <a:gd name="connsiteX1" fmla="*/ 760 w 1393"/>
                <a:gd name="connsiteY1" fmla="*/ 1141 h 1140"/>
                <a:gd name="connsiteX2" fmla="*/ 0 w 1393"/>
                <a:gd name="connsiteY2" fmla="*/ 634 h 1140"/>
                <a:gd name="connsiteX3" fmla="*/ 760 w 1393"/>
                <a:gd name="connsiteY3" fmla="*/ 0 h 1140"/>
                <a:gd name="connsiteX4" fmla="*/ 1394 w 1393"/>
                <a:gd name="connsiteY4" fmla="*/ 634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3" h="1140">
                  <a:moveTo>
                    <a:pt x="1394" y="634"/>
                  </a:moveTo>
                  <a:lnTo>
                    <a:pt x="760" y="1141"/>
                  </a:lnTo>
                  <a:lnTo>
                    <a:pt x="0" y="634"/>
                  </a:lnTo>
                  <a:lnTo>
                    <a:pt x="760" y="0"/>
                  </a:lnTo>
                  <a:lnTo>
                    <a:pt x="1394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DDF46E30-53AF-67E8-3255-1251CB40AE9A}"/>
                </a:ext>
              </a:extLst>
            </p:cNvPr>
            <p:cNvSpPr/>
            <p:nvPr/>
          </p:nvSpPr>
          <p:spPr>
            <a:xfrm>
              <a:off x="6479757" y="4089926"/>
              <a:ext cx="2154" cy="1647"/>
            </a:xfrm>
            <a:custGeom>
              <a:avLst/>
              <a:gdLst>
                <a:gd name="connsiteX0" fmla="*/ 2155 w 2154"/>
                <a:gd name="connsiteY0" fmla="*/ 760 h 1647"/>
                <a:gd name="connsiteX1" fmla="*/ 1014 w 2154"/>
                <a:gd name="connsiteY1" fmla="*/ 1648 h 1647"/>
                <a:gd name="connsiteX2" fmla="*/ 0 w 2154"/>
                <a:gd name="connsiteY2" fmla="*/ 760 h 1647"/>
                <a:gd name="connsiteX3" fmla="*/ 1014 w 2154"/>
                <a:gd name="connsiteY3" fmla="*/ 0 h 1647"/>
                <a:gd name="connsiteX4" fmla="*/ 2155 w 2154"/>
                <a:gd name="connsiteY4" fmla="*/ 760 h 1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4" h="1647">
                  <a:moveTo>
                    <a:pt x="2155" y="760"/>
                  </a:moveTo>
                  <a:lnTo>
                    <a:pt x="1014" y="1648"/>
                  </a:lnTo>
                  <a:lnTo>
                    <a:pt x="0" y="760"/>
                  </a:lnTo>
                  <a:lnTo>
                    <a:pt x="1014" y="0"/>
                  </a:lnTo>
                  <a:lnTo>
                    <a:pt x="2155" y="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361095EF-7793-1CB3-C95F-F92534AA94DB}"/>
                </a:ext>
              </a:extLst>
            </p:cNvPr>
            <p:cNvSpPr/>
            <p:nvPr/>
          </p:nvSpPr>
          <p:spPr>
            <a:xfrm>
              <a:off x="6354162" y="4120216"/>
              <a:ext cx="2915" cy="2281"/>
            </a:xfrm>
            <a:custGeom>
              <a:avLst/>
              <a:gdLst>
                <a:gd name="connsiteX0" fmla="*/ 2915 w 2915"/>
                <a:gd name="connsiteY0" fmla="*/ 1141 h 2281"/>
                <a:gd name="connsiteX1" fmla="*/ 1521 w 2915"/>
                <a:gd name="connsiteY1" fmla="*/ 2281 h 2281"/>
                <a:gd name="connsiteX2" fmla="*/ 0 w 2915"/>
                <a:gd name="connsiteY2" fmla="*/ 1141 h 2281"/>
                <a:gd name="connsiteX3" fmla="*/ 1521 w 2915"/>
                <a:gd name="connsiteY3" fmla="*/ 0 h 2281"/>
                <a:gd name="connsiteX4" fmla="*/ 2915 w 2915"/>
                <a:gd name="connsiteY4" fmla="*/ 1141 h 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5" h="2281">
                  <a:moveTo>
                    <a:pt x="2915" y="1141"/>
                  </a:moveTo>
                  <a:lnTo>
                    <a:pt x="1521" y="2281"/>
                  </a:lnTo>
                  <a:lnTo>
                    <a:pt x="0" y="1141"/>
                  </a:lnTo>
                  <a:lnTo>
                    <a:pt x="1521" y="0"/>
                  </a:lnTo>
                  <a:lnTo>
                    <a:pt x="2915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841D09D-05D6-8259-EDC5-4CBD1C99898A}"/>
                </a:ext>
              </a:extLst>
            </p:cNvPr>
            <p:cNvSpPr/>
            <p:nvPr/>
          </p:nvSpPr>
          <p:spPr>
            <a:xfrm>
              <a:off x="6223877" y="4135171"/>
              <a:ext cx="4435" cy="3421"/>
            </a:xfrm>
            <a:custGeom>
              <a:avLst/>
              <a:gdLst>
                <a:gd name="connsiteX0" fmla="*/ 4436 w 4435"/>
                <a:gd name="connsiteY0" fmla="*/ 1648 h 3421"/>
                <a:gd name="connsiteX1" fmla="*/ 2281 w 4435"/>
                <a:gd name="connsiteY1" fmla="*/ 3422 h 3421"/>
                <a:gd name="connsiteX2" fmla="*/ 0 w 4435"/>
                <a:gd name="connsiteY2" fmla="*/ 1648 h 3421"/>
                <a:gd name="connsiteX3" fmla="*/ 2281 w 4435"/>
                <a:gd name="connsiteY3" fmla="*/ 0 h 3421"/>
                <a:gd name="connsiteX4" fmla="*/ 4436 w 4435"/>
                <a:gd name="connsiteY4" fmla="*/ 1648 h 3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5" h="3421">
                  <a:moveTo>
                    <a:pt x="4436" y="1648"/>
                  </a:moveTo>
                  <a:lnTo>
                    <a:pt x="2281" y="3422"/>
                  </a:lnTo>
                  <a:lnTo>
                    <a:pt x="0" y="1648"/>
                  </a:lnTo>
                  <a:lnTo>
                    <a:pt x="2281" y="0"/>
                  </a:lnTo>
                  <a:lnTo>
                    <a:pt x="4436" y="164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69712730-6CE8-71A0-289E-07CBBF4B88F5}"/>
                </a:ext>
              </a:extLst>
            </p:cNvPr>
            <p:cNvSpPr/>
            <p:nvPr/>
          </p:nvSpPr>
          <p:spPr>
            <a:xfrm>
              <a:off x="6092199" y="4134537"/>
              <a:ext cx="5702" cy="4562"/>
            </a:xfrm>
            <a:custGeom>
              <a:avLst/>
              <a:gdLst>
                <a:gd name="connsiteX0" fmla="*/ 5703 w 5702"/>
                <a:gd name="connsiteY0" fmla="*/ 2281 h 4562"/>
                <a:gd name="connsiteX1" fmla="*/ 2915 w 5702"/>
                <a:gd name="connsiteY1" fmla="*/ 4562 h 4562"/>
                <a:gd name="connsiteX2" fmla="*/ 0 w 5702"/>
                <a:gd name="connsiteY2" fmla="*/ 2281 h 4562"/>
                <a:gd name="connsiteX3" fmla="*/ 2915 w 5702"/>
                <a:gd name="connsiteY3" fmla="*/ 0 h 4562"/>
                <a:gd name="connsiteX4" fmla="*/ 5703 w 5702"/>
                <a:gd name="connsiteY4" fmla="*/ 2281 h 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02" h="4562">
                  <a:moveTo>
                    <a:pt x="5703" y="2281"/>
                  </a:moveTo>
                  <a:lnTo>
                    <a:pt x="2915" y="4562"/>
                  </a:lnTo>
                  <a:lnTo>
                    <a:pt x="0" y="2281"/>
                  </a:lnTo>
                  <a:lnTo>
                    <a:pt x="2915" y="0"/>
                  </a:lnTo>
                  <a:lnTo>
                    <a:pt x="5703" y="22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8DC92DBD-B0CE-2A5E-7771-56218326A390}"/>
                </a:ext>
              </a:extLst>
            </p:cNvPr>
            <p:cNvSpPr/>
            <p:nvPr/>
          </p:nvSpPr>
          <p:spPr>
            <a:xfrm>
              <a:off x="5962801" y="4119075"/>
              <a:ext cx="5576" cy="4562"/>
            </a:xfrm>
            <a:custGeom>
              <a:avLst/>
              <a:gdLst>
                <a:gd name="connsiteX0" fmla="*/ 5576 w 5576"/>
                <a:gd name="connsiteY0" fmla="*/ 2281 h 4562"/>
                <a:gd name="connsiteX1" fmla="*/ 2788 w 5576"/>
                <a:gd name="connsiteY1" fmla="*/ 4562 h 4562"/>
                <a:gd name="connsiteX2" fmla="*/ 0 w 5576"/>
                <a:gd name="connsiteY2" fmla="*/ 2281 h 4562"/>
                <a:gd name="connsiteX3" fmla="*/ 2788 w 5576"/>
                <a:gd name="connsiteY3" fmla="*/ 0 h 4562"/>
                <a:gd name="connsiteX4" fmla="*/ 5576 w 5576"/>
                <a:gd name="connsiteY4" fmla="*/ 2281 h 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6" h="4562">
                  <a:moveTo>
                    <a:pt x="5576" y="2281"/>
                  </a:moveTo>
                  <a:lnTo>
                    <a:pt x="2788" y="4562"/>
                  </a:lnTo>
                  <a:lnTo>
                    <a:pt x="0" y="2281"/>
                  </a:lnTo>
                  <a:lnTo>
                    <a:pt x="2788" y="0"/>
                  </a:lnTo>
                  <a:lnTo>
                    <a:pt x="5576" y="22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588FCF4E-6C71-90D5-AFB2-CCEF6680D2EF}"/>
                </a:ext>
              </a:extLst>
            </p:cNvPr>
            <p:cNvSpPr/>
            <p:nvPr/>
          </p:nvSpPr>
          <p:spPr>
            <a:xfrm>
              <a:off x="5837205" y="4088152"/>
              <a:ext cx="6463" cy="5196"/>
            </a:xfrm>
            <a:custGeom>
              <a:avLst/>
              <a:gdLst>
                <a:gd name="connsiteX0" fmla="*/ 6464 w 6463"/>
                <a:gd name="connsiteY0" fmla="*/ 2534 h 5196"/>
                <a:gd name="connsiteX1" fmla="*/ 3168 w 6463"/>
                <a:gd name="connsiteY1" fmla="*/ 5196 h 5196"/>
                <a:gd name="connsiteX2" fmla="*/ 0 w 6463"/>
                <a:gd name="connsiteY2" fmla="*/ 2534 h 5196"/>
                <a:gd name="connsiteX3" fmla="*/ 3168 w 6463"/>
                <a:gd name="connsiteY3" fmla="*/ 0 h 5196"/>
                <a:gd name="connsiteX4" fmla="*/ 6464 w 6463"/>
                <a:gd name="connsiteY4" fmla="*/ 2534 h 5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196">
                  <a:moveTo>
                    <a:pt x="6464" y="2534"/>
                  </a:moveTo>
                  <a:lnTo>
                    <a:pt x="3168" y="5196"/>
                  </a:lnTo>
                  <a:lnTo>
                    <a:pt x="0" y="2534"/>
                  </a:lnTo>
                  <a:lnTo>
                    <a:pt x="3168" y="0"/>
                  </a:lnTo>
                  <a:lnTo>
                    <a:pt x="6464" y="25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4C590412-EA19-5D57-C82A-5C42342EA7A3}"/>
                </a:ext>
              </a:extLst>
            </p:cNvPr>
            <p:cNvSpPr/>
            <p:nvPr/>
          </p:nvSpPr>
          <p:spPr>
            <a:xfrm>
              <a:off x="5719088" y="4043034"/>
              <a:ext cx="6590" cy="5195"/>
            </a:xfrm>
            <a:custGeom>
              <a:avLst/>
              <a:gdLst>
                <a:gd name="connsiteX0" fmla="*/ 6590 w 6590"/>
                <a:gd name="connsiteY0" fmla="*/ 2661 h 5195"/>
                <a:gd name="connsiteX1" fmla="*/ 3295 w 6590"/>
                <a:gd name="connsiteY1" fmla="*/ 5196 h 5195"/>
                <a:gd name="connsiteX2" fmla="*/ 0 w 6590"/>
                <a:gd name="connsiteY2" fmla="*/ 2661 h 5195"/>
                <a:gd name="connsiteX3" fmla="*/ 3295 w 6590"/>
                <a:gd name="connsiteY3" fmla="*/ 0 h 5195"/>
                <a:gd name="connsiteX4" fmla="*/ 6590 w 6590"/>
                <a:gd name="connsiteY4" fmla="*/ 2661 h 5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90" h="5195">
                  <a:moveTo>
                    <a:pt x="6590" y="2661"/>
                  </a:moveTo>
                  <a:lnTo>
                    <a:pt x="3295" y="5196"/>
                  </a:lnTo>
                  <a:lnTo>
                    <a:pt x="0" y="2661"/>
                  </a:lnTo>
                  <a:lnTo>
                    <a:pt x="3295" y="0"/>
                  </a:lnTo>
                  <a:lnTo>
                    <a:pt x="6590" y="266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18F54706-27CB-6285-A08C-7AD09B6F5264}"/>
                </a:ext>
              </a:extLst>
            </p:cNvPr>
            <p:cNvSpPr/>
            <p:nvPr/>
          </p:nvSpPr>
          <p:spPr>
            <a:xfrm>
              <a:off x="5610855" y="3984608"/>
              <a:ext cx="6590" cy="5069"/>
            </a:xfrm>
            <a:custGeom>
              <a:avLst/>
              <a:gdLst>
                <a:gd name="connsiteX0" fmla="*/ 6590 w 6590"/>
                <a:gd name="connsiteY0" fmla="*/ 2535 h 5069"/>
                <a:gd name="connsiteX1" fmla="*/ 3295 w 6590"/>
                <a:gd name="connsiteY1" fmla="*/ 5069 h 5069"/>
                <a:gd name="connsiteX2" fmla="*/ 0 w 6590"/>
                <a:gd name="connsiteY2" fmla="*/ 2535 h 5069"/>
                <a:gd name="connsiteX3" fmla="*/ 3295 w 6590"/>
                <a:gd name="connsiteY3" fmla="*/ 0 h 5069"/>
                <a:gd name="connsiteX4" fmla="*/ 6590 w 6590"/>
                <a:gd name="connsiteY4" fmla="*/ 2535 h 5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90" h="5069">
                  <a:moveTo>
                    <a:pt x="6590" y="2535"/>
                  </a:moveTo>
                  <a:lnTo>
                    <a:pt x="3295" y="5069"/>
                  </a:lnTo>
                  <a:lnTo>
                    <a:pt x="0" y="2535"/>
                  </a:lnTo>
                  <a:lnTo>
                    <a:pt x="3295" y="0"/>
                  </a:lnTo>
                  <a:lnTo>
                    <a:pt x="6590" y="253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252C76BA-345F-C715-550F-16CC45C39A4D}"/>
                </a:ext>
              </a:extLst>
            </p:cNvPr>
            <p:cNvSpPr/>
            <p:nvPr/>
          </p:nvSpPr>
          <p:spPr>
            <a:xfrm>
              <a:off x="5514916" y="3913890"/>
              <a:ext cx="6463" cy="5196"/>
            </a:xfrm>
            <a:custGeom>
              <a:avLst/>
              <a:gdLst>
                <a:gd name="connsiteX0" fmla="*/ 6464 w 6463"/>
                <a:gd name="connsiteY0" fmla="*/ 2534 h 5196"/>
                <a:gd name="connsiteX1" fmla="*/ 3168 w 6463"/>
                <a:gd name="connsiteY1" fmla="*/ 5196 h 5196"/>
                <a:gd name="connsiteX2" fmla="*/ 0 w 6463"/>
                <a:gd name="connsiteY2" fmla="*/ 2534 h 5196"/>
                <a:gd name="connsiteX3" fmla="*/ 3168 w 6463"/>
                <a:gd name="connsiteY3" fmla="*/ 0 h 5196"/>
                <a:gd name="connsiteX4" fmla="*/ 6464 w 6463"/>
                <a:gd name="connsiteY4" fmla="*/ 2534 h 5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196">
                  <a:moveTo>
                    <a:pt x="6464" y="2534"/>
                  </a:moveTo>
                  <a:lnTo>
                    <a:pt x="3168" y="5196"/>
                  </a:lnTo>
                  <a:lnTo>
                    <a:pt x="0" y="2534"/>
                  </a:lnTo>
                  <a:lnTo>
                    <a:pt x="3168" y="0"/>
                  </a:lnTo>
                  <a:lnTo>
                    <a:pt x="6464" y="25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54F3070A-2B8D-AA4C-F3D3-C21797334A7C}"/>
                </a:ext>
              </a:extLst>
            </p:cNvPr>
            <p:cNvSpPr/>
            <p:nvPr/>
          </p:nvSpPr>
          <p:spPr>
            <a:xfrm>
              <a:off x="5432791" y="3832272"/>
              <a:ext cx="7350" cy="5829"/>
            </a:xfrm>
            <a:custGeom>
              <a:avLst/>
              <a:gdLst>
                <a:gd name="connsiteX0" fmla="*/ 7351 w 7350"/>
                <a:gd name="connsiteY0" fmla="*/ 2915 h 5829"/>
                <a:gd name="connsiteX1" fmla="*/ 3675 w 7350"/>
                <a:gd name="connsiteY1" fmla="*/ 5830 h 5829"/>
                <a:gd name="connsiteX2" fmla="*/ 0 w 7350"/>
                <a:gd name="connsiteY2" fmla="*/ 2915 h 5829"/>
                <a:gd name="connsiteX3" fmla="*/ 3675 w 7350"/>
                <a:gd name="connsiteY3" fmla="*/ 0 h 5829"/>
                <a:gd name="connsiteX4" fmla="*/ 7351 w 7350"/>
                <a:gd name="connsiteY4" fmla="*/ 2915 h 5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0" h="5829">
                  <a:moveTo>
                    <a:pt x="7351" y="2915"/>
                  </a:moveTo>
                  <a:lnTo>
                    <a:pt x="3675" y="5830"/>
                  </a:lnTo>
                  <a:lnTo>
                    <a:pt x="0" y="2915"/>
                  </a:lnTo>
                  <a:lnTo>
                    <a:pt x="3675" y="0"/>
                  </a:lnTo>
                  <a:lnTo>
                    <a:pt x="7351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033B5DB9-0463-110E-6208-12CD13F086B9}"/>
                </a:ext>
              </a:extLst>
            </p:cNvPr>
            <p:cNvSpPr/>
            <p:nvPr/>
          </p:nvSpPr>
          <p:spPr>
            <a:xfrm>
              <a:off x="5367776" y="3742669"/>
              <a:ext cx="6463" cy="5196"/>
            </a:xfrm>
            <a:custGeom>
              <a:avLst/>
              <a:gdLst>
                <a:gd name="connsiteX0" fmla="*/ 6463 w 6463"/>
                <a:gd name="connsiteY0" fmla="*/ 2535 h 5196"/>
                <a:gd name="connsiteX1" fmla="*/ 3168 w 6463"/>
                <a:gd name="connsiteY1" fmla="*/ 5196 h 5196"/>
                <a:gd name="connsiteX2" fmla="*/ 0 w 6463"/>
                <a:gd name="connsiteY2" fmla="*/ 2535 h 5196"/>
                <a:gd name="connsiteX3" fmla="*/ 3168 w 6463"/>
                <a:gd name="connsiteY3" fmla="*/ 0 h 5196"/>
                <a:gd name="connsiteX4" fmla="*/ 6463 w 6463"/>
                <a:gd name="connsiteY4" fmla="*/ 2535 h 5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196">
                  <a:moveTo>
                    <a:pt x="6463" y="2535"/>
                  </a:moveTo>
                  <a:lnTo>
                    <a:pt x="3168" y="5196"/>
                  </a:lnTo>
                  <a:lnTo>
                    <a:pt x="0" y="2535"/>
                  </a:lnTo>
                  <a:lnTo>
                    <a:pt x="3168" y="0"/>
                  </a:lnTo>
                  <a:lnTo>
                    <a:pt x="6463" y="253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6FE8FCA5-1523-6458-5017-1580E8ED853C}"/>
                </a:ext>
              </a:extLst>
            </p:cNvPr>
            <p:cNvSpPr/>
            <p:nvPr/>
          </p:nvSpPr>
          <p:spPr>
            <a:xfrm>
              <a:off x="5319870" y="3645970"/>
              <a:ext cx="6463" cy="5069"/>
            </a:xfrm>
            <a:custGeom>
              <a:avLst/>
              <a:gdLst>
                <a:gd name="connsiteX0" fmla="*/ 6463 w 6463"/>
                <a:gd name="connsiteY0" fmla="*/ 2535 h 5069"/>
                <a:gd name="connsiteX1" fmla="*/ 3168 w 6463"/>
                <a:gd name="connsiteY1" fmla="*/ 5069 h 5069"/>
                <a:gd name="connsiteX2" fmla="*/ 0 w 6463"/>
                <a:gd name="connsiteY2" fmla="*/ 2535 h 5069"/>
                <a:gd name="connsiteX3" fmla="*/ 3168 w 6463"/>
                <a:gd name="connsiteY3" fmla="*/ 0 h 5069"/>
                <a:gd name="connsiteX4" fmla="*/ 6463 w 6463"/>
                <a:gd name="connsiteY4" fmla="*/ 2535 h 5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069">
                  <a:moveTo>
                    <a:pt x="6463" y="2535"/>
                  </a:moveTo>
                  <a:lnTo>
                    <a:pt x="3168" y="5069"/>
                  </a:lnTo>
                  <a:lnTo>
                    <a:pt x="0" y="2535"/>
                  </a:lnTo>
                  <a:lnTo>
                    <a:pt x="3168" y="0"/>
                  </a:lnTo>
                  <a:lnTo>
                    <a:pt x="6463" y="253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53701A8F-824A-A11D-2A21-7A77D4A6DBF9}"/>
                </a:ext>
              </a:extLst>
            </p:cNvPr>
            <p:cNvSpPr/>
            <p:nvPr/>
          </p:nvSpPr>
          <p:spPr>
            <a:xfrm>
              <a:off x="5291100" y="3544961"/>
              <a:ext cx="5703" cy="4562"/>
            </a:xfrm>
            <a:custGeom>
              <a:avLst/>
              <a:gdLst>
                <a:gd name="connsiteX0" fmla="*/ 5703 w 5703"/>
                <a:gd name="connsiteY0" fmla="*/ 2281 h 4562"/>
                <a:gd name="connsiteX1" fmla="*/ 2788 w 5703"/>
                <a:gd name="connsiteY1" fmla="*/ 4563 h 4562"/>
                <a:gd name="connsiteX2" fmla="*/ 0 w 5703"/>
                <a:gd name="connsiteY2" fmla="*/ 2281 h 4562"/>
                <a:gd name="connsiteX3" fmla="*/ 2788 w 5703"/>
                <a:gd name="connsiteY3" fmla="*/ 0 h 4562"/>
                <a:gd name="connsiteX4" fmla="*/ 5703 w 5703"/>
                <a:gd name="connsiteY4" fmla="*/ 2281 h 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03" h="4562">
                  <a:moveTo>
                    <a:pt x="5703" y="2281"/>
                  </a:moveTo>
                  <a:lnTo>
                    <a:pt x="2788" y="4563"/>
                  </a:lnTo>
                  <a:lnTo>
                    <a:pt x="0" y="2281"/>
                  </a:lnTo>
                  <a:lnTo>
                    <a:pt x="2788" y="0"/>
                  </a:lnTo>
                  <a:lnTo>
                    <a:pt x="5703" y="22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DE9B3B64-D2F9-ACF3-3BEF-F2C09481FE38}"/>
                </a:ext>
              </a:extLst>
            </p:cNvPr>
            <p:cNvSpPr/>
            <p:nvPr/>
          </p:nvSpPr>
          <p:spPr>
            <a:xfrm>
              <a:off x="5281595" y="3441545"/>
              <a:ext cx="5069" cy="4055"/>
            </a:xfrm>
            <a:custGeom>
              <a:avLst/>
              <a:gdLst>
                <a:gd name="connsiteX0" fmla="*/ 5070 w 5069"/>
                <a:gd name="connsiteY0" fmla="*/ 2028 h 4055"/>
                <a:gd name="connsiteX1" fmla="*/ 2535 w 5069"/>
                <a:gd name="connsiteY1" fmla="*/ 4056 h 4055"/>
                <a:gd name="connsiteX2" fmla="*/ 0 w 5069"/>
                <a:gd name="connsiteY2" fmla="*/ 2028 h 4055"/>
                <a:gd name="connsiteX3" fmla="*/ 2535 w 5069"/>
                <a:gd name="connsiteY3" fmla="*/ 0 h 4055"/>
                <a:gd name="connsiteX4" fmla="*/ 5070 w 5069"/>
                <a:gd name="connsiteY4" fmla="*/ 2028 h 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9" h="4055">
                  <a:moveTo>
                    <a:pt x="5070" y="2028"/>
                  </a:moveTo>
                  <a:lnTo>
                    <a:pt x="2535" y="4056"/>
                  </a:lnTo>
                  <a:lnTo>
                    <a:pt x="0" y="2028"/>
                  </a:lnTo>
                  <a:lnTo>
                    <a:pt x="2535" y="0"/>
                  </a:lnTo>
                  <a:lnTo>
                    <a:pt x="5070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48AB908D-C778-1B51-A283-A82619AF40BC}"/>
                </a:ext>
              </a:extLst>
            </p:cNvPr>
            <p:cNvSpPr/>
            <p:nvPr/>
          </p:nvSpPr>
          <p:spPr>
            <a:xfrm>
              <a:off x="5291734" y="3338255"/>
              <a:ext cx="4308" cy="3421"/>
            </a:xfrm>
            <a:custGeom>
              <a:avLst/>
              <a:gdLst>
                <a:gd name="connsiteX0" fmla="*/ 4309 w 4308"/>
                <a:gd name="connsiteY0" fmla="*/ 1774 h 3421"/>
                <a:gd name="connsiteX1" fmla="*/ 2154 w 4308"/>
                <a:gd name="connsiteY1" fmla="*/ 3422 h 3421"/>
                <a:gd name="connsiteX2" fmla="*/ 0 w 4308"/>
                <a:gd name="connsiteY2" fmla="*/ 1774 h 3421"/>
                <a:gd name="connsiteX3" fmla="*/ 2154 w 4308"/>
                <a:gd name="connsiteY3" fmla="*/ 0 h 3421"/>
                <a:gd name="connsiteX4" fmla="*/ 4309 w 4308"/>
                <a:gd name="connsiteY4" fmla="*/ 1774 h 3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8" h="3421">
                  <a:moveTo>
                    <a:pt x="4309" y="1774"/>
                  </a:moveTo>
                  <a:lnTo>
                    <a:pt x="2154" y="3422"/>
                  </a:lnTo>
                  <a:lnTo>
                    <a:pt x="0" y="1774"/>
                  </a:lnTo>
                  <a:lnTo>
                    <a:pt x="2154" y="0"/>
                  </a:lnTo>
                  <a:lnTo>
                    <a:pt x="4309" y="177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41FF2C39-317D-50F2-C32F-3B74C7879D2D}"/>
                </a:ext>
              </a:extLst>
            </p:cNvPr>
            <p:cNvSpPr/>
            <p:nvPr/>
          </p:nvSpPr>
          <p:spPr>
            <a:xfrm>
              <a:off x="5321390" y="3237246"/>
              <a:ext cx="3421" cy="2788"/>
            </a:xfrm>
            <a:custGeom>
              <a:avLst/>
              <a:gdLst>
                <a:gd name="connsiteX0" fmla="*/ 3422 w 3421"/>
                <a:gd name="connsiteY0" fmla="*/ 1521 h 2788"/>
                <a:gd name="connsiteX1" fmla="*/ 1648 w 3421"/>
                <a:gd name="connsiteY1" fmla="*/ 2788 h 2788"/>
                <a:gd name="connsiteX2" fmla="*/ 0 w 3421"/>
                <a:gd name="connsiteY2" fmla="*/ 1521 h 2788"/>
                <a:gd name="connsiteX3" fmla="*/ 1648 w 3421"/>
                <a:gd name="connsiteY3" fmla="*/ 0 h 2788"/>
                <a:gd name="connsiteX4" fmla="*/ 3422 w 3421"/>
                <a:gd name="connsiteY4" fmla="*/ 1521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21" h="2788">
                  <a:moveTo>
                    <a:pt x="3422" y="1521"/>
                  </a:moveTo>
                  <a:lnTo>
                    <a:pt x="1648" y="2788"/>
                  </a:lnTo>
                  <a:lnTo>
                    <a:pt x="0" y="1521"/>
                  </a:lnTo>
                  <a:lnTo>
                    <a:pt x="1648" y="0"/>
                  </a:lnTo>
                  <a:lnTo>
                    <a:pt x="3422" y="152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F00AFCAA-FA81-0903-EC54-67E3A6C2FF7B}"/>
                </a:ext>
              </a:extLst>
            </p:cNvPr>
            <p:cNvSpPr/>
            <p:nvPr/>
          </p:nvSpPr>
          <p:spPr>
            <a:xfrm>
              <a:off x="5369930" y="3141054"/>
              <a:ext cx="2154" cy="1774"/>
            </a:xfrm>
            <a:custGeom>
              <a:avLst/>
              <a:gdLst>
                <a:gd name="connsiteX0" fmla="*/ 2155 w 2154"/>
                <a:gd name="connsiteY0" fmla="*/ 887 h 1774"/>
                <a:gd name="connsiteX1" fmla="*/ 1014 w 2154"/>
                <a:gd name="connsiteY1" fmla="*/ 1774 h 1774"/>
                <a:gd name="connsiteX2" fmla="*/ 0 w 2154"/>
                <a:gd name="connsiteY2" fmla="*/ 887 h 1774"/>
                <a:gd name="connsiteX3" fmla="*/ 1014 w 2154"/>
                <a:gd name="connsiteY3" fmla="*/ 0 h 1774"/>
                <a:gd name="connsiteX4" fmla="*/ 2155 w 2154"/>
                <a:gd name="connsiteY4" fmla="*/ 887 h 1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4" h="1774">
                  <a:moveTo>
                    <a:pt x="2155" y="887"/>
                  </a:moveTo>
                  <a:lnTo>
                    <a:pt x="1014" y="1774"/>
                  </a:lnTo>
                  <a:lnTo>
                    <a:pt x="0" y="887"/>
                  </a:lnTo>
                  <a:lnTo>
                    <a:pt x="1014" y="0"/>
                  </a:lnTo>
                  <a:lnTo>
                    <a:pt x="2155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1F8A3679-D2D4-A347-3121-778CF35C38CC}"/>
                </a:ext>
              </a:extLst>
            </p:cNvPr>
            <p:cNvSpPr/>
            <p:nvPr/>
          </p:nvSpPr>
          <p:spPr>
            <a:xfrm>
              <a:off x="5435833" y="3051452"/>
              <a:ext cx="1267" cy="1140"/>
            </a:xfrm>
            <a:custGeom>
              <a:avLst/>
              <a:gdLst>
                <a:gd name="connsiteX0" fmla="*/ 1267 w 1267"/>
                <a:gd name="connsiteY0" fmla="*/ 507 h 1140"/>
                <a:gd name="connsiteX1" fmla="*/ 634 w 1267"/>
                <a:gd name="connsiteY1" fmla="*/ 1141 h 1140"/>
                <a:gd name="connsiteX2" fmla="*/ 0 w 1267"/>
                <a:gd name="connsiteY2" fmla="*/ 507 h 1140"/>
                <a:gd name="connsiteX3" fmla="*/ 634 w 1267"/>
                <a:gd name="connsiteY3" fmla="*/ 0 h 1140"/>
                <a:gd name="connsiteX4" fmla="*/ 1267 w 1267"/>
                <a:gd name="connsiteY4" fmla="*/ 507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7" h="1140">
                  <a:moveTo>
                    <a:pt x="1267" y="507"/>
                  </a:moveTo>
                  <a:lnTo>
                    <a:pt x="634" y="1141"/>
                  </a:lnTo>
                  <a:lnTo>
                    <a:pt x="0" y="507"/>
                  </a:lnTo>
                  <a:lnTo>
                    <a:pt x="634" y="0"/>
                  </a:lnTo>
                  <a:lnTo>
                    <a:pt x="1267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1D70469D-1799-887F-E9AB-9E98D1DEB394}"/>
                </a:ext>
              </a:extLst>
            </p:cNvPr>
            <p:cNvSpPr/>
            <p:nvPr/>
          </p:nvSpPr>
          <p:spPr>
            <a:xfrm>
              <a:off x="5613770" y="2899749"/>
              <a:ext cx="760" cy="633"/>
            </a:xfrm>
            <a:custGeom>
              <a:avLst/>
              <a:gdLst>
                <a:gd name="connsiteX0" fmla="*/ 760 w 760"/>
                <a:gd name="connsiteY0" fmla="*/ 380 h 633"/>
                <a:gd name="connsiteX1" fmla="*/ 380 w 760"/>
                <a:gd name="connsiteY1" fmla="*/ 634 h 633"/>
                <a:gd name="connsiteX2" fmla="*/ 0 w 760"/>
                <a:gd name="connsiteY2" fmla="*/ 380 h 633"/>
                <a:gd name="connsiteX3" fmla="*/ 380 w 760"/>
                <a:gd name="connsiteY3" fmla="*/ 0 h 633"/>
                <a:gd name="connsiteX4" fmla="*/ 760 w 760"/>
                <a:gd name="connsiteY4" fmla="*/ 380 h 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0" h="633">
                  <a:moveTo>
                    <a:pt x="760" y="380"/>
                  </a:moveTo>
                  <a:lnTo>
                    <a:pt x="380" y="634"/>
                  </a:lnTo>
                  <a:lnTo>
                    <a:pt x="0" y="380"/>
                  </a:lnTo>
                  <a:lnTo>
                    <a:pt x="380" y="0"/>
                  </a:lnTo>
                  <a:lnTo>
                    <a:pt x="760" y="38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980C5FA8-50F3-0472-8764-0CFE693F2AF0}"/>
                </a:ext>
              </a:extLst>
            </p:cNvPr>
            <p:cNvSpPr/>
            <p:nvPr/>
          </p:nvSpPr>
          <p:spPr>
            <a:xfrm>
              <a:off x="5722003" y="2841197"/>
              <a:ext cx="760" cy="633"/>
            </a:xfrm>
            <a:custGeom>
              <a:avLst/>
              <a:gdLst>
                <a:gd name="connsiteX0" fmla="*/ 760 w 760"/>
                <a:gd name="connsiteY0" fmla="*/ 380 h 633"/>
                <a:gd name="connsiteX1" fmla="*/ 380 w 760"/>
                <a:gd name="connsiteY1" fmla="*/ 634 h 633"/>
                <a:gd name="connsiteX2" fmla="*/ 0 w 760"/>
                <a:gd name="connsiteY2" fmla="*/ 380 h 633"/>
                <a:gd name="connsiteX3" fmla="*/ 380 w 760"/>
                <a:gd name="connsiteY3" fmla="*/ 0 h 633"/>
                <a:gd name="connsiteX4" fmla="*/ 760 w 760"/>
                <a:gd name="connsiteY4" fmla="*/ 380 h 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0" h="633">
                  <a:moveTo>
                    <a:pt x="760" y="380"/>
                  </a:moveTo>
                  <a:lnTo>
                    <a:pt x="380" y="634"/>
                  </a:lnTo>
                  <a:lnTo>
                    <a:pt x="0" y="380"/>
                  </a:lnTo>
                  <a:lnTo>
                    <a:pt x="380" y="0"/>
                  </a:lnTo>
                  <a:lnTo>
                    <a:pt x="760" y="38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ECA6472A-3985-6BD6-12B6-6091DC1A011B}"/>
                </a:ext>
              </a:extLst>
            </p:cNvPr>
            <p:cNvSpPr/>
            <p:nvPr/>
          </p:nvSpPr>
          <p:spPr>
            <a:xfrm>
              <a:off x="5839487" y="2795825"/>
              <a:ext cx="1774" cy="1394"/>
            </a:xfrm>
            <a:custGeom>
              <a:avLst/>
              <a:gdLst>
                <a:gd name="connsiteX0" fmla="*/ 1774 w 1774"/>
                <a:gd name="connsiteY0" fmla="*/ 634 h 1394"/>
                <a:gd name="connsiteX1" fmla="*/ 887 w 1774"/>
                <a:gd name="connsiteY1" fmla="*/ 1394 h 1394"/>
                <a:gd name="connsiteX2" fmla="*/ 0 w 1774"/>
                <a:gd name="connsiteY2" fmla="*/ 634 h 1394"/>
                <a:gd name="connsiteX3" fmla="*/ 887 w 1774"/>
                <a:gd name="connsiteY3" fmla="*/ 0 h 1394"/>
                <a:gd name="connsiteX4" fmla="*/ 1774 w 1774"/>
                <a:gd name="connsiteY4" fmla="*/ 634 h 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" h="1394">
                  <a:moveTo>
                    <a:pt x="1774" y="634"/>
                  </a:moveTo>
                  <a:lnTo>
                    <a:pt x="887" y="1394"/>
                  </a:lnTo>
                  <a:lnTo>
                    <a:pt x="0" y="634"/>
                  </a:lnTo>
                  <a:lnTo>
                    <a:pt x="887" y="0"/>
                  </a:lnTo>
                  <a:lnTo>
                    <a:pt x="1774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4625CA0D-C6ED-D4B5-24C8-C4ACA8749477}"/>
                </a:ext>
              </a:extLst>
            </p:cNvPr>
            <p:cNvSpPr/>
            <p:nvPr/>
          </p:nvSpPr>
          <p:spPr>
            <a:xfrm>
              <a:off x="5964449" y="2764902"/>
              <a:ext cx="2281" cy="1900"/>
            </a:xfrm>
            <a:custGeom>
              <a:avLst/>
              <a:gdLst>
                <a:gd name="connsiteX0" fmla="*/ 2281 w 2281"/>
                <a:gd name="connsiteY0" fmla="*/ 1014 h 1900"/>
                <a:gd name="connsiteX1" fmla="*/ 1141 w 2281"/>
                <a:gd name="connsiteY1" fmla="*/ 1901 h 1900"/>
                <a:gd name="connsiteX2" fmla="*/ 0 w 2281"/>
                <a:gd name="connsiteY2" fmla="*/ 1014 h 1900"/>
                <a:gd name="connsiteX3" fmla="*/ 1141 w 2281"/>
                <a:gd name="connsiteY3" fmla="*/ 0 h 1900"/>
                <a:gd name="connsiteX4" fmla="*/ 2281 w 2281"/>
                <a:gd name="connsiteY4" fmla="*/ 1014 h 1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1" h="1900">
                  <a:moveTo>
                    <a:pt x="2281" y="1014"/>
                  </a:moveTo>
                  <a:lnTo>
                    <a:pt x="1141" y="1901"/>
                  </a:lnTo>
                  <a:lnTo>
                    <a:pt x="0" y="1014"/>
                  </a:lnTo>
                  <a:lnTo>
                    <a:pt x="1141" y="0"/>
                  </a:lnTo>
                  <a:lnTo>
                    <a:pt x="2281" y="101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A97DE32F-D120-2979-BFDF-2BF1838A959F}"/>
                </a:ext>
              </a:extLst>
            </p:cNvPr>
            <p:cNvSpPr/>
            <p:nvPr/>
          </p:nvSpPr>
          <p:spPr>
            <a:xfrm>
              <a:off x="6093592" y="2749186"/>
              <a:ext cx="3041" cy="2408"/>
            </a:xfrm>
            <a:custGeom>
              <a:avLst/>
              <a:gdLst>
                <a:gd name="connsiteX0" fmla="*/ 3042 w 3041"/>
                <a:gd name="connsiteY0" fmla="*/ 1141 h 2408"/>
                <a:gd name="connsiteX1" fmla="*/ 1521 w 3041"/>
                <a:gd name="connsiteY1" fmla="*/ 2408 h 2408"/>
                <a:gd name="connsiteX2" fmla="*/ 0 w 3041"/>
                <a:gd name="connsiteY2" fmla="*/ 1141 h 2408"/>
                <a:gd name="connsiteX3" fmla="*/ 1521 w 3041"/>
                <a:gd name="connsiteY3" fmla="*/ 0 h 2408"/>
                <a:gd name="connsiteX4" fmla="*/ 3042 w 3041"/>
                <a:gd name="connsiteY4" fmla="*/ 1141 h 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1" h="2408">
                  <a:moveTo>
                    <a:pt x="3042" y="1141"/>
                  </a:moveTo>
                  <a:lnTo>
                    <a:pt x="1521" y="2408"/>
                  </a:lnTo>
                  <a:lnTo>
                    <a:pt x="0" y="1141"/>
                  </a:lnTo>
                  <a:lnTo>
                    <a:pt x="1521" y="0"/>
                  </a:lnTo>
                  <a:lnTo>
                    <a:pt x="3042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FA1CE1C9-CF67-5CBB-87B7-5573A587A9D9}"/>
                </a:ext>
              </a:extLst>
            </p:cNvPr>
            <p:cNvSpPr/>
            <p:nvPr/>
          </p:nvSpPr>
          <p:spPr>
            <a:xfrm>
              <a:off x="6224004" y="2748806"/>
              <a:ext cx="4182" cy="3168"/>
            </a:xfrm>
            <a:custGeom>
              <a:avLst/>
              <a:gdLst>
                <a:gd name="connsiteX0" fmla="*/ 4182 w 4182"/>
                <a:gd name="connsiteY0" fmla="*/ 1521 h 3168"/>
                <a:gd name="connsiteX1" fmla="*/ 2154 w 4182"/>
                <a:gd name="connsiteY1" fmla="*/ 3168 h 3168"/>
                <a:gd name="connsiteX2" fmla="*/ 0 w 4182"/>
                <a:gd name="connsiteY2" fmla="*/ 1521 h 3168"/>
                <a:gd name="connsiteX3" fmla="*/ 2154 w 4182"/>
                <a:gd name="connsiteY3" fmla="*/ 0 h 3168"/>
                <a:gd name="connsiteX4" fmla="*/ 4182 w 4182"/>
                <a:gd name="connsiteY4" fmla="*/ 1521 h 3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2" h="3168">
                  <a:moveTo>
                    <a:pt x="4182" y="1521"/>
                  </a:moveTo>
                  <a:lnTo>
                    <a:pt x="2154" y="3168"/>
                  </a:lnTo>
                  <a:lnTo>
                    <a:pt x="0" y="1521"/>
                  </a:lnTo>
                  <a:lnTo>
                    <a:pt x="2154" y="0"/>
                  </a:lnTo>
                  <a:lnTo>
                    <a:pt x="4182" y="152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E2BE9886-06E6-CFF4-85CB-9976242C3FA1}"/>
                </a:ext>
              </a:extLst>
            </p:cNvPr>
            <p:cNvSpPr/>
            <p:nvPr/>
          </p:nvSpPr>
          <p:spPr>
            <a:xfrm>
              <a:off x="6353274" y="2764014"/>
              <a:ext cx="4689" cy="3675"/>
            </a:xfrm>
            <a:custGeom>
              <a:avLst/>
              <a:gdLst>
                <a:gd name="connsiteX0" fmla="*/ 4690 w 4689"/>
                <a:gd name="connsiteY0" fmla="*/ 1901 h 3675"/>
                <a:gd name="connsiteX1" fmla="*/ 2408 w 4689"/>
                <a:gd name="connsiteY1" fmla="*/ 3675 h 3675"/>
                <a:gd name="connsiteX2" fmla="*/ 0 w 4689"/>
                <a:gd name="connsiteY2" fmla="*/ 1901 h 3675"/>
                <a:gd name="connsiteX3" fmla="*/ 2408 w 4689"/>
                <a:gd name="connsiteY3" fmla="*/ 0 h 3675"/>
                <a:gd name="connsiteX4" fmla="*/ 4690 w 4689"/>
                <a:gd name="connsiteY4" fmla="*/ 1901 h 3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89" h="3675">
                  <a:moveTo>
                    <a:pt x="4690" y="1901"/>
                  </a:moveTo>
                  <a:lnTo>
                    <a:pt x="2408" y="3675"/>
                  </a:lnTo>
                  <a:lnTo>
                    <a:pt x="0" y="1901"/>
                  </a:lnTo>
                  <a:lnTo>
                    <a:pt x="2408" y="0"/>
                  </a:lnTo>
                  <a:lnTo>
                    <a:pt x="4690" y="190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84006379-AB39-C3ED-5315-B9A39198CB25}"/>
                </a:ext>
              </a:extLst>
            </p:cNvPr>
            <p:cNvSpPr/>
            <p:nvPr/>
          </p:nvSpPr>
          <p:spPr>
            <a:xfrm>
              <a:off x="6478109" y="2794431"/>
              <a:ext cx="5323" cy="4182"/>
            </a:xfrm>
            <a:custGeom>
              <a:avLst/>
              <a:gdLst>
                <a:gd name="connsiteX0" fmla="*/ 5323 w 5323"/>
                <a:gd name="connsiteY0" fmla="*/ 2028 h 4182"/>
                <a:gd name="connsiteX1" fmla="*/ 2661 w 5323"/>
                <a:gd name="connsiteY1" fmla="*/ 4182 h 4182"/>
                <a:gd name="connsiteX2" fmla="*/ 0 w 5323"/>
                <a:gd name="connsiteY2" fmla="*/ 2028 h 4182"/>
                <a:gd name="connsiteX3" fmla="*/ 2661 w 5323"/>
                <a:gd name="connsiteY3" fmla="*/ 0 h 4182"/>
                <a:gd name="connsiteX4" fmla="*/ 5323 w 5323"/>
                <a:gd name="connsiteY4" fmla="*/ 2028 h 4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23" h="4182">
                  <a:moveTo>
                    <a:pt x="5323" y="2028"/>
                  </a:moveTo>
                  <a:lnTo>
                    <a:pt x="2661" y="4182"/>
                  </a:lnTo>
                  <a:lnTo>
                    <a:pt x="0" y="2028"/>
                  </a:lnTo>
                  <a:lnTo>
                    <a:pt x="2661" y="0"/>
                  </a:lnTo>
                  <a:lnTo>
                    <a:pt x="5323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25476F85-1E99-B4C7-749D-8A2FE2C5074D}"/>
                </a:ext>
              </a:extLst>
            </p:cNvPr>
            <p:cNvSpPr/>
            <p:nvPr/>
          </p:nvSpPr>
          <p:spPr>
            <a:xfrm>
              <a:off x="6596481" y="2839676"/>
              <a:ext cx="4689" cy="3802"/>
            </a:xfrm>
            <a:custGeom>
              <a:avLst/>
              <a:gdLst>
                <a:gd name="connsiteX0" fmla="*/ 4689 w 4689"/>
                <a:gd name="connsiteY0" fmla="*/ 1901 h 3802"/>
                <a:gd name="connsiteX1" fmla="*/ 2408 w 4689"/>
                <a:gd name="connsiteY1" fmla="*/ 3802 h 3802"/>
                <a:gd name="connsiteX2" fmla="*/ 0 w 4689"/>
                <a:gd name="connsiteY2" fmla="*/ 1901 h 3802"/>
                <a:gd name="connsiteX3" fmla="*/ 2408 w 4689"/>
                <a:gd name="connsiteY3" fmla="*/ 0 h 3802"/>
                <a:gd name="connsiteX4" fmla="*/ 4689 w 4689"/>
                <a:gd name="connsiteY4" fmla="*/ 1901 h 3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89" h="3802">
                  <a:moveTo>
                    <a:pt x="4689" y="1901"/>
                  </a:moveTo>
                  <a:lnTo>
                    <a:pt x="2408" y="3802"/>
                  </a:lnTo>
                  <a:lnTo>
                    <a:pt x="0" y="1901"/>
                  </a:lnTo>
                  <a:lnTo>
                    <a:pt x="2408" y="0"/>
                  </a:lnTo>
                  <a:lnTo>
                    <a:pt x="4689" y="190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073B4690-CA11-C13A-B154-5FD8F41AF1AA}"/>
                </a:ext>
              </a:extLst>
            </p:cNvPr>
            <p:cNvSpPr/>
            <p:nvPr/>
          </p:nvSpPr>
          <p:spPr>
            <a:xfrm>
              <a:off x="6704460" y="2897974"/>
              <a:ext cx="5322" cy="4182"/>
            </a:xfrm>
            <a:custGeom>
              <a:avLst/>
              <a:gdLst>
                <a:gd name="connsiteX0" fmla="*/ 5323 w 5322"/>
                <a:gd name="connsiteY0" fmla="*/ 2154 h 4182"/>
                <a:gd name="connsiteX1" fmla="*/ 2661 w 5322"/>
                <a:gd name="connsiteY1" fmla="*/ 4182 h 4182"/>
                <a:gd name="connsiteX2" fmla="*/ 0 w 5322"/>
                <a:gd name="connsiteY2" fmla="*/ 2154 h 4182"/>
                <a:gd name="connsiteX3" fmla="*/ 2661 w 5322"/>
                <a:gd name="connsiteY3" fmla="*/ 0 h 4182"/>
                <a:gd name="connsiteX4" fmla="*/ 5323 w 5322"/>
                <a:gd name="connsiteY4" fmla="*/ 2154 h 4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22" h="4182">
                  <a:moveTo>
                    <a:pt x="5323" y="2154"/>
                  </a:moveTo>
                  <a:lnTo>
                    <a:pt x="2661" y="4182"/>
                  </a:lnTo>
                  <a:lnTo>
                    <a:pt x="0" y="2154"/>
                  </a:lnTo>
                  <a:lnTo>
                    <a:pt x="2661" y="0"/>
                  </a:lnTo>
                  <a:lnTo>
                    <a:pt x="5323" y="21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EDE10473-9B5F-4DA3-8055-FEFE8352B8CE}"/>
                </a:ext>
              </a:extLst>
            </p:cNvPr>
            <p:cNvSpPr/>
            <p:nvPr/>
          </p:nvSpPr>
          <p:spPr>
            <a:xfrm>
              <a:off x="6800399" y="2968693"/>
              <a:ext cx="5322" cy="4182"/>
            </a:xfrm>
            <a:custGeom>
              <a:avLst/>
              <a:gdLst>
                <a:gd name="connsiteX0" fmla="*/ 5323 w 5322"/>
                <a:gd name="connsiteY0" fmla="*/ 2028 h 4182"/>
                <a:gd name="connsiteX1" fmla="*/ 2661 w 5322"/>
                <a:gd name="connsiteY1" fmla="*/ 4182 h 4182"/>
                <a:gd name="connsiteX2" fmla="*/ 0 w 5322"/>
                <a:gd name="connsiteY2" fmla="*/ 2028 h 4182"/>
                <a:gd name="connsiteX3" fmla="*/ 2661 w 5322"/>
                <a:gd name="connsiteY3" fmla="*/ 0 h 4182"/>
                <a:gd name="connsiteX4" fmla="*/ 5323 w 5322"/>
                <a:gd name="connsiteY4" fmla="*/ 2028 h 4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22" h="4182">
                  <a:moveTo>
                    <a:pt x="5323" y="2028"/>
                  </a:moveTo>
                  <a:lnTo>
                    <a:pt x="2661" y="4182"/>
                  </a:lnTo>
                  <a:lnTo>
                    <a:pt x="0" y="2028"/>
                  </a:lnTo>
                  <a:lnTo>
                    <a:pt x="2661" y="0"/>
                  </a:lnTo>
                  <a:lnTo>
                    <a:pt x="5323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E8F32B64-DB97-00E0-29AC-7E2E5C69F58C}"/>
                </a:ext>
              </a:extLst>
            </p:cNvPr>
            <p:cNvSpPr/>
            <p:nvPr/>
          </p:nvSpPr>
          <p:spPr>
            <a:xfrm>
              <a:off x="6882144" y="3049931"/>
              <a:ext cx="5322" cy="4182"/>
            </a:xfrm>
            <a:custGeom>
              <a:avLst/>
              <a:gdLst>
                <a:gd name="connsiteX0" fmla="*/ 5323 w 5322"/>
                <a:gd name="connsiteY0" fmla="*/ 2028 h 4182"/>
                <a:gd name="connsiteX1" fmla="*/ 2661 w 5322"/>
                <a:gd name="connsiteY1" fmla="*/ 4182 h 4182"/>
                <a:gd name="connsiteX2" fmla="*/ 0 w 5322"/>
                <a:gd name="connsiteY2" fmla="*/ 2028 h 4182"/>
                <a:gd name="connsiteX3" fmla="*/ 2661 w 5322"/>
                <a:gd name="connsiteY3" fmla="*/ 0 h 4182"/>
                <a:gd name="connsiteX4" fmla="*/ 5323 w 5322"/>
                <a:gd name="connsiteY4" fmla="*/ 2028 h 4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22" h="4182">
                  <a:moveTo>
                    <a:pt x="5323" y="2028"/>
                  </a:moveTo>
                  <a:lnTo>
                    <a:pt x="2661" y="4182"/>
                  </a:lnTo>
                  <a:lnTo>
                    <a:pt x="0" y="2028"/>
                  </a:lnTo>
                  <a:lnTo>
                    <a:pt x="2661" y="0"/>
                  </a:lnTo>
                  <a:lnTo>
                    <a:pt x="5323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7985C982-36AB-08D9-8548-E7FBBF0E2CCF}"/>
                </a:ext>
              </a:extLst>
            </p:cNvPr>
            <p:cNvSpPr/>
            <p:nvPr/>
          </p:nvSpPr>
          <p:spPr>
            <a:xfrm>
              <a:off x="6947919" y="3140040"/>
              <a:ext cx="4689" cy="3802"/>
            </a:xfrm>
            <a:custGeom>
              <a:avLst/>
              <a:gdLst>
                <a:gd name="connsiteX0" fmla="*/ 4690 w 4689"/>
                <a:gd name="connsiteY0" fmla="*/ 1901 h 3802"/>
                <a:gd name="connsiteX1" fmla="*/ 2408 w 4689"/>
                <a:gd name="connsiteY1" fmla="*/ 3802 h 3802"/>
                <a:gd name="connsiteX2" fmla="*/ 0 w 4689"/>
                <a:gd name="connsiteY2" fmla="*/ 1901 h 3802"/>
                <a:gd name="connsiteX3" fmla="*/ 2408 w 4689"/>
                <a:gd name="connsiteY3" fmla="*/ 0 h 3802"/>
                <a:gd name="connsiteX4" fmla="*/ 4690 w 4689"/>
                <a:gd name="connsiteY4" fmla="*/ 1901 h 3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89" h="3802">
                  <a:moveTo>
                    <a:pt x="4690" y="1901"/>
                  </a:moveTo>
                  <a:lnTo>
                    <a:pt x="2408" y="3802"/>
                  </a:lnTo>
                  <a:lnTo>
                    <a:pt x="0" y="1901"/>
                  </a:lnTo>
                  <a:lnTo>
                    <a:pt x="2408" y="0"/>
                  </a:lnTo>
                  <a:lnTo>
                    <a:pt x="4690" y="190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9A50EB23-17BE-56B7-7A21-55660766828A}"/>
                </a:ext>
              </a:extLst>
            </p:cNvPr>
            <p:cNvSpPr/>
            <p:nvPr/>
          </p:nvSpPr>
          <p:spPr>
            <a:xfrm>
              <a:off x="6995699" y="3236866"/>
              <a:ext cx="4816" cy="3675"/>
            </a:xfrm>
            <a:custGeom>
              <a:avLst/>
              <a:gdLst>
                <a:gd name="connsiteX0" fmla="*/ 4816 w 4816"/>
                <a:gd name="connsiteY0" fmla="*/ 1901 h 3675"/>
                <a:gd name="connsiteX1" fmla="*/ 2408 w 4816"/>
                <a:gd name="connsiteY1" fmla="*/ 3675 h 3675"/>
                <a:gd name="connsiteX2" fmla="*/ 0 w 4816"/>
                <a:gd name="connsiteY2" fmla="*/ 1901 h 3675"/>
                <a:gd name="connsiteX3" fmla="*/ 2408 w 4816"/>
                <a:gd name="connsiteY3" fmla="*/ 0 h 3675"/>
                <a:gd name="connsiteX4" fmla="*/ 4816 w 4816"/>
                <a:gd name="connsiteY4" fmla="*/ 1901 h 3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16" h="3675">
                  <a:moveTo>
                    <a:pt x="4816" y="1901"/>
                  </a:moveTo>
                  <a:lnTo>
                    <a:pt x="2408" y="3675"/>
                  </a:lnTo>
                  <a:lnTo>
                    <a:pt x="0" y="1901"/>
                  </a:lnTo>
                  <a:lnTo>
                    <a:pt x="2408" y="0"/>
                  </a:lnTo>
                  <a:lnTo>
                    <a:pt x="4816" y="190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319D7C9F-B002-F83F-3D25-E7A5AD6B8B74}"/>
                </a:ext>
              </a:extLst>
            </p:cNvPr>
            <p:cNvSpPr/>
            <p:nvPr/>
          </p:nvSpPr>
          <p:spPr>
            <a:xfrm>
              <a:off x="7025229" y="3338382"/>
              <a:ext cx="4055" cy="3294"/>
            </a:xfrm>
            <a:custGeom>
              <a:avLst/>
              <a:gdLst>
                <a:gd name="connsiteX0" fmla="*/ 4056 w 4055"/>
                <a:gd name="connsiteY0" fmla="*/ 1648 h 3294"/>
                <a:gd name="connsiteX1" fmla="*/ 2027 w 4055"/>
                <a:gd name="connsiteY1" fmla="*/ 3295 h 3294"/>
                <a:gd name="connsiteX2" fmla="*/ 0 w 4055"/>
                <a:gd name="connsiteY2" fmla="*/ 1648 h 3294"/>
                <a:gd name="connsiteX3" fmla="*/ 2027 w 4055"/>
                <a:gd name="connsiteY3" fmla="*/ 0 h 3294"/>
                <a:gd name="connsiteX4" fmla="*/ 4056 w 4055"/>
                <a:gd name="connsiteY4" fmla="*/ 1648 h 3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5" h="3294">
                  <a:moveTo>
                    <a:pt x="4056" y="1648"/>
                  </a:moveTo>
                  <a:lnTo>
                    <a:pt x="2027" y="3295"/>
                  </a:lnTo>
                  <a:lnTo>
                    <a:pt x="0" y="1648"/>
                  </a:lnTo>
                  <a:lnTo>
                    <a:pt x="2027" y="0"/>
                  </a:lnTo>
                  <a:lnTo>
                    <a:pt x="4056" y="164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90A6F7F-AFBF-E5DB-B8E8-AC426568EEFC}"/>
                </a:ext>
              </a:extLst>
            </p:cNvPr>
            <p:cNvSpPr/>
            <p:nvPr/>
          </p:nvSpPr>
          <p:spPr>
            <a:xfrm>
              <a:off x="7160202" y="3441925"/>
              <a:ext cx="4055" cy="3295"/>
            </a:xfrm>
            <a:custGeom>
              <a:avLst/>
              <a:gdLst>
                <a:gd name="connsiteX0" fmla="*/ 4056 w 4055"/>
                <a:gd name="connsiteY0" fmla="*/ 1648 h 3295"/>
                <a:gd name="connsiteX1" fmla="*/ 2028 w 4055"/>
                <a:gd name="connsiteY1" fmla="*/ 3295 h 3295"/>
                <a:gd name="connsiteX2" fmla="*/ 0 w 4055"/>
                <a:gd name="connsiteY2" fmla="*/ 1648 h 3295"/>
                <a:gd name="connsiteX3" fmla="*/ 2028 w 4055"/>
                <a:gd name="connsiteY3" fmla="*/ 0 h 3295"/>
                <a:gd name="connsiteX4" fmla="*/ 4056 w 4055"/>
                <a:gd name="connsiteY4" fmla="*/ 1648 h 3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5" h="3295">
                  <a:moveTo>
                    <a:pt x="4056" y="1648"/>
                  </a:moveTo>
                  <a:lnTo>
                    <a:pt x="2028" y="3295"/>
                  </a:lnTo>
                  <a:lnTo>
                    <a:pt x="0" y="1648"/>
                  </a:lnTo>
                  <a:lnTo>
                    <a:pt x="2028" y="0"/>
                  </a:lnTo>
                  <a:lnTo>
                    <a:pt x="4056" y="164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B42381F3-78CF-DB18-EC86-041E8FE51133}"/>
                </a:ext>
              </a:extLst>
            </p:cNvPr>
            <p:cNvSpPr/>
            <p:nvPr/>
          </p:nvSpPr>
          <p:spPr>
            <a:xfrm>
              <a:off x="7151965" y="3545975"/>
              <a:ext cx="3548" cy="2788"/>
            </a:xfrm>
            <a:custGeom>
              <a:avLst/>
              <a:gdLst>
                <a:gd name="connsiteX0" fmla="*/ 3548 w 3548"/>
                <a:gd name="connsiteY0" fmla="*/ 1394 h 2788"/>
                <a:gd name="connsiteX1" fmla="*/ 1774 w 3548"/>
                <a:gd name="connsiteY1" fmla="*/ 2788 h 2788"/>
                <a:gd name="connsiteX2" fmla="*/ 0 w 3548"/>
                <a:gd name="connsiteY2" fmla="*/ 1394 h 2788"/>
                <a:gd name="connsiteX3" fmla="*/ 1774 w 3548"/>
                <a:gd name="connsiteY3" fmla="*/ 0 h 2788"/>
                <a:gd name="connsiteX4" fmla="*/ 3548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8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8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C14C4901-12A1-AE09-4365-91B49EE1B9A3}"/>
                </a:ext>
              </a:extLst>
            </p:cNvPr>
            <p:cNvSpPr/>
            <p:nvPr/>
          </p:nvSpPr>
          <p:spPr>
            <a:xfrm>
              <a:off x="7126617" y="3648125"/>
              <a:ext cx="2914" cy="2281"/>
            </a:xfrm>
            <a:custGeom>
              <a:avLst/>
              <a:gdLst>
                <a:gd name="connsiteX0" fmla="*/ 2915 w 2914"/>
                <a:gd name="connsiteY0" fmla="*/ 1141 h 2281"/>
                <a:gd name="connsiteX1" fmla="*/ 1521 w 2914"/>
                <a:gd name="connsiteY1" fmla="*/ 2281 h 2281"/>
                <a:gd name="connsiteX2" fmla="*/ 0 w 2914"/>
                <a:gd name="connsiteY2" fmla="*/ 1141 h 2281"/>
                <a:gd name="connsiteX3" fmla="*/ 1521 w 2914"/>
                <a:gd name="connsiteY3" fmla="*/ 0 h 2281"/>
                <a:gd name="connsiteX4" fmla="*/ 2915 w 2914"/>
                <a:gd name="connsiteY4" fmla="*/ 1141 h 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" h="2281">
                  <a:moveTo>
                    <a:pt x="2915" y="1141"/>
                  </a:moveTo>
                  <a:lnTo>
                    <a:pt x="1521" y="2281"/>
                  </a:lnTo>
                  <a:lnTo>
                    <a:pt x="0" y="1141"/>
                  </a:lnTo>
                  <a:lnTo>
                    <a:pt x="1521" y="0"/>
                  </a:lnTo>
                  <a:lnTo>
                    <a:pt x="2915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8E35523D-00C2-DDD1-9061-516C9822D0B0}"/>
                </a:ext>
              </a:extLst>
            </p:cNvPr>
            <p:cNvSpPr/>
            <p:nvPr/>
          </p:nvSpPr>
          <p:spPr>
            <a:xfrm>
              <a:off x="7085175" y="3746978"/>
              <a:ext cx="1774" cy="1394"/>
            </a:xfrm>
            <a:custGeom>
              <a:avLst/>
              <a:gdLst>
                <a:gd name="connsiteX0" fmla="*/ 1774 w 1774"/>
                <a:gd name="connsiteY0" fmla="*/ 634 h 1394"/>
                <a:gd name="connsiteX1" fmla="*/ 887 w 1774"/>
                <a:gd name="connsiteY1" fmla="*/ 1394 h 1394"/>
                <a:gd name="connsiteX2" fmla="*/ 0 w 1774"/>
                <a:gd name="connsiteY2" fmla="*/ 634 h 1394"/>
                <a:gd name="connsiteX3" fmla="*/ 887 w 1774"/>
                <a:gd name="connsiteY3" fmla="*/ 0 h 1394"/>
                <a:gd name="connsiteX4" fmla="*/ 1774 w 1774"/>
                <a:gd name="connsiteY4" fmla="*/ 634 h 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" h="1394">
                  <a:moveTo>
                    <a:pt x="1774" y="634"/>
                  </a:moveTo>
                  <a:lnTo>
                    <a:pt x="887" y="1394"/>
                  </a:lnTo>
                  <a:lnTo>
                    <a:pt x="0" y="634"/>
                  </a:lnTo>
                  <a:lnTo>
                    <a:pt x="887" y="0"/>
                  </a:lnTo>
                  <a:lnTo>
                    <a:pt x="1774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A5CFC762-8E06-BA21-38C1-CCFE4FF9301C}"/>
                </a:ext>
              </a:extLst>
            </p:cNvPr>
            <p:cNvSpPr/>
            <p:nvPr/>
          </p:nvSpPr>
          <p:spPr>
            <a:xfrm>
              <a:off x="7027383" y="3840383"/>
              <a:ext cx="1393" cy="1014"/>
            </a:xfrm>
            <a:custGeom>
              <a:avLst/>
              <a:gdLst>
                <a:gd name="connsiteX0" fmla="*/ 1394 w 1393"/>
                <a:gd name="connsiteY0" fmla="*/ 507 h 1014"/>
                <a:gd name="connsiteX1" fmla="*/ 634 w 1393"/>
                <a:gd name="connsiteY1" fmla="*/ 1014 h 1014"/>
                <a:gd name="connsiteX2" fmla="*/ 0 w 1393"/>
                <a:gd name="connsiteY2" fmla="*/ 507 h 1014"/>
                <a:gd name="connsiteX3" fmla="*/ 634 w 1393"/>
                <a:gd name="connsiteY3" fmla="*/ 0 h 1014"/>
                <a:gd name="connsiteX4" fmla="*/ 1394 w 1393"/>
                <a:gd name="connsiteY4" fmla="*/ 507 h 1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3" h="1014">
                  <a:moveTo>
                    <a:pt x="1394" y="507"/>
                  </a:moveTo>
                  <a:lnTo>
                    <a:pt x="634" y="1014"/>
                  </a:lnTo>
                  <a:lnTo>
                    <a:pt x="0" y="507"/>
                  </a:lnTo>
                  <a:lnTo>
                    <a:pt x="634" y="0"/>
                  </a:lnTo>
                  <a:lnTo>
                    <a:pt x="1394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ED6F9EBB-9D9E-F438-6AEA-1062FD149CCB}"/>
                </a:ext>
              </a:extLst>
            </p:cNvPr>
            <p:cNvSpPr/>
            <p:nvPr/>
          </p:nvSpPr>
          <p:spPr>
            <a:xfrm>
              <a:off x="6955143" y="3927070"/>
              <a:ext cx="380" cy="380"/>
            </a:xfrm>
            <a:custGeom>
              <a:avLst/>
              <a:gdLst>
                <a:gd name="connsiteX0" fmla="*/ 381 w 380"/>
                <a:gd name="connsiteY0" fmla="*/ 254 h 380"/>
                <a:gd name="connsiteX1" fmla="*/ 127 w 380"/>
                <a:gd name="connsiteY1" fmla="*/ 380 h 380"/>
                <a:gd name="connsiteX2" fmla="*/ 0 w 380"/>
                <a:gd name="connsiteY2" fmla="*/ 254 h 380"/>
                <a:gd name="connsiteX3" fmla="*/ 127 w 380"/>
                <a:gd name="connsiteY3" fmla="*/ 0 h 380"/>
                <a:gd name="connsiteX4" fmla="*/ 381 w 380"/>
                <a:gd name="connsiteY4" fmla="*/ 254 h 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" h="380">
                  <a:moveTo>
                    <a:pt x="381" y="254"/>
                  </a:moveTo>
                  <a:lnTo>
                    <a:pt x="127" y="380"/>
                  </a:lnTo>
                  <a:lnTo>
                    <a:pt x="0" y="254"/>
                  </a:lnTo>
                  <a:lnTo>
                    <a:pt x="127" y="0"/>
                  </a:lnTo>
                  <a:lnTo>
                    <a:pt x="381" y="2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5792872F-B565-8A7A-C16F-7A751F51255A}"/>
                </a:ext>
              </a:extLst>
            </p:cNvPr>
            <p:cNvSpPr/>
            <p:nvPr/>
          </p:nvSpPr>
          <p:spPr>
            <a:xfrm>
              <a:off x="6868709" y="4005266"/>
              <a:ext cx="380" cy="253"/>
            </a:xfrm>
            <a:custGeom>
              <a:avLst/>
              <a:gdLst>
                <a:gd name="connsiteX0" fmla="*/ 381 w 380"/>
                <a:gd name="connsiteY0" fmla="*/ 127 h 253"/>
                <a:gd name="connsiteX1" fmla="*/ 254 w 380"/>
                <a:gd name="connsiteY1" fmla="*/ 253 h 253"/>
                <a:gd name="connsiteX2" fmla="*/ 0 w 380"/>
                <a:gd name="connsiteY2" fmla="*/ 127 h 253"/>
                <a:gd name="connsiteX3" fmla="*/ 254 w 380"/>
                <a:gd name="connsiteY3" fmla="*/ 0 h 253"/>
                <a:gd name="connsiteX4" fmla="*/ 381 w 380"/>
                <a:gd name="connsiteY4" fmla="*/ 127 h 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" h="253">
                  <a:moveTo>
                    <a:pt x="381" y="127"/>
                  </a:moveTo>
                  <a:lnTo>
                    <a:pt x="254" y="253"/>
                  </a:lnTo>
                  <a:lnTo>
                    <a:pt x="0" y="127"/>
                  </a:lnTo>
                  <a:lnTo>
                    <a:pt x="254" y="0"/>
                  </a:lnTo>
                  <a:lnTo>
                    <a:pt x="381" y="12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7C1E549C-E65F-FF7E-D815-9B5E4B758653}"/>
                </a:ext>
              </a:extLst>
            </p:cNvPr>
            <p:cNvSpPr/>
            <p:nvPr/>
          </p:nvSpPr>
          <p:spPr>
            <a:xfrm>
              <a:off x="6770109" y="4073704"/>
              <a:ext cx="506" cy="507"/>
            </a:xfrm>
            <a:custGeom>
              <a:avLst/>
              <a:gdLst>
                <a:gd name="connsiteX0" fmla="*/ 507 w 506"/>
                <a:gd name="connsiteY0" fmla="*/ 254 h 507"/>
                <a:gd name="connsiteX1" fmla="*/ 254 w 506"/>
                <a:gd name="connsiteY1" fmla="*/ 507 h 507"/>
                <a:gd name="connsiteX2" fmla="*/ 0 w 506"/>
                <a:gd name="connsiteY2" fmla="*/ 254 h 507"/>
                <a:gd name="connsiteX3" fmla="*/ 254 w 506"/>
                <a:gd name="connsiteY3" fmla="*/ 0 h 507"/>
                <a:gd name="connsiteX4" fmla="*/ 507 w 506"/>
                <a:gd name="connsiteY4" fmla="*/ 254 h 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" h="507">
                  <a:moveTo>
                    <a:pt x="507" y="254"/>
                  </a:moveTo>
                  <a:lnTo>
                    <a:pt x="254" y="507"/>
                  </a:lnTo>
                  <a:lnTo>
                    <a:pt x="0" y="254"/>
                  </a:lnTo>
                  <a:lnTo>
                    <a:pt x="254" y="0"/>
                  </a:lnTo>
                  <a:lnTo>
                    <a:pt x="507" y="2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C90CDC44-880D-C35B-96A6-D04093FAAE4A}"/>
                </a:ext>
              </a:extLst>
            </p:cNvPr>
            <p:cNvSpPr/>
            <p:nvPr/>
          </p:nvSpPr>
          <p:spPr>
            <a:xfrm>
              <a:off x="6660356" y="4130735"/>
              <a:ext cx="2154" cy="1774"/>
            </a:xfrm>
            <a:custGeom>
              <a:avLst/>
              <a:gdLst>
                <a:gd name="connsiteX0" fmla="*/ 2154 w 2154"/>
                <a:gd name="connsiteY0" fmla="*/ 887 h 1774"/>
                <a:gd name="connsiteX1" fmla="*/ 1140 w 2154"/>
                <a:gd name="connsiteY1" fmla="*/ 1774 h 1774"/>
                <a:gd name="connsiteX2" fmla="*/ 0 w 2154"/>
                <a:gd name="connsiteY2" fmla="*/ 887 h 1774"/>
                <a:gd name="connsiteX3" fmla="*/ 1140 w 2154"/>
                <a:gd name="connsiteY3" fmla="*/ 0 h 1774"/>
                <a:gd name="connsiteX4" fmla="*/ 2154 w 2154"/>
                <a:gd name="connsiteY4" fmla="*/ 887 h 1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4" h="1774">
                  <a:moveTo>
                    <a:pt x="2154" y="887"/>
                  </a:moveTo>
                  <a:lnTo>
                    <a:pt x="1140" y="1774"/>
                  </a:lnTo>
                  <a:lnTo>
                    <a:pt x="0" y="887"/>
                  </a:lnTo>
                  <a:lnTo>
                    <a:pt x="1140" y="0"/>
                  </a:lnTo>
                  <a:lnTo>
                    <a:pt x="2154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DD82704D-DCEE-EEA0-8BCB-1F8F03588C81}"/>
                </a:ext>
              </a:extLst>
            </p:cNvPr>
            <p:cNvSpPr/>
            <p:nvPr/>
          </p:nvSpPr>
          <p:spPr>
            <a:xfrm>
              <a:off x="6542491" y="4176487"/>
              <a:ext cx="2915" cy="2281"/>
            </a:xfrm>
            <a:custGeom>
              <a:avLst/>
              <a:gdLst>
                <a:gd name="connsiteX0" fmla="*/ 2915 w 2915"/>
                <a:gd name="connsiteY0" fmla="*/ 1141 h 2281"/>
                <a:gd name="connsiteX1" fmla="*/ 1395 w 2915"/>
                <a:gd name="connsiteY1" fmla="*/ 2281 h 2281"/>
                <a:gd name="connsiteX2" fmla="*/ 0 w 2915"/>
                <a:gd name="connsiteY2" fmla="*/ 1141 h 2281"/>
                <a:gd name="connsiteX3" fmla="*/ 1395 w 2915"/>
                <a:gd name="connsiteY3" fmla="*/ 0 h 2281"/>
                <a:gd name="connsiteX4" fmla="*/ 2915 w 2915"/>
                <a:gd name="connsiteY4" fmla="*/ 1141 h 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5" h="2281">
                  <a:moveTo>
                    <a:pt x="2915" y="1141"/>
                  </a:moveTo>
                  <a:lnTo>
                    <a:pt x="1395" y="2281"/>
                  </a:lnTo>
                  <a:lnTo>
                    <a:pt x="0" y="1141"/>
                  </a:lnTo>
                  <a:lnTo>
                    <a:pt x="1395" y="0"/>
                  </a:lnTo>
                  <a:lnTo>
                    <a:pt x="2915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DEFA45DF-087E-6345-377E-796AB2ABFAFB}"/>
                </a:ext>
              </a:extLst>
            </p:cNvPr>
            <p:cNvSpPr/>
            <p:nvPr/>
          </p:nvSpPr>
          <p:spPr>
            <a:xfrm>
              <a:off x="6418163" y="4209565"/>
              <a:ext cx="3548" cy="2788"/>
            </a:xfrm>
            <a:custGeom>
              <a:avLst/>
              <a:gdLst>
                <a:gd name="connsiteX0" fmla="*/ 3549 w 3548"/>
                <a:gd name="connsiteY0" fmla="*/ 1394 h 2788"/>
                <a:gd name="connsiteX1" fmla="*/ 1647 w 3548"/>
                <a:gd name="connsiteY1" fmla="*/ 2788 h 2788"/>
                <a:gd name="connsiteX2" fmla="*/ 0 w 3548"/>
                <a:gd name="connsiteY2" fmla="*/ 1394 h 2788"/>
                <a:gd name="connsiteX3" fmla="*/ 1647 w 3548"/>
                <a:gd name="connsiteY3" fmla="*/ 0 h 2788"/>
                <a:gd name="connsiteX4" fmla="*/ 3549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9" y="1394"/>
                  </a:moveTo>
                  <a:lnTo>
                    <a:pt x="1647" y="2788"/>
                  </a:lnTo>
                  <a:lnTo>
                    <a:pt x="0" y="1394"/>
                  </a:lnTo>
                  <a:lnTo>
                    <a:pt x="1647" y="0"/>
                  </a:lnTo>
                  <a:lnTo>
                    <a:pt x="3549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F3BD563-5784-99F3-B58A-C2EAB0A6A0D4}"/>
                </a:ext>
              </a:extLst>
            </p:cNvPr>
            <p:cNvSpPr/>
            <p:nvPr/>
          </p:nvSpPr>
          <p:spPr>
            <a:xfrm>
              <a:off x="6288766" y="4229335"/>
              <a:ext cx="5196" cy="3928"/>
            </a:xfrm>
            <a:custGeom>
              <a:avLst/>
              <a:gdLst>
                <a:gd name="connsiteX0" fmla="*/ 5196 w 5196"/>
                <a:gd name="connsiteY0" fmla="*/ 2028 h 3928"/>
                <a:gd name="connsiteX1" fmla="*/ 2535 w 5196"/>
                <a:gd name="connsiteY1" fmla="*/ 3929 h 3928"/>
                <a:gd name="connsiteX2" fmla="*/ 0 w 5196"/>
                <a:gd name="connsiteY2" fmla="*/ 2028 h 3928"/>
                <a:gd name="connsiteX3" fmla="*/ 2535 w 5196"/>
                <a:gd name="connsiteY3" fmla="*/ 0 h 3928"/>
                <a:gd name="connsiteX4" fmla="*/ 5196 w 5196"/>
                <a:gd name="connsiteY4" fmla="*/ 2028 h 3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96" h="3928">
                  <a:moveTo>
                    <a:pt x="5196" y="2028"/>
                  </a:moveTo>
                  <a:lnTo>
                    <a:pt x="2535" y="3929"/>
                  </a:lnTo>
                  <a:lnTo>
                    <a:pt x="0" y="2028"/>
                  </a:lnTo>
                  <a:lnTo>
                    <a:pt x="2535" y="0"/>
                  </a:lnTo>
                  <a:lnTo>
                    <a:pt x="5196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1E3F994B-8211-67CA-703F-1B675C4298C5}"/>
                </a:ext>
              </a:extLst>
            </p:cNvPr>
            <p:cNvSpPr/>
            <p:nvPr/>
          </p:nvSpPr>
          <p:spPr>
            <a:xfrm>
              <a:off x="6157721" y="4235799"/>
              <a:ext cx="5829" cy="4562"/>
            </a:xfrm>
            <a:custGeom>
              <a:avLst/>
              <a:gdLst>
                <a:gd name="connsiteX0" fmla="*/ 5830 w 5829"/>
                <a:gd name="connsiteY0" fmla="*/ 2281 h 4562"/>
                <a:gd name="connsiteX1" fmla="*/ 2915 w 5829"/>
                <a:gd name="connsiteY1" fmla="*/ 4562 h 4562"/>
                <a:gd name="connsiteX2" fmla="*/ 0 w 5829"/>
                <a:gd name="connsiteY2" fmla="*/ 2281 h 4562"/>
                <a:gd name="connsiteX3" fmla="*/ 2915 w 5829"/>
                <a:gd name="connsiteY3" fmla="*/ 0 h 4562"/>
                <a:gd name="connsiteX4" fmla="*/ 5830 w 5829"/>
                <a:gd name="connsiteY4" fmla="*/ 2281 h 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29" h="4562">
                  <a:moveTo>
                    <a:pt x="5830" y="2281"/>
                  </a:moveTo>
                  <a:lnTo>
                    <a:pt x="2915" y="4562"/>
                  </a:lnTo>
                  <a:lnTo>
                    <a:pt x="0" y="2281"/>
                  </a:lnTo>
                  <a:lnTo>
                    <a:pt x="2915" y="0"/>
                  </a:lnTo>
                  <a:lnTo>
                    <a:pt x="5830" y="22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7312D8C4-3A75-51BB-3604-52E4898042A1}"/>
                </a:ext>
              </a:extLst>
            </p:cNvPr>
            <p:cNvSpPr/>
            <p:nvPr/>
          </p:nvSpPr>
          <p:spPr>
            <a:xfrm>
              <a:off x="6026676" y="4228702"/>
              <a:ext cx="6463" cy="5196"/>
            </a:xfrm>
            <a:custGeom>
              <a:avLst/>
              <a:gdLst>
                <a:gd name="connsiteX0" fmla="*/ 6464 w 6463"/>
                <a:gd name="connsiteY0" fmla="*/ 2661 h 5196"/>
                <a:gd name="connsiteX1" fmla="*/ 3168 w 6463"/>
                <a:gd name="connsiteY1" fmla="*/ 5196 h 5196"/>
                <a:gd name="connsiteX2" fmla="*/ 0 w 6463"/>
                <a:gd name="connsiteY2" fmla="*/ 2661 h 5196"/>
                <a:gd name="connsiteX3" fmla="*/ 3168 w 6463"/>
                <a:gd name="connsiteY3" fmla="*/ 0 h 5196"/>
                <a:gd name="connsiteX4" fmla="*/ 6464 w 6463"/>
                <a:gd name="connsiteY4" fmla="*/ 2661 h 5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196">
                  <a:moveTo>
                    <a:pt x="6464" y="2661"/>
                  </a:moveTo>
                  <a:lnTo>
                    <a:pt x="3168" y="5196"/>
                  </a:lnTo>
                  <a:lnTo>
                    <a:pt x="0" y="2661"/>
                  </a:lnTo>
                  <a:lnTo>
                    <a:pt x="3168" y="0"/>
                  </a:lnTo>
                  <a:lnTo>
                    <a:pt x="6464" y="266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DD590F18-5E91-AE92-7CB3-46DC701B0A90}"/>
                </a:ext>
              </a:extLst>
            </p:cNvPr>
            <p:cNvSpPr/>
            <p:nvPr/>
          </p:nvSpPr>
          <p:spPr>
            <a:xfrm>
              <a:off x="5898166" y="4208424"/>
              <a:ext cx="6463" cy="5196"/>
            </a:xfrm>
            <a:custGeom>
              <a:avLst/>
              <a:gdLst>
                <a:gd name="connsiteX0" fmla="*/ 6463 w 6463"/>
                <a:gd name="connsiteY0" fmla="*/ 2535 h 5196"/>
                <a:gd name="connsiteX1" fmla="*/ 3168 w 6463"/>
                <a:gd name="connsiteY1" fmla="*/ 5196 h 5196"/>
                <a:gd name="connsiteX2" fmla="*/ 0 w 6463"/>
                <a:gd name="connsiteY2" fmla="*/ 2535 h 5196"/>
                <a:gd name="connsiteX3" fmla="*/ 3168 w 6463"/>
                <a:gd name="connsiteY3" fmla="*/ 0 h 5196"/>
                <a:gd name="connsiteX4" fmla="*/ 6463 w 6463"/>
                <a:gd name="connsiteY4" fmla="*/ 2535 h 5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196">
                  <a:moveTo>
                    <a:pt x="6463" y="2535"/>
                  </a:moveTo>
                  <a:lnTo>
                    <a:pt x="3168" y="5196"/>
                  </a:lnTo>
                  <a:lnTo>
                    <a:pt x="0" y="2535"/>
                  </a:lnTo>
                  <a:lnTo>
                    <a:pt x="3168" y="0"/>
                  </a:lnTo>
                  <a:lnTo>
                    <a:pt x="6463" y="253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779F01B0-05C4-7EDF-BD4E-62CC7C555EBB}"/>
                </a:ext>
              </a:extLst>
            </p:cNvPr>
            <p:cNvSpPr/>
            <p:nvPr/>
          </p:nvSpPr>
          <p:spPr>
            <a:xfrm>
              <a:off x="5773711" y="4174712"/>
              <a:ext cx="7224" cy="5829"/>
            </a:xfrm>
            <a:custGeom>
              <a:avLst/>
              <a:gdLst>
                <a:gd name="connsiteX0" fmla="*/ 7224 w 7224"/>
                <a:gd name="connsiteY0" fmla="*/ 2915 h 5829"/>
                <a:gd name="connsiteX1" fmla="*/ 3549 w 7224"/>
                <a:gd name="connsiteY1" fmla="*/ 5830 h 5829"/>
                <a:gd name="connsiteX2" fmla="*/ 0 w 7224"/>
                <a:gd name="connsiteY2" fmla="*/ 2915 h 5829"/>
                <a:gd name="connsiteX3" fmla="*/ 3549 w 7224"/>
                <a:gd name="connsiteY3" fmla="*/ 0 h 5829"/>
                <a:gd name="connsiteX4" fmla="*/ 7224 w 7224"/>
                <a:gd name="connsiteY4" fmla="*/ 2915 h 5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24" h="5829">
                  <a:moveTo>
                    <a:pt x="7224" y="2915"/>
                  </a:moveTo>
                  <a:lnTo>
                    <a:pt x="3549" y="5830"/>
                  </a:lnTo>
                  <a:lnTo>
                    <a:pt x="0" y="2915"/>
                  </a:lnTo>
                  <a:lnTo>
                    <a:pt x="3549" y="0"/>
                  </a:lnTo>
                  <a:lnTo>
                    <a:pt x="7224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77887CA7-84DB-6195-03FF-55F285DDF8DE}"/>
                </a:ext>
              </a:extLst>
            </p:cNvPr>
            <p:cNvSpPr/>
            <p:nvPr/>
          </p:nvSpPr>
          <p:spPr>
            <a:xfrm>
              <a:off x="5655720" y="4128454"/>
              <a:ext cx="8110" cy="6336"/>
            </a:xfrm>
            <a:custGeom>
              <a:avLst/>
              <a:gdLst>
                <a:gd name="connsiteX0" fmla="*/ 8111 w 8110"/>
                <a:gd name="connsiteY0" fmla="*/ 3168 h 6336"/>
                <a:gd name="connsiteX1" fmla="*/ 4055 w 8110"/>
                <a:gd name="connsiteY1" fmla="*/ 6337 h 6336"/>
                <a:gd name="connsiteX2" fmla="*/ 0 w 8110"/>
                <a:gd name="connsiteY2" fmla="*/ 3168 h 6336"/>
                <a:gd name="connsiteX3" fmla="*/ 4055 w 8110"/>
                <a:gd name="connsiteY3" fmla="*/ 0 h 6336"/>
                <a:gd name="connsiteX4" fmla="*/ 8111 w 8110"/>
                <a:gd name="connsiteY4" fmla="*/ 3168 h 6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10" h="6336">
                  <a:moveTo>
                    <a:pt x="8111" y="3168"/>
                  </a:moveTo>
                  <a:lnTo>
                    <a:pt x="4055" y="6337"/>
                  </a:lnTo>
                  <a:lnTo>
                    <a:pt x="0" y="3168"/>
                  </a:lnTo>
                  <a:lnTo>
                    <a:pt x="4055" y="0"/>
                  </a:lnTo>
                  <a:lnTo>
                    <a:pt x="8111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3E6A4975-7390-3AC7-8E11-52D53E726D93}"/>
                </a:ext>
              </a:extLst>
            </p:cNvPr>
            <p:cNvSpPr/>
            <p:nvPr/>
          </p:nvSpPr>
          <p:spPr>
            <a:xfrm>
              <a:off x="5546854" y="4070789"/>
              <a:ext cx="7984" cy="6336"/>
            </a:xfrm>
            <a:custGeom>
              <a:avLst/>
              <a:gdLst>
                <a:gd name="connsiteX0" fmla="*/ 7984 w 7984"/>
                <a:gd name="connsiteY0" fmla="*/ 3168 h 6336"/>
                <a:gd name="connsiteX1" fmla="*/ 3929 w 7984"/>
                <a:gd name="connsiteY1" fmla="*/ 6337 h 6336"/>
                <a:gd name="connsiteX2" fmla="*/ 0 w 7984"/>
                <a:gd name="connsiteY2" fmla="*/ 3168 h 6336"/>
                <a:gd name="connsiteX3" fmla="*/ 3929 w 7984"/>
                <a:gd name="connsiteY3" fmla="*/ 0 h 6336"/>
                <a:gd name="connsiteX4" fmla="*/ 7984 w 7984"/>
                <a:gd name="connsiteY4" fmla="*/ 3168 h 6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84" h="6336">
                  <a:moveTo>
                    <a:pt x="7984" y="3168"/>
                  </a:moveTo>
                  <a:lnTo>
                    <a:pt x="3929" y="6337"/>
                  </a:lnTo>
                  <a:lnTo>
                    <a:pt x="0" y="3168"/>
                  </a:lnTo>
                  <a:lnTo>
                    <a:pt x="3929" y="0"/>
                  </a:lnTo>
                  <a:lnTo>
                    <a:pt x="7984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42B45B3A-168E-DB05-5DE0-062FA69612E4}"/>
                </a:ext>
              </a:extLst>
            </p:cNvPr>
            <p:cNvSpPr/>
            <p:nvPr/>
          </p:nvSpPr>
          <p:spPr>
            <a:xfrm>
              <a:off x="5448380" y="4002225"/>
              <a:ext cx="7984" cy="6336"/>
            </a:xfrm>
            <a:custGeom>
              <a:avLst/>
              <a:gdLst>
                <a:gd name="connsiteX0" fmla="*/ 7984 w 7984"/>
                <a:gd name="connsiteY0" fmla="*/ 3168 h 6336"/>
                <a:gd name="connsiteX1" fmla="*/ 3929 w 7984"/>
                <a:gd name="connsiteY1" fmla="*/ 6337 h 6336"/>
                <a:gd name="connsiteX2" fmla="*/ 0 w 7984"/>
                <a:gd name="connsiteY2" fmla="*/ 3168 h 6336"/>
                <a:gd name="connsiteX3" fmla="*/ 3929 w 7984"/>
                <a:gd name="connsiteY3" fmla="*/ 0 h 6336"/>
                <a:gd name="connsiteX4" fmla="*/ 7984 w 7984"/>
                <a:gd name="connsiteY4" fmla="*/ 3168 h 6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84" h="6336">
                  <a:moveTo>
                    <a:pt x="7984" y="3168"/>
                  </a:moveTo>
                  <a:lnTo>
                    <a:pt x="3929" y="6337"/>
                  </a:lnTo>
                  <a:lnTo>
                    <a:pt x="0" y="3168"/>
                  </a:lnTo>
                  <a:lnTo>
                    <a:pt x="3929" y="0"/>
                  </a:lnTo>
                  <a:lnTo>
                    <a:pt x="7984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A4897D69-6ED9-C582-50D4-E032A0717226}"/>
                </a:ext>
              </a:extLst>
            </p:cNvPr>
            <p:cNvSpPr/>
            <p:nvPr/>
          </p:nvSpPr>
          <p:spPr>
            <a:xfrm>
              <a:off x="5361946" y="3924029"/>
              <a:ext cx="7984" cy="6463"/>
            </a:xfrm>
            <a:custGeom>
              <a:avLst/>
              <a:gdLst>
                <a:gd name="connsiteX0" fmla="*/ 7984 w 7984"/>
                <a:gd name="connsiteY0" fmla="*/ 3295 h 6463"/>
                <a:gd name="connsiteX1" fmla="*/ 3929 w 7984"/>
                <a:gd name="connsiteY1" fmla="*/ 6464 h 6463"/>
                <a:gd name="connsiteX2" fmla="*/ 0 w 7984"/>
                <a:gd name="connsiteY2" fmla="*/ 3295 h 6463"/>
                <a:gd name="connsiteX3" fmla="*/ 3929 w 7984"/>
                <a:gd name="connsiteY3" fmla="*/ 0 h 6463"/>
                <a:gd name="connsiteX4" fmla="*/ 7984 w 7984"/>
                <a:gd name="connsiteY4" fmla="*/ 3295 h 6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84" h="6463">
                  <a:moveTo>
                    <a:pt x="7984" y="3295"/>
                  </a:moveTo>
                  <a:lnTo>
                    <a:pt x="3929" y="6464"/>
                  </a:lnTo>
                  <a:lnTo>
                    <a:pt x="0" y="3295"/>
                  </a:lnTo>
                  <a:lnTo>
                    <a:pt x="3929" y="0"/>
                  </a:lnTo>
                  <a:lnTo>
                    <a:pt x="7984" y="32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E9E6DEA1-7208-67AA-F00E-3CC085EB9C76}"/>
                </a:ext>
              </a:extLst>
            </p:cNvPr>
            <p:cNvSpPr/>
            <p:nvPr/>
          </p:nvSpPr>
          <p:spPr>
            <a:xfrm>
              <a:off x="5289072" y="3837721"/>
              <a:ext cx="8111" cy="6336"/>
            </a:xfrm>
            <a:custGeom>
              <a:avLst/>
              <a:gdLst>
                <a:gd name="connsiteX0" fmla="*/ 8111 w 8111"/>
                <a:gd name="connsiteY0" fmla="*/ 3168 h 6336"/>
                <a:gd name="connsiteX1" fmla="*/ 4056 w 8111"/>
                <a:gd name="connsiteY1" fmla="*/ 6337 h 6336"/>
                <a:gd name="connsiteX2" fmla="*/ 0 w 8111"/>
                <a:gd name="connsiteY2" fmla="*/ 3168 h 6336"/>
                <a:gd name="connsiteX3" fmla="*/ 4056 w 8111"/>
                <a:gd name="connsiteY3" fmla="*/ 0 h 6336"/>
                <a:gd name="connsiteX4" fmla="*/ 8111 w 8111"/>
                <a:gd name="connsiteY4" fmla="*/ 3168 h 6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11" h="6336">
                  <a:moveTo>
                    <a:pt x="8111" y="3168"/>
                  </a:moveTo>
                  <a:lnTo>
                    <a:pt x="4056" y="6337"/>
                  </a:lnTo>
                  <a:lnTo>
                    <a:pt x="0" y="3168"/>
                  </a:lnTo>
                  <a:lnTo>
                    <a:pt x="4056" y="0"/>
                  </a:lnTo>
                  <a:lnTo>
                    <a:pt x="8111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12796AF6-7C5A-E70E-5D0D-308370FD4A32}"/>
                </a:ext>
              </a:extLst>
            </p:cNvPr>
            <p:cNvSpPr/>
            <p:nvPr/>
          </p:nvSpPr>
          <p:spPr>
            <a:xfrm>
              <a:off x="5231535" y="3744824"/>
              <a:ext cx="7350" cy="5702"/>
            </a:xfrm>
            <a:custGeom>
              <a:avLst/>
              <a:gdLst>
                <a:gd name="connsiteX0" fmla="*/ 7351 w 7350"/>
                <a:gd name="connsiteY0" fmla="*/ 2788 h 5702"/>
                <a:gd name="connsiteX1" fmla="*/ 3675 w 7350"/>
                <a:gd name="connsiteY1" fmla="*/ 5703 h 5702"/>
                <a:gd name="connsiteX2" fmla="*/ 0 w 7350"/>
                <a:gd name="connsiteY2" fmla="*/ 2788 h 5702"/>
                <a:gd name="connsiteX3" fmla="*/ 3675 w 7350"/>
                <a:gd name="connsiteY3" fmla="*/ 0 h 5702"/>
                <a:gd name="connsiteX4" fmla="*/ 7351 w 7350"/>
                <a:gd name="connsiteY4" fmla="*/ 2788 h 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0" h="5702">
                  <a:moveTo>
                    <a:pt x="7351" y="2788"/>
                  </a:moveTo>
                  <a:lnTo>
                    <a:pt x="3675" y="5703"/>
                  </a:lnTo>
                  <a:lnTo>
                    <a:pt x="0" y="2788"/>
                  </a:lnTo>
                  <a:lnTo>
                    <a:pt x="3675" y="0"/>
                  </a:lnTo>
                  <a:lnTo>
                    <a:pt x="7351" y="278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8B842358-97FC-57D3-D450-5D2E5496BDF0}"/>
                </a:ext>
              </a:extLst>
            </p:cNvPr>
            <p:cNvSpPr/>
            <p:nvPr/>
          </p:nvSpPr>
          <p:spPr>
            <a:xfrm>
              <a:off x="5189458" y="3646350"/>
              <a:ext cx="7224" cy="5703"/>
            </a:xfrm>
            <a:custGeom>
              <a:avLst/>
              <a:gdLst>
                <a:gd name="connsiteX0" fmla="*/ 7224 w 7224"/>
                <a:gd name="connsiteY0" fmla="*/ 2915 h 5703"/>
                <a:gd name="connsiteX1" fmla="*/ 3675 w 7224"/>
                <a:gd name="connsiteY1" fmla="*/ 5703 h 5703"/>
                <a:gd name="connsiteX2" fmla="*/ 0 w 7224"/>
                <a:gd name="connsiteY2" fmla="*/ 2915 h 5703"/>
                <a:gd name="connsiteX3" fmla="*/ 3675 w 7224"/>
                <a:gd name="connsiteY3" fmla="*/ 0 h 5703"/>
                <a:gd name="connsiteX4" fmla="*/ 7224 w 7224"/>
                <a:gd name="connsiteY4" fmla="*/ 2915 h 5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24" h="5703">
                  <a:moveTo>
                    <a:pt x="7224" y="2915"/>
                  </a:moveTo>
                  <a:lnTo>
                    <a:pt x="3675" y="5703"/>
                  </a:lnTo>
                  <a:lnTo>
                    <a:pt x="0" y="2915"/>
                  </a:lnTo>
                  <a:lnTo>
                    <a:pt x="3675" y="0"/>
                  </a:lnTo>
                  <a:lnTo>
                    <a:pt x="7224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04B8D501-4938-3EB3-FB1D-D4682135F151}"/>
                </a:ext>
              </a:extLst>
            </p:cNvPr>
            <p:cNvSpPr/>
            <p:nvPr/>
          </p:nvSpPr>
          <p:spPr>
            <a:xfrm>
              <a:off x="5164238" y="3544708"/>
              <a:ext cx="6463" cy="5196"/>
            </a:xfrm>
            <a:custGeom>
              <a:avLst/>
              <a:gdLst>
                <a:gd name="connsiteX0" fmla="*/ 6463 w 6463"/>
                <a:gd name="connsiteY0" fmla="*/ 2661 h 5196"/>
                <a:gd name="connsiteX1" fmla="*/ 3295 w 6463"/>
                <a:gd name="connsiteY1" fmla="*/ 5196 h 5196"/>
                <a:gd name="connsiteX2" fmla="*/ 0 w 6463"/>
                <a:gd name="connsiteY2" fmla="*/ 2661 h 5196"/>
                <a:gd name="connsiteX3" fmla="*/ 3295 w 6463"/>
                <a:gd name="connsiteY3" fmla="*/ 0 h 5196"/>
                <a:gd name="connsiteX4" fmla="*/ 6463 w 6463"/>
                <a:gd name="connsiteY4" fmla="*/ 2661 h 5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196">
                  <a:moveTo>
                    <a:pt x="6463" y="2661"/>
                  </a:moveTo>
                  <a:lnTo>
                    <a:pt x="3295" y="5196"/>
                  </a:lnTo>
                  <a:lnTo>
                    <a:pt x="0" y="2661"/>
                  </a:lnTo>
                  <a:lnTo>
                    <a:pt x="3295" y="0"/>
                  </a:lnTo>
                  <a:lnTo>
                    <a:pt x="6463" y="266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27B28470-2D4B-1F79-F1B3-2259B8A464F8}"/>
                </a:ext>
              </a:extLst>
            </p:cNvPr>
            <p:cNvSpPr/>
            <p:nvPr/>
          </p:nvSpPr>
          <p:spPr>
            <a:xfrm>
              <a:off x="5156127" y="3441291"/>
              <a:ext cx="5703" cy="4562"/>
            </a:xfrm>
            <a:custGeom>
              <a:avLst/>
              <a:gdLst>
                <a:gd name="connsiteX0" fmla="*/ 5703 w 5703"/>
                <a:gd name="connsiteY0" fmla="*/ 2281 h 4562"/>
                <a:gd name="connsiteX1" fmla="*/ 2788 w 5703"/>
                <a:gd name="connsiteY1" fmla="*/ 4562 h 4562"/>
                <a:gd name="connsiteX2" fmla="*/ 0 w 5703"/>
                <a:gd name="connsiteY2" fmla="*/ 2281 h 4562"/>
                <a:gd name="connsiteX3" fmla="*/ 2788 w 5703"/>
                <a:gd name="connsiteY3" fmla="*/ 0 h 4562"/>
                <a:gd name="connsiteX4" fmla="*/ 5703 w 5703"/>
                <a:gd name="connsiteY4" fmla="*/ 2281 h 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03" h="4562">
                  <a:moveTo>
                    <a:pt x="5703" y="2281"/>
                  </a:moveTo>
                  <a:lnTo>
                    <a:pt x="2788" y="4562"/>
                  </a:lnTo>
                  <a:lnTo>
                    <a:pt x="0" y="2281"/>
                  </a:lnTo>
                  <a:lnTo>
                    <a:pt x="2788" y="0"/>
                  </a:lnTo>
                  <a:lnTo>
                    <a:pt x="5703" y="22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D89C63EB-DEB2-02BF-F238-2B6CDC432B03}"/>
                </a:ext>
              </a:extLst>
            </p:cNvPr>
            <p:cNvSpPr/>
            <p:nvPr/>
          </p:nvSpPr>
          <p:spPr>
            <a:xfrm>
              <a:off x="5164998" y="3337875"/>
              <a:ext cx="5069" cy="4055"/>
            </a:xfrm>
            <a:custGeom>
              <a:avLst/>
              <a:gdLst>
                <a:gd name="connsiteX0" fmla="*/ 5069 w 5069"/>
                <a:gd name="connsiteY0" fmla="*/ 2028 h 4055"/>
                <a:gd name="connsiteX1" fmla="*/ 2534 w 5069"/>
                <a:gd name="connsiteY1" fmla="*/ 4056 h 4055"/>
                <a:gd name="connsiteX2" fmla="*/ 0 w 5069"/>
                <a:gd name="connsiteY2" fmla="*/ 2028 h 4055"/>
                <a:gd name="connsiteX3" fmla="*/ 2534 w 5069"/>
                <a:gd name="connsiteY3" fmla="*/ 0 h 4055"/>
                <a:gd name="connsiteX4" fmla="*/ 5069 w 5069"/>
                <a:gd name="connsiteY4" fmla="*/ 2028 h 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9" h="4055">
                  <a:moveTo>
                    <a:pt x="5069" y="2028"/>
                  </a:moveTo>
                  <a:lnTo>
                    <a:pt x="2534" y="4056"/>
                  </a:lnTo>
                  <a:lnTo>
                    <a:pt x="0" y="2028"/>
                  </a:lnTo>
                  <a:lnTo>
                    <a:pt x="2534" y="0"/>
                  </a:lnTo>
                  <a:lnTo>
                    <a:pt x="5069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01D625A1-7E2B-A3E4-124C-E32118A29F73}"/>
                </a:ext>
              </a:extLst>
            </p:cNvPr>
            <p:cNvSpPr/>
            <p:nvPr/>
          </p:nvSpPr>
          <p:spPr>
            <a:xfrm>
              <a:off x="5190979" y="3236233"/>
              <a:ext cx="4308" cy="3421"/>
            </a:xfrm>
            <a:custGeom>
              <a:avLst/>
              <a:gdLst>
                <a:gd name="connsiteX0" fmla="*/ 4309 w 4308"/>
                <a:gd name="connsiteY0" fmla="*/ 1774 h 3421"/>
                <a:gd name="connsiteX1" fmla="*/ 2155 w 4308"/>
                <a:gd name="connsiteY1" fmla="*/ 3422 h 3421"/>
                <a:gd name="connsiteX2" fmla="*/ 0 w 4308"/>
                <a:gd name="connsiteY2" fmla="*/ 1774 h 3421"/>
                <a:gd name="connsiteX3" fmla="*/ 2155 w 4308"/>
                <a:gd name="connsiteY3" fmla="*/ 0 h 3421"/>
                <a:gd name="connsiteX4" fmla="*/ 4309 w 4308"/>
                <a:gd name="connsiteY4" fmla="*/ 1774 h 3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8" h="3421">
                  <a:moveTo>
                    <a:pt x="4309" y="1774"/>
                  </a:moveTo>
                  <a:lnTo>
                    <a:pt x="2155" y="3422"/>
                  </a:lnTo>
                  <a:lnTo>
                    <a:pt x="0" y="1774"/>
                  </a:lnTo>
                  <a:lnTo>
                    <a:pt x="2155" y="0"/>
                  </a:lnTo>
                  <a:lnTo>
                    <a:pt x="4309" y="177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2B74DD21-7D45-B334-3EBE-6AE3A61108F7}"/>
                </a:ext>
              </a:extLst>
            </p:cNvPr>
            <p:cNvSpPr/>
            <p:nvPr/>
          </p:nvSpPr>
          <p:spPr>
            <a:xfrm>
              <a:off x="5233689" y="3138393"/>
              <a:ext cx="3041" cy="2281"/>
            </a:xfrm>
            <a:custGeom>
              <a:avLst/>
              <a:gdLst>
                <a:gd name="connsiteX0" fmla="*/ 3042 w 3041"/>
                <a:gd name="connsiteY0" fmla="*/ 1141 h 2281"/>
                <a:gd name="connsiteX1" fmla="*/ 1521 w 3041"/>
                <a:gd name="connsiteY1" fmla="*/ 2281 h 2281"/>
                <a:gd name="connsiteX2" fmla="*/ 0 w 3041"/>
                <a:gd name="connsiteY2" fmla="*/ 1141 h 2281"/>
                <a:gd name="connsiteX3" fmla="*/ 1521 w 3041"/>
                <a:gd name="connsiteY3" fmla="*/ 0 h 2281"/>
                <a:gd name="connsiteX4" fmla="*/ 3042 w 3041"/>
                <a:gd name="connsiteY4" fmla="*/ 1141 h 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1" h="2281">
                  <a:moveTo>
                    <a:pt x="3042" y="1141"/>
                  </a:moveTo>
                  <a:lnTo>
                    <a:pt x="1521" y="2281"/>
                  </a:lnTo>
                  <a:lnTo>
                    <a:pt x="0" y="1141"/>
                  </a:lnTo>
                  <a:lnTo>
                    <a:pt x="1521" y="0"/>
                  </a:lnTo>
                  <a:lnTo>
                    <a:pt x="3042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AC4B576B-CB95-DD46-C418-CC616539172F}"/>
                </a:ext>
              </a:extLst>
            </p:cNvPr>
            <p:cNvSpPr/>
            <p:nvPr/>
          </p:nvSpPr>
          <p:spPr>
            <a:xfrm>
              <a:off x="5292114" y="3045495"/>
              <a:ext cx="2154" cy="1774"/>
            </a:xfrm>
            <a:custGeom>
              <a:avLst/>
              <a:gdLst>
                <a:gd name="connsiteX0" fmla="*/ 2154 w 2154"/>
                <a:gd name="connsiteY0" fmla="*/ 887 h 1774"/>
                <a:gd name="connsiteX1" fmla="*/ 1014 w 2154"/>
                <a:gd name="connsiteY1" fmla="*/ 1774 h 1774"/>
                <a:gd name="connsiteX2" fmla="*/ 0 w 2154"/>
                <a:gd name="connsiteY2" fmla="*/ 887 h 1774"/>
                <a:gd name="connsiteX3" fmla="*/ 1014 w 2154"/>
                <a:gd name="connsiteY3" fmla="*/ 0 h 1774"/>
                <a:gd name="connsiteX4" fmla="*/ 2154 w 2154"/>
                <a:gd name="connsiteY4" fmla="*/ 887 h 1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4" h="1774">
                  <a:moveTo>
                    <a:pt x="2154" y="887"/>
                  </a:moveTo>
                  <a:lnTo>
                    <a:pt x="1014" y="1774"/>
                  </a:lnTo>
                  <a:lnTo>
                    <a:pt x="0" y="887"/>
                  </a:lnTo>
                  <a:lnTo>
                    <a:pt x="1014" y="0"/>
                  </a:lnTo>
                  <a:lnTo>
                    <a:pt x="2154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2B15C37C-3915-0CB9-10A0-445367233825}"/>
                </a:ext>
              </a:extLst>
            </p:cNvPr>
            <p:cNvSpPr/>
            <p:nvPr/>
          </p:nvSpPr>
          <p:spPr>
            <a:xfrm>
              <a:off x="5365621" y="2959695"/>
              <a:ext cx="633" cy="506"/>
            </a:xfrm>
            <a:custGeom>
              <a:avLst/>
              <a:gdLst>
                <a:gd name="connsiteX0" fmla="*/ 634 w 633"/>
                <a:gd name="connsiteY0" fmla="*/ 254 h 506"/>
                <a:gd name="connsiteX1" fmla="*/ 254 w 633"/>
                <a:gd name="connsiteY1" fmla="*/ 507 h 506"/>
                <a:gd name="connsiteX2" fmla="*/ 0 w 633"/>
                <a:gd name="connsiteY2" fmla="*/ 254 h 506"/>
                <a:gd name="connsiteX3" fmla="*/ 254 w 633"/>
                <a:gd name="connsiteY3" fmla="*/ 0 h 506"/>
                <a:gd name="connsiteX4" fmla="*/ 634 w 633"/>
                <a:gd name="connsiteY4" fmla="*/ 254 h 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" h="506">
                  <a:moveTo>
                    <a:pt x="634" y="254"/>
                  </a:moveTo>
                  <a:lnTo>
                    <a:pt x="254" y="507"/>
                  </a:lnTo>
                  <a:lnTo>
                    <a:pt x="0" y="254"/>
                  </a:lnTo>
                  <a:lnTo>
                    <a:pt x="254" y="0"/>
                  </a:lnTo>
                  <a:lnTo>
                    <a:pt x="634" y="2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9E444554-A327-0385-D787-71B15897DDFA}"/>
                </a:ext>
              </a:extLst>
            </p:cNvPr>
            <p:cNvSpPr/>
            <p:nvPr/>
          </p:nvSpPr>
          <p:spPr>
            <a:xfrm>
              <a:off x="5550402" y="2812935"/>
              <a:ext cx="760" cy="633"/>
            </a:xfrm>
            <a:custGeom>
              <a:avLst/>
              <a:gdLst>
                <a:gd name="connsiteX0" fmla="*/ 760 w 760"/>
                <a:gd name="connsiteY0" fmla="*/ 380 h 633"/>
                <a:gd name="connsiteX1" fmla="*/ 380 w 760"/>
                <a:gd name="connsiteY1" fmla="*/ 634 h 633"/>
                <a:gd name="connsiteX2" fmla="*/ 0 w 760"/>
                <a:gd name="connsiteY2" fmla="*/ 380 h 633"/>
                <a:gd name="connsiteX3" fmla="*/ 380 w 760"/>
                <a:gd name="connsiteY3" fmla="*/ 0 h 633"/>
                <a:gd name="connsiteX4" fmla="*/ 760 w 760"/>
                <a:gd name="connsiteY4" fmla="*/ 380 h 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0" h="633">
                  <a:moveTo>
                    <a:pt x="760" y="380"/>
                  </a:moveTo>
                  <a:lnTo>
                    <a:pt x="380" y="634"/>
                  </a:lnTo>
                  <a:lnTo>
                    <a:pt x="0" y="380"/>
                  </a:lnTo>
                  <a:lnTo>
                    <a:pt x="380" y="0"/>
                  </a:lnTo>
                  <a:lnTo>
                    <a:pt x="760" y="38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7494FA97-F038-0E0F-6C03-6BD86346CB71}"/>
                </a:ext>
              </a:extLst>
            </p:cNvPr>
            <p:cNvSpPr/>
            <p:nvPr/>
          </p:nvSpPr>
          <p:spPr>
            <a:xfrm>
              <a:off x="5659142" y="2755016"/>
              <a:ext cx="1267" cy="1140"/>
            </a:xfrm>
            <a:custGeom>
              <a:avLst/>
              <a:gdLst>
                <a:gd name="connsiteX0" fmla="*/ 1267 w 1267"/>
                <a:gd name="connsiteY0" fmla="*/ 507 h 1140"/>
                <a:gd name="connsiteX1" fmla="*/ 634 w 1267"/>
                <a:gd name="connsiteY1" fmla="*/ 1141 h 1140"/>
                <a:gd name="connsiteX2" fmla="*/ 0 w 1267"/>
                <a:gd name="connsiteY2" fmla="*/ 507 h 1140"/>
                <a:gd name="connsiteX3" fmla="*/ 634 w 1267"/>
                <a:gd name="connsiteY3" fmla="*/ 0 h 1140"/>
                <a:gd name="connsiteX4" fmla="*/ 1267 w 1267"/>
                <a:gd name="connsiteY4" fmla="*/ 507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7" h="1140">
                  <a:moveTo>
                    <a:pt x="1267" y="507"/>
                  </a:moveTo>
                  <a:lnTo>
                    <a:pt x="634" y="1141"/>
                  </a:lnTo>
                  <a:lnTo>
                    <a:pt x="0" y="507"/>
                  </a:lnTo>
                  <a:lnTo>
                    <a:pt x="634" y="0"/>
                  </a:lnTo>
                  <a:lnTo>
                    <a:pt x="1267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8B3E6D6B-78A5-EF9A-CEA6-3059A76F8E2A}"/>
                </a:ext>
              </a:extLst>
            </p:cNvPr>
            <p:cNvSpPr/>
            <p:nvPr/>
          </p:nvSpPr>
          <p:spPr>
            <a:xfrm>
              <a:off x="5776119" y="2708631"/>
              <a:ext cx="2408" cy="1900"/>
            </a:xfrm>
            <a:custGeom>
              <a:avLst/>
              <a:gdLst>
                <a:gd name="connsiteX0" fmla="*/ 2408 w 2408"/>
                <a:gd name="connsiteY0" fmla="*/ 1014 h 1900"/>
                <a:gd name="connsiteX1" fmla="*/ 1141 w 2408"/>
                <a:gd name="connsiteY1" fmla="*/ 1901 h 1900"/>
                <a:gd name="connsiteX2" fmla="*/ 0 w 2408"/>
                <a:gd name="connsiteY2" fmla="*/ 1014 h 1900"/>
                <a:gd name="connsiteX3" fmla="*/ 1141 w 2408"/>
                <a:gd name="connsiteY3" fmla="*/ 0 h 1900"/>
                <a:gd name="connsiteX4" fmla="*/ 2408 w 2408"/>
                <a:gd name="connsiteY4" fmla="*/ 1014 h 1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8" h="1900">
                  <a:moveTo>
                    <a:pt x="2408" y="1014"/>
                  </a:moveTo>
                  <a:lnTo>
                    <a:pt x="1141" y="1901"/>
                  </a:lnTo>
                  <a:lnTo>
                    <a:pt x="0" y="1014"/>
                  </a:lnTo>
                  <a:lnTo>
                    <a:pt x="1141" y="0"/>
                  </a:lnTo>
                  <a:lnTo>
                    <a:pt x="2408" y="101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62DB0F58-FC21-02F4-C1F7-1AC3738F2C4E}"/>
                </a:ext>
              </a:extLst>
            </p:cNvPr>
            <p:cNvSpPr/>
            <p:nvPr/>
          </p:nvSpPr>
          <p:spPr>
            <a:xfrm>
              <a:off x="5899940" y="2675046"/>
              <a:ext cx="2915" cy="2281"/>
            </a:xfrm>
            <a:custGeom>
              <a:avLst/>
              <a:gdLst>
                <a:gd name="connsiteX0" fmla="*/ 2915 w 2915"/>
                <a:gd name="connsiteY0" fmla="*/ 1141 h 2281"/>
                <a:gd name="connsiteX1" fmla="*/ 1394 w 2915"/>
                <a:gd name="connsiteY1" fmla="*/ 2281 h 2281"/>
                <a:gd name="connsiteX2" fmla="*/ 0 w 2915"/>
                <a:gd name="connsiteY2" fmla="*/ 1141 h 2281"/>
                <a:gd name="connsiteX3" fmla="*/ 1394 w 2915"/>
                <a:gd name="connsiteY3" fmla="*/ 0 h 2281"/>
                <a:gd name="connsiteX4" fmla="*/ 2915 w 2915"/>
                <a:gd name="connsiteY4" fmla="*/ 1141 h 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5" h="2281">
                  <a:moveTo>
                    <a:pt x="2915" y="1141"/>
                  </a:moveTo>
                  <a:lnTo>
                    <a:pt x="1394" y="2281"/>
                  </a:lnTo>
                  <a:lnTo>
                    <a:pt x="0" y="1141"/>
                  </a:lnTo>
                  <a:lnTo>
                    <a:pt x="1394" y="0"/>
                  </a:lnTo>
                  <a:lnTo>
                    <a:pt x="2915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49B3E94B-71BB-1760-0B5B-175FD8346AEE}"/>
                </a:ext>
              </a:extLst>
            </p:cNvPr>
            <p:cNvSpPr/>
            <p:nvPr/>
          </p:nvSpPr>
          <p:spPr>
            <a:xfrm>
              <a:off x="6028070" y="2654515"/>
              <a:ext cx="3548" cy="2788"/>
            </a:xfrm>
            <a:custGeom>
              <a:avLst/>
              <a:gdLst>
                <a:gd name="connsiteX0" fmla="*/ 3549 w 3548"/>
                <a:gd name="connsiteY0" fmla="*/ 1394 h 2788"/>
                <a:gd name="connsiteX1" fmla="*/ 1774 w 3548"/>
                <a:gd name="connsiteY1" fmla="*/ 2788 h 2788"/>
                <a:gd name="connsiteX2" fmla="*/ 0 w 3548"/>
                <a:gd name="connsiteY2" fmla="*/ 1394 h 2788"/>
                <a:gd name="connsiteX3" fmla="*/ 1774 w 3548"/>
                <a:gd name="connsiteY3" fmla="*/ 0 h 2788"/>
                <a:gd name="connsiteX4" fmla="*/ 3549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9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9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FA1199C5-7683-34FE-F8CC-01045408C65C}"/>
                </a:ext>
              </a:extLst>
            </p:cNvPr>
            <p:cNvSpPr/>
            <p:nvPr/>
          </p:nvSpPr>
          <p:spPr>
            <a:xfrm>
              <a:off x="6158608" y="2647544"/>
              <a:ext cx="4055" cy="3168"/>
            </a:xfrm>
            <a:custGeom>
              <a:avLst/>
              <a:gdLst>
                <a:gd name="connsiteX0" fmla="*/ 4056 w 4055"/>
                <a:gd name="connsiteY0" fmla="*/ 1521 h 3168"/>
                <a:gd name="connsiteX1" fmla="*/ 2028 w 4055"/>
                <a:gd name="connsiteY1" fmla="*/ 3168 h 3168"/>
                <a:gd name="connsiteX2" fmla="*/ 0 w 4055"/>
                <a:gd name="connsiteY2" fmla="*/ 1521 h 3168"/>
                <a:gd name="connsiteX3" fmla="*/ 2028 w 4055"/>
                <a:gd name="connsiteY3" fmla="*/ 0 h 3168"/>
                <a:gd name="connsiteX4" fmla="*/ 4056 w 4055"/>
                <a:gd name="connsiteY4" fmla="*/ 1521 h 3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5" h="3168">
                  <a:moveTo>
                    <a:pt x="4056" y="1521"/>
                  </a:moveTo>
                  <a:lnTo>
                    <a:pt x="2028" y="3168"/>
                  </a:lnTo>
                  <a:lnTo>
                    <a:pt x="0" y="1521"/>
                  </a:lnTo>
                  <a:lnTo>
                    <a:pt x="2028" y="0"/>
                  </a:lnTo>
                  <a:lnTo>
                    <a:pt x="4056" y="152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9880637A-B454-3D55-39E7-0889A72B0118}"/>
                </a:ext>
              </a:extLst>
            </p:cNvPr>
            <p:cNvSpPr/>
            <p:nvPr/>
          </p:nvSpPr>
          <p:spPr>
            <a:xfrm>
              <a:off x="6289020" y="2654008"/>
              <a:ext cx="4689" cy="3801"/>
            </a:xfrm>
            <a:custGeom>
              <a:avLst/>
              <a:gdLst>
                <a:gd name="connsiteX0" fmla="*/ 4689 w 4689"/>
                <a:gd name="connsiteY0" fmla="*/ 1901 h 3801"/>
                <a:gd name="connsiteX1" fmla="*/ 2281 w 4689"/>
                <a:gd name="connsiteY1" fmla="*/ 3802 h 3801"/>
                <a:gd name="connsiteX2" fmla="*/ 0 w 4689"/>
                <a:gd name="connsiteY2" fmla="*/ 1901 h 3801"/>
                <a:gd name="connsiteX3" fmla="*/ 2281 w 4689"/>
                <a:gd name="connsiteY3" fmla="*/ 0 h 3801"/>
                <a:gd name="connsiteX4" fmla="*/ 4689 w 4689"/>
                <a:gd name="connsiteY4" fmla="*/ 1901 h 3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89" h="3801">
                  <a:moveTo>
                    <a:pt x="4689" y="1901"/>
                  </a:moveTo>
                  <a:lnTo>
                    <a:pt x="2281" y="3802"/>
                  </a:lnTo>
                  <a:lnTo>
                    <a:pt x="0" y="1901"/>
                  </a:lnTo>
                  <a:lnTo>
                    <a:pt x="2281" y="0"/>
                  </a:lnTo>
                  <a:lnTo>
                    <a:pt x="4689" y="190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EB72674C-EDE5-3262-EB52-F8BCF1B8F2C5}"/>
                </a:ext>
              </a:extLst>
            </p:cNvPr>
            <p:cNvSpPr/>
            <p:nvPr/>
          </p:nvSpPr>
          <p:spPr>
            <a:xfrm>
              <a:off x="6417276" y="2674032"/>
              <a:ext cx="5196" cy="4309"/>
            </a:xfrm>
            <a:custGeom>
              <a:avLst/>
              <a:gdLst>
                <a:gd name="connsiteX0" fmla="*/ 5196 w 5196"/>
                <a:gd name="connsiteY0" fmla="*/ 2155 h 4309"/>
                <a:gd name="connsiteX1" fmla="*/ 2661 w 5196"/>
                <a:gd name="connsiteY1" fmla="*/ 4309 h 4309"/>
                <a:gd name="connsiteX2" fmla="*/ 0 w 5196"/>
                <a:gd name="connsiteY2" fmla="*/ 2155 h 4309"/>
                <a:gd name="connsiteX3" fmla="*/ 2661 w 5196"/>
                <a:gd name="connsiteY3" fmla="*/ 0 h 4309"/>
                <a:gd name="connsiteX4" fmla="*/ 5196 w 5196"/>
                <a:gd name="connsiteY4" fmla="*/ 2155 h 4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96" h="4309">
                  <a:moveTo>
                    <a:pt x="5196" y="2155"/>
                  </a:moveTo>
                  <a:lnTo>
                    <a:pt x="2661" y="4309"/>
                  </a:lnTo>
                  <a:lnTo>
                    <a:pt x="0" y="2155"/>
                  </a:lnTo>
                  <a:lnTo>
                    <a:pt x="2661" y="0"/>
                  </a:lnTo>
                  <a:lnTo>
                    <a:pt x="5196" y="215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FC3771D0-0E89-5E42-0310-38268A04D3B1}"/>
                </a:ext>
              </a:extLst>
            </p:cNvPr>
            <p:cNvSpPr/>
            <p:nvPr/>
          </p:nvSpPr>
          <p:spPr>
            <a:xfrm>
              <a:off x="6540970" y="2707237"/>
              <a:ext cx="5956" cy="4689"/>
            </a:xfrm>
            <a:custGeom>
              <a:avLst/>
              <a:gdLst>
                <a:gd name="connsiteX0" fmla="*/ 5957 w 5956"/>
                <a:gd name="connsiteY0" fmla="*/ 2408 h 4689"/>
                <a:gd name="connsiteX1" fmla="*/ 2915 w 5956"/>
                <a:gd name="connsiteY1" fmla="*/ 4689 h 4689"/>
                <a:gd name="connsiteX2" fmla="*/ 0 w 5956"/>
                <a:gd name="connsiteY2" fmla="*/ 2408 h 4689"/>
                <a:gd name="connsiteX3" fmla="*/ 2915 w 5956"/>
                <a:gd name="connsiteY3" fmla="*/ 0 h 4689"/>
                <a:gd name="connsiteX4" fmla="*/ 5957 w 5956"/>
                <a:gd name="connsiteY4" fmla="*/ 2408 h 4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6" h="4689">
                  <a:moveTo>
                    <a:pt x="5957" y="2408"/>
                  </a:moveTo>
                  <a:lnTo>
                    <a:pt x="2915" y="4689"/>
                  </a:lnTo>
                  <a:lnTo>
                    <a:pt x="0" y="2408"/>
                  </a:lnTo>
                  <a:lnTo>
                    <a:pt x="2915" y="0"/>
                  </a:lnTo>
                  <a:lnTo>
                    <a:pt x="5957" y="240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21403DB6-3723-1A55-8965-BB893C965D1A}"/>
                </a:ext>
              </a:extLst>
            </p:cNvPr>
            <p:cNvSpPr/>
            <p:nvPr/>
          </p:nvSpPr>
          <p:spPr>
            <a:xfrm>
              <a:off x="6658455" y="2753242"/>
              <a:ext cx="5956" cy="4689"/>
            </a:xfrm>
            <a:custGeom>
              <a:avLst/>
              <a:gdLst>
                <a:gd name="connsiteX0" fmla="*/ 5956 w 5956"/>
                <a:gd name="connsiteY0" fmla="*/ 2281 h 4689"/>
                <a:gd name="connsiteX1" fmla="*/ 3042 w 5956"/>
                <a:gd name="connsiteY1" fmla="*/ 4689 h 4689"/>
                <a:gd name="connsiteX2" fmla="*/ 0 w 5956"/>
                <a:gd name="connsiteY2" fmla="*/ 2281 h 4689"/>
                <a:gd name="connsiteX3" fmla="*/ 3042 w 5956"/>
                <a:gd name="connsiteY3" fmla="*/ 0 h 4689"/>
                <a:gd name="connsiteX4" fmla="*/ 5956 w 5956"/>
                <a:gd name="connsiteY4" fmla="*/ 2281 h 4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6" h="4689">
                  <a:moveTo>
                    <a:pt x="5956" y="2281"/>
                  </a:moveTo>
                  <a:lnTo>
                    <a:pt x="3042" y="4689"/>
                  </a:lnTo>
                  <a:lnTo>
                    <a:pt x="0" y="2281"/>
                  </a:lnTo>
                  <a:lnTo>
                    <a:pt x="3042" y="0"/>
                  </a:lnTo>
                  <a:lnTo>
                    <a:pt x="5956" y="22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E8936D7-9EB3-B369-800E-A0A10E065893}"/>
                </a:ext>
              </a:extLst>
            </p:cNvPr>
            <p:cNvSpPr/>
            <p:nvPr/>
          </p:nvSpPr>
          <p:spPr>
            <a:xfrm>
              <a:off x="6767194" y="2810780"/>
              <a:ext cx="6462" cy="5069"/>
            </a:xfrm>
            <a:custGeom>
              <a:avLst/>
              <a:gdLst>
                <a:gd name="connsiteX0" fmla="*/ 6463 w 6462"/>
                <a:gd name="connsiteY0" fmla="*/ 2535 h 5069"/>
                <a:gd name="connsiteX1" fmla="*/ 3168 w 6462"/>
                <a:gd name="connsiteY1" fmla="*/ 5069 h 5069"/>
                <a:gd name="connsiteX2" fmla="*/ 0 w 6462"/>
                <a:gd name="connsiteY2" fmla="*/ 2535 h 5069"/>
                <a:gd name="connsiteX3" fmla="*/ 3168 w 6462"/>
                <a:gd name="connsiteY3" fmla="*/ 0 h 5069"/>
                <a:gd name="connsiteX4" fmla="*/ 6463 w 6462"/>
                <a:gd name="connsiteY4" fmla="*/ 2535 h 5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2" h="5069">
                  <a:moveTo>
                    <a:pt x="6463" y="2535"/>
                  </a:moveTo>
                  <a:lnTo>
                    <a:pt x="3168" y="5069"/>
                  </a:lnTo>
                  <a:lnTo>
                    <a:pt x="0" y="2535"/>
                  </a:lnTo>
                  <a:lnTo>
                    <a:pt x="3168" y="0"/>
                  </a:lnTo>
                  <a:lnTo>
                    <a:pt x="6463" y="253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EC52FF7B-6B6D-D19D-99E7-7A1EB716C835}"/>
                </a:ext>
              </a:extLst>
            </p:cNvPr>
            <p:cNvSpPr/>
            <p:nvPr/>
          </p:nvSpPr>
          <p:spPr>
            <a:xfrm>
              <a:off x="6865668" y="2879217"/>
              <a:ext cx="6463" cy="5196"/>
            </a:xfrm>
            <a:custGeom>
              <a:avLst/>
              <a:gdLst>
                <a:gd name="connsiteX0" fmla="*/ 6464 w 6463"/>
                <a:gd name="connsiteY0" fmla="*/ 2662 h 5196"/>
                <a:gd name="connsiteX1" fmla="*/ 3295 w 6463"/>
                <a:gd name="connsiteY1" fmla="*/ 5196 h 5196"/>
                <a:gd name="connsiteX2" fmla="*/ 0 w 6463"/>
                <a:gd name="connsiteY2" fmla="*/ 2662 h 5196"/>
                <a:gd name="connsiteX3" fmla="*/ 3295 w 6463"/>
                <a:gd name="connsiteY3" fmla="*/ 0 h 5196"/>
                <a:gd name="connsiteX4" fmla="*/ 6464 w 6463"/>
                <a:gd name="connsiteY4" fmla="*/ 2662 h 5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196">
                  <a:moveTo>
                    <a:pt x="6464" y="2662"/>
                  </a:moveTo>
                  <a:lnTo>
                    <a:pt x="3295" y="5196"/>
                  </a:lnTo>
                  <a:lnTo>
                    <a:pt x="0" y="2662"/>
                  </a:lnTo>
                  <a:lnTo>
                    <a:pt x="3295" y="0"/>
                  </a:lnTo>
                  <a:lnTo>
                    <a:pt x="6464" y="266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0277CB38-7686-3395-FD26-5ADCBED7B156}"/>
                </a:ext>
              </a:extLst>
            </p:cNvPr>
            <p:cNvSpPr/>
            <p:nvPr/>
          </p:nvSpPr>
          <p:spPr>
            <a:xfrm>
              <a:off x="6952229" y="2957667"/>
              <a:ext cx="6083" cy="4562"/>
            </a:xfrm>
            <a:custGeom>
              <a:avLst/>
              <a:gdLst>
                <a:gd name="connsiteX0" fmla="*/ 6083 w 6083"/>
                <a:gd name="connsiteY0" fmla="*/ 2281 h 4562"/>
                <a:gd name="connsiteX1" fmla="*/ 3042 w 6083"/>
                <a:gd name="connsiteY1" fmla="*/ 4563 h 4562"/>
                <a:gd name="connsiteX2" fmla="*/ 0 w 6083"/>
                <a:gd name="connsiteY2" fmla="*/ 2281 h 4562"/>
                <a:gd name="connsiteX3" fmla="*/ 3042 w 6083"/>
                <a:gd name="connsiteY3" fmla="*/ 0 h 4562"/>
                <a:gd name="connsiteX4" fmla="*/ 6083 w 6083"/>
                <a:gd name="connsiteY4" fmla="*/ 2281 h 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83" h="4562">
                  <a:moveTo>
                    <a:pt x="6083" y="2281"/>
                  </a:moveTo>
                  <a:lnTo>
                    <a:pt x="3042" y="4563"/>
                  </a:lnTo>
                  <a:lnTo>
                    <a:pt x="0" y="2281"/>
                  </a:lnTo>
                  <a:lnTo>
                    <a:pt x="3042" y="0"/>
                  </a:lnTo>
                  <a:lnTo>
                    <a:pt x="6083" y="22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0D41D998-DE3C-ABD9-432C-9D230FEBEAD4}"/>
                </a:ext>
              </a:extLst>
            </p:cNvPr>
            <p:cNvSpPr/>
            <p:nvPr/>
          </p:nvSpPr>
          <p:spPr>
            <a:xfrm>
              <a:off x="7025102" y="3043974"/>
              <a:ext cx="5956" cy="4689"/>
            </a:xfrm>
            <a:custGeom>
              <a:avLst/>
              <a:gdLst>
                <a:gd name="connsiteX0" fmla="*/ 5957 w 5956"/>
                <a:gd name="connsiteY0" fmla="*/ 2408 h 4689"/>
                <a:gd name="connsiteX1" fmla="*/ 2915 w 5956"/>
                <a:gd name="connsiteY1" fmla="*/ 4689 h 4689"/>
                <a:gd name="connsiteX2" fmla="*/ 0 w 5956"/>
                <a:gd name="connsiteY2" fmla="*/ 2408 h 4689"/>
                <a:gd name="connsiteX3" fmla="*/ 2915 w 5956"/>
                <a:gd name="connsiteY3" fmla="*/ 0 h 4689"/>
                <a:gd name="connsiteX4" fmla="*/ 5957 w 5956"/>
                <a:gd name="connsiteY4" fmla="*/ 2408 h 4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6" h="4689">
                  <a:moveTo>
                    <a:pt x="5957" y="2408"/>
                  </a:moveTo>
                  <a:lnTo>
                    <a:pt x="2915" y="4689"/>
                  </a:lnTo>
                  <a:lnTo>
                    <a:pt x="0" y="2408"/>
                  </a:lnTo>
                  <a:lnTo>
                    <a:pt x="2915" y="0"/>
                  </a:lnTo>
                  <a:lnTo>
                    <a:pt x="5957" y="240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F1B611E6-E7DA-8EFC-D10A-49FE346D3F5C}"/>
                </a:ext>
              </a:extLst>
            </p:cNvPr>
            <p:cNvSpPr/>
            <p:nvPr/>
          </p:nvSpPr>
          <p:spPr>
            <a:xfrm>
              <a:off x="7083400" y="3137505"/>
              <a:ext cx="5323" cy="4182"/>
            </a:xfrm>
            <a:custGeom>
              <a:avLst/>
              <a:gdLst>
                <a:gd name="connsiteX0" fmla="*/ 5323 w 5323"/>
                <a:gd name="connsiteY0" fmla="*/ 2028 h 4182"/>
                <a:gd name="connsiteX1" fmla="*/ 2662 w 5323"/>
                <a:gd name="connsiteY1" fmla="*/ 4182 h 4182"/>
                <a:gd name="connsiteX2" fmla="*/ 0 w 5323"/>
                <a:gd name="connsiteY2" fmla="*/ 2028 h 4182"/>
                <a:gd name="connsiteX3" fmla="*/ 2662 w 5323"/>
                <a:gd name="connsiteY3" fmla="*/ 0 h 4182"/>
                <a:gd name="connsiteX4" fmla="*/ 5323 w 5323"/>
                <a:gd name="connsiteY4" fmla="*/ 2028 h 4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23" h="4182">
                  <a:moveTo>
                    <a:pt x="5323" y="2028"/>
                  </a:moveTo>
                  <a:lnTo>
                    <a:pt x="2662" y="4182"/>
                  </a:lnTo>
                  <a:lnTo>
                    <a:pt x="0" y="2028"/>
                  </a:lnTo>
                  <a:lnTo>
                    <a:pt x="2662" y="0"/>
                  </a:lnTo>
                  <a:lnTo>
                    <a:pt x="5323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CD92AECD-3DAD-845B-D90C-54CEE10D6AE3}"/>
                </a:ext>
              </a:extLst>
            </p:cNvPr>
            <p:cNvSpPr/>
            <p:nvPr/>
          </p:nvSpPr>
          <p:spPr>
            <a:xfrm>
              <a:off x="7125477" y="3235852"/>
              <a:ext cx="5323" cy="4182"/>
            </a:xfrm>
            <a:custGeom>
              <a:avLst/>
              <a:gdLst>
                <a:gd name="connsiteX0" fmla="*/ 5323 w 5323"/>
                <a:gd name="connsiteY0" fmla="*/ 2154 h 4182"/>
                <a:gd name="connsiteX1" fmla="*/ 2662 w 5323"/>
                <a:gd name="connsiteY1" fmla="*/ 4182 h 4182"/>
                <a:gd name="connsiteX2" fmla="*/ 0 w 5323"/>
                <a:gd name="connsiteY2" fmla="*/ 2154 h 4182"/>
                <a:gd name="connsiteX3" fmla="*/ 2662 w 5323"/>
                <a:gd name="connsiteY3" fmla="*/ 0 h 4182"/>
                <a:gd name="connsiteX4" fmla="*/ 5323 w 5323"/>
                <a:gd name="connsiteY4" fmla="*/ 2154 h 4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23" h="4182">
                  <a:moveTo>
                    <a:pt x="5323" y="2154"/>
                  </a:moveTo>
                  <a:lnTo>
                    <a:pt x="2662" y="4182"/>
                  </a:lnTo>
                  <a:lnTo>
                    <a:pt x="0" y="2154"/>
                  </a:lnTo>
                  <a:lnTo>
                    <a:pt x="2662" y="0"/>
                  </a:lnTo>
                  <a:lnTo>
                    <a:pt x="5323" y="21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B40A51C6-62D8-16C6-16ED-4DEC89214527}"/>
                </a:ext>
              </a:extLst>
            </p:cNvPr>
            <p:cNvSpPr/>
            <p:nvPr/>
          </p:nvSpPr>
          <p:spPr>
            <a:xfrm>
              <a:off x="7151331" y="3338002"/>
              <a:ext cx="4689" cy="3801"/>
            </a:xfrm>
            <a:custGeom>
              <a:avLst/>
              <a:gdLst>
                <a:gd name="connsiteX0" fmla="*/ 4689 w 4689"/>
                <a:gd name="connsiteY0" fmla="*/ 1901 h 3801"/>
                <a:gd name="connsiteX1" fmla="*/ 2408 w 4689"/>
                <a:gd name="connsiteY1" fmla="*/ 3802 h 3801"/>
                <a:gd name="connsiteX2" fmla="*/ 0 w 4689"/>
                <a:gd name="connsiteY2" fmla="*/ 1901 h 3801"/>
                <a:gd name="connsiteX3" fmla="*/ 2408 w 4689"/>
                <a:gd name="connsiteY3" fmla="*/ 0 h 3801"/>
                <a:gd name="connsiteX4" fmla="*/ 4689 w 4689"/>
                <a:gd name="connsiteY4" fmla="*/ 1901 h 3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89" h="3801">
                  <a:moveTo>
                    <a:pt x="4689" y="1901"/>
                  </a:moveTo>
                  <a:lnTo>
                    <a:pt x="2408" y="3802"/>
                  </a:lnTo>
                  <a:lnTo>
                    <a:pt x="0" y="1901"/>
                  </a:lnTo>
                  <a:lnTo>
                    <a:pt x="2408" y="0"/>
                  </a:lnTo>
                  <a:lnTo>
                    <a:pt x="4689" y="190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D114F45C-562D-E337-F226-F123758A7BA8}"/>
                </a:ext>
              </a:extLst>
            </p:cNvPr>
            <p:cNvSpPr/>
            <p:nvPr/>
          </p:nvSpPr>
          <p:spPr>
            <a:xfrm>
              <a:off x="7285164" y="3441672"/>
              <a:ext cx="4689" cy="3801"/>
            </a:xfrm>
            <a:custGeom>
              <a:avLst/>
              <a:gdLst>
                <a:gd name="connsiteX0" fmla="*/ 4689 w 4689"/>
                <a:gd name="connsiteY0" fmla="*/ 1901 h 3801"/>
                <a:gd name="connsiteX1" fmla="*/ 2281 w 4689"/>
                <a:gd name="connsiteY1" fmla="*/ 3802 h 3801"/>
                <a:gd name="connsiteX2" fmla="*/ 0 w 4689"/>
                <a:gd name="connsiteY2" fmla="*/ 1901 h 3801"/>
                <a:gd name="connsiteX3" fmla="*/ 2281 w 4689"/>
                <a:gd name="connsiteY3" fmla="*/ 0 h 3801"/>
                <a:gd name="connsiteX4" fmla="*/ 4689 w 4689"/>
                <a:gd name="connsiteY4" fmla="*/ 1901 h 3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89" h="3801">
                  <a:moveTo>
                    <a:pt x="4689" y="1901"/>
                  </a:moveTo>
                  <a:lnTo>
                    <a:pt x="2281" y="3802"/>
                  </a:lnTo>
                  <a:lnTo>
                    <a:pt x="0" y="1901"/>
                  </a:lnTo>
                  <a:lnTo>
                    <a:pt x="2281" y="0"/>
                  </a:lnTo>
                  <a:lnTo>
                    <a:pt x="4689" y="190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9EDB0EB8-AA22-1E5C-8C7A-0573B198AC1E}"/>
                </a:ext>
              </a:extLst>
            </p:cNvPr>
            <p:cNvSpPr/>
            <p:nvPr/>
          </p:nvSpPr>
          <p:spPr>
            <a:xfrm>
              <a:off x="7277813" y="3545722"/>
              <a:ext cx="4055" cy="3295"/>
            </a:xfrm>
            <a:custGeom>
              <a:avLst/>
              <a:gdLst>
                <a:gd name="connsiteX0" fmla="*/ 4056 w 4055"/>
                <a:gd name="connsiteY0" fmla="*/ 1648 h 3295"/>
                <a:gd name="connsiteX1" fmla="*/ 2027 w 4055"/>
                <a:gd name="connsiteY1" fmla="*/ 3295 h 3295"/>
                <a:gd name="connsiteX2" fmla="*/ 0 w 4055"/>
                <a:gd name="connsiteY2" fmla="*/ 1648 h 3295"/>
                <a:gd name="connsiteX3" fmla="*/ 2027 w 4055"/>
                <a:gd name="connsiteY3" fmla="*/ 0 h 3295"/>
                <a:gd name="connsiteX4" fmla="*/ 4056 w 4055"/>
                <a:gd name="connsiteY4" fmla="*/ 1648 h 3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5" h="3295">
                  <a:moveTo>
                    <a:pt x="4056" y="1648"/>
                  </a:moveTo>
                  <a:lnTo>
                    <a:pt x="2027" y="3295"/>
                  </a:lnTo>
                  <a:lnTo>
                    <a:pt x="0" y="1648"/>
                  </a:lnTo>
                  <a:lnTo>
                    <a:pt x="2027" y="0"/>
                  </a:lnTo>
                  <a:lnTo>
                    <a:pt x="4056" y="164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04193DEB-5808-5C4E-D614-779435807566}"/>
                </a:ext>
              </a:extLst>
            </p:cNvPr>
            <p:cNvSpPr/>
            <p:nvPr/>
          </p:nvSpPr>
          <p:spPr>
            <a:xfrm>
              <a:off x="7255381" y="3648378"/>
              <a:ext cx="3548" cy="2788"/>
            </a:xfrm>
            <a:custGeom>
              <a:avLst/>
              <a:gdLst>
                <a:gd name="connsiteX0" fmla="*/ 3549 w 3548"/>
                <a:gd name="connsiteY0" fmla="*/ 1394 h 2788"/>
                <a:gd name="connsiteX1" fmla="*/ 1648 w 3548"/>
                <a:gd name="connsiteY1" fmla="*/ 2788 h 2788"/>
                <a:gd name="connsiteX2" fmla="*/ 0 w 3548"/>
                <a:gd name="connsiteY2" fmla="*/ 1394 h 2788"/>
                <a:gd name="connsiteX3" fmla="*/ 1648 w 3548"/>
                <a:gd name="connsiteY3" fmla="*/ 0 h 2788"/>
                <a:gd name="connsiteX4" fmla="*/ 3549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9" y="1394"/>
                  </a:moveTo>
                  <a:lnTo>
                    <a:pt x="1648" y="2788"/>
                  </a:lnTo>
                  <a:lnTo>
                    <a:pt x="0" y="1394"/>
                  </a:lnTo>
                  <a:lnTo>
                    <a:pt x="1648" y="0"/>
                  </a:lnTo>
                  <a:lnTo>
                    <a:pt x="3549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AB0F71CC-D9BD-2E66-2837-B3E869498F93}"/>
                </a:ext>
              </a:extLst>
            </p:cNvPr>
            <p:cNvSpPr/>
            <p:nvPr/>
          </p:nvSpPr>
          <p:spPr>
            <a:xfrm>
              <a:off x="7218247" y="3748373"/>
              <a:ext cx="2408" cy="1900"/>
            </a:xfrm>
            <a:custGeom>
              <a:avLst/>
              <a:gdLst>
                <a:gd name="connsiteX0" fmla="*/ 2408 w 2408"/>
                <a:gd name="connsiteY0" fmla="*/ 887 h 1900"/>
                <a:gd name="connsiteX1" fmla="*/ 1268 w 2408"/>
                <a:gd name="connsiteY1" fmla="*/ 1901 h 1900"/>
                <a:gd name="connsiteX2" fmla="*/ 0 w 2408"/>
                <a:gd name="connsiteY2" fmla="*/ 887 h 1900"/>
                <a:gd name="connsiteX3" fmla="*/ 1268 w 2408"/>
                <a:gd name="connsiteY3" fmla="*/ 0 h 1900"/>
                <a:gd name="connsiteX4" fmla="*/ 2408 w 2408"/>
                <a:gd name="connsiteY4" fmla="*/ 887 h 1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8" h="1900">
                  <a:moveTo>
                    <a:pt x="2408" y="887"/>
                  </a:moveTo>
                  <a:lnTo>
                    <a:pt x="1268" y="1901"/>
                  </a:lnTo>
                  <a:lnTo>
                    <a:pt x="0" y="887"/>
                  </a:lnTo>
                  <a:lnTo>
                    <a:pt x="1268" y="0"/>
                  </a:lnTo>
                  <a:lnTo>
                    <a:pt x="2408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E0D60403-684F-8DF1-4001-C69DCE3F16CB}"/>
                </a:ext>
              </a:extLst>
            </p:cNvPr>
            <p:cNvSpPr/>
            <p:nvPr/>
          </p:nvSpPr>
          <p:spPr>
            <a:xfrm>
              <a:off x="7166793" y="3844058"/>
              <a:ext cx="1647" cy="1393"/>
            </a:xfrm>
            <a:custGeom>
              <a:avLst/>
              <a:gdLst>
                <a:gd name="connsiteX0" fmla="*/ 1648 w 1647"/>
                <a:gd name="connsiteY0" fmla="*/ 634 h 1393"/>
                <a:gd name="connsiteX1" fmla="*/ 760 w 1647"/>
                <a:gd name="connsiteY1" fmla="*/ 1394 h 1393"/>
                <a:gd name="connsiteX2" fmla="*/ 0 w 1647"/>
                <a:gd name="connsiteY2" fmla="*/ 634 h 1393"/>
                <a:gd name="connsiteX3" fmla="*/ 760 w 1647"/>
                <a:gd name="connsiteY3" fmla="*/ 0 h 1393"/>
                <a:gd name="connsiteX4" fmla="*/ 1648 w 1647"/>
                <a:gd name="connsiteY4" fmla="*/ 634 h 1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7" h="1393">
                  <a:moveTo>
                    <a:pt x="1648" y="634"/>
                  </a:moveTo>
                  <a:lnTo>
                    <a:pt x="760" y="1394"/>
                  </a:lnTo>
                  <a:lnTo>
                    <a:pt x="0" y="634"/>
                  </a:lnTo>
                  <a:lnTo>
                    <a:pt x="760" y="0"/>
                  </a:lnTo>
                  <a:lnTo>
                    <a:pt x="1648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A91D7F01-50EA-2542-2955-1067A6A09A0D}"/>
                </a:ext>
              </a:extLst>
            </p:cNvPr>
            <p:cNvSpPr/>
            <p:nvPr/>
          </p:nvSpPr>
          <p:spPr>
            <a:xfrm>
              <a:off x="7101397" y="3934167"/>
              <a:ext cx="1393" cy="1140"/>
            </a:xfrm>
            <a:custGeom>
              <a:avLst/>
              <a:gdLst>
                <a:gd name="connsiteX0" fmla="*/ 1394 w 1393"/>
                <a:gd name="connsiteY0" fmla="*/ 634 h 1140"/>
                <a:gd name="connsiteX1" fmla="*/ 634 w 1393"/>
                <a:gd name="connsiteY1" fmla="*/ 1141 h 1140"/>
                <a:gd name="connsiteX2" fmla="*/ 0 w 1393"/>
                <a:gd name="connsiteY2" fmla="*/ 634 h 1140"/>
                <a:gd name="connsiteX3" fmla="*/ 634 w 1393"/>
                <a:gd name="connsiteY3" fmla="*/ 0 h 1140"/>
                <a:gd name="connsiteX4" fmla="*/ 1394 w 1393"/>
                <a:gd name="connsiteY4" fmla="*/ 634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3" h="1140">
                  <a:moveTo>
                    <a:pt x="1394" y="634"/>
                  </a:moveTo>
                  <a:lnTo>
                    <a:pt x="634" y="1141"/>
                  </a:lnTo>
                  <a:lnTo>
                    <a:pt x="0" y="634"/>
                  </a:lnTo>
                  <a:lnTo>
                    <a:pt x="634" y="0"/>
                  </a:lnTo>
                  <a:lnTo>
                    <a:pt x="1394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079B140E-B9AC-0DD9-6622-F182B499E8A5}"/>
                </a:ext>
              </a:extLst>
            </p:cNvPr>
            <p:cNvSpPr/>
            <p:nvPr/>
          </p:nvSpPr>
          <p:spPr>
            <a:xfrm>
              <a:off x="7023454" y="4017813"/>
              <a:ext cx="760" cy="633"/>
            </a:xfrm>
            <a:custGeom>
              <a:avLst/>
              <a:gdLst>
                <a:gd name="connsiteX0" fmla="*/ 760 w 760"/>
                <a:gd name="connsiteY0" fmla="*/ 380 h 633"/>
                <a:gd name="connsiteX1" fmla="*/ 381 w 760"/>
                <a:gd name="connsiteY1" fmla="*/ 634 h 633"/>
                <a:gd name="connsiteX2" fmla="*/ 0 w 760"/>
                <a:gd name="connsiteY2" fmla="*/ 380 h 633"/>
                <a:gd name="connsiteX3" fmla="*/ 381 w 760"/>
                <a:gd name="connsiteY3" fmla="*/ 0 h 633"/>
                <a:gd name="connsiteX4" fmla="*/ 760 w 760"/>
                <a:gd name="connsiteY4" fmla="*/ 380 h 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0" h="633">
                  <a:moveTo>
                    <a:pt x="760" y="380"/>
                  </a:moveTo>
                  <a:lnTo>
                    <a:pt x="381" y="634"/>
                  </a:lnTo>
                  <a:lnTo>
                    <a:pt x="0" y="380"/>
                  </a:lnTo>
                  <a:lnTo>
                    <a:pt x="381" y="0"/>
                  </a:lnTo>
                  <a:lnTo>
                    <a:pt x="760" y="38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AD06493B-B621-5E40-11D3-F338BDDA6518}"/>
                </a:ext>
              </a:extLst>
            </p:cNvPr>
            <p:cNvSpPr/>
            <p:nvPr/>
          </p:nvSpPr>
          <p:spPr>
            <a:xfrm>
              <a:off x="6832844" y="4160011"/>
              <a:ext cx="1393" cy="1014"/>
            </a:xfrm>
            <a:custGeom>
              <a:avLst/>
              <a:gdLst>
                <a:gd name="connsiteX0" fmla="*/ 1394 w 1393"/>
                <a:gd name="connsiteY0" fmla="*/ 507 h 1014"/>
                <a:gd name="connsiteX1" fmla="*/ 760 w 1393"/>
                <a:gd name="connsiteY1" fmla="*/ 1014 h 1014"/>
                <a:gd name="connsiteX2" fmla="*/ 0 w 1393"/>
                <a:gd name="connsiteY2" fmla="*/ 507 h 1014"/>
                <a:gd name="connsiteX3" fmla="*/ 760 w 1393"/>
                <a:gd name="connsiteY3" fmla="*/ 0 h 1014"/>
                <a:gd name="connsiteX4" fmla="*/ 1394 w 1393"/>
                <a:gd name="connsiteY4" fmla="*/ 507 h 1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3" h="1014">
                  <a:moveTo>
                    <a:pt x="1394" y="507"/>
                  </a:moveTo>
                  <a:lnTo>
                    <a:pt x="760" y="1014"/>
                  </a:lnTo>
                  <a:lnTo>
                    <a:pt x="0" y="507"/>
                  </a:lnTo>
                  <a:lnTo>
                    <a:pt x="760" y="0"/>
                  </a:lnTo>
                  <a:lnTo>
                    <a:pt x="1394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3DF402D1-5647-2B9F-94DE-3606D524E776}"/>
                </a:ext>
              </a:extLst>
            </p:cNvPr>
            <p:cNvSpPr/>
            <p:nvPr/>
          </p:nvSpPr>
          <p:spPr>
            <a:xfrm>
              <a:off x="6723344" y="4217042"/>
              <a:ext cx="1393" cy="1140"/>
            </a:xfrm>
            <a:custGeom>
              <a:avLst/>
              <a:gdLst>
                <a:gd name="connsiteX0" fmla="*/ 1394 w 1393"/>
                <a:gd name="connsiteY0" fmla="*/ 634 h 1140"/>
                <a:gd name="connsiteX1" fmla="*/ 634 w 1393"/>
                <a:gd name="connsiteY1" fmla="*/ 1141 h 1140"/>
                <a:gd name="connsiteX2" fmla="*/ 0 w 1393"/>
                <a:gd name="connsiteY2" fmla="*/ 634 h 1140"/>
                <a:gd name="connsiteX3" fmla="*/ 634 w 1393"/>
                <a:gd name="connsiteY3" fmla="*/ 0 h 1140"/>
                <a:gd name="connsiteX4" fmla="*/ 1394 w 1393"/>
                <a:gd name="connsiteY4" fmla="*/ 634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3" h="1140">
                  <a:moveTo>
                    <a:pt x="1394" y="634"/>
                  </a:moveTo>
                  <a:lnTo>
                    <a:pt x="634" y="1141"/>
                  </a:lnTo>
                  <a:lnTo>
                    <a:pt x="0" y="634"/>
                  </a:lnTo>
                  <a:lnTo>
                    <a:pt x="634" y="0"/>
                  </a:lnTo>
                  <a:lnTo>
                    <a:pt x="1394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0FC4962B-5F97-D1E2-4184-8CD2ED95BFB8}"/>
                </a:ext>
              </a:extLst>
            </p:cNvPr>
            <p:cNvSpPr/>
            <p:nvPr/>
          </p:nvSpPr>
          <p:spPr>
            <a:xfrm>
              <a:off x="6605479" y="4263174"/>
              <a:ext cx="2914" cy="2281"/>
            </a:xfrm>
            <a:custGeom>
              <a:avLst/>
              <a:gdLst>
                <a:gd name="connsiteX0" fmla="*/ 2915 w 2914"/>
                <a:gd name="connsiteY0" fmla="*/ 1141 h 2281"/>
                <a:gd name="connsiteX1" fmla="*/ 1521 w 2914"/>
                <a:gd name="connsiteY1" fmla="*/ 2281 h 2281"/>
                <a:gd name="connsiteX2" fmla="*/ 0 w 2914"/>
                <a:gd name="connsiteY2" fmla="*/ 1141 h 2281"/>
                <a:gd name="connsiteX3" fmla="*/ 1521 w 2914"/>
                <a:gd name="connsiteY3" fmla="*/ 0 h 2281"/>
                <a:gd name="connsiteX4" fmla="*/ 2915 w 2914"/>
                <a:gd name="connsiteY4" fmla="*/ 1141 h 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" h="2281">
                  <a:moveTo>
                    <a:pt x="2915" y="1141"/>
                  </a:moveTo>
                  <a:lnTo>
                    <a:pt x="1521" y="2281"/>
                  </a:lnTo>
                  <a:lnTo>
                    <a:pt x="0" y="1141"/>
                  </a:lnTo>
                  <a:lnTo>
                    <a:pt x="1521" y="0"/>
                  </a:lnTo>
                  <a:lnTo>
                    <a:pt x="2915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EF4DDC55-4E89-75CC-91B1-4E2B6CD2DE2E}"/>
                </a:ext>
              </a:extLst>
            </p:cNvPr>
            <p:cNvSpPr/>
            <p:nvPr/>
          </p:nvSpPr>
          <p:spPr>
            <a:xfrm>
              <a:off x="6482038" y="4298407"/>
              <a:ext cx="3548" cy="2914"/>
            </a:xfrm>
            <a:custGeom>
              <a:avLst/>
              <a:gdLst>
                <a:gd name="connsiteX0" fmla="*/ 3549 w 3548"/>
                <a:gd name="connsiteY0" fmla="*/ 1394 h 2914"/>
                <a:gd name="connsiteX1" fmla="*/ 1774 w 3548"/>
                <a:gd name="connsiteY1" fmla="*/ 2915 h 2914"/>
                <a:gd name="connsiteX2" fmla="*/ 0 w 3548"/>
                <a:gd name="connsiteY2" fmla="*/ 1394 h 2914"/>
                <a:gd name="connsiteX3" fmla="*/ 1774 w 3548"/>
                <a:gd name="connsiteY3" fmla="*/ 0 h 2914"/>
                <a:gd name="connsiteX4" fmla="*/ 3549 w 3548"/>
                <a:gd name="connsiteY4" fmla="*/ 1394 h 2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914">
                  <a:moveTo>
                    <a:pt x="3549" y="1394"/>
                  </a:moveTo>
                  <a:lnTo>
                    <a:pt x="1774" y="2915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9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C3055F53-F401-4E0C-4B02-9B171A873D8E}"/>
                </a:ext>
              </a:extLst>
            </p:cNvPr>
            <p:cNvSpPr/>
            <p:nvPr/>
          </p:nvSpPr>
          <p:spPr>
            <a:xfrm>
              <a:off x="6353781" y="4321726"/>
              <a:ext cx="5069" cy="4055"/>
            </a:xfrm>
            <a:custGeom>
              <a:avLst/>
              <a:gdLst>
                <a:gd name="connsiteX0" fmla="*/ 5069 w 5069"/>
                <a:gd name="connsiteY0" fmla="*/ 2028 h 4055"/>
                <a:gd name="connsiteX1" fmla="*/ 2535 w 5069"/>
                <a:gd name="connsiteY1" fmla="*/ 4056 h 4055"/>
                <a:gd name="connsiteX2" fmla="*/ 0 w 5069"/>
                <a:gd name="connsiteY2" fmla="*/ 2028 h 4055"/>
                <a:gd name="connsiteX3" fmla="*/ 2535 w 5069"/>
                <a:gd name="connsiteY3" fmla="*/ 0 h 4055"/>
                <a:gd name="connsiteX4" fmla="*/ 5069 w 5069"/>
                <a:gd name="connsiteY4" fmla="*/ 2028 h 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9" h="4055">
                  <a:moveTo>
                    <a:pt x="5069" y="2028"/>
                  </a:moveTo>
                  <a:lnTo>
                    <a:pt x="2535" y="4056"/>
                  </a:lnTo>
                  <a:lnTo>
                    <a:pt x="0" y="2028"/>
                  </a:lnTo>
                  <a:lnTo>
                    <a:pt x="2535" y="0"/>
                  </a:lnTo>
                  <a:lnTo>
                    <a:pt x="5069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16E206CA-F282-B663-3926-BA921126B88D}"/>
                </a:ext>
              </a:extLst>
            </p:cNvPr>
            <p:cNvSpPr/>
            <p:nvPr/>
          </p:nvSpPr>
          <p:spPr>
            <a:xfrm>
              <a:off x="6223370" y="4333639"/>
              <a:ext cx="5576" cy="4435"/>
            </a:xfrm>
            <a:custGeom>
              <a:avLst/>
              <a:gdLst>
                <a:gd name="connsiteX0" fmla="*/ 5576 w 5576"/>
                <a:gd name="connsiteY0" fmla="*/ 2281 h 4435"/>
                <a:gd name="connsiteX1" fmla="*/ 2788 w 5576"/>
                <a:gd name="connsiteY1" fmla="*/ 4436 h 4435"/>
                <a:gd name="connsiteX2" fmla="*/ 0 w 5576"/>
                <a:gd name="connsiteY2" fmla="*/ 2281 h 4435"/>
                <a:gd name="connsiteX3" fmla="*/ 2788 w 5576"/>
                <a:gd name="connsiteY3" fmla="*/ 0 h 4435"/>
                <a:gd name="connsiteX4" fmla="*/ 5576 w 5576"/>
                <a:gd name="connsiteY4" fmla="*/ 2281 h 4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6" h="4435">
                  <a:moveTo>
                    <a:pt x="5576" y="2281"/>
                  </a:moveTo>
                  <a:lnTo>
                    <a:pt x="2788" y="4436"/>
                  </a:lnTo>
                  <a:lnTo>
                    <a:pt x="0" y="2281"/>
                  </a:lnTo>
                  <a:lnTo>
                    <a:pt x="2788" y="0"/>
                  </a:lnTo>
                  <a:lnTo>
                    <a:pt x="5576" y="22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CFD29921-C2B4-DFBB-AD94-FD1D7ACFE2C5}"/>
                </a:ext>
              </a:extLst>
            </p:cNvPr>
            <p:cNvSpPr/>
            <p:nvPr/>
          </p:nvSpPr>
          <p:spPr>
            <a:xfrm>
              <a:off x="6091438" y="4333005"/>
              <a:ext cx="7350" cy="5703"/>
            </a:xfrm>
            <a:custGeom>
              <a:avLst/>
              <a:gdLst>
                <a:gd name="connsiteX0" fmla="*/ 7351 w 7350"/>
                <a:gd name="connsiteY0" fmla="*/ 2915 h 5703"/>
                <a:gd name="connsiteX1" fmla="*/ 3675 w 7350"/>
                <a:gd name="connsiteY1" fmla="*/ 5703 h 5703"/>
                <a:gd name="connsiteX2" fmla="*/ 0 w 7350"/>
                <a:gd name="connsiteY2" fmla="*/ 2915 h 5703"/>
                <a:gd name="connsiteX3" fmla="*/ 3675 w 7350"/>
                <a:gd name="connsiteY3" fmla="*/ 0 h 5703"/>
                <a:gd name="connsiteX4" fmla="*/ 7351 w 7350"/>
                <a:gd name="connsiteY4" fmla="*/ 2915 h 5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0" h="5703">
                  <a:moveTo>
                    <a:pt x="7351" y="2915"/>
                  </a:moveTo>
                  <a:lnTo>
                    <a:pt x="3675" y="5703"/>
                  </a:lnTo>
                  <a:lnTo>
                    <a:pt x="0" y="2915"/>
                  </a:lnTo>
                  <a:lnTo>
                    <a:pt x="3675" y="0"/>
                  </a:lnTo>
                  <a:lnTo>
                    <a:pt x="7351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5FBC2FE9-1034-13C7-4F65-62BE020FCB9C}"/>
                </a:ext>
              </a:extLst>
            </p:cNvPr>
            <p:cNvSpPr/>
            <p:nvPr/>
          </p:nvSpPr>
          <p:spPr>
            <a:xfrm>
              <a:off x="5960900" y="4320585"/>
              <a:ext cx="8111" cy="6463"/>
            </a:xfrm>
            <a:custGeom>
              <a:avLst/>
              <a:gdLst>
                <a:gd name="connsiteX0" fmla="*/ 8111 w 8111"/>
                <a:gd name="connsiteY0" fmla="*/ 3168 h 6463"/>
                <a:gd name="connsiteX1" fmla="*/ 4056 w 8111"/>
                <a:gd name="connsiteY1" fmla="*/ 6463 h 6463"/>
                <a:gd name="connsiteX2" fmla="*/ 0 w 8111"/>
                <a:gd name="connsiteY2" fmla="*/ 3168 h 6463"/>
                <a:gd name="connsiteX3" fmla="*/ 4056 w 8111"/>
                <a:gd name="connsiteY3" fmla="*/ 0 h 6463"/>
                <a:gd name="connsiteX4" fmla="*/ 8111 w 8111"/>
                <a:gd name="connsiteY4" fmla="*/ 3168 h 6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11" h="6463">
                  <a:moveTo>
                    <a:pt x="8111" y="3168"/>
                  </a:moveTo>
                  <a:lnTo>
                    <a:pt x="4056" y="6463"/>
                  </a:lnTo>
                  <a:lnTo>
                    <a:pt x="0" y="3168"/>
                  </a:lnTo>
                  <a:lnTo>
                    <a:pt x="4056" y="0"/>
                  </a:lnTo>
                  <a:lnTo>
                    <a:pt x="8111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4017950A-EFC5-0262-C378-69C27286CB40}"/>
                </a:ext>
              </a:extLst>
            </p:cNvPr>
            <p:cNvSpPr/>
            <p:nvPr/>
          </p:nvSpPr>
          <p:spPr>
            <a:xfrm>
              <a:off x="5833404" y="4296632"/>
              <a:ext cx="7984" cy="6336"/>
            </a:xfrm>
            <a:custGeom>
              <a:avLst/>
              <a:gdLst>
                <a:gd name="connsiteX0" fmla="*/ 7984 w 7984"/>
                <a:gd name="connsiteY0" fmla="*/ 3168 h 6336"/>
                <a:gd name="connsiteX1" fmla="*/ 4056 w 7984"/>
                <a:gd name="connsiteY1" fmla="*/ 6337 h 6336"/>
                <a:gd name="connsiteX2" fmla="*/ 0 w 7984"/>
                <a:gd name="connsiteY2" fmla="*/ 3168 h 6336"/>
                <a:gd name="connsiteX3" fmla="*/ 4056 w 7984"/>
                <a:gd name="connsiteY3" fmla="*/ 0 h 6336"/>
                <a:gd name="connsiteX4" fmla="*/ 7984 w 7984"/>
                <a:gd name="connsiteY4" fmla="*/ 3168 h 6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84" h="6336">
                  <a:moveTo>
                    <a:pt x="7984" y="3168"/>
                  </a:moveTo>
                  <a:lnTo>
                    <a:pt x="4056" y="6337"/>
                  </a:lnTo>
                  <a:lnTo>
                    <a:pt x="0" y="3168"/>
                  </a:lnTo>
                  <a:lnTo>
                    <a:pt x="4056" y="0"/>
                  </a:lnTo>
                  <a:lnTo>
                    <a:pt x="7984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00A33453-5D57-8887-F993-21DB0BFBF7D2}"/>
                </a:ext>
              </a:extLst>
            </p:cNvPr>
            <p:cNvSpPr/>
            <p:nvPr/>
          </p:nvSpPr>
          <p:spPr>
            <a:xfrm>
              <a:off x="5709963" y="4260893"/>
              <a:ext cx="8617" cy="6843"/>
            </a:xfrm>
            <a:custGeom>
              <a:avLst/>
              <a:gdLst>
                <a:gd name="connsiteX0" fmla="*/ 8618 w 8617"/>
                <a:gd name="connsiteY0" fmla="*/ 3422 h 6843"/>
                <a:gd name="connsiteX1" fmla="*/ 4309 w 8617"/>
                <a:gd name="connsiteY1" fmla="*/ 6843 h 6843"/>
                <a:gd name="connsiteX2" fmla="*/ 0 w 8617"/>
                <a:gd name="connsiteY2" fmla="*/ 3422 h 6843"/>
                <a:gd name="connsiteX3" fmla="*/ 4309 w 8617"/>
                <a:gd name="connsiteY3" fmla="*/ 0 h 6843"/>
                <a:gd name="connsiteX4" fmla="*/ 8618 w 8617"/>
                <a:gd name="connsiteY4" fmla="*/ 3422 h 6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7" h="6843">
                  <a:moveTo>
                    <a:pt x="8618" y="3422"/>
                  </a:moveTo>
                  <a:lnTo>
                    <a:pt x="4309" y="6843"/>
                  </a:lnTo>
                  <a:lnTo>
                    <a:pt x="0" y="3422"/>
                  </a:lnTo>
                  <a:lnTo>
                    <a:pt x="4309" y="0"/>
                  </a:lnTo>
                  <a:lnTo>
                    <a:pt x="8618" y="342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7B9B8592-C826-0295-A18B-5C85C5B498DB}"/>
                </a:ext>
              </a:extLst>
            </p:cNvPr>
            <p:cNvSpPr/>
            <p:nvPr/>
          </p:nvSpPr>
          <p:spPr>
            <a:xfrm>
              <a:off x="5593112" y="4214381"/>
              <a:ext cx="8110" cy="6463"/>
            </a:xfrm>
            <a:custGeom>
              <a:avLst/>
              <a:gdLst>
                <a:gd name="connsiteX0" fmla="*/ 8111 w 8110"/>
                <a:gd name="connsiteY0" fmla="*/ 3295 h 6463"/>
                <a:gd name="connsiteX1" fmla="*/ 4056 w 8110"/>
                <a:gd name="connsiteY1" fmla="*/ 6464 h 6463"/>
                <a:gd name="connsiteX2" fmla="*/ 0 w 8110"/>
                <a:gd name="connsiteY2" fmla="*/ 3295 h 6463"/>
                <a:gd name="connsiteX3" fmla="*/ 4056 w 8110"/>
                <a:gd name="connsiteY3" fmla="*/ 0 h 6463"/>
                <a:gd name="connsiteX4" fmla="*/ 8111 w 8110"/>
                <a:gd name="connsiteY4" fmla="*/ 3295 h 6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10" h="6463">
                  <a:moveTo>
                    <a:pt x="8111" y="3295"/>
                  </a:moveTo>
                  <a:lnTo>
                    <a:pt x="4056" y="6464"/>
                  </a:lnTo>
                  <a:lnTo>
                    <a:pt x="0" y="3295"/>
                  </a:lnTo>
                  <a:lnTo>
                    <a:pt x="4056" y="0"/>
                  </a:lnTo>
                  <a:lnTo>
                    <a:pt x="8111" y="32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A39D6A38-512B-37C4-6056-2F45BBDFF703}"/>
                </a:ext>
              </a:extLst>
            </p:cNvPr>
            <p:cNvSpPr/>
            <p:nvPr/>
          </p:nvSpPr>
          <p:spPr>
            <a:xfrm>
              <a:off x="5483359" y="4157096"/>
              <a:ext cx="8617" cy="6843"/>
            </a:xfrm>
            <a:custGeom>
              <a:avLst/>
              <a:gdLst>
                <a:gd name="connsiteX0" fmla="*/ 8618 w 8617"/>
                <a:gd name="connsiteY0" fmla="*/ 3422 h 6843"/>
                <a:gd name="connsiteX1" fmla="*/ 4309 w 8617"/>
                <a:gd name="connsiteY1" fmla="*/ 6843 h 6843"/>
                <a:gd name="connsiteX2" fmla="*/ 0 w 8617"/>
                <a:gd name="connsiteY2" fmla="*/ 3422 h 6843"/>
                <a:gd name="connsiteX3" fmla="*/ 4309 w 8617"/>
                <a:gd name="connsiteY3" fmla="*/ 0 h 6843"/>
                <a:gd name="connsiteX4" fmla="*/ 8618 w 8617"/>
                <a:gd name="connsiteY4" fmla="*/ 3422 h 6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7" h="6843">
                  <a:moveTo>
                    <a:pt x="8618" y="3422"/>
                  </a:moveTo>
                  <a:lnTo>
                    <a:pt x="4309" y="6843"/>
                  </a:lnTo>
                  <a:lnTo>
                    <a:pt x="0" y="3422"/>
                  </a:lnTo>
                  <a:lnTo>
                    <a:pt x="4309" y="0"/>
                  </a:lnTo>
                  <a:lnTo>
                    <a:pt x="8618" y="342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F598AC9D-4C93-AB8C-ED54-AC7C8E438A16}"/>
                </a:ext>
              </a:extLst>
            </p:cNvPr>
            <p:cNvSpPr/>
            <p:nvPr/>
          </p:nvSpPr>
          <p:spPr>
            <a:xfrm>
              <a:off x="5382984" y="4090306"/>
              <a:ext cx="8618" cy="6843"/>
            </a:xfrm>
            <a:custGeom>
              <a:avLst/>
              <a:gdLst>
                <a:gd name="connsiteX0" fmla="*/ 8618 w 8618"/>
                <a:gd name="connsiteY0" fmla="*/ 3422 h 6843"/>
                <a:gd name="connsiteX1" fmla="*/ 4309 w 8618"/>
                <a:gd name="connsiteY1" fmla="*/ 6844 h 6843"/>
                <a:gd name="connsiteX2" fmla="*/ 0 w 8618"/>
                <a:gd name="connsiteY2" fmla="*/ 3422 h 6843"/>
                <a:gd name="connsiteX3" fmla="*/ 4309 w 8618"/>
                <a:gd name="connsiteY3" fmla="*/ 0 h 6843"/>
                <a:gd name="connsiteX4" fmla="*/ 8618 w 8618"/>
                <a:gd name="connsiteY4" fmla="*/ 3422 h 6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8" h="6843">
                  <a:moveTo>
                    <a:pt x="8618" y="3422"/>
                  </a:moveTo>
                  <a:lnTo>
                    <a:pt x="4309" y="6844"/>
                  </a:lnTo>
                  <a:lnTo>
                    <a:pt x="0" y="3422"/>
                  </a:lnTo>
                  <a:lnTo>
                    <a:pt x="4309" y="0"/>
                  </a:lnTo>
                  <a:lnTo>
                    <a:pt x="8618" y="342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83328BCE-7EE5-12EC-3AE7-86DC574DD875}"/>
                </a:ext>
              </a:extLst>
            </p:cNvPr>
            <p:cNvSpPr/>
            <p:nvPr/>
          </p:nvSpPr>
          <p:spPr>
            <a:xfrm>
              <a:off x="5293002" y="4014772"/>
              <a:ext cx="8744" cy="6843"/>
            </a:xfrm>
            <a:custGeom>
              <a:avLst/>
              <a:gdLst>
                <a:gd name="connsiteX0" fmla="*/ 8744 w 8744"/>
                <a:gd name="connsiteY0" fmla="*/ 3422 h 6843"/>
                <a:gd name="connsiteX1" fmla="*/ 4309 w 8744"/>
                <a:gd name="connsiteY1" fmla="*/ 6844 h 6843"/>
                <a:gd name="connsiteX2" fmla="*/ 0 w 8744"/>
                <a:gd name="connsiteY2" fmla="*/ 3422 h 6843"/>
                <a:gd name="connsiteX3" fmla="*/ 4309 w 8744"/>
                <a:gd name="connsiteY3" fmla="*/ 0 h 6843"/>
                <a:gd name="connsiteX4" fmla="*/ 8744 w 8744"/>
                <a:gd name="connsiteY4" fmla="*/ 3422 h 6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44" h="6843">
                  <a:moveTo>
                    <a:pt x="8744" y="3422"/>
                  </a:moveTo>
                  <a:lnTo>
                    <a:pt x="4309" y="6844"/>
                  </a:lnTo>
                  <a:lnTo>
                    <a:pt x="0" y="3422"/>
                  </a:lnTo>
                  <a:lnTo>
                    <a:pt x="4309" y="0"/>
                  </a:lnTo>
                  <a:lnTo>
                    <a:pt x="8744" y="342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84CFBAEC-B51E-199E-8FA5-FE389CC85FD6}"/>
                </a:ext>
              </a:extLst>
            </p:cNvPr>
            <p:cNvSpPr/>
            <p:nvPr/>
          </p:nvSpPr>
          <p:spPr>
            <a:xfrm>
              <a:off x="5214425" y="3930999"/>
              <a:ext cx="9378" cy="7477"/>
            </a:xfrm>
            <a:custGeom>
              <a:avLst/>
              <a:gdLst>
                <a:gd name="connsiteX0" fmla="*/ 9378 w 9378"/>
                <a:gd name="connsiteY0" fmla="*/ 3802 h 7477"/>
                <a:gd name="connsiteX1" fmla="*/ 4689 w 9378"/>
                <a:gd name="connsiteY1" fmla="*/ 7478 h 7477"/>
                <a:gd name="connsiteX2" fmla="*/ 0 w 9378"/>
                <a:gd name="connsiteY2" fmla="*/ 3802 h 7477"/>
                <a:gd name="connsiteX3" fmla="*/ 4689 w 9378"/>
                <a:gd name="connsiteY3" fmla="*/ 0 h 7477"/>
                <a:gd name="connsiteX4" fmla="*/ 9378 w 9378"/>
                <a:gd name="connsiteY4" fmla="*/ 3802 h 7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78" h="7477">
                  <a:moveTo>
                    <a:pt x="9378" y="3802"/>
                  </a:moveTo>
                  <a:lnTo>
                    <a:pt x="4689" y="7478"/>
                  </a:lnTo>
                  <a:lnTo>
                    <a:pt x="0" y="3802"/>
                  </a:lnTo>
                  <a:lnTo>
                    <a:pt x="4689" y="0"/>
                  </a:lnTo>
                  <a:lnTo>
                    <a:pt x="9378" y="380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B75D4F69-CE68-1733-7BA1-28170C57E4BD}"/>
                </a:ext>
              </a:extLst>
            </p:cNvPr>
            <p:cNvSpPr/>
            <p:nvPr/>
          </p:nvSpPr>
          <p:spPr>
            <a:xfrm>
              <a:off x="5149283" y="3841270"/>
              <a:ext cx="8618" cy="6970"/>
            </a:xfrm>
            <a:custGeom>
              <a:avLst/>
              <a:gdLst>
                <a:gd name="connsiteX0" fmla="*/ 8618 w 8618"/>
                <a:gd name="connsiteY0" fmla="*/ 3422 h 6970"/>
                <a:gd name="connsiteX1" fmla="*/ 4309 w 8618"/>
                <a:gd name="connsiteY1" fmla="*/ 6970 h 6970"/>
                <a:gd name="connsiteX2" fmla="*/ 0 w 8618"/>
                <a:gd name="connsiteY2" fmla="*/ 3422 h 6970"/>
                <a:gd name="connsiteX3" fmla="*/ 4309 w 8618"/>
                <a:gd name="connsiteY3" fmla="*/ 0 h 6970"/>
                <a:gd name="connsiteX4" fmla="*/ 8618 w 8618"/>
                <a:gd name="connsiteY4" fmla="*/ 3422 h 6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8" h="6970">
                  <a:moveTo>
                    <a:pt x="8618" y="3422"/>
                  </a:moveTo>
                  <a:lnTo>
                    <a:pt x="4309" y="6970"/>
                  </a:lnTo>
                  <a:lnTo>
                    <a:pt x="0" y="3422"/>
                  </a:lnTo>
                  <a:lnTo>
                    <a:pt x="4309" y="0"/>
                  </a:lnTo>
                  <a:lnTo>
                    <a:pt x="8618" y="342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CE6E2C78-88B9-AA1B-F9F5-9F7D5CAB17C8}"/>
                </a:ext>
              </a:extLst>
            </p:cNvPr>
            <p:cNvSpPr/>
            <p:nvPr/>
          </p:nvSpPr>
          <p:spPr>
            <a:xfrm>
              <a:off x="5097701" y="3746091"/>
              <a:ext cx="7984" cy="6463"/>
            </a:xfrm>
            <a:custGeom>
              <a:avLst/>
              <a:gdLst>
                <a:gd name="connsiteX0" fmla="*/ 7984 w 7984"/>
                <a:gd name="connsiteY0" fmla="*/ 3168 h 6463"/>
                <a:gd name="connsiteX1" fmla="*/ 3929 w 7984"/>
                <a:gd name="connsiteY1" fmla="*/ 6464 h 6463"/>
                <a:gd name="connsiteX2" fmla="*/ 0 w 7984"/>
                <a:gd name="connsiteY2" fmla="*/ 3168 h 6463"/>
                <a:gd name="connsiteX3" fmla="*/ 3929 w 7984"/>
                <a:gd name="connsiteY3" fmla="*/ 0 h 6463"/>
                <a:gd name="connsiteX4" fmla="*/ 7984 w 7984"/>
                <a:gd name="connsiteY4" fmla="*/ 3168 h 6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84" h="6463">
                  <a:moveTo>
                    <a:pt x="7984" y="3168"/>
                  </a:moveTo>
                  <a:lnTo>
                    <a:pt x="3929" y="6464"/>
                  </a:lnTo>
                  <a:lnTo>
                    <a:pt x="0" y="3168"/>
                  </a:lnTo>
                  <a:lnTo>
                    <a:pt x="3929" y="0"/>
                  </a:lnTo>
                  <a:lnTo>
                    <a:pt x="7984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CEB88BDA-A49E-3303-BD01-6E66BE5AC267}"/>
                </a:ext>
              </a:extLst>
            </p:cNvPr>
            <p:cNvSpPr/>
            <p:nvPr/>
          </p:nvSpPr>
          <p:spPr>
            <a:xfrm>
              <a:off x="5060061" y="3646604"/>
              <a:ext cx="8110" cy="6336"/>
            </a:xfrm>
            <a:custGeom>
              <a:avLst/>
              <a:gdLst>
                <a:gd name="connsiteX0" fmla="*/ 8111 w 8110"/>
                <a:gd name="connsiteY0" fmla="*/ 3168 h 6336"/>
                <a:gd name="connsiteX1" fmla="*/ 4055 w 8110"/>
                <a:gd name="connsiteY1" fmla="*/ 6337 h 6336"/>
                <a:gd name="connsiteX2" fmla="*/ 0 w 8110"/>
                <a:gd name="connsiteY2" fmla="*/ 3168 h 6336"/>
                <a:gd name="connsiteX3" fmla="*/ 4055 w 8110"/>
                <a:gd name="connsiteY3" fmla="*/ 0 h 6336"/>
                <a:gd name="connsiteX4" fmla="*/ 8111 w 8110"/>
                <a:gd name="connsiteY4" fmla="*/ 3168 h 6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10" h="6336">
                  <a:moveTo>
                    <a:pt x="8111" y="3168"/>
                  </a:moveTo>
                  <a:lnTo>
                    <a:pt x="4055" y="6337"/>
                  </a:lnTo>
                  <a:lnTo>
                    <a:pt x="0" y="3168"/>
                  </a:lnTo>
                  <a:lnTo>
                    <a:pt x="4055" y="0"/>
                  </a:lnTo>
                  <a:lnTo>
                    <a:pt x="8111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74DE8479-92E5-E5C1-1EBF-EAE0917AFF4C}"/>
                </a:ext>
              </a:extLst>
            </p:cNvPr>
            <p:cNvSpPr/>
            <p:nvPr/>
          </p:nvSpPr>
          <p:spPr>
            <a:xfrm>
              <a:off x="5037755" y="3544454"/>
              <a:ext cx="7224" cy="5830"/>
            </a:xfrm>
            <a:custGeom>
              <a:avLst/>
              <a:gdLst>
                <a:gd name="connsiteX0" fmla="*/ 7224 w 7224"/>
                <a:gd name="connsiteY0" fmla="*/ 2915 h 5830"/>
                <a:gd name="connsiteX1" fmla="*/ 3549 w 7224"/>
                <a:gd name="connsiteY1" fmla="*/ 5830 h 5830"/>
                <a:gd name="connsiteX2" fmla="*/ 0 w 7224"/>
                <a:gd name="connsiteY2" fmla="*/ 2915 h 5830"/>
                <a:gd name="connsiteX3" fmla="*/ 3549 w 7224"/>
                <a:gd name="connsiteY3" fmla="*/ 0 h 5830"/>
                <a:gd name="connsiteX4" fmla="*/ 7224 w 7224"/>
                <a:gd name="connsiteY4" fmla="*/ 2915 h 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24" h="5830">
                  <a:moveTo>
                    <a:pt x="7224" y="2915"/>
                  </a:moveTo>
                  <a:lnTo>
                    <a:pt x="3549" y="5830"/>
                  </a:lnTo>
                  <a:lnTo>
                    <a:pt x="0" y="2915"/>
                  </a:lnTo>
                  <a:lnTo>
                    <a:pt x="3549" y="0"/>
                  </a:lnTo>
                  <a:lnTo>
                    <a:pt x="7224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F0F70E07-8AE4-C99A-1585-28F7E363A4B6}"/>
                </a:ext>
              </a:extLst>
            </p:cNvPr>
            <p:cNvSpPr/>
            <p:nvPr/>
          </p:nvSpPr>
          <p:spPr>
            <a:xfrm>
              <a:off x="5030531" y="3441038"/>
              <a:ext cx="6463" cy="5195"/>
            </a:xfrm>
            <a:custGeom>
              <a:avLst/>
              <a:gdLst>
                <a:gd name="connsiteX0" fmla="*/ 6464 w 6463"/>
                <a:gd name="connsiteY0" fmla="*/ 2534 h 5195"/>
                <a:gd name="connsiteX1" fmla="*/ 3168 w 6463"/>
                <a:gd name="connsiteY1" fmla="*/ 5196 h 5195"/>
                <a:gd name="connsiteX2" fmla="*/ 0 w 6463"/>
                <a:gd name="connsiteY2" fmla="*/ 2534 h 5195"/>
                <a:gd name="connsiteX3" fmla="*/ 3168 w 6463"/>
                <a:gd name="connsiteY3" fmla="*/ 0 h 5195"/>
                <a:gd name="connsiteX4" fmla="*/ 6464 w 6463"/>
                <a:gd name="connsiteY4" fmla="*/ 2534 h 5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195">
                  <a:moveTo>
                    <a:pt x="6464" y="2534"/>
                  </a:moveTo>
                  <a:lnTo>
                    <a:pt x="3168" y="5196"/>
                  </a:lnTo>
                  <a:lnTo>
                    <a:pt x="0" y="2534"/>
                  </a:lnTo>
                  <a:lnTo>
                    <a:pt x="3168" y="0"/>
                  </a:lnTo>
                  <a:lnTo>
                    <a:pt x="6464" y="25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3E5E27C3-CA4B-25F7-6338-3CEFB5A65F0C}"/>
                </a:ext>
              </a:extLst>
            </p:cNvPr>
            <p:cNvSpPr/>
            <p:nvPr/>
          </p:nvSpPr>
          <p:spPr>
            <a:xfrm>
              <a:off x="5038516" y="3337621"/>
              <a:ext cx="5703" cy="4435"/>
            </a:xfrm>
            <a:custGeom>
              <a:avLst/>
              <a:gdLst>
                <a:gd name="connsiteX0" fmla="*/ 5703 w 5703"/>
                <a:gd name="connsiteY0" fmla="*/ 2281 h 4435"/>
                <a:gd name="connsiteX1" fmla="*/ 2788 w 5703"/>
                <a:gd name="connsiteY1" fmla="*/ 4436 h 4435"/>
                <a:gd name="connsiteX2" fmla="*/ 0 w 5703"/>
                <a:gd name="connsiteY2" fmla="*/ 2281 h 4435"/>
                <a:gd name="connsiteX3" fmla="*/ 2788 w 5703"/>
                <a:gd name="connsiteY3" fmla="*/ 0 h 4435"/>
                <a:gd name="connsiteX4" fmla="*/ 5703 w 5703"/>
                <a:gd name="connsiteY4" fmla="*/ 2281 h 4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03" h="4435">
                  <a:moveTo>
                    <a:pt x="5703" y="2281"/>
                  </a:moveTo>
                  <a:lnTo>
                    <a:pt x="2788" y="4436"/>
                  </a:lnTo>
                  <a:lnTo>
                    <a:pt x="0" y="2281"/>
                  </a:lnTo>
                  <a:lnTo>
                    <a:pt x="2788" y="0"/>
                  </a:lnTo>
                  <a:lnTo>
                    <a:pt x="5703" y="22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1EE7C447-F473-03C0-05A7-87C0A62C1BA6}"/>
                </a:ext>
              </a:extLst>
            </p:cNvPr>
            <p:cNvSpPr/>
            <p:nvPr/>
          </p:nvSpPr>
          <p:spPr>
            <a:xfrm>
              <a:off x="5061582" y="3235472"/>
              <a:ext cx="5069" cy="4055"/>
            </a:xfrm>
            <a:custGeom>
              <a:avLst/>
              <a:gdLst>
                <a:gd name="connsiteX0" fmla="*/ 5069 w 5069"/>
                <a:gd name="connsiteY0" fmla="*/ 2028 h 4055"/>
                <a:gd name="connsiteX1" fmla="*/ 2534 w 5069"/>
                <a:gd name="connsiteY1" fmla="*/ 4056 h 4055"/>
                <a:gd name="connsiteX2" fmla="*/ 0 w 5069"/>
                <a:gd name="connsiteY2" fmla="*/ 2028 h 4055"/>
                <a:gd name="connsiteX3" fmla="*/ 2534 w 5069"/>
                <a:gd name="connsiteY3" fmla="*/ 0 h 4055"/>
                <a:gd name="connsiteX4" fmla="*/ 5069 w 5069"/>
                <a:gd name="connsiteY4" fmla="*/ 2028 h 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9" h="4055">
                  <a:moveTo>
                    <a:pt x="5069" y="2028"/>
                  </a:moveTo>
                  <a:lnTo>
                    <a:pt x="2534" y="4056"/>
                  </a:lnTo>
                  <a:lnTo>
                    <a:pt x="0" y="2028"/>
                  </a:lnTo>
                  <a:lnTo>
                    <a:pt x="2534" y="0"/>
                  </a:lnTo>
                  <a:lnTo>
                    <a:pt x="5069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C4D115C9-306C-146C-815E-F468D37BEF7B}"/>
                </a:ext>
              </a:extLst>
            </p:cNvPr>
            <p:cNvSpPr/>
            <p:nvPr/>
          </p:nvSpPr>
          <p:spPr>
            <a:xfrm>
              <a:off x="5099983" y="3136491"/>
              <a:ext cx="3421" cy="2788"/>
            </a:xfrm>
            <a:custGeom>
              <a:avLst/>
              <a:gdLst>
                <a:gd name="connsiteX0" fmla="*/ 3422 w 3421"/>
                <a:gd name="connsiteY0" fmla="*/ 1394 h 2788"/>
                <a:gd name="connsiteX1" fmla="*/ 1648 w 3421"/>
                <a:gd name="connsiteY1" fmla="*/ 2788 h 2788"/>
                <a:gd name="connsiteX2" fmla="*/ 0 w 3421"/>
                <a:gd name="connsiteY2" fmla="*/ 1394 h 2788"/>
                <a:gd name="connsiteX3" fmla="*/ 1648 w 3421"/>
                <a:gd name="connsiteY3" fmla="*/ 0 h 2788"/>
                <a:gd name="connsiteX4" fmla="*/ 3422 w 3421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21" h="2788">
                  <a:moveTo>
                    <a:pt x="3422" y="1394"/>
                  </a:moveTo>
                  <a:lnTo>
                    <a:pt x="1648" y="2788"/>
                  </a:lnTo>
                  <a:lnTo>
                    <a:pt x="0" y="1394"/>
                  </a:lnTo>
                  <a:lnTo>
                    <a:pt x="1648" y="0"/>
                  </a:lnTo>
                  <a:lnTo>
                    <a:pt x="3422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B476D03B-61CA-449C-9824-33658CE9C0C5}"/>
                </a:ext>
              </a:extLst>
            </p:cNvPr>
            <p:cNvSpPr/>
            <p:nvPr/>
          </p:nvSpPr>
          <p:spPr>
            <a:xfrm>
              <a:off x="5152071" y="3041313"/>
              <a:ext cx="3041" cy="2281"/>
            </a:xfrm>
            <a:custGeom>
              <a:avLst/>
              <a:gdLst>
                <a:gd name="connsiteX0" fmla="*/ 3042 w 3041"/>
                <a:gd name="connsiteY0" fmla="*/ 1141 h 2281"/>
                <a:gd name="connsiteX1" fmla="*/ 1521 w 3041"/>
                <a:gd name="connsiteY1" fmla="*/ 2281 h 2281"/>
                <a:gd name="connsiteX2" fmla="*/ 0 w 3041"/>
                <a:gd name="connsiteY2" fmla="*/ 1141 h 2281"/>
                <a:gd name="connsiteX3" fmla="*/ 1521 w 3041"/>
                <a:gd name="connsiteY3" fmla="*/ 0 h 2281"/>
                <a:gd name="connsiteX4" fmla="*/ 3042 w 3041"/>
                <a:gd name="connsiteY4" fmla="*/ 1141 h 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1" h="2281">
                  <a:moveTo>
                    <a:pt x="3042" y="1141"/>
                  </a:moveTo>
                  <a:lnTo>
                    <a:pt x="1521" y="2281"/>
                  </a:lnTo>
                  <a:lnTo>
                    <a:pt x="0" y="1141"/>
                  </a:lnTo>
                  <a:lnTo>
                    <a:pt x="1521" y="0"/>
                  </a:lnTo>
                  <a:lnTo>
                    <a:pt x="3042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FC697274-A933-23ED-F329-A50696BEC550}"/>
                </a:ext>
              </a:extLst>
            </p:cNvPr>
            <p:cNvSpPr/>
            <p:nvPr/>
          </p:nvSpPr>
          <p:spPr>
            <a:xfrm>
              <a:off x="5218101" y="2951584"/>
              <a:ext cx="2154" cy="1774"/>
            </a:xfrm>
            <a:custGeom>
              <a:avLst/>
              <a:gdLst>
                <a:gd name="connsiteX0" fmla="*/ 2154 w 2154"/>
                <a:gd name="connsiteY0" fmla="*/ 887 h 1774"/>
                <a:gd name="connsiteX1" fmla="*/ 1014 w 2154"/>
                <a:gd name="connsiteY1" fmla="*/ 1774 h 1774"/>
                <a:gd name="connsiteX2" fmla="*/ 0 w 2154"/>
                <a:gd name="connsiteY2" fmla="*/ 887 h 1774"/>
                <a:gd name="connsiteX3" fmla="*/ 1014 w 2154"/>
                <a:gd name="connsiteY3" fmla="*/ 0 h 1774"/>
                <a:gd name="connsiteX4" fmla="*/ 2154 w 2154"/>
                <a:gd name="connsiteY4" fmla="*/ 887 h 1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4" h="1774">
                  <a:moveTo>
                    <a:pt x="2154" y="887"/>
                  </a:moveTo>
                  <a:lnTo>
                    <a:pt x="1014" y="1774"/>
                  </a:lnTo>
                  <a:lnTo>
                    <a:pt x="0" y="887"/>
                  </a:lnTo>
                  <a:lnTo>
                    <a:pt x="1014" y="0"/>
                  </a:lnTo>
                  <a:lnTo>
                    <a:pt x="2154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5E172F74-45A4-7186-17AB-B32104435C3B}"/>
                </a:ext>
              </a:extLst>
            </p:cNvPr>
            <p:cNvSpPr/>
            <p:nvPr/>
          </p:nvSpPr>
          <p:spPr>
            <a:xfrm>
              <a:off x="5297057" y="2868825"/>
              <a:ext cx="633" cy="506"/>
            </a:xfrm>
            <a:custGeom>
              <a:avLst/>
              <a:gdLst>
                <a:gd name="connsiteX0" fmla="*/ 634 w 633"/>
                <a:gd name="connsiteY0" fmla="*/ 254 h 506"/>
                <a:gd name="connsiteX1" fmla="*/ 254 w 633"/>
                <a:gd name="connsiteY1" fmla="*/ 507 h 506"/>
                <a:gd name="connsiteX2" fmla="*/ 0 w 633"/>
                <a:gd name="connsiteY2" fmla="*/ 254 h 506"/>
                <a:gd name="connsiteX3" fmla="*/ 254 w 633"/>
                <a:gd name="connsiteY3" fmla="*/ 0 h 506"/>
                <a:gd name="connsiteX4" fmla="*/ 634 w 633"/>
                <a:gd name="connsiteY4" fmla="*/ 254 h 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" h="506">
                  <a:moveTo>
                    <a:pt x="634" y="254"/>
                  </a:moveTo>
                  <a:lnTo>
                    <a:pt x="254" y="507"/>
                  </a:lnTo>
                  <a:lnTo>
                    <a:pt x="0" y="254"/>
                  </a:lnTo>
                  <a:lnTo>
                    <a:pt x="254" y="0"/>
                  </a:lnTo>
                  <a:lnTo>
                    <a:pt x="634" y="2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A60E552B-9012-0F39-3652-3BBF2C860496}"/>
                </a:ext>
              </a:extLst>
            </p:cNvPr>
            <p:cNvSpPr/>
            <p:nvPr/>
          </p:nvSpPr>
          <p:spPr>
            <a:xfrm>
              <a:off x="5387166" y="2793290"/>
              <a:ext cx="253" cy="380"/>
            </a:xfrm>
            <a:custGeom>
              <a:avLst/>
              <a:gdLst>
                <a:gd name="connsiteX0" fmla="*/ 253 w 253"/>
                <a:gd name="connsiteY0" fmla="*/ 127 h 380"/>
                <a:gd name="connsiteX1" fmla="*/ 126 w 253"/>
                <a:gd name="connsiteY1" fmla="*/ 380 h 380"/>
                <a:gd name="connsiteX2" fmla="*/ 0 w 253"/>
                <a:gd name="connsiteY2" fmla="*/ 127 h 380"/>
                <a:gd name="connsiteX3" fmla="*/ 126 w 253"/>
                <a:gd name="connsiteY3" fmla="*/ 0 h 380"/>
                <a:gd name="connsiteX4" fmla="*/ 253 w 253"/>
                <a:gd name="connsiteY4" fmla="*/ 127 h 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" h="380">
                  <a:moveTo>
                    <a:pt x="253" y="127"/>
                  </a:moveTo>
                  <a:lnTo>
                    <a:pt x="126" y="380"/>
                  </a:lnTo>
                  <a:lnTo>
                    <a:pt x="0" y="127"/>
                  </a:lnTo>
                  <a:lnTo>
                    <a:pt x="126" y="0"/>
                  </a:lnTo>
                  <a:lnTo>
                    <a:pt x="253" y="12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8D7BB48B-A485-433F-DE5A-180DD2BCD9E0}"/>
                </a:ext>
              </a:extLst>
            </p:cNvPr>
            <p:cNvSpPr/>
            <p:nvPr/>
          </p:nvSpPr>
          <p:spPr>
            <a:xfrm>
              <a:off x="5487034" y="2726120"/>
              <a:ext cx="1393" cy="1140"/>
            </a:xfrm>
            <a:custGeom>
              <a:avLst/>
              <a:gdLst>
                <a:gd name="connsiteX0" fmla="*/ 1394 w 1393"/>
                <a:gd name="connsiteY0" fmla="*/ 507 h 1140"/>
                <a:gd name="connsiteX1" fmla="*/ 634 w 1393"/>
                <a:gd name="connsiteY1" fmla="*/ 1141 h 1140"/>
                <a:gd name="connsiteX2" fmla="*/ 0 w 1393"/>
                <a:gd name="connsiteY2" fmla="*/ 507 h 1140"/>
                <a:gd name="connsiteX3" fmla="*/ 634 w 1393"/>
                <a:gd name="connsiteY3" fmla="*/ 0 h 1140"/>
                <a:gd name="connsiteX4" fmla="*/ 1394 w 1393"/>
                <a:gd name="connsiteY4" fmla="*/ 507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3" h="1140">
                  <a:moveTo>
                    <a:pt x="1394" y="507"/>
                  </a:moveTo>
                  <a:lnTo>
                    <a:pt x="634" y="1141"/>
                  </a:lnTo>
                  <a:lnTo>
                    <a:pt x="0" y="507"/>
                  </a:lnTo>
                  <a:lnTo>
                    <a:pt x="634" y="0"/>
                  </a:lnTo>
                  <a:lnTo>
                    <a:pt x="1394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19688212-7089-A3A8-887F-A3E6FD426C14}"/>
                </a:ext>
              </a:extLst>
            </p:cNvPr>
            <p:cNvSpPr/>
            <p:nvPr/>
          </p:nvSpPr>
          <p:spPr>
            <a:xfrm>
              <a:off x="5596534" y="2668962"/>
              <a:ext cx="1267" cy="1140"/>
            </a:xfrm>
            <a:custGeom>
              <a:avLst/>
              <a:gdLst>
                <a:gd name="connsiteX0" fmla="*/ 1267 w 1267"/>
                <a:gd name="connsiteY0" fmla="*/ 634 h 1140"/>
                <a:gd name="connsiteX1" fmla="*/ 634 w 1267"/>
                <a:gd name="connsiteY1" fmla="*/ 1141 h 1140"/>
                <a:gd name="connsiteX2" fmla="*/ 0 w 1267"/>
                <a:gd name="connsiteY2" fmla="*/ 634 h 1140"/>
                <a:gd name="connsiteX3" fmla="*/ 634 w 1267"/>
                <a:gd name="connsiteY3" fmla="*/ 0 h 1140"/>
                <a:gd name="connsiteX4" fmla="*/ 1267 w 1267"/>
                <a:gd name="connsiteY4" fmla="*/ 634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7" h="1140">
                  <a:moveTo>
                    <a:pt x="1267" y="634"/>
                  </a:moveTo>
                  <a:lnTo>
                    <a:pt x="634" y="1141"/>
                  </a:lnTo>
                  <a:lnTo>
                    <a:pt x="0" y="634"/>
                  </a:lnTo>
                  <a:lnTo>
                    <a:pt x="634" y="0"/>
                  </a:lnTo>
                  <a:lnTo>
                    <a:pt x="1267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DB275DA9-95A1-E3FA-0257-E659F6C1A1A1}"/>
                </a:ext>
              </a:extLst>
            </p:cNvPr>
            <p:cNvSpPr/>
            <p:nvPr/>
          </p:nvSpPr>
          <p:spPr>
            <a:xfrm>
              <a:off x="5713131" y="2621944"/>
              <a:ext cx="2408" cy="1900"/>
            </a:xfrm>
            <a:custGeom>
              <a:avLst/>
              <a:gdLst>
                <a:gd name="connsiteX0" fmla="*/ 2408 w 2408"/>
                <a:gd name="connsiteY0" fmla="*/ 1014 h 1900"/>
                <a:gd name="connsiteX1" fmla="*/ 1141 w 2408"/>
                <a:gd name="connsiteY1" fmla="*/ 1901 h 1900"/>
                <a:gd name="connsiteX2" fmla="*/ 0 w 2408"/>
                <a:gd name="connsiteY2" fmla="*/ 1014 h 1900"/>
                <a:gd name="connsiteX3" fmla="*/ 1141 w 2408"/>
                <a:gd name="connsiteY3" fmla="*/ 0 h 1900"/>
                <a:gd name="connsiteX4" fmla="*/ 2408 w 2408"/>
                <a:gd name="connsiteY4" fmla="*/ 1014 h 1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8" h="1900">
                  <a:moveTo>
                    <a:pt x="2408" y="1014"/>
                  </a:moveTo>
                  <a:lnTo>
                    <a:pt x="1141" y="1901"/>
                  </a:lnTo>
                  <a:lnTo>
                    <a:pt x="0" y="1014"/>
                  </a:lnTo>
                  <a:lnTo>
                    <a:pt x="1141" y="0"/>
                  </a:lnTo>
                  <a:lnTo>
                    <a:pt x="2408" y="101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218E6038-3582-B3D1-7C49-878285A00A5B}"/>
                </a:ext>
              </a:extLst>
            </p:cNvPr>
            <p:cNvSpPr/>
            <p:nvPr/>
          </p:nvSpPr>
          <p:spPr>
            <a:xfrm>
              <a:off x="5835938" y="2586204"/>
              <a:ext cx="2914" cy="2281"/>
            </a:xfrm>
            <a:custGeom>
              <a:avLst/>
              <a:gdLst>
                <a:gd name="connsiteX0" fmla="*/ 2915 w 2914"/>
                <a:gd name="connsiteY0" fmla="*/ 1141 h 2281"/>
                <a:gd name="connsiteX1" fmla="*/ 1521 w 2914"/>
                <a:gd name="connsiteY1" fmla="*/ 2281 h 2281"/>
                <a:gd name="connsiteX2" fmla="*/ 0 w 2914"/>
                <a:gd name="connsiteY2" fmla="*/ 1141 h 2281"/>
                <a:gd name="connsiteX3" fmla="*/ 1521 w 2914"/>
                <a:gd name="connsiteY3" fmla="*/ 0 h 2281"/>
                <a:gd name="connsiteX4" fmla="*/ 2915 w 2914"/>
                <a:gd name="connsiteY4" fmla="*/ 1141 h 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" h="2281">
                  <a:moveTo>
                    <a:pt x="2915" y="1141"/>
                  </a:moveTo>
                  <a:lnTo>
                    <a:pt x="1521" y="2281"/>
                  </a:lnTo>
                  <a:lnTo>
                    <a:pt x="0" y="1141"/>
                  </a:lnTo>
                  <a:lnTo>
                    <a:pt x="1521" y="0"/>
                  </a:lnTo>
                  <a:lnTo>
                    <a:pt x="2915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CAF73905-92B2-ABB3-BAB8-981C5504BA00}"/>
                </a:ext>
              </a:extLst>
            </p:cNvPr>
            <p:cNvSpPr/>
            <p:nvPr/>
          </p:nvSpPr>
          <p:spPr>
            <a:xfrm>
              <a:off x="5963181" y="2561997"/>
              <a:ext cx="3548" cy="2788"/>
            </a:xfrm>
            <a:custGeom>
              <a:avLst/>
              <a:gdLst>
                <a:gd name="connsiteX0" fmla="*/ 3549 w 3548"/>
                <a:gd name="connsiteY0" fmla="*/ 1394 h 2788"/>
                <a:gd name="connsiteX1" fmla="*/ 1774 w 3548"/>
                <a:gd name="connsiteY1" fmla="*/ 2788 h 2788"/>
                <a:gd name="connsiteX2" fmla="*/ 0 w 3548"/>
                <a:gd name="connsiteY2" fmla="*/ 1394 h 2788"/>
                <a:gd name="connsiteX3" fmla="*/ 1774 w 3548"/>
                <a:gd name="connsiteY3" fmla="*/ 0 h 2788"/>
                <a:gd name="connsiteX4" fmla="*/ 3549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9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9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C7A18DC2-A7BC-A5FD-0A34-C6703179FC38}"/>
                </a:ext>
              </a:extLst>
            </p:cNvPr>
            <p:cNvSpPr/>
            <p:nvPr/>
          </p:nvSpPr>
          <p:spPr>
            <a:xfrm>
              <a:off x="6093085" y="2549704"/>
              <a:ext cx="4055" cy="3295"/>
            </a:xfrm>
            <a:custGeom>
              <a:avLst/>
              <a:gdLst>
                <a:gd name="connsiteX0" fmla="*/ 4056 w 4055"/>
                <a:gd name="connsiteY0" fmla="*/ 1648 h 3295"/>
                <a:gd name="connsiteX1" fmla="*/ 2028 w 4055"/>
                <a:gd name="connsiteY1" fmla="*/ 3295 h 3295"/>
                <a:gd name="connsiteX2" fmla="*/ 0 w 4055"/>
                <a:gd name="connsiteY2" fmla="*/ 1648 h 3295"/>
                <a:gd name="connsiteX3" fmla="*/ 2028 w 4055"/>
                <a:gd name="connsiteY3" fmla="*/ 0 h 3295"/>
                <a:gd name="connsiteX4" fmla="*/ 4056 w 4055"/>
                <a:gd name="connsiteY4" fmla="*/ 1648 h 3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5" h="3295">
                  <a:moveTo>
                    <a:pt x="4056" y="1648"/>
                  </a:moveTo>
                  <a:lnTo>
                    <a:pt x="2028" y="3295"/>
                  </a:lnTo>
                  <a:lnTo>
                    <a:pt x="0" y="1648"/>
                  </a:lnTo>
                  <a:lnTo>
                    <a:pt x="2028" y="0"/>
                  </a:lnTo>
                  <a:lnTo>
                    <a:pt x="4056" y="164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0C956C76-ADC3-1C10-F23C-D5AF7677509F}"/>
                </a:ext>
              </a:extLst>
            </p:cNvPr>
            <p:cNvSpPr/>
            <p:nvPr/>
          </p:nvSpPr>
          <p:spPr>
            <a:xfrm>
              <a:off x="6223497" y="2549197"/>
              <a:ext cx="5323" cy="4182"/>
            </a:xfrm>
            <a:custGeom>
              <a:avLst/>
              <a:gdLst>
                <a:gd name="connsiteX0" fmla="*/ 5323 w 5323"/>
                <a:gd name="connsiteY0" fmla="*/ 2154 h 4182"/>
                <a:gd name="connsiteX1" fmla="*/ 2661 w 5323"/>
                <a:gd name="connsiteY1" fmla="*/ 4182 h 4182"/>
                <a:gd name="connsiteX2" fmla="*/ 0 w 5323"/>
                <a:gd name="connsiteY2" fmla="*/ 2154 h 4182"/>
                <a:gd name="connsiteX3" fmla="*/ 2661 w 5323"/>
                <a:gd name="connsiteY3" fmla="*/ 0 h 4182"/>
                <a:gd name="connsiteX4" fmla="*/ 5323 w 5323"/>
                <a:gd name="connsiteY4" fmla="*/ 2154 h 4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23" h="4182">
                  <a:moveTo>
                    <a:pt x="5323" y="2154"/>
                  </a:moveTo>
                  <a:lnTo>
                    <a:pt x="2661" y="4182"/>
                  </a:lnTo>
                  <a:lnTo>
                    <a:pt x="0" y="2154"/>
                  </a:lnTo>
                  <a:lnTo>
                    <a:pt x="2661" y="0"/>
                  </a:lnTo>
                  <a:lnTo>
                    <a:pt x="5323" y="21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7A528B64-EF7C-2190-57A6-12955048EE0C}"/>
                </a:ext>
              </a:extLst>
            </p:cNvPr>
            <p:cNvSpPr/>
            <p:nvPr/>
          </p:nvSpPr>
          <p:spPr>
            <a:xfrm>
              <a:off x="6353401" y="2560983"/>
              <a:ext cx="5829" cy="4689"/>
            </a:xfrm>
            <a:custGeom>
              <a:avLst/>
              <a:gdLst>
                <a:gd name="connsiteX0" fmla="*/ 5830 w 5829"/>
                <a:gd name="connsiteY0" fmla="*/ 2408 h 4689"/>
                <a:gd name="connsiteX1" fmla="*/ 2915 w 5829"/>
                <a:gd name="connsiteY1" fmla="*/ 4689 h 4689"/>
                <a:gd name="connsiteX2" fmla="*/ 0 w 5829"/>
                <a:gd name="connsiteY2" fmla="*/ 2408 h 4689"/>
                <a:gd name="connsiteX3" fmla="*/ 2915 w 5829"/>
                <a:gd name="connsiteY3" fmla="*/ 0 h 4689"/>
                <a:gd name="connsiteX4" fmla="*/ 5830 w 5829"/>
                <a:gd name="connsiteY4" fmla="*/ 2408 h 4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29" h="4689">
                  <a:moveTo>
                    <a:pt x="5830" y="2408"/>
                  </a:moveTo>
                  <a:lnTo>
                    <a:pt x="2915" y="4689"/>
                  </a:lnTo>
                  <a:lnTo>
                    <a:pt x="0" y="2408"/>
                  </a:lnTo>
                  <a:lnTo>
                    <a:pt x="2915" y="0"/>
                  </a:lnTo>
                  <a:lnTo>
                    <a:pt x="5830" y="240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1D357A6B-794D-77A2-6405-8B559E104DA3}"/>
                </a:ext>
              </a:extLst>
            </p:cNvPr>
            <p:cNvSpPr/>
            <p:nvPr/>
          </p:nvSpPr>
          <p:spPr>
            <a:xfrm>
              <a:off x="6480644" y="2584810"/>
              <a:ext cx="6336" cy="5069"/>
            </a:xfrm>
            <a:custGeom>
              <a:avLst/>
              <a:gdLst>
                <a:gd name="connsiteX0" fmla="*/ 6337 w 6336"/>
                <a:gd name="connsiteY0" fmla="*/ 2535 h 5069"/>
                <a:gd name="connsiteX1" fmla="*/ 3168 w 6336"/>
                <a:gd name="connsiteY1" fmla="*/ 5069 h 5069"/>
                <a:gd name="connsiteX2" fmla="*/ 0 w 6336"/>
                <a:gd name="connsiteY2" fmla="*/ 2535 h 5069"/>
                <a:gd name="connsiteX3" fmla="*/ 3168 w 6336"/>
                <a:gd name="connsiteY3" fmla="*/ 0 h 5069"/>
                <a:gd name="connsiteX4" fmla="*/ 6337 w 6336"/>
                <a:gd name="connsiteY4" fmla="*/ 2535 h 5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" h="5069">
                  <a:moveTo>
                    <a:pt x="6337" y="2535"/>
                  </a:moveTo>
                  <a:lnTo>
                    <a:pt x="3168" y="5069"/>
                  </a:lnTo>
                  <a:lnTo>
                    <a:pt x="0" y="2535"/>
                  </a:lnTo>
                  <a:lnTo>
                    <a:pt x="3168" y="0"/>
                  </a:lnTo>
                  <a:lnTo>
                    <a:pt x="6337" y="253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335D760C-8B73-885A-AE93-361F165762AE}"/>
                </a:ext>
              </a:extLst>
            </p:cNvPr>
            <p:cNvSpPr/>
            <p:nvPr/>
          </p:nvSpPr>
          <p:spPr>
            <a:xfrm>
              <a:off x="6603325" y="2620042"/>
              <a:ext cx="7223" cy="5703"/>
            </a:xfrm>
            <a:custGeom>
              <a:avLst/>
              <a:gdLst>
                <a:gd name="connsiteX0" fmla="*/ 7223 w 7223"/>
                <a:gd name="connsiteY0" fmla="*/ 2915 h 5703"/>
                <a:gd name="connsiteX1" fmla="*/ 3675 w 7223"/>
                <a:gd name="connsiteY1" fmla="*/ 5703 h 5703"/>
                <a:gd name="connsiteX2" fmla="*/ 0 w 7223"/>
                <a:gd name="connsiteY2" fmla="*/ 2915 h 5703"/>
                <a:gd name="connsiteX3" fmla="*/ 3675 w 7223"/>
                <a:gd name="connsiteY3" fmla="*/ 0 h 5703"/>
                <a:gd name="connsiteX4" fmla="*/ 7223 w 7223"/>
                <a:gd name="connsiteY4" fmla="*/ 2915 h 5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23" h="5703">
                  <a:moveTo>
                    <a:pt x="7223" y="2915"/>
                  </a:moveTo>
                  <a:lnTo>
                    <a:pt x="3675" y="5703"/>
                  </a:lnTo>
                  <a:lnTo>
                    <a:pt x="0" y="2915"/>
                  </a:lnTo>
                  <a:lnTo>
                    <a:pt x="3675" y="0"/>
                  </a:lnTo>
                  <a:lnTo>
                    <a:pt x="7223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1A45D20C-F479-6CCC-E82D-3FD35745D31E}"/>
                </a:ext>
              </a:extLst>
            </p:cNvPr>
            <p:cNvSpPr/>
            <p:nvPr/>
          </p:nvSpPr>
          <p:spPr>
            <a:xfrm>
              <a:off x="6720429" y="2666681"/>
              <a:ext cx="7224" cy="5703"/>
            </a:xfrm>
            <a:custGeom>
              <a:avLst/>
              <a:gdLst>
                <a:gd name="connsiteX0" fmla="*/ 7224 w 7224"/>
                <a:gd name="connsiteY0" fmla="*/ 2915 h 5703"/>
                <a:gd name="connsiteX1" fmla="*/ 3675 w 7224"/>
                <a:gd name="connsiteY1" fmla="*/ 5703 h 5703"/>
                <a:gd name="connsiteX2" fmla="*/ 0 w 7224"/>
                <a:gd name="connsiteY2" fmla="*/ 2915 h 5703"/>
                <a:gd name="connsiteX3" fmla="*/ 3675 w 7224"/>
                <a:gd name="connsiteY3" fmla="*/ 0 h 5703"/>
                <a:gd name="connsiteX4" fmla="*/ 7224 w 7224"/>
                <a:gd name="connsiteY4" fmla="*/ 2915 h 5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24" h="5703">
                  <a:moveTo>
                    <a:pt x="7224" y="2915"/>
                  </a:moveTo>
                  <a:lnTo>
                    <a:pt x="3675" y="5703"/>
                  </a:lnTo>
                  <a:lnTo>
                    <a:pt x="0" y="2915"/>
                  </a:lnTo>
                  <a:lnTo>
                    <a:pt x="3675" y="0"/>
                  </a:lnTo>
                  <a:lnTo>
                    <a:pt x="7224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CB8C3B4B-72A7-5836-3998-5F6719576A44}"/>
                </a:ext>
              </a:extLst>
            </p:cNvPr>
            <p:cNvSpPr/>
            <p:nvPr/>
          </p:nvSpPr>
          <p:spPr>
            <a:xfrm>
              <a:off x="6829928" y="2723839"/>
              <a:ext cx="7224" cy="5703"/>
            </a:xfrm>
            <a:custGeom>
              <a:avLst/>
              <a:gdLst>
                <a:gd name="connsiteX0" fmla="*/ 7224 w 7224"/>
                <a:gd name="connsiteY0" fmla="*/ 2788 h 5703"/>
                <a:gd name="connsiteX1" fmla="*/ 3676 w 7224"/>
                <a:gd name="connsiteY1" fmla="*/ 5703 h 5703"/>
                <a:gd name="connsiteX2" fmla="*/ 0 w 7224"/>
                <a:gd name="connsiteY2" fmla="*/ 2788 h 5703"/>
                <a:gd name="connsiteX3" fmla="*/ 3676 w 7224"/>
                <a:gd name="connsiteY3" fmla="*/ 0 h 5703"/>
                <a:gd name="connsiteX4" fmla="*/ 7224 w 7224"/>
                <a:gd name="connsiteY4" fmla="*/ 2788 h 5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24" h="5703">
                  <a:moveTo>
                    <a:pt x="7224" y="2788"/>
                  </a:moveTo>
                  <a:lnTo>
                    <a:pt x="3676" y="5703"/>
                  </a:lnTo>
                  <a:lnTo>
                    <a:pt x="0" y="2788"/>
                  </a:lnTo>
                  <a:lnTo>
                    <a:pt x="3676" y="0"/>
                  </a:lnTo>
                  <a:lnTo>
                    <a:pt x="7224" y="278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7154BAD1-444C-CE33-0926-8523624A009D}"/>
                </a:ext>
              </a:extLst>
            </p:cNvPr>
            <p:cNvSpPr/>
            <p:nvPr/>
          </p:nvSpPr>
          <p:spPr>
            <a:xfrm>
              <a:off x="6930304" y="2790629"/>
              <a:ext cx="7224" cy="5703"/>
            </a:xfrm>
            <a:custGeom>
              <a:avLst/>
              <a:gdLst>
                <a:gd name="connsiteX0" fmla="*/ 7224 w 7224"/>
                <a:gd name="connsiteY0" fmla="*/ 2788 h 5703"/>
                <a:gd name="connsiteX1" fmla="*/ 3675 w 7224"/>
                <a:gd name="connsiteY1" fmla="*/ 5703 h 5703"/>
                <a:gd name="connsiteX2" fmla="*/ 0 w 7224"/>
                <a:gd name="connsiteY2" fmla="*/ 2788 h 5703"/>
                <a:gd name="connsiteX3" fmla="*/ 3675 w 7224"/>
                <a:gd name="connsiteY3" fmla="*/ 0 h 5703"/>
                <a:gd name="connsiteX4" fmla="*/ 7224 w 7224"/>
                <a:gd name="connsiteY4" fmla="*/ 2788 h 5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24" h="5703">
                  <a:moveTo>
                    <a:pt x="7224" y="2788"/>
                  </a:moveTo>
                  <a:lnTo>
                    <a:pt x="3675" y="5703"/>
                  </a:lnTo>
                  <a:lnTo>
                    <a:pt x="0" y="2788"/>
                  </a:lnTo>
                  <a:lnTo>
                    <a:pt x="3675" y="0"/>
                  </a:lnTo>
                  <a:lnTo>
                    <a:pt x="7224" y="278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F45F73D1-0909-3BEC-8434-210E79BC535A}"/>
                </a:ext>
              </a:extLst>
            </p:cNvPr>
            <p:cNvSpPr/>
            <p:nvPr/>
          </p:nvSpPr>
          <p:spPr>
            <a:xfrm>
              <a:off x="7020159" y="2866164"/>
              <a:ext cx="7224" cy="5829"/>
            </a:xfrm>
            <a:custGeom>
              <a:avLst/>
              <a:gdLst>
                <a:gd name="connsiteX0" fmla="*/ 7224 w 7224"/>
                <a:gd name="connsiteY0" fmla="*/ 2915 h 5829"/>
                <a:gd name="connsiteX1" fmla="*/ 3676 w 7224"/>
                <a:gd name="connsiteY1" fmla="*/ 5830 h 5829"/>
                <a:gd name="connsiteX2" fmla="*/ 0 w 7224"/>
                <a:gd name="connsiteY2" fmla="*/ 2915 h 5829"/>
                <a:gd name="connsiteX3" fmla="*/ 3676 w 7224"/>
                <a:gd name="connsiteY3" fmla="*/ 0 h 5829"/>
                <a:gd name="connsiteX4" fmla="*/ 7224 w 7224"/>
                <a:gd name="connsiteY4" fmla="*/ 2915 h 5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24" h="5829">
                  <a:moveTo>
                    <a:pt x="7224" y="2915"/>
                  </a:moveTo>
                  <a:lnTo>
                    <a:pt x="3676" y="5830"/>
                  </a:lnTo>
                  <a:lnTo>
                    <a:pt x="0" y="2915"/>
                  </a:lnTo>
                  <a:lnTo>
                    <a:pt x="3676" y="0"/>
                  </a:lnTo>
                  <a:lnTo>
                    <a:pt x="7224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4A68ADA6-D676-4572-9EED-C21A4A23FCDC}"/>
                </a:ext>
              </a:extLst>
            </p:cNvPr>
            <p:cNvSpPr/>
            <p:nvPr/>
          </p:nvSpPr>
          <p:spPr>
            <a:xfrm>
              <a:off x="7098482" y="2949556"/>
              <a:ext cx="7224" cy="5829"/>
            </a:xfrm>
            <a:custGeom>
              <a:avLst/>
              <a:gdLst>
                <a:gd name="connsiteX0" fmla="*/ 7224 w 7224"/>
                <a:gd name="connsiteY0" fmla="*/ 2915 h 5829"/>
                <a:gd name="connsiteX1" fmla="*/ 3549 w 7224"/>
                <a:gd name="connsiteY1" fmla="*/ 5830 h 5829"/>
                <a:gd name="connsiteX2" fmla="*/ 0 w 7224"/>
                <a:gd name="connsiteY2" fmla="*/ 2915 h 5829"/>
                <a:gd name="connsiteX3" fmla="*/ 3549 w 7224"/>
                <a:gd name="connsiteY3" fmla="*/ 0 h 5829"/>
                <a:gd name="connsiteX4" fmla="*/ 7224 w 7224"/>
                <a:gd name="connsiteY4" fmla="*/ 2915 h 5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24" h="5829">
                  <a:moveTo>
                    <a:pt x="7224" y="2915"/>
                  </a:moveTo>
                  <a:lnTo>
                    <a:pt x="3549" y="5830"/>
                  </a:lnTo>
                  <a:lnTo>
                    <a:pt x="0" y="2915"/>
                  </a:lnTo>
                  <a:lnTo>
                    <a:pt x="3549" y="0"/>
                  </a:lnTo>
                  <a:lnTo>
                    <a:pt x="7224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213AE217-B791-B4C9-8BD8-2C64337C6C8F}"/>
                </a:ext>
              </a:extLst>
            </p:cNvPr>
            <p:cNvSpPr/>
            <p:nvPr/>
          </p:nvSpPr>
          <p:spPr>
            <a:xfrm>
              <a:off x="7164385" y="3039919"/>
              <a:ext cx="6463" cy="5069"/>
            </a:xfrm>
            <a:custGeom>
              <a:avLst/>
              <a:gdLst>
                <a:gd name="connsiteX0" fmla="*/ 6464 w 6463"/>
                <a:gd name="connsiteY0" fmla="*/ 2535 h 5069"/>
                <a:gd name="connsiteX1" fmla="*/ 3168 w 6463"/>
                <a:gd name="connsiteY1" fmla="*/ 5069 h 5069"/>
                <a:gd name="connsiteX2" fmla="*/ 0 w 6463"/>
                <a:gd name="connsiteY2" fmla="*/ 2535 h 5069"/>
                <a:gd name="connsiteX3" fmla="*/ 3168 w 6463"/>
                <a:gd name="connsiteY3" fmla="*/ 0 h 5069"/>
                <a:gd name="connsiteX4" fmla="*/ 6464 w 6463"/>
                <a:gd name="connsiteY4" fmla="*/ 2535 h 5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069">
                  <a:moveTo>
                    <a:pt x="6464" y="2535"/>
                  </a:moveTo>
                  <a:lnTo>
                    <a:pt x="3168" y="5069"/>
                  </a:lnTo>
                  <a:lnTo>
                    <a:pt x="0" y="2535"/>
                  </a:lnTo>
                  <a:lnTo>
                    <a:pt x="3168" y="0"/>
                  </a:lnTo>
                  <a:lnTo>
                    <a:pt x="6464" y="253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3327E56A-2493-6FE9-1A99-031C656776F3}"/>
                </a:ext>
              </a:extLst>
            </p:cNvPr>
            <p:cNvSpPr/>
            <p:nvPr/>
          </p:nvSpPr>
          <p:spPr>
            <a:xfrm>
              <a:off x="7216600" y="3135604"/>
              <a:ext cx="5830" cy="4689"/>
            </a:xfrm>
            <a:custGeom>
              <a:avLst/>
              <a:gdLst>
                <a:gd name="connsiteX0" fmla="*/ 5830 w 5830"/>
                <a:gd name="connsiteY0" fmla="*/ 2281 h 4689"/>
                <a:gd name="connsiteX1" fmla="*/ 2915 w 5830"/>
                <a:gd name="connsiteY1" fmla="*/ 4689 h 4689"/>
                <a:gd name="connsiteX2" fmla="*/ 0 w 5830"/>
                <a:gd name="connsiteY2" fmla="*/ 2281 h 4689"/>
                <a:gd name="connsiteX3" fmla="*/ 2915 w 5830"/>
                <a:gd name="connsiteY3" fmla="*/ 0 h 4689"/>
                <a:gd name="connsiteX4" fmla="*/ 5830 w 5830"/>
                <a:gd name="connsiteY4" fmla="*/ 2281 h 4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30" h="4689">
                  <a:moveTo>
                    <a:pt x="5830" y="2281"/>
                  </a:moveTo>
                  <a:lnTo>
                    <a:pt x="2915" y="4689"/>
                  </a:lnTo>
                  <a:lnTo>
                    <a:pt x="0" y="2281"/>
                  </a:lnTo>
                  <a:lnTo>
                    <a:pt x="2915" y="0"/>
                  </a:lnTo>
                  <a:lnTo>
                    <a:pt x="5830" y="22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9FCF5073-9774-E3CB-4165-03785F02B23C}"/>
                </a:ext>
              </a:extLst>
            </p:cNvPr>
            <p:cNvSpPr/>
            <p:nvPr/>
          </p:nvSpPr>
          <p:spPr>
            <a:xfrm>
              <a:off x="7254114" y="3235092"/>
              <a:ext cx="5956" cy="4689"/>
            </a:xfrm>
            <a:custGeom>
              <a:avLst/>
              <a:gdLst>
                <a:gd name="connsiteX0" fmla="*/ 5956 w 5956"/>
                <a:gd name="connsiteY0" fmla="*/ 2408 h 4689"/>
                <a:gd name="connsiteX1" fmla="*/ 2915 w 5956"/>
                <a:gd name="connsiteY1" fmla="*/ 4689 h 4689"/>
                <a:gd name="connsiteX2" fmla="*/ 0 w 5956"/>
                <a:gd name="connsiteY2" fmla="*/ 2408 h 4689"/>
                <a:gd name="connsiteX3" fmla="*/ 2915 w 5956"/>
                <a:gd name="connsiteY3" fmla="*/ 0 h 4689"/>
                <a:gd name="connsiteX4" fmla="*/ 5956 w 5956"/>
                <a:gd name="connsiteY4" fmla="*/ 2408 h 4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6" h="4689">
                  <a:moveTo>
                    <a:pt x="5956" y="2408"/>
                  </a:moveTo>
                  <a:lnTo>
                    <a:pt x="2915" y="4689"/>
                  </a:lnTo>
                  <a:lnTo>
                    <a:pt x="0" y="2408"/>
                  </a:lnTo>
                  <a:lnTo>
                    <a:pt x="2915" y="0"/>
                  </a:lnTo>
                  <a:lnTo>
                    <a:pt x="5956" y="240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8A5356AA-04BA-39BF-27FF-4276BD48CEB6}"/>
                </a:ext>
              </a:extLst>
            </p:cNvPr>
            <p:cNvSpPr/>
            <p:nvPr/>
          </p:nvSpPr>
          <p:spPr>
            <a:xfrm>
              <a:off x="7277180" y="3337748"/>
              <a:ext cx="5322" cy="4182"/>
            </a:xfrm>
            <a:custGeom>
              <a:avLst/>
              <a:gdLst>
                <a:gd name="connsiteX0" fmla="*/ 5323 w 5322"/>
                <a:gd name="connsiteY0" fmla="*/ 2155 h 4182"/>
                <a:gd name="connsiteX1" fmla="*/ 2661 w 5322"/>
                <a:gd name="connsiteY1" fmla="*/ 4183 h 4182"/>
                <a:gd name="connsiteX2" fmla="*/ 0 w 5322"/>
                <a:gd name="connsiteY2" fmla="*/ 2155 h 4182"/>
                <a:gd name="connsiteX3" fmla="*/ 2661 w 5322"/>
                <a:gd name="connsiteY3" fmla="*/ 0 h 4182"/>
                <a:gd name="connsiteX4" fmla="*/ 5323 w 5322"/>
                <a:gd name="connsiteY4" fmla="*/ 2155 h 4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22" h="4182">
                  <a:moveTo>
                    <a:pt x="5323" y="2155"/>
                  </a:moveTo>
                  <a:lnTo>
                    <a:pt x="2661" y="4183"/>
                  </a:lnTo>
                  <a:lnTo>
                    <a:pt x="0" y="2155"/>
                  </a:lnTo>
                  <a:lnTo>
                    <a:pt x="2661" y="0"/>
                  </a:lnTo>
                  <a:lnTo>
                    <a:pt x="5323" y="215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AD69A0FB-F735-5D1F-D253-C14FA36BE9A7}"/>
                </a:ext>
              </a:extLst>
            </p:cNvPr>
            <p:cNvSpPr/>
            <p:nvPr/>
          </p:nvSpPr>
          <p:spPr>
            <a:xfrm>
              <a:off x="7409999" y="3441545"/>
              <a:ext cx="5322" cy="4182"/>
            </a:xfrm>
            <a:custGeom>
              <a:avLst/>
              <a:gdLst>
                <a:gd name="connsiteX0" fmla="*/ 5323 w 5322"/>
                <a:gd name="connsiteY0" fmla="*/ 2028 h 4182"/>
                <a:gd name="connsiteX1" fmla="*/ 2662 w 5322"/>
                <a:gd name="connsiteY1" fmla="*/ 4183 h 4182"/>
                <a:gd name="connsiteX2" fmla="*/ 0 w 5322"/>
                <a:gd name="connsiteY2" fmla="*/ 2028 h 4182"/>
                <a:gd name="connsiteX3" fmla="*/ 2662 w 5322"/>
                <a:gd name="connsiteY3" fmla="*/ 0 h 4182"/>
                <a:gd name="connsiteX4" fmla="*/ 5323 w 5322"/>
                <a:gd name="connsiteY4" fmla="*/ 2028 h 4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22" h="4182">
                  <a:moveTo>
                    <a:pt x="5323" y="2028"/>
                  </a:moveTo>
                  <a:lnTo>
                    <a:pt x="2662" y="4183"/>
                  </a:lnTo>
                  <a:lnTo>
                    <a:pt x="0" y="2028"/>
                  </a:lnTo>
                  <a:lnTo>
                    <a:pt x="2662" y="0"/>
                  </a:lnTo>
                  <a:lnTo>
                    <a:pt x="5323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F61172F2-3085-A128-1C2E-CA1394742762}"/>
                </a:ext>
              </a:extLst>
            </p:cNvPr>
            <p:cNvSpPr/>
            <p:nvPr/>
          </p:nvSpPr>
          <p:spPr>
            <a:xfrm>
              <a:off x="7403408" y="3545595"/>
              <a:ext cx="4689" cy="3675"/>
            </a:xfrm>
            <a:custGeom>
              <a:avLst/>
              <a:gdLst>
                <a:gd name="connsiteX0" fmla="*/ 4690 w 4689"/>
                <a:gd name="connsiteY0" fmla="*/ 1774 h 3675"/>
                <a:gd name="connsiteX1" fmla="*/ 2408 w 4689"/>
                <a:gd name="connsiteY1" fmla="*/ 3675 h 3675"/>
                <a:gd name="connsiteX2" fmla="*/ 0 w 4689"/>
                <a:gd name="connsiteY2" fmla="*/ 1774 h 3675"/>
                <a:gd name="connsiteX3" fmla="*/ 2408 w 4689"/>
                <a:gd name="connsiteY3" fmla="*/ 0 h 3675"/>
                <a:gd name="connsiteX4" fmla="*/ 4690 w 4689"/>
                <a:gd name="connsiteY4" fmla="*/ 1774 h 3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89" h="3675">
                  <a:moveTo>
                    <a:pt x="4690" y="1774"/>
                  </a:moveTo>
                  <a:lnTo>
                    <a:pt x="2408" y="3675"/>
                  </a:lnTo>
                  <a:lnTo>
                    <a:pt x="0" y="1774"/>
                  </a:lnTo>
                  <a:lnTo>
                    <a:pt x="2408" y="0"/>
                  </a:lnTo>
                  <a:lnTo>
                    <a:pt x="4690" y="177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6E7EB5C4-DDFF-4E94-7E9E-FC889E71869F}"/>
                </a:ext>
              </a:extLst>
            </p:cNvPr>
            <p:cNvSpPr/>
            <p:nvPr/>
          </p:nvSpPr>
          <p:spPr>
            <a:xfrm>
              <a:off x="7383258" y="3648505"/>
              <a:ext cx="4055" cy="3168"/>
            </a:xfrm>
            <a:custGeom>
              <a:avLst/>
              <a:gdLst>
                <a:gd name="connsiteX0" fmla="*/ 4056 w 4055"/>
                <a:gd name="connsiteY0" fmla="*/ 1521 h 3168"/>
                <a:gd name="connsiteX1" fmla="*/ 2027 w 4055"/>
                <a:gd name="connsiteY1" fmla="*/ 3168 h 3168"/>
                <a:gd name="connsiteX2" fmla="*/ 0 w 4055"/>
                <a:gd name="connsiteY2" fmla="*/ 1521 h 3168"/>
                <a:gd name="connsiteX3" fmla="*/ 2027 w 4055"/>
                <a:gd name="connsiteY3" fmla="*/ 0 h 3168"/>
                <a:gd name="connsiteX4" fmla="*/ 4056 w 4055"/>
                <a:gd name="connsiteY4" fmla="*/ 1521 h 3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5" h="3168">
                  <a:moveTo>
                    <a:pt x="4056" y="1521"/>
                  </a:moveTo>
                  <a:lnTo>
                    <a:pt x="2027" y="3168"/>
                  </a:lnTo>
                  <a:lnTo>
                    <a:pt x="0" y="1521"/>
                  </a:lnTo>
                  <a:lnTo>
                    <a:pt x="2027" y="0"/>
                  </a:lnTo>
                  <a:lnTo>
                    <a:pt x="4056" y="152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D17991C1-BAFD-62BC-4EA4-D600411ECA34}"/>
                </a:ext>
              </a:extLst>
            </p:cNvPr>
            <p:cNvSpPr/>
            <p:nvPr/>
          </p:nvSpPr>
          <p:spPr>
            <a:xfrm>
              <a:off x="7349672" y="3749133"/>
              <a:ext cx="3548" cy="2788"/>
            </a:xfrm>
            <a:custGeom>
              <a:avLst/>
              <a:gdLst>
                <a:gd name="connsiteX0" fmla="*/ 3549 w 3548"/>
                <a:gd name="connsiteY0" fmla="*/ 1394 h 2788"/>
                <a:gd name="connsiteX1" fmla="*/ 1648 w 3548"/>
                <a:gd name="connsiteY1" fmla="*/ 2788 h 2788"/>
                <a:gd name="connsiteX2" fmla="*/ 0 w 3548"/>
                <a:gd name="connsiteY2" fmla="*/ 1394 h 2788"/>
                <a:gd name="connsiteX3" fmla="*/ 1648 w 3548"/>
                <a:gd name="connsiteY3" fmla="*/ 0 h 2788"/>
                <a:gd name="connsiteX4" fmla="*/ 3549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9" y="1394"/>
                  </a:moveTo>
                  <a:lnTo>
                    <a:pt x="1648" y="2788"/>
                  </a:lnTo>
                  <a:lnTo>
                    <a:pt x="0" y="1394"/>
                  </a:lnTo>
                  <a:lnTo>
                    <a:pt x="1648" y="0"/>
                  </a:lnTo>
                  <a:lnTo>
                    <a:pt x="3549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3FDF98F8-B1DA-D585-1A95-2509B0DADD59}"/>
                </a:ext>
              </a:extLst>
            </p:cNvPr>
            <p:cNvSpPr/>
            <p:nvPr/>
          </p:nvSpPr>
          <p:spPr>
            <a:xfrm>
              <a:off x="7303161" y="3846593"/>
              <a:ext cx="2408" cy="1900"/>
            </a:xfrm>
            <a:custGeom>
              <a:avLst/>
              <a:gdLst>
                <a:gd name="connsiteX0" fmla="*/ 2408 w 2408"/>
                <a:gd name="connsiteY0" fmla="*/ 1014 h 1900"/>
                <a:gd name="connsiteX1" fmla="*/ 1267 w 2408"/>
                <a:gd name="connsiteY1" fmla="*/ 1901 h 1900"/>
                <a:gd name="connsiteX2" fmla="*/ 0 w 2408"/>
                <a:gd name="connsiteY2" fmla="*/ 1014 h 1900"/>
                <a:gd name="connsiteX3" fmla="*/ 1267 w 2408"/>
                <a:gd name="connsiteY3" fmla="*/ 0 h 1900"/>
                <a:gd name="connsiteX4" fmla="*/ 2408 w 2408"/>
                <a:gd name="connsiteY4" fmla="*/ 1014 h 1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8" h="1900">
                  <a:moveTo>
                    <a:pt x="2408" y="1014"/>
                  </a:moveTo>
                  <a:lnTo>
                    <a:pt x="1267" y="1901"/>
                  </a:lnTo>
                  <a:lnTo>
                    <a:pt x="0" y="1014"/>
                  </a:lnTo>
                  <a:lnTo>
                    <a:pt x="1267" y="0"/>
                  </a:lnTo>
                  <a:lnTo>
                    <a:pt x="2408" y="101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B9A5CE3E-CBB2-2B09-E21A-7E358CF7144A}"/>
                </a:ext>
              </a:extLst>
            </p:cNvPr>
            <p:cNvSpPr/>
            <p:nvPr/>
          </p:nvSpPr>
          <p:spPr>
            <a:xfrm>
              <a:off x="7244102" y="3939490"/>
              <a:ext cx="1646" cy="1394"/>
            </a:xfrm>
            <a:custGeom>
              <a:avLst/>
              <a:gdLst>
                <a:gd name="connsiteX0" fmla="*/ 1647 w 1646"/>
                <a:gd name="connsiteY0" fmla="*/ 634 h 1394"/>
                <a:gd name="connsiteX1" fmla="*/ 886 w 1646"/>
                <a:gd name="connsiteY1" fmla="*/ 1394 h 1394"/>
                <a:gd name="connsiteX2" fmla="*/ 0 w 1646"/>
                <a:gd name="connsiteY2" fmla="*/ 634 h 1394"/>
                <a:gd name="connsiteX3" fmla="*/ 886 w 1646"/>
                <a:gd name="connsiteY3" fmla="*/ 0 h 1394"/>
                <a:gd name="connsiteX4" fmla="*/ 1647 w 1646"/>
                <a:gd name="connsiteY4" fmla="*/ 634 h 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6" h="1394">
                  <a:moveTo>
                    <a:pt x="1647" y="634"/>
                  </a:moveTo>
                  <a:lnTo>
                    <a:pt x="886" y="1394"/>
                  </a:lnTo>
                  <a:lnTo>
                    <a:pt x="0" y="634"/>
                  </a:lnTo>
                  <a:lnTo>
                    <a:pt x="886" y="0"/>
                  </a:lnTo>
                  <a:lnTo>
                    <a:pt x="1647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124D5AAE-59D6-9DE6-013D-9924F7E56F30}"/>
                </a:ext>
              </a:extLst>
            </p:cNvPr>
            <p:cNvSpPr/>
            <p:nvPr/>
          </p:nvSpPr>
          <p:spPr>
            <a:xfrm>
              <a:off x="7173129" y="4027065"/>
              <a:ext cx="760" cy="633"/>
            </a:xfrm>
            <a:custGeom>
              <a:avLst/>
              <a:gdLst>
                <a:gd name="connsiteX0" fmla="*/ 760 w 760"/>
                <a:gd name="connsiteY0" fmla="*/ 253 h 633"/>
                <a:gd name="connsiteX1" fmla="*/ 381 w 760"/>
                <a:gd name="connsiteY1" fmla="*/ 634 h 633"/>
                <a:gd name="connsiteX2" fmla="*/ 0 w 760"/>
                <a:gd name="connsiteY2" fmla="*/ 253 h 633"/>
                <a:gd name="connsiteX3" fmla="*/ 381 w 760"/>
                <a:gd name="connsiteY3" fmla="*/ 0 h 633"/>
                <a:gd name="connsiteX4" fmla="*/ 760 w 760"/>
                <a:gd name="connsiteY4" fmla="*/ 253 h 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0" h="633">
                  <a:moveTo>
                    <a:pt x="760" y="253"/>
                  </a:moveTo>
                  <a:lnTo>
                    <a:pt x="381" y="634"/>
                  </a:lnTo>
                  <a:lnTo>
                    <a:pt x="0" y="253"/>
                  </a:lnTo>
                  <a:lnTo>
                    <a:pt x="381" y="0"/>
                  </a:lnTo>
                  <a:lnTo>
                    <a:pt x="760" y="25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55D0C6AA-3E78-AC90-7534-58CFC0E0C3EE}"/>
                </a:ext>
              </a:extLst>
            </p:cNvPr>
            <p:cNvSpPr/>
            <p:nvPr/>
          </p:nvSpPr>
          <p:spPr>
            <a:xfrm>
              <a:off x="7090878" y="4107923"/>
              <a:ext cx="380" cy="380"/>
            </a:xfrm>
            <a:custGeom>
              <a:avLst/>
              <a:gdLst>
                <a:gd name="connsiteX0" fmla="*/ 381 w 380"/>
                <a:gd name="connsiteY0" fmla="*/ 253 h 380"/>
                <a:gd name="connsiteX1" fmla="*/ 254 w 380"/>
                <a:gd name="connsiteY1" fmla="*/ 380 h 380"/>
                <a:gd name="connsiteX2" fmla="*/ 0 w 380"/>
                <a:gd name="connsiteY2" fmla="*/ 253 h 380"/>
                <a:gd name="connsiteX3" fmla="*/ 254 w 380"/>
                <a:gd name="connsiteY3" fmla="*/ 0 h 380"/>
                <a:gd name="connsiteX4" fmla="*/ 381 w 380"/>
                <a:gd name="connsiteY4" fmla="*/ 253 h 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" h="380">
                  <a:moveTo>
                    <a:pt x="381" y="253"/>
                  </a:moveTo>
                  <a:lnTo>
                    <a:pt x="254" y="380"/>
                  </a:lnTo>
                  <a:lnTo>
                    <a:pt x="0" y="253"/>
                  </a:lnTo>
                  <a:lnTo>
                    <a:pt x="254" y="0"/>
                  </a:lnTo>
                  <a:lnTo>
                    <a:pt x="381" y="25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FBB7E6DE-012D-58B4-6B86-3A8CF872B7F1}"/>
                </a:ext>
              </a:extLst>
            </p:cNvPr>
            <p:cNvSpPr/>
            <p:nvPr/>
          </p:nvSpPr>
          <p:spPr>
            <a:xfrm>
              <a:off x="6895958" y="4246445"/>
              <a:ext cx="1267" cy="1140"/>
            </a:xfrm>
            <a:custGeom>
              <a:avLst/>
              <a:gdLst>
                <a:gd name="connsiteX0" fmla="*/ 1267 w 1267"/>
                <a:gd name="connsiteY0" fmla="*/ 634 h 1140"/>
                <a:gd name="connsiteX1" fmla="*/ 634 w 1267"/>
                <a:gd name="connsiteY1" fmla="*/ 1141 h 1140"/>
                <a:gd name="connsiteX2" fmla="*/ 0 w 1267"/>
                <a:gd name="connsiteY2" fmla="*/ 634 h 1140"/>
                <a:gd name="connsiteX3" fmla="*/ 634 w 1267"/>
                <a:gd name="connsiteY3" fmla="*/ 0 h 1140"/>
                <a:gd name="connsiteX4" fmla="*/ 1267 w 1267"/>
                <a:gd name="connsiteY4" fmla="*/ 634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7" h="1140">
                  <a:moveTo>
                    <a:pt x="1267" y="634"/>
                  </a:moveTo>
                  <a:lnTo>
                    <a:pt x="634" y="1141"/>
                  </a:lnTo>
                  <a:lnTo>
                    <a:pt x="0" y="634"/>
                  </a:lnTo>
                  <a:lnTo>
                    <a:pt x="634" y="0"/>
                  </a:lnTo>
                  <a:lnTo>
                    <a:pt x="1267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0EE7404B-4FF2-FA75-4E33-49F8A6CC1347}"/>
                </a:ext>
              </a:extLst>
            </p:cNvPr>
            <p:cNvSpPr/>
            <p:nvPr/>
          </p:nvSpPr>
          <p:spPr>
            <a:xfrm>
              <a:off x="6785571" y="4302843"/>
              <a:ext cx="2155" cy="1647"/>
            </a:xfrm>
            <a:custGeom>
              <a:avLst/>
              <a:gdLst>
                <a:gd name="connsiteX0" fmla="*/ 2155 w 2155"/>
                <a:gd name="connsiteY0" fmla="*/ 760 h 1647"/>
                <a:gd name="connsiteX1" fmla="*/ 1141 w 2155"/>
                <a:gd name="connsiteY1" fmla="*/ 1647 h 1647"/>
                <a:gd name="connsiteX2" fmla="*/ 0 w 2155"/>
                <a:gd name="connsiteY2" fmla="*/ 760 h 1647"/>
                <a:gd name="connsiteX3" fmla="*/ 1141 w 2155"/>
                <a:gd name="connsiteY3" fmla="*/ 0 h 1647"/>
                <a:gd name="connsiteX4" fmla="*/ 2155 w 2155"/>
                <a:gd name="connsiteY4" fmla="*/ 760 h 1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5" h="1647">
                  <a:moveTo>
                    <a:pt x="2155" y="760"/>
                  </a:moveTo>
                  <a:lnTo>
                    <a:pt x="1141" y="1647"/>
                  </a:lnTo>
                  <a:lnTo>
                    <a:pt x="0" y="760"/>
                  </a:lnTo>
                  <a:lnTo>
                    <a:pt x="1141" y="0"/>
                  </a:lnTo>
                  <a:lnTo>
                    <a:pt x="2155" y="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EED7B55A-E32B-580B-7698-E1FDCB464E73}"/>
                </a:ext>
              </a:extLst>
            </p:cNvPr>
            <p:cNvSpPr/>
            <p:nvPr/>
          </p:nvSpPr>
          <p:spPr>
            <a:xfrm>
              <a:off x="6668087" y="4349481"/>
              <a:ext cx="3548" cy="2788"/>
            </a:xfrm>
            <a:custGeom>
              <a:avLst/>
              <a:gdLst>
                <a:gd name="connsiteX0" fmla="*/ 3548 w 3548"/>
                <a:gd name="connsiteY0" fmla="*/ 1394 h 2788"/>
                <a:gd name="connsiteX1" fmla="*/ 1774 w 3548"/>
                <a:gd name="connsiteY1" fmla="*/ 2788 h 2788"/>
                <a:gd name="connsiteX2" fmla="*/ 0 w 3548"/>
                <a:gd name="connsiteY2" fmla="*/ 1394 h 2788"/>
                <a:gd name="connsiteX3" fmla="*/ 1774 w 3548"/>
                <a:gd name="connsiteY3" fmla="*/ 0 h 2788"/>
                <a:gd name="connsiteX4" fmla="*/ 3548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8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8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9C270488-5B87-5F05-10B3-2151587974F2}"/>
                </a:ext>
              </a:extLst>
            </p:cNvPr>
            <p:cNvSpPr/>
            <p:nvPr/>
          </p:nvSpPr>
          <p:spPr>
            <a:xfrm>
              <a:off x="6545407" y="4386361"/>
              <a:ext cx="4308" cy="3421"/>
            </a:xfrm>
            <a:custGeom>
              <a:avLst/>
              <a:gdLst>
                <a:gd name="connsiteX0" fmla="*/ 4309 w 4308"/>
                <a:gd name="connsiteY0" fmla="*/ 1774 h 3421"/>
                <a:gd name="connsiteX1" fmla="*/ 2154 w 4308"/>
                <a:gd name="connsiteY1" fmla="*/ 3422 h 3421"/>
                <a:gd name="connsiteX2" fmla="*/ 0 w 4308"/>
                <a:gd name="connsiteY2" fmla="*/ 1774 h 3421"/>
                <a:gd name="connsiteX3" fmla="*/ 2154 w 4308"/>
                <a:gd name="connsiteY3" fmla="*/ 0 h 3421"/>
                <a:gd name="connsiteX4" fmla="*/ 4309 w 4308"/>
                <a:gd name="connsiteY4" fmla="*/ 1774 h 3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8" h="3421">
                  <a:moveTo>
                    <a:pt x="4309" y="1774"/>
                  </a:moveTo>
                  <a:lnTo>
                    <a:pt x="2154" y="3422"/>
                  </a:lnTo>
                  <a:lnTo>
                    <a:pt x="0" y="1774"/>
                  </a:lnTo>
                  <a:lnTo>
                    <a:pt x="2154" y="0"/>
                  </a:lnTo>
                  <a:lnTo>
                    <a:pt x="4309" y="177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3E374588-9A25-CC23-944B-07845B78C804}"/>
                </a:ext>
              </a:extLst>
            </p:cNvPr>
            <p:cNvSpPr/>
            <p:nvPr/>
          </p:nvSpPr>
          <p:spPr>
            <a:xfrm>
              <a:off x="6418417" y="4412976"/>
              <a:ext cx="5069" cy="4055"/>
            </a:xfrm>
            <a:custGeom>
              <a:avLst/>
              <a:gdLst>
                <a:gd name="connsiteX0" fmla="*/ 5069 w 5069"/>
                <a:gd name="connsiteY0" fmla="*/ 2027 h 4055"/>
                <a:gd name="connsiteX1" fmla="*/ 2535 w 5069"/>
                <a:gd name="connsiteY1" fmla="*/ 4055 h 4055"/>
                <a:gd name="connsiteX2" fmla="*/ 0 w 5069"/>
                <a:gd name="connsiteY2" fmla="*/ 2027 h 4055"/>
                <a:gd name="connsiteX3" fmla="*/ 2535 w 5069"/>
                <a:gd name="connsiteY3" fmla="*/ 0 h 4055"/>
                <a:gd name="connsiteX4" fmla="*/ 5069 w 5069"/>
                <a:gd name="connsiteY4" fmla="*/ 2027 h 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9" h="4055">
                  <a:moveTo>
                    <a:pt x="5069" y="2027"/>
                  </a:moveTo>
                  <a:lnTo>
                    <a:pt x="2535" y="4055"/>
                  </a:lnTo>
                  <a:lnTo>
                    <a:pt x="0" y="2027"/>
                  </a:lnTo>
                  <a:lnTo>
                    <a:pt x="2535" y="0"/>
                  </a:lnTo>
                  <a:lnTo>
                    <a:pt x="5069" y="202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61A636BA-7DA7-3344-0031-3EDC3032EB2D}"/>
                </a:ext>
              </a:extLst>
            </p:cNvPr>
            <p:cNvSpPr/>
            <p:nvPr/>
          </p:nvSpPr>
          <p:spPr>
            <a:xfrm>
              <a:off x="6288259" y="4428691"/>
              <a:ext cx="6463" cy="5196"/>
            </a:xfrm>
            <a:custGeom>
              <a:avLst/>
              <a:gdLst>
                <a:gd name="connsiteX0" fmla="*/ 6463 w 6463"/>
                <a:gd name="connsiteY0" fmla="*/ 2534 h 5196"/>
                <a:gd name="connsiteX1" fmla="*/ 3168 w 6463"/>
                <a:gd name="connsiteY1" fmla="*/ 5196 h 5196"/>
                <a:gd name="connsiteX2" fmla="*/ 0 w 6463"/>
                <a:gd name="connsiteY2" fmla="*/ 2534 h 5196"/>
                <a:gd name="connsiteX3" fmla="*/ 3168 w 6463"/>
                <a:gd name="connsiteY3" fmla="*/ 0 h 5196"/>
                <a:gd name="connsiteX4" fmla="*/ 6463 w 6463"/>
                <a:gd name="connsiteY4" fmla="*/ 2534 h 5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196">
                  <a:moveTo>
                    <a:pt x="6463" y="2534"/>
                  </a:moveTo>
                  <a:lnTo>
                    <a:pt x="3168" y="5196"/>
                  </a:lnTo>
                  <a:lnTo>
                    <a:pt x="0" y="2534"/>
                  </a:lnTo>
                  <a:lnTo>
                    <a:pt x="3168" y="0"/>
                  </a:lnTo>
                  <a:lnTo>
                    <a:pt x="6463" y="25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369474E8-E970-4400-7082-22C0C6BA5566}"/>
                </a:ext>
              </a:extLst>
            </p:cNvPr>
            <p:cNvSpPr/>
            <p:nvPr/>
          </p:nvSpPr>
          <p:spPr>
            <a:xfrm>
              <a:off x="6156960" y="4433761"/>
              <a:ext cx="7350" cy="5829"/>
            </a:xfrm>
            <a:custGeom>
              <a:avLst/>
              <a:gdLst>
                <a:gd name="connsiteX0" fmla="*/ 7351 w 7350"/>
                <a:gd name="connsiteY0" fmla="*/ 2915 h 5829"/>
                <a:gd name="connsiteX1" fmla="*/ 3675 w 7350"/>
                <a:gd name="connsiteY1" fmla="*/ 5830 h 5829"/>
                <a:gd name="connsiteX2" fmla="*/ 0 w 7350"/>
                <a:gd name="connsiteY2" fmla="*/ 2915 h 5829"/>
                <a:gd name="connsiteX3" fmla="*/ 3675 w 7350"/>
                <a:gd name="connsiteY3" fmla="*/ 0 h 5829"/>
                <a:gd name="connsiteX4" fmla="*/ 7351 w 7350"/>
                <a:gd name="connsiteY4" fmla="*/ 2915 h 5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0" h="5829">
                  <a:moveTo>
                    <a:pt x="7351" y="2915"/>
                  </a:moveTo>
                  <a:lnTo>
                    <a:pt x="3675" y="5830"/>
                  </a:lnTo>
                  <a:lnTo>
                    <a:pt x="0" y="2915"/>
                  </a:lnTo>
                  <a:lnTo>
                    <a:pt x="3675" y="0"/>
                  </a:lnTo>
                  <a:lnTo>
                    <a:pt x="7351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798FD851-6254-9688-D234-A44C883D45BA}"/>
                </a:ext>
              </a:extLst>
            </p:cNvPr>
            <p:cNvSpPr/>
            <p:nvPr/>
          </p:nvSpPr>
          <p:spPr>
            <a:xfrm>
              <a:off x="6025662" y="4428057"/>
              <a:ext cx="8110" cy="6336"/>
            </a:xfrm>
            <a:custGeom>
              <a:avLst/>
              <a:gdLst>
                <a:gd name="connsiteX0" fmla="*/ 8111 w 8110"/>
                <a:gd name="connsiteY0" fmla="*/ 3168 h 6336"/>
                <a:gd name="connsiteX1" fmla="*/ 4055 w 8110"/>
                <a:gd name="connsiteY1" fmla="*/ 6337 h 6336"/>
                <a:gd name="connsiteX2" fmla="*/ 0 w 8110"/>
                <a:gd name="connsiteY2" fmla="*/ 3168 h 6336"/>
                <a:gd name="connsiteX3" fmla="*/ 4055 w 8110"/>
                <a:gd name="connsiteY3" fmla="*/ 0 h 6336"/>
                <a:gd name="connsiteX4" fmla="*/ 8111 w 8110"/>
                <a:gd name="connsiteY4" fmla="*/ 3168 h 6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10" h="6336">
                  <a:moveTo>
                    <a:pt x="8111" y="3168"/>
                  </a:moveTo>
                  <a:lnTo>
                    <a:pt x="4055" y="6337"/>
                  </a:lnTo>
                  <a:lnTo>
                    <a:pt x="0" y="3168"/>
                  </a:lnTo>
                  <a:lnTo>
                    <a:pt x="4055" y="0"/>
                  </a:lnTo>
                  <a:lnTo>
                    <a:pt x="8111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88978A74-2E4F-C802-2A57-321D6CEECE4F}"/>
                </a:ext>
              </a:extLst>
            </p:cNvPr>
            <p:cNvSpPr/>
            <p:nvPr/>
          </p:nvSpPr>
          <p:spPr>
            <a:xfrm>
              <a:off x="5896264" y="4411835"/>
              <a:ext cx="7984" cy="6336"/>
            </a:xfrm>
            <a:custGeom>
              <a:avLst/>
              <a:gdLst>
                <a:gd name="connsiteX0" fmla="*/ 7984 w 7984"/>
                <a:gd name="connsiteY0" fmla="*/ 3168 h 6336"/>
                <a:gd name="connsiteX1" fmla="*/ 4056 w 7984"/>
                <a:gd name="connsiteY1" fmla="*/ 6337 h 6336"/>
                <a:gd name="connsiteX2" fmla="*/ 0 w 7984"/>
                <a:gd name="connsiteY2" fmla="*/ 3168 h 6336"/>
                <a:gd name="connsiteX3" fmla="*/ 4056 w 7984"/>
                <a:gd name="connsiteY3" fmla="*/ 0 h 6336"/>
                <a:gd name="connsiteX4" fmla="*/ 7984 w 7984"/>
                <a:gd name="connsiteY4" fmla="*/ 3168 h 6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84" h="6336">
                  <a:moveTo>
                    <a:pt x="7984" y="3168"/>
                  </a:moveTo>
                  <a:lnTo>
                    <a:pt x="4056" y="6337"/>
                  </a:lnTo>
                  <a:lnTo>
                    <a:pt x="0" y="3168"/>
                  </a:lnTo>
                  <a:lnTo>
                    <a:pt x="4056" y="0"/>
                  </a:lnTo>
                  <a:lnTo>
                    <a:pt x="7984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E38CEE54-546F-8156-EFAC-487DC5B826E9}"/>
                </a:ext>
              </a:extLst>
            </p:cNvPr>
            <p:cNvSpPr/>
            <p:nvPr/>
          </p:nvSpPr>
          <p:spPr>
            <a:xfrm>
              <a:off x="5769402" y="4384714"/>
              <a:ext cx="8617" cy="6843"/>
            </a:xfrm>
            <a:custGeom>
              <a:avLst/>
              <a:gdLst>
                <a:gd name="connsiteX0" fmla="*/ 8618 w 8617"/>
                <a:gd name="connsiteY0" fmla="*/ 3422 h 6843"/>
                <a:gd name="connsiteX1" fmla="*/ 4309 w 8617"/>
                <a:gd name="connsiteY1" fmla="*/ 6844 h 6843"/>
                <a:gd name="connsiteX2" fmla="*/ 0 w 8617"/>
                <a:gd name="connsiteY2" fmla="*/ 3422 h 6843"/>
                <a:gd name="connsiteX3" fmla="*/ 4309 w 8617"/>
                <a:gd name="connsiteY3" fmla="*/ 0 h 6843"/>
                <a:gd name="connsiteX4" fmla="*/ 8618 w 8617"/>
                <a:gd name="connsiteY4" fmla="*/ 3422 h 6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7" h="6843">
                  <a:moveTo>
                    <a:pt x="8618" y="3422"/>
                  </a:moveTo>
                  <a:lnTo>
                    <a:pt x="4309" y="6844"/>
                  </a:lnTo>
                  <a:lnTo>
                    <a:pt x="0" y="3422"/>
                  </a:lnTo>
                  <a:lnTo>
                    <a:pt x="4309" y="0"/>
                  </a:lnTo>
                  <a:lnTo>
                    <a:pt x="8618" y="342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032F75D2-4B00-59CB-9ED5-7564CB3F99EF}"/>
                </a:ext>
              </a:extLst>
            </p:cNvPr>
            <p:cNvSpPr/>
            <p:nvPr/>
          </p:nvSpPr>
          <p:spPr>
            <a:xfrm>
              <a:off x="5646595" y="4347073"/>
              <a:ext cx="9505" cy="7477"/>
            </a:xfrm>
            <a:custGeom>
              <a:avLst/>
              <a:gdLst>
                <a:gd name="connsiteX0" fmla="*/ 9505 w 9505"/>
                <a:gd name="connsiteY0" fmla="*/ 3802 h 7477"/>
                <a:gd name="connsiteX1" fmla="*/ 4689 w 9505"/>
                <a:gd name="connsiteY1" fmla="*/ 7477 h 7477"/>
                <a:gd name="connsiteX2" fmla="*/ 0 w 9505"/>
                <a:gd name="connsiteY2" fmla="*/ 3802 h 7477"/>
                <a:gd name="connsiteX3" fmla="*/ 4689 w 9505"/>
                <a:gd name="connsiteY3" fmla="*/ 0 h 7477"/>
                <a:gd name="connsiteX4" fmla="*/ 9505 w 9505"/>
                <a:gd name="connsiteY4" fmla="*/ 3802 h 7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05" h="7477">
                  <a:moveTo>
                    <a:pt x="9505" y="3802"/>
                  </a:moveTo>
                  <a:lnTo>
                    <a:pt x="4689" y="7477"/>
                  </a:lnTo>
                  <a:lnTo>
                    <a:pt x="0" y="3802"/>
                  </a:lnTo>
                  <a:lnTo>
                    <a:pt x="4689" y="0"/>
                  </a:lnTo>
                  <a:lnTo>
                    <a:pt x="9505" y="380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FF710795-D637-842D-D311-7361B1DA7645}"/>
                </a:ext>
              </a:extLst>
            </p:cNvPr>
            <p:cNvSpPr/>
            <p:nvPr/>
          </p:nvSpPr>
          <p:spPr>
            <a:xfrm>
              <a:off x="5529871" y="4299927"/>
              <a:ext cx="9378" cy="7477"/>
            </a:xfrm>
            <a:custGeom>
              <a:avLst/>
              <a:gdLst>
                <a:gd name="connsiteX0" fmla="*/ 9379 w 9378"/>
                <a:gd name="connsiteY0" fmla="*/ 3675 h 7477"/>
                <a:gd name="connsiteX1" fmla="*/ 4690 w 9378"/>
                <a:gd name="connsiteY1" fmla="*/ 7477 h 7477"/>
                <a:gd name="connsiteX2" fmla="*/ 0 w 9378"/>
                <a:gd name="connsiteY2" fmla="*/ 3675 h 7477"/>
                <a:gd name="connsiteX3" fmla="*/ 4690 w 9378"/>
                <a:gd name="connsiteY3" fmla="*/ 0 h 7477"/>
                <a:gd name="connsiteX4" fmla="*/ 9379 w 9378"/>
                <a:gd name="connsiteY4" fmla="*/ 3675 h 7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78" h="7477">
                  <a:moveTo>
                    <a:pt x="9379" y="3675"/>
                  </a:moveTo>
                  <a:lnTo>
                    <a:pt x="4690" y="7477"/>
                  </a:lnTo>
                  <a:lnTo>
                    <a:pt x="0" y="3675"/>
                  </a:lnTo>
                  <a:lnTo>
                    <a:pt x="4690" y="0"/>
                  </a:lnTo>
                  <a:lnTo>
                    <a:pt x="9379" y="367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7E7E5DFA-E562-73A5-B92D-8D015468307D}"/>
                </a:ext>
              </a:extLst>
            </p:cNvPr>
            <p:cNvSpPr/>
            <p:nvPr/>
          </p:nvSpPr>
          <p:spPr>
            <a:xfrm>
              <a:off x="5419484" y="4243023"/>
              <a:ext cx="10265" cy="7984"/>
            </a:xfrm>
            <a:custGeom>
              <a:avLst/>
              <a:gdLst>
                <a:gd name="connsiteX0" fmla="*/ 10266 w 10265"/>
                <a:gd name="connsiteY0" fmla="*/ 4055 h 7984"/>
                <a:gd name="connsiteX1" fmla="*/ 5196 w 10265"/>
                <a:gd name="connsiteY1" fmla="*/ 7984 h 7984"/>
                <a:gd name="connsiteX2" fmla="*/ 0 w 10265"/>
                <a:gd name="connsiteY2" fmla="*/ 4055 h 7984"/>
                <a:gd name="connsiteX3" fmla="*/ 5196 w 10265"/>
                <a:gd name="connsiteY3" fmla="*/ 0 h 7984"/>
                <a:gd name="connsiteX4" fmla="*/ 10266 w 10265"/>
                <a:gd name="connsiteY4" fmla="*/ 4055 h 7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5" h="7984">
                  <a:moveTo>
                    <a:pt x="10266" y="4055"/>
                  </a:moveTo>
                  <a:lnTo>
                    <a:pt x="5196" y="7984"/>
                  </a:lnTo>
                  <a:lnTo>
                    <a:pt x="0" y="4055"/>
                  </a:lnTo>
                  <a:lnTo>
                    <a:pt x="5196" y="0"/>
                  </a:lnTo>
                  <a:lnTo>
                    <a:pt x="10266" y="405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9065F0B8-D575-9253-80F7-49AEE48C2297}"/>
                </a:ext>
              </a:extLst>
            </p:cNvPr>
            <p:cNvSpPr/>
            <p:nvPr/>
          </p:nvSpPr>
          <p:spPr>
            <a:xfrm>
              <a:off x="5317715" y="4177501"/>
              <a:ext cx="10139" cy="8111"/>
            </a:xfrm>
            <a:custGeom>
              <a:avLst/>
              <a:gdLst>
                <a:gd name="connsiteX0" fmla="*/ 10139 w 10139"/>
                <a:gd name="connsiteY0" fmla="*/ 4056 h 8111"/>
                <a:gd name="connsiteX1" fmla="*/ 5069 w 10139"/>
                <a:gd name="connsiteY1" fmla="*/ 8111 h 8111"/>
                <a:gd name="connsiteX2" fmla="*/ 0 w 10139"/>
                <a:gd name="connsiteY2" fmla="*/ 4056 h 8111"/>
                <a:gd name="connsiteX3" fmla="*/ 5069 w 10139"/>
                <a:gd name="connsiteY3" fmla="*/ 0 h 8111"/>
                <a:gd name="connsiteX4" fmla="*/ 10139 w 10139"/>
                <a:gd name="connsiteY4" fmla="*/ 4056 h 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39" h="8111">
                  <a:moveTo>
                    <a:pt x="10139" y="4056"/>
                  </a:moveTo>
                  <a:lnTo>
                    <a:pt x="5069" y="8111"/>
                  </a:lnTo>
                  <a:lnTo>
                    <a:pt x="0" y="4056"/>
                  </a:lnTo>
                  <a:lnTo>
                    <a:pt x="5069" y="0"/>
                  </a:lnTo>
                  <a:lnTo>
                    <a:pt x="10139" y="405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13992524-D014-9C4B-C6A7-04B38776D315}"/>
                </a:ext>
              </a:extLst>
            </p:cNvPr>
            <p:cNvSpPr/>
            <p:nvPr/>
          </p:nvSpPr>
          <p:spPr>
            <a:xfrm>
              <a:off x="5225451" y="4104374"/>
              <a:ext cx="9378" cy="7477"/>
            </a:xfrm>
            <a:custGeom>
              <a:avLst/>
              <a:gdLst>
                <a:gd name="connsiteX0" fmla="*/ 9378 w 9378"/>
                <a:gd name="connsiteY0" fmla="*/ 3802 h 7477"/>
                <a:gd name="connsiteX1" fmla="*/ 4689 w 9378"/>
                <a:gd name="connsiteY1" fmla="*/ 7477 h 7477"/>
                <a:gd name="connsiteX2" fmla="*/ 0 w 9378"/>
                <a:gd name="connsiteY2" fmla="*/ 3802 h 7477"/>
                <a:gd name="connsiteX3" fmla="*/ 4689 w 9378"/>
                <a:gd name="connsiteY3" fmla="*/ 0 h 7477"/>
                <a:gd name="connsiteX4" fmla="*/ 9378 w 9378"/>
                <a:gd name="connsiteY4" fmla="*/ 3802 h 7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78" h="7477">
                  <a:moveTo>
                    <a:pt x="9378" y="3802"/>
                  </a:moveTo>
                  <a:lnTo>
                    <a:pt x="4689" y="7477"/>
                  </a:lnTo>
                  <a:lnTo>
                    <a:pt x="0" y="3802"/>
                  </a:lnTo>
                  <a:lnTo>
                    <a:pt x="4689" y="0"/>
                  </a:lnTo>
                  <a:lnTo>
                    <a:pt x="9378" y="380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AFF336DF-8B3F-96BA-F7EE-98520F444431}"/>
                </a:ext>
              </a:extLst>
            </p:cNvPr>
            <p:cNvSpPr/>
            <p:nvPr/>
          </p:nvSpPr>
          <p:spPr>
            <a:xfrm>
              <a:off x="5142566" y="4023263"/>
              <a:ext cx="10265" cy="8110"/>
            </a:xfrm>
            <a:custGeom>
              <a:avLst/>
              <a:gdLst>
                <a:gd name="connsiteX0" fmla="*/ 10266 w 10265"/>
                <a:gd name="connsiteY0" fmla="*/ 4055 h 8110"/>
                <a:gd name="connsiteX1" fmla="*/ 5070 w 10265"/>
                <a:gd name="connsiteY1" fmla="*/ 8111 h 8110"/>
                <a:gd name="connsiteX2" fmla="*/ 0 w 10265"/>
                <a:gd name="connsiteY2" fmla="*/ 4055 h 8110"/>
                <a:gd name="connsiteX3" fmla="*/ 5070 w 10265"/>
                <a:gd name="connsiteY3" fmla="*/ 0 h 8110"/>
                <a:gd name="connsiteX4" fmla="*/ 10266 w 10265"/>
                <a:gd name="connsiteY4" fmla="*/ 4055 h 8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5" h="8110">
                  <a:moveTo>
                    <a:pt x="10266" y="4055"/>
                  </a:moveTo>
                  <a:lnTo>
                    <a:pt x="5070" y="8111"/>
                  </a:lnTo>
                  <a:lnTo>
                    <a:pt x="0" y="4055"/>
                  </a:lnTo>
                  <a:lnTo>
                    <a:pt x="5070" y="0"/>
                  </a:lnTo>
                  <a:lnTo>
                    <a:pt x="10266" y="405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4A5C5229-DC83-B6C1-9E46-C983FC6A2C01}"/>
                </a:ext>
              </a:extLst>
            </p:cNvPr>
            <p:cNvSpPr/>
            <p:nvPr/>
          </p:nvSpPr>
          <p:spPr>
            <a:xfrm>
              <a:off x="5071214" y="3936069"/>
              <a:ext cx="10138" cy="8110"/>
            </a:xfrm>
            <a:custGeom>
              <a:avLst/>
              <a:gdLst>
                <a:gd name="connsiteX0" fmla="*/ 10139 w 10138"/>
                <a:gd name="connsiteY0" fmla="*/ 4055 h 8110"/>
                <a:gd name="connsiteX1" fmla="*/ 5069 w 10138"/>
                <a:gd name="connsiteY1" fmla="*/ 8111 h 8110"/>
                <a:gd name="connsiteX2" fmla="*/ 0 w 10138"/>
                <a:gd name="connsiteY2" fmla="*/ 4055 h 8110"/>
                <a:gd name="connsiteX3" fmla="*/ 5069 w 10138"/>
                <a:gd name="connsiteY3" fmla="*/ 0 h 8110"/>
                <a:gd name="connsiteX4" fmla="*/ 10139 w 10138"/>
                <a:gd name="connsiteY4" fmla="*/ 4055 h 8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38" h="8110">
                  <a:moveTo>
                    <a:pt x="10139" y="4055"/>
                  </a:moveTo>
                  <a:lnTo>
                    <a:pt x="5069" y="8111"/>
                  </a:lnTo>
                  <a:lnTo>
                    <a:pt x="0" y="4055"/>
                  </a:lnTo>
                  <a:lnTo>
                    <a:pt x="5069" y="0"/>
                  </a:lnTo>
                  <a:lnTo>
                    <a:pt x="10139" y="405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A16D4515-802E-500B-34A7-79537272E432}"/>
                </a:ext>
              </a:extLst>
            </p:cNvPr>
            <p:cNvSpPr/>
            <p:nvPr/>
          </p:nvSpPr>
          <p:spPr>
            <a:xfrm>
              <a:off x="5012028" y="3843805"/>
              <a:ext cx="9505" cy="7477"/>
            </a:xfrm>
            <a:custGeom>
              <a:avLst/>
              <a:gdLst>
                <a:gd name="connsiteX0" fmla="*/ 9505 w 9505"/>
                <a:gd name="connsiteY0" fmla="*/ 3802 h 7477"/>
                <a:gd name="connsiteX1" fmla="*/ 4816 w 9505"/>
                <a:gd name="connsiteY1" fmla="*/ 7477 h 7477"/>
                <a:gd name="connsiteX2" fmla="*/ 0 w 9505"/>
                <a:gd name="connsiteY2" fmla="*/ 3802 h 7477"/>
                <a:gd name="connsiteX3" fmla="*/ 4816 w 9505"/>
                <a:gd name="connsiteY3" fmla="*/ 0 h 7477"/>
                <a:gd name="connsiteX4" fmla="*/ 9505 w 9505"/>
                <a:gd name="connsiteY4" fmla="*/ 3802 h 7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05" h="7477">
                  <a:moveTo>
                    <a:pt x="9505" y="3802"/>
                  </a:moveTo>
                  <a:lnTo>
                    <a:pt x="4816" y="7477"/>
                  </a:lnTo>
                  <a:lnTo>
                    <a:pt x="0" y="3802"/>
                  </a:lnTo>
                  <a:lnTo>
                    <a:pt x="4816" y="0"/>
                  </a:lnTo>
                  <a:lnTo>
                    <a:pt x="9505" y="380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46794AD-D8C1-9053-9759-EBBBD119A512}"/>
                </a:ext>
              </a:extLst>
            </p:cNvPr>
            <p:cNvSpPr/>
            <p:nvPr/>
          </p:nvSpPr>
          <p:spPr>
            <a:xfrm>
              <a:off x="4965135" y="3746725"/>
              <a:ext cx="9378" cy="7477"/>
            </a:xfrm>
            <a:custGeom>
              <a:avLst/>
              <a:gdLst>
                <a:gd name="connsiteX0" fmla="*/ 9379 w 9378"/>
                <a:gd name="connsiteY0" fmla="*/ 3802 h 7477"/>
                <a:gd name="connsiteX1" fmla="*/ 4690 w 9378"/>
                <a:gd name="connsiteY1" fmla="*/ 7477 h 7477"/>
                <a:gd name="connsiteX2" fmla="*/ 0 w 9378"/>
                <a:gd name="connsiteY2" fmla="*/ 3802 h 7477"/>
                <a:gd name="connsiteX3" fmla="*/ 4690 w 9378"/>
                <a:gd name="connsiteY3" fmla="*/ 0 h 7477"/>
                <a:gd name="connsiteX4" fmla="*/ 9379 w 9378"/>
                <a:gd name="connsiteY4" fmla="*/ 3802 h 7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78" h="7477">
                  <a:moveTo>
                    <a:pt x="9379" y="3802"/>
                  </a:moveTo>
                  <a:lnTo>
                    <a:pt x="4690" y="7477"/>
                  </a:lnTo>
                  <a:lnTo>
                    <a:pt x="0" y="3802"/>
                  </a:lnTo>
                  <a:lnTo>
                    <a:pt x="4690" y="0"/>
                  </a:lnTo>
                  <a:lnTo>
                    <a:pt x="9379" y="380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C07415E2-5357-C148-722F-343F6E9AADF5}"/>
                </a:ext>
              </a:extLst>
            </p:cNvPr>
            <p:cNvSpPr/>
            <p:nvPr/>
          </p:nvSpPr>
          <p:spPr>
            <a:xfrm>
              <a:off x="4931550" y="3646730"/>
              <a:ext cx="8617" cy="6843"/>
            </a:xfrm>
            <a:custGeom>
              <a:avLst/>
              <a:gdLst>
                <a:gd name="connsiteX0" fmla="*/ 8618 w 8617"/>
                <a:gd name="connsiteY0" fmla="*/ 3295 h 6843"/>
                <a:gd name="connsiteX1" fmla="*/ 4309 w 8617"/>
                <a:gd name="connsiteY1" fmla="*/ 6844 h 6843"/>
                <a:gd name="connsiteX2" fmla="*/ 0 w 8617"/>
                <a:gd name="connsiteY2" fmla="*/ 3295 h 6843"/>
                <a:gd name="connsiteX3" fmla="*/ 4309 w 8617"/>
                <a:gd name="connsiteY3" fmla="*/ 0 h 6843"/>
                <a:gd name="connsiteX4" fmla="*/ 8618 w 8617"/>
                <a:gd name="connsiteY4" fmla="*/ 3295 h 6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7" h="6843">
                  <a:moveTo>
                    <a:pt x="8618" y="3295"/>
                  </a:moveTo>
                  <a:lnTo>
                    <a:pt x="4309" y="6844"/>
                  </a:lnTo>
                  <a:lnTo>
                    <a:pt x="0" y="3295"/>
                  </a:lnTo>
                  <a:lnTo>
                    <a:pt x="4309" y="0"/>
                  </a:lnTo>
                  <a:lnTo>
                    <a:pt x="8618" y="32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5B40DCB3-DAB4-746F-5620-0D02E91D55AB}"/>
                </a:ext>
              </a:extLst>
            </p:cNvPr>
            <p:cNvSpPr/>
            <p:nvPr/>
          </p:nvSpPr>
          <p:spPr>
            <a:xfrm>
              <a:off x="4911399" y="3544201"/>
              <a:ext cx="7984" cy="6463"/>
            </a:xfrm>
            <a:custGeom>
              <a:avLst/>
              <a:gdLst>
                <a:gd name="connsiteX0" fmla="*/ 7984 w 7984"/>
                <a:gd name="connsiteY0" fmla="*/ 3168 h 6463"/>
                <a:gd name="connsiteX1" fmla="*/ 3929 w 7984"/>
                <a:gd name="connsiteY1" fmla="*/ 6464 h 6463"/>
                <a:gd name="connsiteX2" fmla="*/ 0 w 7984"/>
                <a:gd name="connsiteY2" fmla="*/ 3168 h 6463"/>
                <a:gd name="connsiteX3" fmla="*/ 3929 w 7984"/>
                <a:gd name="connsiteY3" fmla="*/ 0 h 6463"/>
                <a:gd name="connsiteX4" fmla="*/ 7984 w 7984"/>
                <a:gd name="connsiteY4" fmla="*/ 3168 h 6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84" h="6463">
                  <a:moveTo>
                    <a:pt x="7984" y="3168"/>
                  </a:moveTo>
                  <a:lnTo>
                    <a:pt x="3929" y="6464"/>
                  </a:lnTo>
                  <a:lnTo>
                    <a:pt x="0" y="3168"/>
                  </a:lnTo>
                  <a:lnTo>
                    <a:pt x="3929" y="0"/>
                  </a:lnTo>
                  <a:lnTo>
                    <a:pt x="7984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FFB1EB4B-232A-23F1-989A-E52775D5FFC7}"/>
                </a:ext>
              </a:extLst>
            </p:cNvPr>
            <p:cNvSpPr/>
            <p:nvPr/>
          </p:nvSpPr>
          <p:spPr>
            <a:xfrm>
              <a:off x="4904936" y="3440784"/>
              <a:ext cx="7224" cy="5703"/>
            </a:xfrm>
            <a:custGeom>
              <a:avLst/>
              <a:gdLst>
                <a:gd name="connsiteX0" fmla="*/ 7224 w 7224"/>
                <a:gd name="connsiteY0" fmla="*/ 2788 h 5703"/>
                <a:gd name="connsiteX1" fmla="*/ 3549 w 7224"/>
                <a:gd name="connsiteY1" fmla="*/ 5703 h 5703"/>
                <a:gd name="connsiteX2" fmla="*/ 0 w 7224"/>
                <a:gd name="connsiteY2" fmla="*/ 2788 h 5703"/>
                <a:gd name="connsiteX3" fmla="*/ 3549 w 7224"/>
                <a:gd name="connsiteY3" fmla="*/ 0 h 5703"/>
                <a:gd name="connsiteX4" fmla="*/ 7224 w 7224"/>
                <a:gd name="connsiteY4" fmla="*/ 2788 h 5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24" h="5703">
                  <a:moveTo>
                    <a:pt x="7224" y="2788"/>
                  </a:moveTo>
                  <a:lnTo>
                    <a:pt x="3549" y="5703"/>
                  </a:lnTo>
                  <a:lnTo>
                    <a:pt x="0" y="2788"/>
                  </a:lnTo>
                  <a:lnTo>
                    <a:pt x="3549" y="0"/>
                  </a:lnTo>
                  <a:lnTo>
                    <a:pt x="7224" y="278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4E4CC1BC-04AE-2F17-02B9-9F3BB059F91A}"/>
                </a:ext>
              </a:extLst>
            </p:cNvPr>
            <p:cNvSpPr/>
            <p:nvPr/>
          </p:nvSpPr>
          <p:spPr>
            <a:xfrm>
              <a:off x="4912160" y="3337241"/>
              <a:ext cx="6463" cy="5069"/>
            </a:xfrm>
            <a:custGeom>
              <a:avLst/>
              <a:gdLst>
                <a:gd name="connsiteX0" fmla="*/ 6464 w 6463"/>
                <a:gd name="connsiteY0" fmla="*/ 2534 h 5069"/>
                <a:gd name="connsiteX1" fmla="*/ 3168 w 6463"/>
                <a:gd name="connsiteY1" fmla="*/ 5069 h 5069"/>
                <a:gd name="connsiteX2" fmla="*/ 0 w 6463"/>
                <a:gd name="connsiteY2" fmla="*/ 2534 h 5069"/>
                <a:gd name="connsiteX3" fmla="*/ 3168 w 6463"/>
                <a:gd name="connsiteY3" fmla="*/ 0 h 5069"/>
                <a:gd name="connsiteX4" fmla="*/ 6464 w 6463"/>
                <a:gd name="connsiteY4" fmla="*/ 2534 h 5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069">
                  <a:moveTo>
                    <a:pt x="6464" y="2534"/>
                  </a:moveTo>
                  <a:lnTo>
                    <a:pt x="3168" y="5069"/>
                  </a:lnTo>
                  <a:lnTo>
                    <a:pt x="0" y="2534"/>
                  </a:lnTo>
                  <a:lnTo>
                    <a:pt x="3168" y="0"/>
                  </a:lnTo>
                  <a:lnTo>
                    <a:pt x="6464" y="25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509D51EE-24C4-9646-C352-52820A57BECF}"/>
                </a:ext>
              </a:extLst>
            </p:cNvPr>
            <p:cNvSpPr/>
            <p:nvPr/>
          </p:nvSpPr>
          <p:spPr>
            <a:xfrm>
              <a:off x="4933071" y="3234838"/>
              <a:ext cx="5703" cy="4562"/>
            </a:xfrm>
            <a:custGeom>
              <a:avLst/>
              <a:gdLst>
                <a:gd name="connsiteX0" fmla="*/ 5703 w 5703"/>
                <a:gd name="connsiteY0" fmla="*/ 2281 h 4562"/>
                <a:gd name="connsiteX1" fmla="*/ 2788 w 5703"/>
                <a:gd name="connsiteY1" fmla="*/ 4563 h 4562"/>
                <a:gd name="connsiteX2" fmla="*/ 0 w 5703"/>
                <a:gd name="connsiteY2" fmla="*/ 2281 h 4562"/>
                <a:gd name="connsiteX3" fmla="*/ 2788 w 5703"/>
                <a:gd name="connsiteY3" fmla="*/ 0 h 4562"/>
                <a:gd name="connsiteX4" fmla="*/ 5703 w 5703"/>
                <a:gd name="connsiteY4" fmla="*/ 2281 h 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03" h="4562">
                  <a:moveTo>
                    <a:pt x="5703" y="2281"/>
                  </a:moveTo>
                  <a:lnTo>
                    <a:pt x="2788" y="4563"/>
                  </a:lnTo>
                  <a:lnTo>
                    <a:pt x="0" y="2281"/>
                  </a:lnTo>
                  <a:lnTo>
                    <a:pt x="2788" y="0"/>
                  </a:lnTo>
                  <a:lnTo>
                    <a:pt x="5703" y="22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57FCAAA2-F6B8-5B1F-187D-076D5FBE247E}"/>
                </a:ext>
              </a:extLst>
            </p:cNvPr>
            <p:cNvSpPr/>
            <p:nvPr/>
          </p:nvSpPr>
          <p:spPr>
            <a:xfrm>
              <a:off x="4967290" y="3134717"/>
              <a:ext cx="5069" cy="4055"/>
            </a:xfrm>
            <a:custGeom>
              <a:avLst/>
              <a:gdLst>
                <a:gd name="connsiteX0" fmla="*/ 5069 w 5069"/>
                <a:gd name="connsiteY0" fmla="*/ 2028 h 4055"/>
                <a:gd name="connsiteX1" fmla="*/ 2535 w 5069"/>
                <a:gd name="connsiteY1" fmla="*/ 4056 h 4055"/>
                <a:gd name="connsiteX2" fmla="*/ 0 w 5069"/>
                <a:gd name="connsiteY2" fmla="*/ 2028 h 4055"/>
                <a:gd name="connsiteX3" fmla="*/ 2535 w 5069"/>
                <a:gd name="connsiteY3" fmla="*/ 0 h 4055"/>
                <a:gd name="connsiteX4" fmla="*/ 5069 w 5069"/>
                <a:gd name="connsiteY4" fmla="*/ 2028 h 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9" h="4055">
                  <a:moveTo>
                    <a:pt x="5069" y="2028"/>
                  </a:moveTo>
                  <a:lnTo>
                    <a:pt x="2535" y="4056"/>
                  </a:lnTo>
                  <a:lnTo>
                    <a:pt x="0" y="2028"/>
                  </a:lnTo>
                  <a:lnTo>
                    <a:pt x="2535" y="0"/>
                  </a:lnTo>
                  <a:lnTo>
                    <a:pt x="5069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38A21E97-BD1B-92ED-FFB0-4FEED8E46735}"/>
                </a:ext>
              </a:extLst>
            </p:cNvPr>
            <p:cNvSpPr/>
            <p:nvPr/>
          </p:nvSpPr>
          <p:spPr>
            <a:xfrm>
              <a:off x="5015069" y="3038271"/>
              <a:ext cx="3422" cy="2788"/>
            </a:xfrm>
            <a:custGeom>
              <a:avLst/>
              <a:gdLst>
                <a:gd name="connsiteX0" fmla="*/ 3422 w 3422"/>
                <a:gd name="connsiteY0" fmla="*/ 1394 h 2788"/>
                <a:gd name="connsiteX1" fmla="*/ 1648 w 3422"/>
                <a:gd name="connsiteY1" fmla="*/ 2788 h 2788"/>
                <a:gd name="connsiteX2" fmla="*/ 0 w 3422"/>
                <a:gd name="connsiteY2" fmla="*/ 1394 h 2788"/>
                <a:gd name="connsiteX3" fmla="*/ 1648 w 3422"/>
                <a:gd name="connsiteY3" fmla="*/ 0 h 2788"/>
                <a:gd name="connsiteX4" fmla="*/ 3422 w 3422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22" h="2788">
                  <a:moveTo>
                    <a:pt x="3422" y="1394"/>
                  </a:moveTo>
                  <a:lnTo>
                    <a:pt x="1648" y="2788"/>
                  </a:lnTo>
                  <a:lnTo>
                    <a:pt x="0" y="1394"/>
                  </a:lnTo>
                  <a:lnTo>
                    <a:pt x="1648" y="0"/>
                  </a:lnTo>
                  <a:lnTo>
                    <a:pt x="3422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CC8A3C8C-3B7D-E648-839B-16953D0791A1}"/>
                </a:ext>
              </a:extLst>
            </p:cNvPr>
            <p:cNvSpPr/>
            <p:nvPr/>
          </p:nvSpPr>
          <p:spPr>
            <a:xfrm>
              <a:off x="5074762" y="2945881"/>
              <a:ext cx="3041" cy="2281"/>
            </a:xfrm>
            <a:custGeom>
              <a:avLst/>
              <a:gdLst>
                <a:gd name="connsiteX0" fmla="*/ 3042 w 3041"/>
                <a:gd name="connsiteY0" fmla="*/ 1141 h 2281"/>
                <a:gd name="connsiteX1" fmla="*/ 1521 w 3041"/>
                <a:gd name="connsiteY1" fmla="*/ 2281 h 2281"/>
                <a:gd name="connsiteX2" fmla="*/ 0 w 3041"/>
                <a:gd name="connsiteY2" fmla="*/ 1141 h 2281"/>
                <a:gd name="connsiteX3" fmla="*/ 1521 w 3041"/>
                <a:gd name="connsiteY3" fmla="*/ 0 h 2281"/>
                <a:gd name="connsiteX4" fmla="*/ 3042 w 3041"/>
                <a:gd name="connsiteY4" fmla="*/ 1141 h 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1" h="2281">
                  <a:moveTo>
                    <a:pt x="3042" y="1141"/>
                  </a:moveTo>
                  <a:lnTo>
                    <a:pt x="1521" y="2281"/>
                  </a:lnTo>
                  <a:lnTo>
                    <a:pt x="0" y="1141"/>
                  </a:lnTo>
                  <a:lnTo>
                    <a:pt x="1521" y="0"/>
                  </a:lnTo>
                  <a:lnTo>
                    <a:pt x="3042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BD441E66-91E2-3AA4-DCA0-0B5DBEBFB19D}"/>
                </a:ext>
              </a:extLst>
            </p:cNvPr>
            <p:cNvSpPr/>
            <p:nvPr/>
          </p:nvSpPr>
          <p:spPr>
            <a:xfrm>
              <a:off x="5147002" y="2859320"/>
              <a:ext cx="1394" cy="1140"/>
            </a:xfrm>
            <a:custGeom>
              <a:avLst/>
              <a:gdLst>
                <a:gd name="connsiteX0" fmla="*/ 1394 w 1394"/>
                <a:gd name="connsiteY0" fmla="*/ 507 h 1140"/>
                <a:gd name="connsiteX1" fmla="*/ 634 w 1394"/>
                <a:gd name="connsiteY1" fmla="*/ 1141 h 1140"/>
                <a:gd name="connsiteX2" fmla="*/ 0 w 1394"/>
                <a:gd name="connsiteY2" fmla="*/ 507 h 1140"/>
                <a:gd name="connsiteX3" fmla="*/ 634 w 1394"/>
                <a:gd name="connsiteY3" fmla="*/ 0 h 1140"/>
                <a:gd name="connsiteX4" fmla="*/ 1394 w 1394"/>
                <a:gd name="connsiteY4" fmla="*/ 507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" h="1140">
                  <a:moveTo>
                    <a:pt x="1394" y="507"/>
                  </a:moveTo>
                  <a:lnTo>
                    <a:pt x="634" y="1141"/>
                  </a:lnTo>
                  <a:lnTo>
                    <a:pt x="0" y="507"/>
                  </a:lnTo>
                  <a:lnTo>
                    <a:pt x="634" y="0"/>
                  </a:lnTo>
                  <a:lnTo>
                    <a:pt x="1394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B4C3F885-81D0-181C-D9EA-6E54A5F30327}"/>
                </a:ext>
              </a:extLst>
            </p:cNvPr>
            <p:cNvSpPr/>
            <p:nvPr/>
          </p:nvSpPr>
          <p:spPr>
            <a:xfrm>
              <a:off x="5322658" y="2705462"/>
              <a:ext cx="380" cy="253"/>
            </a:xfrm>
            <a:custGeom>
              <a:avLst/>
              <a:gdLst>
                <a:gd name="connsiteX0" fmla="*/ 380 w 380"/>
                <a:gd name="connsiteY0" fmla="*/ 127 h 253"/>
                <a:gd name="connsiteX1" fmla="*/ 126 w 380"/>
                <a:gd name="connsiteY1" fmla="*/ 253 h 253"/>
                <a:gd name="connsiteX2" fmla="*/ 0 w 380"/>
                <a:gd name="connsiteY2" fmla="*/ 127 h 253"/>
                <a:gd name="connsiteX3" fmla="*/ 126 w 380"/>
                <a:gd name="connsiteY3" fmla="*/ 0 h 253"/>
                <a:gd name="connsiteX4" fmla="*/ 380 w 380"/>
                <a:gd name="connsiteY4" fmla="*/ 127 h 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" h="253">
                  <a:moveTo>
                    <a:pt x="380" y="127"/>
                  </a:moveTo>
                  <a:lnTo>
                    <a:pt x="126" y="253"/>
                  </a:lnTo>
                  <a:lnTo>
                    <a:pt x="0" y="127"/>
                  </a:lnTo>
                  <a:lnTo>
                    <a:pt x="126" y="0"/>
                  </a:lnTo>
                  <a:lnTo>
                    <a:pt x="380" y="12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BE605B6E-FCA3-6716-BF0E-ACBAEE9CD39D}"/>
                </a:ext>
              </a:extLst>
            </p:cNvPr>
            <p:cNvSpPr/>
            <p:nvPr/>
          </p:nvSpPr>
          <p:spPr>
            <a:xfrm>
              <a:off x="5424300" y="2639813"/>
              <a:ext cx="760" cy="633"/>
            </a:xfrm>
            <a:custGeom>
              <a:avLst/>
              <a:gdLst>
                <a:gd name="connsiteX0" fmla="*/ 760 w 760"/>
                <a:gd name="connsiteY0" fmla="*/ 380 h 633"/>
                <a:gd name="connsiteX1" fmla="*/ 380 w 760"/>
                <a:gd name="connsiteY1" fmla="*/ 634 h 633"/>
                <a:gd name="connsiteX2" fmla="*/ 0 w 760"/>
                <a:gd name="connsiteY2" fmla="*/ 380 h 633"/>
                <a:gd name="connsiteX3" fmla="*/ 380 w 760"/>
                <a:gd name="connsiteY3" fmla="*/ 0 h 633"/>
                <a:gd name="connsiteX4" fmla="*/ 760 w 760"/>
                <a:gd name="connsiteY4" fmla="*/ 380 h 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0" h="633">
                  <a:moveTo>
                    <a:pt x="760" y="380"/>
                  </a:moveTo>
                  <a:lnTo>
                    <a:pt x="380" y="634"/>
                  </a:lnTo>
                  <a:lnTo>
                    <a:pt x="0" y="380"/>
                  </a:lnTo>
                  <a:lnTo>
                    <a:pt x="380" y="0"/>
                  </a:lnTo>
                  <a:lnTo>
                    <a:pt x="760" y="38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7C17730D-47B9-70D6-32DA-79F60BEB161F}"/>
                </a:ext>
              </a:extLst>
            </p:cNvPr>
            <p:cNvSpPr/>
            <p:nvPr/>
          </p:nvSpPr>
          <p:spPr>
            <a:xfrm>
              <a:off x="5533673" y="2582909"/>
              <a:ext cx="1774" cy="1394"/>
            </a:xfrm>
            <a:custGeom>
              <a:avLst/>
              <a:gdLst>
                <a:gd name="connsiteX0" fmla="*/ 1774 w 1774"/>
                <a:gd name="connsiteY0" fmla="*/ 634 h 1394"/>
                <a:gd name="connsiteX1" fmla="*/ 887 w 1774"/>
                <a:gd name="connsiteY1" fmla="*/ 1394 h 1394"/>
                <a:gd name="connsiteX2" fmla="*/ 0 w 1774"/>
                <a:gd name="connsiteY2" fmla="*/ 634 h 1394"/>
                <a:gd name="connsiteX3" fmla="*/ 887 w 1774"/>
                <a:gd name="connsiteY3" fmla="*/ 0 h 1394"/>
                <a:gd name="connsiteX4" fmla="*/ 1774 w 1774"/>
                <a:gd name="connsiteY4" fmla="*/ 634 h 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" h="1394">
                  <a:moveTo>
                    <a:pt x="1774" y="634"/>
                  </a:moveTo>
                  <a:lnTo>
                    <a:pt x="887" y="1394"/>
                  </a:lnTo>
                  <a:lnTo>
                    <a:pt x="0" y="634"/>
                  </a:lnTo>
                  <a:lnTo>
                    <a:pt x="887" y="0"/>
                  </a:lnTo>
                  <a:lnTo>
                    <a:pt x="1774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10794060-10E3-9757-1EFC-0C0D1551BB42}"/>
                </a:ext>
              </a:extLst>
            </p:cNvPr>
            <p:cNvSpPr/>
            <p:nvPr/>
          </p:nvSpPr>
          <p:spPr>
            <a:xfrm>
              <a:off x="5650143" y="2535383"/>
              <a:ext cx="2408" cy="1900"/>
            </a:xfrm>
            <a:custGeom>
              <a:avLst/>
              <a:gdLst>
                <a:gd name="connsiteX0" fmla="*/ 2408 w 2408"/>
                <a:gd name="connsiteY0" fmla="*/ 1014 h 1900"/>
                <a:gd name="connsiteX1" fmla="*/ 1141 w 2408"/>
                <a:gd name="connsiteY1" fmla="*/ 1901 h 1900"/>
                <a:gd name="connsiteX2" fmla="*/ 0 w 2408"/>
                <a:gd name="connsiteY2" fmla="*/ 1014 h 1900"/>
                <a:gd name="connsiteX3" fmla="*/ 1141 w 2408"/>
                <a:gd name="connsiteY3" fmla="*/ 0 h 1900"/>
                <a:gd name="connsiteX4" fmla="*/ 2408 w 2408"/>
                <a:gd name="connsiteY4" fmla="*/ 1014 h 1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8" h="1900">
                  <a:moveTo>
                    <a:pt x="2408" y="1014"/>
                  </a:moveTo>
                  <a:lnTo>
                    <a:pt x="1141" y="1901"/>
                  </a:lnTo>
                  <a:lnTo>
                    <a:pt x="0" y="1014"/>
                  </a:lnTo>
                  <a:lnTo>
                    <a:pt x="1141" y="0"/>
                  </a:lnTo>
                  <a:lnTo>
                    <a:pt x="2408" y="101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40EE1D4B-E8DC-C676-82B9-5BE482A6ECBB}"/>
                </a:ext>
              </a:extLst>
            </p:cNvPr>
            <p:cNvSpPr/>
            <p:nvPr/>
          </p:nvSpPr>
          <p:spPr>
            <a:xfrm>
              <a:off x="5771937" y="2497742"/>
              <a:ext cx="3548" cy="2788"/>
            </a:xfrm>
            <a:custGeom>
              <a:avLst/>
              <a:gdLst>
                <a:gd name="connsiteX0" fmla="*/ 3549 w 3548"/>
                <a:gd name="connsiteY0" fmla="*/ 1394 h 2788"/>
                <a:gd name="connsiteX1" fmla="*/ 1774 w 3548"/>
                <a:gd name="connsiteY1" fmla="*/ 2788 h 2788"/>
                <a:gd name="connsiteX2" fmla="*/ 0 w 3548"/>
                <a:gd name="connsiteY2" fmla="*/ 1394 h 2788"/>
                <a:gd name="connsiteX3" fmla="*/ 1774 w 3548"/>
                <a:gd name="connsiteY3" fmla="*/ 0 h 2788"/>
                <a:gd name="connsiteX4" fmla="*/ 3549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9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9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15DFA774-F051-B67E-CC7D-6ECFA8C2CDA0}"/>
                </a:ext>
              </a:extLst>
            </p:cNvPr>
            <p:cNvSpPr/>
            <p:nvPr/>
          </p:nvSpPr>
          <p:spPr>
            <a:xfrm>
              <a:off x="5898292" y="2470494"/>
              <a:ext cx="4055" cy="3295"/>
            </a:xfrm>
            <a:custGeom>
              <a:avLst/>
              <a:gdLst>
                <a:gd name="connsiteX0" fmla="*/ 4056 w 4055"/>
                <a:gd name="connsiteY0" fmla="*/ 1648 h 3295"/>
                <a:gd name="connsiteX1" fmla="*/ 2028 w 4055"/>
                <a:gd name="connsiteY1" fmla="*/ 3295 h 3295"/>
                <a:gd name="connsiteX2" fmla="*/ 0 w 4055"/>
                <a:gd name="connsiteY2" fmla="*/ 1648 h 3295"/>
                <a:gd name="connsiteX3" fmla="*/ 2028 w 4055"/>
                <a:gd name="connsiteY3" fmla="*/ 0 h 3295"/>
                <a:gd name="connsiteX4" fmla="*/ 4056 w 4055"/>
                <a:gd name="connsiteY4" fmla="*/ 1648 h 3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5" h="3295">
                  <a:moveTo>
                    <a:pt x="4056" y="1648"/>
                  </a:moveTo>
                  <a:lnTo>
                    <a:pt x="2028" y="3295"/>
                  </a:lnTo>
                  <a:lnTo>
                    <a:pt x="0" y="1648"/>
                  </a:lnTo>
                  <a:lnTo>
                    <a:pt x="2028" y="0"/>
                  </a:lnTo>
                  <a:lnTo>
                    <a:pt x="4056" y="164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E2F52A73-596E-DFE8-2600-9BB6911CB5C4}"/>
                </a:ext>
              </a:extLst>
            </p:cNvPr>
            <p:cNvSpPr/>
            <p:nvPr/>
          </p:nvSpPr>
          <p:spPr>
            <a:xfrm>
              <a:off x="6027436" y="2454018"/>
              <a:ext cx="4689" cy="3801"/>
            </a:xfrm>
            <a:custGeom>
              <a:avLst/>
              <a:gdLst>
                <a:gd name="connsiteX0" fmla="*/ 4689 w 4689"/>
                <a:gd name="connsiteY0" fmla="*/ 1901 h 3801"/>
                <a:gd name="connsiteX1" fmla="*/ 2281 w 4689"/>
                <a:gd name="connsiteY1" fmla="*/ 3802 h 3801"/>
                <a:gd name="connsiteX2" fmla="*/ 0 w 4689"/>
                <a:gd name="connsiteY2" fmla="*/ 1901 h 3801"/>
                <a:gd name="connsiteX3" fmla="*/ 2281 w 4689"/>
                <a:gd name="connsiteY3" fmla="*/ 0 h 3801"/>
                <a:gd name="connsiteX4" fmla="*/ 4689 w 4689"/>
                <a:gd name="connsiteY4" fmla="*/ 1901 h 3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89" h="3801">
                  <a:moveTo>
                    <a:pt x="4689" y="1901"/>
                  </a:moveTo>
                  <a:lnTo>
                    <a:pt x="2281" y="3802"/>
                  </a:lnTo>
                  <a:lnTo>
                    <a:pt x="0" y="1901"/>
                  </a:lnTo>
                  <a:lnTo>
                    <a:pt x="2281" y="0"/>
                  </a:lnTo>
                  <a:lnTo>
                    <a:pt x="4689" y="190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79F804E7-A5C7-30E8-32C3-9312C01BA63D}"/>
                </a:ext>
              </a:extLst>
            </p:cNvPr>
            <p:cNvSpPr/>
            <p:nvPr/>
          </p:nvSpPr>
          <p:spPr>
            <a:xfrm>
              <a:off x="6157975" y="2448442"/>
              <a:ext cx="5322" cy="4182"/>
            </a:xfrm>
            <a:custGeom>
              <a:avLst/>
              <a:gdLst>
                <a:gd name="connsiteX0" fmla="*/ 5323 w 5322"/>
                <a:gd name="connsiteY0" fmla="*/ 2028 h 4182"/>
                <a:gd name="connsiteX1" fmla="*/ 2661 w 5322"/>
                <a:gd name="connsiteY1" fmla="*/ 4182 h 4182"/>
                <a:gd name="connsiteX2" fmla="*/ 0 w 5322"/>
                <a:gd name="connsiteY2" fmla="*/ 2028 h 4182"/>
                <a:gd name="connsiteX3" fmla="*/ 2661 w 5322"/>
                <a:gd name="connsiteY3" fmla="*/ 0 h 4182"/>
                <a:gd name="connsiteX4" fmla="*/ 5323 w 5322"/>
                <a:gd name="connsiteY4" fmla="*/ 2028 h 4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22" h="4182">
                  <a:moveTo>
                    <a:pt x="5323" y="2028"/>
                  </a:moveTo>
                  <a:lnTo>
                    <a:pt x="2661" y="4182"/>
                  </a:lnTo>
                  <a:lnTo>
                    <a:pt x="0" y="2028"/>
                  </a:lnTo>
                  <a:lnTo>
                    <a:pt x="2661" y="0"/>
                  </a:lnTo>
                  <a:lnTo>
                    <a:pt x="5323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8BD5B662-DFBC-FB9E-B349-89F069B2616F}"/>
                </a:ext>
              </a:extLst>
            </p:cNvPr>
            <p:cNvSpPr/>
            <p:nvPr/>
          </p:nvSpPr>
          <p:spPr>
            <a:xfrm>
              <a:off x="6288512" y="2453638"/>
              <a:ext cx="5956" cy="4689"/>
            </a:xfrm>
            <a:custGeom>
              <a:avLst/>
              <a:gdLst>
                <a:gd name="connsiteX0" fmla="*/ 5957 w 5956"/>
                <a:gd name="connsiteY0" fmla="*/ 2281 h 4689"/>
                <a:gd name="connsiteX1" fmla="*/ 2915 w 5956"/>
                <a:gd name="connsiteY1" fmla="*/ 4689 h 4689"/>
                <a:gd name="connsiteX2" fmla="*/ 0 w 5956"/>
                <a:gd name="connsiteY2" fmla="*/ 2281 h 4689"/>
                <a:gd name="connsiteX3" fmla="*/ 2915 w 5956"/>
                <a:gd name="connsiteY3" fmla="*/ 0 h 4689"/>
                <a:gd name="connsiteX4" fmla="*/ 5957 w 5956"/>
                <a:gd name="connsiteY4" fmla="*/ 2281 h 4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6" h="4689">
                  <a:moveTo>
                    <a:pt x="5957" y="2281"/>
                  </a:moveTo>
                  <a:lnTo>
                    <a:pt x="2915" y="4689"/>
                  </a:lnTo>
                  <a:lnTo>
                    <a:pt x="0" y="2281"/>
                  </a:lnTo>
                  <a:lnTo>
                    <a:pt x="2915" y="0"/>
                  </a:lnTo>
                  <a:lnTo>
                    <a:pt x="5957" y="22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D1BCFD2C-55C9-6D64-1517-0812802BCB3B}"/>
                </a:ext>
              </a:extLst>
            </p:cNvPr>
            <p:cNvSpPr/>
            <p:nvPr/>
          </p:nvSpPr>
          <p:spPr>
            <a:xfrm>
              <a:off x="6417656" y="2469607"/>
              <a:ext cx="6590" cy="5196"/>
            </a:xfrm>
            <a:custGeom>
              <a:avLst/>
              <a:gdLst>
                <a:gd name="connsiteX0" fmla="*/ 6590 w 6590"/>
                <a:gd name="connsiteY0" fmla="*/ 2535 h 5196"/>
                <a:gd name="connsiteX1" fmla="*/ 3295 w 6590"/>
                <a:gd name="connsiteY1" fmla="*/ 5196 h 5196"/>
                <a:gd name="connsiteX2" fmla="*/ 0 w 6590"/>
                <a:gd name="connsiteY2" fmla="*/ 2535 h 5196"/>
                <a:gd name="connsiteX3" fmla="*/ 3295 w 6590"/>
                <a:gd name="connsiteY3" fmla="*/ 0 h 5196"/>
                <a:gd name="connsiteX4" fmla="*/ 6590 w 6590"/>
                <a:gd name="connsiteY4" fmla="*/ 2535 h 5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90" h="5196">
                  <a:moveTo>
                    <a:pt x="6590" y="2535"/>
                  </a:moveTo>
                  <a:lnTo>
                    <a:pt x="3295" y="5196"/>
                  </a:lnTo>
                  <a:lnTo>
                    <a:pt x="0" y="2535"/>
                  </a:lnTo>
                  <a:lnTo>
                    <a:pt x="3295" y="0"/>
                  </a:lnTo>
                  <a:lnTo>
                    <a:pt x="6590" y="253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94E6E6C3-F80D-24A2-5476-6C67CD14B410}"/>
                </a:ext>
              </a:extLst>
            </p:cNvPr>
            <p:cNvSpPr/>
            <p:nvPr/>
          </p:nvSpPr>
          <p:spPr>
            <a:xfrm>
              <a:off x="6543886" y="2496221"/>
              <a:ext cx="7350" cy="5703"/>
            </a:xfrm>
            <a:custGeom>
              <a:avLst/>
              <a:gdLst>
                <a:gd name="connsiteX0" fmla="*/ 7350 w 7350"/>
                <a:gd name="connsiteY0" fmla="*/ 2915 h 5703"/>
                <a:gd name="connsiteX1" fmla="*/ 3675 w 7350"/>
                <a:gd name="connsiteY1" fmla="*/ 5703 h 5703"/>
                <a:gd name="connsiteX2" fmla="*/ 0 w 7350"/>
                <a:gd name="connsiteY2" fmla="*/ 2915 h 5703"/>
                <a:gd name="connsiteX3" fmla="*/ 3675 w 7350"/>
                <a:gd name="connsiteY3" fmla="*/ 0 h 5703"/>
                <a:gd name="connsiteX4" fmla="*/ 7350 w 7350"/>
                <a:gd name="connsiteY4" fmla="*/ 2915 h 5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0" h="5703">
                  <a:moveTo>
                    <a:pt x="7350" y="2915"/>
                  </a:moveTo>
                  <a:lnTo>
                    <a:pt x="3675" y="5703"/>
                  </a:lnTo>
                  <a:lnTo>
                    <a:pt x="0" y="2915"/>
                  </a:lnTo>
                  <a:lnTo>
                    <a:pt x="3675" y="0"/>
                  </a:lnTo>
                  <a:lnTo>
                    <a:pt x="7350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68003504-D486-BDDF-58E6-BFEA43BC2502}"/>
                </a:ext>
              </a:extLst>
            </p:cNvPr>
            <p:cNvSpPr/>
            <p:nvPr/>
          </p:nvSpPr>
          <p:spPr>
            <a:xfrm>
              <a:off x="6666312" y="2533482"/>
              <a:ext cx="7224" cy="5703"/>
            </a:xfrm>
            <a:custGeom>
              <a:avLst/>
              <a:gdLst>
                <a:gd name="connsiteX0" fmla="*/ 7224 w 7224"/>
                <a:gd name="connsiteY0" fmla="*/ 2915 h 5703"/>
                <a:gd name="connsiteX1" fmla="*/ 3549 w 7224"/>
                <a:gd name="connsiteY1" fmla="*/ 5703 h 5703"/>
                <a:gd name="connsiteX2" fmla="*/ 0 w 7224"/>
                <a:gd name="connsiteY2" fmla="*/ 2915 h 5703"/>
                <a:gd name="connsiteX3" fmla="*/ 3549 w 7224"/>
                <a:gd name="connsiteY3" fmla="*/ 0 h 5703"/>
                <a:gd name="connsiteX4" fmla="*/ 7224 w 7224"/>
                <a:gd name="connsiteY4" fmla="*/ 2915 h 5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24" h="5703">
                  <a:moveTo>
                    <a:pt x="7224" y="2915"/>
                  </a:moveTo>
                  <a:lnTo>
                    <a:pt x="3549" y="5703"/>
                  </a:lnTo>
                  <a:lnTo>
                    <a:pt x="0" y="2915"/>
                  </a:lnTo>
                  <a:lnTo>
                    <a:pt x="3549" y="0"/>
                  </a:lnTo>
                  <a:lnTo>
                    <a:pt x="7224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073AA1D5-5F6B-2368-AABC-60AEC1A2644F}"/>
                </a:ext>
              </a:extLst>
            </p:cNvPr>
            <p:cNvSpPr/>
            <p:nvPr/>
          </p:nvSpPr>
          <p:spPr>
            <a:xfrm>
              <a:off x="6782783" y="2580374"/>
              <a:ext cx="7857" cy="6336"/>
            </a:xfrm>
            <a:custGeom>
              <a:avLst/>
              <a:gdLst>
                <a:gd name="connsiteX0" fmla="*/ 7858 w 7857"/>
                <a:gd name="connsiteY0" fmla="*/ 3168 h 6336"/>
                <a:gd name="connsiteX1" fmla="*/ 3929 w 7857"/>
                <a:gd name="connsiteY1" fmla="*/ 6337 h 6336"/>
                <a:gd name="connsiteX2" fmla="*/ 0 w 7857"/>
                <a:gd name="connsiteY2" fmla="*/ 3168 h 6336"/>
                <a:gd name="connsiteX3" fmla="*/ 3929 w 7857"/>
                <a:gd name="connsiteY3" fmla="*/ 0 h 6336"/>
                <a:gd name="connsiteX4" fmla="*/ 7858 w 7857"/>
                <a:gd name="connsiteY4" fmla="*/ 3168 h 6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57" h="6336">
                  <a:moveTo>
                    <a:pt x="7858" y="3168"/>
                  </a:moveTo>
                  <a:lnTo>
                    <a:pt x="3929" y="6337"/>
                  </a:lnTo>
                  <a:lnTo>
                    <a:pt x="0" y="3168"/>
                  </a:lnTo>
                  <a:lnTo>
                    <a:pt x="3929" y="0"/>
                  </a:lnTo>
                  <a:lnTo>
                    <a:pt x="7858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0A222E66-5ADE-F716-101F-6FC360C74336}"/>
                </a:ext>
              </a:extLst>
            </p:cNvPr>
            <p:cNvSpPr/>
            <p:nvPr/>
          </p:nvSpPr>
          <p:spPr>
            <a:xfrm>
              <a:off x="6892663" y="2637025"/>
              <a:ext cx="7857" cy="6210"/>
            </a:xfrm>
            <a:custGeom>
              <a:avLst/>
              <a:gdLst>
                <a:gd name="connsiteX0" fmla="*/ 7858 w 7857"/>
                <a:gd name="connsiteY0" fmla="*/ 3168 h 6210"/>
                <a:gd name="connsiteX1" fmla="*/ 3929 w 7857"/>
                <a:gd name="connsiteY1" fmla="*/ 6210 h 6210"/>
                <a:gd name="connsiteX2" fmla="*/ 0 w 7857"/>
                <a:gd name="connsiteY2" fmla="*/ 3168 h 6210"/>
                <a:gd name="connsiteX3" fmla="*/ 3929 w 7857"/>
                <a:gd name="connsiteY3" fmla="*/ 0 h 6210"/>
                <a:gd name="connsiteX4" fmla="*/ 7858 w 7857"/>
                <a:gd name="connsiteY4" fmla="*/ 3168 h 6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57" h="6210">
                  <a:moveTo>
                    <a:pt x="7858" y="3168"/>
                  </a:moveTo>
                  <a:lnTo>
                    <a:pt x="3929" y="6210"/>
                  </a:lnTo>
                  <a:lnTo>
                    <a:pt x="0" y="3168"/>
                  </a:lnTo>
                  <a:lnTo>
                    <a:pt x="3929" y="0"/>
                  </a:lnTo>
                  <a:lnTo>
                    <a:pt x="7858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11FF1C90-B20E-907C-7AE1-09D23E632570}"/>
                </a:ext>
              </a:extLst>
            </p:cNvPr>
            <p:cNvSpPr/>
            <p:nvPr/>
          </p:nvSpPr>
          <p:spPr>
            <a:xfrm>
              <a:off x="6994178" y="2702167"/>
              <a:ext cx="8365" cy="6716"/>
            </a:xfrm>
            <a:custGeom>
              <a:avLst/>
              <a:gdLst>
                <a:gd name="connsiteX0" fmla="*/ 8365 w 8365"/>
                <a:gd name="connsiteY0" fmla="*/ 3422 h 6716"/>
                <a:gd name="connsiteX1" fmla="*/ 4183 w 8365"/>
                <a:gd name="connsiteY1" fmla="*/ 6717 h 6716"/>
                <a:gd name="connsiteX2" fmla="*/ 0 w 8365"/>
                <a:gd name="connsiteY2" fmla="*/ 3422 h 6716"/>
                <a:gd name="connsiteX3" fmla="*/ 4183 w 8365"/>
                <a:gd name="connsiteY3" fmla="*/ 0 h 6716"/>
                <a:gd name="connsiteX4" fmla="*/ 8365 w 8365"/>
                <a:gd name="connsiteY4" fmla="*/ 3422 h 6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65" h="6716">
                  <a:moveTo>
                    <a:pt x="8365" y="3422"/>
                  </a:moveTo>
                  <a:lnTo>
                    <a:pt x="4183" y="6717"/>
                  </a:lnTo>
                  <a:lnTo>
                    <a:pt x="0" y="3422"/>
                  </a:lnTo>
                  <a:lnTo>
                    <a:pt x="4183" y="0"/>
                  </a:lnTo>
                  <a:lnTo>
                    <a:pt x="8365" y="342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9CE13143-40EE-278E-BF9E-EA450B0E9556}"/>
                </a:ext>
              </a:extLst>
            </p:cNvPr>
            <p:cNvSpPr/>
            <p:nvPr/>
          </p:nvSpPr>
          <p:spPr>
            <a:xfrm>
              <a:off x="7087076" y="2775928"/>
              <a:ext cx="7984" cy="6210"/>
            </a:xfrm>
            <a:custGeom>
              <a:avLst/>
              <a:gdLst>
                <a:gd name="connsiteX0" fmla="*/ 7984 w 7984"/>
                <a:gd name="connsiteY0" fmla="*/ 3168 h 6210"/>
                <a:gd name="connsiteX1" fmla="*/ 4056 w 7984"/>
                <a:gd name="connsiteY1" fmla="*/ 6210 h 6210"/>
                <a:gd name="connsiteX2" fmla="*/ 0 w 7984"/>
                <a:gd name="connsiteY2" fmla="*/ 3168 h 6210"/>
                <a:gd name="connsiteX3" fmla="*/ 4056 w 7984"/>
                <a:gd name="connsiteY3" fmla="*/ 0 h 6210"/>
                <a:gd name="connsiteX4" fmla="*/ 7984 w 7984"/>
                <a:gd name="connsiteY4" fmla="*/ 3168 h 6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84" h="6210">
                  <a:moveTo>
                    <a:pt x="7984" y="3168"/>
                  </a:moveTo>
                  <a:lnTo>
                    <a:pt x="4056" y="6210"/>
                  </a:lnTo>
                  <a:lnTo>
                    <a:pt x="0" y="3168"/>
                  </a:lnTo>
                  <a:lnTo>
                    <a:pt x="4056" y="0"/>
                  </a:lnTo>
                  <a:lnTo>
                    <a:pt x="7984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C3DE141F-7BC0-7A81-67F0-D629B0B05A6C}"/>
                </a:ext>
              </a:extLst>
            </p:cNvPr>
            <p:cNvSpPr/>
            <p:nvPr/>
          </p:nvSpPr>
          <p:spPr>
            <a:xfrm>
              <a:off x="7169581" y="2856785"/>
              <a:ext cx="7857" cy="6209"/>
            </a:xfrm>
            <a:custGeom>
              <a:avLst/>
              <a:gdLst>
                <a:gd name="connsiteX0" fmla="*/ 7858 w 7857"/>
                <a:gd name="connsiteY0" fmla="*/ 3042 h 6209"/>
                <a:gd name="connsiteX1" fmla="*/ 3929 w 7857"/>
                <a:gd name="connsiteY1" fmla="*/ 6210 h 6209"/>
                <a:gd name="connsiteX2" fmla="*/ 0 w 7857"/>
                <a:gd name="connsiteY2" fmla="*/ 3042 h 6209"/>
                <a:gd name="connsiteX3" fmla="*/ 3929 w 7857"/>
                <a:gd name="connsiteY3" fmla="*/ 0 h 6209"/>
                <a:gd name="connsiteX4" fmla="*/ 7858 w 7857"/>
                <a:gd name="connsiteY4" fmla="*/ 3042 h 6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57" h="6209">
                  <a:moveTo>
                    <a:pt x="7858" y="3042"/>
                  </a:moveTo>
                  <a:lnTo>
                    <a:pt x="3929" y="6210"/>
                  </a:lnTo>
                  <a:lnTo>
                    <a:pt x="0" y="3042"/>
                  </a:lnTo>
                  <a:lnTo>
                    <a:pt x="3929" y="0"/>
                  </a:lnTo>
                  <a:lnTo>
                    <a:pt x="7858" y="30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F933AE66-1BBC-73EB-E634-2575D9A7795D}"/>
                </a:ext>
              </a:extLst>
            </p:cNvPr>
            <p:cNvSpPr/>
            <p:nvPr/>
          </p:nvSpPr>
          <p:spPr>
            <a:xfrm>
              <a:off x="7240934" y="2943979"/>
              <a:ext cx="7857" cy="6210"/>
            </a:xfrm>
            <a:custGeom>
              <a:avLst/>
              <a:gdLst>
                <a:gd name="connsiteX0" fmla="*/ 7858 w 7857"/>
                <a:gd name="connsiteY0" fmla="*/ 3042 h 6210"/>
                <a:gd name="connsiteX1" fmla="*/ 3929 w 7857"/>
                <a:gd name="connsiteY1" fmla="*/ 6210 h 6210"/>
                <a:gd name="connsiteX2" fmla="*/ 0 w 7857"/>
                <a:gd name="connsiteY2" fmla="*/ 3042 h 6210"/>
                <a:gd name="connsiteX3" fmla="*/ 3929 w 7857"/>
                <a:gd name="connsiteY3" fmla="*/ 0 h 6210"/>
                <a:gd name="connsiteX4" fmla="*/ 7858 w 7857"/>
                <a:gd name="connsiteY4" fmla="*/ 3042 h 6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57" h="6210">
                  <a:moveTo>
                    <a:pt x="7858" y="3042"/>
                  </a:moveTo>
                  <a:lnTo>
                    <a:pt x="3929" y="6210"/>
                  </a:lnTo>
                  <a:lnTo>
                    <a:pt x="0" y="3042"/>
                  </a:lnTo>
                  <a:lnTo>
                    <a:pt x="3929" y="0"/>
                  </a:lnTo>
                  <a:lnTo>
                    <a:pt x="7858" y="30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0B622668-D4C2-B864-3E32-75E3CB733553}"/>
                </a:ext>
              </a:extLst>
            </p:cNvPr>
            <p:cNvSpPr/>
            <p:nvPr/>
          </p:nvSpPr>
          <p:spPr>
            <a:xfrm>
              <a:off x="7300753" y="3036750"/>
              <a:ext cx="7350" cy="5829"/>
            </a:xfrm>
            <a:custGeom>
              <a:avLst/>
              <a:gdLst>
                <a:gd name="connsiteX0" fmla="*/ 7351 w 7350"/>
                <a:gd name="connsiteY0" fmla="*/ 2915 h 5829"/>
                <a:gd name="connsiteX1" fmla="*/ 3675 w 7350"/>
                <a:gd name="connsiteY1" fmla="*/ 5830 h 5829"/>
                <a:gd name="connsiteX2" fmla="*/ 0 w 7350"/>
                <a:gd name="connsiteY2" fmla="*/ 2915 h 5829"/>
                <a:gd name="connsiteX3" fmla="*/ 3675 w 7350"/>
                <a:gd name="connsiteY3" fmla="*/ 0 h 5829"/>
                <a:gd name="connsiteX4" fmla="*/ 7351 w 7350"/>
                <a:gd name="connsiteY4" fmla="*/ 2915 h 5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0" h="5829">
                  <a:moveTo>
                    <a:pt x="7351" y="2915"/>
                  </a:moveTo>
                  <a:lnTo>
                    <a:pt x="3675" y="5830"/>
                  </a:lnTo>
                  <a:lnTo>
                    <a:pt x="0" y="2915"/>
                  </a:lnTo>
                  <a:lnTo>
                    <a:pt x="3675" y="0"/>
                  </a:lnTo>
                  <a:lnTo>
                    <a:pt x="7351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6E231832-1977-A299-7887-03FF64BBC714}"/>
                </a:ext>
              </a:extLst>
            </p:cNvPr>
            <p:cNvSpPr/>
            <p:nvPr/>
          </p:nvSpPr>
          <p:spPr>
            <a:xfrm>
              <a:off x="7347772" y="3133830"/>
              <a:ext cx="7224" cy="5703"/>
            </a:xfrm>
            <a:custGeom>
              <a:avLst/>
              <a:gdLst>
                <a:gd name="connsiteX0" fmla="*/ 7224 w 7224"/>
                <a:gd name="connsiteY0" fmla="*/ 2915 h 5703"/>
                <a:gd name="connsiteX1" fmla="*/ 3548 w 7224"/>
                <a:gd name="connsiteY1" fmla="*/ 5703 h 5703"/>
                <a:gd name="connsiteX2" fmla="*/ 0 w 7224"/>
                <a:gd name="connsiteY2" fmla="*/ 2915 h 5703"/>
                <a:gd name="connsiteX3" fmla="*/ 3548 w 7224"/>
                <a:gd name="connsiteY3" fmla="*/ 0 h 5703"/>
                <a:gd name="connsiteX4" fmla="*/ 7224 w 7224"/>
                <a:gd name="connsiteY4" fmla="*/ 2915 h 5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24" h="5703">
                  <a:moveTo>
                    <a:pt x="7224" y="2915"/>
                  </a:moveTo>
                  <a:lnTo>
                    <a:pt x="3548" y="5703"/>
                  </a:lnTo>
                  <a:lnTo>
                    <a:pt x="0" y="2915"/>
                  </a:lnTo>
                  <a:lnTo>
                    <a:pt x="3548" y="0"/>
                  </a:lnTo>
                  <a:lnTo>
                    <a:pt x="7224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0CBAB8B1-25C9-405D-851B-FD569B88BBE4}"/>
                </a:ext>
              </a:extLst>
            </p:cNvPr>
            <p:cNvSpPr/>
            <p:nvPr/>
          </p:nvSpPr>
          <p:spPr>
            <a:xfrm>
              <a:off x="7382117" y="3234585"/>
              <a:ext cx="6463" cy="5069"/>
            </a:xfrm>
            <a:custGeom>
              <a:avLst/>
              <a:gdLst>
                <a:gd name="connsiteX0" fmla="*/ 6464 w 6463"/>
                <a:gd name="connsiteY0" fmla="*/ 2535 h 5069"/>
                <a:gd name="connsiteX1" fmla="*/ 3168 w 6463"/>
                <a:gd name="connsiteY1" fmla="*/ 5069 h 5069"/>
                <a:gd name="connsiteX2" fmla="*/ 0 w 6463"/>
                <a:gd name="connsiteY2" fmla="*/ 2535 h 5069"/>
                <a:gd name="connsiteX3" fmla="*/ 3168 w 6463"/>
                <a:gd name="connsiteY3" fmla="*/ 0 h 5069"/>
                <a:gd name="connsiteX4" fmla="*/ 6464 w 6463"/>
                <a:gd name="connsiteY4" fmla="*/ 2535 h 5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069">
                  <a:moveTo>
                    <a:pt x="6464" y="2535"/>
                  </a:moveTo>
                  <a:lnTo>
                    <a:pt x="3168" y="5069"/>
                  </a:lnTo>
                  <a:lnTo>
                    <a:pt x="0" y="2535"/>
                  </a:lnTo>
                  <a:lnTo>
                    <a:pt x="3168" y="0"/>
                  </a:lnTo>
                  <a:lnTo>
                    <a:pt x="6464" y="253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7E7B1882-054C-C10D-2FAC-55234A513B11}"/>
                </a:ext>
              </a:extLst>
            </p:cNvPr>
            <p:cNvSpPr/>
            <p:nvPr/>
          </p:nvSpPr>
          <p:spPr>
            <a:xfrm>
              <a:off x="7402902" y="3337495"/>
              <a:ext cx="5830" cy="4689"/>
            </a:xfrm>
            <a:custGeom>
              <a:avLst/>
              <a:gdLst>
                <a:gd name="connsiteX0" fmla="*/ 5830 w 5830"/>
                <a:gd name="connsiteY0" fmla="*/ 2281 h 4689"/>
                <a:gd name="connsiteX1" fmla="*/ 2915 w 5830"/>
                <a:gd name="connsiteY1" fmla="*/ 4689 h 4689"/>
                <a:gd name="connsiteX2" fmla="*/ 0 w 5830"/>
                <a:gd name="connsiteY2" fmla="*/ 2281 h 4689"/>
                <a:gd name="connsiteX3" fmla="*/ 2915 w 5830"/>
                <a:gd name="connsiteY3" fmla="*/ 0 h 4689"/>
                <a:gd name="connsiteX4" fmla="*/ 5830 w 5830"/>
                <a:gd name="connsiteY4" fmla="*/ 2281 h 4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30" h="4689">
                  <a:moveTo>
                    <a:pt x="5830" y="2281"/>
                  </a:moveTo>
                  <a:lnTo>
                    <a:pt x="2915" y="4689"/>
                  </a:lnTo>
                  <a:lnTo>
                    <a:pt x="0" y="2281"/>
                  </a:lnTo>
                  <a:lnTo>
                    <a:pt x="2915" y="0"/>
                  </a:lnTo>
                  <a:lnTo>
                    <a:pt x="5830" y="22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8D50B210-8F4F-6141-4780-0F92E57DB3B3}"/>
                </a:ext>
              </a:extLst>
            </p:cNvPr>
            <p:cNvSpPr/>
            <p:nvPr/>
          </p:nvSpPr>
          <p:spPr>
            <a:xfrm>
              <a:off x="7534960" y="3441291"/>
              <a:ext cx="5830" cy="4689"/>
            </a:xfrm>
            <a:custGeom>
              <a:avLst/>
              <a:gdLst>
                <a:gd name="connsiteX0" fmla="*/ 5830 w 5830"/>
                <a:gd name="connsiteY0" fmla="*/ 2281 h 4689"/>
                <a:gd name="connsiteX1" fmla="*/ 2915 w 5830"/>
                <a:gd name="connsiteY1" fmla="*/ 4689 h 4689"/>
                <a:gd name="connsiteX2" fmla="*/ 0 w 5830"/>
                <a:gd name="connsiteY2" fmla="*/ 2281 h 4689"/>
                <a:gd name="connsiteX3" fmla="*/ 2915 w 5830"/>
                <a:gd name="connsiteY3" fmla="*/ 0 h 4689"/>
                <a:gd name="connsiteX4" fmla="*/ 5830 w 5830"/>
                <a:gd name="connsiteY4" fmla="*/ 2281 h 4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30" h="4689">
                  <a:moveTo>
                    <a:pt x="5830" y="2281"/>
                  </a:moveTo>
                  <a:lnTo>
                    <a:pt x="2915" y="4689"/>
                  </a:lnTo>
                  <a:lnTo>
                    <a:pt x="0" y="2281"/>
                  </a:lnTo>
                  <a:lnTo>
                    <a:pt x="2915" y="0"/>
                  </a:lnTo>
                  <a:lnTo>
                    <a:pt x="5830" y="22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2AD18DC6-13B1-469E-6AD9-5910CA80E461}"/>
                </a:ext>
              </a:extLst>
            </p:cNvPr>
            <p:cNvSpPr/>
            <p:nvPr/>
          </p:nvSpPr>
          <p:spPr>
            <a:xfrm>
              <a:off x="7529004" y="3545342"/>
              <a:ext cx="5322" cy="4182"/>
            </a:xfrm>
            <a:custGeom>
              <a:avLst/>
              <a:gdLst>
                <a:gd name="connsiteX0" fmla="*/ 5323 w 5322"/>
                <a:gd name="connsiteY0" fmla="*/ 2155 h 4182"/>
                <a:gd name="connsiteX1" fmla="*/ 2662 w 5322"/>
                <a:gd name="connsiteY1" fmla="*/ 4183 h 4182"/>
                <a:gd name="connsiteX2" fmla="*/ 0 w 5322"/>
                <a:gd name="connsiteY2" fmla="*/ 2155 h 4182"/>
                <a:gd name="connsiteX3" fmla="*/ 2662 w 5322"/>
                <a:gd name="connsiteY3" fmla="*/ 0 h 4182"/>
                <a:gd name="connsiteX4" fmla="*/ 5323 w 5322"/>
                <a:gd name="connsiteY4" fmla="*/ 2155 h 4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22" h="4182">
                  <a:moveTo>
                    <a:pt x="5323" y="2155"/>
                  </a:moveTo>
                  <a:lnTo>
                    <a:pt x="2662" y="4183"/>
                  </a:lnTo>
                  <a:lnTo>
                    <a:pt x="0" y="2155"/>
                  </a:lnTo>
                  <a:lnTo>
                    <a:pt x="2662" y="0"/>
                  </a:lnTo>
                  <a:lnTo>
                    <a:pt x="5323" y="215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44743254-A2F7-8998-C86A-BFE05B9BDFED}"/>
                </a:ext>
              </a:extLst>
            </p:cNvPr>
            <p:cNvSpPr/>
            <p:nvPr/>
          </p:nvSpPr>
          <p:spPr>
            <a:xfrm>
              <a:off x="7510627" y="3648505"/>
              <a:ext cx="4689" cy="3675"/>
            </a:xfrm>
            <a:custGeom>
              <a:avLst/>
              <a:gdLst>
                <a:gd name="connsiteX0" fmla="*/ 4689 w 4689"/>
                <a:gd name="connsiteY0" fmla="*/ 1901 h 3675"/>
                <a:gd name="connsiteX1" fmla="*/ 2408 w 4689"/>
                <a:gd name="connsiteY1" fmla="*/ 3675 h 3675"/>
                <a:gd name="connsiteX2" fmla="*/ 0 w 4689"/>
                <a:gd name="connsiteY2" fmla="*/ 1901 h 3675"/>
                <a:gd name="connsiteX3" fmla="*/ 2408 w 4689"/>
                <a:gd name="connsiteY3" fmla="*/ 0 h 3675"/>
                <a:gd name="connsiteX4" fmla="*/ 4689 w 4689"/>
                <a:gd name="connsiteY4" fmla="*/ 1901 h 3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89" h="3675">
                  <a:moveTo>
                    <a:pt x="4689" y="1901"/>
                  </a:moveTo>
                  <a:lnTo>
                    <a:pt x="2408" y="3675"/>
                  </a:lnTo>
                  <a:lnTo>
                    <a:pt x="0" y="1901"/>
                  </a:lnTo>
                  <a:lnTo>
                    <a:pt x="2408" y="0"/>
                  </a:lnTo>
                  <a:lnTo>
                    <a:pt x="4689" y="190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D7C546E3-E5FE-AB87-D9DA-20C2C87B7A4E}"/>
                </a:ext>
              </a:extLst>
            </p:cNvPr>
            <p:cNvSpPr/>
            <p:nvPr/>
          </p:nvSpPr>
          <p:spPr>
            <a:xfrm>
              <a:off x="7480084" y="3749767"/>
              <a:ext cx="4055" cy="3295"/>
            </a:xfrm>
            <a:custGeom>
              <a:avLst/>
              <a:gdLst>
                <a:gd name="connsiteX0" fmla="*/ 4056 w 4055"/>
                <a:gd name="connsiteY0" fmla="*/ 1648 h 3295"/>
                <a:gd name="connsiteX1" fmla="*/ 2027 w 4055"/>
                <a:gd name="connsiteY1" fmla="*/ 3295 h 3295"/>
                <a:gd name="connsiteX2" fmla="*/ 0 w 4055"/>
                <a:gd name="connsiteY2" fmla="*/ 1648 h 3295"/>
                <a:gd name="connsiteX3" fmla="*/ 2027 w 4055"/>
                <a:gd name="connsiteY3" fmla="*/ 0 h 3295"/>
                <a:gd name="connsiteX4" fmla="*/ 4056 w 4055"/>
                <a:gd name="connsiteY4" fmla="*/ 1648 h 3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5" h="3295">
                  <a:moveTo>
                    <a:pt x="4056" y="1648"/>
                  </a:moveTo>
                  <a:lnTo>
                    <a:pt x="2027" y="3295"/>
                  </a:lnTo>
                  <a:lnTo>
                    <a:pt x="0" y="1648"/>
                  </a:lnTo>
                  <a:lnTo>
                    <a:pt x="2027" y="0"/>
                  </a:lnTo>
                  <a:lnTo>
                    <a:pt x="4056" y="164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60735E99-73DB-FB78-8C26-908A90488BBC}"/>
                </a:ext>
              </a:extLst>
            </p:cNvPr>
            <p:cNvSpPr/>
            <p:nvPr/>
          </p:nvSpPr>
          <p:spPr>
            <a:xfrm>
              <a:off x="7437754" y="3848494"/>
              <a:ext cx="2914" cy="2281"/>
            </a:xfrm>
            <a:custGeom>
              <a:avLst/>
              <a:gdLst>
                <a:gd name="connsiteX0" fmla="*/ 2915 w 2914"/>
                <a:gd name="connsiteY0" fmla="*/ 1141 h 2281"/>
                <a:gd name="connsiteX1" fmla="*/ 1521 w 2914"/>
                <a:gd name="connsiteY1" fmla="*/ 2281 h 2281"/>
                <a:gd name="connsiteX2" fmla="*/ 0 w 2914"/>
                <a:gd name="connsiteY2" fmla="*/ 1141 h 2281"/>
                <a:gd name="connsiteX3" fmla="*/ 1521 w 2914"/>
                <a:gd name="connsiteY3" fmla="*/ 0 h 2281"/>
                <a:gd name="connsiteX4" fmla="*/ 2915 w 2914"/>
                <a:gd name="connsiteY4" fmla="*/ 1141 h 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" h="2281">
                  <a:moveTo>
                    <a:pt x="2915" y="1141"/>
                  </a:moveTo>
                  <a:lnTo>
                    <a:pt x="1521" y="2281"/>
                  </a:lnTo>
                  <a:lnTo>
                    <a:pt x="0" y="1141"/>
                  </a:lnTo>
                  <a:lnTo>
                    <a:pt x="1521" y="0"/>
                  </a:lnTo>
                  <a:lnTo>
                    <a:pt x="2915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8679AE90-CC4F-C413-53CC-A3246210FAFC}"/>
                </a:ext>
              </a:extLst>
            </p:cNvPr>
            <p:cNvSpPr/>
            <p:nvPr/>
          </p:nvSpPr>
          <p:spPr>
            <a:xfrm>
              <a:off x="7383638" y="3943292"/>
              <a:ext cx="2281" cy="1901"/>
            </a:xfrm>
            <a:custGeom>
              <a:avLst/>
              <a:gdLst>
                <a:gd name="connsiteX0" fmla="*/ 2282 w 2281"/>
                <a:gd name="connsiteY0" fmla="*/ 887 h 1901"/>
                <a:gd name="connsiteX1" fmla="*/ 1141 w 2281"/>
                <a:gd name="connsiteY1" fmla="*/ 1901 h 1901"/>
                <a:gd name="connsiteX2" fmla="*/ 0 w 2281"/>
                <a:gd name="connsiteY2" fmla="*/ 887 h 1901"/>
                <a:gd name="connsiteX3" fmla="*/ 1141 w 2281"/>
                <a:gd name="connsiteY3" fmla="*/ 0 h 1901"/>
                <a:gd name="connsiteX4" fmla="*/ 2282 w 2281"/>
                <a:gd name="connsiteY4" fmla="*/ 887 h 1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1" h="1901">
                  <a:moveTo>
                    <a:pt x="2282" y="887"/>
                  </a:moveTo>
                  <a:lnTo>
                    <a:pt x="1141" y="1901"/>
                  </a:lnTo>
                  <a:lnTo>
                    <a:pt x="0" y="887"/>
                  </a:lnTo>
                  <a:lnTo>
                    <a:pt x="1141" y="0"/>
                  </a:lnTo>
                  <a:lnTo>
                    <a:pt x="2282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EFC812BD-F183-CE8B-B71C-E87CB390EDF6}"/>
                </a:ext>
              </a:extLst>
            </p:cNvPr>
            <p:cNvSpPr/>
            <p:nvPr/>
          </p:nvSpPr>
          <p:spPr>
            <a:xfrm>
              <a:off x="7318496" y="4033655"/>
              <a:ext cx="1393" cy="1140"/>
            </a:xfrm>
            <a:custGeom>
              <a:avLst/>
              <a:gdLst>
                <a:gd name="connsiteX0" fmla="*/ 1394 w 1393"/>
                <a:gd name="connsiteY0" fmla="*/ 507 h 1140"/>
                <a:gd name="connsiteX1" fmla="*/ 760 w 1393"/>
                <a:gd name="connsiteY1" fmla="*/ 1141 h 1140"/>
                <a:gd name="connsiteX2" fmla="*/ 0 w 1393"/>
                <a:gd name="connsiteY2" fmla="*/ 507 h 1140"/>
                <a:gd name="connsiteX3" fmla="*/ 760 w 1393"/>
                <a:gd name="connsiteY3" fmla="*/ 0 h 1140"/>
                <a:gd name="connsiteX4" fmla="*/ 1394 w 1393"/>
                <a:gd name="connsiteY4" fmla="*/ 507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3" h="1140">
                  <a:moveTo>
                    <a:pt x="1394" y="507"/>
                  </a:moveTo>
                  <a:lnTo>
                    <a:pt x="760" y="1141"/>
                  </a:lnTo>
                  <a:lnTo>
                    <a:pt x="0" y="507"/>
                  </a:lnTo>
                  <a:lnTo>
                    <a:pt x="760" y="0"/>
                  </a:lnTo>
                  <a:lnTo>
                    <a:pt x="1394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8D0D3CEB-2ADF-E9F8-F5A1-B5004A78FA81}"/>
                </a:ext>
              </a:extLst>
            </p:cNvPr>
            <p:cNvSpPr/>
            <p:nvPr/>
          </p:nvSpPr>
          <p:spPr>
            <a:xfrm>
              <a:off x="7242454" y="4118315"/>
              <a:ext cx="1393" cy="1140"/>
            </a:xfrm>
            <a:custGeom>
              <a:avLst/>
              <a:gdLst>
                <a:gd name="connsiteX0" fmla="*/ 1394 w 1393"/>
                <a:gd name="connsiteY0" fmla="*/ 634 h 1140"/>
                <a:gd name="connsiteX1" fmla="*/ 760 w 1393"/>
                <a:gd name="connsiteY1" fmla="*/ 1141 h 1140"/>
                <a:gd name="connsiteX2" fmla="*/ 0 w 1393"/>
                <a:gd name="connsiteY2" fmla="*/ 634 h 1140"/>
                <a:gd name="connsiteX3" fmla="*/ 760 w 1393"/>
                <a:gd name="connsiteY3" fmla="*/ 0 h 1140"/>
                <a:gd name="connsiteX4" fmla="*/ 1394 w 1393"/>
                <a:gd name="connsiteY4" fmla="*/ 634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3" h="1140">
                  <a:moveTo>
                    <a:pt x="1394" y="634"/>
                  </a:moveTo>
                  <a:lnTo>
                    <a:pt x="760" y="1141"/>
                  </a:lnTo>
                  <a:lnTo>
                    <a:pt x="0" y="634"/>
                  </a:lnTo>
                  <a:lnTo>
                    <a:pt x="760" y="0"/>
                  </a:lnTo>
                  <a:lnTo>
                    <a:pt x="1394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88EDC8E3-B3FA-8CE6-57DD-1520E6006375}"/>
                </a:ext>
              </a:extLst>
            </p:cNvPr>
            <p:cNvSpPr/>
            <p:nvPr/>
          </p:nvSpPr>
          <p:spPr>
            <a:xfrm>
              <a:off x="7157161" y="4197271"/>
              <a:ext cx="380" cy="380"/>
            </a:xfrm>
            <a:custGeom>
              <a:avLst/>
              <a:gdLst>
                <a:gd name="connsiteX0" fmla="*/ 381 w 380"/>
                <a:gd name="connsiteY0" fmla="*/ 127 h 380"/>
                <a:gd name="connsiteX1" fmla="*/ 254 w 380"/>
                <a:gd name="connsiteY1" fmla="*/ 380 h 380"/>
                <a:gd name="connsiteX2" fmla="*/ 0 w 380"/>
                <a:gd name="connsiteY2" fmla="*/ 127 h 380"/>
                <a:gd name="connsiteX3" fmla="*/ 254 w 380"/>
                <a:gd name="connsiteY3" fmla="*/ 0 h 380"/>
                <a:gd name="connsiteX4" fmla="*/ 381 w 380"/>
                <a:gd name="connsiteY4" fmla="*/ 127 h 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" h="380">
                  <a:moveTo>
                    <a:pt x="381" y="127"/>
                  </a:moveTo>
                  <a:lnTo>
                    <a:pt x="254" y="380"/>
                  </a:lnTo>
                  <a:lnTo>
                    <a:pt x="0" y="127"/>
                  </a:lnTo>
                  <a:lnTo>
                    <a:pt x="254" y="0"/>
                  </a:lnTo>
                  <a:lnTo>
                    <a:pt x="381" y="12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3EDD1911-6E22-C23B-0E81-0E0E5F368F2E}"/>
                </a:ext>
              </a:extLst>
            </p:cNvPr>
            <p:cNvSpPr/>
            <p:nvPr/>
          </p:nvSpPr>
          <p:spPr>
            <a:xfrm>
              <a:off x="7062235" y="4269004"/>
              <a:ext cx="507" cy="380"/>
            </a:xfrm>
            <a:custGeom>
              <a:avLst/>
              <a:gdLst>
                <a:gd name="connsiteX0" fmla="*/ 507 w 507"/>
                <a:gd name="connsiteY0" fmla="*/ 253 h 380"/>
                <a:gd name="connsiteX1" fmla="*/ 254 w 507"/>
                <a:gd name="connsiteY1" fmla="*/ 380 h 380"/>
                <a:gd name="connsiteX2" fmla="*/ 0 w 507"/>
                <a:gd name="connsiteY2" fmla="*/ 253 h 380"/>
                <a:gd name="connsiteX3" fmla="*/ 254 w 507"/>
                <a:gd name="connsiteY3" fmla="*/ 0 h 380"/>
                <a:gd name="connsiteX4" fmla="*/ 507 w 507"/>
                <a:gd name="connsiteY4" fmla="*/ 253 h 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7" h="380">
                  <a:moveTo>
                    <a:pt x="507" y="253"/>
                  </a:moveTo>
                  <a:lnTo>
                    <a:pt x="254" y="380"/>
                  </a:lnTo>
                  <a:lnTo>
                    <a:pt x="0" y="253"/>
                  </a:lnTo>
                  <a:lnTo>
                    <a:pt x="254" y="0"/>
                  </a:lnTo>
                  <a:lnTo>
                    <a:pt x="507" y="25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E8DF71D7-971B-69E2-270B-1C68C3C10BE5}"/>
                </a:ext>
              </a:extLst>
            </p:cNvPr>
            <p:cNvSpPr/>
            <p:nvPr/>
          </p:nvSpPr>
          <p:spPr>
            <a:xfrm>
              <a:off x="6958439" y="4332625"/>
              <a:ext cx="2154" cy="1647"/>
            </a:xfrm>
            <a:custGeom>
              <a:avLst/>
              <a:gdLst>
                <a:gd name="connsiteX0" fmla="*/ 2154 w 2154"/>
                <a:gd name="connsiteY0" fmla="*/ 760 h 1647"/>
                <a:gd name="connsiteX1" fmla="*/ 1141 w 2154"/>
                <a:gd name="connsiteY1" fmla="*/ 1648 h 1647"/>
                <a:gd name="connsiteX2" fmla="*/ 0 w 2154"/>
                <a:gd name="connsiteY2" fmla="*/ 760 h 1647"/>
                <a:gd name="connsiteX3" fmla="*/ 1141 w 2154"/>
                <a:gd name="connsiteY3" fmla="*/ 0 h 1647"/>
                <a:gd name="connsiteX4" fmla="*/ 2154 w 2154"/>
                <a:gd name="connsiteY4" fmla="*/ 760 h 1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4" h="1647">
                  <a:moveTo>
                    <a:pt x="2154" y="760"/>
                  </a:moveTo>
                  <a:lnTo>
                    <a:pt x="1141" y="1648"/>
                  </a:lnTo>
                  <a:lnTo>
                    <a:pt x="0" y="760"/>
                  </a:lnTo>
                  <a:lnTo>
                    <a:pt x="1141" y="0"/>
                  </a:lnTo>
                  <a:lnTo>
                    <a:pt x="2154" y="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76F2A206-C67C-537E-05D6-94F577DA5210}"/>
                </a:ext>
              </a:extLst>
            </p:cNvPr>
            <p:cNvSpPr/>
            <p:nvPr/>
          </p:nvSpPr>
          <p:spPr>
            <a:xfrm>
              <a:off x="6848178" y="4388770"/>
              <a:ext cx="2155" cy="1774"/>
            </a:xfrm>
            <a:custGeom>
              <a:avLst/>
              <a:gdLst>
                <a:gd name="connsiteX0" fmla="*/ 2155 w 2155"/>
                <a:gd name="connsiteY0" fmla="*/ 887 h 1774"/>
                <a:gd name="connsiteX1" fmla="*/ 1141 w 2155"/>
                <a:gd name="connsiteY1" fmla="*/ 1774 h 1774"/>
                <a:gd name="connsiteX2" fmla="*/ 0 w 2155"/>
                <a:gd name="connsiteY2" fmla="*/ 887 h 1774"/>
                <a:gd name="connsiteX3" fmla="*/ 1141 w 2155"/>
                <a:gd name="connsiteY3" fmla="*/ 0 h 1774"/>
                <a:gd name="connsiteX4" fmla="*/ 2155 w 2155"/>
                <a:gd name="connsiteY4" fmla="*/ 887 h 1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5" h="1774">
                  <a:moveTo>
                    <a:pt x="2155" y="887"/>
                  </a:moveTo>
                  <a:lnTo>
                    <a:pt x="1141" y="1774"/>
                  </a:lnTo>
                  <a:lnTo>
                    <a:pt x="0" y="887"/>
                  </a:lnTo>
                  <a:lnTo>
                    <a:pt x="1141" y="0"/>
                  </a:lnTo>
                  <a:lnTo>
                    <a:pt x="2155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50A60DFA-C7B3-36AC-688A-1C184AF27566}"/>
                </a:ext>
              </a:extLst>
            </p:cNvPr>
            <p:cNvSpPr/>
            <p:nvPr/>
          </p:nvSpPr>
          <p:spPr>
            <a:xfrm>
              <a:off x="6730947" y="4435915"/>
              <a:ext cx="3548" cy="2788"/>
            </a:xfrm>
            <a:custGeom>
              <a:avLst/>
              <a:gdLst>
                <a:gd name="connsiteX0" fmla="*/ 3549 w 3548"/>
                <a:gd name="connsiteY0" fmla="*/ 1394 h 2788"/>
                <a:gd name="connsiteX1" fmla="*/ 1774 w 3548"/>
                <a:gd name="connsiteY1" fmla="*/ 2788 h 2788"/>
                <a:gd name="connsiteX2" fmla="*/ 0 w 3548"/>
                <a:gd name="connsiteY2" fmla="*/ 1394 h 2788"/>
                <a:gd name="connsiteX3" fmla="*/ 1774 w 3548"/>
                <a:gd name="connsiteY3" fmla="*/ 0 h 2788"/>
                <a:gd name="connsiteX4" fmla="*/ 3549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9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9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FF5CB569-2A52-9835-A3DE-2650ED26C451}"/>
                </a:ext>
              </a:extLst>
            </p:cNvPr>
            <p:cNvSpPr/>
            <p:nvPr/>
          </p:nvSpPr>
          <p:spPr>
            <a:xfrm>
              <a:off x="6608901" y="4474189"/>
              <a:ext cx="4309" cy="3421"/>
            </a:xfrm>
            <a:custGeom>
              <a:avLst/>
              <a:gdLst>
                <a:gd name="connsiteX0" fmla="*/ 4309 w 4309"/>
                <a:gd name="connsiteY0" fmla="*/ 1774 h 3421"/>
                <a:gd name="connsiteX1" fmla="*/ 2155 w 4309"/>
                <a:gd name="connsiteY1" fmla="*/ 3422 h 3421"/>
                <a:gd name="connsiteX2" fmla="*/ 0 w 4309"/>
                <a:gd name="connsiteY2" fmla="*/ 1774 h 3421"/>
                <a:gd name="connsiteX3" fmla="*/ 2155 w 4309"/>
                <a:gd name="connsiteY3" fmla="*/ 0 h 3421"/>
                <a:gd name="connsiteX4" fmla="*/ 4309 w 4309"/>
                <a:gd name="connsiteY4" fmla="*/ 1774 h 3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9" h="3421">
                  <a:moveTo>
                    <a:pt x="4309" y="1774"/>
                  </a:moveTo>
                  <a:lnTo>
                    <a:pt x="2155" y="3422"/>
                  </a:lnTo>
                  <a:lnTo>
                    <a:pt x="0" y="1774"/>
                  </a:lnTo>
                  <a:lnTo>
                    <a:pt x="2155" y="0"/>
                  </a:lnTo>
                  <a:lnTo>
                    <a:pt x="4309" y="177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99ECD857-EEA8-4B49-BCA5-B02D0BB86041}"/>
                </a:ext>
              </a:extLst>
            </p:cNvPr>
            <p:cNvSpPr/>
            <p:nvPr/>
          </p:nvSpPr>
          <p:spPr>
            <a:xfrm>
              <a:off x="6482799" y="4503212"/>
              <a:ext cx="5069" cy="4055"/>
            </a:xfrm>
            <a:custGeom>
              <a:avLst/>
              <a:gdLst>
                <a:gd name="connsiteX0" fmla="*/ 5070 w 5069"/>
                <a:gd name="connsiteY0" fmla="*/ 2028 h 4055"/>
                <a:gd name="connsiteX1" fmla="*/ 2535 w 5069"/>
                <a:gd name="connsiteY1" fmla="*/ 4055 h 4055"/>
                <a:gd name="connsiteX2" fmla="*/ 0 w 5069"/>
                <a:gd name="connsiteY2" fmla="*/ 2028 h 4055"/>
                <a:gd name="connsiteX3" fmla="*/ 2535 w 5069"/>
                <a:gd name="connsiteY3" fmla="*/ 0 h 4055"/>
                <a:gd name="connsiteX4" fmla="*/ 5070 w 5069"/>
                <a:gd name="connsiteY4" fmla="*/ 2028 h 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9" h="4055">
                  <a:moveTo>
                    <a:pt x="5070" y="2028"/>
                  </a:moveTo>
                  <a:lnTo>
                    <a:pt x="2535" y="4055"/>
                  </a:lnTo>
                  <a:lnTo>
                    <a:pt x="0" y="2028"/>
                  </a:lnTo>
                  <a:lnTo>
                    <a:pt x="2535" y="0"/>
                  </a:lnTo>
                  <a:lnTo>
                    <a:pt x="5070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670509A3-D94D-7EE2-CF7A-E9FF83164131}"/>
                </a:ext>
              </a:extLst>
            </p:cNvPr>
            <p:cNvSpPr/>
            <p:nvPr/>
          </p:nvSpPr>
          <p:spPr>
            <a:xfrm>
              <a:off x="6353401" y="4522349"/>
              <a:ext cx="6463" cy="5069"/>
            </a:xfrm>
            <a:custGeom>
              <a:avLst/>
              <a:gdLst>
                <a:gd name="connsiteX0" fmla="*/ 6464 w 6463"/>
                <a:gd name="connsiteY0" fmla="*/ 2535 h 5069"/>
                <a:gd name="connsiteX1" fmla="*/ 3168 w 6463"/>
                <a:gd name="connsiteY1" fmla="*/ 5070 h 5069"/>
                <a:gd name="connsiteX2" fmla="*/ 0 w 6463"/>
                <a:gd name="connsiteY2" fmla="*/ 2535 h 5069"/>
                <a:gd name="connsiteX3" fmla="*/ 3168 w 6463"/>
                <a:gd name="connsiteY3" fmla="*/ 0 h 5069"/>
                <a:gd name="connsiteX4" fmla="*/ 6464 w 6463"/>
                <a:gd name="connsiteY4" fmla="*/ 2535 h 5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069">
                  <a:moveTo>
                    <a:pt x="6464" y="2535"/>
                  </a:moveTo>
                  <a:lnTo>
                    <a:pt x="3168" y="5070"/>
                  </a:lnTo>
                  <a:lnTo>
                    <a:pt x="0" y="2535"/>
                  </a:lnTo>
                  <a:lnTo>
                    <a:pt x="3168" y="0"/>
                  </a:lnTo>
                  <a:lnTo>
                    <a:pt x="6464" y="253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353ACD42-71B0-6C45-545D-6ED8E366D0EA}"/>
                </a:ext>
              </a:extLst>
            </p:cNvPr>
            <p:cNvSpPr/>
            <p:nvPr/>
          </p:nvSpPr>
          <p:spPr>
            <a:xfrm>
              <a:off x="6222483" y="4531854"/>
              <a:ext cx="7350" cy="5830"/>
            </a:xfrm>
            <a:custGeom>
              <a:avLst/>
              <a:gdLst>
                <a:gd name="connsiteX0" fmla="*/ 7351 w 7350"/>
                <a:gd name="connsiteY0" fmla="*/ 2915 h 5830"/>
                <a:gd name="connsiteX1" fmla="*/ 3675 w 7350"/>
                <a:gd name="connsiteY1" fmla="*/ 5830 h 5830"/>
                <a:gd name="connsiteX2" fmla="*/ 0 w 7350"/>
                <a:gd name="connsiteY2" fmla="*/ 2915 h 5830"/>
                <a:gd name="connsiteX3" fmla="*/ 3675 w 7350"/>
                <a:gd name="connsiteY3" fmla="*/ 0 h 5830"/>
                <a:gd name="connsiteX4" fmla="*/ 7351 w 7350"/>
                <a:gd name="connsiteY4" fmla="*/ 2915 h 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0" h="5830">
                  <a:moveTo>
                    <a:pt x="7351" y="2915"/>
                  </a:moveTo>
                  <a:lnTo>
                    <a:pt x="3675" y="5830"/>
                  </a:lnTo>
                  <a:lnTo>
                    <a:pt x="0" y="2915"/>
                  </a:lnTo>
                  <a:lnTo>
                    <a:pt x="3675" y="0"/>
                  </a:lnTo>
                  <a:lnTo>
                    <a:pt x="7351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FA1351D8-CBA2-5144-91FE-03102E6D75DD}"/>
                </a:ext>
              </a:extLst>
            </p:cNvPr>
            <p:cNvSpPr/>
            <p:nvPr/>
          </p:nvSpPr>
          <p:spPr>
            <a:xfrm>
              <a:off x="6090804" y="4531347"/>
              <a:ext cx="8617" cy="6843"/>
            </a:xfrm>
            <a:custGeom>
              <a:avLst/>
              <a:gdLst>
                <a:gd name="connsiteX0" fmla="*/ 8618 w 8617"/>
                <a:gd name="connsiteY0" fmla="*/ 3422 h 6843"/>
                <a:gd name="connsiteX1" fmla="*/ 4309 w 8617"/>
                <a:gd name="connsiteY1" fmla="*/ 6843 h 6843"/>
                <a:gd name="connsiteX2" fmla="*/ 0 w 8617"/>
                <a:gd name="connsiteY2" fmla="*/ 3422 h 6843"/>
                <a:gd name="connsiteX3" fmla="*/ 4309 w 8617"/>
                <a:gd name="connsiteY3" fmla="*/ 0 h 6843"/>
                <a:gd name="connsiteX4" fmla="*/ 8618 w 8617"/>
                <a:gd name="connsiteY4" fmla="*/ 3422 h 6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7" h="6843">
                  <a:moveTo>
                    <a:pt x="8618" y="3422"/>
                  </a:moveTo>
                  <a:lnTo>
                    <a:pt x="4309" y="6843"/>
                  </a:lnTo>
                  <a:lnTo>
                    <a:pt x="0" y="3422"/>
                  </a:lnTo>
                  <a:lnTo>
                    <a:pt x="4309" y="0"/>
                  </a:lnTo>
                  <a:lnTo>
                    <a:pt x="8618" y="342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D606EA4D-30F5-22D0-77D3-36CA79D6B0DA}"/>
                </a:ext>
              </a:extLst>
            </p:cNvPr>
            <p:cNvSpPr/>
            <p:nvPr/>
          </p:nvSpPr>
          <p:spPr>
            <a:xfrm>
              <a:off x="5959886" y="4521208"/>
              <a:ext cx="9505" cy="7477"/>
            </a:xfrm>
            <a:custGeom>
              <a:avLst/>
              <a:gdLst>
                <a:gd name="connsiteX0" fmla="*/ 9505 w 9505"/>
                <a:gd name="connsiteY0" fmla="*/ 3675 h 7477"/>
                <a:gd name="connsiteX1" fmla="*/ 4689 w 9505"/>
                <a:gd name="connsiteY1" fmla="*/ 7477 h 7477"/>
                <a:gd name="connsiteX2" fmla="*/ 0 w 9505"/>
                <a:gd name="connsiteY2" fmla="*/ 3675 h 7477"/>
                <a:gd name="connsiteX3" fmla="*/ 4689 w 9505"/>
                <a:gd name="connsiteY3" fmla="*/ 0 h 7477"/>
                <a:gd name="connsiteX4" fmla="*/ 9505 w 9505"/>
                <a:gd name="connsiteY4" fmla="*/ 3675 h 7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05" h="7477">
                  <a:moveTo>
                    <a:pt x="9505" y="3675"/>
                  </a:moveTo>
                  <a:lnTo>
                    <a:pt x="4689" y="7477"/>
                  </a:lnTo>
                  <a:lnTo>
                    <a:pt x="0" y="3675"/>
                  </a:lnTo>
                  <a:lnTo>
                    <a:pt x="4689" y="0"/>
                  </a:lnTo>
                  <a:lnTo>
                    <a:pt x="9505" y="367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51A2BDAB-526C-3909-B83F-068B170C309E}"/>
                </a:ext>
              </a:extLst>
            </p:cNvPr>
            <p:cNvSpPr/>
            <p:nvPr/>
          </p:nvSpPr>
          <p:spPr>
            <a:xfrm>
              <a:off x="5831249" y="4501438"/>
              <a:ext cx="9378" cy="7477"/>
            </a:xfrm>
            <a:custGeom>
              <a:avLst/>
              <a:gdLst>
                <a:gd name="connsiteX0" fmla="*/ 9379 w 9378"/>
                <a:gd name="connsiteY0" fmla="*/ 3802 h 7477"/>
                <a:gd name="connsiteX1" fmla="*/ 4690 w 9378"/>
                <a:gd name="connsiteY1" fmla="*/ 7477 h 7477"/>
                <a:gd name="connsiteX2" fmla="*/ 0 w 9378"/>
                <a:gd name="connsiteY2" fmla="*/ 3802 h 7477"/>
                <a:gd name="connsiteX3" fmla="*/ 4690 w 9378"/>
                <a:gd name="connsiteY3" fmla="*/ 0 h 7477"/>
                <a:gd name="connsiteX4" fmla="*/ 9379 w 9378"/>
                <a:gd name="connsiteY4" fmla="*/ 3802 h 7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78" h="7477">
                  <a:moveTo>
                    <a:pt x="9379" y="3802"/>
                  </a:moveTo>
                  <a:lnTo>
                    <a:pt x="4690" y="7477"/>
                  </a:lnTo>
                  <a:lnTo>
                    <a:pt x="0" y="3802"/>
                  </a:lnTo>
                  <a:lnTo>
                    <a:pt x="4690" y="0"/>
                  </a:lnTo>
                  <a:lnTo>
                    <a:pt x="9379" y="380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A73C5089-4542-03D4-17CC-AC7AF4722D48}"/>
                </a:ext>
              </a:extLst>
            </p:cNvPr>
            <p:cNvSpPr/>
            <p:nvPr/>
          </p:nvSpPr>
          <p:spPr>
            <a:xfrm>
              <a:off x="5705020" y="4471908"/>
              <a:ext cx="10265" cy="8110"/>
            </a:xfrm>
            <a:custGeom>
              <a:avLst/>
              <a:gdLst>
                <a:gd name="connsiteX0" fmla="*/ 10266 w 10265"/>
                <a:gd name="connsiteY0" fmla="*/ 4055 h 8110"/>
                <a:gd name="connsiteX1" fmla="*/ 5069 w 10265"/>
                <a:gd name="connsiteY1" fmla="*/ 8111 h 8110"/>
                <a:gd name="connsiteX2" fmla="*/ 0 w 10265"/>
                <a:gd name="connsiteY2" fmla="*/ 4055 h 8110"/>
                <a:gd name="connsiteX3" fmla="*/ 5069 w 10265"/>
                <a:gd name="connsiteY3" fmla="*/ 0 h 8110"/>
                <a:gd name="connsiteX4" fmla="*/ 10266 w 10265"/>
                <a:gd name="connsiteY4" fmla="*/ 4055 h 8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5" h="8110">
                  <a:moveTo>
                    <a:pt x="10266" y="4055"/>
                  </a:moveTo>
                  <a:lnTo>
                    <a:pt x="5069" y="8111"/>
                  </a:lnTo>
                  <a:lnTo>
                    <a:pt x="0" y="4055"/>
                  </a:lnTo>
                  <a:lnTo>
                    <a:pt x="5069" y="0"/>
                  </a:lnTo>
                  <a:lnTo>
                    <a:pt x="10266" y="405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BF6A9CEF-2DC6-96E1-21E0-5BF506E69012}"/>
                </a:ext>
              </a:extLst>
            </p:cNvPr>
            <p:cNvSpPr/>
            <p:nvPr/>
          </p:nvSpPr>
          <p:spPr>
            <a:xfrm>
              <a:off x="5582973" y="4433000"/>
              <a:ext cx="11026" cy="8617"/>
            </a:xfrm>
            <a:custGeom>
              <a:avLst/>
              <a:gdLst>
                <a:gd name="connsiteX0" fmla="*/ 11026 w 11026"/>
                <a:gd name="connsiteY0" fmla="*/ 4309 h 8617"/>
                <a:gd name="connsiteX1" fmla="*/ 5450 w 11026"/>
                <a:gd name="connsiteY1" fmla="*/ 8618 h 8617"/>
                <a:gd name="connsiteX2" fmla="*/ 0 w 11026"/>
                <a:gd name="connsiteY2" fmla="*/ 4309 h 8617"/>
                <a:gd name="connsiteX3" fmla="*/ 5450 w 11026"/>
                <a:gd name="connsiteY3" fmla="*/ 0 h 8617"/>
                <a:gd name="connsiteX4" fmla="*/ 11026 w 11026"/>
                <a:gd name="connsiteY4" fmla="*/ 4309 h 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26" h="8617">
                  <a:moveTo>
                    <a:pt x="11026" y="4309"/>
                  </a:moveTo>
                  <a:lnTo>
                    <a:pt x="5450" y="8618"/>
                  </a:lnTo>
                  <a:lnTo>
                    <a:pt x="0" y="4309"/>
                  </a:lnTo>
                  <a:lnTo>
                    <a:pt x="5450" y="0"/>
                  </a:lnTo>
                  <a:lnTo>
                    <a:pt x="11026" y="430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768B65AC-B6E6-6C7C-BE9A-00A99AE3D989}"/>
                </a:ext>
              </a:extLst>
            </p:cNvPr>
            <p:cNvSpPr/>
            <p:nvPr/>
          </p:nvSpPr>
          <p:spPr>
            <a:xfrm>
              <a:off x="5466503" y="4385221"/>
              <a:ext cx="11026" cy="8744"/>
            </a:xfrm>
            <a:custGeom>
              <a:avLst/>
              <a:gdLst>
                <a:gd name="connsiteX0" fmla="*/ 11026 w 11026"/>
                <a:gd name="connsiteY0" fmla="*/ 4435 h 8744"/>
                <a:gd name="connsiteX1" fmla="*/ 5450 w 11026"/>
                <a:gd name="connsiteY1" fmla="*/ 8745 h 8744"/>
                <a:gd name="connsiteX2" fmla="*/ 0 w 11026"/>
                <a:gd name="connsiteY2" fmla="*/ 4435 h 8744"/>
                <a:gd name="connsiteX3" fmla="*/ 5450 w 11026"/>
                <a:gd name="connsiteY3" fmla="*/ 0 h 8744"/>
                <a:gd name="connsiteX4" fmla="*/ 11026 w 11026"/>
                <a:gd name="connsiteY4" fmla="*/ 4435 h 8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26" h="8744">
                  <a:moveTo>
                    <a:pt x="11026" y="4435"/>
                  </a:moveTo>
                  <a:lnTo>
                    <a:pt x="5450" y="8745"/>
                  </a:lnTo>
                  <a:lnTo>
                    <a:pt x="0" y="4435"/>
                  </a:lnTo>
                  <a:lnTo>
                    <a:pt x="5450" y="0"/>
                  </a:lnTo>
                  <a:lnTo>
                    <a:pt x="11026" y="443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100ABABE-2AE6-3D55-58DD-50458648DC98}"/>
                </a:ext>
              </a:extLst>
            </p:cNvPr>
            <p:cNvSpPr/>
            <p:nvPr/>
          </p:nvSpPr>
          <p:spPr>
            <a:xfrm>
              <a:off x="5356243" y="4329077"/>
              <a:ext cx="11025" cy="8744"/>
            </a:xfrm>
            <a:custGeom>
              <a:avLst/>
              <a:gdLst>
                <a:gd name="connsiteX0" fmla="*/ 11026 w 11025"/>
                <a:gd name="connsiteY0" fmla="*/ 4309 h 8744"/>
                <a:gd name="connsiteX1" fmla="*/ 5450 w 11025"/>
                <a:gd name="connsiteY1" fmla="*/ 8745 h 8744"/>
                <a:gd name="connsiteX2" fmla="*/ 0 w 11025"/>
                <a:gd name="connsiteY2" fmla="*/ 4309 h 8744"/>
                <a:gd name="connsiteX3" fmla="*/ 5450 w 11025"/>
                <a:gd name="connsiteY3" fmla="*/ 0 h 8744"/>
                <a:gd name="connsiteX4" fmla="*/ 11026 w 11025"/>
                <a:gd name="connsiteY4" fmla="*/ 4309 h 8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25" h="8744">
                  <a:moveTo>
                    <a:pt x="11026" y="4309"/>
                  </a:moveTo>
                  <a:lnTo>
                    <a:pt x="5450" y="8745"/>
                  </a:lnTo>
                  <a:lnTo>
                    <a:pt x="0" y="4309"/>
                  </a:lnTo>
                  <a:lnTo>
                    <a:pt x="5450" y="0"/>
                  </a:lnTo>
                  <a:lnTo>
                    <a:pt x="11026" y="430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343396FE-501C-BF53-EEE2-4873EB5AE30F}"/>
                </a:ext>
              </a:extLst>
            </p:cNvPr>
            <p:cNvSpPr/>
            <p:nvPr/>
          </p:nvSpPr>
          <p:spPr>
            <a:xfrm>
              <a:off x="5253206" y="4264822"/>
              <a:ext cx="11025" cy="8744"/>
            </a:xfrm>
            <a:custGeom>
              <a:avLst/>
              <a:gdLst>
                <a:gd name="connsiteX0" fmla="*/ 11026 w 11025"/>
                <a:gd name="connsiteY0" fmla="*/ 4435 h 8744"/>
                <a:gd name="connsiteX1" fmla="*/ 5450 w 11025"/>
                <a:gd name="connsiteY1" fmla="*/ 8745 h 8744"/>
                <a:gd name="connsiteX2" fmla="*/ 0 w 11025"/>
                <a:gd name="connsiteY2" fmla="*/ 4435 h 8744"/>
                <a:gd name="connsiteX3" fmla="*/ 5450 w 11025"/>
                <a:gd name="connsiteY3" fmla="*/ 0 h 8744"/>
                <a:gd name="connsiteX4" fmla="*/ 11026 w 11025"/>
                <a:gd name="connsiteY4" fmla="*/ 4435 h 8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25" h="8744">
                  <a:moveTo>
                    <a:pt x="11026" y="4435"/>
                  </a:moveTo>
                  <a:lnTo>
                    <a:pt x="5450" y="8745"/>
                  </a:lnTo>
                  <a:lnTo>
                    <a:pt x="0" y="4435"/>
                  </a:lnTo>
                  <a:lnTo>
                    <a:pt x="5450" y="0"/>
                  </a:lnTo>
                  <a:lnTo>
                    <a:pt x="11026" y="443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FDC4A675-AB56-38C0-0A64-DA64C29B9DCF}"/>
                </a:ext>
              </a:extLst>
            </p:cNvPr>
            <p:cNvSpPr/>
            <p:nvPr/>
          </p:nvSpPr>
          <p:spPr>
            <a:xfrm>
              <a:off x="5158281" y="4193089"/>
              <a:ext cx="11025" cy="8744"/>
            </a:xfrm>
            <a:custGeom>
              <a:avLst/>
              <a:gdLst>
                <a:gd name="connsiteX0" fmla="*/ 11026 w 11025"/>
                <a:gd name="connsiteY0" fmla="*/ 4309 h 8744"/>
                <a:gd name="connsiteX1" fmla="*/ 5576 w 11025"/>
                <a:gd name="connsiteY1" fmla="*/ 8745 h 8744"/>
                <a:gd name="connsiteX2" fmla="*/ 0 w 11025"/>
                <a:gd name="connsiteY2" fmla="*/ 4309 h 8744"/>
                <a:gd name="connsiteX3" fmla="*/ 5576 w 11025"/>
                <a:gd name="connsiteY3" fmla="*/ 0 h 8744"/>
                <a:gd name="connsiteX4" fmla="*/ 11026 w 11025"/>
                <a:gd name="connsiteY4" fmla="*/ 4309 h 8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25" h="8744">
                  <a:moveTo>
                    <a:pt x="11026" y="4309"/>
                  </a:moveTo>
                  <a:lnTo>
                    <a:pt x="5576" y="8745"/>
                  </a:lnTo>
                  <a:lnTo>
                    <a:pt x="0" y="4309"/>
                  </a:lnTo>
                  <a:lnTo>
                    <a:pt x="5576" y="0"/>
                  </a:lnTo>
                  <a:lnTo>
                    <a:pt x="11026" y="430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6C6F7979-445B-DE61-463F-1C1158071069}"/>
                </a:ext>
              </a:extLst>
            </p:cNvPr>
            <p:cNvSpPr/>
            <p:nvPr/>
          </p:nvSpPr>
          <p:spPr>
            <a:xfrm>
              <a:off x="5072481" y="4114513"/>
              <a:ext cx="11025" cy="8744"/>
            </a:xfrm>
            <a:custGeom>
              <a:avLst/>
              <a:gdLst>
                <a:gd name="connsiteX0" fmla="*/ 11026 w 11025"/>
                <a:gd name="connsiteY0" fmla="*/ 4436 h 8744"/>
                <a:gd name="connsiteX1" fmla="*/ 5576 w 11025"/>
                <a:gd name="connsiteY1" fmla="*/ 8745 h 8744"/>
                <a:gd name="connsiteX2" fmla="*/ 0 w 11025"/>
                <a:gd name="connsiteY2" fmla="*/ 4436 h 8744"/>
                <a:gd name="connsiteX3" fmla="*/ 5576 w 11025"/>
                <a:gd name="connsiteY3" fmla="*/ 0 h 8744"/>
                <a:gd name="connsiteX4" fmla="*/ 11026 w 11025"/>
                <a:gd name="connsiteY4" fmla="*/ 4436 h 8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25" h="8744">
                  <a:moveTo>
                    <a:pt x="11026" y="4436"/>
                  </a:moveTo>
                  <a:lnTo>
                    <a:pt x="5576" y="8745"/>
                  </a:lnTo>
                  <a:lnTo>
                    <a:pt x="0" y="4436"/>
                  </a:lnTo>
                  <a:lnTo>
                    <a:pt x="5576" y="0"/>
                  </a:lnTo>
                  <a:lnTo>
                    <a:pt x="11026" y="44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F876F36B-3538-99D4-ACA5-B0087A6ED579}"/>
                </a:ext>
              </a:extLst>
            </p:cNvPr>
            <p:cNvSpPr/>
            <p:nvPr/>
          </p:nvSpPr>
          <p:spPr>
            <a:xfrm>
              <a:off x="4996439" y="4029853"/>
              <a:ext cx="11025" cy="8744"/>
            </a:xfrm>
            <a:custGeom>
              <a:avLst/>
              <a:gdLst>
                <a:gd name="connsiteX0" fmla="*/ 11026 w 11025"/>
                <a:gd name="connsiteY0" fmla="*/ 4309 h 8744"/>
                <a:gd name="connsiteX1" fmla="*/ 5450 w 11025"/>
                <a:gd name="connsiteY1" fmla="*/ 8745 h 8744"/>
                <a:gd name="connsiteX2" fmla="*/ 0 w 11025"/>
                <a:gd name="connsiteY2" fmla="*/ 4309 h 8744"/>
                <a:gd name="connsiteX3" fmla="*/ 5450 w 11025"/>
                <a:gd name="connsiteY3" fmla="*/ 0 h 8744"/>
                <a:gd name="connsiteX4" fmla="*/ 11026 w 11025"/>
                <a:gd name="connsiteY4" fmla="*/ 4309 h 8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25" h="8744">
                  <a:moveTo>
                    <a:pt x="11026" y="4309"/>
                  </a:moveTo>
                  <a:lnTo>
                    <a:pt x="5450" y="8745"/>
                  </a:lnTo>
                  <a:lnTo>
                    <a:pt x="0" y="4309"/>
                  </a:lnTo>
                  <a:lnTo>
                    <a:pt x="5450" y="0"/>
                  </a:lnTo>
                  <a:lnTo>
                    <a:pt x="11026" y="430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1F29D7E9-D299-52A7-96DC-239C395ABC5C}"/>
                </a:ext>
              </a:extLst>
            </p:cNvPr>
            <p:cNvSpPr/>
            <p:nvPr/>
          </p:nvSpPr>
          <p:spPr>
            <a:xfrm>
              <a:off x="4930917" y="3939871"/>
              <a:ext cx="11025" cy="8744"/>
            </a:xfrm>
            <a:custGeom>
              <a:avLst/>
              <a:gdLst>
                <a:gd name="connsiteX0" fmla="*/ 11026 w 11025"/>
                <a:gd name="connsiteY0" fmla="*/ 4309 h 8744"/>
                <a:gd name="connsiteX1" fmla="*/ 5576 w 11025"/>
                <a:gd name="connsiteY1" fmla="*/ 8745 h 8744"/>
                <a:gd name="connsiteX2" fmla="*/ 0 w 11025"/>
                <a:gd name="connsiteY2" fmla="*/ 4309 h 8744"/>
                <a:gd name="connsiteX3" fmla="*/ 5576 w 11025"/>
                <a:gd name="connsiteY3" fmla="*/ 0 h 8744"/>
                <a:gd name="connsiteX4" fmla="*/ 11026 w 11025"/>
                <a:gd name="connsiteY4" fmla="*/ 4309 h 8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25" h="8744">
                  <a:moveTo>
                    <a:pt x="11026" y="4309"/>
                  </a:moveTo>
                  <a:lnTo>
                    <a:pt x="5576" y="8745"/>
                  </a:lnTo>
                  <a:lnTo>
                    <a:pt x="0" y="4309"/>
                  </a:lnTo>
                  <a:lnTo>
                    <a:pt x="5576" y="0"/>
                  </a:lnTo>
                  <a:lnTo>
                    <a:pt x="11026" y="430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91EFD122-6457-810C-ACF3-E688297C20BA}"/>
                </a:ext>
              </a:extLst>
            </p:cNvPr>
            <p:cNvSpPr/>
            <p:nvPr/>
          </p:nvSpPr>
          <p:spPr>
            <a:xfrm>
              <a:off x="4876927" y="3845579"/>
              <a:ext cx="10138" cy="8111"/>
            </a:xfrm>
            <a:custGeom>
              <a:avLst/>
              <a:gdLst>
                <a:gd name="connsiteX0" fmla="*/ 10139 w 10138"/>
                <a:gd name="connsiteY0" fmla="*/ 4056 h 8111"/>
                <a:gd name="connsiteX1" fmla="*/ 5069 w 10138"/>
                <a:gd name="connsiteY1" fmla="*/ 8111 h 8111"/>
                <a:gd name="connsiteX2" fmla="*/ 0 w 10138"/>
                <a:gd name="connsiteY2" fmla="*/ 4056 h 8111"/>
                <a:gd name="connsiteX3" fmla="*/ 5069 w 10138"/>
                <a:gd name="connsiteY3" fmla="*/ 0 h 8111"/>
                <a:gd name="connsiteX4" fmla="*/ 10139 w 10138"/>
                <a:gd name="connsiteY4" fmla="*/ 4056 h 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38" h="8111">
                  <a:moveTo>
                    <a:pt x="10139" y="4056"/>
                  </a:moveTo>
                  <a:lnTo>
                    <a:pt x="5069" y="8111"/>
                  </a:lnTo>
                  <a:lnTo>
                    <a:pt x="0" y="4056"/>
                  </a:lnTo>
                  <a:lnTo>
                    <a:pt x="5069" y="0"/>
                  </a:lnTo>
                  <a:lnTo>
                    <a:pt x="10139" y="405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CBA4EDC3-61AB-5FEA-D0EA-9E82F2F0CED6}"/>
                </a:ext>
              </a:extLst>
            </p:cNvPr>
            <p:cNvSpPr/>
            <p:nvPr/>
          </p:nvSpPr>
          <p:spPr>
            <a:xfrm>
              <a:off x="4833964" y="3747359"/>
              <a:ext cx="10265" cy="8111"/>
            </a:xfrm>
            <a:custGeom>
              <a:avLst/>
              <a:gdLst>
                <a:gd name="connsiteX0" fmla="*/ 10266 w 10265"/>
                <a:gd name="connsiteY0" fmla="*/ 4056 h 8111"/>
                <a:gd name="connsiteX1" fmla="*/ 5196 w 10265"/>
                <a:gd name="connsiteY1" fmla="*/ 8111 h 8111"/>
                <a:gd name="connsiteX2" fmla="*/ 0 w 10265"/>
                <a:gd name="connsiteY2" fmla="*/ 4056 h 8111"/>
                <a:gd name="connsiteX3" fmla="*/ 5196 w 10265"/>
                <a:gd name="connsiteY3" fmla="*/ 0 h 8111"/>
                <a:gd name="connsiteX4" fmla="*/ 10266 w 10265"/>
                <a:gd name="connsiteY4" fmla="*/ 4056 h 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5" h="8111">
                  <a:moveTo>
                    <a:pt x="10266" y="4056"/>
                  </a:moveTo>
                  <a:lnTo>
                    <a:pt x="5196" y="8111"/>
                  </a:lnTo>
                  <a:lnTo>
                    <a:pt x="0" y="4056"/>
                  </a:lnTo>
                  <a:lnTo>
                    <a:pt x="5196" y="0"/>
                  </a:lnTo>
                  <a:lnTo>
                    <a:pt x="10266" y="405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3ACBDD4B-C5B3-6633-15DF-95D9CCE98CBC}"/>
                </a:ext>
              </a:extLst>
            </p:cNvPr>
            <p:cNvSpPr/>
            <p:nvPr/>
          </p:nvSpPr>
          <p:spPr>
            <a:xfrm>
              <a:off x="4803547" y="3646604"/>
              <a:ext cx="9378" cy="7477"/>
            </a:xfrm>
            <a:custGeom>
              <a:avLst/>
              <a:gdLst>
                <a:gd name="connsiteX0" fmla="*/ 9379 w 9378"/>
                <a:gd name="connsiteY0" fmla="*/ 3802 h 7477"/>
                <a:gd name="connsiteX1" fmla="*/ 4690 w 9378"/>
                <a:gd name="connsiteY1" fmla="*/ 7477 h 7477"/>
                <a:gd name="connsiteX2" fmla="*/ 0 w 9378"/>
                <a:gd name="connsiteY2" fmla="*/ 3802 h 7477"/>
                <a:gd name="connsiteX3" fmla="*/ 4690 w 9378"/>
                <a:gd name="connsiteY3" fmla="*/ 0 h 7477"/>
                <a:gd name="connsiteX4" fmla="*/ 9379 w 9378"/>
                <a:gd name="connsiteY4" fmla="*/ 3802 h 7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78" h="7477">
                  <a:moveTo>
                    <a:pt x="9379" y="3802"/>
                  </a:moveTo>
                  <a:lnTo>
                    <a:pt x="4690" y="7477"/>
                  </a:lnTo>
                  <a:lnTo>
                    <a:pt x="0" y="3802"/>
                  </a:lnTo>
                  <a:lnTo>
                    <a:pt x="4690" y="0"/>
                  </a:lnTo>
                  <a:lnTo>
                    <a:pt x="9379" y="380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65DB6468-2C29-98E7-1E8C-FCDE1B000F1E}"/>
                </a:ext>
              </a:extLst>
            </p:cNvPr>
            <p:cNvSpPr/>
            <p:nvPr/>
          </p:nvSpPr>
          <p:spPr>
            <a:xfrm>
              <a:off x="4785297" y="3544074"/>
              <a:ext cx="8618" cy="6843"/>
            </a:xfrm>
            <a:custGeom>
              <a:avLst/>
              <a:gdLst>
                <a:gd name="connsiteX0" fmla="*/ 8618 w 8618"/>
                <a:gd name="connsiteY0" fmla="*/ 3422 h 6843"/>
                <a:gd name="connsiteX1" fmla="*/ 4309 w 8618"/>
                <a:gd name="connsiteY1" fmla="*/ 6844 h 6843"/>
                <a:gd name="connsiteX2" fmla="*/ 0 w 8618"/>
                <a:gd name="connsiteY2" fmla="*/ 3422 h 6843"/>
                <a:gd name="connsiteX3" fmla="*/ 4309 w 8618"/>
                <a:gd name="connsiteY3" fmla="*/ 0 h 6843"/>
                <a:gd name="connsiteX4" fmla="*/ 8618 w 8618"/>
                <a:gd name="connsiteY4" fmla="*/ 3422 h 6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8" h="6843">
                  <a:moveTo>
                    <a:pt x="8618" y="3422"/>
                  </a:moveTo>
                  <a:lnTo>
                    <a:pt x="4309" y="6844"/>
                  </a:lnTo>
                  <a:lnTo>
                    <a:pt x="0" y="3422"/>
                  </a:lnTo>
                  <a:lnTo>
                    <a:pt x="4309" y="0"/>
                  </a:lnTo>
                  <a:lnTo>
                    <a:pt x="8618" y="342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B98A9D69-5511-74AB-45C1-D8EE2C649D40}"/>
                </a:ext>
              </a:extLst>
            </p:cNvPr>
            <p:cNvSpPr/>
            <p:nvPr/>
          </p:nvSpPr>
          <p:spPr>
            <a:xfrm>
              <a:off x="4779340" y="3440404"/>
              <a:ext cx="7984" cy="6463"/>
            </a:xfrm>
            <a:custGeom>
              <a:avLst/>
              <a:gdLst>
                <a:gd name="connsiteX0" fmla="*/ 7984 w 7984"/>
                <a:gd name="connsiteY0" fmla="*/ 3168 h 6463"/>
                <a:gd name="connsiteX1" fmla="*/ 4056 w 7984"/>
                <a:gd name="connsiteY1" fmla="*/ 6464 h 6463"/>
                <a:gd name="connsiteX2" fmla="*/ 0 w 7984"/>
                <a:gd name="connsiteY2" fmla="*/ 3168 h 6463"/>
                <a:gd name="connsiteX3" fmla="*/ 4056 w 7984"/>
                <a:gd name="connsiteY3" fmla="*/ 0 h 6463"/>
                <a:gd name="connsiteX4" fmla="*/ 7984 w 7984"/>
                <a:gd name="connsiteY4" fmla="*/ 3168 h 6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84" h="6463">
                  <a:moveTo>
                    <a:pt x="7984" y="3168"/>
                  </a:moveTo>
                  <a:lnTo>
                    <a:pt x="4056" y="6464"/>
                  </a:lnTo>
                  <a:lnTo>
                    <a:pt x="0" y="3168"/>
                  </a:lnTo>
                  <a:lnTo>
                    <a:pt x="4056" y="0"/>
                  </a:lnTo>
                  <a:lnTo>
                    <a:pt x="7984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D5668193-2120-D13B-8D4F-48A67647047F}"/>
                </a:ext>
              </a:extLst>
            </p:cNvPr>
            <p:cNvSpPr/>
            <p:nvPr/>
          </p:nvSpPr>
          <p:spPr>
            <a:xfrm>
              <a:off x="4785931" y="3336861"/>
              <a:ext cx="7350" cy="5829"/>
            </a:xfrm>
            <a:custGeom>
              <a:avLst/>
              <a:gdLst>
                <a:gd name="connsiteX0" fmla="*/ 7351 w 7350"/>
                <a:gd name="connsiteY0" fmla="*/ 2915 h 5829"/>
                <a:gd name="connsiteX1" fmla="*/ 3675 w 7350"/>
                <a:gd name="connsiteY1" fmla="*/ 5830 h 5829"/>
                <a:gd name="connsiteX2" fmla="*/ 0 w 7350"/>
                <a:gd name="connsiteY2" fmla="*/ 2915 h 5829"/>
                <a:gd name="connsiteX3" fmla="*/ 3675 w 7350"/>
                <a:gd name="connsiteY3" fmla="*/ 0 h 5829"/>
                <a:gd name="connsiteX4" fmla="*/ 7351 w 7350"/>
                <a:gd name="connsiteY4" fmla="*/ 2915 h 5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0" h="5829">
                  <a:moveTo>
                    <a:pt x="7351" y="2915"/>
                  </a:moveTo>
                  <a:lnTo>
                    <a:pt x="3675" y="5830"/>
                  </a:lnTo>
                  <a:lnTo>
                    <a:pt x="0" y="2915"/>
                  </a:lnTo>
                  <a:lnTo>
                    <a:pt x="3675" y="0"/>
                  </a:lnTo>
                  <a:lnTo>
                    <a:pt x="7351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DC2BF7CE-C62D-3A5A-63B4-2C9543646903}"/>
                </a:ext>
              </a:extLst>
            </p:cNvPr>
            <p:cNvSpPr/>
            <p:nvPr/>
          </p:nvSpPr>
          <p:spPr>
            <a:xfrm>
              <a:off x="4805068" y="3234332"/>
              <a:ext cx="6336" cy="5069"/>
            </a:xfrm>
            <a:custGeom>
              <a:avLst/>
              <a:gdLst>
                <a:gd name="connsiteX0" fmla="*/ 6337 w 6336"/>
                <a:gd name="connsiteY0" fmla="*/ 2535 h 5069"/>
                <a:gd name="connsiteX1" fmla="*/ 3168 w 6336"/>
                <a:gd name="connsiteY1" fmla="*/ 5069 h 5069"/>
                <a:gd name="connsiteX2" fmla="*/ 0 w 6336"/>
                <a:gd name="connsiteY2" fmla="*/ 2535 h 5069"/>
                <a:gd name="connsiteX3" fmla="*/ 3168 w 6336"/>
                <a:gd name="connsiteY3" fmla="*/ 0 h 5069"/>
                <a:gd name="connsiteX4" fmla="*/ 6337 w 6336"/>
                <a:gd name="connsiteY4" fmla="*/ 2535 h 5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" h="5069">
                  <a:moveTo>
                    <a:pt x="6337" y="2535"/>
                  </a:moveTo>
                  <a:lnTo>
                    <a:pt x="3168" y="5069"/>
                  </a:lnTo>
                  <a:lnTo>
                    <a:pt x="0" y="2535"/>
                  </a:lnTo>
                  <a:lnTo>
                    <a:pt x="3168" y="0"/>
                  </a:lnTo>
                  <a:lnTo>
                    <a:pt x="6337" y="253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78A459A4-579E-5185-98DC-14308D19E242}"/>
                </a:ext>
              </a:extLst>
            </p:cNvPr>
            <p:cNvSpPr/>
            <p:nvPr/>
          </p:nvSpPr>
          <p:spPr>
            <a:xfrm>
              <a:off x="4836245" y="3133577"/>
              <a:ext cx="5702" cy="4562"/>
            </a:xfrm>
            <a:custGeom>
              <a:avLst/>
              <a:gdLst>
                <a:gd name="connsiteX0" fmla="*/ 5703 w 5702"/>
                <a:gd name="connsiteY0" fmla="*/ 2281 h 4562"/>
                <a:gd name="connsiteX1" fmla="*/ 2915 w 5702"/>
                <a:gd name="connsiteY1" fmla="*/ 4563 h 4562"/>
                <a:gd name="connsiteX2" fmla="*/ 0 w 5702"/>
                <a:gd name="connsiteY2" fmla="*/ 2281 h 4562"/>
                <a:gd name="connsiteX3" fmla="*/ 2915 w 5702"/>
                <a:gd name="connsiteY3" fmla="*/ 0 h 4562"/>
                <a:gd name="connsiteX4" fmla="*/ 5703 w 5702"/>
                <a:gd name="connsiteY4" fmla="*/ 2281 h 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02" h="4562">
                  <a:moveTo>
                    <a:pt x="5703" y="2281"/>
                  </a:moveTo>
                  <a:lnTo>
                    <a:pt x="2915" y="4563"/>
                  </a:lnTo>
                  <a:lnTo>
                    <a:pt x="0" y="2281"/>
                  </a:lnTo>
                  <a:lnTo>
                    <a:pt x="2915" y="0"/>
                  </a:lnTo>
                  <a:lnTo>
                    <a:pt x="5703" y="22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D797FBED-FBC0-CF0A-36F7-AF429C4FD2D5}"/>
                </a:ext>
              </a:extLst>
            </p:cNvPr>
            <p:cNvSpPr/>
            <p:nvPr/>
          </p:nvSpPr>
          <p:spPr>
            <a:xfrm>
              <a:off x="4879842" y="3035863"/>
              <a:ext cx="4308" cy="3421"/>
            </a:xfrm>
            <a:custGeom>
              <a:avLst/>
              <a:gdLst>
                <a:gd name="connsiteX0" fmla="*/ 4309 w 4308"/>
                <a:gd name="connsiteY0" fmla="*/ 1774 h 3421"/>
                <a:gd name="connsiteX1" fmla="*/ 2154 w 4308"/>
                <a:gd name="connsiteY1" fmla="*/ 3422 h 3421"/>
                <a:gd name="connsiteX2" fmla="*/ 0 w 4308"/>
                <a:gd name="connsiteY2" fmla="*/ 1774 h 3421"/>
                <a:gd name="connsiteX3" fmla="*/ 2154 w 4308"/>
                <a:gd name="connsiteY3" fmla="*/ 0 h 3421"/>
                <a:gd name="connsiteX4" fmla="*/ 4309 w 4308"/>
                <a:gd name="connsiteY4" fmla="*/ 1774 h 3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8" h="3421">
                  <a:moveTo>
                    <a:pt x="4309" y="1774"/>
                  </a:moveTo>
                  <a:lnTo>
                    <a:pt x="2154" y="3422"/>
                  </a:lnTo>
                  <a:lnTo>
                    <a:pt x="0" y="1774"/>
                  </a:lnTo>
                  <a:lnTo>
                    <a:pt x="2154" y="0"/>
                  </a:lnTo>
                  <a:lnTo>
                    <a:pt x="4309" y="177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4A820F9D-FA48-65AD-7AD0-39045064BE89}"/>
                </a:ext>
              </a:extLst>
            </p:cNvPr>
            <p:cNvSpPr/>
            <p:nvPr/>
          </p:nvSpPr>
          <p:spPr>
            <a:xfrm>
              <a:off x="4934719" y="2941571"/>
              <a:ext cx="3422" cy="2915"/>
            </a:xfrm>
            <a:custGeom>
              <a:avLst/>
              <a:gdLst>
                <a:gd name="connsiteX0" fmla="*/ 3422 w 3422"/>
                <a:gd name="connsiteY0" fmla="*/ 1394 h 2915"/>
                <a:gd name="connsiteX1" fmla="*/ 1774 w 3422"/>
                <a:gd name="connsiteY1" fmla="*/ 2915 h 2915"/>
                <a:gd name="connsiteX2" fmla="*/ 0 w 3422"/>
                <a:gd name="connsiteY2" fmla="*/ 1394 h 2915"/>
                <a:gd name="connsiteX3" fmla="*/ 1774 w 3422"/>
                <a:gd name="connsiteY3" fmla="*/ 0 h 2915"/>
                <a:gd name="connsiteX4" fmla="*/ 3422 w 3422"/>
                <a:gd name="connsiteY4" fmla="*/ 1394 h 2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22" h="2915">
                  <a:moveTo>
                    <a:pt x="3422" y="1394"/>
                  </a:moveTo>
                  <a:lnTo>
                    <a:pt x="1774" y="2915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422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165746E7-ABF7-997B-30C1-4F9C66A87ABD}"/>
                </a:ext>
              </a:extLst>
            </p:cNvPr>
            <p:cNvSpPr/>
            <p:nvPr/>
          </p:nvSpPr>
          <p:spPr>
            <a:xfrm>
              <a:off x="5000875" y="2852096"/>
              <a:ext cx="2154" cy="1774"/>
            </a:xfrm>
            <a:custGeom>
              <a:avLst/>
              <a:gdLst>
                <a:gd name="connsiteX0" fmla="*/ 2155 w 2154"/>
                <a:gd name="connsiteY0" fmla="*/ 887 h 1774"/>
                <a:gd name="connsiteX1" fmla="*/ 1141 w 2154"/>
                <a:gd name="connsiteY1" fmla="*/ 1774 h 1774"/>
                <a:gd name="connsiteX2" fmla="*/ 0 w 2154"/>
                <a:gd name="connsiteY2" fmla="*/ 887 h 1774"/>
                <a:gd name="connsiteX3" fmla="*/ 1141 w 2154"/>
                <a:gd name="connsiteY3" fmla="*/ 0 h 1774"/>
                <a:gd name="connsiteX4" fmla="*/ 2155 w 2154"/>
                <a:gd name="connsiteY4" fmla="*/ 887 h 1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4" h="1774">
                  <a:moveTo>
                    <a:pt x="2155" y="887"/>
                  </a:moveTo>
                  <a:lnTo>
                    <a:pt x="1141" y="1774"/>
                  </a:lnTo>
                  <a:lnTo>
                    <a:pt x="0" y="887"/>
                  </a:lnTo>
                  <a:lnTo>
                    <a:pt x="1141" y="0"/>
                  </a:lnTo>
                  <a:lnTo>
                    <a:pt x="2155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74E9ACC0-0833-2950-ADC8-CC7636630DAC}"/>
                </a:ext>
              </a:extLst>
            </p:cNvPr>
            <p:cNvSpPr/>
            <p:nvPr/>
          </p:nvSpPr>
          <p:spPr>
            <a:xfrm>
              <a:off x="5077297" y="2767817"/>
              <a:ext cx="1394" cy="1013"/>
            </a:xfrm>
            <a:custGeom>
              <a:avLst/>
              <a:gdLst>
                <a:gd name="connsiteX0" fmla="*/ 1394 w 1394"/>
                <a:gd name="connsiteY0" fmla="*/ 507 h 1013"/>
                <a:gd name="connsiteX1" fmla="*/ 634 w 1394"/>
                <a:gd name="connsiteY1" fmla="*/ 1014 h 1013"/>
                <a:gd name="connsiteX2" fmla="*/ 0 w 1394"/>
                <a:gd name="connsiteY2" fmla="*/ 507 h 1013"/>
                <a:gd name="connsiteX3" fmla="*/ 634 w 1394"/>
                <a:gd name="connsiteY3" fmla="*/ 0 h 1013"/>
                <a:gd name="connsiteX4" fmla="*/ 1394 w 1394"/>
                <a:gd name="connsiteY4" fmla="*/ 507 h 1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" h="1013">
                  <a:moveTo>
                    <a:pt x="1394" y="507"/>
                  </a:moveTo>
                  <a:lnTo>
                    <a:pt x="634" y="1014"/>
                  </a:lnTo>
                  <a:lnTo>
                    <a:pt x="0" y="507"/>
                  </a:lnTo>
                  <a:lnTo>
                    <a:pt x="634" y="0"/>
                  </a:lnTo>
                  <a:lnTo>
                    <a:pt x="1394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DC5F1307-CDE6-408C-5053-0DC8D506A365}"/>
                </a:ext>
              </a:extLst>
            </p:cNvPr>
            <p:cNvSpPr/>
            <p:nvPr/>
          </p:nvSpPr>
          <p:spPr>
            <a:xfrm>
              <a:off x="5258276" y="2617634"/>
              <a:ext cx="760" cy="760"/>
            </a:xfrm>
            <a:custGeom>
              <a:avLst/>
              <a:gdLst>
                <a:gd name="connsiteX0" fmla="*/ 760 w 760"/>
                <a:gd name="connsiteY0" fmla="*/ 380 h 760"/>
                <a:gd name="connsiteX1" fmla="*/ 380 w 760"/>
                <a:gd name="connsiteY1" fmla="*/ 760 h 760"/>
                <a:gd name="connsiteX2" fmla="*/ 0 w 760"/>
                <a:gd name="connsiteY2" fmla="*/ 380 h 760"/>
                <a:gd name="connsiteX3" fmla="*/ 380 w 760"/>
                <a:gd name="connsiteY3" fmla="*/ 0 h 760"/>
                <a:gd name="connsiteX4" fmla="*/ 760 w 760"/>
                <a:gd name="connsiteY4" fmla="*/ 380 h 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0" h="760">
                  <a:moveTo>
                    <a:pt x="760" y="380"/>
                  </a:moveTo>
                  <a:lnTo>
                    <a:pt x="380" y="760"/>
                  </a:lnTo>
                  <a:lnTo>
                    <a:pt x="0" y="380"/>
                  </a:lnTo>
                  <a:lnTo>
                    <a:pt x="380" y="0"/>
                  </a:lnTo>
                  <a:lnTo>
                    <a:pt x="760" y="38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69C7BB61-EB9D-D788-813A-B5715B0A588E}"/>
                </a:ext>
              </a:extLst>
            </p:cNvPr>
            <p:cNvSpPr/>
            <p:nvPr/>
          </p:nvSpPr>
          <p:spPr>
            <a:xfrm>
              <a:off x="5361059" y="2553252"/>
              <a:ext cx="1393" cy="1013"/>
            </a:xfrm>
            <a:custGeom>
              <a:avLst/>
              <a:gdLst>
                <a:gd name="connsiteX0" fmla="*/ 1394 w 1393"/>
                <a:gd name="connsiteY0" fmla="*/ 507 h 1013"/>
                <a:gd name="connsiteX1" fmla="*/ 634 w 1393"/>
                <a:gd name="connsiteY1" fmla="*/ 1014 h 1013"/>
                <a:gd name="connsiteX2" fmla="*/ 0 w 1393"/>
                <a:gd name="connsiteY2" fmla="*/ 507 h 1013"/>
                <a:gd name="connsiteX3" fmla="*/ 634 w 1393"/>
                <a:gd name="connsiteY3" fmla="*/ 0 h 1013"/>
                <a:gd name="connsiteX4" fmla="*/ 1394 w 1393"/>
                <a:gd name="connsiteY4" fmla="*/ 507 h 1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3" h="1013">
                  <a:moveTo>
                    <a:pt x="1394" y="507"/>
                  </a:moveTo>
                  <a:lnTo>
                    <a:pt x="634" y="1014"/>
                  </a:lnTo>
                  <a:lnTo>
                    <a:pt x="0" y="507"/>
                  </a:lnTo>
                  <a:lnTo>
                    <a:pt x="634" y="0"/>
                  </a:lnTo>
                  <a:lnTo>
                    <a:pt x="1394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3C5D4A08-14A8-BCE4-3A74-7E9E6440B990}"/>
                </a:ext>
              </a:extLst>
            </p:cNvPr>
            <p:cNvSpPr/>
            <p:nvPr/>
          </p:nvSpPr>
          <p:spPr>
            <a:xfrm>
              <a:off x="5470812" y="2496602"/>
              <a:ext cx="2281" cy="1901"/>
            </a:xfrm>
            <a:custGeom>
              <a:avLst/>
              <a:gdLst>
                <a:gd name="connsiteX0" fmla="*/ 2281 w 2281"/>
                <a:gd name="connsiteY0" fmla="*/ 1014 h 1901"/>
                <a:gd name="connsiteX1" fmla="*/ 1141 w 2281"/>
                <a:gd name="connsiteY1" fmla="*/ 1901 h 1901"/>
                <a:gd name="connsiteX2" fmla="*/ 0 w 2281"/>
                <a:gd name="connsiteY2" fmla="*/ 1014 h 1901"/>
                <a:gd name="connsiteX3" fmla="*/ 1141 w 2281"/>
                <a:gd name="connsiteY3" fmla="*/ 0 h 1901"/>
                <a:gd name="connsiteX4" fmla="*/ 2281 w 2281"/>
                <a:gd name="connsiteY4" fmla="*/ 1014 h 1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1" h="1901">
                  <a:moveTo>
                    <a:pt x="2281" y="1014"/>
                  </a:moveTo>
                  <a:lnTo>
                    <a:pt x="1141" y="1901"/>
                  </a:lnTo>
                  <a:lnTo>
                    <a:pt x="0" y="1014"/>
                  </a:lnTo>
                  <a:lnTo>
                    <a:pt x="1141" y="0"/>
                  </a:lnTo>
                  <a:lnTo>
                    <a:pt x="2281" y="101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47C1F2CC-9BE8-13BE-D19F-F2383A81B122}"/>
                </a:ext>
              </a:extLst>
            </p:cNvPr>
            <p:cNvSpPr/>
            <p:nvPr/>
          </p:nvSpPr>
          <p:spPr>
            <a:xfrm>
              <a:off x="5587282" y="2448949"/>
              <a:ext cx="2408" cy="1901"/>
            </a:xfrm>
            <a:custGeom>
              <a:avLst/>
              <a:gdLst>
                <a:gd name="connsiteX0" fmla="*/ 2408 w 2408"/>
                <a:gd name="connsiteY0" fmla="*/ 887 h 1901"/>
                <a:gd name="connsiteX1" fmla="*/ 1141 w 2408"/>
                <a:gd name="connsiteY1" fmla="*/ 1901 h 1901"/>
                <a:gd name="connsiteX2" fmla="*/ 0 w 2408"/>
                <a:gd name="connsiteY2" fmla="*/ 887 h 1901"/>
                <a:gd name="connsiteX3" fmla="*/ 1141 w 2408"/>
                <a:gd name="connsiteY3" fmla="*/ 0 h 1901"/>
                <a:gd name="connsiteX4" fmla="*/ 2408 w 2408"/>
                <a:gd name="connsiteY4" fmla="*/ 887 h 1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8" h="1901">
                  <a:moveTo>
                    <a:pt x="2408" y="887"/>
                  </a:moveTo>
                  <a:lnTo>
                    <a:pt x="1141" y="1901"/>
                  </a:lnTo>
                  <a:lnTo>
                    <a:pt x="0" y="887"/>
                  </a:lnTo>
                  <a:lnTo>
                    <a:pt x="1141" y="0"/>
                  </a:lnTo>
                  <a:lnTo>
                    <a:pt x="2408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D4937C7E-30B0-778E-BB65-BACA7EFC2530}"/>
                </a:ext>
              </a:extLst>
            </p:cNvPr>
            <p:cNvSpPr/>
            <p:nvPr/>
          </p:nvSpPr>
          <p:spPr>
            <a:xfrm>
              <a:off x="5708442" y="2409914"/>
              <a:ext cx="3421" cy="2788"/>
            </a:xfrm>
            <a:custGeom>
              <a:avLst/>
              <a:gdLst>
                <a:gd name="connsiteX0" fmla="*/ 3422 w 3421"/>
                <a:gd name="connsiteY0" fmla="*/ 1394 h 2788"/>
                <a:gd name="connsiteX1" fmla="*/ 1647 w 3421"/>
                <a:gd name="connsiteY1" fmla="*/ 2788 h 2788"/>
                <a:gd name="connsiteX2" fmla="*/ 0 w 3421"/>
                <a:gd name="connsiteY2" fmla="*/ 1394 h 2788"/>
                <a:gd name="connsiteX3" fmla="*/ 1647 w 3421"/>
                <a:gd name="connsiteY3" fmla="*/ 0 h 2788"/>
                <a:gd name="connsiteX4" fmla="*/ 3422 w 3421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21" h="2788">
                  <a:moveTo>
                    <a:pt x="3422" y="1394"/>
                  </a:moveTo>
                  <a:lnTo>
                    <a:pt x="1647" y="2788"/>
                  </a:lnTo>
                  <a:lnTo>
                    <a:pt x="0" y="1394"/>
                  </a:lnTo>
                  <a:lnTo>
                    <a:pt x="1647" y="0"/>
                  </a:lnTo>
                  <a:lnTo>
                    <a:pt x="3422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6F000ECE-9F19-5249-D283-69BBAEAD28D4}"/>
                </a:ext>
              </a:extLst>
            </p:cNvPr>
            <p:cNvSpPr/>
            <p:nvPr/>
          </p:nvSpPr>
          <p:spPr>
            <a:xfrm>
              <a:off x="5833911" y="2380385"/>
              <a:ext cx="4055" cy="3295"/>
            </a:xfrm>
            <a:custGeom>
              <a:avLst/>
              <a:gdLst>
                <a:gd name="connsiteX0" fmla="*/ 4056 w 4055"/>
                <a:gd name="connsiteY0" fmla="*/ 1648 h 3295"/>
                <a:gd name="connsiteX1" fmla="*/ 2028 w 4055"/>
                <a:gd name="connsiteY1" fmla="*/ 3295 h 3295"/>
                <a:gd name="connsiteX2" fmla="*/ 0 w 4055"/>
                <a:gd name="connsiteY2" fmla="*/ 1648 h 3295"/>
                <a:gd name="connsiteX3" fmla="*/ 2028 w 4055"/>
                <a:gd name="connsiteY3" fmla="*/ 0 h 3295"/>
                <a:gd name="connsiteX4" fmla="*/ 4056 w 4055"/>
                <a:gd name="connsiteY4" fmla="*/ 1648 h 3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5" h="3295">
                  <a:moveTo>
                    <a:pt x="4056" y="1648"/>
                  </a:moveTo>
                  <a:lnTo>
                    <a:pt x="2028" y="3295"/>
                  </a:lnTo>
                  <a:lnTo>
                    <a:pt x="0" y="1648"/>
                  </a:lnTo>
                  <a:lnTo>
                    <a:pt x="2028" y="0"/>
                  </a:lnTo>
                  <a:lnTo>
                    <a:pt x="4056" y="164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7032C369-17C5-40A3-C312-CE07B6C0A4B5}"/>
                </a:ext>
              </a:extLst>
            </p:cNvPr>
            <p:cNvSpPr/>
            <p:nvPr/>
          </p:nvSpPr>
          <p:spPr>
            <a:xfrm>
              <a:off x="5962294" y="2360487"/>
              <a:ext cx="4689" cy="3675"/>
            </a:xfrm>
            <a:custGeom>
              <a:avLst/>
              <a:gdLst>
                <a:gd name="connsiteX0" fmla="*/ 4689 w 4689"/>
                <a:gd name="connsiteY0" fmla="*/ 1901 h 3675"/>
                <a:gd name="connsiteX1" fmla="*/ 2281 w 4689"/>
                <a:gd name="connsiteY1" fmla="*/ 3675 h 3675"/>
                <a:gd name="connsiteX2" fmla="*/ 0 w 4689"/>
                <a:gd name="connsiteY2" fmla="*/ 1901 h 3675"/>
                <a:gd name="connsiteX3" fmla="*/ 2281 w 4689"/>
                <a:gd name="connsiteY3" fmla="*/ 0 h 3675"/>
                <a:gd name="connsiteX4" fmla="*/ 4689 w 4689"/>
                <a:gd name="connsiteY4" fmla="*/ 1901 h 3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89" h="3675">
                  <a:moveTo>
                    <a:pt x="4689" y="1901"/>
                  </a:moveTo>
                  <a:lnTo>
                    <a:pt x="2281" y="3675"/>
                  </a:lnTo>
                  <a:lnTo>
                    <a:pt x="0" y="1901"/>
                  </a:lnTo>
                  <a:lnTo>
                    <a:pt x="2281" y="0"/>
                  </a:lnTo>
                  <a:lnTo>
                    <a:pt x="4689" y="190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3B793B18-E565-75E5-335C-9D4B547C6C76}"/>
                </a:ext>
              </a:extLst>
            </p:cNvPr>
            <p:cNvSpPr/>
            <p:nvPr/>
          </p:nvSpPr>
          <p:spPr>
            <a:xfrm>
              <a:off x="6092452" y="2350348"/>
              <a:ext cx="5323" cy="4182"/>
            </a:xfrm>
            <a:custGeom>
              <a:avLst/>
              <a:gdLst>
                <a:gd name="connsiteX0" fmla="*/ 5323 w 5323"/>
                <a:gd name="connsiteY0" fmla="*/ 2154 h 4182"/>
                <a:gd name="connsiteX1" fmla="*/ 2661 w 5323"/>
                <a:gd name="connsiteY1" fmla="*/ 4182 h 4182"/>
                <a:gd name="connsiteX2" fmla="*/ 0 w 5323"/>
                <a:gd name="connsiteY2" fmla="*/ 2154 h 4182"/>
                <a:gd name="connsiteX3" fmla="*/ 2661 w 5323"/>
                <a:gd name="connsiteY3" fmla="*/ 0 h 4182"/>
                <a:gd name="connsiteX4" fmla="*/ 5323 w 5323"/>
                <a:gd name="connsiteY4" fmla="*/ 2154 h 4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23" h="4182">
                  <a:moveTo>
                    <a:pt x="5323" y="2154"/>
                  </a:moveTo>
                  <a:lnTo>
                    <a:pt x="2661" y="4182"/>
                  </a:lnTo>
                  <a:lnTo>
                    <a:pt x="0" y="2154"/>
                  </a:lnTo>
                  <a:lnTo>
                    <a:pt x="2661" y="0"/>
                  </a:lnTo>
                  <a:lnTo>
                    <a:pt x="5323" y="21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1E6E4020-19B8-C3D1-F135-5ACC4DBB6B26}"/>
                </a:ext>
              </a:extLst>
            </p:cNvPr>
            <p:cNvSpPr/>
            <p:nvPr/>
          </p:nvSpPr>
          <p:spPr>
            <a:xfrm>
              <a:off x="6222863" y="2349841"/>
              <a:ext cx="6590" cy="5196"/>
            </a:xfrm>
            <a:custGeom>
              <a:avLst/>
              <a:gdLst>
                <a:gd name="connsiteX0" fmla="*/ 6590 w 6590"/>
                <a:gd name="connsiteY0" fmla="*/ 2661 h 5196"/>
                <a:gd name="connsiteX1" fmla="*/ 3295 w 6590"/>
                <a:gd name="connsiteY1" fmla="*/ 5196 h 5196"/>
                <a:gd name="connsiteX2" fmla="*/ 0 w 6590"/>
                <a:gd name="connsiteY2" fmla="*/ 2661 h 5196"/>
                <a:gd name="connsiteX3" fmla="*/ 3295 w 6590"/>
                <a:gd name="connsiteY3" fmla="*/ 0 h 5196"/>
                <a:gd name="connsiteX4" fmla="*/ 6590 w 6590"/>
                <a:gd name="connsiteY4" fmla="*/ 2661 h 5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90" h="5196">
                  <a:moveTo>
                    <a:pt x="6590" y="2661"/>
                  </a:moveTo>
                  <a:lnTo>
                    <a:pt x="3295" y="5196"/>
                  </a:lnTo>
                  <a:lnTo>
                    <a:pt x="0" y="2661"/>
                  </a:lnTo>
                  <a:lnTo>
                    <a:pt x="3295" y="0"/>
                  </a:lnTo>
                  <a:lnTo>
                    <a:pt x="6590" y="266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B934372D-22A8-42A1-3BE6-3A9AB4448464}"/>
                </a:ext>
              </a:extLst>
            </p:cNvPr>
            <p:cNvSpPr/>
            <p:nvPr/>
          </p:nvSpPr>
          <p:spPr>
            <a:xfrm>
              <a:off x="6353021" y="2359473"/>
              <a:ext cx="7224" cy="5703"/>
            </a:xfrm>
            <a:custGeom>
              <a:avLst/>
              <a:gdLst>
                <a:gd name="connsiteX0" fmla="*/ 7224 w 7224"/>
                <a:gd name="connsiteY0" fmla="*/ 2915 h 5703"/>
                <a:gd name="connsiteX1" fmla="*/ 3549 w 7224"/>
                <a:gd name="connsiteY1" fmla="*/ 5703 h 5703"/>
                <a:gd name="connsiteX2" fmla="*/ 0 w 7224"/>
                <a:gd name="connsiteY2" fmla="*/ 2915 h 5703"/>
                <a:gd name="connsiteX3" fmla="*/ 3549 w 7224"/>
                <a:gd name="connsiteY3" fmla="*/ 0 h 5703"/>
                <a:gd name="connsiteX4" fmla="*/ 7224 w 7224"/>
                <a:gd name="connsiteY4" fmla="*/ 2915 h 5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24" h="5703">
                  <a:moveTo>
                    <a:pt x="7224" y="2915"/>
                  </a:moveTo>
                  <a:lnTo>
                    <a:pt x="3549" y="5703"/>
                  </a:lnTo>
                  <a:lnTo>
                    <a:pt x="0" y="2915"/>
                  </a:lnTo>
                  <a:lnTo>
                    <a:pt x="3549" y="0"/>
                  </a:lnTo>
                  <a:lnTo>
                    <a:pt x="7224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1907C981-7382-F51F-C3AA-220B7EAD5741}"/>
                </a:ext>
              </a:extLst>
            </p:cNvPr>
            <p:cNvSpPr/>
            <p:nvPr/>
          </p:nvSpPr>
          <p:spPr>
            <a:xfrm>
              <a:off x="6481405" y="2378864"/>
              <a:ext cx="7857" cy="6210"/>
            </a:xfrm>
            <a:custGeom>
              <a:avLst/>
              <a:gdLst>
                <a:gd name="connsiteX0" fmla="*/ 7858 w 7857"/>
                <a:gd name="connsiteY0" fmla="*/ 3168 h 6210"/>
                <a:gd name="connsiteX1" fmla="*/ 3929 w 7857"/>
                <a:gd name="connsiteY1" fmla="*/ 6210 h 6210"/>
                <a:gd name="connsiteX2" fmla="*/ 0 w 7857"/>
                <a:gd name="connsiteY2" fmla="*/ 3168 h 6210"/>
                <a:gd name="connsiteX3" fmla="*/ 3929 w 7857"/>
                <a:gd name="connsiteY3" fmla="*/ 0 h 6210"/>
                <a:gd name="connsiteX4" fmla="*/ 7858 w 7857"/>
                <a:gd name="connsiteY4" fmla="*/ 3168 h 6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57" h="6210">
                  <a:moveTo>
                    <a:pt x="7858" y="3168"/>
                  </a:moveTo>
                  <a:lnTo>
                    <a:pt x="3929" y="6210"/>
                  </a:lnTo>
                  <a:lnTo>
                    <a:pt x="0" y="3168"/>
                  </a:lnTo>
                  <a:lnTo>
                    <a:pt x="3929" y="0"/>
                  </a:lnTo>
                  <a:lnTo>
                    <a:pt x="7858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F13DD32C-DE0A-B572-D2B3-42AC65227F9E}"/>
                </a:ext>
              </a:extLst>
            </p:cNvPr>
            <p:cNvSpPr/>
            <p:nvPr/>
          </p:nvSpPr>
          <p:spPr>
            <a:xfrm>
              <a:off x="6606873" y="2408013"/>
              <a:ext cx="8491" cy="6590"/>
            </a:xfrm>
            <a:custGeom>
              <a:avLst/>
              <a:gdLst>
                <a:gd name="connsiteX0" fmla="*/ 8491 w 8491"/>
                <a:gd name="connsiteY0" fmla="*/ 3295 h 6590"/>
                <a:gd name="connsiteX1" fmla="*/ 4183 w 8491"/>
                <a:gd name="connsiteY1" fmla="*/ 6590 h 6590"/>
                <a:gd name="connsiteX2" fmla="*/ 0 w 8491"/>
                <a:gd name="connsiteY2" fmla="*/ 3295 h 6590"/>
                <a:gd name="connsiteX3" fmla="*/ 4183 w 8491"/>
                <a:gd name="connsiteY3" fmla="*/ 0 h 6590"/>
                <a:gd name="connsiteX4" fmla="*/ 8491 w 8491"/>
                <a:gd name="connsiteY4" fmla="*/ 3295 h 6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91" h="6590">
                  <a:moveTo>
                    <a:pt x="8491" y="3295"/>
                  </a:moveTo>
                  <a:lnTo>
                    <a:pt x="4183" y="6590"/>
                  </a:lnTo>
                  <a:lnTo>
                    <a:pt x="0" y="3295"/>
                  </a:lnTo>
                  <a:lnTo>
                    <a:pt x="4183" y="0"/>
                  </a:lnTo>
                  <a:lnTo>
                    <a:pt x="8491" y="32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5C52FAD6-60BD-AF72-A7F0-08DC7A8C17F7}"/>
                </a:ext>
              </a:extLst>
            </p:cNvPr>
            <p:cNvSpPr/>
            <p:nvPr/>
          </p:nvSpPr>
          <p:spPr>
            <a:xfrm>
              <a:off x="6728539" y="2446541"/>
              <a:ext cx="8491" cy="6716"/>
            </a:xfrm>
            <a:custGeom>
              <a:avLst/>
              <a:gdLst>
                <a:gd name="connsiteX0" fmla="*/ 8492 w 8491"/>
                <a:gd name="connsiteY0" fmla="*/ 3295 h 6716"/>
                <a:gd name="connsiteX1" fmla="*/ 4183 w 8491"/>
                <a:gd name="connsiteY1" fmla="*/ 6717 h 6716"/>
                <a:gd name="connsiteX2" fmla="*/ 0 w 8491"/>
                <a:gd name="connsiteY2" fmla="*/ 3295 h 6716"/>
                <a:gd name="connsiteX3" fmla="*/ 4183 w 8491"/>
                <a:gd name="connsiteY3" fmla="*/ 0 h 6716"/>
                <a:gd name="connsiteX4" fmla="*/ 8492 w 8491"/>
                <a:gd name="connsiteY4" fmla="*/ 3295 h 6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91" h="6716">
                  <a:moveTo>
                    <a:pt x="8492" y="3295"/>
                  </a:moveTo>
                  <a:lnTo>
                    <a:pt x="4183" y="6717"/>
                  </a:lnTo>
                  <a:lnTo>
                    <a:pt x="0" y="3295"/>
                  </a:lnTo>
                  <a:lnTo>
                    <a:pt x="4183" y="0"/>
                  </a:lnTo>
                  <a:lnTo>
                    <a:pt x="8492" y="32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8FAEB891-1657-0E0D-4357-AA88DE08D9A2}"/>
                </a:ext>
              </a:extLst>
            </p:cNvPr>
            <p:cNvSpPr/>
            <p:nvPr/>
          </p:nvSpPr>
          <p:spPr>
            <a:xfrm>
              <a:off x="6845010" y="2494194"/>
              <a:ext cx="8491" cy="6716"/>
            </a:xfrm>
            <a:custGeom>
              <a:avLst/>
              <a:gdLst>
                <a:gd name="connsiteX0" fmla="*/ 8492 w 8491"/>
                <a:gd name="connsiteY0" fmla="*/ 3422 h 6716"/>
                <a:gd name="connsiteX1" fmla="*/ 4309 w 8491"/>
                <a:gd name="connsiteY1" fmla="*/ 6717 h 6716"/>
                <a:gd name="connsiteX2" fmla="*/ 0 w 8491"/>
                <a:gd name="connsiteY2" fmla="*/ 3422 h 6716"/>
                <a:gd name="connsiteX3" fmla="*/ 4309 w 8491"/>
                <a:gd name="connsiteY3" fmla="*/ 0 h 6716"/>
                <a:gd name="connsiteX4" fmla="*/ 8492 w 8491"/>
                <a:gd name="connsiteY4" fmla="*/ 3422 h 6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91" h="6716">
                  <a:moveTo>
                    <a:pt x="8492" y="3422"/>
                  </a:moveTo>
                  <a:lnTo>
                    <a:pt x="4309" y="6717"/>
                  </a:lnTo>
                  <a:lnTo>
                    <a:pt x="0" y="3422"/>
                  </a:lnTo>
                  <a:lnTo>
                    <a:pt x="4309" y="0"/>
                  </a:lnTo>
                  <a:lnTo>
                    <a:pt x="8492" y="342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5252AB71-A476-6394-C1E7-9F76F96DF28B}"/>
                </a:ext>
              </a:extLst>
            </p:cNvPr>
            <p:cNvSpPr/>
            <p:nvPr/>
          </p:nvSpPr>
          <p:spPr>
            <a:xfrm>
              <a:off x="6955270" y="2550338"/>
              <a:ext cx="8365" cy="6716"/>
            </a:xfrm>
            <a:custGeom>
              <a:avLst/>
              <a:gdLst>
                <a:gd name="connsiteX0" fmla="*/ 8365 w 8365"/>
                <a:gd name="connsiteY0" fmla="*/ 3422 h 6716"/>
                <a:gd name="connsiteX1" fmla="*/ 4183 w 8365"/>
                <a:gd name="connsiteY1" fmla="*/ 6717 h 6716"/>
                <a:gd name="connsiteX2" fmla="*/ 0 w 8365"/>
                <a:gd name="connsiteY2" fmla="*/ 3422 h 6716"/>
                <a:gd name="connsiteX3" fmla="*/ 4183 w 8365"/>
                <a:gd name="connsiteY3" fmla="*/ 0 h 6716"/>
                <a:gd name="connsiteX4" fmla="*/ 8365 w 8365"/>
                <a:gd name="connsiteY4" fmla="*/ 3422 h 6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65" h="6716">
                  <a:moveTo>
                    <a:pt x="8365" y="3422"/>
                  </a:moveTo>
                  <a:lnTo>
                    <a:pt x="4183" y="6717"/>
                  </a:lnTo>
                  <a:lnTo>
                    <a:pt x="0" y="3422"/>
                  </a:lnTo>
                  <a:lnTo>
                    <a:pt x="4183" y="0"/>
                  </a:lnTo>
                  <a:lnTo>
                    <a:pt x="8365" y="342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C759F3C5-1091-B525-36C3-1C9478E8F4F0}"/>
                </a:ext>
              </a:extLst>
            </p:cNvPr>
            <p:cNvSpPr/>
            <p:nvPr/>
          </p:nvSpPr>
          <p:spPr>
            <a:xfrm>
              <a:off x="7057927" y="2614339"/>
              <a:ext cx="9251" cy="7350"/>
            </a:xfrm>
            <a:custGeom>
              <a:avLst/>
              <a:gdLst>
                <a:gd name="connsiteX0" fmla="*/ 9251 w 9251"/>
                <a:gd name="connsiteY0" fmla="*/ 3675 h 7350"/>
                <a:gd name="connsiteX1" fmla="*/ 4562 w 9251"/>
                <a:gd name="connsiteY1" fmla="*/ 7351 h 7350"/>
                <a:gd name="connsiteX2" fmla="*/ 0 w 9251"/>
                <a:gd name="connsiteY2" fmla="*/ 3675 h 7350"/>
                <a:gd name="connsiteX3" fmla="*/ 4562 w 9251"/>
                <a:gd name="connsiteY3" fmla="*/ 0 h 7350"/>
                <a:gd name="connsiteX4" fmla="*/ 9251 w 9251"/>
                <a:gd name="connsiteY4" fmla="*/ 3675 h 7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51" h="7350">
                  <a:moveTo>
                    <a:pt x="9251" y="3675"/>
                  </a:moveTo>
                  <a:lnTo>
                    <a:pt x="4562" y="7351"/>
                  </a:lnTo>
                  <a:lnTo>
                    <a:pt x="0" y="3675"/>
                  </a:lnTo>
                  <a:lnTo>
                    <a:pt x="4562" y="0"/>
                  </a:lnTo>
                  <a:lnTo>
                    <a:pt x="9251" y="367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295C0764-8192-DF80-0616-E5AFE452BD76}"/>
                </a:ext>
              </a:extLst>
            </p:cNvPr>
            <p:cNvSpPr/>
            <p:nvPr/>
          </p:nvSpPr>
          <p:spPr>
            <a:xfrm>
              <a:off x="7152852" y="2686072"/>
              <a:ext cx="9124" cy="7350"/>
            </a:xfrm>
            <a:custGeom>
              <a:avLst/>
              <a:gdLst>
                <a:gd name="connsiteX0" fmla="*/ 9125 w 9124"/>
                <a:gd name="connsiteY0" fmla="*/ 3675 h 7350"/>
                <a:gd name="connsiteX1" fmla="*/ 4562 w 9124"/>
                <a:gd name="connsiteY1" fmla="*/ 7351 h 7350"/>
                <a:gd name="connsiteX2" fmla="*/ 0 w 9124"/>
                <a:gd name="connsiteY2" fmla="*/ 3675 h 7350"/>
                <a:gd name="connsiteX3" fmla="*/ 4562 w 9124"/>
                <a:gd name="connsiteY3" fmla="*/ 0 h 7350"/>
                <a:gd name="connsiteX4" fmla="*/ 9125 w 9124"/>
                <a:gd name="connsiteY4" fmla="*/ 3675 h 7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4" h="7350">
                  <a:moveTo>
                    <a:pt x="9125" y="3675"/>
                  </a:moveTo>
                  <a:lnTo>
                    <a:pt x="4562" y="7351"/>
                  </a:lnTo>
                  <a:lnTo>
                    <a:pt x="0" y="3675"/>
                  </a:lnTo>
                  <a:lnTo>
                    <a:pt x="4562" y="0"/>
                  </a:lnTo>
                  <a:lnTo>
                    <a:pt x="9125" y="367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8A36B8B4-09E2-AE96-213A-DB57D4ECEEA4}"/>
                </a:ext>
              </a:extLst>
            </p:cNvPr>
            <p:cNvSpPr/>
            <p:nvPr/>
          </p:nvSpPr>
          <p:spPr>
            <a:xfrm>
              <a:off x="7238652" y="2764648"/>
              <a:ext cx="9125" cy="7350"/>
            </a:xfrm>
            <a:custGeom>
              <a:avLst/>
              <a:gdLst>
                <a:gd name="connsiteX0" fmla="*/ 9125 w 9125"/>
                <a:gd name="connsiteY0" fmla="*/ 3675 h 7350"/>
                <a:gd name="connsiteX1" fmla="*/ 4563 w 9125"/>
                <a:gd name="connsiteY1" fmla="*/ 7351 h 7350"/>
                <a:gd name="connsiteX2" fmla="*/ 0 w 9125"/>
                <a:gd name="connsiteY2" fmla="*/ 3675 h 7350"/>
                <a:gd name="connsiteX3" fmla="*/ 4563 w 9125"/>
                <a:gd name="connsiteY3" fmla="*/ 0 h 7350"/>
                <a:gd name="connsiteX4" fmla="*/ 9125 w 9125"/>
                <a:gd name="connsiteY4" fmla="*/ 3675 h 7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5" h="7350">
                  <a:moveTo>
                    <a:pt x="9125" y="3675"/>
                  </a:moveTo>
                  <a:lnTo>
                    <a:pt x="4563" y="7351"/>
                  </a:lnTo>
                  <a:lnTo>
                    <a:pt x="0" y="3675"/>
                  </a:lnTo>
                  <a:lnTo>
                    <a:pt x="4563" y="0"/>
                  </a:lnTo>
                  <a:lnTo>
                    <a:pt x="9125" y="367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3EB90A71-D128-8382-710C-81C1DF7272E5}"/>
                </a:ext>
              </a:extLst>
            </p:cNvPr>
            <p:cNvSpPr/>
            <p:nvPr/>
          </p:nvSpPr>
          <p:spPr>
            <a:xfrm>
              <a:off x="7315074" y="2849688"/>
              <a:ext cx="8364" cy="6717"/>
            </a:xfrm>
            <a:custGeom>
              <a:avLst/>
              <a:gdLst>
                <a:gd name="connsiteX0" fmla="*/ 8364 w 8364"/>
                <a:gd name="connsiteY0" fmla="*/ 3295 h 6717"/>
                <a:gd name="connsiteX1" fmla="*/ 4183 w 8364"/>
                <a:gd name="connsiteY1" fmla="*/ 6717 h 6717"/>
                <a:gd name="connsiteX2" fmla="*/ 0 w 8364"/>
                <a:gd name="connsiteY2" fmla="*/ 3295 h 6717"/>
                <a:gd name="connsiteX3" fmla="*/ 4183 w 8364"/>
                <a:gd name="connsiteY3" fmla="*/ 0 h 6717"/>
                <a:gd name="connsiteX4" fmla="*/ 8364 w 8364"/>
                <a:gd name="connsiteY4" fmla="*/ 3295 h 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64" h="6717">
                  <a:moveTo>
                    <a:pt x="8364" y="3295"/>
                  </a:moveTo>
                  <a:lnTo>
                    <a:pt x="4183" y="6717"/>
                  </a:lnTo>
                  <a:lnTo>
                    <a:pt x="0" y="3295"/>
                  </a:lnTo>
                  <a:lnTo>
                    <a:pt x="4183" y="0"/>
                  </a:lnTo>
                  <a:lnTo>
                    <a:pt x="8364" y="32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64FC5AAE-8275-1E57-D648-726266FA6515}"/>
                </a:ext>
              </a:extLst>
            </p:cNvPr>
            <p:cNvSpPr/>
            <p:nvPr/>
          </p:nvSpPr>
          <p:spPr>
            <a:xfrm>
              <a:off x="7380596" y="2939670"/>
              <a:ext cx="8365" cy="6716"/>
            </a:xfrm>
            <a:custGeom>
              <a:avLst/>
              <a:gdLst>
                <a:gd name="connsiteX0" fmla="*/ 8365 w 8365"/>
                <a:gd name="connsiteY0" fmla="*/ 3295 h 6716"/>
                <a:gd name="connsiteX1" fmla="*/ 4183 w 8365"/>
                <a:gd name="connsiteY1" fmla="*/ 6717 h 6716"/>
                <a:gd name="connsiteX2" fmla="*/ 0 w 8365"/>
                <a:gd name="connsiteY2" fmla="*/ 3295 h 6716"/>
                <a:gd name="connsiteX3" fmla="*/ 4183 w 8365"/>
                <a:gd name="connsiteY3" fmla="*/ 0 h 6716"/>
                <a:gd name="connsiteX4" fmla="*/ 8365 w 8365"/>
                <a:gd name="connsiteY4" fmla="*/ 3295 h 6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65" h="6716">
                  <a:moveTo>
                    <a:pt x="8365" y="3295"/>
                  </a:moveTo>
                  <a:lnTo>
                    <a:pt x="4183" y="6717"/>
                  </a:lnTo>
                  <a:lnTo>
                    <a:pt x="0" y="3295"/>
                  </a:lnTo>
                  <a:lnTo>
                    <a:pt x="4183" y="0"/>
                  </a:lnTo>
                  <a:lnTo>
                    <a:pt x="8365" y="32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6D930F6D-5DF7-50E0-BC4C-2872897151AF}"/>
                </a:ext>
              </a:extLst>
            </p:cNvPr>
            <p:cNvSpPr/>
            <p:nvPr/>
          </p:nvSpPr>
          <p:spPr>
            <a:xfrm>
              <a:off x="7435219" y="3034469"/>
              <a:ext cx="7984" cy="6210"/>
            </a:xfrm>
            <a:custGeom>
              <a:avLst/>
              <a:gdLst>
                <a:gd name="connsiteX0" fmla="*/ 7984 w 7984"/>
                <a:gd name="connsiteY0" fmla="*/ 3168 h 6210"/>
                <a:gd name="connsiteX1" fmla="*/ 4056 w 7984"/>
                <a:gd name="connsiteY1" fmla="*/ 6210 h 6210"/>
                <a:gd name="connsiteX2" fmla="*/ 0 w 7984"/>
                <a:gd name="connsiteY2" fmla="*/ 3168 h 6210"/>
                <a:gd name="connsiteX3" fmla="*/ 4056 w 7984"/>
                <a:gd name="connsiteY3" fmla="*/ 0 h 6210"/>
                <a:gd name="connsiteX4" fmla="*/ 7984 w 7984"/>
                <a:gd name="connsiteY4" fmla="*/ 3168 h 6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84" h="6210">
                  <a:moveTo>
                    <a:pt x="7984" y="3168"/>
                  </a:moveTo>
                  <a:lnTo>
                    <a:pt x="4056" y="6210"/>
                  </a:lnTo>
                  <a:lnTo>
                    <a:pt x="0" y="3168"/>
                  </a:lnTo>
                  <a:lnTo>
                    <a:pt x="4056" y="0"/>
                  </a:lnTo>
                  <a:lnTo>
                    <a:pt x="7984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1C122A44-6CB6-BA50-CCA7-9CEFCE4DD8C0}"/>
                </a:ext>
              </a:extLst>
            </p:cNvPr>
            <p:cNvSpPr/>
            <p:nvPr/>
          </p:nvSpPr>
          <p:spPr>
            <a:xfrm>
              <a:off x="7478183" y="3132689"/>
              <a:ext cx="7857" cy="6210"/>
            </a:xfrm>
            <a:custGeom>
              <a:avLst/>
              <a:gdLst>
                <a:gd name="connsiteX0" fmla="*/ 7858 w 7857"/>
                <a:gd name="connsiteY0" fmla="*/ 3168 h 6210"/>
                <a:gd name="connsiteX1" fmla="*/ 3929 w 7857"/>
                <a:gd name="connsiteY1" fmla="*/ 6210 h 6210"/>
                <a:gd name="connsiteX2" fmla="*/ 0 w 7857"/>
                <a:gd name="connsiteY2" fmla="*/ 3168 h 6210"/>
                <a:gd name="connsiteX3" fmla="*/ 3929 w 7857"/>
                <a:gd name="connsiteY3" fmla="*/ 0 h 6210"/>
                <a:gd name="connsiteX4" fmla="*/ 7858 w 7857"/>
                <a:gd name="connsiteY4" fmla="*/ 3168 h 6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57" h="6210">
                  <a:moveTo>
                    <a:pt x="7858" y="3168"/>
                  </a:moveTo>
                  <a:lnTo>
                    <a:pt x="3929" y="6210"/>
                  </a:lnTo>
                  <a:lnTo>
                    <a:pt x="0" y="3168"/>
                  </a:lnTo>
                  <a:lnTo>
                    <a:pt x="3929" y="0"/>
                  </a:lnTo>
                  <a:lnTo>
                    <a:pt x="7858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45C52F3D-73C2-E865-67FA-A2F170948297}"/>
                </a:ext>
              </a:extLst>
            </p:cNvPr>
            <p:cNvSpPr/>
            <p:nvPr/>
          </p:nvSpPr>
          <p:spPr>
            <a:xfrm>
              <a:off x="7509360" y="3233951"/>
              <a:ext cx="7224" cy="5829"/>
            </a:xfrm>
            <a:custGeom>
              <a:avLst/>
              <a:gdLst>
                <a:gd name="connsiteX0" fmla="*/ 7224 w 7224"/>
                <a:gd name="connsiteY0" fmla="*/ 2915 h 5829"/>
                <a:gd name="connsiteX1" fmla="*/ 3675 w 7224"/>
                <a:gd name="connsiteY1" fmla="*/ 5830 h 5829"/>
                <a:gd name="connsiteX2" fmla="*/ 0 w 7224"/>
                <a:gd name="connsiteY2" fmla="*/ 2915 h 5829"/>
                <a:gd name="connsiteX3" fmla="*/ 3675 w 7224"/>
                <a:gd name="connsiteY3" fmla="*/ 0 h 5829"/>
                <a:gd name="connsiteX4" fmla="*/ 7224 w 7224"/>
                <a:gd name="connsiteY4" fmla="*/ 2915 h 5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24" h="5829">
                  <a:moveTo>
                    <a:pt x="7224" y="2915"/>
                  </a:moveTo>
                  <a:lnTo>
                    <a:pt x="3675" y="5830"/>
                  </a:lnTo>
                  <a:lnTo>
                    <a:pt x="0" y="2915"/>
                  </a:lnTo>
                  <a:lnTo>
                    <a:pt x="3675" y="0"/>
                  </a:lnTo>
                  <a:lnTo>
                    <a:pt x="7224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9E45AEFF-6783-5A24-8CF3-F68C15CF6EC1}"/>
                </a:ext>
              </a:extLst>
            </p:cNvPr>
            <p:cNvSpPr/>
            <p:nvPr/>
          </p:nvSpPr>
          <p:spPr>
            <a:xfrm>
              <a:off x="7528371" y="3337241"/>
              <a:ext cx="6463" cy="5069"/>
            </a:xfrm>
            <a:custGeom>
              <a:avLst/>
              <a:gdLst>
                <a:gd name="connsiteX0" fmla="*/ 6464 w 6463"/>
                <a:gd name="connsiteY0" fmla="*/ 2534 h 5069"/>
                <a:gd name="connsiteX1" fmla="*/ 3295 w 6463"/>
                <a:gd name="connsiteY1" fmla="*/ 5069 h 5069"/>
                <a:gd name="connsiteX2" fmla="*/ 0 w 6463"/>
                <a:gd name="connsiteY2" fmla="*/ 2534 h 5069"/>
                <a:gd name="connsiteX3" fmla="*/ 3295 w 6463"/>
                <a:gd name="connsiteY3" fmla="*/ 0 h 5069"/>
                <a:gd name="connsiteX4" fmla="*/ 6464 w 6463"/>
                <a:gd name="connsiteY4" fmla="*/ 2534 h 5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069">
                  <a:moveTo>
                    <a:pt x="6464" y="2534"/>
                  </a:moveTo>
                  <a:lnTo>
                    <a:pt x="3295" y="5069"/>
                  </a:lnTo>
                  <a:lnTo>
                    <a:pt x="0" y="2534"/>
                  </a:lnTo>
                  <a:lnTo>
                    <a:pt x="3295" y="0"/>
                  </a:lnTo>
                  <a:lnTo>
                    <a:pt x="6464" y="25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385E0C0B-BB14-E9A8-3050-2CA40FFA6C51}"/>
                </a:ext>
              </a:extLst>
            </p:cNvPr>
            <p:cNvSpPr/>
            <p:nvPr/>
          </p:nvSpPr>
          <p:spPr>
            <a:xfrm>
              <a:off x="7659796" y="3441038"/>
              <a:ext cx="6463" cy="5195"/>
            </a:xfrm>
            <a:custGeom>
              <a:avLst/>
              <a:gdLst>
                <a:gd name="connsiteX0" fmla="*/ 6464 w 6463"/>
                <a:gd name="connsiteY0" fmla="*/ 2534 h 5195"/>
                <a:gd name="connsiteX1" fmla="*/ 3295 w 6463"/>
                <a:gd name="connsiteY1" fmla="*/ 5196 h 5195"/>
                <a:gd name="connsiteX2" fmla="*/ 0 w 6463"/>
                <a:gd name="connsiteY2" fmla="*/ 2534 h 5195"/>
                <a:gd name="connsiteX3" fmla="*/ 3295 w 6463"/>
                <a:gd name="connsiteY3" fmla="*/ 0 h 5195"/>
                <a:gd name="connsiteX4" fmla="*/ 6464 w 6463"/>
                <a:gd name="connsiteY4" fmla="*/ 2534 h 5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195">
                  <a:moveTo>
                    <a:pt x="6464" y="2534"/>
                  </a:moveTo>
                  <a:lnTo>
                    <a:pt x="3295" y="5196"/>
                  </a:lnTo>
                  <a:lnTo>
                    <a:pt x="0" y="2534"/>
                  </a:lnTo>
                  <a:lnTo>
                    <a:pt x="3295" y="0"/>
                  </a:lnTo>
                  <a:lnTo>
                    <a:pt x="6464" y="25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5C2F3EA0-35DC-B99C-03F4-FB5452D87F99}"/>
                </a:ext>
              </a:extLst>
            </p:cNvPr>
            <p:cNvSpPr/>
            <p:nvPr/>
          </p:nvSpPr>
          <p:spPr>
            <a:xfrm>
              <a:off x="7654346" y="3545088"/>
              <a:ext cx="5956" cy="4689"/>
            </a:xfrm>
            <a:custGeom>
              <a:avLst/>
              <a:gdLst>
                <a:gd name="connsiteX0" fmla="*/ 5956 w 5956"/>
                <a:gd name="connsiteY0" fmla="*/ 2408 h 4689"/>
                <a:gd name="connsiteX1" fmla="*/ 3042 w 5956"/>
                <a:gd name="connsiteY1" fmla="*/ 4689 h 4689"/>
                <a:gd name="connsiteX2" fmla="*/ 0 w 5956"/>
                <a:gd name="connsiteY2" fmla="*/ 2408 h 4689"/>
                <a:gd name="connsiteX3" fmla="*/ 3042 w 5956"/>
                <a:gd name="connsiteY3" fmla="*/ 0 h 4689"/>
                <a:gd name="connsiteX4" fmla="*/ 5956 w 5956"/>
                <a:gd name="connsiteY4" fmla="*/ 2408 h 4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6" h="4689">
                  <a:moveTo>
                    <a:pt x="5956" y="2408"/>
                  </a:moveTo>
                  <a:lnTo>
                    <a:pt x="3042" y="4689"/>
                  </a:lnTo>
                  <a:lnTo>
                    <a:pt x="0" y="2408"/>
                  </a:lnTo>
                  <a:lnTo>
                    <a:pt x="3042" y="0"/>
                  </a:lnTo>
                  <a:lnTo>
                    <a:pt x="5956" y="240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09D10E5C-2446-7A6B-3A90-F7C3689E1ED5}"/>
                </a:ext>
              </a:extLst>
            </p:cNvPr>
            <p:cNvSpPr/>
            <p:nvPr/>
          </p:nvSpPr>
          <p:spPr>
            <a:xfrm>
              <a:off x="7637617" y="3648505"/>
              <a:ext cx="5322" cy="4182"/>
            </a:xfrm>
            <a:custGeom>
              <a:avLst/>
              <a:gdLst>
                <a:gd name="connsiteX0" fmla="*/ 5323 w 5322"/>
                <a:gd name="connsiteY0" fmla="*/ 2028 h 4182"/>
                <a:gd name="connsiteX1" fmla="*/ 2661 w 5322"/>
                <a:gd name="connsiteY1" fmla="*/ 4182 h 4182"/>
                <a:gd name="connsiteX2" fmla="*/ 0 w 5322"/>
                <a:gd name="connsiteY2" fmla="*/ 2028 h 4182"/>
                <a:gd name="connsiteX3" fmla="*/ 2661 w 5322"/>
                <a:gd name="connsiteY3" fmla="*/ 0 h 4182"/>
                <a:gd name="connsiteX4" fmla="*/ 5323 w 5322"/>
                <a:gd name="connsiteY4" fmla="*/ 2028 h 4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22" h="4182">
                  <a:moveTo>
                    <a:pt x="5323" y="2028"/>
                  </a:moveTo>
                  <a:lnTo>
                    <a:pt x="2661" y="4182"/>
                  </a:lnTo>
                  <a:lnTo>
                    <a:pt x="0" y="2028"/>
                  </a:lnTo>
                  <a:lnTo>
                    <a:pt x="2661" y="0"/>
                  </a:lnTo>
                  <a:lnTo>
                    <a:pt x="5323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55E00D02-6723-54E0-F028-1E5E75B653A5}"/>
                </a:ext>
              </a:extLst>
            </p:cNvPr>
            <p:cNvSpPr/>
            <p:nvPr/>
          </p:nvSpPr>
          <p:spPr>
            <a:xfrm>
              <a:off x="7609481" y="3750147"/>
              <a:ext cx="4816" cy="3802"/>
            </a:xfrm>
            <a:custGeom>
              <a:avLst/>
              <a:gdLst>
                <a:gd name="connsiteX0" fmla="*/ 4816 w 4816"/>
                <a:gd name="connsiteY0" fmla="*/ 1901 h 3802"/>
                <a:gd name="connsiteX1" fmla="*/ 2408 w 4816"/>
                <a:gd name="connsiteY1" fmla="*/ 3802 h 3802"/>
                <a:gd name="connsiteX2" fmla="*/ 0 w 4816"/>
                <a:gd name="connsiteY2" fmla="*/ 1901 h 3802"/>
                <a:gd name="connsiteX3" fmla="*/ 2408 w 4816"/>
                <a:gd name="connsiteY3" fmla="*/ 0 h 3802"/>
                <a:gd name="connsiteX4" fmla="*/ 4816 w 4816"/>
                <a:gd name="connsiteY4" fmla="*/ 1901 h 3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16" h="3802">
                  <a:moveTo>
                    <a:pt x="4816" y="1901"/>
                  </a:moveTo>
                  <a:lnTo>
                    <a:pt x="2408" y="3802"/>
                  </a:lnTo>
                  <a:lnTo>
                    <a:pt x="0" y="1901"/>
                  </a:lnTo>
                  <a:lnTo>
                    <a:pt x="2408" y="0"/>
                  </a:lnTo>
                  <a:lnTo>
                    <a:pt x="4816" y="190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EE729989-87E0-C5A2-570E-E19EE8DBDA05}"/>
                </a:ext>
              </a:extLst>
            </p:cNvPr>
            <p:cNvSpPr/>
            <p:nvPr/>
          </p:nvSpPr>
          <p:spPr>
            <a:xfrm>
              <a:off x="7570700" y="3849762"/>
              <a:ext cx="3548" cy="2788"/>
            </a:xfrm>
            <a:custGeom>
              <a:avLst/>
              <a:gdLst>
                <a:gd name="connsiteX0" fmla="*/ 3549 w 3548"/>
                <a:gd name="connsiteY0" fmla="*/ 1394 h 2788"/>
                <a:gd name="connsiteX1" fmla="*/ 1774 w 3548"/>
                <a:gd name="connsiteY1" fmla="*/ 2788 h 2788"/>
                <a:gd name="connsiteX2" fmla="*/ 0 w 3548"/>
                <a:gd name="connsiteY2" fmla="*/ 1394 h 2788"/>
                <a:gd name="connsiteX3" fmla="*/ 1774 w 3548"/>
                <a:gd name="connsiteY3" fmla="*/ 0 h 2788"/>
                <a:gd name="connsiteX4" fmla="*/ 3549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9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9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70B789F4-72B6-2546-4B2F-FA8804FC9DFA}"/>
                </a:ext>
              </a:extLst>
            </p:cNvPr>
            <p:cNvSpPr/>
            <p:nvPr/>
          </p:nvSpPr>
          <p:spPr>
            <a:xfrm>
              <a:off x="7520893" y="3946081"/>
              <a:ext cx="2914" cy="2408"/>
            </a:xfrm>
            <a:custGeom>
              <a:avLst/>
              <a:gdLst>
                <a:gd name="connsiteX0" fmla="*/ 2915 w 2914"/>
                <a:gd name="connsiteY0" fmla="*/ 1141 h 2408"/>
                <a:gd name="connsiteX1" fmla="*/ 1394 w 2914"/>
                <a:gd name="connsiteY1" fmla="*/ 2408 h 2408"/>
                <a:gd name="connsiteX2" fmla="*/ 0 w 2914"/>
                <a:gd name="connsiteY2" fmla="*/ 1141 h 2408"/>
                <a:gd name="connsiteX3" fmla="*/ 1394 w 2914"/>
                <a:gd name="connsiteY3" fmla="*/ 0 h 2408"/>
                <a:gd name="connsiteX4" fmla="*/ 2915 w 2914"/>
                <a:gd name="connsiteY4" fmla="*/ 1141 h 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" h="2408">
                  <a:moveTo>
                    <a:pt x="2915" y="1141"/>
                  </a:moveTo>
                  <a:lnTo>
                    <a:pt x="1394" y="2408"/>
                  </a:lnTo>
                  <a:lnTo>
                    <a:pt x="0" y="1141"/>
                  </a:lnTo>
                  <a:lnTo>
                    <a:pt x="1394" y="0"/>
                  </a:lnTo>
                  <a:lnTo>
                    <a:pt x="2915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42137D26-EEC2-B5FA-E232-05C4FF7A3E6E}"/>
                </a:ext>
              </a:extLst>
            </p:cNvPr>
            <p:cNvSpPr/>
            <p:nvPr/>
          </p:nvSpPr>
          <p:spPr>
            <a:xfrm>
              <a:off x="7460947" y="4038851"/>
              <a:ext cx="1774" cy="1394"/>
            </a:xfrm>
            <a:custGeom>
              <a:avLst/>
              <a:gdLst>
                <a:gd name="connsiteX0" fmla="*/ 1774 w 1774"/>
                <a:gd name="connsiteY0" fmla="*/ 634 h 1394"/>
                <a:gd name="connsiteX1" fmla="*/ 887 w 1774"/>
                <a:gd name="connsiteY1" fmla="*/ 1394 h 1394"/>
                <a:gd name="connsiteX2" fmla="*/ 0 w 1774"/>
                <a:gd name="connsiteY2" fmla="*/ 634 h 1394"/>
                <a:gd name="connsiteX3" fmla="*/ 887 w 1774"/>
                <a:gd name="connsiteY3" fmla="*/ 0 h 1394"/>
                <a:gd name="connsiteX4" fmla="*/ 1774 w 1774"/>
                <a:gd name="connsiteY4" fmla="*/ 634 h 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" h="1394">
                  <a:moveTo>
                    <a:pt x="1774" y="634"/>
                  </a:moveTo>
                  <a:lnTo>
                    <a:pt x="887" y="1394"/>
                  </a:lnTo>
                  <a:lnTo>
                    <a:pt x="0" y="634"/>
                  </a:lnTo>
                  <a:lnTo>
                    <a:pt x="887" y="0"/>
                  </a:lnTo>
                  <a:lnTo>
                    <a:pt x="1774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09F4B8C1-6C39-C42B-0EFE-7966029C1495}"/>
                </a:ext>
              </a:extLst>
            </p:cNvPr>
            <p:cNvSpPr/>
            <p:nvPr/>
          </p:nvSpPr>
          <p:spPr>
            <a:xfrm>
              <a:off x="7390735" y="4126553"/>
              <a:ext cx="1267" cy="1140"/>
            </a:xfrm>
            <a:custGeom>
              <a:avLst/>
              <a:gdLst>
                <a:gd name="connsiteX0" fmla="*/ 1268 w 1267"/>
                <a:gd name="connsiteY0" fmla="*/ 634 h 1140"/>
                <a:gd name="connsiteX1" fmla="*/ 634 w 1267"/>
                <a:gd name="connsiteY1" fmla="*/ 1141 h 1140"/>
                <a:gd name="connsiteX2" fmla="*/ 0 w 1267"/>
                <a:gd name="connsiteY2" fmla="*/ 634 h 1140"/>
                <a:gd name="connsiteX3" fmla="*/ 634 w 1267"/>
                <a:gd name="connsiteY3" fmla="*/ 0 h 1140"/>
                <a:gd name="connsiteX4" fmla="*/ 1268 w 1267"/>
                <a:gd name="connsiteY4" fmla="*/ 634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7" h="1140">
                  <a:moveTo>
                    <a:pt x="1268" y="634"/>
                  </a:moveTo>
                  <a:lnTo>
                    <a:pt x="634" y="1141"/>
                  </a:lnTo>
                  <a:lnTo>
                    <a:pt x="0" y="634"/>
                  </a:lnTo>
                  <a:lnTo>
                    <a:pt x="634" y="0"/>
                  </a:lnTo>
                  <a:lnTo>
                    <a:pt x="1268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5AE825EA-1107-860B-A968-7283E2A7C86C}"/>
                </a:ext>
              </a:extLst>
            </p:cNvPr>
            <p:cNvSpPr/>
            <p:nvPr/>
          </p:nvSpPr>
          <p:spPr>
            <a:xfrm>
              <a:off x="7311145" y="4209311"/>
              <a:ext cx="760" cy="633"/>
            </a:xfrm>
            <a:custGeom>
              <a:avLst/>
              <a:gdLst>
                <a:gd name="connsiteX0" fmla="*/ 760 w 760"/>
                <a:gd name="connsiteY0" fmla="*/ 253 h 633"/>
                <a:gd name="connsiteX1" fmla="*/ 380 w 760"/>
                <a:gd name="connsiteY1" fmla="*/ 634 h 633"/>
                <a:gd name="connsiteX2" fmla="*/ 0 w 760"/>
                <a:gd name="connsiteY2" fmla="*/ 253 h 633"/>
                <a:gd name="connsiteX3" fmla="*/ 380 w 760"/>
                <a:gd name="connsiteY3" fmla="*/ 0 h 633"/>
                <a:gd name="connsiteX4" fmla="*/ 760 w 760"/>
                <a:gd name="connsiteY4" fmla="*/ 253 h 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0" h="633">
                  <a:moveTo>
                    <a:pt x="760" y="253"/>
                  </a:moveTo>
                  <a:lnTo>
                    <a:pt x="380" y="634"/>
                  </a:lnTo>
                  <a:lnTo>
                    <a:pt x="0" y="253"/>
                  </a:lnTo>
                  <a:lnTo>
                    <a:pt x="380" y="0"/>
                  </a:lnTo>
                  <a:lnTo>
                    <a:pt x="760" y="25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BF8F0584-72E1-DE7F-C920-92D7000482F2}"/>
                </a:ext>
              </a:extLst>
            </p:cNvPr>
            <p:cNvSpPr/>
            <p:nvPr/>
          </p:nvSpPr>
          <p:spPr>
            <a:xfrm>
              <a:off x="7126111" y="4356325"/>
              <a:ext cx="506" cy="380"/>
            </a:xfrm>
            <a:custGeom>
              <a:avLst/>
              <a:gdLst>
                <a:gd name="connsiteX0" fmla="*/ 507 w 506"/>
                <a:gd name="connsiteY0" fmla="*/ 126 h 380"/>
                <a:gd name="connsiteX1" fmla="*/ 253 w 506"/>
                <a:gd name="connsiteY1" fmla="*/ 380 h 380"/>
                <a:gd name="connsiteX2" fmla="*/ 0 w 506"/>
                <a:gd name="connsiteY2" fmla="*/ 126 h 380"/>
                <a:gd name="connsiteX3" fmla="*/ 253 w 506"/>
                <a:gd name="connsiteY3" fmla="*/ 0 h 380"/>
                <a:gd name="connsiteX4" fmla="*/ 507 w 506"/>
                <a:gd name="connsiteY4" fmla="*/ 126 h 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" h="380">
                  <a:moveTo>
                    <a:pt x="507" y="126"/>
                  </a:moveTo>
                  <a:lnTo>
                    <a:pt x="253" y="380"/>
                  </a:lnTo>
                  <a:lnTo>
                    <a:pt x="0" y="126"/>
                  </a:lnTo>
                  <a:lnTo>
                    <a:pt x="253" y="0"/>
                  </a:lnTo>
                  <a:lnTo>
                    <a:pt x="507" y="12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478CCB62-E0FB-4406-4AC6-5B381E34D4DD}"/>
                </a:ext>
              </a:extLst>
            </p:cNvPr>
            <p:cNvSpPr/>
            <p:nvPr/>
          </p:nvSpPr>
          <p:spPr>
            <a:xfrm>
              <a:off x="7021680" y="4419186"/>
              <a:ext cx="1394" cy="1140"/>
            </a:xfrm>
            <a:custGeom>
              <a:avLst/>
              <a:gdLst>
                <a:gd name="connsiteX0" fmla="*/ 1395 w 1394"/>
                <a:gd name="connsiteY0" fmla="*/ 634 h 1140"/>
                <a:gd name="connsiteX1" fmla="*/ 760 w 1394"/>
                <a:gd name="connsiteY1" fmla="*/ 1141 h 1140"/>
                <a:gd name="connsiteX2" fmla="*/ 0 w 1394"/>
                <a:gd name="connsiteY2" fmla="*/ 634 h 1140"/>
                <a:gd name="connsiteX3" fmla="*/ 760 w 1394"/>
                <a:gd name="connsiteY3" fmla="*/ 0 h 1140"/>
                <a:gd name="connsiteX4" fmla="*/ 1395 w 1394"/>
                <a:gd name="connsiteY4" fmla="*/ 634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" h="1140">
                  <a:moveTo>
                    <a:pt x="1395" y="634"/>
                  </a:moveTo>
                  <a:lnTo>
                    <a:pt x="760" y="1141"/>
                  </a:lnTo>
                  <a:lnTo>
                    <a:pt x="0" y="634"/>
                  </a:lnTo>
                  <a:lnTo>
                    <a:pt x="760" y="0"/>
                  </a:lnTo>
                  <a:lnTo>
                    <a:pt x="1395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AF2C6A8E-1DF5-3877-A0F0-D6B8D6521EB6}"/>
                </a:ext>
              </a:extLst>
            </p:cNvPr>
            <p:cNvSpPr/>
            <p:nvPr/>
          </p:nvSpPr>
          <p:spPr>
            <a:xfrm>
              <a:off x="6910406" y="4474443"/>
              <a:ext cx="2914" cy="2408"/>
            </a:xfrm>
            <a:custGeom>
              <a:avLst/>
              <a:gdLst>
                <a:gd name="connsiteX0" fmla="*/ 2915 w 2914"/>
                <a:gd name="connsiteY0" fmla="*/ 1267 h 2408"/>
                <a:gd name="connsiteX1" fmla="*/ 1521 w 2914"/>
                <a:gd name="connsiteY1" fmla="*/ 2408 h 2408"/>
                <a:gd name="connsiteX2" fmla="*/ 0 w 2914"/>
                <a:gd name="connsiteY2" fmla="*/ 1267 h 2408"/>
                <a:gd name="connsiteX3" fmla="*/ 1521 w 2914"/>
                <a:gd name="connsiteY3" fmla="*/ 0 h 2408"/>
                <a:gd name="connsiteX4" fmla="*/ 2915 w 2914"/>
                <a:gd name="connsiteY4" fmla="*/ 1267 h 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" h="2408">
                  <a:moveTo>
                    <a:pt x="2915" y="1267"/>
                  </a:moveTo>
                  <a:lnTo>
                    <a:pt x="1521" y="2408"/>
                  </a:lnTo>
                  <a:lnTo>
                    <a:pt x="0" y="1267"/>
                  </a:lnTo>
                  <a:lnTo>
                    <a:pt x="1521" y="0"/>
                  </a:lnTo>
                  <a:lnTo>
                    <a:pt x="2915" y="126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86D1BA35-4C1D-18E2-ADC5-228E27D27CB5}"/>
                </a:ext>
              </a:extLst>
            </p:cNvPr>
            <p:cNvSpPr/>
            <p:nvPr/>
          </p:nvSpPr>
          <p:spPr>
            <a:xfrm>
              <a:off x="6793429" y="4521969"/>
              <a:ext cx="4308" cy="3422"/>
            </a:xfrm>
            <a:custGeom>
              <a:avLst/>
              <a:gdLst>
                <a:gd name="connsiteX0" fmla="*/ 4309 w 4308"/>
                <a:gd name="connsiteY0" fmla="*/ 1648 h 3422"/>
                <a:gd name="connsiteX1" fmla="*/ 2154 w 4308"/>
                <a:gd name="connsiteY1" fmla="*/ 3422 h 3422"/>
                <a:gd name="connsiteX2" fmla="*/ 0 w 4308"/>
                <a:gd name="connsiteY2" fmla="*/ 1648 h 3422"/>
                <a:gd name="connsiteX3" fmla="*/ 2154 w 4308"/>
                <a:gd name="connsiteY3" fmla="*/ 0 h 3422"/>
                <a:gd name="connsiteX4" fmla="*/ 4309 w 4308"/>
                <a:gd name="connsiteY4" fmla="*/ 1648 h 3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8" h="3422">
                  <a:moveTo>
                    <a:pt x="4309" y="1648"/>
                  </a:moveTo>
                  <a:lnTo>
                    <a:pt x="2154" y="3422"/>
                  </a:lnTo>
                  <a:lnTo>
                    <a:pt x="0" y="1648"/>
                  </a:lnTo>
                  <a:lnTo>
                    <a:pt x="2154" y="0"/>
                  </a:lnTo>
                  <a:lnTo>
                    <a:pt x="4309" y="164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FF297DF7-5FD0-0D00-A104-E5FAD445F28C}"/>
                </a:ext>
              </a:extLst>
            </p:cNvPr>
            <p:cNvSpPr/>
            <p:nvPr/>
          </p:nvSpPr>
          <p:spPr>
            <a:xfrm>
              <a:off x="6672016" y="4561384"/>
              <a:ext cx="5068" cy="4055"/>
            </a:xfrm>
            <a:custGeom>
              <a:avLst/>
              <a:gdLst>
                <a:gd name="connsiteX0" fmla="*/ 5069 w 5068"/>
                <a:gd name="connsiteY0" fmla="*/ 2028 h 4055"/>
                <a:gd name="connsiteX1" fmla="*/ 2535 w 5068"/>
                <a:gd name="connsiteY1" fmla="*/ 4056 h 4055"/>
                <a:gd name="connsiteX2" fmla="*/ 0 w 5068"/>
                <a:gd name="connsiteY2" fmla="*/ 2028 h 4055"/>
                <a:gd name="connsiteX3" fmla="*/ 2535 w 5068"/>
                <a:gd name="connsiteY3" fmla="*/ 0 h 4055"/>
                <a:gd name="connsiteX4" fmla="*/ 5069 w 5068"/>
                <a:gd name="connsiteY4" fmla="*/ 2028 h 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8" h="4055">
                  <a:moveTo>
                    <a:pt x="5069" y="2028"/>
                  </a:moveTo>
                  <a:lnTo>
                    <a:pt x="2535" y="4056"/>
                  </a:lnTo>
                  <a:lnTo>
                    <a:pt x="0" y="2028"/>
                  </a:lnTo>
                  <a:lnTo>
                    <a:pt x="2535" y="0"/>
                  </a:lnTo>
                  <a:lnTo>
                    <a:pt x="5069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E8DDC772-29BC-C0DE-31B8-1B2F9020A3E6}"/>
                </a:ext>
              </a:extLst>
            </p:cNvPr>
            <p:cNvSpPr/>
            <p:nvPr/>
          </p:nvSpPr>
          <p:spPr>
            <a:xfrm>
              <a:off x="6546674" y="4592434"/>
              <a:ext cx="5703" cy="4562"/>
            </a:xfrm>
            <a:custGeom>
              <a:avLst/>
              <a:gdLst>
                <a:gd name="connsiteX0" fmla="*/ 5703 w 5703"/>
                <a:gd name="connsiteY0" fmla="*/ 2282 h 4562"/>
                <a:gd name="connsiteX1" fmla="*/ 2789 w 5703"/>
                <a:gd name="connsiteY1" fmla="*/ 4563 h 4562"/>
                <a:gd name="connsiteX2" fmla="*/ 0 w 5703"/>
                <a:gd name="connsiteY2" fmla="*/ 2282 h 4562"/>
                <a:gd name="connsiteX3" fmla="*/ 2789 w 5703"/>
                <a:gd name="connsiteY3" fmla="*/ 0 h 4562"/>
                <a:gd name="connsiteX4" fmla="*/ 5703 w 5703"/>
                <a:gd name="connsiteY4" fmla="*/ 2282 h 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03" h="4562">
                  <a:moveTo>
                    <a:pt x="5703" y="2282"/>
                  </a:moveTo>
                  <a:lnTo>
                    <a:pt x="2789" y="4563"/>
                  </a:lnTo>
                  <a:lnTo>
                    <a:pt x="0" y="2282"/>
                  </a:lnTo>
                  <a:lnTo>
                    <a:pt x="2789" y="0"/>
                  </a:lnTo>
                  <a:lnTo>
                    <a:pt x="5703" y="22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F9987FE9-FE5C-5A07-A067-A67F1D2E9B09}"/>
                </a:ext>
              </a:extLst>
            </p:cNvPr>
            <p:cNvSpPr/>
            <p:nvPr/>
          </p:nvSpPr>
          <p:spPr>
            <a:xfrm>
              <a:off x="6418290" y="4614613"/>
              <a:ext cx="6463" cy="5196"/>
            </a:xfrm>
            <a:custGeom>
              <a:avLst/>
              <a:gdLst>
                <a:gd name="connsiteX0" fmla="*/ 6464 w 6463"/>
                <a:gd name="connsiteY0" fmla="*/ 2662 h 5196"/>
                <a:gd name="connsiteX1" fmla="*/ 3295 w 6463"/>
                <a:gd name="connsiteY1" fmla="*/ 5196 h 5196"/>
                <a:gd name="connsiteX2" fmla="*/ 0 w 6463"/>
                <a:gd name="connsiteY2" fmla="*/ 2662 h 5196"/>
                <a:gd name="connsiteX3" fmla="*/ 3295 w 6463"/>
                <a:gd name="connsiteY3" fmla="*/ 0 h 5196"/>
                <a:gd name="connsiteX4" fmla="*/ 6464 w 6463"/>
                <a:gd name="connsiteY4" fmla="*/ 2662 h 5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196">
                  <a:moveTo>
                    <a:pt x="6464" y="2662"/>
                  </a:moveTo>
                  <a:lnTo>
                    <a:pt x="3295" y="5196"/>
                  </a:lnTo>
                  <a:lnTo>
                    <a:pt x="0" y="2662"/>
                  </a:lnTo>
                  <a:lnTo>
                    <a:pt x="3295" y="0"/>
                  </a:lnTo>
                  <a:lnTo>
                    <a:pt x="6464" y="266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4D1BBFEB-FCE4-2DC5-04C7-EAF2586A4DAA}"/>
                </a:ext>
              </a:extLst>
            </p:cNvPr>
            <p:cNvSpPr/>
            <p:nvPr/>
          </p:nvSpPr>
          <p:spPr>
            <a:xfrm>
              <a:off x="6287498" y="4627540"/>
              <a:ext cx="8111" cy="6463"/>
            </a:xfrm>
            <a:custGeom>
              <a:avLst/>
              <a:gdLst>
                <a:gd name="connsiteX0" fmla="*/ 8111 w 8111"/>
                <a:gd name="connsiteY0" fmla="*/ 3295 h 6463"/>
                <a:gd name="connsiteX1" fmla="*/ 4056 w 8111"/>
                <a:gd name="connsiteY1" fmla="*/ 6463 h 6463"/>
                <a:gd name="connsiteX2" fmla="*/ 0 w 8111"/>
                <a:gd name="connsiteY2" fmla="*/ 3295 h 6463"/>
                <a:gd name="connsiteX3" fmla="*/ 4056 w 8111"/>
                <a:gd name="connsiteY3" fmla="*/ 0 h 6463"/>
                <a:gd name="connsiteX4" fmla="*/ 8111 w 8111"/>
                <a:gd name="connsiteY4" fmla="*/ 3295 h 6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11" h="6463">
                  <a:moveTo>
                    <a:pt x="8111" y="3295"/>
                  </a:moveTo>
                  <a:lnTo>
                    <a:pt x="4056" y="6463"/>
                  </a:lnTo>
                  <a:lnTo>
                    <a:pt x="0" y="3295"/>
                  </a:lnTo>
                  <a:lnTo>
                    <a:pt x="4056" y="0"/>
                  </a:lnTo>
                  <a:lnTo>
                    <a:pt x="8111" y="32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04E3B06E-EA70-F25F-0CC1-E768240E9BBB}"/>
                </a:ext>
              </a:extLst>
            </p:cNvPr>
            <p:cNvSpPr/>
            <p:nvPr/>
          </p:nvSpPr>
          <p:spPr>
            <a:xfrm>
              <a:off x="6156327" y="4631849"/>
              <a:ext cx="8617" cy="6843"/>
            </a:xfrm>
            <a:custGeom>
              <a:avLst/>
              <a:gdLst>
                <a:gd name="connsiteX0" fmla="*/ 8618 w 8617"/>
                <a:gd name="connsiteY0" fmla="*/ 3422 h 6843"/>
                <a:gd name="connsiteX1" fmla="*/ 4309 w 8617"/>
                <a:gd name="connsiteY1" fmla="*/ 6844 h 6843"/>
                <a:gd name="connsiteX2" fmla="*/ 0 w 8617"/>
                <a:gd name="connsiteY2" fmla="*/ 3422 h 6843"/>
                <a:gd name="connsiteX3" fmla="*/ 4309 w 8617"/>
                <a:gd name="connsiteY3" fmla="*/ 0 h 6843"/>
                <a:gd name="connsiteX4" fmla="*/ 8618 w 8617"/>
                <a:gd name="connsiteY4" fmla="*/ 3422 h 6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7" h="6843">
                  <a:moveTo>
                    <a:pt x="8618" y="3422"/>
                  </a:moveTo>
                  <a:lnTo>
                    <a:pt x="4309" y="6844"/>
                  </a:lnTo>
                  <a:lnTo>
                    <a:pt x="0" y="3422"/>
                  </a:lnTo>
                  <a:lnTo>
                    <a:pt x="4309" y="0"/>
                  </a:lnTo>
                  <a:lnTo>
                    <a:pt x="8618" y="342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2138B8C8-19E0-293A-8F84-ACC86BBE4B32}"/>
                </a:ext>
              </a:extLst>
            </p:cNvPr>
            <p:cNvSpPr/>
            <p:nvPr/>
          </p:nvSpPr>
          <p:spPr>
            <a:xfrm>
              <a:off x="6024902" y="4627033"/>
              <a:ext cx="9505" cy="7477"/>
            </a:xfrm>
            <a:custGeom>
              <a:avLst/>
              <a:gdLst>
                <a:gd name="connsiteX0" fmla="*/ 9505 w 9505"/>
                <a:gd name="connsiteY0" fmla="*/ 3802 h 7477"/>
                <a:gd name="connsiteX1" fmla="*/ 4816 w 9505"/>
                <a:gd name="connsiteY1" fmla="*/ 7477 h 7477"/>
                <a:gd name="connsiteX2" fmla="*/ 0 w 9505"/>
                <a:gd name="connsiteY2" fmla="*/ 3802 h 7477"/>
                <a:gd name="connsiteX3" fmla="*/ 4816 w 9505"/>
                <a:gd name="connsiteY3" fmla="*/ 0 h 7477"/>
                <a:gd name="connsiteX4" fmla="*/ 9505 w 9505"/>
                <a:gd name="connsiteY4" fmla="*/ 3802 h 7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05" h="7477">
                  <a:moveTo>
                    <a:pt x="9505" y="3802"/>
                  </a:moveTo>
                  <a:lnTo>
                    <a:pt x="4816" y="7477"/>
                  </a:lnTo>
                  <a:lnTo>
                    <a:pt x="0" y="3802"/>
                  </a:lnTo>
                  <a:lnTo>
                    <a:pt x="4816" y="0"/>
                  </a:lnTo>
                  <a:lnTo>
                    <a:pt x="9505" y="380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AA984BE5-FAEC-7BF3-CF0C-C303B98D19DA}"/>
                </a:ext>
              </a:extLst>
            </p:cNvPr>
            <p:cNvSpPr/>
            <p:nvPr/>
          </p:nvSpPr>
          <p:spPr>
            <a:xfrm>
              <a:off x="5894997" y="4613472"/>
              <a:ext cx="9378" cy="7477"/>
            </a:xfrm>
            <a:custGeom>
              <a:avLst/>
              <a:gdLst>
                <a:gd name="connsiteX0" fmla="*/ 9378 w 9378"/>
                <a:gd name="connsiteY0" fmla="*/ 3802 h 7477"/>
                <a:gd name="connsiteX1" fmla="*/ 4689 w 9378"/>
                <a:gd name="connsiteY1" fmla="*/ 7477 h 7477"/>
                <a:gd name="connsiteX2" fmla="*/ 0 w 9378"/>
                <a:gd name="connsiteY2" fmla="*/ 3802 h 7477"/>
                <a:gd name="connsiteX3" fmla="*/ 4689 w 9378"/>
                <a:gd name="connsiteY3" fmla="*/ 0 h 7477"/>
                <a:gd name="connsiteX4" fmla="*/ 9378 w 9378"/>
                <a:gd name="connsiteY4" fmla="*/ 3802 h 7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78" h="7477">
                  <a:moveTo>
                    <a:pt x="9378" y="3802"/>
                  </a:moveTo>
                  <a:lnTo>
                    <a:pt x="4689" y="7477"/>
                  </a:lnTo>
                  <a:lnTo>
                    <a:pt x="0" y="3802"/>
                  </a:lnTo>
                  <a:lnTo>
                    <a:pt x="4689" y="0"/>
                  </a:lnTo>
                  <a:lnTo>
                    <a:pt x="9378" y="380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166637DC-3C26-82E2-C617-C9526630E444}"/>
                </a:ext>
              </a:extLst>
            </p:cNvPr>
            <p:cNvSpPr/>
            <p:nvPr/>
          </p:nvSpPr>
          <p:spPr>
            <a:xfrm>
              <a:off x="5766614" y="4590660"/>
              <a:ext cx="10265" cy="8110"/>
            </a:xfrm>
            <a:custGeom>
              <a:avLst/>
              <a:gdLst>
                <a:gd name="connsiteX0" fmla="*/ 10266 w 10265"/>
                <a:gd name="connsiteY0" fmla="*/ 4056 h 8110"/>
                <a:gd name="connsiteX1" fmla="*/ 5196 w 10265"/>
                <a:gd name="connsiteY1" fmla="*/ 8111 h 8110"/>
                <a:gd name="connsiteX2" fmla="*/ 0 w 10265"/>
                <a:gd name="connsiteY2" fmla="*/ 4056 h 8110"/>
                <a:gd name="connsiteX3" fmla="*/ 5196 w 10265"/>
                <a:gd name="connsiteY3" fmla="*/ 0 h 8110"/>
                <a:gd name="connsiteX4" fmla="*/ 10266 w 10265"/>
                <a:gd name="connsiteY4" fmla="*/ 4056 h 8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5" h="8110">
                  <a:moveTo>
                    <a:pt x="10266" y="4056"/>
                  </a:moveTo>
                  <a:lnTo>
                    <a:pt x="5196" y="8111"/>
                  </a:lnTo>
                  <a:lnTo>
                    <a:pt x="0" y="4056"/>
                  </a:lnTo>
                  <a:lnTo>
                    <a:pt x="5196" y="0"/>
                  </a:lnTo>
                  <a:lnTo>
                    <a:pt x="10266" y="405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DA5B87F7-D16B-9A39-F76E-B10A97D4DA64}"/>
                </a:ext>
              </a:extLst>
            </p:cNvPr>
            <p:cNvSpPr/>
            <p:nvPr/>
          </p:nvSpPr>
          <p:spPr>
            <a:xfrm>
              <a:off x="5641272" y="4559103"/>
              <a:ext cx="11025" cy="8744"/>
            </a:xfrm>
            <a:custGeom>
              <a:avLst/>
              <a:gdLst>
                <a:gd name="connsiteX0" fmla="*/ 11026 w 11025"/>
                <a:gd name="connsiteY0" fmla="*/ 4309 h 8744"/>
                <a:gd name="connsiteX1" fmla="*/ 5450 w 11025"/>
                <a:gd name="connsiteY1" fmla="*/ 8744 h 8744"/>
                <a:gd name="connsiteX2" fmla="*/ 0 w 11025"/>
                <a:gd name="connsiteY2" fmla="*/ 4309 h 8744"/>
                <a:gd name="connsiteX3" fmla="*/ 5450 w 11025"/>
                <a:gd name="connsiteY3" fmla="*/ 0 h 8744"/>
                <a:gd name="connsiteX4" fmla="*/ 11026 w 11025"/>
                <a:gd name="connsiteY4" fmla="*/ 4309 h 8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25" h="8744">
                  <a:moveTo>
                    <a:pt x="11026" y="4309"/>
                  </a:moveTo>
                  <a:lnTo>
                    <a:pt x="5450" y="8744"/>
                  </a:lnTo>
                  <a:lnTo>
                    <a:pt x="0" y="4309"/>
                  </a:lnTo>
                  <a:lnTo>
                    <a:pt x="5450" y="0"/>
                  </a:lnTo>
                  <a:lnTo>
                    <a:pt x="11026" y="430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73AA93DA-CCD6-132B-932F-85EE36321F12}"/>
                </a:ext>
              </a:extLst>
            </p:cNvPr>
            <p:cNvSpPr/>
            <p:nvPr/>
          </p:nvSpPr>
          <p:spPr>
            <a:xfrm>
              <a:off x="5519859" y="4519054"/>
              <a:ext cx="11533" cy="9251"/>
            </a:xfrm>
            <a:custGeom>
              <a:avLst/>
              <a:gdLst>
                <a:gd name="connsiteX0" fmla="*/ 11533 w 11533"/>
                <a:gd name="connsiteY0" fmla="*/ 4562 h 9251"/>
                <a:gd name="connsiteX1" fmla="*/ 5703 w 11533"/>
                <a:gd name="connsiteY1" fmla="*/ 9251 h 9251"/>
                <a:gd name="connsiteX2" fmla="*/ 0 w 11533"/>
                <a:gd name="connsiteY2" fmla="*/ 4562 h 9251"/>
                <a:gd name="connsiteX3" fmla="*/ 5703 w 11533"/>
                <a:gd name="connsiteY3" fmla="*/ 0 h 9251"/>
                <a:gd name="connsiteX4" fmla="*/ 11533 w 11533"/>
                <a:gd name="connsiteY4" fmla="*/ 4562 h 9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33" h="9251">
                  <a:moveTo>
                    <a:pt x="11533" y="4562"/>
                  </a:moveTo>
                  <a:lnTo>
                    <a:pt x="5703" y="9251"/>
                  </a:lnTo>
                  <a:lnTo>
                    <a:pt x="0" y="4562"/>
                  </a:lnTo>
                  <a:lnTo>
                    <a:pt x="5703" y="0"/>
                  </a:lnTo>
                  <a:lnTo>
                    <a:pt x="11533" y="456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638537B0-F111-3E00-48A0-298D4FF135A9}"/>
                </a:ext>
              </a:extLst>
            </p:cNvPr>
            <p:cNvSpPr/>
            <p:nvPr/>
          </p:nvSpPr>
          <p:spPr>
            <a:xfrm>
              <a:off x="5403515" y="4471021"/>
              <a:ext cx="11659" cy="9251"/>
            </a:xfrm>
            <a:custGeom>
              <a:avLst/>
              <a:gdLst>
                <a:gd name="connsiteX0" fmla="*/ 11660 w 11659"/>
                <a:gd name="connsiteY0" fmla="*/ 4689 h 9251"/>
                <a:gd name="connsiteX1" fmla="*/ 5830 w 11659"/>
                <a:gd name="connsiteY1" fmla="*/ 9252 h 9251"/>
                <a:gd name="connsiteX2" fmla="*/ 0 w 11659"/>
                <a:gd name="connsiteY2" fmla="*/ 4689 h 9251"/>
                <a:gd name="connsiteX3" fmla="*/ 5830 w 11659"/>
                <a:gd name="connsiteY3" fmla="*/ 0 h 9251"/>
                <a:gd name="connsiteX4" fmla="*/ 11660 w 11659"/>
                <a:gd name="connsiteY4" fmla="*/ 4689 h 9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59" h="9251">
                  <a:moveTo>
                    <a:pt x="11660" y="4689"/>
                  </a:moveTo>
                  <a:lnTo>
                    <a:pt x="5830" y="9252"/>
                  </a:lnTo>
                  <a:lnTo>
                    <a:pt x="0" y="4689"/>
                  </a:lnTo>
                  <a:lnTo>
                    <a:pt x="5830" y="0"/>
                  </a:lnTo>
                  <a:lnTo>
                    <a:pt x="11660" y="468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EADB5B59-6FF2-3745-A12F-BE2EF1EDB4F2}"/>
                </a:ext>
              </a:extLst>
            </p:cNvPr>
            <p:cNvSpPr/>
            <p:nvPr/>
          </p:nvSpPr>
          <p:spPr>
            <a:xfrm>
              <a:off x="5293002" y="4415257"/>
              <a:ext cx="11659" cy="9125"/>
            </a:xfrm>
            <a:custGeom>
              <a:avLst/>
              <a:gdLst>
                <a:gd name="connsiteX0" fmla="*/ 11659 w 11659"/>
                <a:gd name="connsiteY0" fmla="*/ 4562 h 9125"/>
                <a:gd name="connsiteX1" fmla="*/ 5830 w 11659"/>
                <a:gd name="connsiteY1" fmla="*/ 9125 h 9125"/>
                <a:gd name="connsiteX2" fmla="*/ 0 w 11659"/>
                <a:gd name="connsiteY2" fmla="*/ 4562 h 9125"/>
                <a:gd name="connsiteX3" fmla="*/ 5830 w 11659"/>
                <a:gd name="connsiteY3" fmla="*/ 0 h 9125"/>
                <a:gd name="connsiteX4" fmla="*/ 11659 w 11659"/>
                <a:gd name="connsiteY4" fmla="*/ 4562 h 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59" h="9125">
                  <a:moveTo>
                    <a:pt x="11659" y="4562"/>
                  </a:moveTo>
                  <a:lnTo>
                    <a:pt x="5830" y="9125"/>
                  </a:lnTo>
                  <a:lnTo>
                    <a:pt x="0" y="4562"/>
                  </a:lnTo>
                  <a:lnTo>
                    <a:pt x="5830" y="0"/>
                  </a:lnTo>
                  <a:lnTo>
                    <a:pt x="11659" y="456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99C734C5-0271-1A29-82B7-1B5C9ADBEDCC}"/>
                </a:ext>
              </a:extLst>
            </p:cNvPr>
            <p:cNvSpPr/>
            <p:nvPr/>
          </p:nvSpPr>
          <p:spPr>
            <a:xfrm>
              <a:off x="5188698" y="4351636"/>
              <a:ext cx="12293" cy="9758"/>
            </a:xfrm>
            <a:custGeom>
              <a:avLst/>
              <a:gdLst>
                <a:gd name="connsiteX0" fmla="*/ 12293 w 12293"/>
                <a:gd name="connsiteY0" fmla="*/ 4816 h 9758"/>
                <a:gd name="connsiteX1" fmla="*/ 6083 w 12293"/>
                <a:gd name="connsiteY1" fmla="*/ 9759 h 9758"/>
                <a:gd name="connsiteX2" fmla="*/ 0 w 12293"/>
                <a:gd name="connsiteY2" fmla="*/ 4816 h 9758"/>
                <a:gd name="connsiteX3" fmla="*/ 6083 w 12293"/>
                <a:gd name="connsiteY3" fmla="*/ 0 h 9758"/>
                <a:gd name="connsiteX4" fmla="*/ 12293 w 12293"/>
                <a:gd name="connsiteY4" fmla="*/ 4816 h 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93" h="9758">
                  <a:moveTo>
                    <a:pt x="12293" y="4816"/>
                  </a:moveTo>
                  <a:lnTo>
                    <a:pt x="6083" y="9759"/>
                  </a:lnTo>
                  <a:lnTo>
                    <a:pt x="0" y="4816"/>
                  </a:lnTo>
                  <a:lnTo>
                    <a:pt x="6083" y="0"/>
                  </a:lnTo>
                  <a:lnTo>
                    <a:pt x="12293" y="481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BD0DF737-E1C8-4423-8B0A-09DDA73D7CB3}"/>
                </a:ext>
              </a:extLst>
            </p:cNvPr>
            <p:cNvSpPr/>
            <p:nvPr/>
          </p:nvSpPr>
          <p:spPr>
            <a:xfrm>
              <a:off x="5092378" y="4281677"/>
              <a:ext cx="11659" cy="9251"/>
            </a:xfrm>
            <a:custGeom>
              <a:avLst/>
              <a:gdLst>
                <a:gd name="connsiteX0" fmla="*/ 11660 w 11659"/>
                <a:gd name="connsiteY0" fmla="*/ 4563 h 9251"/>
                <a:gd name="connsiteX1" fmla="*/ 5830 w 11659"/>
                <a:gd name="connsiteY1" fmla="*/ 9252 h 9251"/>
                <a:gd name="connsiteX2" fmla="*/ 0 w 11659"/>
                <a:gd name="connsiteY2" fmla="*/ 4563 h 9251"/>
                <a:gd name="connsiteX3" fmla="*/ 5830 w 11659"/>
                <a:gd name="connsiteY3" fmla="*/ 0 h 9251"/>
                <a:gd name="connsiteX4" fmla="*/ 11660 w 11659"/>
                <a:gd name="connsiteY4" fmla="*/ 4563 h 9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59" h="9251">
                  <a:moveTo>
                    <a:pt x="11660" y="4563"/>
                  </a:moveTo>
                  <a:lnTo>
                    <a:pt x="5830" y="9252"/>
                  </a:lnTo>
                  <a:lnTo>
                    <a:pt x="0" y="4563"/>
                  </a:lnTo>
                  <a:lnTo>
                    <a:pt x="5830" y="0"/>
                  </a:lnTo>
                  <a:lnTo>
                    <a:pt x="11660" y="456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E74E19BB-81EF-8864-8DEC-966149AAF3F7}"/>
                </a:ext>
              </a:extLst>
            </p:cNvPr>
            <p:cNvSpPr/>
            <p:nvPr/>
          </p:nvSpPr>
          <p:spPr>
            <a:xfrm>
              <a:off x="5003790" y="4205002"/>
              <a:ext cx="11659" cy="9251"/>
            </a:xfrm>
            <a:custGeom>
              <a:avLst/>
              <a:gdLst>
                <a:gd name="connsiteX0" fmla="*/ 11659 w 11659"/>
                <a:gd name="connsiteY0" fmla="*/ 4562 h 9251"/>
                <a:gd name="connsiteX1" fmla="*/ 5830 w 11659"/>
                <a:gd name="connsiteY1" fmla="*/ 9251 h 9251"/>
                <a:gd name="connsiteX2" fmla="*/ 0 w 11659"/>
                <a:gd name="connsiteY2" fmla="*/ 4562 h 9251"/>
                <a:gd name="connsiteX3" fmla="*/ 5830 w 11659"/>
                <a:gd name="connsiteY3" fmla="*/ 0 h 9251"/>
                <a:gd name="connsiteX4" fmla="*/ 11659 w 11659"/>
                <a:gd name="connsiteY4" fmla="*/ 4562 h 9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59" h="9251">
                  <a:moveTo>
                    <a:pt x="11659" y="4562"/>
                  </a:moveTo>
                  <a:lnTo>
                    <a:pt x="5830" y="9251"/>
                  </a:lnTo>
                  <a:lnTo>
                    <a:pt x="0" y="4562"/>
                  </a:lnTo>
                  <a:lnTo>
                    <a:pt x="5830" y="0"/>
                  </a:lnTo>
                  <a:lnTo>
                    <a:pt x="11659" y="456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D96E5747-FFE8-4D78-76FA-A2D338563E0E}"/>
                </a:ext>
              </a:extLst>
            </p:cNvPr>
            <p:cNvSpPr/>
            <p:nvPr/>
          </p:nvSpPr>
          <p:spPr>
            <a:xfrm>
              <a:off x="4923693" y="4122244"/>
              <a:ext cx="12293" cy="9758"/>
            </a:xfrm>
            <a:custGeom>
              <a:avLst/>
              <a:gdLst>
                <a:gd name="connsiteX0" fmla="*/ 12293 w 12293"/>
                <a:gd name="connsiteY0" fmla="*/ 4943 h 9758"/>
                <a:gd name="connsiteX1" fmla="*/ 6083 w 12293"/>
                <a:gd name="connsiteY1" fmla="*/ 9759 h 9758"/>
                <a:gd name="connsiteX2" fmla="*/ 0 w 12293"/>
                <a:gd name="connsiteY2" fmla="*/ 4943 h 9758"/>
                <a:gd name="connsiteX3" fmla="*/ 6083 w 12293"/>
                <a:gd name="connsiteY3" fmla="*/ 0 h 9758"/>
                <a:gd name="connsiteX4" fmla="*/ 12293 w 12293"/>
                <a:gd name="connsiteY4" fmla="*/ 4943 h 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93" h="9758">
                  <a:moveTo>
                    <a:pt x="12293" y="4943"/>
                  </a:moveTo>
                  <a:lnTo>
                    <a:pt x="6083" y="9759"/>
                  </a:lnTo>
                  <a:lnTo>
                    <a:pt x="0" y="4943"/>
                  </a:lnTo>
                  <a:lnTo>
                    <a:pt x="6083" y="0"/>
                  </a:lnTo>
                  <a:lnTo>
                    <a:pt x="12293" y="494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9384584D-5FA0-37C7-097F-17E81861009F}"/>
                </a:ext>
              </a:extLst>
            </p:cNvPr>
            <p:cNvSpPr/>
            <p:nvPr/>
          </p:nvSpPr>
          <p:spPr>
            <a:xfrm>
              <a:off x="4853608" y="4034923"/>
              <a:ext cx="11533" cy="9125"/>
            </a:xfrm>
            <a:custGeom>
              <a:avLst/>
              <a:gdLst>
                <a:gd name="connsiteX0" fmla="*/ 11533 w 11533"/>
                <a:gd name="connsiteY0" fmla="*/ 4563 h 9125"/>
                <a:gd name="connsiteX1" fmla="*/ 5830 w 11533"/>
                <a:gd name="connsiteY1" fmla="*/ 9125 h 9125"/>
                <a:gd name="connsiteX2" fmla="*/ 0 w 11533"/>
                <a:gd name="connsiteY2" fmla="*/ 4563 h 9125"/>
                <a:gd name="connsiteX3" fmla="*/ 5830 w 11533"/>
                <a:gd name="connsiteY3" fmla="*/ 0 h 9125"/>
                <a:gd name="connsiteX4" fmla="*/ 11533 w 11533"/>
                <a:gd name="connsiteY4" fmla="*/ 4563 h 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33" h="9125">
                  <a:moveTo>
                    <a:pt x="11533" y="4563"/>
                  </a:moveTo>
                  <a:lnTo>
                    <a:pt x="5830" y="9125"/>
                  </a:lnTo>
                  <a:lnTo>
                    <a:pt x="0" y="4563"/>
                  </a:lnTo>
                  <a:lnTo>
                    <a:pt x="5830" y="0"/>
                  </a:lnTo>
                  <a:lnTo>
                    <a:pt x="11533" y="456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5BED18E6-2F57-BE63-B9F2-68D808976990}"/>
                </a:ext>
              </a:extLst>
            </p:cNvPr>
            <p:cNvSpPr/>
            <p:nvPr/>
          </p:nvSpPr>
          <p:spPr>
            <a:xfrm>
              <a:off x="4793155" y="3942659"/>
              <a:ext cx="11532" cy="9125"/>
            </a:xfrm>
            <a:custGeom>
              <a:avLst/>
              <a:gdLst>
                <a:gd name="connsiteX0" fmla="*/ 11533 w 11532"/>
                <a:gd name="connsiteY0" fmla="*/ 4563 h 9125"/>
                <a:gd name="connsiteX1" fmla="*/ 5830 w 11532"/>
                <a:gd name="connsiteY1" fmla="*/ 9125 h 9125"/>
                <a:gd name="connsiteX2" fmla="*/ 0 w 11532"/>
                <a:gd name="connsiteY2" fmla="*/ 4563 h 9125"/>
                <a:gd name="connsiteX3" fmla="*/ 5830 w 11532"/>
                <a:gd name="connsiteY3" fmla="*/ 0 h 9125"/>
                <a:gd name="connsiteX4" fmla="*/ 11533 w 11532"/>
                <a:gd name="connsiteY4" fmla="*/ 4563 h 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32" h="9125">
                  <a:moveTo>
                    <a:pt x="11533" y="4563"/>
                  </a:moveTo>
                  <a:lnTo>
                    <a:pt x="5830" y="9125"/>
                  </a:lnTo>
                  <a:lnTo>
                    <a:pt x="0" y="4563"/>
                  </a:lnTo>
                  <a:lnTo>
                    <a:pt x="5830" y="0"/>
                  </a:lnTo>
                  <a:lnTo>
                    <a:pt x="11533" y="456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4A0DC708-99F7-68D5-35D3-75B023AA62A6}"/>
                </a:ext>
              </a:extLst>
            </p:cNvPr>
            <p:cNvSpPr/>
            <p:nvPr/>
          </p:nvSpPr>
          <p:spPr>
            <a:xfrm>
              <a:off x="4743221" y="3846846"/>
              <a:ext cx="11025" cy="8744"/>
            </a:xfrm>
            <a:custGeom>
              <a:avLst/>
              <a:gdLst>
                <a:gd name="connsiteX0" fmla="*/ 11026 w 11025"/>
                <a:gd name="connsiteY0" fmla="*/ 4309 h 8744"/>
                <a:gd name="connsiteX1" fmla="*/ 5576 w 11025"/>
                <a:gd name="connsiteY1" fmla="*/ 8745 h 8744"/>
                <a:gd name="connsiteX2" fmla="*/ 0 w 11025"/>
                <a:gd name="connsiteY2" fmla="*/ 4309 h 8744"/>
                <a:gd name="connsiteX3" fmla="*/ 5576 w 11025"/>
                <a:gd name="connsiteY3" fmla="*/ 0 h 8744"/>
                <a:gd name="connsiteX4" fmla="*/ 11026 w 11025"/>
                <a:gd name="connsiteY4" fmla="*/ 4309 h 8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25" h="8744">
                  <a:moveTo>
                    <a:pt x="11026" y="4309"/>
                  </a:moveTo>
                  <a:lnTo>
                    <a:pt x="5576" y="8745"/>
                  </a:lnTo>
                  <a:lnTo>
                    <a:pt x="0" y="4309"/>
                  </a:lnTo>
                  <a:lnTo>
                    <a:pt x="5576" y="0"/>
                  </a:lnTo>
                  <a:lnTo>
                    <a:pt x="11026" y="430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A7DED52D-BF75-5E45-4F7D-EAF8747EDCB4}"/>
                </a:ext>
              </a:extLst>
            </p:cNvPr>
            <p:cNvSpPr/>
            <p:nvPr/>
          </p:nvSpPr>
          <p:spPr>
            <a:xfrm>
              <a:off x="4703806" y="3747739"/>
              <a:ext cx="11025" cy="8744"/>
            </a:xfrm>
            <a:custGeom>
              <a:avLst/>
              <a:gdLst>
                <a:gd name="connsiteX0" fmla="*/ 11026 w 11025"/>
                <a:gd name="connsiteY0" fmla="*/ 4309 h 8744"/>
                <a:gd name="connsiteX1" fmla="*/ 5576 w 11025"/>
                <a:gd name="connsiteY1" fmla="*/ 8745 h 8744"/>
                <a:gd name="connsiteX2" fmla="*/ 0 w 11025"/>
                <a:gd name="connsiteY2" fmla="*/ 4309 h 8744"/>
                <a:gd name="connsiteX3" fmla="*/ 5576 w 11025"/>
                <a:gd name="connsiteY3" fmla="*/ 0 h 8744"/>
                <a:gd name="connsiteX4" fmla="*/ 11026 w 11025"/>
                <a:gd name="connsiteY4" fmla="*/ 4309 h 8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25" h="8744">
                  <a:moveTo>
                    <a:pt x="11026" y="4309"/>
                  </a:moveTo>
                  <a:lnTo>
                    <a:pt x="5576" y="8745"/>
                  </a:lnTo>
                  <a:lnTo>
                    <a:pt x="0" y="4309"/>
                  </a:lnTo>
                  <a:lnTo>
                    <a:pt x="5576" y="0"/>
                  </a:lnTo>
                  <a:lnTo>
                    <a:pt x="11026" y="430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CAEA8D61-4F9B-116C-6620-C8E3BA2DD491}"/>
                </a:ext>
              </a:extLst>
            </p:cNvPr>
            <p:cNvSpPr/>
            <p:nvPr/>
          </p:nvSpPr>
          <p:spPr>
            <a:xfrm>
              <a:off x="4675924" y="3646477"/>
              <a:ext cx="10138" cy="8110"/>
            </a:xfrm>
            <a:custGeom>
              <a:avLst/>
              <a:gdLst>
                <a:gd name="connsiteX0" fmla="*/ 10139 w 10138"/>
                <a:gd name="connsiteY0" fmla="*/ 4056 h 8110"/>
                <a:gd name="connsiteX1" fmla="*/ 5069 w 10138"/>
                <a:gd name="connsiteY1" fmla="*/ 8111 h 8110"/>
                <a:gd name="connsiteX2" fmla="*/ 0 w 10138"/>
                <a:gd name="connsiteY2" fmla="*/ 4056 h 8110"/>
                <a:gd name="connsiteX3" fmla="*/ 5069 w 10138"/>
                <a:gd name="connsiteY3" fmla="*/ 0 h 8110"/>
                <a:gd name="connsiteX4" fmla="*/ 10139 w 10138"/>
                <a:gd name="connsiteY4" fmla="*/ 4056 h 8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38" h="8110">
                  <a:moveTo>
                    <a:pt x="10139" y="4056"/>
                  </a:moveTo>
                  <a:lnTo>
                    <a:pt x="5069" y="8111"/>
                  </a:lnTo>
                  <a:lnTo>
                    <a:pt x="0" y="4056"/>
                  </a:lnTo>
                  <a:lnTo>
                    <a:pt x="5069" y="0"/>
                  </a:lnTo>
                  <a:lnTo>
                    <a:pt x="10139" y="405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3DE1A5AD-7D3F-7B21-6732-0B7ADE20A163}"/>
                </a:ext>
              </a:extLst>
            </p:cNvPr>
            <p:cNvSpPr/>
            <p:nvPr/>
          </p:nvSpPr>
          <p:spPr>
            <a:xfrm>
              <a:off x="4659195" y="3543694"/>
              <a:ext cx="9378" cy="7604"/>
            </a:xfrm>
            <a:custGeom>
              <a:avLst/>
              <a:gdLst>
                <a:gd name="connsiteX0" fmla="*/ 9378 w 9378"/>
                <a:gd name="connsiteY0" fmla="*/ 3802 h 7604"/>
                <a:gd name="connsiteX1" fmla="*/ 4689 w 9378"/>
                <a:gd name="connsiteY1" fmla="*/ 7604 h 7604"/>
                <a:gd name="connsiteX2" fmla="*/ 0 w 9378"/>
                <a:gd name="connsiteY2" fmla="*/ 3802 h 7604"/>
                <a:gd name="connsiteX3" fmla="*/ 4689 w 9378"/>
                <a:gd name="connsiteY3" fmla="*/ 0 h 7604"/>
                <a:gd name="connsiteX4" fmla="*/ 9378 w 9378"/>
                <a:gd name="connsiteY4" fmla="*/ 3802 h 7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78" h="7604">
                  <a:moveTo>
                    <a:pt x="9378" y="3802"/>
                  </a:moveTo>
                  <a:lnTo>
                    <a:pt x="4689" y="7604"/>
                  </a:lnTo>
                  <a:lnTo>
                    <a:pt x="0" y="3802"/>
                  </a:lnTo>
                  <a:lnTo>
                    <a:pt x="4689" y="0"/>
                  </a:lnTo>
                  <a:lnTo>
                    <a:pt x="9378" y="380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DCBCD9CE-FD72-4673-FD63-C8D518D74DFB}"/>
                </a:ext>
              </a:extLst>
            </p:cNvPr>
            <p:cNvSpPr/>
            <p:nvPr/>
          </p:nvSpPr>
          <p:spPr>
            <a:xfrm>
              <a:off x="4653872" y="3440151"/>
              <a:ext cx="8618" cy="6843"/>
            </a:xfrm>
            <a:custGeom>
              <a:avLst/>
              <a:gdLst>
                <a:gd name="connsiteX0" fmla="*/ 8618 w 8618"/>
                <a:gd name="connsiteY0" fmla="*/ 3422 h 6843"/>
                <a:gd name="connsiteX1" fmla="*/ 4309 w 8618"/>
                <a:gd name="connsiteY1" fmla="*/ 6844 h 6843"/>
                <a:gd name="connsiteX2" fmla="*/ 0 w 8618"/>
                <a:gd name="connsiteY2" fmla="*/ 3422 h 6843"/>
                <a:gd name="connsiteX3" fmla="*/ 4309 w 8618"/>
                <a:gd name="connsiteY3" fmla="*/ 0 h 6843"/>
                <a:gd name="connsiteX4" fmla="*/ 8618 w 8618"/>
                <a:gd name="connsiteY4" fmla="*/ 3422 h 6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8" h="6843">
                  <a:moveTo>
                    <a:pt x="8618" y="3422"/>
                  </a:moveTo>
                  <a:lnTo>
                    <a:pt x="4309" y="6844"/>
                  </a:lnTo>
                  <a:lnTo>
                    <a:pt x="0" y="3422"/>
                  </a:lnTo>
                  <a:lnTo>
                    <a:pt x="4309" y="0"/>
                  </a:lnTo>
                  <a:lnTo>
                    <a:pt x="8618" y="342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3B187029-6D51-70BA-2B26-0CBB7DCDBB9E}"/>
                </a:ext>
              </a:extLst>
            </p:cNvPr>
            <p:cNvSpPr/>
            <p:nvPr/>
          </p:nvSpPr>
          <p:spPr>
            <a:xfrm>
              <a:off x="4659828" y="3336607"/>
              <a:ext cx="8111" cy="6336"/>
            </a:xfrm>
            <a:custGeom>
              <a:avLst/>
              <a:gdLst>
                <a:gd name="connsiteX0" fmla="*/ 8111 w 8111"/>
                <a:gd name="connsiteY0" fmla="*/ 3168 h 6336"/>
                <a:gd name="connsiteX1" fmla="*/ 4056 w 8111"/>
                <a:gd name="connsiteY1" fmla="*/ 6337 h 6336"/>
                <a:gd name="connsiteX2" fmla="*/ 0 w 8111"/>
                <a:gd name="connsiteY2" fmla="*/ 3168 h 6336"/>
                <a:gd name="connsiteX3" fmla="*/ 4056 w 8111"/>
                <a:gd name="connsiteY3" fmla="*/ 0 h 6336"/>
                <a:gd name="connsiteX4" fmla="*/ 8111 w 8111"/>
                <a:gd name="connsiteY4" fmla="*/ 3168 h 6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11" h="6336">
                  <a:moveTo>
                    <a:pt x="8111" y="3168"/>
                  </a:moveTo>
                  <a:lnTo>
                    <a:pt x="4056" y="6337"/>
                  </a:lnTo>
                  <a:lnTo>
                    <a:pt x="0" y="3168"/>
                  </a:lnTo>
                  <a:lnTo>
                    <a:pt x="4056" y="0"/>
                  </a:lnTo>
                  <a:lnTo>
                    <a:pt x="8111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5B19E62E-FC8D-340A-4F42-4BD290CD41BE}"/>
                </a:ext>
              </a:extLst>
            </p:cNvPr>
            <p:cNvSpPr/>
            <p:nvPr/>
          </p:nvSpPr>
          <p:spPr>
            <a:xfrm>
              <a:off x="4677318" y="3233825"/>
              <a:ext cx="7350" cy="5703"/>
            </a:xfrm>
            <a:custGeom>
              <a:avLst/>
              <a:gdLst>
                <a:gd name="connsiteX0" fmla="*/ 7351 w 7350"/>
                <a:gd name="connsiteY0" fmla="*/ 2915 h 5703"/>
                <a:gd name="connsiteX1" fmla="*/ 3675 w 7350"/>
                <a:gd name="connsiteY1" fmla="*/ 5703 h 5703"/>
                <a:gd name="connsiteX2" fmla="*/ 0 w 7350"/>
                <a:gd name="connsiteY2" fmla="*/ 2915 h 5703"/>
                <a:gd name="connsiteX3" fmla="*/ 3675 w 7350"/>
                <a:gd name="connsiteY3" fmla="*/ 0 h 5703"/>
                <a:gd name="connsiteX4" fmla="*/ 7351 w 7350"/>
                <a:gd name="connsiteY4" fmla="*/ 2915 h 5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0" h="5703">
                  <a:moveTo>
                    <a:pt x="7351" y="2915"/>
                  </a:moveTo>
                  <a:lnTo>
                    <a:pt x="3675" y="5703"/>
                  </a:lnTo>
                  <a:lnTo>
                    <a:pt x="0" y="2915"/>
                  </a:lnTo>
                  <a:lnTo>
                    <a:pt x="3675" y="0"/>
                  </a:lnTo>
                  <a:lnTo>
                    <a:pt x="7351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87423318-81FA-2B6E-D076-542729261F3C}"/>
                </a:ext>
              </a:extLst>
            </p:cNvPr>
            <p:cNvSpPr/>
            <p:nvPr/>
          </p:nvSpPr>
          <p:spPr>
            <a:xfrm>
              <a:off x="4706087" y="3132563"/>
              <a:ext cx="6463" cy="5196"/>
            </a:xfrm>
            <a:custGeom>
              <a:avLst/>
              <a:gdLst>
                <a:gd name="connsiteX0" fmla="*/ 6464 w 6463"/>
                <a:gd name="connsiteY0" fmla="*/ 2662 h 5196"/>
                <a:gd name="connsiteX1" fmla="*/ 3295 w 6463"/>
                <a:gd name="connsiteY1" fmla="*/ 5196 h 5196"/>
                <a:gd name="connsiteX2" fmla="*/ 0 w 6463"/>
                <a:gd name="connsiteY2" fmla="*/ 2662 h 5196"/>
                <a:gd name="connsiteX3" fmla="*/ 3295 w 6463"/>
                <a:gd name="connsiteY3" fmla="*/ 0 h 5196"/>
                <a:gd name="connsiteX4" fmla="*/ 6464 w 6463"/>
                <a:gd name="connsiteY4" fmla="*/ 2662 h 5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196">
                  <a:moveTo>
                    <a:pt x="6464" y="2662"/>
                  </a:moveTo>
                  <a:lnTo>
                    <a:pt x="3295" y="5196"/>
                  </a:lnTo>
                  <a:lnTo>
                    <a:pt x="0" y="2662"/>
                  </a:lnTo>
                  <a:lnTo>
                    <a:pt x="3295" y="0"/>
                  </a:lnTo>
                  <a:lnTo>
                    <a:pt x="6464" y="266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E99D7DA6-D7B6-374E-16BF-3B82391B00FB}"/>
                </a:ext>
              </a:extLst>
            </p:cNvPr>
            <p:cNvSpPr/>
            <p:nvPr/>
          </p:nvSpPr>
          <p:spPr>
            <a:xfrm>
              <a:off x="4746262" y="3033962"/>
              <a:ext cx="5069" cy="4055"/>
            </a:xfrm>
            <a:custGeom>
              <a:avLst/>
              <a:gdLst>
                <a:gd name="connsiteX0" fmla="*/ 5069 w 5069"/>
                <a:gd name="connsiteY0" fmla="*/ 2028 h 4055"/>
                <a:gd name="connsiteX1" fmla="*/ 2535 w 5069"/>
                <a:gd name="connsiteY1" fmla="*/ 4055 h 4055"/>
                <a:gd name="connsiteX2" fmla="*/ 0 w 5069"/>
                <a:gd name="connsiteY2" fmla="*/ 2028 h 4055"/>
                <a:gd name="connsiteX3" fmla="*/ 2535 w 5069"/>
                <a:gd name="connsiteY3" fmla="*/ 0 h 4055"/>
                <a:gd name="connsiteX4" fmla="*/ 5069 w 5069"/>
                <a:gd name="connsiteY4" fmla="*/ 2028 h 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9" h="4055">
                  <a:moveTo>
                    <a:pt x="5069" y="2028"/>
                  </a:moveTo>
                  <a:lnTo>
                    <a:pt x="2535" y="4055"/>
                  </a:lnTo>
                  <a:lnTo>
                    <a:pt x="0" y="2028"/>
                  </a:lnTo>
                  <a:lnTo>
                    <a:pt x="2535" y="0"/>
                  </a:lnTo>
                  <a:lnTo>
                    <a:pt x="5069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24E73518-9935-C97A-61C9-5FBCF2018521}"/>
                </a:ext>
              </a:extLst>
            </p:cNvPr>
            <p:cNvSpPr/>
            <p:nvPr/>
          </p:nvSpPr>
          <p:spPr>
            <a:xfrm>
              <a:off x="4796704" y="2938276"/>
              <a:ext cx="4435" cy="3421"/>
            </a:xfrm>
            <a:custGeom>
              <a:avLst/>
              <a:gdLst>
                <a:gd name="connsiteX0" fmla="*/ 4435 w 4435"/>
                <a:gd name="connsiteY0" fmla="*/ 1648 h 3421"/>
                <a:gd name="connsiteX1" fmla="*/ 2281 w 4435"/>
                <a:gd name="connsiteY1" fmla="*/ 3422 h 3421"/>
                <a:gd name="connsiteX2" fmla="*/ 0 w 4435"/>
                <a:gd name="connsiteY2" fmla="*/ 1648 h 3421"/>
                <a:gd name="connsiteX3" fmla="*/ 2281 w 4435"/>
                <a:gd name="connsiteY3" fmla="*/ 0 h 3421"/>
                <a:gd name="connsiteX4" fmla="*/ 4435 w 4435"/>
                <a:gd name="connsiteY4" fmla="*/ 1648 h 3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5" h="3421">
                  <a:moveTo>
                    <a:pt x="4435" y="1648"/>
                  </a:moveTo>
                  <a:lnTo>
                    <a:pt x="2281" y="3422"/>
                  </a:lnTo>
                  <a:lnTo>
                    <a:pt x="0" y="1648"/>
                  </a:lnTo>
                  <a:lnTo>
                    <a:pt x="2281" y="0"/>
                  </a:lnTo>
                  <a:lnTo>
                    <a:pt x="4435" y="164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18E11AFA-9472-D850-EBA1-DB2756945CFF}"/>
                </a:ext>
              </a:extLst>
            </p:cNvPr>
            <p:cNvSpPr/>
            <p:nvPr/>
          </p:nvSpPr>
          <p:spPr>
            <a:xfrm>
              <a:off x="4857917" y="2846519"/>
              <a:ext cx="3041" cy="2408"/>
            </a:xfrm>
            <a:custGeom>
              <a:avLst/>
              <a:gdLst>
                <a:gd name="connsiteX0" fmla="*/ 3042 w 3041"/>
                <a:gd name="connsiteY0" fmla="*/ 1267 h 2408"/>
                <a:gd name="connsiteX1" fmla="*/ 1521 w 3041"/>
                <a:gd name="connsiteY1" fmla="*/ 2408 h 2408"/>
                <a:gd name="connsiteX2" fmla="*/ 0 w 3041"/>
                <a:gd name="connsiteY2" fmla="*/ 1267 h 2408"/>
                <a:gd name="connsiteX3" fmla="*/ 1521 w 3041"/>
                <a:gd name="connsiteY3" fmla="*/ 0 h 2408"/>
                <a:gd name="connsiteX4" fmla="*/ 3042 w 3041"/>
                <a:gd name="connsiteY4" fmla="*/ 1267 h 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1" h="2408">
                  <a:moveTo>
                    <a:pt x="3042" y="1267"/>
                  </a:moveTo>
                  <a:lnTo>
                    <a:pt x="1521" y="2408"/>
                  </a:lnTo>
                  <a:lnTo>
                    <a:pt x="0" y="1267"/>
                  </a:lnTo>
                  <a:lnTo>
                    <a:pt x="1521" y="0"/>
                  </a:lnTo>
                  <a:lnTo>
                    <a:pt x="3042" y="126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DAEEB6E3-1F2D-098B-0F7A-9150B9E2C08D}"/>
                </a:ext>
              </a:extLst>
            </p:cNvPr>
            <p:cNvSpPr/>
            <p:nvPr/>
          </p:nvSpPr>
          <p:spPr>
            <a:xfrm>
              <a:off x="4928762" y="2759198"/>
              <a:ext cx="2154" cy="1647"/>
            </a:xfrm>
            <a:custGeom>
              <a:avLst/>
              <a:gdLst>
                <a:gd name="connsiteX0" fmla="*/ 2155 w 2154"/>
                <a:gd name="connsiteY0" fmla="*/ 887 h 1647"/>
                <a:gd name="connsiteX1" fmla="*/ 1014 w 2154"/>
                <a:gd name="connsiteY1" fmla="*/ 1648 h 1647"/>
                <a:gd name="connsiteX2" fmla="*/ 0 w 2154"/>
                <a:gd name="connsiteY2" fmla="*/ 887 h 1647"/>
                <a:gd name="connsiteX3" fmla="*/ 1014 w 2154"/>
                <a:gd name="connsiteY3" fmla="*/ 0 h 1647"/>
                <a:gd name="connsiteX4" fmla="*/ 2155 w 2154"/>
                <a:gd name="connsiteY4" fmla="*/ 887 h 1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4" h="1647">
                  <a:moveTo>
                    <a:pt x="2155" y="887"/>
                  </a:moveTo>
                  <a:lnTo>
                    <a:pt x="1014" y="1648"/>
                  </a:lnTo>
                  <a:lnTo>
                    <a:pt x="0" y="887"/>
                  </a:lnTo>
                  <a:lnTo>
                    <a:pt x="1014" y="0"/>
                  </a:lnTo>
                  <a:lnTo>
                    <a:pt x="2155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199A94C3-C4E2-3CF6-40B6-D8FDDC807BEE}"/>
                </a:ext>
              </a:extLst>
            </p:cNvPr>
            <p:cNvSpPr/>
            <p:nvPr/>
          </p:nvSpPr>
          <p:spPr>
            <a:xfrm>
              <a:off x="5009366" y="2677327"/>
              <a:ext cx="633" cy="506"/>
            </a:xfrm>
            <a:custGeom>
              <a:avLst/>
              <a:gdLst>
                <a:gd name="connsiteX0" fmla="*/ 634 w 633"/>
                <a:gd name="connsiteY0" fmla="*/ 254 h 506"/>
                <a:gd name="connsiteX1" fmla="*/ 253 w 633"/>
                <a:gd name="connsiteY1" fmla="*/ 507 h 506"/>
                <a:gd name="connsiteX2" fmla="*/ 0 w 633"/>
                <a:gd name="connsiteY2" fmla="*/ 254 h 506"/>
                <a:gd name="connsiteX3" fmla="*/ 253 w 633"/>
                <a:gd name="connsiteY3" fmla="*/ 0 h 506"/>
                <a:gd name="connsiteX4" fmla="*/ 634 w 633"/>
                <a:gd name="connsiteY4" fmla="*/ 254 h 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" h="506">
                  <a:moveTo>
                    <a:pt x="634" y="254"/>
                  </a:moveTo>
                  <a:lnTo>
                    <a:pt x="253" y="507"/>
                  </a:lnTo>
                  <a:lnTo>
                    <a:pt x="0" y="254"/>
                  </a:lnTo>
                  <a:lnTo>
                    <a:pt x="253" y="0"/>
                  </a:lnTo>
                  <a:lnTo>
                    <a:pt x="634" y="2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2A664F14-A0C8-99E7-A65C-9A2D75A05FE6}"/>
                </a:ext>
              </a:extLst>
            </p:cNvPr>
            <p:cNvSpPr/>
            <p:nvPr/>
          </p:nvSpPr>
          <p:spPr>
            <a:xfrm>
              <a:off x="5097955" y="2600778"/>
              <a:ext cx="380" cy="253"/>
            </a:xfrm>
            <a:custGeom>
              <a:avLst/>
              <a:gdLst>
                <a:gd name="connsiteX0" fmla="*/ 380 w 380"/>
                <a:gd name="connsiteY0" fmla="*/ 127 h 253"/>
                <a:gd name="connsiteX1" fmla="*/ 253 w 380"/>
                <a:gd name="connsiteY1" fmla="*/ 254 h 253"/>
                <a:gd name="connsiteX2" fmla="*/ 0 w 380"/>
                <a:gd name="connsiteY2" fmla="*/ 127 h 253"/>
                <a:gd name="connsiteX3" fmla="*/ 253 w 380"/>
                <a:gd name="connsiteY3" fmla="*/ 0 h 253"/>
                <a:gd name="connsiteX4" fmla="*/ 380 w 380"/>
                <a:gd name="connsiteY4" fmla="*/ 127 h 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" h="253">
                  <a:moveTo>
                    <a:pt x="380" y="127"/>
                  </a:moveTo>
                  <a:lnTo>
                    <a:pt x="253" y="254"/>
                  </a:lnTo>
                  <a:lnTo>
                    <a:pt x="0" y="127"/>
                  </a:lnTo>
                  <a:lnTo>
                    <a:pt x="253" y="0"/>
                  </a:lnTo>
                  <a:lnTo>
                    <a:pt x="380" y="12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BDC5AF87-9408-F829-CA84-41DD73FF13C4}"/>
                </a:ext>
              </a:extLst>
            </p:cNvPr>
            <p:cNvSpPr/>
            <p:nvPr/>
          </p:nvSpPr>
          <p:spPr>
            <a:xfrm>
              <a:off x="5194401" y="2530313"/>
              <a:ext cx="887" cy="633"/>
            </a:xfrm>
            <a:custGeom>
              <a:avLst/>
              <a:gdLst>
                <a:gd name="connsiteX0" fmla="*/ 887 w 887"/>
                <a:gd name="connsiteY0" fmla="*/ 380 h 633"/>
                <a:gd name="connsiteX1" fmla="*/ 381 w 887"/>
                <a:gd name="connsiteY1" fmla="*/ 634 h 633"/>
                <a:gd name="connsiteX2" fmla="*/ 0 w 887"/>
                <a:gd name="connsiteY2" fmla="*/ 380 h 633"/>
                <a:gd name="connsiteX3" fmla="*/ 381 w 887"/>
                <a:gd name="connsiteY3" fmla="*/ 0 h 633"/>
                <a:gd name="connsiteX4" fmla="*/ 887 w 887"/>
                <a:gd name="connsiteY4" fmla="*/ 380 h 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7" h="633">
                  <a:moveTo>
                    <a:pt x="887" y="380"/>
                  </a:moveTo>
                  <a:lnTo>
                    <a:pt x="381" y="634"/>
                  </a:lnTo>
                  <a:lnTo>
                    <a:pt x="0" y="380"/>
                  </a:lnTo>
                  <a:lnTo>
                    <a:pt x="381" y="0"/>
                  </a:lnTo>
                  <a:lnTo>
                    <a:pt x="887" y="38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C2C85493-BAFE-EAA5-191F-DB1E29A6C502}"/>
                </a:ext>
              </a:extLst>
            </p:cNvPr>
            <p:cNvSpPr/>
            <p:nvPr/>
          </p:nvSpPr>
          <p:spPr>
            <a:xfrm>
              <a:off x="5298071" y="2466819"/>
              <a:ext cx="1393" cy="1140"/>
            </a:xfrm>
            <a:custGeom>
              <a:avLst/>
              <a:gdLst>
                <a:gd name="connsiteX0" fmla="*/ 1394 w 1393"/>
                <a:gd name="connsiteY0" fmla="*/ 634 h 1140"/>
                <a:gd name="connsiteX1" fmla="*/ 760 w 1393"/>
                <a:gd name="connsiteY1" fmla="*/ 1141 h 1140"/>
                <a:gd name="connsiteX2" fmla="*/ 0 w 1393"/>
                <a:gd name="connsiteY2" fmla="*/ 634 h 1140"/>
                <a:gd name="connsiteX3" fmla="*/ 760 w 1393"/>
                <a:gd name="connsiteY3" fmla="*/ 0 h 1140"/>
                <a:gd name="connsiteX4" fmla="*/ 1394 w 1393"/>
                <a:gd name="connsiteY4" fmla="*/ 634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3" h="1140">
                  <a:moveTo>
                    <a:pt x="1394" y="634"/>
                  </a:moveTo>
                  <a:lnTo>
                    <a:pt x="760" y="1141"/>
                  </a:lnTo>
                  <a:lnTo>
                    <a:pt x="0" y="634"/>
                  </a:lnTo>
                  <a:lnTo>
                    <a:pt x="760" y="0"/>
                  </a:lnTo>
                  <a:lnTo>
                    <a:pt x="1394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53F7B832-2B57-D723-C142-863B779C7869}"/>
                </a:ext>
              </a:extLst>
            </p:cNvPr>
            <p:cNvSpPr/>
            <p:nvPr/>
          </p:nvSpPr>
          <p:spPr>
            <a:xfrm>
              <a:off x="5408205" y="2410548"/>
              <a:ext cx="2281" cy="1900"/>
            </a:xfrm>
            <a:custGeom>
              <a:avLst/>
              <a:gdLst>
                <a:gd name="connsiteX0" fmla="*/ 2281 w 2281"/>
                <a:gd name="connsiteY0" fmla="*/ 1014 h 1900"/>
                <a:gd name="connsiteX1" fmla="*/ 1141 w 2281"/>
                <a:gd name="connsiteY1" fmla="*/ 1901 h 1900"/>
                <a:gd name="connsiteX2" fmla="*/ 0 w 2281"/>
                <a:gd name="connsiteY2" fmla="*/ 1014 h 1900"/>
                <a:gd name="connsiteX3" fmla="*/ 1141 w 2281"/>
                <a:gd name="connsiteY3" fmla="*/ 0 h 1900"/>
                <a:gd name="connsiteX4" fmla="*/ 2281 w 2281"/>
                <a:gd name="connsiteY4" fmla="*/ 1014 h 1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1" h="1900">
                  <a:moveTo>
                    <a:pt x="2281" y="1014"/>
                  </a:moveTo>
                  <a:lnTo>
                    <a:pt x="1141" y="1901"/>
                  </a:lnTo>
                  <a:lnTo>
                    <a:pt x="0" y="1014"/>
                  </a:lnTo>
                  <a:lnTo>
                    <a:pt x="1141" y="0"/>
                  </a:lnTo>
                  <a:lnTo>
                    <a:pt x="2281" y="101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441DA8F7-8498-DD93-BE57-EDBCD1A5B3EA}"/>
                </a:ext>
              </a:extLst>
            </p:cNvPr>
            <p:cNvSpPr/>
            <p:nvPr/>
          </p:nvSpPr>
          <p:spPr>
            <a:xfrm>
              <a:off x="5524168" y="2362388"/>
              <a:ext cx="2914" cy="2408"/>
            </a:xfrm>
            <a:custGeom>
              <a:avLst/>
              <a:gdLst>
                <a:gd name="connsiteX0" fmla="*/ 2915 w 2914"/>
                <a:gd name="connsiteY0" fmla="*/ 1141 h 2408"/>
                <a:gd name="connsiteX1" fmla="*/ 1394 w 2914"/>
                <a:gd name="connsiteY1" fmla="*/ 2408 h 2408"/>
                <a:gd name="connsiteX2" fmla="*/ 0 w 2914"/>
                <a:gd name="connsiteY2" fmla="*/ 1141 h 2408"/>
                <a:gd name="connsiteX3" fmla="*/ 1394 w 2914"/>
                <a:gd name="connsiteY3" fmla="*/ 0 h 2408"/>
                <a:gd name="connsiteX4" fmla="*/ 2915 w 2914"/>
                <a:gd name="connsiteY4" fmla="*/ 1141 h 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" h="2408">
                  <a:moveTo>
                    <a:pt x="2915" y="1141"/>
                  </a:moveTo>
                  <a:lnTo>
                    <a:pt x="1394" y="2408"/>
                  </a:lnTo>
                  <a:lnTo>
                    <a:pt x="0" y="1141"/>
                  </a:lnTo>
                  <a:lnTo>
                    <a:pt x="1394" y="0"/>
                  </a:lnTo>
                  <a:lnTo>
                    <a:pt x="2915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10867B5B-23C7-C214-7941-3F6C9146999F}"/>
                </a:ext>
              </a:extLst>
            </p:cNvPr>
            <p:cNvSpPr/>
            <p:nvPr/>
          </p:nvSpPr>
          <p:spPr>
            <a:xfrm>
              <a:off x="5644694" y="2322086"/>
              <a:ext cx="4055" cy="3295"/>
            </a:xfrm>
            <a:custGeom>
              <a:avLst/>
              <a:gdLst>
                <a:gd name="connsiteX0" fmla="*/ 4055 w 4055"/>
                <a:gd name="connsiteY0" fmla="*/ 1647 h 3295"/>
                <a:gd name="connsiteX1" fmla="*/ 2027 w 4055"/>
                <a:gd name="connsiteY1" fmla="*/ 3295 h 3295"/>
                <a:gd name="connsiteX2" fmla="*/ 0 w 4055"/>
                <a:gd name="connsiteY2" fmla="*/ 1647 h 3295"/>
                <a:gd name="connsiteX3" fmla="*/ 2027 w 4055"/>
                <a:gd name="connsiteY3" fmla="*/ 0 h 3295"/>
                <a:gd name="connsiteX4" fmla="*/ 4055 w 4055"/>
                <a:gd name="connsiteY4" fmla="*/ 1647 h 3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5" h="3295">
                  <a:moveTo>
                    <a:pt x="4055" y="1647"/>
                  </a:moveTo>
                  <a:lnTo>
                    <a:pt x="2027" y="3295"/>
                  </a:lnTo>
                  <a:lnTo>
                    <a:pt x="0" y="1647"/>
                  </a:lnTo>
                  <a:lnTo>
                    <a:pt x="2027" y="0"/>
                  </a:lnTo>
                  <a:lnTo>
                    <a:pt x="4055" y="164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D9E9730C-6CE7-9B02-2BAB-096E99C1D37B}"/>
                </a:ext>
              </a:extLst>
            </p:cNvPr>
            <p:cNvSpPr/>
            <p:nvPr/>
          </p:nvSpPr>
          <p:spPr>
            <a:xfrm>
              <a:off x="5769402" y="2290656"/>
              <a:ext cx="4689" cy="3675"/>
            </a:xfrm>
            <a:custGeom>
              <a:avLst/>
              <a:gdLst>
                <a:gd name="connsiteX0" fmla="*/ 4689 w 4689"/>
                <a:gd name="connsiteY0" fmla="*/ 1901 h 3675"/>
                <a:gd name="connsiteX1" fmla="*/ 2408 w 4689"/>
                <a:gd name="connsiteY1" fmla="*/ 3675 h 3675"/>
                <a:gd name="connsiteX2" fmla="*/ 0 w 4689"/>
                <a:gd name="connsiteY2" fmla="*/ 1901 h 3675"/>
                <a:gd name="connsiteX3" fmla="*/ 2408 w 4689"/>
                <a:gd name="connsiteY3" fmla="*/ 0 h 3675"/>
                <a:gd name="connsiteX4" fmla="*/ 4689 w 4689"/>
                <a:gd name="connsiteY4" fmla="*/ 1901 h 3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89" h="3675">
                  <a:moveTo>
                    <a:pt x="4689" y="1901"/>
                  </a:moveTo>
                  <a:lnTo>
                    <a:pt x="2408" y="3675"/>
                  </a:lnTo>
                  <a:lnTo>
                    <a:pt x="0" y="1901"/>
                  </a:lnTo>
                  <a:lnTo>
                    <a:pt x="2408" y="0"/>
                  </a:lnTo>
                  <a:lnTo>
                    <a:pt x="4689" y="190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91630008-EA0E-3A7C-92A3-AECBF8B8505F}"/>
                </a:ext>
              </a:extLst>
            </p:cNvPr>
            <p:cNvSpPr/>
            <p:nvPr/>
          </p:nvSpPr>
          <p:spPr>
            <a:xfrm>
              <a:off x="5897025" y="2267843"/>
              <a:ext cx="5323" cy="4308"/>
            </a:xfrm>
            <a:custGeom>
              <a:avLst/>
              <a:gdLst>
                <a:gd name="connsiteX0" fmla="*/ 5323 w 5323"/>
                <a:gd name="connsiteY0" fmla="*/ 2154 h 4308"/>
                <a:gd name="connsiteX1" fmla="*/ 2662 w 5323"/>
                <a:gd name="connsiteY1" fmla="*/ 4309 h 4308"/>
                <a:gd name="connsiteX2" fmla="*/ 0 w 5323"/>
                <a:gd name="connsiteY2" fmla="*/ 2154 h 4308"/>
                <a:gd name="connsiteX3" fmla="*/ 2662 w 5323"/>
                <a:gd name="connsiteY3" fmla="*/ 0 h 4308"/>
                <a:gd name="connsiteX4" fmla="*/ 5323 w 5323"/>
                <a:gd name="connsiteY4" fmla="*/ 2154 h 4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23" h="4308">
                  <a:moveTo>
                    <a:pt x="5323" y="2154"/>
                  </a:moveTo>
                  <a:lnTo>
                    <a:pt x="2662" y="4309"/>
                  </a:lnTo>
                  <a:lnTo>
                    <a:pt x="0" y="2154"/>
                  </a:lnTo>
                  <a:lnTo>
                    <a:pt x="2662" y="0"/>
                  </a:lnTo>
                  <a:lnTo>
                    <a:pt x="5323" y="21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47C341EC-9F66-B0F6-AA87-EE102738D827}"/>
                </a:ext>
              </a:extLst>
            </p:cNvPr>
            <p:cNvSpPr/>
            <p:nvPr/>
          </p:nvSpPr>
          <p:spPr>
            <a:xfrm>
              <a:off x="6026676" y="2254156"/>
              <a:ext cx="5956" cy="4562"/>
            </a:xfrm>
            <a:custGeom>
              <a:avLst/>
              <a:gdLst>
                <a:gd name="connsiteX0" fmla="*/ 5957 w 5956"/>
                <a:gd name="connsiteY0" fmla="*/ 2281 h 4562"/>
                <a:gd name="connsiteX1" fmla="*/ 2915 w 5956"/>
                <a:gd name="connsiteY1" fmla="*/ 4563 h 4562"/>
                <a:gd name="connsiteX2" fmla="*/ 0 w 5956"/>
                <a:gd name="connsiteY2" fmla="*/ 2281 h 4562"/>
                <a:gd name="connsiteX3" fmla="*/ 2915 w 5956"/>
                <a:gd name="connsiteY3" fmla="*/ 0 h 4562"/>
                <a:gd name="connsiteX4" fmla="*/ 5957 w 5956"/>
                <a:gd name="connsiteY4" fmla="*/ 2281 h 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6" h="4562">
                  <a:moveTo>
                    <a:pt x="5957" y="2281"/>
                  </a:moveTo>
                  <a:lnTo>
                    <a:pt x="2915" y="4563"/>
                  </a:lnTo>
                  <a:lnTo>
                    <a:pt x="0" y="2281"/>
                  </a:lnTo>
                  <a:lnTo>
                    <a:pt x="2915" y="0"/>
                  </a:lnTo>
                  <a:lnTo>
                    <a:pt x="5957" y="22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47D1ED28-AD68-E53A-E367-5FA39831D589}"/>
                </a:ext>
              </a:extLst>
            </p:cNvPr>
            <p:cNvSpPr/>
            <p:nvPr/>
          </p:nvSpPr>
          <p:spPr>
            <a:xfrm>
              <a:off x="6157341" y="2249340"/>
              <a:ext cx="6463" cy="5196"/>
            </a:xfrm>
            <a:custGeom>
              <a:avLst/>
              <a:gdLst>
                <a:gd name="connsiteX0" fmla="*/ 6464 w 6463"/>
                <a:gd name="connsiteY0" fmla="*/ 2535 h 5196"/>
                <a:gd name="connsiteX1" fmla="*/ 3295 w 6463"/>
                <a:gd name="connsiteY1" fmla="*/ 5196 h 5196"/>
                <a:gd name="connsiteX2" fmla="*/ 0 w 6463"/>
                <a:gd name="connsiteY2" fmla="*/ 2535 h 5196"/>
                <a:gd name="connsiteX3" fmla="*/ 3295 w 6463"/>
                <a:gd name="connsiteY3" fmla="*/ 0 h 5196"/>
                <a:gd name="connsiteX4" fmla="*/ 6464 w 6463"/>
                <a:gd name="connsiteY4" fmla="*/ 2535 h 5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196">
                  <a:moveTo>
                    <a:pt x="6464" y="2535"/>
                  </a:moveTo>
                  <a:lnTo>
                    <a:pt x="3295" y="5196"/>
                  </a:lnTo>
                  <a:lnTo>
                    <a:pt x="0" y="2535"/>
                  </a:lnTo>
                  <a:lnTo>
                    <a:pt x="3295" y="0"/>
                  </a:lnTo>
                  <a:lnTo>
                    <a:pt x="6464" y="253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BE2B585B-26C2-C4F7-D506-8E777C23146E}"/>
                </a:ext>
              </a:extLst>
            </p:cNvPr>
            <p:cNvSpPr/>
            <p:nvPr/>
          </p:nvSpPr>
          <p:spPr>
            <a:xfrm>
              <a:off x="6287879" y="2253522"/>
              <a:ext cx="7350" cy="5829"/>
            </a:xfrm>
            <a:custGeom>
              <a:avLst/>
              <a:gdLst>
                <a:gd name="connsiteX0" fmla="*/ 7351 w 7350"/>
                <a:gd name="connsiteY0" fmla="*/ 2915 h 5829"/>
                <a:gd name="connsiteX1" fmla="*/ 3675 w 7350"/>
                <a:gd name="connsiteY1" fmla="*/ 5830 h 5829"/>
                <a:gd name="connsiteX2" fmla="*/ 0 w 7350"/>
                <a:gd name="connsiteY2" fmla="*/ 2915 h 5829"/>
                <a:gd name="connsiteX3" fmla="*/ 3675 w 7350"/>
                <a:gd name="connsiteY3" fmla="*/ 0 h 5829"/>
                <a:gd name="connsiteX4" fmla="*/ 7351 w 7350"/>
                <a:gd name="connsiteY4" fmla="*/ 2915 h 5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0" h="5829">
                  <a:moveTo>
                    <a:pt x="7351" y="2915"/>
                  </a:moveTo>
                  <a:lnTo>
                    <a:pt x="3675" y="5830"/>
                  </a:lnTo>
                  <a:lnTo>
                    <a:pt x="0" y="2915"/>
                  </a:lnTo>
                  <a:lnTo>
                    <a:pt x="3675" y="0"/>
                  </a:lnTo>
                  <a:lnTo>
                    <a:pt x="7351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281408AB-C443-B428-33AA-FAD8A64A85E0}"/>
                </a:ext>
              </a:extLst>
            </p:cNvPr>
            <p:cNvSpPr/>
            <p:nvPr/>
          </p:nvSpPr>
          <p:spPr>
            <a:xfrm>
              <a:off x="6417656" y="2266956"/>
              <a:ext cx="7857" cy="6210"/>
            </a:xfrm>
            <a:custGeom>
              <a:avLst/>
              <a:gdLst>
                <a:gd name="connsiteX0" fmla="*/ 7858 w 7857"/>
                <a:gd name="connsiteY0" fmla="*/ 3042 h 6210"/>
                <a:gd name="connsiteX1" fmla="*/ 3929 w 7857"/>
                <a:gd name="connsiteY1" fmla="*/ 6210 h 6210"/>
                <a:gd name="connsiteX2" fmla="*/ 0 w 7857"/>
                <a:gd name="connsiteY2" fmla="*/ 3042 h 6210"/>
                <a:gd name="connsiteX3" fmla="*/ 3929 w 7857"/>
                <a:gd name="connsiteY3" fmla="*/ 0 h 6210"/>
                <a:gd name="connsiteX4" fmla="*/ 7858 w 7857"/>
                <a:gd name="connsiteY4" fmla="*/ 3042 h 6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57" h="6210">
                  <a:moveTo>
                    <a:pt x="7858" y="3042"/>
                  </a:moveTo>
                  <a:lnTo>
                    <a:pt x="3929" y="6210"/>
                  </a:lnTo>
                  <a:lnTo>
                    <a:pt x="0" y="3042"/>
                  </a:lnTo>
                  <a:lnTo>
                    <a:pt x="3929" y="0"/>
                  </a:lnTo>
                  <a:lnTo>
                    <a:pt x="7858" y="30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4375BD0B-6766-898F-581D-5544B5743B65}"/>
                </a:ext>
              </a:extLst>
            </p:cNvPr>
            <p:cNvSpPr/>
            <p:nvPr/>
          </p:nvSpPr>
          <p:spPr>
            <a:xfrm>
              <a:off x="6545280" y="2289135"/>
              <a:ext cx="8364" cy="6716"/>
            </a:xfrm>
            <a:custGeom>
              <a:avLst/>
              <a:gdLst>
                <a:gd name="connsiteX0" fmla="*/ 8364 w 8364"/>
                <a:gd name="connsiteY0" fmla="*/ 3422 h 6716"/>
                <a:gd name="connsiteX1" fmla="*/ 4183 w 8364"/>
                <a:gd name="connsiteY1" fmla="*/ 6717 h 6716"/>
                <a:gd name="connsiteX2" fmla="*/ 0 w 8364"/>
                <a:gd name="connsiteY2" fmla="*/ 3422 h 6716"/>
                <a:gd name="connsiteX3" fmla="*/ 4183 w 8364"/>
                <a:gd name="connsiteY3" fmla="*/ 0 h 6716"/>
                <a:gd name="connsiteX4" fmla="*/ 8364 w 8364"/>
                <a:gd name="connsiteY4" fmla="*/ 3422 h 6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64" h="6716">
                  <a:moveTo>
                    <a:pt x="8364" y="3422"/>
                  </a:moveTo>
                  <a:lnTo>
                    <a:pt x="4183" y="6717"/>
                  </a:lnTo>
                  <a:lnTo>
                    <a:pt x="0" y="3422"/>
                  </a:lnTo>
                  <a:lnTo>
                    <a:pt x="4183" y="0"/>
                  </a:lnTo>
                  <a:lnTo>
                    <a:pt x="8364" y="342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E38588D3-B96C-299F-1420-88FBBB0AF353}"/>
                </a:ext>
              </a:extLst>
            </p:cNvPr>
            <p:cNvSpPr/>
            <p:nvPr/>
          </p:nvSpPr>
          <p:spPr>
            <a:xfrm>
              <a:off x="6669861" y="2320058"/>
              <a:ext cx="9251" cy="7350"/>
            </a:xfrm>
            <a:custGeom>
              <a:avLst/>
              <a:gdLst>
                <a:gd name="connsiteX0" fmla="*/ 9251 w 9251"/>
                <a:gd name="connsiteY0" fmla="*/ 3675 h 7350"/>
                <a:gd name="connsiteX1" fmla="*/ 4689 w 9251"/>
                <a:gd name="connsiteY1" fmla="*/ 7351 h 7350"/>
                <a:gd name="connsiteX2" fmla="*/ 0 w 9251"/>
                <a:gd name="connsiteY2" fmla="*/ 3675 h 7350"/>
                <a:gd name="connsiteX3" fmla="*/ 4689 w 9251"/>
                <a:gd name="connsiteY3" fmla="*/ 0 h 7350"/>
                <a:gd name="connsiteX4" fmla="*/ 9251 w 9251"/>
                <a:gd name="connsiteY4" fmla="*/ 3675 h 7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51" h="7350">
                  <a:moveTo>
                    <a:pt x="9251" y="3675"/>
                  </a:moveTo>
                  <a:lnTo>
                    <a:pt x="4689" y="7351"/>
                  </a:lnTo>
                  <a:lnTo>
                    <a:pt x="0" y="3675"/>
                  </a:lnTo>
                  <a:lnTo>
                    <a:pt x="4689" y="0"/>
                  </a:lnTo>
                  <a:lnTo>
                    <a:pt x="9251" y="367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34A90CC9-72C9-B5B3-47A7-A19F98128BB1}"/>
                </a:ext>
              </a:extLst>
            </p:cNvPr>
            <p:cNvSpPr/>
            <p:nvPr/>
          </p:nvSpPr>
          <p:spPr>
            <a:xfrm>
              <a:off x="6791021" y="2359854"/>
              <a:ext cx="9251" cy="7350"/>
            </a:xfrm>
            <a:custGeom>
              <a:avLst/>
              <a:gdLst>
                <a:gd name="connsiteX0" fmla="*/ 9251 w 9251"/>
                <a:gd name="connsiteY0" fmla="*/ 3675 h 7350"/>
                <a:gd name="connsiteX1" fmla="*/ 4562 w 9251"/>
                <a:gd name="connsiteY1" fmla="*/ 7351 h 7350"/>
                <a:gd name="connsiteX2" fmla="*/ 0 w 9251"/>
                <a:gd name="connsiteY2" fmla="*/ 3675 h 7350"/>
                <a:gd name="connsiteX3" fmla="*/ 4562 w 9251"/>
                <a:gd name="connsiteY3" fmla="*/ 0 h 7350"/>
                <a:gd name="connsiteX4" fmla="*/ 9251 w 9251"/>
                <a:gd name="connsiteY4" fmla="*/ 3675 h 7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51" h="7350">
                  <a:moveTo>
                    <a:pt x="9251" y="3675"/>
                  </a:moveTo>
                  <a:lnTo>
                    <a:pt x="4562" y="7351"/>
                  </a:lnTo>
                  <a:lnTo>
                    <a:pt x="0" y="3675"/>
                  </a:lnTo>
                  <a:lnTo>
                    <a:pt x="4562" y="0"/>
                  </a:lnTo>
                  <a:lnTo>
                    <a:pt x="9251" y="367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CCCFF3C1-4057-54A3-44A7-E73954363D30}"/>
                </a:ext>
              </a:extLst>
            </p:cNvPr>
            <p:cNvSpPr/>
            <p:nvPr/>
          </p:nvSpPr>
          <p:spPr>
            <a:xfrm>
              <a:off x="6906984" y="2407633"/>
              <a:ext cx="9758" cy="7857"/>
            </a:xfrm>
            <a:custGeom>
              <a:avLst/>
              <a:gdLst>
                <a:gd name="connsiteX0" fmla="*/ 9759 w 9758"/>
                <a:gd name="connsiteY0" fmla="*/ 3929 h 7857"/>
                <a:gd name="connsiteX1" fmla="*/ 4943 w 9758"/>
                <a:gd name="connsiteY1" fmla="*/ 7858 h 7857"/>
                <a:gd name="connsiteX2" fmla="*/ 0 w 9758"/>
                <a:gd name="connsiteY2" fmla="*/ 3929 h 7857"/>
                <a:gd name="connsiteX3" fmla="*/ 4943 w 9758"/>
                <a:gd name="connsiteY3" fmla="*/ 0 h 7857"/>
                <a:gd name="connsiteX4" fmla="*/ 9759 w 9758"/>
                <a:gd name="connsiteY4" fmla="*/ 3929 h 7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58" h="7857">
                  <a:moveTo>
                    <a:pt x="9759" y="3929"/>
                  </a:moveTo>
                  <a:lnTo>
                    <a:pt x="4943" y="7858"/>
                  </a:lnTo>
                  <a:lnTo>
                    <a:pt x="0" y="3929"/>
                  </a:lnTo>
                  <a:lnTo>
                    <a:pt x="4943" y="0"/>
                  </a:lnTo>
                  <a:lnTo>
                    <a:pt x="9759" y="392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9FB1E1E6-C7A0-2DE1-21C4-6107D1E1548D}"/>
                </a:ext>
              </a:extLst>
            </p:cNvPr>
            <p:cNvSpPr/>
            <p:nvPr/>
          </p:nvSpPr>
          <p:spPr>
            <a:xfrm>
              <a:off x="7017498" y="2463524"/>
              <a:ext cx="9758" cy="7730"/>
            </a:xfrm>
            <a:custGeom>
              <a:avLst/>
              <a:gdLst>
                <a:gd name="connsiteX0" fmla="*/ 9758 w 9758"/>
                <a:gd name="connsiteY0" fmla="*/ 3929 h 7730"/>
                <a:gd name="connsiteX1" fmla="*/ 4816 w 9758"/>
                <a:gd name="connsiteY1" fmla="*/ 7731 h 7730"/>
                <a:gd name="connsiteX2" fmla="*/ 0 w 9758"/>
                <a:gd name="connsiteY2" fmla="*/ 3929 h 7730"/>
                <a:gd name="connsiteX3" fmla="*/ 4816 w 9758"/>
                <a:gd name="connsiteY3" fmla="*/ 0 h 7730"/>
                <a:gd name="connsiteX4" fmla="*/ 9758 w 9758"/>
                <a:gd name="connsiteY4" fmla="*/ 3929 h 7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58" h="7730">
                  <a:moveTo>
                    <a:pt x="9758" y="3929"/>
                  </a:moveTo>
                  <a:lnTo>
                    <a:pt x="4816" y="7731"/>
                  </a:lnTo>
                  <a:lnTo>
                    <a:pt x="0" y="3929"/>
                  </a:lnTo>
                  <a:lnTo>
                    <a:pt x="4816" y="0"/>
                  </a:lnTo>
                  <a:lnTo>
                    <a:pt x="9758" y="392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14C348CB-1927-7077-12FA-4D2BFDE2BB00}"/>
                </a:ext>
              </a:extLst>
            </p:cNvPr>
            <p:cNvSpPr/>
            <p:nvPr/>
          </p:nvSpPr>
          <p:spPr>
            <a:xfrm>
              <a:off x="7121041" y="2526511"/>
              <a:ext cx="10645" cy="8364"/>
            </a:xfrm>
            <a:custGeom>
              <a:avLst/>
              <a:gdLst>
                <a:gd name="connsiteX0" fmla="*/ 10645 w 10645"/>
                <a:gd name="connsiteY0" fmla="*/ 4182 h 8364"/>
                <a:gd name="connsiteX1" fmla="*/ 5323 w 10645"/>
                <a:gd name="connsiteY1" fmla="*/ 8365 h 8364"/>
                <a:gd name="connsiteX2" fmla="*/ 0 w 10645"/>
                <a:gd name="connsiteY2" fmla="*/ 4182 h 8364"/>
                <a:gd name="connsiteX3" fmla="*/ 5323 w 10645"/>
                <a:gd name="connsiteY3" fmla="*/ 0 h 8364"/>
                <a:gd name="connsiteX4" fmla="*/ 10645 w 10645"/>
                <a:gd name="connsiteY4" fmla="*/ 4182 h 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45" h="8364">
                  <a:moveTo>
                    <a:pt x="10645" y="4182"/>
                  </a:moveTo>
                  <a:lnTo>
                    <a:pt x="5323" y="8365"/>
                  </a:lnTo>
                  <a:lnTo>
                    <a:pt x="0" y="4182"/>
                  </a:lnTo>
                  <a:lnTo>
                    <a:pt x="5323" y="0"/>
                  </a:lnTo>
                  <a:lnTo>
                    <a:pt x="10645" y="41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7EFD76AF-4E5C-6C25-FFFE-E9E6134B557D}"/>
                </a:ext>
              </a:extLst>
            </p:cNvPr>
            <p:cNvSpPr/>
            <p:nvPr/>
          </p:nvSpPr>
          <p:spPr>
            <a:xfrm>
              <a:off x="7218120" y="2597103"/>
              <a:ext cx="9758" cy="7730"/>
            </a:xfrm>
            <a:custGeom>
              <a:avLst/>
              <a:gdLst>
                <a:gd name="connsiteX0" fmla="*/ 9759 w 9758"/>
                <a:gd name="connsiteY0" fmla="*/ 3802 h 7730"/>
                <a:gd name="connsiteX1" fmla="*/ 4943 w 9758"/>
                <a:gd name="connsiteY1" fmla="*/ 7731 h 7730"/>
                <a:gd name="connsiteX2" fmla="*/ 0 w 9758"/>
                <a:gd name="connsiteY2" fmla="*/ 3802 h 7730"/>
                <a:gd name="connsiteX3" fmla="*/ 4943 w 9758"/>
                <a:gd name="connsiteY3" fmla="*/ 0 h 7730"/>
                <a:gd name="connsiteX4" fmla="*/ 9759 w 9758"/>
                <a:gd name="connsiteY4" fmla="*/ 3802 h 7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58" h="7730">
                  <a:moveTo>
                    <a:pt x="9759" y="3802"/>
                  </a:moveTo>
                  <a:lnTo>
                    <a:pt x="4943" y="7731"/>
                  </a:lnTo>
                  <a:lnTo>
                    <a:pt x="0" y="3802"/>
                  </a:lnTo>
                  <a:lnTo>
                    <a:pt x="4943" y="0"/>
                  </a:lnTo>
                  <a:lnTo>
                    <a:pt x="9759" y="380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DF2BC14D-BADC-6919-6F17-D1E05DCA123D}"/>
                </a:ext>
              </a:extLst>
            </p:cNvPr>
            <p:cNvSpPr/>
            <p:nvPr/>
          </p:nvSpPr>
          <p:spPr>
            <a:xfrm>
              <a:off x="7306710" y="2673652"/>
              <a:ext cx="9758" cy="7857"/>
            </a:xfrm>
            <a:custGeom>
              <a:avLst/>
              <a:gdLst>
                <a:gd name="connsiteX0" fmla="*/ 9758 w 9758"/>
                <a:gd name="connsiteY0" fmla="*/ 3929 h 7857"/>
                <a:gd name="connsiteX1" fmla="*/ 4815 w 9758"/>
                <a:gd name="connsiteY1" fmla="*/ 7858 h 7857"/>
                <a:gd name="connsiteX2" fmla="*/ 0 w 9758"/>
                <a:gd name="connsiteY2" fmla="*/ 3929 h 7857"/>
                <a:gd name="connsiteX3" fmla="*/ 4815 w 9758"/>
                <a:gd name="connsiteY3" fmla="*/ 0 h 7857"/>
                <a:gd name="connsiteX4" fmla="*/ 9758 w 9758"/>
                <a:gd name="connsiteY4" fmla="*/ 3929 h 7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58" h="7857">
                  <a:moveTo>
                    <a:pt x="9758" y="3929"/>
                  </a:moveTo>
                  <a:lnTo>
                    <a:pt x="4815" y="7858"/>
                  </a:lnTo>
                  <a:lnTo>
                    <a:pt x="0" y="3929"/>
                  </a:lnTo>
                  <a:lnTo>
                    <a:pt x="4815" y="0"/>
                  </a:lnTo>
                  <a:lnTo>
                    <a:pt x="9758" y="392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004E502F-C34D-90E4-182D-C8FF3C2F06BC}"/>
                </a:ext>
              </a:extLst>
            </p:cNvPr>
            <p:cNvSpPr/>
            <p:nvPr/>
          </p:nvSpPr>
          <p:spPr>
            <a:xfrm>
              <a:off x="7386426" y="2756157"/>
              <a:ext cx="9885" cy="7857"/>
            </a:xfrm>
            <a:custGeom>
              <a:avLst/>
              <a:gdLst>
                <a:gd name="connsiteX0" fmla="*/ 9885 w 9885"/>
                <a:gd name="connsiteY0" fmla="*/ 3929 h 7857"/>
                <a:gd name="connsiteX1" fmla="*/ 4943 w 9885"/>
                <a:gd name="connsiteY1" fmla="*/ 7858 h 7857"/>
                <a:gd name="connsiteX2" fmla="*/ 0 w 9885"/>
                <a:gd name="connsiteY2" fmla="*/ 3929 h 7857"/>
                <a:gd name="connsiteX3" fmla="*/ 4943 w 9885"/>
                <a:gd name="connsiteY3" fmla="*/ 0 h 7857"/>
                <a:gd name="connsiteX4" fmla="*/ 9885 w 9885"/>
                <a:gd name="connsiteY4" fmla="*/ 3929 h 7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85" h="7857">
                  <a:moveTo>
                    <a:pt x="9885" y="3929"/>
                  </a:moveTo>
                  <a:lnTo>
                    <a:pt x="4943" y="7858"/>
                  </a:lnTo>
                  <a:lnTo>
                    <a:pt x="0" y="3929"/>
                  </a:lnTo>
                  <a:lnTo>
                    <a:pt x="4943" y="0"/>
                  </a:lnTo>
                  <a:lnTo>
                    <a:pt x="9885" y="392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CCC20CB5-1238-6278-4DA4-AC003C63C3DA}"/>
                </a:ext>
              </a:extLst>
            </p:cNvPr>
            <p:cNvSpPr/>
            <p:nvPr/>
          </p:nvSpPr>
          <p:spPr>
            <a:xfrm>
              <a:off x="7457145" y="2844112"/>
              <a:ext cx="9251" cy="7223"/>
            </a:xfrm>
            <a:custGeom>
              <a:avLst/>
              <a:gdLst>
                <a:gd name="connsiteX0" fmla="*/ 9251 w 9251"/>
                <a:gd name="connsiteY0" fmla="*/ 3675 h 7223"/>
                <a:gd name="connsiteX1" fmla="*/ 4689 w 9251"/>
                <a:gd name="connsiteY1" fmla="*/ 7224 h 7223"/>
                <a:gd name="connsiteX2" fmla="*/ 0 w 9251"/>
                <a:gd name="connsiteY2" fmla="*/ 3675 h 7223"/>
                <a:gd name="connsiteX3" fmla="*/ 4689 w 9251"/>
                <a:gd name="connsiteY3" fmla="*/ 0 h 7223"/>
                <a:gd name="connsiteX4" fmla="*/ 9251 w 9251"/>
                <a:gd name="connsiteY4" fmla="*/ 3675 h 7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51" h="7223">
                  <a:moveTo>
                    <a:pt x="9251" y="3675"/>
                  </a:moveTo>
                  <a:lnTo>
                    <a:pt x="4689" y="7224"/>
                  </a:lnTo>
                  <a:lnTo>
                    <a:pt x="0" y="3675"/>
                  </a:lnTo>
                  <a:lnTo>
                    <a:pt x="4689" y="0"/>
                  </a:lnTo>
                  <a:lnTo>
                    <a:pt x="9251" y="367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47E2F959-54B7-C822-C45C-AD5C3C573EFA}"/>
                </a:ext>
              </a:extLst>
            </p:cNvPr>
            <p:cNvSpPr/>
            <p:nvPr/>
          </p:nvSpPr>
          <p:spPr>
            <a:xfrm>
              <a:off x="7517724" y="2936249"/>
              <a:ext cx="9125" cy="7350"/>
            </a:xfrm>
            <a:custGeom>
              <a:avLst/>
              <a:gdLst>
                <a:gd name="connsiteX0" fmla="*/ 9125 w 9125"/>
                <a:gd name="connsiteY0" fmla="*/ 3675 h 7350"/>
                <a:gd name="connsiteX1" fmla="*/ 4562 w 9125"/>
                <a:gd name="connsiteY1" fmla="*/ 7351 h 7350"/>
                <a:gd name="connsiteX2" fmla="*/ 0 w 9125"/>
                <a:gd name="connsiteY2" fmla="*/ 3675 h 7350"/>
                <a:gd name="connsiteX3" fmla="*/ 4562 w 9125"/>
                <a:gd name="connsiteY3" fmla="*/ 0 h 7350"/>
                <a:gd name="connsiteX4" fmla="*/ 9125 w 9125"/>
                <a:gd name="connsiteY4" fmla="*/ 3675 h 7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5" h="7350">
                  <a:moveTo>
                    <a:pt x="9125" y="3675"/>
                  </a:moveTo>
                  <a:lnTo>
                    <a:pt x="4562" y="7351"/>
                  </a:lnTo>
                  <a:lnTo>
                    <a:pt x="0" y="3675"/>
                  </a:lnTo>
                  <a:lnTo>
                    <a:pt x="4562" y="0"/>
                  </a:lnTo>
                  <a:lnTo>
                    <a:pt x="9125" y="367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EC8A839D-812E-D838-B058-EF73BA6C91F9}"/>
                </a:ext>
              </a:extLst>
            </p:cNvPr>
            <p:cNvSpPr/>
            <p:nvPr/>
          </p:nvSpPr>
          <p:spPr>
            <a:xfrm>
              <a:off x="7568292" y="3032695"/>
              <a:ext cx="8365" cy="6590"/>
            </a:xfrm>
            <a:custGeom>
              <a:avLst/>
              <a:gdLst>
                <a:gd name="connsiteX0" fmla="*/ 8365 w 8365"/>
                <a:gd name="connsiteY0" fmla="*/ 3295 h 6590"/>
                <a:gd name="connsiteX1" fmla="*/ 4183 w 8365"/>
                <a:gd name="connsiteY1" fmla="*/ 6590 h 6590"/>
                <a:gd name="connsiteX2" fmla="*/ 0 w 8365"/>
                <a:gd name="connsiteY2" fmla="*/ 3295 h 6590"/>
                <a:gd name="connsiteX3" fmla="*/ 4183 w 8365"/>
                <a:gd name="connsiteY3" fmla="*/ 0 h 6590"/>
                <a:gd name="connsiteX4" fmla="*/ 8365 w 8365"/>
                <a:gd name="connsiteY4" fmla="*/ 3295 h 6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65" h="6590">
                  <a:moveTo>
                    <a:pt x="8365" y="3295"/>
                  </a:moveTo>
                  <a:lnTo>
                    <a:pt x="4183" y="6590"/>
                  </a:lnTo>
                  <a:lnTo>
                    <a:pt x="0" y="3295"/>
                  </a:lnTo>
                  <a:lnTo>
                    <a:pt x="4183" y="0"/>
                  </a:lnTo>
                  <a:lnTo>
                    <a:pt x="8365" y="32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66532ABC-30DB-0F76-9C5B-21379444FA6C}"/>
                </a:ext>
              </a:extLst>
            </p:cNvPr>
            <p:cNvSpPr/>
            <p:nvPr/>
          </p:nvSpPr>
          <p:spPr>
            <a:xfrm>
              <a:off x="7607707" y="3131802"/>
              <a:ext cx="8364" cy="6716"/>
            </a:xfrm>
            <a:custGeom>
              <a:avLst/>
              <a:gdLst>
                <a:gd name="connsiteX0" fmla="*/ 8364 w 8364"/>
                <a:gd name="connsiteY0" fmla="*/ 3422 h 6716"/>
                <a:gd name="connsiteX1" fmla="*/ 4182 w 8364"/>
                <a:gd name="connsiteY1" fmla="*/ 6717 h 6716"/>
                <a:gd name="connsiteX2" fmla="*/ 0 w 8364"/>
                <a:gd name="connsiteY2" fmla="*/ 3422 h 6716"/>
                <a:gd name="connsiteX3" fmla="*/ 4182 w 8364"/>
                <a:gd name="connsiteY3" fmla="*/ 0 h 6716"/>
                <a:gd name="connsiteX4" fmla="*/ 8364 w 8364"/>
                <a:gd name="connsiteY4" fmla="*/ 3422 h 6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64" h="6716">
                  <a:moveTo>
                    <a:pt x="8364" y="3422"/>
                  </a:moveTo>
                  <a:lnTo>
                    <a:pt x="4182" y="6717"/>
                  </a:lnTo>
                  <a:lnTo>
                    <a:pt x="0" y="3422"/>
                  </a:lnTo>
                  <a:lnTo>
                    <a:pt x="4182" y="0"/>
                  </a:lnTo>
                  <a:lnTo>
                    <a:pt x="8364" y="342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C7B0571F-472D-216E-4B27-A693AA13BB3E}"/>
                </a:ext>
              </a:extLst>
            </p:cNvPr>
            <p:cNvSpPr/>
            <p:nvPr/>
          </p:nvSpPr>
          <p:spPr>
            <a:xfrm>
              <a:off x="7636349" y="3233571"/>
              <a:ext cx="7857" cy="6210"/>
            </a:xfrm>
            <a:custGeom>
              <a:avLst/>
              <a:gdLst>
                <a:gd name="connsiteX0" fmla="*/ 7858 w 7857"/>
                <a:gd name="connsiteY0" fmla="*/ 3042 h 6210"/>
                <a:gd name="connsiteX1" fmla="*/ 3929 w 7857"/>
                <a:gd name="connsiteY1" fmla="*/ 6210 h 6210"/>
                <a:gd name="connsiteX2" fmla="*/ 0 w 7857"/>
                <a:gd name="connsiteY2" fmla="*/ 3042 h 6210"/>
                <a:gd name="connsiteX3" fmla="*/ 3929 w 7857"/>
                <a:gd name="connsiteY3" fmla="*/ 0 h 6210"/>
                <a:gd name="connsiteX4" fmla="*/ 7858 w 7857"/>
                <a:gd name="connsiteY4" fmla="*/ 3042 h 6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57" h="6210">
                  <a:moveTo>
                    <a:pt x="7858" y="3042"/>
                  </a:moveTo>
                  <a:lnTo>
                    <a:pt x="3929" y="6210"/>
                  </a:lnTo>
                  <a:lnTo>
                    <a:pt x="0" y="3042"/>
                  </a:lnTo>
                  <a:lnTo>
                    <a:pt x="3929" y="0"/>
                  </a:lnTo>
                  <a:lnTo>
                    <a:pt x="7858" y="30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BE96E987-6AF8-D90E-9449-32253F1FBF2D}"/>
                </a:ext>
              </a:extLst>
            </p:cNvPr>
            <p:cNvSpPr/>
            <p:nvPr/>
          </p:nvSpPr>
          <p:spPr>
            <a:xfrm>
              <a:off x="7653712" y="3336861"/>
              <a:ext cx="7224" cy="5702"/>
            </a:xfrm>
            <a:custGeom>
              <a:avLst/>
              <a:gdLst>
                <a:gd name="connsiteX0" fmla="*/ 7224 w 7224"/>
                <a:gd name="connsiteY0" fmla="*/ 2915 h 5702"/>
                <a:gd name="connsiteX1" fmla="*/ 3676 w 7224"/>
                <a:gd name="connsiteY1" fmla="*/ 5703 h 5702"/>
                <a:gd name="connsiteX2" fmla="*/ 0 w 7224"/>
                <a:gd name="connsiteY2" fmla="*/ 2915 h 5702"/>
                <a:gd name="connsiteX3" fmla="*/ 3676 w 7224"/>
                <a:gd name="connsiteY3" fmla="*/ 0 h 5702"/>
                <a:gd name="connsiteX4" fmla="*/ 7224 w 7224"/>
                <a:gd name="connsiteY4" fmla="*/ 2915 h 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24" h="5702">
                  <a:moveTo>
                    <a:pt x="7224" y="2915"/>
                  </a:moveTo>
                  <a:lnTo>
                    <a:pt x="3676" y="5703"/>
                  </a:lnTo>
                  <a:lnTo>
                    <a:pt x="0" y="2915"/>
                  </a:lnTo>
                  <a:lnTo>
                    <a:pt x="3676" y="0"/>
                  </a:lnTo>
                  <a:lnTo>
                    <a:pt x="7224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2AC33D99-F976-EBA8-3A2A-649B1DFBF4D2}"/>
                </a:ext>
              </a:extLst>
            </p:cNvPr>
            <p:cNvSpPr/>
            <p:nvPr/>
          </p:nvSpPr>
          <p:spPr>
            <a:xfrm>
              <a:off x="7784630" y="3440784"/>
              <a:ext cx="7224" cy="5703"/>
            </a:xfrm>
            <a:custGeom>
              <a:avLst/>
              <a:gdLst>
                <a:gd name="connsiteX0" fmla="*/ 7224 w 7224"/>
                <a:gd name="connsiteY0" fmla="*/ 2788 h 5703"/>
                <a:gd name="connsiteX1" fmla="*/ 3676 w 7224"/>
                <a:gd name="connsiteY1" fmla="*/ 5703 h 5703"/>
                <a:gd name="connsiteX2" fmla="*/ 0 w 7224"/>
                <a:gd name="connsiteY2" fmla="*/ 2788 h 5703"/>
                <a:gd name="connsiteX3" fmla="*/ 3676 w 7224"/>
                <a:gd name="connsiteY3" fmla="*/ 0 h 5703"/>
                <a:gd name="connsiteX4" fmla="*/ 7224 w 7224"/>
                <a:gd name="connsiteY4" fmla="*/ 2788 h 5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24" h="5703">
                  <a:moveTo>
                    <a:pt x="7224" y="2788"/>
                  </a:moveTo>
                  <a:lnTo>
                    <a:pt x="3676" y="5703"/>
                  </a:lnTo>
                  <a:lnTo>
                    <a:pt x="0" y="2788"/>
                  </a:lnTo>
                  <a:lnTo>
                    <a:pt x="3676" y="0"/>
                  </a:lnTo>
                  <a:lnTo>
                    <a:pt x="7224" y="278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C1A2FA3F-0756-118D-225E-798C7AB52A96}"/>
                </a:ext>
              </a:extLst>
            </p:cNvPr>
            <p:cNvSpPr/>
            <p:nvPr/>
          </p:nvSpPr>
          <p:spPr>
            <a:xfrm>
              <a:off x="7779814" y="3544961"/>
              <a:ext cx="6463" cy="5069"/>
            </a:xfrm>
            <a:custGeom>
              <a:avLst/>
              <a:gdLst>
                <a:gd name="connsiteX0" fmla="*/ 6464 w 6463"/>
                <a:gd name="connsiteY0" fmla="*/ 2535 h 5069"/>
                <a:gd name="connsiteX1" fmla="*/ 3168 w 6463"/>
                <a:gd name="connsiteY1" fmla="*/ 5069 h 5069"/>
                <a:gd name="connsiteX2" fmla="*/ 0 w 6463"/>
                <a:gd name="connsiteY2" fmla="*/ 2535 h 5069"/>
                <a:gd name="connsiteX3" fmla="*/ 3168 w 6463"/>
                <a:gd name="connsiteY3" fmla="*/ 0 h 5069"/>
                <a:gd name="connsiteX4" fmla="*/ 6464 w 6463"/>
                <a:gd name="connsiteY4" fmla="*/ 2535 h 5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069">
                  <a:moveTo>
                    <a:pt x="6464" y="2535"/>
                  </a:moveTo>
                  <a:lnTo>
                    <a:pt x="3168" y="5069"/>
                  </a:lnTo>
                  <a:lnTo>
                    <a:pt x="0" y="2535"/>
                  </a:lnTo>
                  <a:lnTo>
                    <a:pt x="3168" y="0"/>
                  </a:lnTo>
                  <a:lnTo>
                    <a:pt x="6464" y="253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6DCC98A4-CD61-7055-F2E0-596B6061819D}"/>
                </a:ext>
              </a:extLst>
            </p:cNvPr>
            <p:cNvSpPr/>
            <p:nvPr/>
          </p:nvSpPr>
          <p:spPr>
            <a:xfrm>
              <a:off x="7764226" y="3648378"/>
              <a:ext cx="5956" cy="4689"/>
            </a:xfrm>
            <a:custGeom>
              <a:avLst/>
              <a:gdLst>
                <a:gd name="connsiteX0" fmla="*/ 5956 w 5956"/>
                <a:gd name="connsiteY0" fmla="*/ 2281 h 4689"/>
                <a:gd name="connsiteX1" fmla="*/ 3042 w 5956"/>
                <a:gd name="connsiteY1" fmla="*/ 4689 h 4689"/>
                <a:gd name="connsiteX2" fmla="*/ 0 w 5956"/>
                <a:gd name="connsiteY2" fmla="*/ 2281 h 4689"/>
                <a:gd name="connsiteX3" fmla="*/ 3042 w 5956"/>
                <a:gd name="connsiteY3" fmla="*/ 0 h 4689"/>
                <a:gd name="connsiteX4" fmla="*/ 5956 w 5956"/>
                <a:gd name="connsiteY4" fmla="*/ 2281 h 4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6" h="4689">
                  <a:moveTo>
                    <a:pt x="5956" y="2281"/>
                  </a:moveTo>
                  <a:lnTo>
                    <a:pt x="3042" y="4689"/>
                  </a:lnTo>
                  <a:lnTo>
                    <a:pt x="0" y="2281"/>
                  </a:lnTo>
                  <a:lnTo>
                    <a:pt x="3042" y="0"/>
                  </a:lnTo>
                  <a:lnTo>
                    <a:pt x="5956" y="22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A053E5A9-E5F1-0880-DBCD-26D3A0491895}"/>
                </a:ext>
              </a:extLst>
            </p:cNvPr>
            <p:cNvSpPr/>
            <p:nvPr/>
          </p:nvSpPr>
          <p:spPr>
            <a:xfrm>
              <a:off x="7738372" y="3750527"/>
              <a:ext cx="5322" cy="4182"/>
            </a:xfrm>
            <a:custGeom>
              <a:avLst/>
              <a:gdLst>
                <a:gd name="connsiteX0" fmla="*/ 5323 w 5322"/>
                <a:gd name="connsiteY0" fmla="*/ 2028 h 4182"/>
                <a:gd name="connsiteX1" fmla="*/ 2661 w 5322"/>
                <a:gd name="connsiteY1" fmla="*/ 4183 h 4182"/>
                <a:gd name="connsiteX2" fmla="*/ 0 w 5322"/>
                <a:gd name="connsiteY2" fmla="*/ 2028 h 4182"/>
                <a:gd name="connsiteX3" fmla="*/ 2661 w 5322"/>
                <a:gd name="connsiteY3" fmla="*/ 0 h 4182"/>
                <a:gd name="connsiteX4" fmla="*/ 5323 w 5322"/>
                <a:gd name="connsiteY4" fmla="*/ 2028 h 4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22" h="4182">
                  <a:moveTo>
                    <a:pt x="5323" y="2028"/>
                  </a:moveTo>
                  <a:lnTo>
                    <a:pt x="2661" y="4183"/>
                  </a:lnTo>
                  <a:lnTo>
                    <a:pt x="0" y="2028"/>
                  </a:lnTo>
                  <a:lnTo>
                    <a:pt x="2661" y="0"/>
                  </a:lnTo>
                  <a:lnTo>
                    <a:pt x="5323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074B2F77-7B1E-65E2-A44C-F3949295240E}"/>
                </a:ext>
              </a:extLst>
            </p:cNvPr>
            <p:cNvSpPr/>
            <p:nvPr/>
          </p:nvSpPr>
          <p:spPr>
            <a:xfrm>
              <a:off x="7702506" y="3850775"/>
              <a:ext cx="4055" cy="3295"/>
            </a:xfrm>
            <a:custGeom>
              <a:avLst/>
              <a:gdLst>
                <a:gd name="connsiteX0" fmla="*/ 4056 w 4055"/>
                <a:gd name="connsiteY0" fmla="*/ 1648 h 3295"/>
                <a:gd name="connsiteX1" fmla="*/ 2027 w 4055"/>
                <a:gd name="connsiteY1" fmla="*/ 3295 h 3295"/>
                <a:gd name="connsiteX2" fmla="*/ 0 w 4055"/>
                <a:gd name="connsiteY2" fmla="*/ 1648 h 3295"/>
                <a:gd name="connsiteX3" fmla="*/ 2027 w 4055"/>
                <a:gd name="connsiteY3" fmla="*/ 0 h 3295"/>
                <a:gd name="connsiteX4" fmla="*/ 4056 w 4055"/>
                <a:gd name="connsiteY4" fmla="*/ 1648 h 3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5" h="3295">
                  <a:moveTo>
                    <a:pt x="4056" y="1648"/>
                  </a:moveTo>
                  <a:lnTo>
                    <a:pt x="2027" y="3295"/>
                  </a:lnTo>
                  <a:lnTo>
                    <a:pt x="0" y="1648"/>
                  </a:lnTo>
                  <a:lnTo>
                    <a:pt x="2027" y="0"/>
                  </a:lnTo>
                  <a:lnTo>
                    <a:pt x="4056" y="164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41D3AB95-6B53-48AF-661C-28112DDABDAC}"/>
                </a:ext>
              </a:extLst>
            </p:cNvPr>
            <p:cNvSpPr/>
            <p:nvPr/>
          </p:nvSpPr>
          <p:spPr>
            <a:xfrm>
              <a:off x="7656247" y="3948235"/>
              <a:ext cx="3548" cy="2788"/>
            </a:xfrm>
            <a:custGeom>
              <a:avLst/>
              <a:gdLst>
                <a:gd name="connsiteX0" fmla="*/ 3549 w 3548"/>
                <a:gd name="connsiteY0" fmla="*/ 1394 h 2788"/>
                <a:gd name="connsiteX1" fmla="*/ 1774 w 3548"/>
                <a:gd name="connsiteY1" fmla="*/ 2788 h 2788"/>
                <a:gd name="connsiteX2" fmla="*/ 0 w 3548"/>
                <a:gd name="connsiteY2" fmla="*/ 1394 h 2788"/>
                <a:gd name="connsiteX3" fmla="*/ 1774 w 3548"/>
                <a:gd name="connsiteY3" fmla="*/ 0 h 2788"/>
                <a:gd name="connsiteX4" fmla="*/ 3549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9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9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9C95147A-E31D-EBDB-0C47-775D0C29A96D}"/>
                </a:ext>
              </a:extLst>
            </p:cNvPr>
            <p:cNvSpPr/>
            <p:nvPr/>
          </p:nvSpPr>
          <p:spPr>
            <a:xfrm>
              <a:off x="7600357" y="4042400"/>
              <a:ext cx="2914" cy="2408"/>
            </a:xfrm>
            <a:custGeom>
              <a:avLst/>
              <a:gdLst>
                <a:gd name="connsiteX0" fmla="*/ 2915 w 2914"/>
                <a:gd name="connsiteY0" fmla="*/ 1141 h 2408"/>
                <a:gd name="connsiteX1" fmla="*/ 1521 w 2914"/>
                <a:gd name="connsiteY1" fmla="*/ 2408 h 2408"/>
                <a:gd name="connsiteX2" fmla="*/ 0 w 2914"/>
                <a:gd name="connsiteY2" fmla="*/ 1141 h 2408"/>
                <a:gd name="connsiteX3" fmla="*/ 1521 w 2914"/>
                <a:gd name="connsiteY3" fmla="*/ 0 h 2408"/>
                <a:gd name="connsiteX4" fmla="*/ 2915 w 2914"/>
                <a:gd name="connsiteY4" fmla="*/ 1141 h 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" h="2408">
                  <a:moveTo>
                    <a:pt x="2915" y="1141"/>
                  </a:moveTo>
                  <a:lnTo>
                    <a:pt x="1521" y="2408"/>
                  </a:lnTo>
                  <a:lnTo>
                    <a:pt x="0" y="1141"/>
                  </a:lnTo>
                  <a:lnTo>
                    <a:pt x="1521" y="0"/>
                  </a:lnTo>
                  <a:lnTo>
                    <a:pt x="2915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6A4260C9-B319-AE5D-7C57-BA3885BA8AB1}"/>
                </a:ext>
              </a:extLst>
            </p:cNvPr>
            <p:cNvSpPr/>
            <p:nvPr/>
          </p:nvSpPr>
          <p:spPr>
            <a:xfrm>
              <a:off x="7535468" y="4132890"/>
              <a:ext cx="1647" cy="1393"/>
            </a:xfrm>
            <a:custGeom>
              <a:avLst/>
              <a:gdLst>
                <a:gd name="connsiteX0" fmla="*/ 1648 w 1647"/>
                <a:gd name="connsiteY0" fmla="*/ 760 h 1393"/>
                <a:gd name="connsiteX1" fmla="*/ 887 w 1647"/>
                <a:gd name="connsiteY1" fmla="*/ 1394 h 1393"/>
                <a:gd name="connsiteX2" fmla="*/ 0 w 1647"/>
                <a:gd name="connsiteY2" fmla="*/ 760 h 1393"/>
                <a:gd name="connsiteX3" fmla="*/ 887 w 1647"/>
                <a:gd name="connsiteY3" fmla="*/ 0 h 1393"/>
                <a:gd name="connsiteX4" fmla="*/ 1648 w 1647"/>
                <a:gd name="connsiteY4" fmla="*/ 760 h 1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7" h="1393">
                  <a:moveTo>
                    <a:pt x="1648" y="760"/>
                  </a:moveTo>
                  <a:lnTo>
                    <a:pt x="887" y="1394"/>
                  </a:lnTo>
                  <a:lnTo>
                    <a:pt x="0" y="760"/>
                  </a:lnTo>
                  <a:lnTo>
                    <a:pt x="887" y="0"/>
                  </a:lnTo>
                  <a:lnTo>
                    <a:pt x="1648" y="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E64D908C-1A34-F2C3-7AEF-398768AFAABD}"/>
                </a:ext>
              </a:extLst>
            </p:cNvPr>
            <p:cNvSpPr/>
            <p:nvPr/>
          </p:nvSpPr>
          <p:spPr>
            <a:xfrm>
              <a:off x="7461200" y="4218563"/>
              <a:ext cx="1394" cy="1140"/>
            </a:xfrm>
            <a:custGeom>
              <a:avLst/>
              <a:gdLst>
                <a:gd name="connsiteX0" fmla="*/ 1395 w 1394"/>
                <a:gd name="connsiteY0" fmla="*/ 634 h 1140"/>
                <a:gd name="connsiteX1" fmla="*/ 634 w 1394"/>
                <a:gd name="connsiteY1" fmla="*/ 1141 h 1140"/>
                <a:gd name="connsiteX2" fmla="*/ 0 w 1394"/>
                <a:gd name="connsiteY2" fmla="*/ 634 h 1140"/>
                <a:gd name="connsiteX3" fmla="*/ 634 w 1394"/>
                <a:gd name="connsiteY3" fmla="*/ 0 h 1140"/>
                <a:gd name="connsiteX4" fmla="*/ 1395 w 1394"/>
                <a:gd name="connsiteY4" fmla="*/ 634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" h="1140">
                  <a:moveTo>
                    <a:pt x="1395" y="634"/>
                  </a:moveTo>
                  <a:lnTo>
                    <a:pt x="634" y="1141"/>
                  </a:lnTo>
                  <a:lnTo>
                    <a:pt x="0" y="634"/>
                  </a:lnTo>
                  <a:lnTo>
                    <a:pt x="634" y="0"/>
                  </a:lnTo>
                  <a:lnTo>
                    <a:pt x="1395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BFDD9222-FBE3-4042-EEE6-24F2DE55E8B5}"/>
                </a:ext>
              </a:extLst>
            </p:cNvPr>
            <p:cNvSpPr/>
            <p:nvPr/>
          </p:nvSpPr>
          <p:spPr>
            <a:xfrm>
              <a:off x="7378569" y="4299420"/>
              <a:ext cx="760" cy="633"/>
            </a:xfrm>
            <a:custGeom>
              <a:avLst/>
              <a:gdLst>
                <a:gd name="connsiteX0" fmla="*/ 760 w 760"/>
                <a:gd name="connsiteY0" fmla="*/ 254 h 633"/>
                <a:gd name="connsiteX1" fmla="*/ 380 w 760"/>
                <a:gd name="connsiteY1" fmla="*/ 634 h 633"/>
                <a:gd name="connsiteX2" fmla="*/ 0 w 760"/>
                <a:gd name="connsiteY2" fmla="*/ 254 h 633"/>
                <a:gd name="connsiteX3" fmla="*/ 380 w 760"/>
                <a:gd name="connsiteY3" fmla="*/ 0 h 633"/>
                <a:gd name="connsiteX4" fmla="*/ 760 w 760"/>
                <a:gd name="connsiteY4" fmla="*/ 254 h 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0" h="633">
                  <a:moveTo>
                    <a:pt x="760" y="254"/>
                  </a:moveTo>
                  <a:lnTo>
                    <a:pt x="380" y="634"/>
                  </a:lnTo>
                  <a:lnTo>
                    <a:pt x="0" y="254"/>
                  </a:lnTo>
                  <a:lnTo>
                    <a:pt x="380" y="0"/>
                  </a:lnTo>
                  <a:lnTo>
                    <a:pt x="760" y="2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228B215E-A925-D77A-2562-BD7736763221}"/>
                </a:ext>
              </a:extLst>
            </p:cNvPr>
            <p:cNvSpPr/>
            <p:nvPr/>
          </p:nvSpPr>
          <p:spPr>
            <a:xfrm>
              <a:off x="7189352" y="4443012"/>
              <a:ext cx="1393" cy="1140"/>
            </a:xfrm>
            <a:custGeom>
              <a:avLst/>
              <a:gdLst>
                <a:gd name="connsiteX0" fmla="*/ 1394 w 1393"/>
                <a:gd name="connsiteY0" fmla="*/ 634 h 1140"/>
                <a:gd name="connsiteX1" fmla="*/ 634 w 1393"/>
                <a:gd name="connsiteY1" fmla="*/ 1141 h 1140"/>
                <a:gd name="connsiteX2" fmla="*/ 0 w 1393"/>
                <a:gd name="connsiteY2" fmla="*/ 634 h 1140"/>
                <a:gd name="connsiteX3" fmla="*/ 634 w 1393"/>
                <a:gd name="connsiteY3" fmla="*/ 0 h 1140"/>
                <a:gd name="connsiteX4" fmla="*/ 1394 w 1393"/>
                <a:gd name="connsiteY4" fmla="*/ 634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3" h="1140">
                  <a:moveTo>
                    <a:pt x="1394" y="634"/>
                  </a:moveTo>
                  <a:lnTo>
                    <a:pt x="634" y="1141"/>
                  </a:lnTo>
                  <a:lnTo>
                    <a:pt x="0" y="634"/>
                  </a:lnTo>
                  <a:lnTo>
                    <a:pt x="634" y="0"/>
                  </a:lnTo>
                  <a:lnTo>
                    <a:pt x="1394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08F82990-3A82-BA94-0E79-25ED359CC007}"/>
                </a:ext>
              </a:extLst>
            </p:cNvPr>
            <p:cNvSpPr/>
            <p:nvPr/>
          </p:nvSpPr>
          <p:spPr>
            <a:xfrm>
              <a:off x="7084160" y="4505240"/>
              <a:ext cx="2155" cy="1647"/>
            </a:xfrm>
            <a:custGeom>
              <a:avLst/>
              <a:gdLst>
                <a:gd name="connsiteX0" fmla="*/ 2155 w 2155"/>
                <a:gd name="connsiteY0" fmla="*/ 887 h 1647"/>
                <a:gd name="connsiteX1" fmla="*/ 1014 w 2155"/>
                <a:gd name="connsiteY1" fmla="*/ 1647 h 1647"/>
                <a:gd name="connsiteX2" fmla="*/ 0 w 2155"/>
                <a:gd name="connsiteY2" fmla="*/ 887 h 1647"/>
                <a:gd name="connsiteX3" fmla="*/ 1014 w 2155"/>
                <a:gd name="connsiteY3" fmla="*/ 0 h 1647"/>
                <a:gd name="connsiteX4" fmla="*/ 2155 w 2155"/>
                <a:gd name="connsiteY4" fmla="*/ 887 h 1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5" h="1647">
                  <a:moveTo>
                    <a:pt x="2155" y="887"/>
                  </a:moveTo>
                  <a:lnTo>
                    <a:pt x="1014" y="1647"/>
                  </a:lnTo>
                  <a:lnTo>
                    <a:pt x="0" y="887"/>
                  </a:lnTo>
                  <a:lnTo>
                    <a:pt x="1014" y="0"/>
                  </a:lnTo>
                  <a:lnTo>
                    <a:pt x="2155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7CD85052-1FF9-BB1C-6257-1CD4EA69E2AB}"/>
                </a:ext>
              </a:extLst>
            </p:cNvPr>
            <p:cNvSpPr/>
            <p:nvPr/>
          </p:nvSpPr>
          <p:spPr>
            <a:xfrm>
              <a:off x="6973014" y="4560497"/>
              <a:ext cx="2914" cy="2281"/>
            </a:xfrm>
            <a:custGeom>
              <a:avLst/>
              <a:gdLst>
                <a:gd name="connsiteX0" fmla="*/ 2915 w 2914"/>
                <a:gd name="connsiteY0" fmla="*/ 1141 h 2281"/>
                <a:gd name="connsiteX1" fmla="*/ 1394 w 2914"/>
                <a:gd name="connsiteY1" fmla="*/ 2281 h 2281"/>
                <a:gd name="connsiteX2" fmla="*/ 0 w 2914"/>
                <a:gd name="connsiteY2" fmla="*/ 1141 h 2281"/>
                <a:gd name="connsiteX3" fmla="*/ 1394 w 2914"/>
                <a:gd name="connsiteY3" fmla="*/ 0 h 2281"/>
                <a:gd name="connsiteX4" fmla="*/ 2915 w 2914"/>
                <a:gd name="connsiteY4" fmla="*/ 1141 h 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" h="2281">
                  <a:moveTo>
                    <a:pt x="2915" y="1141"/>
                  </a:moveTo>
                  <a:lnTo>
                    <a:pt x="1394" y="2281"/>
                  </a:lnTo>
                  <a:lnTo>
                    <a:pt x="0" y="1141"/>
                  </a:lnTo>
                  <a:lnTo>
                    <a:pt x="1394" y="0"/>
                  </a:lnTo>
                  <a:lnTo>
                    <a:pt x="2915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A89E6B14-6D47-F257-FCF7-20260CC8E312}"/>
                </a:ext>
              </a:extLst>
            </p:cNvPr>
            <p:cNvSpPr/>
            <p:nvPr/>
          </p:nvSpPr>
          <p:spPr>
            <a:xfrm>
              <a:off x="6856670" y="4608530"/>
              <a:ext cx="3548" cy="2914"/>
            </a:xfrm>
            <a:custGeom>
              <a:avLst/>
              <a:gdLst>
                <a:gd name="connsiteX0" fmla="*/ 3548 w 3548"/>
                <a:gd name="connsiteY0" fmla="*/ 1394 h 2914"/>
                <a:gd name="connsiteX1" fmla="*/ 1774 w 3548"/>
                <a:gd name="connsiteY1" fmla="*/ 2915 h 2914"/>
                <a:gd name="connsiteX2" fmla="*/ 0 w 3548"/>
                <a:gd name="connsiteY2" fmla="*/ 1394 h 2914"/>
                <a:gd name="connsiteX3" fmla="*/ 1774 w 3548"/>
                <a:gd name="connsiteY3" fmla="*/ 0 h 2914"/>
                <a:gd name="connsiteX4" fmla="*/ 3548 w 3548"/>
                <a:gd name="connsiteY4" fmla="*/ 1394 h 2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914">
                  <a:moveTo>
                    <a:pt x="3548" y="1394"/>
                  </a:moveTo>
                  <a:lnTo>
                    <a:pt x="1774" y="2915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8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97C6ABFE-7082-A2FD-5046-1ABB115EF5F9}"/>
                </a:ext>
              </a:extLst>
            </p:cNvPr>
            <p:cNvSpPr/>
            <p:nvPr/>
          </p:nvSpPr>
          <p:spPr>
            <a:xfrm>
              <a:off x="6735257" y="4648705"/>
              <a:ext cx="5069" cy="4055"/>
            </a:xfrm>
            <a:custGeom>
              <a:avLst/>
              <a:gdLst>
                <a:gd name="connsiteX0" fmla="*/ 5070 w 5069"/>
                <a:gd name="connsiteY0" fmla="*/ 2028 h 4055"/>
                <a:gd name="connsiteX1" fmla="*/ 2535 w 5069"/>
                <a:gd name="connsiteY1" fmla="*/ 4056 h 4055"/>
                <a:gd name="connsiteX2" fmla="*/ 0 w 5069"/>
                <a:gd name="connsiteY2" fmla="*/ 2028 h 4055"/>
                <a:gd name="connsiteX3" fmla="*/ 2535 w 5069"/>
                <a:gd name="connsiteY3" fmla="*/ 0 h 4055"/>
                <a:gd name="connsiteX4" fmla="*/ 5070 w 5069"/>
                <a:gd name="connsiteY4" fmla="*/ 2028 h 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9" h="4055">
                  <a:moveTo>
                    <a:pt x="5070" y="2028"/>
                  </a:moveTo>
                  <a:lnTo>
                    <a:pt x="2535" y="4056"/>
                  </a:lnTo>
                  <a:lnTo>
                    <a:pt x="0" y="2028"/>
                  </a:lnTo>
                  <a:lnTo>
                    <a:pt x="2535" y="0"/>
                  </a:lnTo>
                  <a:lnTo>
                    <a:pt x="5070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A68BCF29-9ED1-0FC7-6C9F-01301353F0AE}"/>
                </a:ext>
              </a:extLst>
            </p:cNvPr>
            <p:cNvSpPr/>
            <p:nvPr/>
          </p:nvSpPr>
          <p:spPr>
            <a:xfrm>
              <a:off x="6610675" y="4681403"/>
              <a:ext cx="5703" cy="4562"/>
            </a:xfrm>
            <a:custGeom>
              <a:avLst/>
              <a:gdLst>
                <a:gd name="connsiteX0" fmla="*/ 5703 w 5703"/>
                <a:gd name="connsiteY0" fmla="*/ 2281 h 4562"/>
                <a:gd name="connsiteX1" fmla="*/ 2789 w 5703"/>
                <a:gd name="connsiteY1" fmla="*/ 4562 h 4562"/>
                <a:gd name="connsiteX2" fmla="*/ 0 w 5703"/>
                <a:gd name="connsiteY2" fmla="*/ 2281 h 4562"/>
                <a:gd name="connsiteX3" fmla="*/ 2789 w 5703"/>
                <a:gd name="connsiteY3" fmla="*/ 0 h 4562"/>
                <a:gd name="connsiteX4" fmla="*/ 5703 w 5703"/>
                <a:gd name="connsiteY4" fmla="*/ 2281 h 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03" h="4562">
                  <a:moveTo>
                    <a:pt x="5703" y="2281"/>
                  </a:moveTo>
                  <a:lnTo>
                    <a:pt x="2789" y="4562"/>
                  </a:lnTo>
                  <a:lnTo>
                    <a:pt x="0" y="2281"/>
                  </a:lnTo>
                  <a:lnTo>
                    <a:pt x="2789" y="0"/>
                  </a:lnTo>
                  <a:lnTo>
                    <a:pt x="5703" y="22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944AD96C-9418-6901-2204-AD824570913D}"/>
                </a:ext>
              </a:extLst>
            </p:cNvPr>
            <p:cNvSpPr/>
            <p:nvPr/>
          </p:nvSpPr>
          <p:spPr>
            <a:xfrm>
              <a:off x="6482925" y="4705990"/>
              <a:ext cx="6463" cy="5196"/>
            </a:xfrm>
            <a:custGeom>
              <a:avLst/>
              <a:gdLst>
                <a:gd name="connsiteX0" fmla="*/ 6463 w 6463"/>
                <a:gd name="connsiteY0" fmla="*/ 2534 h 5196"/>
                <a:gd name="connsiteX1" fmla="*/ 3295 w 6463"/>
                <a:gd name="connsiteY1" fmla="*/ 5196 h 5196"/>
                <a:gd name="connsiteX2" fmla="*/ 0 w 6463"/>
                <a:gd name="connsiteY2" fmla="*/ 2534 h 5196"/>
                <a:gd name="connsiteX3" fmla="*/ 3295 w 6463"/>
                <a:gd name="connsiteY3" fmla="*/ 0 h 5196"/>
                <a:gd name="connsiteX4" fmla="*/ 6463 w 6463"/>
                <a:gd name="connsiteY4" fmla="*/ 2534 h 5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196">
                  <a:moveTo>
                    <a:pt x="6463" y="2534"/>
                  </a:moveTo>
                  <a:lnTo>
                    <a:pt x="3295" y="5196"/>
                  </a:lnTo>
                  <a:lnTo>
                    <a:pt x="0" y="2534"/>
                  </a:lnTo>
                  <a:lnTo>
                    <a:pt x="3295" y="0"/>
                  </a:lnTo>
                  <a:lnTo>
                    <a:pt x="6463" y="25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41C57853-6B07-AC3E-9E3D-1C48A99C15E7}"/>
                </a:ext>
              </a:extLst>
            </p:cNvPr>
            <p:cNvSpPr/>
            <p:nvPr/>
          </p:nvSpPr>
          <p:spPr>
            <a:xfrm>
              <a:off x="6352768" y="4722085"/>
              <a:ext cx="8110" cy="6336"/>
            </a:xfrm>
            <a:custGeom>
              <a:avLst/>
              <a:gdLst>
                <a:gd name="connsiteX0" fmla="*/ 8111 w 8110"/>
                <a:gd name="connsiteY0" fmla="*/ 3168 h 6336"/>
                <a:gd name="connsiteX1" fmla="*/ 4055 w 8110"/>
                <a:gd name="connsiteY1" fmla="*/ 6337 h 6336"/>
                <a:gd name="connsiteX2" fmla="*/ 0 w 8110"/>
                <a:gd name="connsiteY2" fmla="*/ 3168 h 6336"/>
                <a:gd name="connsiteX3" fmla="*/ 4055 w 8110"/>
                <a:gd name="connsiteY3" fmla="*/ 0 h 6336"/>
                <a:gd name="connsiteX4" fmla="*/ 8111 w 8110"/>
                <a:gd name="connsiteY4" fmla="*/ 3168 h 6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10" h="6336">
                  <a:moveTo>
                    <a:pt x="8111" y="3168"/>
                  </a:moveTo>
                  <a:lnTo>
                    <a:pt x="4055" y="6337"/>
                  </a:lnTo>
                  <a:lnTo>
                    <a:pt x="0" y="3168"/>
                  </a:lnTo>
                  <a:lnTo>
                    <a:pt x="4055" y="0"/>
                  </a:lnTo>
                  <a:lnTo>
                    <a:pt x="8111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A055BCD3-5C9F-D54A-3030-27E97FD22DD2}"/>
                </a:ext>
              </a:extLst>
            </p:cNvPr>
            <p:cNvSpPr/>
            <p:nvPr/>
          </p:nvSpPr>
          <p:spPr>
            <a:xfrm>
              <a:off x="6221849" y="4730196"/>
              <a:ext cx="8617" cy="6843"/>
            </a:xfrm>
            <a:custGeom>
              <a:avLst/>
              <a:gdLst>
                <a:gd name="connsiteX0" fmla="*/ 8618 w 8617"/>
                <a:gd name="connsiteY0" fmla="*/ 3422 h 6843"/>
                <a:gd name="connsiteX1" fmla="*/ 4309 w 8617"/>
                <a:gd name="connsiteY1" fmla="*/ 6843 h 6843"/>
                <a:gd name="connsiteX2" fmla="*/ 0 w 8617"/>
                <a:gd name="connsiteY2" fmla="*/ 3422 h 6843"/>
                <a:gd name="connsiteX3" fmla="*/ 4309 w 8617"/>
                <a:gd name="connsiteY3" fmla="*/ 0 h 6843"/>
                <a:gd name="connsiteX4" fmla="*/ 8618 w 8617"/>
                <a:gd name="connsiteY4" fmla="*/ 3422 h 6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7" h="6843">
                  <a:moveTo>
                    <a:pt x="8618" y="3422"/>
                  </a:moveTo>
                  <a:lnTo>
                    <a:pt x="4309" y="6843"/>
                  </a:lnTo>
                  <a:lnTo>
                    <a:pt x="0" y="3422"/>
                  </a:lnTo>
                  <a:lnTo>
                    <a:pt x="4309" y="0"/>
                  </a:lnTo>
                  <a:lnTo>
                    <a:pt x="8618" y="342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22850D8D-D42A-DEA1-2E69-4714C915EC81}"/>
                </a:ext>
              </a:extLst>
            </p:cNvPr>
            <p:cNvSpPr/>
            <p:nvPr/>
          </p:nvSpPr>
          <p:spPr>
            <a:xfrm>
              <a:off x="6090044" y="4729562"/>
              <a:ext cx="10138" cy="8111"/>
            </a:xfrm>
            <a:custGeom>
              <a:avLst/>
              <a:gdLst>
                <a:gd name="connsiteX0" fmla="*/ 10139 w 10138"/>
                <a:gd name="connsiteY0" fmla="*/ 4056 h 8111"/>
                <a:gd name="connsiteX1" fmla="*/ 5069 w 10138"/>
                <a:gd name="connsiteY1" fmla="*/ 8111 h 8111"/>
                <a:gd name="connsiteX2" fmla="*/ 0 w 10138"/>
                <a:gd name="connsiteY2" fmla="*/ 4056 h 8111"/>
                <a:gd name="connsiteX3" fmla="*/ 5069 w 10138"/>
                <a:gd name="connsiteY3" fmla="*/ 0 h 8111"/>
                <a:gd name="connsiteX4" fmla="*/ 10139 w 10138"/>
                <a:gd name="connsiteY4" fmla="*/ 4056 h 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38" h="8111">
                  <a:moveTo>
                    <a:pt x="10139" y="4056"/>
                  </a:moveTo>
                  <a:lnTo>
                    <a:pt x="5069" y="8111"/>
                  </a:lnTo>
                  <a:lnTo>
                    <a:pt x="0" y="4056"/>
                  </a:lnTo>
                  <a:lnTo>
                    <a:pt x="5069" y="0"/>
                  </a:lnTo>
                  <a:lnTo>
                    <a:pt x="10139" y="405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09D13DC0-FB5C-6A81-A6B1-E4A4B509051B}"/>
                </a:ext>
              </a:extLst>
            </p:cNvPr>
            <p:cNvSpPr/>
            <p:nvPr/>
          </p:nvSpPr>
          <p:spPr>
            <a:xfrm>
              <a:off x="5958872" y="4720817"/>
              <a:ext cx="11025" cy="8744"/>
            </a:xfrm>
            <a:custGeom>
              <a:avLst/>
              <a:gdLst>
                <a:gd name="connsiteX0" fmla="*/ 11026 w 11025"/>
                <a:gd name="connsiteY0" fmla="*/ 4436 h 8744"/>
                <a:gd name="connsiteX1" fmla="*/ 5576 w 11025"/>
                <a:gd name="connsiteY1" fmla="*/ 8745 h 8744"/>
                <a:gd name="connsiteX2" fmla="*/ 0 w 11025"/>
                <a:gd name="connsiteY2" fmla="*/ 4436 h 8744"/>
                <a:gd name="connsiteX3" fmla="*/ 5576 w 11025"/>
                <a:gd name="connsiteY3" fmla="*/ 0 h 8744"/>
                <a:gd name="connsiteX4" fmla="*/ 11026 w 11025"/>
                <a:gd name="connsiteY4" fmla="*/ 4436 h 8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25" h="8744">
                  <a:moveTo>
                    <a:pt x="11026" y="4436"/>
                  </a:moveTo>
                  <a:lnTo>
                    <a:pt x="5576" y="8745"/>
                  </a:lnTo>
                  <a:lnTo>
                    <a:pt x="0" y="4436"/>
                  </a:lnTo>
                  <a:lnTo>
                    <a:pt x="5576" y="0"/>
                  </a:lnTo>
                  <a:lnTo>
                    <a:pt x="11026" y="44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FFBD16CD-A33E-05A9-A46B-C52B7E12D373}"/>
                </a:ext>
              </a:extLst>
            </p:cNvPr>
            <p:cNvSpPr/>
            <p:nvPr/>
          </p:nvSpPr>
          <p:spPr>
            <a:xfrm>
              <a:off x="5829475" y="4704215"/>
              <a:ext cx="11025" cy="8617"/>
            </a:xfrm>
            <a:custGeom>
              <a:avLst/>
              <a:gdLst>
                <a:gd name="connsiteX0" fmla="*/ 11026 w 11025"/>
                <a:gd name="connsiteY0" fmla="*/ 4309 h 8617"/>
                <a:gd name="connsiteX1" fmla="*/ 5576 w 11025"/>
                <a:gd name="connsiteY1" fmla="*/ 8618 h 8617"/>
                <a:gd name="connsiteX2" fmla="*/ 0 w 11025"/>
                <a:gd name="connsiteY2" fmla="*/ 4309 h 8617"/>
                <a:gd name="connsiteX3" fmla="*/ 5576 w 11025"/>
                <a:gd name="connsiteY3" fmla="*/ 0 h 8617"/>
                <a:gd name="connsiteX4" fmla="*/ 11026 w 11025"/>
                <a:gd name="connsiteY4" fmla="*/ 4309 h 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25" h="8617">
                  <a:moveTo>
                    <a:pt x="11026" y="4309"/>
                  </a:moveTo>
                  <a:lnTo>
                    <a:pt x="5576" y="8618"/>
                  </a:lnTo>
                  <a:lnTo>
                    <a:pt x="0" y="4309"/>
                  </a:lnTo>
                  <a:lnTo>
                    <a:pt x="5576" y="0"/>
                  </a:lnTo>
                  <a:lnTo>
                    <a:pt x="11026" y="430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00947457-A1BB-AC63-1352-8D30E75C988D}"/>
                </a:ext>
              </a:extLst>
            </p:cNvPr>
            <p:cNvSpPr/>
            <p:nvPr/>
          </p:nvSpPr>
          <p:spPr>
            <a:xfrm>
              <a:off x="5701978" y="4679122"/>
              <a:ext cx="11533" cy="9124"/>
            </a:xfrm>
            <a:custGeom>
              <a:avLst/>
              <a:gdLst>
                <a:gd name="connsiteX0" fmla="*/ 11533 w 11533"/>
                <a:gd name="connsiteY0" fmla="*/ 4562 h 9124"/>
                <a:gd name="connsiteX1" fmla="*/ 5830 w 11533"/>
                <a:gd name="connsiteY1" fmla="*/ 9125 h 9124"/>
                <a:gd name="connsiteX2" fmla="*/ 0 w 11533"/>
                <a:gd name="connsiteY2" fmla="*/ 4562 h 9124"/>
                <a:gd name="connsiteX3" fmla="*/ 5830 w 11533"/>
                <a:gd name="connsiteY3" fmla="*/ 0 h 9124"/>
                <a:gd name="connsiteX4" fmla="*/ 11533 w 11533"/>
                <a:gd name="connsiteY4" fmla="*/ 4562 h 9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33" h="9124">
                  <a:moveTo>
                    <a:pt x="11533" y="4562"/>
                  </a:moveTo>
                  <a:lnTo>
                    <a:pt x="5830" y="9125"/>
                  </a:lnTo>
                  <a:lnTo>
                    <a:pt x="0" y="4562"/>
                  </a:lnTo>
                  <a:lnTo>
                    <a:pt x="5830" y="0"/>
                  </a:lnTo>
                  <a:lnTo>
                    <a:pt x="11533" y="456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AE089168-6F51-FCBF-7E1C-EF0646CB6635}"/>
                </a:ext>
              </a:extLst>
            </p:cNvPr>
            <p:cNvSpPr/>
            <p:nvPr/>
          </p:nvSpPr>
          <p:spPr>
            <a:xfrm>
              <a:off x="5577270" y="4645790"/>
              <a:ext cx="12293" cy="9885"/>
            </a:xfrm>
            <a:custGeom>
              <a:avLst/>
              <a:gdLst>
                <a:gd name="connsiteX0" fmla="*/ 12293 w 12293"/>
                <a:gd name="connsiteY0" fmla="*/ 4943 h 9885"/>
                <a:gd name="connsiteX1" fmla="*/ 6210 w 12293"/>
                <a:gd name="connsiteY1" fmla="*/ 9885 h 9885"/>
                <a:gd name="connsiteX2" fmla="*/ 0 w 12293"/>
                <a:gd name="connsiteY2" fmla="*/ 4943 h 9885"/>
                <a:gd name="connsiteX3" fmla="*/ 6210 w 12293"/>
                <a:gd name="connsiteY3" fmla="*/ 0 h 9885"/>
                <a:gd name="connsiteX4" fmla="*/ 12293 w 12293"/>
                <a:gd name="connsiteY4" fmla="*/ 4943 h 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93" h="9885">
                  <a:moveTo>
                    <a:pt x="12293" y="4943"/>
                  </a:moveTo>
                  <a:lnTo>
                    <a:pt x="6210" y="9885"/>
                  </a:lnTo>
                  <a:lnTo>
                    <a:pt x="0" y="4943"/>
                  </a:lnTo>
                  <a:lnTo>
                    <a:pt x="6210" y="0"/>
                  </a:lnTo>
                  <a:lnTo>
                    <a:pt x="12293" y="494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A3A7EDAC-E33E-6017-EF35-4B99CE564C8B}"/>
                </a:ext>
              </a:extLst>
            </p:cNvPr>
            <p:cNvSpPr/>
            <p:nvPr/>
          </p:nvSpPr>
          <p:spPr>
            <a:xfrm>
              <a:off x="5456617" y="4605107"/>
              <a:ext cx="12420" cy="9758"/>
            </a:xfrm>
            <a:custGeom>
              <a:avLst/>
              <a:gdLst>
                <a:gd name="connsiteX0" fmla="*/ 12420 w 12420"/>
                <a:gd name="connsiteY0" fmla="*/ 4816 h 9758"/>
                <a:gd name="connsiteX1" fmla="*/ 6210 w 12420"/>
                <a:gd name="connsiteY1" fmla="*/ 9759 h 9758"/>
                <a:gd name="connsiteX2" fmla="*/ 0 w 12420"/>
                <a:gd name="connsiteY2" fmla="*/ 4816 h 9758"/>
                <a:gd name="connsiteX3" fmla="*/ 6210 w 12420"/>
                <a:gd name="connsiteY3" fmla="*/ 0 h 9758"/>
                <a:gd name="connsiteX4" fmla="*/ 12420 w 12420"/>
                <a:gd name="connsiteY4" fmla="*/ 4816 h 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20" h="9758">
                  <a:moveTo>
                    <a:pt x="12420" y="4816"/>
                  </a:moveTo>
                  <a:lnTo>
                    <a:pt x="6210" y="9759"/>
                  </a:lnTo>
                  <a:lnTo>
                    <a:pt x="0" y="4816"/>
                  </a:lnTo>
                  <a:lnTo>
                    <a:pt x="6210" y="0"/>
                  </a:lnTo>
                  <a:lnTo>
                    <a:pt x="12420" y="481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0DD25185-9D7D-7AE9-DB22-D7D2DCCD8BCB}"/>
                </a:ext>
              </a:extLst>
            </p:cNvPr>
            <p:cNvSpPr/>
            <p:nvPr/>
          </p:nvSpPr>
          <p:spPr>
            <a:xfrm>
              <a:off x="5340528" y="4556695"/>
              <a:ext cx="12419" cy="9885"/>
            </a:xfrm>
            <a:custGeom>
              <a:avLst/>
              <a:gdLst>
                <a:gd name="connsiteX0" fmla="*/ 12420 w 12419"/>
                <a:gd name="connsiteY0" fmla="*/ 4943 h 9885"/>
                <a:gd name="connsiteX1" fmla="*/ 6210 w 12419"/>
                <a:gd name="connsiteY1" fmla="*/ 9885 h 9885"/>
                <a:gd name="connsiteX2" fmla="*/ 0 w 12419"/>
                <a:gd name="connsiteY2" fmla="*/ 4943 h 9885"/>
                <a:gd name="connsiteX3" fmla="*/ 6210 w 12419"/>
                <a:gd name="connsiteY3" fmla="*/ 0 h 9885"/>
                <a:gd name="connsiteX4" fmla="*/ 12420 w 12419"/>
                <a:gd name="connsiteY4" fmla="*/ 4943 h 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19" h="9885">
                  <a:moveTo>
                    <a:pt x="12420" y="4943"/>
                  </a:moveTo>
                  <a:lnTo>
                    <a:pt x="6210" y="9885"/>
                  </a:lnTo>
                  <a:lnTo>
                    <a:pt x="0" y="4943"/>
                  </a:lnTo>
                  <a:lnTo>
                    <a:pt x="6210" y="0"/>
                  </a:lnTo>
                  <a:lnTo>
                    <a:pt x="12420" y="494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A0B7945D-BDA0-0C89-DD0A-6FECA367767D}"/>
                </a:ext>
              </a:extLst>
            </p:cNvPr>
            <p:cNvSpPr/>
            <p:nvPr/>
          </p:nvSpPr>
          <p:spPr>
            <a:xfrm>
              <a:off x="5229760" y="4501184"/>
              <a:ext cx="12420" cy="9885"/>
            </a:xfrm>
            <a:custGeom>
              <a:avLst/>
              <a:gdLst>
                <a:gd name="connsiteX0" fmla="*/ 12420 w 12420"/>
                <a:gd name="connsiteY0" fmla="*/ 4943 h 9885"/>
                <a:gd name="connsiteX1" fmla="*/ 6210 w 12420"/>
                <a:gd name="connsiteY1" fmla="*/ 9885 h 9885"/>
                <a:gd name="connsiteX2" fmla="*/ 0 w 12420"/>
                <a:gd name="connsiteY2" fmla="*/ 4943 h 9885"/>
                <a:gd name="connsiteX3" fmla="*/ 6210 w 12420"/>
                <a:gd name="connsiteY3" fmla="*/ 0 h 9885"/>
                <a:gd name="connsiteX4" fmla="*/ 12420 w 12420"/>
                <a:gd name="connsiteY4" fmla="*/ 4943 h 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20" h="9885">
                  <a:moveTo>
                    <a:pt x="12420" y="4943"/>
                  </a:moveTo>
                  <a:lnTo>
                    <a:pt x="6210" y="9885"/>
                  </a:lnTo>
                  <a:lnTo>
                    <a:pt x="0" y="4943"/>
                  </a:lnTo>
                  <a:lnTo>
                    <a:pt x="6210" y="0"/>
                  </a:lnTo>
                  <a:lnTo>
                    <a:pt x="12420" y="494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AFC6E201-28E8-6AE8-438C-BDAAC20CBAF4}"/>
                </a:ext>
              </a:extLst>
            </p:cNvPr>
            <p:cNvSpPr/>
            <p:nvPr/>
          </p:nvSpPr>
          <p:spPr>
            <a:xfrm>
              <a:off x="5124569" y="4438450"/>
              <a:ext cx="13180" cy="10392"/>
            </a:xfrm>
            <a:custGeom>
              <a:avLst/>
              <a:gdLst>
                <a:gd name="connsiteX0" fmla="*/ 13181 w 13180"/>
                <a:gd name="connsiteY0" fmla="*/ 5196 h 10392"/>
                <a:gd name="connsiteX1" fmla="*/ 6590 w 13180"/>
                <a:gd name="connsiteY1" fmla="*/ 10392 h 10392"/>
                <a:gd name="connsiteX2" fmla="*/ 0 w 13180"/>
                <a:gd name="connsiteY2" fmla="*/ 5196 h 10392"/>
                <a:gd name="connsiteX3" fmla="*/ 6590 w 13180"/>
                <a:gd name="connsiteY3" fmla="*/ 0 h 10392"/>
                <a:gd name="connsiteX4" fmla="*/ 13181 w 13180"/>
                <a:gd name="connsiteY4" fmla="*/ 5196 h 1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80" h="10392">
                  <a:moveTo>
                    <a:pt x="13181" y="5196"/>
                  </a:moveTo>
                  <a:lnTo>
                    <a:pt x="6590" y="10392"/>
                  </a:lnTo>
                  <a:lnTo>
                    <a:pt x="0" y="5196"/>
                  </a:lnTo>
                  <a:lnTo>
                    <a:pt x="6590" y="0"/>
                  </a:lnTo>
                  <a:lnTo>
                    <a:pt x="13181" y="519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32DB6A79-9DA3-5E72-B779-DA63E30DDC5F}"/>
                </a:ext>
              </a:extLst>
            </p:cNvPr>
            <p:cNvSpPr/>
            <p:nvPr/>
          </p:nvSpPr>
          <p:spPr>
            <a:xfrm>
              <a:off x="5026475" y="4369505"/>
              <a:ext cx="13180" cy="10392"/>
            </a:xfrm>
            <a:custGeom>
              <a:avLst/>
              <a:gdLst>
                <a:gd name="connsiteX0" fmla="*/ 13181 w 13180"/>
                <a:gd name="connsiteY0" fmla="*/ 5196 h 10392"/>
                <a:gd name="connsiteX1" fmla="*/ 6591 w 13180"/>
                <a:gd name="connsiteY1" fmla="*/ 10392 h 10392"/>
                <a:gd name="connsiteX2" fmla="*/ 0 w 13180"/>
                <a:gd name="connsiteY2" fmla="*/ 5196 h 10392"/>
                <a:gd name="connsiteX3" fmla="*/ 6591 w 13180"/>
                <a:gd name="connsiteY3" fmla="*/ 0 h 10392"/>
                <a:gd name="connsiteX4" fmla="*/ 13181 w 13180"/>
                <a:gd name="connsiteY4" fmla="*/ 5196 h 1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80" h="10392">
                  <a:moveTo>
                    <a:pt x="13181" y="5196"/>
                  </a:moveTo>
                  <a:lnTo>
                    <a:pt x="6591" y="10392"/>
                  </a:lnTo>
                  <a:lnTo>
                    <a:pt x="0" y="5196"/>
                  </a:lnTo>
                  <a:lnTo>
                    <a:pt x="6591" y="0"/>
                  </a:lnTo>
                  <a:lnTo>
                    <a:pt x="13181" y="519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FB074DF8-D0B0-83BE-4EC0-F344D1F80CEE}"/>
                </a:ext>
              </a:extLst>
            </p:cNvPr>
            <p:cNvSpPr/>
            <p:nvPr/>
          </p:nvSpPr>
          <p:spPr>
            <a:xfrm>
              <a:off x="4935733" y="4294478"/>
              <a:ext cx="13053" cy="10392"/>
            </a:xfrm>
            <a:custGeom>
              <a:avLst/>
              <a:gdLst>
                <a:gd name="connsiteX0" fmla="*/ 13054 w 13053"/>
                <a:gd name="connsiteY0" fmla="*/ 5196 h 10392"/>
                <a:gd name="connsiteX1" fmla="*/ 6463 w 13053"/>
                <a:gd name="connsiteY1" fmla="*/ 10392 h 10392"/>
                <a:gd name="connsiteX2" fmla="*/ 0 w 13053"/>
                <a:gd name="connsiteY2" fmla="*/ 5196 h 10392"/>
                <a:gd name="connsiteX3" fmla="*/ 6463 w 13053"/>
                <a:gd name="connsiteY3" fmla="*/ 0 h 10392"/>
                <a:gd name="connsiteX4" fmla="*/ 13054 w 13053"/>
                <a:gd name="connsiteY4" fmla="*/ 5196 h 1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53" h="10392">
                  <a:moveTo>
                    <a:pt x="13054" y="5196"/>
                  </a:moveTo>
                  <a:lnTo>
                    <a:pt x="6463" y="10392"/>
                  </a:lnTo>
                  <a:lnTo>
                    <a:pt x="0" y="5196"/>
                  </a:lnTo>
                  <a:lnTo>
                    <a:pt x="6463" y="0"/>
                  </a:lnTo>
                  <a:lnTo>
                    <a:pt x="13054" y="519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F5EA6250-C99C-A150-C7D8-ECEA3A61F7D1}"/>
                </a:ext>
              </a:extLst>
            </p:cNvPr>
            <p:cNvSpPr/>
            <p:nvPr/>
          </p:nvSpPr>
          <p:spPr>
            <a:xfrm>
              <a:off x="4853228" y="4214254"/>
              <a:ext cx="12293" cy="9758"/>
            </a:xfrm>
            <a:custGeom>
              <a:avLst/>
              <a:gdLst>
                <a:gd name="connsiteX0" fmla="*/ 12293 w 12293"/>
                <a:gd name="connsiteY0" fmla="*/ 4943 h 9758"/>
                <a:gd name="connsiteX1" fmla="*/ 6083 w 12293"/>
                <a:gd name="connsiteY1" fmla="*/ 9759 h 9758"/>
                <a:gd name="connsiteX2" fmla="*/ 0 w 12293"/>
                <a:gd name="connsiteY2" fmla="*/ 4943 h 9758"/>
                <a:gd name="connsiteX3" fmla="*/ 6083 w 12293"/>
                <a:gd name="connsiteY3" fmla="*/ 0 h 9758"/>
                <a:gd name="connsiteX4" fmla="*/ 12293 w 12293"/>
                <a:gd name="connsiteY4" fmla="*/ 4943 h 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93" h="9758">
                  <a:moveTo>
                    <a:pt x="12293" y="4943"/>
                  </a:moveTo>
                  <a:lnTo>
                    <a:pt x="6083" y="9759"/>
                  </a:lnTo>
                  <a:lnTo>
                    <a:pt x="0" y="4943"/>
                  </a:lnTo>
                  <a:lnTo>
                    <a:pt x="6083" y="0"/>
                  </a:lnTo>
                  <a:lnTo>
                    <a:pt x="12293" y="494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A46EF959-3464-CCAD-F125-DC54625DBBB3}"/>
                </a:ext>
              </a:extLst>
            </p:cNvPr>
            <p:cNvSpPr/>
            <p:nvPr/>
          </p:nvSpPr>
          <p:spPr>
            <a:xfrm>
              <a:off x="4778327" y="4128454"/>
              <a:ext cx="13180" cy="10392"/>
            </a:xfrm>
            <a:custGeom>
              <a:avLst/>
              <a:gdLst>
                <a:gd name="connsiteX0" fmla="*/ 13181 w 13180"/>
                <a:gd name="connsiteY0" fmla="*/ 5196 h 10392"/>
                <a:gd name="connsiteX1" fmla="*/ 6590 w 13180"/>
                <a:gd name="connsiteY1" fmla="*/ 10392 h 10392"/>
                <a:gd name="connsiteX2" fmla="*/ 0 w 13180"/>
                <a:gd name="connsiteY2" fmla="*/ 5196 h 10392"/>
                <a:gd name="connsiteX3" fmla="*/ 6590 w 13180"/>
                <a:gd name="connsiteY3" fmla="*/ 0 h 10392"/>
                <a:gd name="connsiteX4" fmla="*/ 13181 w 13180"/>
                <a:gd name="connsiteY4" fmla="*/ 5196 h 1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80" h="10392">
                  <a:moveTo>
                    <a:pt x="13181" y="5196"/>
                  </a:moveTo>
                  <a:lnTo>
                    <a:pt x="6590" y="10392"/>
                  </a:lnTo>
                  <a:lnTo>
                    <a:pt x="0" y="5196"/>
                  </a:lnTo>
                  <a:lnTo>
                    <a:pt x="6590" y="0"/>
                  </a:lnTo>
                  <a:lnTo>
                    <a:pt x="13181" y="519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696C2DC1-2304-838D-283F-682078FC1DC7}"/>
                </a:ext>
              </a:extLst>
            </p:cNvPr>
            <p:cNvSpPr/>
            <p:nvPr/>
          </p:nvSpPr>
          <p:spPr>
            <a:xfrm>
              <a:off x="4712804" y="4038344"/>
              <a:ext cx="13180" cy="10519"/>
            </a:xfrm>
            <a:custGeom>
              <a:avLst/>
              <a:gdLst>
                <a:gd name="connsiteX0" fmla="*/ 13181 w 13180"/>
                <a:gd name="connsiteY0" fmla="*/ 5196 h 10519"/>
                <a:gd name="connsiteX1" fmla="*/ 6591 w 13180"/>
                <a:gd name="connsiteY1" fmla="*/ 10519 h 10519"/>
                <a:gd name="connsiteX2" fmla="*/ 0 w 13180"/>
                <a:gd name="connsiteY2" fmla="*/ 5196 h 10519"/>
                <a:gd name="connsiteX3" fmla="*/ 6591 w 13180"/>
                <a:gd name="connsiteY3" fmla="*/ 0 h 10519"/>
                <a:gd name="connsiteX4" fmla="*/ 13181 w 13180"/>
                <a:gd name="connsiteY4" fmla="*/ 5196 h 10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80" h="10519">
                  <a:moveTo>
                    <a:pt x="13181" y="5196"/>
                  </a:moveTo>
                  <a:lnTo>
                    <a:pt x="6591" y="10519"/>
                  </a:lnTo>
                  <a:lnTo>
                    <a:pt x="0" y="5196"/>
                  </a:lnTo>
                  <a:lnTo>
                    <a:pt x="6591" y="0"/>
                  </a:lnTo>
                  <a:lnTo>
                    <a:pt x="13181" y="519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6037F5AE-8008-9C3F-21C7-1CC6C98AAFC8}"/>
                </a:ext>
              </a:extLst>
            </p:cNvPr>
            <p:cNvSpPr/>
            <p:nvPr/>
          </p:nvSpPr>
          <p:spPr>
            <a:xfrm>
              <a:off x="4657040" y="3944687"/>
              <a:ext cx="12420" cy="9885"/>
            </a:xfrm>
            <a:custGeom>
              <a:avLst/>
              <a:gdLst>
                <a:gd name="connsiteX0" fmla="*/ 12420 w 12420"/>
                <a:gd name="connsiteY0" fmla="*/ 4943 h 9885"/>
                <a:gd name="connsiteX1" fmla="*/ 6083 w 12420"/>
                <a:gd name="connsiteY1" fmla="*/ 9885 h 9885"/>
                <a:gd name="connsiteX2" fmla="*/ 0 w 12420"/>
                <a:gd name="connsiteY2" fmla="*/ 4943 h 9885"/>
                <a:gd name="connsiteX3" fmla="*/ 6083 w 12420"/>
                <a:gd name="connsiteY3" fmla="*/ 0 h 9885"/>
                <a:gd name="connsiteX4" fmla="*/ 12420 w 12420"/>
                <a:gd name="connsiteY4" fmla="*/ 4943 h 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20" h="9885">
                  <a:moveTo>
                    <a:pt x="12420" y="4943"/>
                  </a:moveTo>
                  <a:lnTo>
                    <a:pt x="6083" y="9885"/>
                  </a:lnTo>
                  <a:lnTo>
                    <a:pt x="0" y="4943"/>
                  </a:lnTo>
                  <a:lnTo>
                    <a:pt x="6083" y="0"/>
                  </a:lnTo>
                  <a:lnTo>
                    <a:pt x="12420" y="494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191177E9-E014-38AA-2A55-C7D0218B27E9}"/>
                </a:ext>
              </a:extLst>
            </p:cNvPr>
            <p:cNvSpPr/>
            <p:nvPr/>
          </p:nvSpPr>
          <p:spPr>
            <a:xfrm>
              <a:off x="4610909" y="3847860"/>
              <a:ext cx="11533" cy="9125"/>
            </a:xfrm>
            <a:custGeom>
              <a:avLst/>
              <a:gdLst>
                <a:gd name="connsiteX0" fmla="*/ 11533 w 11533"/>
                <a:gd name="connsiteY0" fmla="*/ 4563 h 9125"/>
                <a:gd name="connsiteX1" fmla="*/ 5830 w 11533"/>
                <a:gd name="connsiteY1" fmla="*/ 9125 h 9125"/>
                <a:gd name="connsiteX2" fmla="*/ 0 w 11533"/>
                <a:gd name="connsiteY2" fmla="*/ 4563 h 9125"/>
                <a:gd name="connsiteX3" fmla="*/ 5830 w 11533"/>
                <a:gd name="connsiteY3" fmla="*/ 0 h 9125"/>
                <a:gd name="connsiteX4" fmla="*/ 11533 w 11533"/>
                <a:gd name="connsiteY4" fmla="*/ 4563 h 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33" h="9125">
                  <a:moveTo>
                    <a:pt x="11533" y="4563"/>
                  </a:moveTo>
                  <a:lnTo>
                    <a:pt x="5830" y="9125"/>
                  </a:lnTo>
                  <a:lnTo>
                    <a:pt x="0" y="4563"/>
                  </a:lnTo>
                  <a:lnTo>
                    <a:pt x="5830" y="0"/>
                  </a:lnTo>
                  <a:lnTo>
                    <a:pt x="11533" y="456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973C219E-5AFF-C7DD-A814-29C4E2270B2F}"/>
                </a:ext>
              </a:extLst>
            </p:cNvPr>
            <p:cNvSpPr/>
            <p:nvPr/>
          </p:nvSpPr>
          <p:spPr>
            <a:xfrm>
              <a:off x="4574409" y="3747993"/>
              <a:ext cx="11659" cy="9251"/>
            </a:xfrm>
            <a:custGeom>
              <a:avLst/>
              <a:gdLst>
                <a:gd name="connsiteX0" fmla="*/ 11659 w 11659"/>
                <a:gd name="connsiteY0" fmla="*/ 4562 h 9251"/>
                <a:gd name="connsiteX1" fmla="*/ 5830 w 11659"/>
                <a:gd name="connsiteY1" fmla="*/ 9251 h 9251"/>
                <a:gd name="connsiteX2" fmla="*/ 0 w 11659"/>
                <a:gd name="connsiteY2" fmla="*/ 4562 h 9251"/>
                <a:gd name="connsiteX3" fmla="*/ 5830 w 11659"/>
                <a:gd name="connsiteY3" fmla="*/ 0 h 9251"/>
                <a:gd name="connsiteX4" fmla="*/ 11659 w 11659"/>
                <a:gd name="connsiteY4" fmla="*/ 4562 h 9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59" h="9251">
                  <a:moveTo>
                    <a:pt x="11659" y="4562"/>
                  </a:moveTo>
                  <a:lnTo>
                    <a:pt x="5830" y="9251"/>
                  </a:lnTo>
                  <a:lnTo>
                    <a:pt x="0" y="4562"/>
                  </a:lnTo>
                  <a:lnTo>
                    <a:pt x="5830" y="0"/>
                  </a:lnTo>
                  <a:lnTo>
                    <a:pt x="11659" y="456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43DD0BBC-A2EA-7038-CA59-3AE1C03DED3D}"/>
                </a:ext>
              </a:extLst>
            </p:cNvPr>
            <p:cNvSpPr/>
            <p:nvPr/>
          </p:nvSpPr>
          <p:spPr>
            <a:xfrm>
              <a:off x="4548554" y="3646350"/>
              <a:ext cx="11025" cy="8744"/>
            </a:xfrm>
            <a:custGeom>
              <a:avLst/>
              <a:gdLst>
                <a:gd name="connsiteX0" fmla="*/ 11026 w 11025"/>
                <a:gd name="connsiteY0" fmla="*/ 4309 h 8744"/>
                <a:gd name="connsiteX1" fmla="*/ 5450 w 11025"/>
                <a:gd name="connsiteY1" fmla="*/ 8745 h 8744"/>
                <a:gd name="connsiteX2" fmla="*/ 0 w 11025"/>
                <a:gd name="connsiteY2" fmla="*/ 4309 h 8744"/>
                <a:gd name="connsiteX3" fmla="*/ 5450 w 11025"/>
                <a:gd name="connsiteY3" fmla="*/ 0 h 8744"/>
                <a:gd name="connsiteX4" fmla="*/ 11026 w 11025"/>
                <a:gd name="connsiteY4" fmla="*/ 4309 h 8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25" h="8744">
                  <a:moveTo>
                    <a:pt x="11026" y="4309"/>
                  </a:moveTo>
                  <a:lnTo>
                    <a:pt x="5450" y="8745"/>
                  </a:lnTo>
                  <a:lnTo>
                    <a:pt x="0" y="4309"/>
                  </a:lnTo>
                  <a:lnTo>
                    <a:pt x="5450" y="0"/>
                  </a:lnTo>
                  <a:lnTo>
                    <a:pt x="11026" y="430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AEC44F84-A3F0-B726-9235-5A4BD669A762}"/>
                </a:ext>
              </a:extLst>
            </p:cNvPr>
            <p:cNvSpPr/>
            <p:nvPr/>
          </p:nvSpPr>
          <p:spPr>
            <a:xfrm>
              <a:off x="4533092" y="3543441"/>
              <a:ext cx="10265" cy="8111"/>
            </a:xfrm>
            <a:custGeom>
              <a:avLst/>
              <a:gdLst>
                <a:gd name="connsiteX0" fmla="*/ 10266 w 10265"/>
                <a:gd name="connsiteY0" fmla="*/ 4056 h 8111"/>
                <a:gd name="connsiteX1" fmla="*/ 5196 w 10265"/>
                <a:gd name="connsiteY1" fmla="*/ 8111 h 8111"/>
                <a:gd name="connsiteX2" fmla="*/ 0 w 10265"/>
                <a:gd name="connsiteY2" fmla="*/ 4056 h 8111"/>
                <a:gd name="connsiteX3" fmla="*/ 5196 w 10265"/>
                <a:gd name="connsiteY3" fmla="*/ 0 h 8111"/>
                <a:gd name="connsiteX4" fmla="*/ 10266 w 10265"/>
                <a:gd name="connsiteY4" fmla="*/ 4056 h 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5" h="8111">
                  <a:moveTo>
                    <a:pt x="10266" y="4056"/>
                  </a:moveTo>
                  <a:lnTo>
                    <a:pt x="5196" y="8111"/>
                  </a:lnTo>
                  <a:lnTo>
                    <a:pt x="0" y="4056"/>
                  </a:lnTo>
                  <a:lnTo>
                    <a:pt x="5196" y="0"/>
                  </a:lnTo>
                  <a:lnTo>
                    <a:pt x="10266" y="405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59AC6287-3A4F-3BFE-ED9D-8D87A4798E04}"/>
                </a:ext>
              </a:extLst>
            </p:cNvPr>
            <p:cNvSpPr/>
            <p:nvPr/>
          </p:nvSpPr>
          <p:spPr>
            <a:xfrm>
              <a:off x="4528276" y="3439897"/>
              <a:ext cx="9378" cy="7477"/>
            </a:xfrm>
            <a:custGeom>
              <a:avLst/>
              <a:gdLst>
                <a:gd name="connsiteX0" fmla="*/ 9379 w 9378"/>
                <a:gd name="connsiteY0" fmla="*/ 3675 h 7477"/>
                <a:gd name="connsiteX1" fmla="*/ 4690 w 9378"/>
                <a:gd name="connsiteY1" fmla="*/ 7478 h 7477"/>
                <a:gd name="connsiteX2" fmla="*/ 0 w 9378"/>
                <a:gd name="connsiteY2" fmla="*/ 3675 h 7477"/>
                <a:gd name="connsiteX3" fmla="*/ 4690 w 9378"/>
                <a:gd name="connsiteY3" fmla="*/ 0 h 7477"/>
                <a:gd name="connsiteX4" fmla="*/ 9379 w 9378"/>
                <a:gd name="connsiteY4" fmla="*/ 3675 h 7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78" h="7477">
                  <a:moveTo>
                    <a:pt x="9379" y="3675"/>
                  </a:moveTo>
                  <a:lnTo>
                    <a:pt x="4690" y="7478"/>
                  </a:lnTo>
                  <a:lnTo>
                    <a:pt x="0" y="3675"/>
                  </a:lnTo>
                  <a:lnTo>
                    <a:pt x="4690" y="0"/>
                  </a:lnTo>
                  <a:lnTo>
                    <a:pt x="9379" y="367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D0670C26-68F7-8B04-CBE8-E6EBAE59D29C}"/>
                </a:ext>
              </a:extLst>
            </p:cNvPr>
            <p:cNvSpPr/>
            <p:nvPr/>
          </p:nvSpPr>
          <p:spPr>
            <a:xfrm>
              <a:off x="4533853" y="3336354"/>
              <a:ext cx="8618" cy="6843"/>
            </a:xfrm>
            <a:custGeom>
              <a:avLst/>
              <a:gdLst>
                <a:gd name="connsiteX0" fmla="*/ 8618 w 8618"/>
                <a:gd name="connsiteY0" fmla="*/ 3295 h 6843"/>
                <a:gd name="connsiteX1" fmla="*/ 4436 w 8618"/>
                <a:gd name="connsiteY1" fmla="*/ 6844 h 6843"/>
                <a:gd name="connsiteX2" fmla="*/ 0 w 8618"/>
                <a:gd name="connsiteY2" fmla="*/ 3295 h 6843"/>
                <a:gd name="connsiteX3" fmla="*/ 4436 w 8618"/>
                <a:gd name="connsiteY3" fmla="*/ 0 h 6843"/>
                <a:gd name="connsiteX4" fmla="*/ 8618 w 8618"/>
                <a:gd name="connsiteY4" fmla="*/ 3295 h 6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8" h="6843">
                  <a:moveTo>
                    <a:pt x="8618" y="3295"/>
                  </a:moveTo>
                  <a:lnTo>
                    <a:pt x="4436" y="6844"/>
                  </a:lnTo>
                  <a:lnTo>
                    <a:pt x="0" y="3295"/>
                  </a:lnTo>
                  <a:lnTo>
                    <a:pt x="4436" y="0"/>
                  </a:lnTo>
                  <a:lnTo>
                    <a:pt x="8618" y="32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E0F732C8-4F5D-C586-A0D5-4AE5771180DB}"/>
                </a:ext>
              </a:extLst>
            </p:cNvPr>
            <p:cNvSpPr/>
            <p:nvPr/>
          </p:nvSpPr>
          <p:spPr>
            <a:xfrm>
              <a:off x="4550075" y="3233318"/>
              <a:ext cx="7984" cy="6336"/>
            </a:xfrm>
            <a:custGeom>
              <a:avLst/>
              <a:gdLst>
                <a:gd name="connsiteX0" fmla="*/ 7984 w 7984"/>
                <a:gd name="connsiteY0" fmla="*/ 3168 h 6336"/>
                <a:gd name="connsiteX1" fmla="*/ 3929 w 7984"/>
                <a:gd name="connsiteY1" fmla="*/ 6337 h 6336"/>
                <a:gd name="connsiteX2" fmla="*/ 0 w 7984"/>
                <a:gd name="connsiteY2" fmla="*/ 3168 h 6336"/>
                <a:gd name="connsiteX3" fmla="*/ 3929 w 7984"/>
                <a:gd name="connsiteY3" fmla="*/ 0 h 6336"/>
                <a:gd name="connsiteX4" fmla="*/ 7984 w 7984"/>
                <a:gd name="connsiteY4" fmla="*/ 3168 h 6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84" h="6336">
                  <a:moveTo>
                    <a:pt x="7984" y="3168"/>
                  </a:moveTo>
                  <a:lnTo>
                    <a:pt x="3929" y="6337"/>
                  </a:lnTo>
                  <a:lnTo>
                    <a:pt x="0" y="3168"/>
                  </a:lnTo>
                  <a:lnTo>
                    <a:pt x="3929" y="0"/>
                  </a:lnTo>
                  <a:lnTo>
                    <a:pt x="7984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80BA4641-A1AD-30FE-4D8E-648C1C43A999}"/>
                </a:ext>
              </a:extLst>
            </p:cNvPr>
            <p:cNvSpPr/>
            <p:nvPr/>
          </p:nvSpPr>
          <p:spPr>
            <a:xfrm>
              <a:off x="4576563" y="3131802"/>
              <a:ext cx="7350" cy="5703"/>
            </a:xfrm>
            <a:custGeom>
              <a:avLst/>
              <a:gdLst>
                <a:gd name="connsiteX0" fmla="*/ 7351 w 7350"/>
                <a:gd name="connsiteY0" fmla="*/ 2788 h 5703"/>
                <a:gd name="connsiteX1" fmla="*/ 3675 w 7350"/>
                <a:gd name="connsiteY1" fmla="*/ 5703 h 5703"/>
                <a:gd name="connsiteX2" fmla="*/ 0 w 7350"/>
                <a:gd name="connsiteY2" fmla="*/ 2788 h 5703"/>
                <a:gd name="connsiteX3" fmla="*/ 3675 w 7350"/>
                <a:gd name="connsiteY3" fmla="*/ 0 h 5703"/>
                <a:gd name="connsiteX4" fmla="*/ 7351 w 7350"/>
                <a:gd name="connsiteY4" fmla="*/ 2788 h 5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0" h="5703">
                  <a:moveTo>
                    <a:pt x="7351" y="2788"/>
                  </a:moveTo>
                  <a:lnTo>
                    <a:pt x="3675" y="5703"/>
                  </a:lnTo>
                  <a:lnTo>
                    <a:pt x="0" y="2788"/>
                  </a:lnTo>
                  <a:lnTo>
                    <a:pt x="3675" y="0"/>
                  </a:lnTo>
                  <a:lnTo>
                    <a:pt x="7351" y="278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56A043D5-C7A4-670F-00E9-048CF9B21605}"/>
                </a:ext>
              </a:extLst>
            </p:cNvPr>
            <p:cNvSpPr/>
            <p:nvPr/>
          </p:nvSpPr>
          <p:spPr>
            <a:xfrm>
              <a:off x="4613823" y="3032568"/>
              <a:ext cx="5703" cy="4435"/>
            </a:xfrm>
            <a:custGeom>
              <a:avLst/>
              <a:gdLst>
                <a:gd name="connsiteX0" fmla="*/ 5703 w 5703"/>
                <a:gd name="connsiteY0" fmla="*/ 2154 h 4435"/>
                <a:gd name="connsiteX1" fmla="*/ 2915 w 5703"/>
                <a:gd name="connsiteY1" fmla="*/ 4436 h 4435"/>
                <a:gd name="connsiteX2" fmla="*/ 0 w 5703"/>
                <a:gd name="connsiteY2" fmla="*/ 2154 h 4435"/>
                <a:gd name="connsiteX3" fmla="*/ 2915 w 5703"/>
                <a:gd name="connsiteY3" fmla="*/ 0 h 4435"/>
                <a:gd name="connsiteX4" fmla="*/ 5703 w 5703"/>
                <a:gd name="connsiteY4" fmla="*/ 2154 h 4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03" h="4435">
                  <a:moveTo>
                    <a:pt x="5703" y="2154"/>
                  </a:moveTo>
                  <a:lnTo>
                    <a:pt x="2915" y="4436"/>
                  </a:lnTo>
                  <a:lnTo>
                    <a:pt x="0" y="2154"/>
                  </a:lnTo>
                  <a:lnTo>
                    <a:pt x="2915" y="0"/>
                  </a:lnTo>
                  <a:lnTo>
                    <a:pt x="5703" y="21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C101F70E-C061-06AE-67B1-E79C63FC7B37}"/>
                </a:ext>
              </a:extLst>
            </p:cNvPr>
            <p:cNvSpPr/>
            <p:nvPr/>
          </p:nvSpPr>
          <p:spPr>
            <a:xfrm>
              <a:off x="4660589" y="2935488"/>
              <a:ext cx="5196" cy="4055"/>
            </a:xfrm>
            <a:custGeom>
              <a:avLst/>
              <a:gdLst>
                <a:gd name="connsiteX0" fmla="*/ 5196 w 5196"/>
                <a:gd name="connsiteY0" fmla="*/ 2028 h 4055"/>
                <a:gd name="connsiteX1" fmla="*/ 2535 w 5196"/>
                <a:gd name="connsiteY1" fmla="*/ 4056 h 4055"/>
                <a:gd name="connsiteX2" fmla="*/ 0 w 5196"/>
                <a:gd name="connsiteY2" fmla="*/ 2028 h 4055"/>
                <a:gd name="connsiteX3" fmla="*/ 2535 w 5196"/>
                <a:gd name="connsiteY3" fmla="*/ 0 h 4055"/>
                <a:gd name="connsiteX4" fmla="*/ 5196 w 5196"/>
                <a:gd name="connsiteY4" fmla="*/ 2028 h 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96" h="4055">
                  <a:moveTo>
                    <a:pt x="5196" y="2028"/>
                  </a:moveTo>
                  <a:lnTo>
                    <a:pt x="2535" y="4056"/>
                  </a:lnTo>
                  <a:lnTo>
                    <a:pt x="0" y="2028"/>
                  </a:lnTo>
                  <a:lnTo>
                    <a:pt x="2535" y="0"/>
                  </a:lnTo>
                  <a:lnTo>
                    <a:pt x="5196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E31DDB8F-E389-BBEA-E67F-847033AA8CD4}"/>
                </a:ext>
              </a:extLst>
            </p:cNvPr>
            <p:cNvSpPr/>
            <p:nvPr/>
          </p:nvSpPr>
          <p:spPr>
            <a:xfrm>
              <a:off x="4717240" y="2841957"/>
              <a:ext cx="4308" cy="3421"/>
            </a:xfrm>
            <a:custGeom>
              <a:avLst/>
              <a:gdLst>
                <a:gd name="connsiteX0" fmla="*/ 4309 w 4308"/>
                <a:gd name="connsiteY0" fmla="*/ 1648 h 3421"/>
                <a:gd name="connsiteX1" fmla="*/ 2155 w 4308"/>
                <a:gd name="connsiteY1" fmla="*/ 3422 h 3421"/>
                <a:gd name="connsiteX2" fmla="*/ 0 w 4308"/>
                <a:gd name="connsiteY2" fmla="*/ 1648 h 3421"/>
                <a:gd name="connsiteX3" fmla="*/ 2155 w 4308"/>
                <a:gd name="connsiteY3" fmla="*/ 0 h 3421"/>
                <a:gd name="connsiteX4" fmla="*/ 4309 w 4308"/>
                <a:gd name="connsiteY4" fmla="*/ 1648 h 3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8" h="3421">
                  <a:moveTo>
                    <a:pt x="4309" y="1648"/>
                  </a:moveTo>
                  <a:lnTo>
                    <a:pt x="2155" y="3422"/>
                  </a:lnTo>
                  <a:lnTo>
                    <a:pt x="0" y="1648"/>
                  </a:lnTo>
                  <a:lnTo>
                    <a:pt x="2155" y="0"/>
                  </a:lnTo>
                  <a:lnTo>
                    <a:pt x="4309" y="164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E04FD66B-4E40-DD6C-8D96-6E0D11BC810E}"/>
                </a:ext>
              </a:extLst>
            </p:cNvPr>
            <p:cNvSpPr/>
            <p:nvPr/>
          </p:nvSpPr>
          <p:spPr>
            <a:xfrm>
              <a:off x="4783396" y="2752355"/>
              <a:ext cx="3041" cy="2408"/>
            </a:xfrm>
            <a:custGeom>
              <a:avLst/>
              <a:gdLst>
                <a:gd name="connsiteX0" fmla="*/ 3042 w 3041"/>
                <a:gd name="connsiteY0" fmla="*/ 1267 h 2408"/>
                <a:gd name="connsiteX1" fmla="*/ 1521 w 3041"/>
                <a:gd name="connsiteY1" fmla="*/ 2408 h 2408"/>
                <a:gd name="connsiteX2" fmla="*/ 0 w 3041"/>
                <a:gd name="connsiteY2" fmla="*/ 1267 h 2408"/>
                <a:gd name="connsiteX3" fmla="*/ 1521 w 3041"/>
                <a:gd name="connsiteY3" fmla="*/ 0 h 2408"/>
                <a:gd name="connsiteX4" fmla="*/ 3042 w 3041"/>
                <a:gd name="connsiteY4" fmla="*/ 1267 h 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1" h="2408">
                  <a:moveTo>
                    <a:pt x="3042" y="1267"/>
                  </a:moveTo>
                  <a:lnTo>
                    <a:pt x="1521" y="2408"/>
                  </a:lnTo>
                  <a:lnTo>
                    <a:pt x="0" y="1267"/>
                  </a:lnTo>
                  <a:lnTo>
                    <a:pt x="1521" y="0"/>
                  </a:lnTo>
                  <a:lnTo>
                    <a:pt x="3042" y="126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AB4225C6-E8A1-F3F8-C631-7DC56D2E2489}"/>
                </a:ext>
              </a:extLst>
            </p:cNvPr>
            <p:cNvSpPr/>
            <p:nvPr/>
          </p:nvSpPr>
          <p:spPr>
            <a:xfrm>
              <a:off x="4858677" y="2667442"/>
              <a:ext cx="1394" cy="1140"/>
            </a:xfrm>
            <a:custGeom>
              <a:avLst/>
              <a:gdLst>
                <a:gd name="connsiteX0" fmla="*/ 1394 w 1394"/>
                <a:gd name="connsiteY0" fmla="*/ 507 h 1140"/>
                <a:gd name="connsiteX1" fmla="*/ 634 w 1394"/>
                <a:gd name="connsiteY1" fmla="*/ 1141 h 1140"/>
                <a:gd name="connsiteX2" fmla="*/ 0 w 1394"/>
                <a:gd name="connsiteY2" fmla="*/ 507 h 1140"/>
                <a:gd name="connsiteX3" fmla="*/ 634 w 1394"/>
                <a:gd name="connsiteY3" fmla="*/ 0 h 1140"/>
                <a:gd name="connsiteX4" fmla="*/ 1394 w 1394"/>
                <a:gd name="connsiteY4" fmla="*/ 507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" h="1140">
                  <a:moveTo>
                    <a:pt x="1394" y="507"/>
                  </a:moveTo>
                  <a:lnTo>
                    <a:pt x="634" y="1141"/>
                  </a:lnTo>
                  <a:lnTo>
                    <a:pt x="0" y="507"/>
                  </a:lnTo>
                  <a:lnTo>
                    <a:pt x="634" y="0"/>
                  </a:lnTo>
                  <a:lnTo>
                    <a:pt x="1394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083F6256-61E4-36C2-D8A4-A03D9AA1BE91}"/>
                </a:ext>
              </a:extLst>
            </p:cNvPr>
            <p:cNvSpPr/>
            <p:nvPr/>
          </p:nvSpPr>
          <p:spPr>
            <a:xfrm>
              <a:off x="4941943" y="2587218"/>
              <a:ext cx="633" cy="506"/>
            </a:xfrm>
            <a:custGeom>
              <a:avLst/>
              <a:gdLst>
                <a:gd name="connsiteX0" fmla="*/ 634 w 633"/>
                <a:gd name="connsiteY0" fmla="*/ 254 h 506"/>
                <a:gd name="connsiteX1" fmla="*/ 253 w 633"/>
                <a:gd name="connsiteY1" fmla="*/ 507 h 506"/>
                <a:gd name="connsiteX2" fmla="*/ 0 w 633"/>
                <a:gd name="connsiteY2" fmla="*/ 254 h 506"/>
                <a:gd name="connsiteX3" fmla="*/ 253 w 633"/>
                <a:gd name="connsiteY3" fmla="*/ 0 h 506"/>
                <a:gd name="connsiteX4" fmla="*/ 634 w 633"/>
                <a:gd name="connsiteY4" fmla="*/ 254 h 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" h="506">
                  <a:moveTo>
                    <a:pt x="634" y="254"/>
                  </a:moveTo>
                  <a:lnTo>
                    <a:pt x="253" y="507"/>
                  </a:lnTo>
                  <a:lnTo>
                    <a:pt x="0" y="254"/>
                  </a:lnTo>
                  <a:lnTo>
                    <a:pt x="253" y="0"/>
                  </a:lnTo>
                  <a:lnTo>
                    <a:pt x="634" y="2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CD1CA527-83AD-2166-5BCF-005ACC2CDDA5}"/>
                </a:ext>
              </a:extLst>
            </p:cNvPr>
            <p:cNvSpPr/>
            <p:nvPr/>
          </p:nvSpPr>
          <p:spPr>
            <a:xfrm>
              <a:off x="5032812" y="2512317"/>
              <a:ext cx="507" cy="380"/>
            </a:xfrm>
            <a:custGeom>
              <a:avLst/>
              <a:gdLst>
                <a:gd name="connsiteX0" fmla="*/ 507 w 507"/>
                <a:gd name="connsiteY0" fmla="*/ 127 h 380"/>
                <a:gd name="connsiteX1" fmla="*/ 254 w 507"/>
                <a:gd name="connsiteY1" fmla="*/ 380 h 380"/>
                <a:gd name="connsiteX2" fmla="*/ 0 w 507"/>
                <a:gd name="connsiteY2" fmla="*/ 127 h 380"/>
                <a:gd name="connsiteX3" fmla="*/ 254 w 507"/>
                <a:gd name="connsiteY3" fmla="*/ 0 h 380"/>
                <a:gd name="connsiteX4" fmla="*/ 507 w 507"/>
                <a:gd name="connsiteY4" fmla="*/ 127 h 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7" h="380">
                  <a:moveTo>
                    <a:pt x="507" y="127"/>
                  </a:moveTo>
                  <a:lnTo>
                    <a:pt x="254" y="380"/>
                  </a:lnTo>
                  <a:lnTo>
                    <a:pt x="0" y="127"/>
                  </a:lnTo>
                  <a:lnTo>
                    <a:pt x="254" y="0"/>
                  </a:lnTo>
                  <a:lnTo>
                    <a:pt x="507" y="12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F2DB085A-BC85-B663-D91A-183452B2BC27}"/>
                </a:ext>
              </a:extLst>
            </p:cNvPr>
            <p:cNvSpPr/>
            <p:nvPr/>
          </p:nvSpPr>
          <p:spPr>
            <a:xfrm>
              <a:off x="5130779" y="2443246"/>
              <a:ext cx="760" cy="633"/>
            </a:xfrm>
            <a:custGeom>
              <a:avLst/>
              <a:gdLst>
                <a:gd name="connsiteX0" fmla="*/ 760 w 760"/>
                <a:gd name="connsiteY0" fmla="*/ 254 h 633"/>
                <a:gd name="connsiteX1" fmla="*/ 380 w 760"/>
                <a:gd name="connsiteY1" fmla="*/ 634 h 633"/>
                <a:gd name="connsiteX2" fmla="*/ 0 w 760"/>
                <a:gd name="connsiteY2" fmla="*/ 254 h 633"/>
                <a:gd name="connsiteX3" fmla="*/ 380 w 760"/>
                <a:gd name="connsiteY3" fmla="*/ 0 h 633"/>
                <a:gd name="connsiteX4" fmla="*/ 760 w 760"/>
                <a:gd name="connsiteY4" fmla="*/ 254 h 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0" h="633">
                  <a:moveTo>
                    <a:pt x="760" y="254"/>
                  </a:moveTo>
                  <a:lnTo>
                    <a:pt x="380" y="634"/>
                  </a:lnTo>
                  <a:lnTo>
                    <a:pt x="0" y="254"/>
                  </a:lnTo>
                  <a:lnTo>
                    <a:pt x="380" y="0"/>
                  </a:lnTo>
                  <a:lnTo>
                    <a:pt x="760" y="2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C6158899-AA94-5C54-54EC-31B388D3AF28}"/>
                </a:ext>
              </a:extLst>
            </p:cNvPr>
            <p:cNvSpPr/>
            <p:nvPr/>
          </p:nvSpPr>
          <p:spPr>
            <a:xfrm>
              <a:off x="5235083" y="2380385"/>
              <a:ext cx="1774" cy="1394"/>
            </a:xfrm>
            <a:custGeom>
              <a:avLst/>
              <a:gdLst>
                <a:gd name="connsiteX0" fmla="*/ 1774 w 1774"/>
                <a:gd name="connsiteY0" fmla="*/ 761 h 1394"/>
                <a:gd name="connsiteX1" fmla="*/ 887 w 1774"/>
                <a:gd name="connsiteY1" fmla="*/ 1394 h 1394"/>
                <a:gd name="connsiteX2" fmla="*/ 0 w 1774"/>
                <a:gd name="connsiteY2" fmla="*/ 761 h 1394"/>
                <a:gd name="connsiteX3" fmla="*/ 887 w 1774"/>
                <a:gd name="connsiteY3" fmla="*/ 0 h 1394"/>
                <a:gd name="connsiteX4" fmla="*/ 1774 w 1774"/>
                <a:gd name="connsiteY4" fmla="*/ 761 h 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" h="1394">
                  <a:moveTo>
                    <a:pt x="1774" y="761"/>
                  </a:moveTo>
                  <a:lnTo>
                    <a:pt x="887" y="1394"/>
                  </a:lnTo>
                  <a:lnTo>
                    <a:pt x="0" y="761"/>
                  </a:lnTo>
                  <a:lnTo>
                    <a:pt x="887" y="0"/>
                  </a:lnTo>
                  <a:lnTo>
                    <a:pt x="1774" y="76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9C8B4457-7D1A-BFB4-B5DB-22424F12E71B}"/>
                </a:ext>
              </a:extLst>
            </p:cNvPr>
            <p:cNvSpPr/>
            <p:nvPr/>
          </p:nvSpPr>
          <p:spPr>
            <a:xfrm>
              <a:off x="5345217" y="2324367"/>
              <a:ext cx="3041" cy="2281"/>
            </a:xfrm>
            <a:custGeom>
              <a:avLst/>
              <a:gdLst>
                <a:gd name="connsiteX0" fmla="*/ 3042 w 3041"/>
                <a:gd name="connsiteY0" fmla="*/ 1141 h 2281"/>
                <a:gd name="connsiteX1" fmla="*/ 1521 w 3041"/>
                <a:gd name="connsiteY1" fmla="*/ 2281 h 2281"/>
                <a:gd name="connsiteX2" fmla="*/ 0 w 3041"/>
                <a:gd name="connsiteY2" fmla="*/ 1141 h 2281"/>
                <a:gd name="connsiteX3" fmla="*/ 1521 w 3041"/>
                <a:gd name="connsiteY3" fmla="*/ 0 h 2281"/>
                <a:gd name="connsiteX4" fmla="*/ 3042 w 3041"/>
                <a:gd name="connsiteY4" fmla="*/ 1141 h 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1" h="2281">
                  <a:moveTo>
                    <a:pt x="3042" y="1141"/>
                  </a:moveTo>
                  <a:lnTo>
                    <a:pt x="1521" y="2281"/>
                  </a:lnTo>
                  <a:lnTo>
                    <a:pt x="0" y="1141"/>
                  </a:lnTo>
                  <a:lnTo>
                    <a:pt x="1521" y="0"/>
                  </a:lnTo>
                  <a:lnTo>
                    <a:pt x="3042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436558FB-BC84-F5A6-844B-D82899BD7FB5}"/>
                </a:ext>
              </a:extLst>
            </p:cNvPr>
            <p:cNvSpPr/>
            <p:nvPr/>
          </p:nvSpPr>
          <p:spPr>
            <a:xfrm>
              <a:off x="5461307" y="2276081"/>
              <a:ext cx="3041" cy="2281"/>
            </a:xfrm>
            <a:custGeom>
              <a:avLst/>
              <a:gdLst>
                <a:gd name="connsiteX0" fmla="*/ 3042 w 3041"/>
                <a:gd name="connsiteY0" fmla="*/ 1141 h 2281"/>
                <a:gd name="connsiteX1" fmla="*/ 1521 w 3041"/>
                <a:gd name="connsiteY1" fmla="*/ 2281 h 2281"/>
                <a:gd name="connsiteX2" fmla="*/ 0 w 3041"/>
                <a:gd name="connsiteY2" fmla="*/ 1141 h 2281"/>
                <a:gd name="connsiteX3" fmla="*/ 1521 w 3041"/>
                <a:gd name="connsiteY3" fmla="*/ 0 h 2281"/>
                <a:gd name="connsiteX4" fmla="*/ 3042 w 3041"/>
                <a:gd name="connsiteY4" fmla="*/ 1141 h 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1" h="2281">
                  <a:moveTo>
                    <a:pt x="3042" y="1141"/>
                  </a:moveTo>
                  <a:lnTo>
                    <a:pt x="1521" y="2281"/>
                  </a:lnTo>
                  <a:lnTo>
                    <a:pt x="0" y="1141"/>
                  </a:lnTo>
                  <a:lnTo>
                    <a:pt x="1521" y="0"/>
                  </a:lnTo>
                  <a:lnTo>
                    <a:pt x="3042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19E90D7E-28B0-12BB-869A-4EF2EA453DD5}"/>
                </a:ext>
              </a:extLst>
            </p:cNvPr>
            <p:cNvSpPr/>
            <p:nvPr/>
          </p:nvSpPr>
          <p:spPr>
            <a:xfrm>
              <a:off x="5581579" y="2235145"/>
              <a:ext cx="3548" cy="2788"/>
            </a:xfrm>
            <a:custGeom>
              <a:avLst/>
              <a:gdLst>
                <a:gd name="connsiteX0" fmla="*/ 3549 w 3548"/>
                <a:gd name="connsiteY0" fmla="*/ 1267 h 2788"/>
                <a:gd name="connsiteX1" fmla="*/ 1901 w 3548"/>
                <a:gd name="connsiteY1" fmla="*/ 2788 h 2788"/>
                <a:gd name="connsiteX2" fmla="*/ 0 w 3548"/>
                <a:gd name="connsiteY2" fmla="*/ 1267 h 2788"/>
                <a:gd name="connsiteX3" fmla="*/ 1901 w 3548"/>
                <a:gd name="connsiteY3" fmla="*/ 0 h 2788"/>
                <a:gd name="connsiteX4" fmla="*/ 3549 w 3548"/>
                <a:gd name="connsiteY4" fmla="*/ 1267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9" y="1267"/>
                  </a:moveTo>
                  <a:lnTo>
                    <a:pt x="1901" y="2788"/>
                  </a:lnTo>
                  <a:lnTo>
                    <a:pt x="0" y="1267"/>
                  </a:lnTo>
                  <a:lnTo>
                    <a:pt x="1901" y="0"/>
                  </a:lnTo>
                  <a:lnTo>
                    <a:pt x="3549" y="126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DC05E016-476D-06E0-CF23-1AAE5701AD39}"/>
                </a:ext>
              </a:extLst>
            </p:cNvPr>
            <p:cNvSpPr/>
            <p:nvPr/>
          </p:nvSpPr>
          <p:spPr>
            <a:xfrm>
              <a:off x="5705400" y="2201687"/>
              <a:ext cx="4689" cy="3802"/>
            </a:xfrm>
            <a:custGeom>
              <a:avLst/>
              <a:gdLst>
                <a:gd name="connsiteX0" fmla="*/ 4689 w 4689"/>
                <a:gd name="connsiteY0" fmla="*/ 1901 h 3802"/>
                <a:gd name="connsiteX1" fmla="*/ 2408 w 4689"/>
                <a:gd name="connsiteY1" fmla="*/ 3802 h 3802"/>
                <a:gd name="connsiteX2" fmla="*/ 0 w 4689"/>
                <a:gd name="connsiteY2" fmla="*/ 1901 h 3802"/>
                <a:gd name="connsiteX3" fmla="*/ 2408 w 4689"/>
                <a:gd name="connsiteY3" fmla="*/ 0 h 3802"/>
                <a:gd name="connsiteX4" fmla="*/ 4689 w 4689"/>
                <a:gd name="connsiteY4" fmla="*/ 1901 h 3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89" h="3802">
                  <a:moveTo>
                    <a:pt x="4689" y="1901"/>
                  </a:moveTo>
                  <a:lnTo>
                    <a:pt x="2408" y="3802"/>
                  </a:lnTo>
                  <a:lnTo>
                    <a:pt x="0" y="1901"/>
                  </a:lnTo>
                  <a:lnTo>
                    <a:pt x="2408" y="0"/>
                  </a:lnTo>
                  <a:lnTo>
                    <a:pt x="4689" y="190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9C1BACBF-0DC7-16A5-54AA-258138218AE8}"/>
                </a:ext>
              </a:extLst>
            </p:cNvPr>
            <p:cNvSpPr/>
            <p:nvPr/>
          </p:nvSpPr>
          <p:spPr>
            <a:xfrm>
              <a:off x="5832390" y="2176593"/>
              <a:ext cx="5322" cy="4182"/>
            </a:xfrm>
            <a:custGeom>
              <a:avLst/>
              <a:gdLst>
                <a:gd name="connsiteX0" fmla="*/ 5323 w 5322"/>
                <a:gd name="connsiteY0" fmla="*/ 2028 h 4182"/>
                <a:gd name="connsiteX1" fmla="*/ 2661 w 5322"/>
                <a:gd name="connsiteY1" fmla="*/ 4182 h 4182"/>
                <a:gd name="connsiteX2" fmla="*/ 0 w 5322"/>
                <a:gd name="connsiteY2" fmla="*/ 2028 h 4182"/>
                <a:gd name="connsiteX3" fmla="*/ 2661 w 5322"/>
                <a:gd name="connsiteY3" fmla="*/ 0 h 4182"/>
                <a:gd name="connsiteX4" fmla="*/ 5323 w 5322"/>
                <a:gd name="connsiteY4" fmla="*/ 2028 h 4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22" h="4182">
                  <a:moveTo>
                    <a:pt x="5323" y="2028"/>
                  </a:moveTo>
                  <a:lnTo>
                    <a:pt x="2661" y="4182"/>
                  </a:lnTo>
                  <a:lnTo>
                    <a:pt x="0" y="2028"/>
                  </a:lnTo>
                  <a:lnTo>
                    <a:pt x="2661" y="0"/>
                  </a:lnTo>
                  <a:lnTo>
                    <a:pt x="5323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21DCE691-159C-A257-2B7B-6B5BAFACFA5E}"/>
                </a:ext>
              </a:extLst>
            </p:cNvPr>
            <p:cNvSpPr/>
            <p:nvPr/>
          </p:nvSpPr>
          <p:spPr>
            <a:xfrm>
              <a:off x="5961534" y="2159611"/>
              <a:ext cx="5829" cy="4689"/>
            </a:xfrm>
            <a:custGeom>
              <a:avLst/>
              <a:gdLst>
                <a:gd name="connsiteX0" fmla="*/ 5830 w 5829"/>
                <a:gd name="connsiteY0" fmla="*/ 2408 h 4689"/>
                <a:gd name="connsiteX1" fmla="*/ 2915 w 5829"/>
                <a:gd name="connsiteY1" fmla="*/ 4689 h 4689"/>
                <a:gd name="connsiteX2" fmla="*/ 0 w 5829"/>
                <a:gd name="connsiteY2" fmla="*/ 2408 h 4689"/>
                <a:gd name="connsiteX3" fmla="*/ 2915 w 5829"/>
                <a:gd name="connsiteY3" fmla="*/ 0 h 4689"/>
                <a:gd name="connsiteX4" fmla="*/ 5830 w 5829"/>
                <a:gd name="connsiteY4" fmla="*/ 2408 h 4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29" h="4689">
                  <a:moveTo>
                    <a:pt x="5830" y="2408"/>
                  </a:moveTo>
                  <a:lnTo>
                    <a:pt x="2915" y="4689"/>
                  </a:lnTo>
                  <a:lnTo>
                    <a:pt x="0" y="2408"/>
                  </a:lnTo>
                  <a:lnTo>
                    <a:pt x="2915" y="0"/>
                  </a:lnTo>
                  <a:lnTo>
                    <a:pt x="5830" y="240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666EA93F-7891-51A2-E276-F77E4EAFD9D4}"/>
                </a:ext>
              </a:extLst>
            </p:cNvPr>
            <p:cNvSpPr/>
            <p:nvPr/>
          </p:nvSpPr>
          <p:spPr>
            <a:xfrm>
              <a:off x="6091818" y="2151119"/>
              <a:ext cx="6463" cy="5069"/>
            </a:xfrm>
            <a:custGeom>
              <a:avLst/>
              <a:gdLst>
                <a:gd name="connsiteX0" fmla="*/ 6463 w 6463"/>
                <a:gd name="connsiteY0" fmla="*/ 2535 h 5069"/>
                <a:gd name="connsiteX1" fmla="*/ 3295 w 6463"/>
                <a:gd name="connsiteY1" fmla="*/ 5070 h 5069"/>
                <a:gd name="connsiteX2" fmla="*/ 0 w 6463"/>
                <a:gd name="connsiteY2" fmla="*/ 2535 h 5069"/>
                <a:gd name="connsiteX3" fmla="*/ 3295 w 6463"/>
                <a:gd name="connsiteY3" fmla="*/ 0 h 5069"/>
                <a:gd name="connsiteX4" fmla="*/ 6463 w 6463"/>
                <a:gd name="connsiteY4" fmla="*/ 2535 h 5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069">
                  <a:moveTo>
                    <a:pt x="6463" y="2535"/>
                  </a:moveTo>
                  <a:lnTo>
                    <a:pt x="3295" y="5070"/>
                  </a:lnTo>
                  <a:lnTo>
                    <a:pt x="0" y="2535"/>
                  </a:lnTo>
                  <a:lnTo>
                    <a:pt x="3295" y="0"/>
                  </a:lnTo>
                  <a:lnTo>
                    <a:pt x="6463" y="253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855FE529-E859-4178-1B98-59C6DF52F303}"/>
                </a:ext>
              </a:extLst>
            </p:cNvPr>
            <p:cNvSpPr/>
            <p:nvPr/>
          </p:nvSpPr>
          <p:spPr>
            <a:xfrm>
              <a:off x="6222229" y="2150486"/>
              <a:ext cx="7857" cy="6210"/>
            </a:xfrm>
            <a:custGeom>
              <a:avLst/>
              <a:gdLst>
                <a:gd name="connsiteX0" fmla="*/ 7858 w 7857"/>
                <a:gd name="connsiteY0" fmla="*/ 3168 h 6210"/>
                <a:gd name="connsiteX1" fmla="*/ 3929 w 7857"/>
                <a:gd name="connsiteY1" fmla="*/ 6210 h 6210"/>
                <a:gd name="connsiteX2" fmla="*/ 0 w 7857"/>
                <a:gd name="connsiteY2" fmla="*/ 3168 h 6210"/>
                <a:gd name="connsiteX3" fmla="*/ 3929 w 7857"/>
                <a:gd name="connsiteY3" fmla="*/ 0 h 6210"/>
                <a:gd name="connsiteX4" fmla="*/ 7858 w 7857"/>
                <a:gd name="connsiteY4" fmla="*/ 3168 h 6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57" h="6210">
                  <a:moveTo>
                    <a:pt x="7858" y="3168"/>
                  </a:moveTo>
                  <a:lnTo>
                    <a:pt x="3929" y="6210"/>
                  </a:lnTo>
                  <a:lnTo>
                    <a:pt x="0" y="3168"/>
                  </a:lnTo>
                  <a:lnTo>
                    <a:pt x="3929" y="0"/>
                  </a:lnTo>
                  <a:lnTo>
                    <a:pt x="7858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4E9E19CD-6B92-B42F-40EE-2B44545E2999}"/>
                </a:ext>
              </a:extLst>
            </p:cNvPr>
            <p:cNvSpPr/>
            <p:nvPr/>
          </p:nvSpPr>
          <p:spPr>
            <a:xfrm>
              <a:off x="6352641" y="2158597"/>
              <a:ext cx="8364" cy="6716"/>
            </a:xfrm>
            <a:custGeom>
              <a:avLst/>
              <a:gdLst>
                <a:gd name="connsiteX0" fmla="*/ 8365 w 8364"/>
                <a:gd name="connsiteY0" fmla="*/ 3422 h 6716"/>
                <a:gd name="connsiteX1" fmla="*/ 4182 w 8364"/>
                <a:gd name="connsiteY1" fmla="*/ 6717 h 6716"/>
                <a:gd name="connsiteX2" fmla="*/ 0 w 8364"/>
                <a:gd name="connsiteY2" fmla="*/ 3422 h 6716"/>
                <a:gd name="connsiteX3" fmla="*/ 4182 w 8364"/>
                <a:gd name="connsiteY3" fmla="*/ 0 h 6716"/>
                <a:gd name="connsiteX4" fmla="*/ 8365 w 8364"/>
                <a:gd name="connsiteY4" fmla="*/ 3422 h 6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64" h="6716">
                  <a:moveTo>
                    <a:pt x="8365" y="3422"/>
                  </a:moveTo>
                  <a:lnTo>
                    <a:pt x="4182" y="6717"/>
                  </a:lnTo>
                  <a:lnTo>
                    <a:pt x="0" y="3422"/>
                  </a:lnTo>
                  <a:lnTo>
                    <a:pt x="4182" y="0"/>
                  </a:lnTo>
                  <a:lnTo>
                    <a:pt x="8365" y="342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D666ECA7-2DFB-2381-2EFE-81E85407DB15}"/>
                </a:ext>
              </a:extLst>
            </p:cNvPr>
            <p:cNvSpPr/>
            <p:nvPr/>
          </p:nvSpPr>
          <p:spPr>
            <a:xfrm>
              <a:off x="6481658" y="2175072"/>
              <a:ext cx="9125" cy="7224"/>
            </a:xfrm>
            <a:custGeom>
              <a:avLst/>
              <a:gdLst>
                <a:gd name="connsiteX0" fmla="*/ 9125 w 9125"/>
                <a:gd name="connsiteY0" fmla="*/ 3549 h 7224"/>
                <a:gd name="connsiteX1" fmla="*/ 4563 w 9125"/>
                <a:gd name="connsiteY1" fmla="*/ 7224 h 7224"/>
                <a:gd name="connsiteX2" fmla="*/ 0 w 9125"/>
                <a:gd name="connsiteY2" fmla="*/ 3549 h 7224"/>
                <a:gd name="connsiteX3" fmla="*/ 4563 w 9125"/>
                <a:gd name="connsiteY3" fmla="*/ 0 h 7224"/>
                <a:gd name="connsiteX4" fmla="*/ 9125 w 9125"/>
                <a:gd name="connsiteY4" fmla="*/ 3549 h 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5" h="7224">
                  <a:moveTo>
                    <a:pt x="9125" y="3549"/>
                  </a:moveTo>
                  <a:lnTo>
                    <a:pt x="4563" y="7224"/>
                  </a:lnTo>
                  <a:lnTo>
                    <a:pt x="0" y="3549"/>
                  </a:lnTo>
                  <a:lnTo>
                    <a:pt x="4563" y="0"/>
                  </a:lnTo>
                  <a:lnTo>
                    <a:pt x="9125" y="354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F600E16C-9FC6-A52A-0068-FA8733993580}"/>
                </a:ext>
              </a:extLst>
            </p:cNvPr>
            <p:cNvSpPr/>
            <p:nvPr/>
          </p:nvSpPr>
          <p:spPr>
            <a:xfrm>
              <a:off x="6608521" y="2199659"/>
              <a:ext cx="9885" cy="7730"/>
            </a:xfrm>
            <a:custGeom>
              <a:avLst/>
              <a:gdLst>
                <a:gd name="connsiteX0" fmla="*/ 9885 w 9885"/>
                <a:gd name="connsiteY0" fmla="*/ 3929 h 7730"/>
                <a:gd name="connsiteX1" fmla="*/ 4943 w 9885"/>
                <a:gd name="connsiteY1" fmla="*/ 7731 h 7730"/>
                <a:gd name="connsiteX2" fmla="*/ 0 w 9885"/>
                <a:gd name="connsiteY2" fmla="*/ 3929 h 7730"/>
                <a:gd name="connsiteX3" fmla="*/ 4943 w 9885"/>
                <a:gd name="connsiteY3" fmla="*/ 0 h 7730"/>
                <a:gd name="connsiteX4" fmla="*/ 9885 w 9885"/>
                <a:gd name="connsiteY4" fmla="*/ 3929 h 7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85" h="7730">
                  <a:moveTo>
                    <a:pt x="9885" y="3929"/>
                  </a:moveTo>
                  <a:lnTo>
                    <a:pt x="4943" y="7731"/>
                  </a:lnTo>
                  <a:lnTo>
                    <a:pt x="0" y="3929"/>
                  </a:lnTo>
                  <a:lnTo>
                    <a:pt x="4943" y="0"/>
                  </a:lnTo>
                  <a:lnTo>
                    <a:pt x="9885" y="392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7488F8A4-4970-2989-F525-68A9B192F757}"/>
                </a:ext>
              </a:extLst>
            </p:cNvPr>
            <p:cNvSpPr/>
            <p:nvPr/>
          </p:nvSpPr>
          <p:spPr>
            <a:xfrm>
              <a:off x="6732976" y="2232611"/>
              <a:ext cx="9758" cy="7730"/>
            </a:xfrm>
            <a:custGeom>
              <a:avLst/>
              <a:gdLst>
                <a:gd name="connsiteX0" fmla="*/ 9759 w 9758"/>
                <a:gd name="connsiteY0" fmla="*/ 3802 h 7730"/>
                <a:gd name="connsiteX1" fmla="*/ 4816 w 9758"/>
                <a:gd name="connsiteY1" fmla="*/ 7731 h 7730"/>
                <a:gd name="connsiteX2" fmla="*/ 0 w 9758"/>
                <a:gd name="connsiteY2" fmla="*/ 3802 h 7730"/>
                <a:gd name="connsiteX3" fmla="*/ 4816 w 9758"/>
                <a:gd name="connsiteY3" fmla="*/ 0 h 7730"/>
                <a:gd name="connsiteX4" fmla="*/ 9759 w 9758"/>
                <a:gd name="connsiteY4" fmla="*/ 3802 h 7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58" h="7730">
                  <a:moveTo>
                    <a:pt x="9759" y="3802"/>
                  </a:moveTo>
                  <a:lnTo>
                    <a:pt x="4816" y="7731"/>
                  </a:lnTo>
                  <a:lnTo>
                    <a:pt x="0" y="3802"/>
                  </a:lnTo>
                  <a:lnTo>
                    <a:pt x="4816" y="0"/>
                  </a:lnTo>
                  <a:lnTo>
                    <a:pt x="9759" y="380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EC2CC08-5B31-1BF0-DF7D-C8F0F173F465}"/>
                </a:ext>
              </a:extLst>
            </p:cNvPr>
            <p:cNvSpPr/>
            <p:nvPr/>
          </p:nvSpPr>
          <p:spPr>
            <a:xfrm>
              <a:off x="6853121" y="2273039"/>
              <a:ext cx="10646" cy="8364"/>
            </a:xfrm>
            <a:custGeom>
              <a:avLst/>
              <a:gdLst>
                <a:gd name="connsiteX0" fmla="*/ 10646 w 10646"/>
                <a:gd name="connsiteY0" fmla="*/ 4182 h 8364"/>
                <a:gd name="connsiteX1" fmla="*/ 5323 w 10646"/>
                <a:gd name="connsiteY1" fmla="*/ 8365 h 8364"/>
                <a:gd name="connsiteX2" fmla="*/ 0 w 10646"/>
                <a:gd name="connsiteY2" fmla="*/ 4182 h 8364"/>
                <a:gd name="connsiteX3" fmla="*/ 5323 w 10646"/>
                <a:gd name="connsiteY3" fmla="*/ 0 h 8364"/>
                <a:gd name="connsiteX4" fmla="*/ 10646 w 10646"/>
                <a:gd name="connsiteY4" fmla="*/ 4182 h 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46" h="8364">
                  <a:moveTo>
                    <a:pt x="10646" y="4182"/>
                  </a:moveTo>
                  <a:lnTo>
                    <a:pt x="5323" y="8365"/>
                  </a:lnTo>
                  <a:lnTo>
                    <a:pt x="0" y="4182"/>
                  </a:lnTo>
                  <a:lnTo>
                    <a:pt x="5323" y="0"/>
                  </a:lnTo>
                  <a:lnTo>
                    <a:pt x="10646" y="41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721DE41C-C03A-A94E-7968-988FFA8AA6D2}"/>
                </a:ext>
              </a:extLst>
            </p:cNvPr>
            <p:cNvSpPr/>
            <p:nvPr/>
          </p:nvSpPr>
          <p:spPr>
            <a:xfrm>
              <a:off x="6968831" y="2321072"/>
              <a:ext cx="11279" cy="8871"/>
            </a:xfrm>
            <a:custGeom>
              <a:avLst/>
              <a:gdLst>
                <a:gd name="connsiteX0" fmla="*/ 11280 w 11279"/>
                <a:gd name="connsiteY0" fmla="*/ 4563 h 8871"/>
                <a:gd name="connsiteX1" fmla="*/ 5576 w 11279"/>
                <a:gd name="connsiteY1" fmla="*/ 8871 h 8871"/>
                <a:gd name="connsiteX2" fmla="*/ 0 w 11279"/>
                <a:gd name="connsiteY2" fmla="*/ 4563 h 8871"/>
                <a:gd name="connsiteX3" fmla="*/ 5576 w 11279"/>
                <a:gd name="connsiteY3" fmla="*/ 0 h 8871"/>
                <a:gd name="connsiteX4" fmla="*/ 11280 w 11279"/>
                <a:gd name="connsiteY4" fmla="*/ 4563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79" h="8871">
                  <a:moveTo>
                    <a:pt x="11280" y="4563"/>
                  </a:moveTo>
                  <a:lnTo>
                    <a:pt x="5576" y="8871"/>
                  </a:lnTo>
                  <a:lnTo>
                    <a:pt x="0" y="4563"/>
                  </a:lnTo>
                  <a:lnTo>
                    <a:pt x="5576" y="0"/>
                  </a:lnTo>
                  <a:lnTo>
                    <a:pt x="11280" y="456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3B11307C-CB41-1274-42F1-0A307C2ADEB5}"/>
                </a:ext>
              </a:extLst>
            </p:cNvPr>
            <p:cNvSpPr/>
            <p:nvPr/>
          </p:nvSpPr>
          <p:spPr>
            <a:xfrm>
              <a:off x="7079979" y="2376963"/>
              <a:ext cx="10518" cy="8364"/>
            </a:xfrm>
            <a:custGeom>
              <a:avLst/>
              <a:gdLst>
                <a:gd name="connsiteX0" fmla="*/ 10519 w 10518"/>
                <a:gd name="connsiteY0" fmla="*/ 4182 h 8364"/>
                <a:gd name="connsiteX1" fmla="*/ 5196 w 10518"/>
                <a:gd name="connsiteY1" fmla="*/ 8364 h 8364"/>
                <a:gd name="connsiteX2" fmla="*/ 0 w 10518"/>
                <a:gd name="connsiteY2" fmla="*/ 4182 h 8364"/>
                <a:gd name="connsiteX3" fmla="*/ 5196 w 10518"/>
                <a:gd name="connsiteY3" fmla="*/ 0 h 8364"/>
                <a:gd name="connsiteX4" fmla="*/ 10519 w 10518"/>
                <a:gd name="connsiteY4" fmla="*/ 4182 h 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18" h="8364">
                  <a:moveTo>
                    <a:pt x="10519" y="4182"/>
                  </a:moveTo>
                  <a:lnTo>
                    <a:pt x="5196" y="8364"/>
                  </a:lnTo>
                  <a:lnTo>
                    <a:pt x="0" y="4182"/>
                  </a:lnTo>
                  <a:lnTo>
                    <a:pt x="5196" y="0"/>
                  </a:lnTo>
                  <a:lnTo>
                    <a:pt x="10519" y="41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0FA64407-29D0-910B-8C57-15A2C5E9BBC8}"/>
                </a:ext>
              </a:extLst>
            </p:cNvPr>
            <p:cNvSpPr/>
            <p:nvPr/>
          </p:nvSpPr>
          <p:spPr>
            <a:xfrm>
              <a:off x="7184663" y="2439317"/>
              <a:ext cx="10645" cy="8491"/>
            </a:xfrm>
            <a:custGeom>
              <a:avLst/>
              <a:gdLst>
                <a:gd name="connsiteX0" fmla="*/ 10645 w 10645"/>
                <a:gd name="connsiteY0" fmla="*/ 4309 h 8491"/>
                <a:gd name="connsiteX1" fmla="*/ 5323 w 10645"/>
                <a:gd name="connsiteY1" fmla="*/ 8491 h 8491"/>
                <a:gd name="connsiteX2" fmla="*/ 0 w 10645"/>
                <a:gd name="connsiteY2" fmla="*/ 4309 h 8491"/>
                <a:gd name="connsiteX3" fmla="*/ 5323 w 10645"/>
                <a:gd name="connsiteY3" fmla="*/ 0 h 8491"/>
                <a:gd name="connsiteX4" fmla="*/ 10645 w 10645"/>
                <a:gd name="connsiteY4" fmla="*/ 4309 h 8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45" h="8491">
                  <a:moveTo>
                    <a:pt x="10645" y="4309"/>
                  </a:moveTo>
                  <a:lnTo>
                    <a:pt x="5323" y="8491"/>
                  </a:lnTo>
                  <a:lnTo>
                    <a:pt x="0" y="4309"/>
                  </a:lnTo>
                  <a:lnTo>
                    <a:pt x="5323" y="0"/>
                  </a:lnTo>
                  <a:lnTo>
                    <a:pt x="10645" y="430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3D379075-5028-C9A9-55D5-E7F81D5E7D87}"/>
                </a:ext>
              </a:extLst>
            </p:cNvPr>
            <p:cNvSpPr/>
            <p:nvPr/>
          </p:nvSpPr>
          <p:spPr>
            <a:xfrm>
              <a:off x="7282503" y="2508008"/>
              <a:ext cx="11279" cy="8998"/>
            </a:xfrm>
            <a:custGeom>
              <a:avLst/>
              <a:gdLst>
                <a:gd name="connsiteX0" fmla="*/ 11280 w 11279"/>
                <a:gd name="connsiteY0" fmla="*/ 4436 h 8998"/>
                <a:gd name="connsiteX1" fmla="*/ 5576 w 11279"/>
                <a:gd name="connsiteY1" fmla="*/ 8998 h 8998"/>
                <a:gd name="connsiteX2" fmla="*/ 0 w 11279"/>
                <a:gd name="connsiteY2" fmla="*/ 4436 h 8998"/>
                <a:gd name="connsiteX3" fmla="*/ 5576 w 11279"/>
                <a:gd name="connsiteY3" fmla="*/ 0 h 8998"/>
                <a:gd name="connsiteX4" fmla="*/ 11280 w 11279"/>
                <a:gd name="connsiteY4" fmla="*/ 4436 h 8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79" h="8998">
                  <a:moveTo>
                    <a:pt x="11280" y="4436"/>
                  </a:moveTo>
                  <a:lnTo>
                    <a:pt x="5576" y="8998"/>
                  </a:lnTo>
                  <a:lnTo>
                    <a:pt x="0" y="4436"/>
                  </a:lnTo>
                  <a:lnTo>
                    <a:pt x="5576" y="0"/>
                  </a:lnTo>
                  <a:lnTo>
                    <a:pt x="11280" y="44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7D4B3852-A70C-933D-892A-3A95119B5D4C}"/>
                </a:ext>
              </a:extLst>
            </p:cNvPr>
            <p:cNvSpPr/>
            <p:nvPr/>
          </p:nvSpPr>
          <p:spPr>
            <a:xfrm>
              <a:off x="7373372" y="2583036"/>
              <a:ext cx="11152" cy="8871"/>
            </a:xfrm>
            <a:custGeom>
              <a:avLst/>
              <a:gdLst>
                <a:gd name="connsiteX0" fmla="*/ 11153 w 11152"/>
                <a:gd name="connsiteY0" fmla="*/ 4436 h 8871"/>
                <a:gd name="connsiteX1" fmla="*/ 5576 w 11152"/>
                <a:gd name="connsiteY1" fmla="*/ 8871 h 8871"/>
                <a:gd name="connsiteX2" fmla="*/ 0 w 11152"/>
                <a:gd name="connsiteY2" fmla="*/ 4436 h 8871"/>
                <a:gd name="connsiteX3" fmla="*/ 5576 w 11152"/>
                <a:gd name="connsiteY3" fmla="*/ 0 h 8871"/>
                <a:gd name="connsiteX4" fmla="*/ 11153 w 11152"/>
                <a:gd name="connsiteY4" fmla="*/ 4436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52" h="8871">
                  <a:moveTo>
                    <a:pt x="11153" y="4436"/>
                  </a:moveTo>
                  <a:lnTo>
                    <a:pt x="5576" y="8871"/>
                  </a:lnTo>
                  <a:lnTo>
                    <a:pt x="0" y="4436"/>
                  </a:lnTo>
                  <a:lnTo>
                    <a:pt x="5576" y="0"/>
                  </a:lnTo>
                  <a:lnTo>
                    <a:pt x="11153" y="44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959B9AB6-D8CC-AA32-0D75-3EBD70C73E94}"/>
                </a:ext>
              </a:extLst>
            </p:cNvPr>
            <p:cNvSpPr/>
            <p:nvPr/>
          </p:nvSpPr>
          <p:spPr>
            <a:xfrm>
              <a:off x="7456511" y="2663766"/>
              <a:ext cx="10646" cy="8491"/>
            </a:xfrm>
            <a:custGeom>
              <a:avLst/>
              <a:gdLst>
                <a:gd name="connsiteX0" fmla="*/ 10646 w 10646"/>
                <a:gd name="connsiteY0" fmla="*/ 4182 h 8491"/>
                <a:gd name="connsiteX1" fmla="*/ 5323 w 10646"/>
                <a:gd name="connsiteY1" fmla="*/ 8491 h 8491"/>
                <a:gd name="connsiteX2" fmla="*/ 0 w 10646"/>
                <a:gd name="connsiteY2" fmla="*/ 4182 h 8491"/>
                <a:gd name="connsiteX3" fmla="*/ 5323 w 10646"/>
                <a:gd name="connsiteY3" fmla="*/ 0 h 8491"/>
                <a:gd name="connsiteX4" fmla="*/ 10646 w 10646"/>
                <a:gd name="connsiteY4" fmla="*/ 4182 h 8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46" h="8491">
                  <a:moveTo>
                    <a:pt x="10646" y="4182"/>
                  </a:moveTo>
                  <a:lnTo>
                    <a:pt x="5323" y="8491"/>
                  </a:lnTo>
                  <a:lnTo>
                    <a:pt x="0" y="4182"/>
                  </a:lnTo>
                  <a:lnTo>
                    <a:pt x="5323" y="0"/>
                  </a:lnTo>
                  <a:lnTo>
                    <a:pt x="10646" y="41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33CFDA69-8DF7-95FA-1BEC-C16B487B1CA0}"/>
                </a:ext>
              </a:extLst>
            </p:cNvPr>
            <p:cNvSpPr/>
            <p:nvPr/>
          </p:nvSpPr>
          <p:spPr>
            <a:xfrm>
              <a:off x="7531032" y="2749313"/>
              <a:ext cx="10519" cy="8491"/>
            </a:xfrm>
            <a:custGeom>
              <a:avLst/>
              <a:gdLst>
                <a:gd name="connsiteX0" fmla="*/ 10519 w 10519"/>
                <a:gd name="connsiteY0" fmla="*/ 4309 h 8491"/>
                <a:gd name="connsiteX1" fmla="*/ 5323 w 10519"/>
                <a:gd name="connsiteY1" fmla="*/ 8491 h 8491"/>
                <a:gd name="connsiteX2" fmla="*/ 0 w 10519"/>
                <a:gd name="connsiteY2" fmla="*/ 4309 h 8491"/>
                <a:gd name="connsiteX3" fmla="*/ 5323 w 10519"/>
                <a:gd name="connsiteY3" fmla="*/ 0 h 8491"/>
                <a:gd name="connsiteX4" fmla="*/ 10519 w 10519"/>
                <a:gd name="connsiteY4" fmla="*/ 4309 h 8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19" h="8491">
                  <a:moveTo>
                    <a:pt x="10519" y="4309"/>
                  </a:moveTo>
                  <a:lnTo>
                    <a:pt x="5323" y="8491"/>
                  </a:lnTo>
                  <a:lnTo>
                    <a:pt x="0" y="4309"/>
                  </a:lnTo>
                  <a:lnTo>
                    <a:pt x="5323" y="0"/>
                  </a:lnTo>
                  <a:lnTo>
                    <a:pt x="10519" y="430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E110A037-2396-79F5-C2C2-6BB87FD0F1B2}"/>
                </a:ext>
              </a:extLst>
            </p:cNvPr>
            <p:cNvSpPr/>
            <p:nvPr/>
          </p:nvSpPr>
          <p:spPr>
            <a:xfrm>
              <a:off x="7596555" y="2839422"/>
              <a:ext cx="10645" cy="8364"/>
            </a:xfrm>
            <a:custGeom>
              <a:avLst/>
              <a:gdLst>
                <a:gd name="connsiteX0" fmla="*/ 10645 w 10645"/>
                <a:gd name="connsiteY0" fmla="*/ 4182 h 8364"/>
                <a:gd name="connsiteX1" fmla="*/ 5323 w 10645"/>
                <a:gd name="connsiteY1" fmla="*/ 8365 h 8364"/>
                <a:gd name="connsiteX2" fmla="*/ 0 w 10645"/>
                <a:gd name="connsiteY2" fmla="*/ 4182 h 8364"/>
                <a:gd name="connsiteX3" fmla="*/ 5323 w 10645"/>
                <a:gd name="connsiteY3" fmla="*/ 0 h 8364"/>
                <a:gd name="connsiteX4" fmla="*/ 10645 w 10645"/>
                <a:gd name="connsiteY4" fmla="*/ 4182 h 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45" h="8364">
                  <a:moveTo>
                    <a:pt x="10645" y="4182"/>
                  </a:moveTo>
                  <a:lnTo>
                    <a:pt x="5323" y="8365"/>
                  </a:lnTo>
                  <a:lnTo>
                    <a:pt x="0" y="4182"/>
                  </a:lnTo>
                  <a:lnTo>
                    <a:pt x="5323" y="0"/>
                  </a:lnTo>
                  <a:lnTo>
                    <a:pt x="10645" y="41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74A87A86-F247-2511-6DC6-3BD116A3D87E}"/>
                </a:ext>
              </a:extLst>
            </p:cNvPr>
            <p:cNvSpPr/>
            <p:nvPr/>
          </p:nvSpPr>
          <p:spPr>
            <a:xfrm>
              <a:off x="7653078" y="2933714"/>
              <a:ext cx="9885" cy="7730"/>
            </a:xfrm>
            <a:custGeom>
              <a:avLst/>
              <a:gdLst>
                <a:gd name="connsiteX0" fmla="*/ 9886 w 9885"/>
                <a:gd name="connsiteY0" fmla="*/ 3802 h 7730"/>
                <a:gd name="connsiteX1" fmla="*/ 4943 w 9885"/>
                <a:gd name="connsiteY1" fmla="*/ 7731 h 7730"/>
                <a:gd name="connsiteX2" fmla="*/ 0 w 9885"/>
                <a:gd name="connsiteY2" fmla="*/ 3802 h 7730"/>
                <a:gd name="connsiteX3" fmla="*/ 4943 w 9885"/>
                <a:gd name="connsiteY3" fmla="*/ 0 h 7730"/>
                <a:gd name="connsiteX4" fmla="*/ 9886 w 9885"/>
                <a:gd name="connsiteY4" fmla="*/ 3802 h 7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85" h="7730">
                  <a:moveTo>
                    <a:pt x="9886" y="3802"/>
                  </a:moveTo>
                  <a:lnTo>
                    <a:pt x="4943" y="7731"/>
                  </a:lnTo>
                  <a:lnTo>
                    <a:pt x="0" y="3802"/>
                  </a:lnTo>
                  <a:lnTo>
                    <a:pt x="4943" y="0"/>
                  </a:lnTo>
                  <a:lnTo>
                    <a:pt x="9886" y="380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888BD322-EB6C-1EA9-4237-B5785E51DD89}"/>
                </a:ext>
              </a:extLst>
            </p:cNvPr>
            <p:cNvSpPr/>
            <p:nvPr/>
          </p:nvSpPr>
          <p:spPr>
            <a:xfrm>
              <a:off x="7699971" y="3031047"/>
              <a:ext cx="9125" cy="7350"/>
            </a:xfrm>
            <a:custGeom>
              <a:avLst/>
              <a:gdLst>
                <a:gd name="connsiteX0" fmla="*/ 9125 w 9125"/>
                <a:gd name="connsiteY0" fmla="*/ 3675 h 7350"/>
                <a:gd name="connsiteX1" fmla="*/ 4562 w 9125"/>
                <a:gd name="connsiteY1" fmla="*/ 7351 h 7350"/>
                <a:gd name="connsiteX2" fmla="*/ 0 w 9125"/>
                <a:gd name="connsiteY2" fmla="*/ 3675 h 7350"/>
                <a:gd name="connsiteX3" fmla="*/ 4562 w 9125"/>
                <a:gd name="connsiteY3" fmla="*/ 0 h 7350"/>
                <a:gd name="connsiteX4" fmla="*/ 9125 w 9125"/>
                <a:gd name="connsiteY4" fmla="*/ 3675 h 7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5" h="7350">
                  <a:moveTo>
                    <a:pt x="9125" y="3675"/>
                  </a:moveTo>
                  <a:lnTo>
                    <a:pt x="4562" y="7351"/>
                  </a:lnTo>
                  <a:lnTo>
                    <a:pt x="0" y="3675"/>
                  </a:lnTo>
                  <a:lnTo>
                    <a:pt x="4562" y="0"/>
                  </a:lnTo>
                  <a:lnTo>
                    <a:pt x="9125" y="367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8A4BB2F3-90E8-AB7C-E942-BE2881DFF224}"/>
                </a:ext>
              </a:extLst>
            </p:cNvPr>
            <p:cNvSpPr/>
            <p:nvPr/>
          </p:nvSpPr>
          <p:spPr>
            <a:xfrm>
              <a:off x="7736344" y="3130915"/>
              <a:ext cx="9251" cy="7350"/>
            </a:xfrm>
            <a:custGeom>
              <a:avLst/>
              <a:gdLst>
                <a:gd name="connsiteX0" fmla="*/ 9251 w 9251"/>
                <a:gd name="connsiteY0" fmla="*/ 3675 h 7350"/>
                <a:gd name="connsiteX1" fmla="*/ 4689 w 9251"/>
                <a:gd name="connsiteY1" fmla="*/ 7351 h 7350"/>
                <a:gd name="connsiteX2" fmla="*/ 0 w 9251"/>
                <a:gd name="connsiteY2" fmla="*/ 3675 h 7350"/>
                <a:gd name="connsiteX3" fmla="*/ 4689 w 9251"/>
                <a:gd name="connsiteY3" fmla="*/ 0 h 7350"/>
                <a:gd name="connsiteX4" fmla="*/ 9251 w 9251"/>
                <a:gd name="connsiteY4" fmla="*/ 3675 h 7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51" h="7350">
                  <a:moveTo>
                    <a:pt x="9251" y="3675"/>
                  </a:moveTo>
                  <a:lnTo>
                    <a:pt x="4689" y="7351"/>
                  </a:lnTo>
                  <a:lnTo>
                    <a:pt x="0" y="3675"/>
                  </a:lnTo>
                  <a:lnTo>
                    <a:pt x="4689" y="0"/>
                  </a:lnTo>
                  <a:lnTo>
                    <a:pt x="9251" y="367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5D043E30-54B7-EEA8-586E-83F67497751E}"/>
                </a:ext>
              </a:extLst>
            </p:cNvPr>
            <p:cNvSpPr/>
            <p:nvPr/>
          </p:nvSpPr>
          <p:spPr>
            <a:xfrm>
              <a:off x="7762959" y="3233191"/>
              <a:ext cx="8491" cy="6590"/>
            </a:xfrm>
            <a:custGeom>
              <a:avLst/>
              <a:gdLst>
                <a:gd name="connsiteX0" fmla="*/ 8491 w 8491"/>
                <a:gd name="connsiteY0" fmla="*/ 3295 h 6590"/>
                <a:gd name="connsiteX1" fmla="*/ 4309 w 8491"/>
                <a:gd name="connsiteY1" fmla="*/ 6590 h 6590"/>
                <a:gd name="connsiteX2" fmla="*/ 0 w 8491"/>
                <a:gd name="connsiteY2" fmla="*/ 3295 h 6590"/>
                <a:gd name="connsiteX3" fmla="*/ 4309 w 8491"/>
                <a:gd name="connsiteY3" fmla="*/ 0 h 6590"/>
                <a:gd name="connsiteX4" fmla="*/ 8491 w 8491"/>
                <a:gd name="connsiteY4" fmla="*/ 3295 h 6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91" h="6590">
                  <a:moveTo>
                    <a:pt x="8491" y="3295"/>
                  </a:moveTo>
                  <a:lnTo>
                    <a:pt x="4309" y="6590"/>
                  </a:lnTo>
                  <a:lnTo>
                    <a:pt x="0" y="3295"/>
                  </a:lnTo>
                  <a:lnTo>
                    <a:pt x="4309" y="0"/>
                  </a:lnTo>
                  <a:lnTo>
                    <a:pt x="8491" y="32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D4E8F004-543E-9553-F6AE-632188B33DED}"/>
                </a:ext>
              </a:extLst>
            </p:cNvPr>
            <p:cNvSpPr/>
            <p:nvPr/>
          </p:nvSpPr>
          <p:spPr>
            <a:xfrm>
              <a:off x="7779054" y="3336607"/>
              <a:ext cx="7857" cy="6210"/>
            </a:xfrm>
            <a:custGeom>
              <a:avLst/>
              <a:gdLst>
                <a:gd name="connsiteX0" fmla="*/ 7858 w 7857"/>
                <a:gd name="connsiteY0" fmla="*/ 3042 h 6210"/>
                <a:gd name="connsiteX1" fmla="*/ 3929 w 7857"/>
                <a:gd name="connsiteY1" fmla="*/ 6210 h 6210"/>
                <a:gd name="connsiteX2" fmla="*/ 0 w 7857"/>
                <a:gd name="connsiteY2" fmla="*/ 3042 h 6210"/>
                <a:gd name="connsiteX3" fmla="*/ 3929 w 7857"/>
                <a:gd name="connsiteY3" fmla="*/ 0 h 6210"/>
                <a:gd name="connsiteX4" fmla="*/ 7858 w 7857"/>
                <a:gd name="connsiteY4" fmla="*/ 3042 h 6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57" h="6210">
                  <a:moveTo>
                    <a:pt x="7858" y="3042"/>
                  </a:moveTo>
                  <a:lnTo>
                    <a:pt x="3929" y="6210"/>
                  </a:lnTo>
                  <a:lnTo>
                    <a:pt x="0" y="3042"/>
                  </a:lnTo>
                  <a:lnTo>
                    <a:pt x="3929" y="0"/>
                  </a:lnTo>
                  <a:lnTo>
                    <a:pt x="7858" y="30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0A3DCD2E-9370-27EC-F7DC-FD6B833B62E0}"/>
                </a:ext>
              </a:extLst>
            </p:cNvPr>
            <p:cNvSpPr/>
            <p:nvPr/>
          </p:nvSpPr>
          <p:spPr>
            <a:xfrm>
              <a:off x="7909592" y="3440531"/>
              <a:ext cx="7857" cy="6209"/>
            </a:xfrm>
            <a:custGeom>
              <a:avLst/>
              <a:gdLst>
                <a:gd name="connsiteX0" fmla="*/ 7858 w 7857"/>
                <a:gd name="connsiteY0" fmla="*/ 3042 h 6209"/>
                <a:gd name="connsiteX1" fmla="*/ 3929 w 7857"/>
                <a:gd name="connsiteY1" fmla="*/ 6210 h 6209"/>
                <a:gd name="connsiteX2" fmla="*/ 0 w 7857"/>
                <a:gd name="connsiteY2" fmla="*/ 3042 h 6209"/>
                <a:gd name="connsiteX3" fmla="*/ 3929 w 7857"/>
                <a:gd name="connsiteY3" fmla="*/ 0 h 6209"/>
                <a:gd name="connsiteX4" fmla="*/ 7858 w 7857"/>
                <a:gd name="connsiteY4" fmla="*/ 3042 h 6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57" h="6209">
                  <a:moveTo>
                    <a:pt x="7858" y="3042"/>
                  </a:moveTo>
                  <a:lnTo>
                    <a:pt x="3929" y="6210"/>
                  </a:lnTo>
                  <a:lnTo>
                    <a:pt x="0" y="3042"/>
                  </a:lnTo>
                  <a:lnTo>
                    <a:pt x="3929" y="0"/>
                  </a:lnTo>
                  <a:lnTo>
                    <a:pt x="7858" y="30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DBF32DA7-5634-7A65-E848-97D03DF4DECE}"/>
                </a:ext>
              </a:extLst>
            </p:cNvPr>
            <p:cNvSpPr/>
            <p:nvPr/>
          </p:nvSpPr>
          <p:spPr>
            <a:xfrm>
              <a:off x="7904903" y="3544581"/>
              <a:ext cx="7350" cy="5829"/>
            </a:xfrm>
            <a:custGeom>
              <a:avLst/>
              <a:gdLst>
                <a:gd name="connsiteX0" fmla="*/ 7351 w 7350"/>
                <a:gd name="connsiteY0" fmla="*/ 2915 h 5829"/>
                <a:gd name="connsiteX1" fmla="*/ 3676 w 7350"/>
                <a:gd name="connsiteY1" fmla="*/ 5830 h 5829"/>
                <a:gd name="connsiteX2" fmla="*/ 0 w 7350"/>
                <a:gd name="connsiteY2" fmla="*/ 2915 h 5829"/>
                <a:gd name="connsiteX3" fmla="*/ 3676 w 7350"/>
                <a:gd name="connsiteY3" fmla="*/ 0 h 5829"/>
                <a:gd name="connsiteX4" fmla="*/ 7351 w 7350"/>
                <a:gd name="connsiteY4" fmla="*/ 2915 h 5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0" h="5829">
                  <a:moveTo>
                    <a:pt x="7351" y="2915"/>
                  </a:moveTo>
                  <a:lnTo>
                    <a:pt x="3676" y="5830"/>
                  </a:lnTo>
                  <a:lnTo>
                    <a:pt x="0" y="2915"/>
                  </a:lnTo>
                  <a:lnTo>
                    <a:pt x="3676" y="0"/>
                  </a:lnTo>
                  <a:lnTo>
                    <a:pt x="7351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6D56D627-3D04-F2AA-C2D9-96D621F19535}"/>
                </a:ext>
              </a:extLst>
            </p:cNvPr>
            <p:cNvSpPr/>
            <p:nvPr/>
          </p:nvSpPr>
          <p:spPr>
            <a:xfrm>
              <a:off x="7890708" y="3648251"/>
              <a:ext cx="6463" cy="5196"/>
            </a:xfrm>
            <a:custGeom>
              <a:avLst/>
              <a:gdLst>
                <a:gd name="connsiteX0" fmla="*/ 6464 w 6463"/>
                <a:gd name="connsiteY0" fmla="*/ 2535 h 5196"/>
                <a:gd name="connsiteX1" fmla="*/ 3168 w 6463"/>
                <a:gd name="connsiteY1" fmla="*/ 5196 h 5196"/>
                <a:gd name="connsiteX2" fmla="*/ 0 w 6463"/>
                <a:gd name="connsiteY2" fmla="*/ 2535 h 5196"/>
                <a:gd name="connsiteX3" fmla="*/ 3168 w 6463"/>
                <a:gd name="connsiteY3" fmla="*/ 0 h 5196"/>
                <a:gd name="connsiteX4" fmla="*/ 6464 w 6463"/>
                <a:gd name="connsiteY4" fmla="*/ 2535 h 5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196">
                  <a:moveTo>
                    <a:pt x="6464" y="2535"/>
                  </a:moveTo>
                  <a:lnTo>
                    <a:pt x="3168" y="5196"/>
                  </a:lnTo>
                  <a:lnTo>
                    <a:pt x="0" y="2535"/>
                  </a:lnTo>
                  <a:lnTo>
                    <a:pt x="3168" y="0"/>
                  </a:lnTo>
                  <a:lnTo>
                    <a:pt x="6464" y="253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1510E104-BCF7-D8E3-4783-35B25F1BC7CB}"/>
                </a:ext>
              </a:extLst>
            </p:cNvPr>
            <p:cNvSpPr/>
            <p:nvPr/>
          </p:nvSpPr>
          <p:spPr>
            <a:xfrm>
              <a:off x="7866629" y="3750654"/>
              <a:ext cx="5829" cy="4689"/>
            </a:xfrm>
            <a:custGeom>
              <a:avLst/>
              <a:gdLst>
                <a:gd name="connsiteX0" fmla="*/ 5829 w 5829"/>
                <a:gd name="connsiteY0" fmla="*/ 2281 h 4689"/>
                <a:gd name="connsiteX1" fmla="*/ 2915 w 5829"/>
                <a:gd name="connsiteY1" fmla="*/ 4689 h 4689"/>
                <a:gd name="connsiteX2" fmla="*/ 0 w 5829"/>
                <a:gd name="connsiteY2" fmla="*/ 2281 h 4689"/>
                <a:gd name="connsiteX3" fmla="*/ 2915 w 5829"/>
                <a:gd name="connsiteY3" fmla="*/ 0 h 4689"/>
                <a:gd name="connsiteX4" fmla="*/ 5829 w 5829"/>
                <a:gd name="connsiteY4" fmla="*/ 2281 h 4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29" h="4689">
                  <a:moveTo>
                    <a:pt x="5829" y="2281"/>
                  </a:moveTo>
                  <a:lnTo>
                    <a:pt x="2915" y="4689"/>
                  </a:lnTo>
                  <a:lnTo>
                    <a:pt x="0" y="2281"/>
                  </a:lnTo>
                  <a:lnTo>
                    <a:pt x="2915" y="0"/>
                  </a:lnTo>
                  <a:lnTo>
                    <a:pt x="5829" y="22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65D8A2F6-E707-8394-6E3F-E8E4176D4518}"/>
                </a:ext>
              </a:extLst>
            </p:cNvPr>
            <p:cNvSpPr/>
            <p:nvPr/>
          </p:nvSpPr>
          <p:spPr>
            <a:xfrm>
              <a:off x="7833297" y="3851536"/>
              <a:ext cx="4689" cy="3802"/>
            </a:xfrm>
            <a:custGeom>
              <a:avLst/>
              <a:gdLst>
                <a:gd name="connsiteX0" fmla="*/ 4689 w 4689"/>
                <a:gd name="connsiteY0" fmla="*/ 1901 h 3802"/>
                <a:gd name="connsiteX1" fmla="*/ 2281 w 4689"/>
                <a:gd name="connsiteY1" fmla="*/ 3802 h 3802"/>
                <a:gd name="connsiteX2" fmla="*/ 0 w 4689"/>
                <a:gd name="connsiteY2" fmla="*/ 1901 h 3802"/>
                <a:gd name="connsiteX3" fmla="*/ 2281 w 4689"/>
                <a:gd name="connsiteY3" fmla="*/ 0 h 3802"/>
                <a:gd name="connsiteX4" fmla="*/ 4689 w 4689"/>
                <a:gd name="connsiteY4" fmla="*/ 1901 h 3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89" h="3802">
                  <a:moveTo>
                    <a:pt x="4689" y="1901"/>
                  </a:moveTo>
                  <a:lnTo>
                    <a:pt x="2281" y="3802"/>
                  </a:lnTo>
                  <a:lnTo>
                    <a:pt x="0" y="1901"/>
                  </a:lnTo>
                  <a:lnTo>
                    <a:pt x="2281" y="0"/>
                  </a:lnTo>
                  <a:lnTo>
                    <a:pt x="4689" y="190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5F65242D-44E3-2DAA-E431-620CB2C5A9C7}"/>
                </a:ext>
              </a:extLst>
            </p:cNvPr>
            <p:cNvSpPr/>
            <p:nvPr/>
          </p:nvSpPr>
          <p:spPr>
            <a:xfrm>
              <a:off x="7790207" y="3950009"/>
              <a:ext cx="4182" cy="3168"/>
            </a:xfrm>
            <a:custGeom>
              <a:avLst/>
              <a:gdLst>
                <a:gd name="connsiteX0" fmla="*/ 4183 w 4182"/>
                <a:gd name="connsiteY0" fmla="*/ 1521 h 3168"/>
                <a:gd name="connsiteX1" fmla="*/ 2154 w 4182"/>
                <a:gd name="connsiteY1" fmla="*/ 3168 h 3168"/>
                <a:gd name="connsiteX2" fmla="*/ 0 w 4182"/>
                <a:gd name="connsiteY2" fmla="*/ 1521 h 3168"/>
                <a:gd name="connsiteX3" fmla="*/ 2154 w 4182"/>
                <a:gd name="connsiteY3" fmla="*/ 0 h 3168"/>
                <a:gd name="connsiteX4" fmla="*/ 4183 w 4182"/>
                <a:gd name="connsiteY4" fmla="*/ 1521 h 3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2" h="3168">
                  <a:moveTo>
                    <a:pt x="4183" y="1521"/>
                  </a:moveTo>
                  <a:lnTo>
                    <a:pt x="2154" y="3168"/>
                  </a:lnTo>
                  <a:lnTo>
                    <a:pt x="0" y="1521"/>
                  </a:lnTo>
                  <a:lnTo>
                    <a:pt x="2154" y="0"/>
                  </a:lnTo>
                  <a:lnTo>
                    <a:pt x="4183" y="152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CC89E20D-FB23-1AE9-6C92-E5103A4566FC}"/>
                </a:ext>
              </a:extLst>
            </p:cNvPr>
            <p:cNvSpPr/>
            <p:nvPr/>
          </p:nvSpPr>
          <p:spPr>
            <a:xfrm>
              <a:off x="7738119" y="4045442"/>
              <a:ext cx="3548" cy="2787"/>
            </a:xfrm>
            <a:custGeom>
              <a:avLst/>
              <a:gdLst>
                <a:gd name="connsiteX0" fmla="*/ 3548 w 3548"/>
                <a:gd name="connsiteY0" fmla="*/ 1394 h 2787"/>
                <a:gd name="connsiteX1" fmla="*/ 1774 w 3548"/>
                <a:gd name="connsiteY1" fmla="*/ 2788 h 2787"/>
                <a:gd name="connsiteX2" fmla="*/ 0 w 3548"/>
                <a:gd name="connsiteY2" fmla="*/ 1394 h 2787"/>
                <a:gd name="connsiteX3" fmla="*/ 1774 w 3548"/>
                <a:gd name="connsiteY3" fmla="*/ 0 h 2787"/>
                <a:gd name="connsiteX4" fmla="*/ 3548 w 3548"/>
                <a:gd name="connsiteY4" fmla="*/ 1394 h 2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7">
                  <a:moveTo>
                    <a:pt x="3548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8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EBA900AF-4D35-6828-3714-4E9CB3D00934}"/>
                </a:ext>
              </a:extLst>
            </p:cNvPr>
            <p:cNvSpPr/>
            <p:nvPr/>
          </p:nvSpPr>
          <p:spPr>
            <a:xfrm>
              <a:off x="7677412" y="4137832"/>
              <a:ext cx="2407" cy="1900"/>
            </a:xfrm>
            <a:custGeom>
              <a:avLst/>
              <a:gdLst>
                <a:gd name="connsiteX0" fmla="*/ 2407 w 2407"/>
                <a:gd name="connsiteY0" fmla="*/ 887 h 1900"/>
                <a:gd name="connsiteX1" fmla="*/ 1267 w 2407"/>
                <a:gd name="connsiteY1" fmla="*/ 1901 h 1900"/>
                <a:gd name="connsiteX2" fmla="*/ 0 w 2407"/>
                <a:gd name="connsiteY2" fmla="*/ 887 h 1900"/>
                <a:gd name="connsiteX3" fmla="*/ 1267 w 2407"/>
                <a:gd name="connsiteY3" fmla="*/ 0 h 1900"/>
                <a:gd name="connsiteX4" fmla="*/ 2407 w 2407"/>
                <a:gd name="connsiteY4" fmla="*/ 887 h 1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7" h="1900">
                  <a:moveTo>
                    <a:pt x="2407" y="887"/>
                  </a:moveTo>
                  <a:lnTo>
                    <a:pt x="1267" y="1901"/>
                  </a:lnTo>
                  <a:lnTo>
                    <a:pt x="0" y="887"/>
                  </a:lnTo>
                  <a:lnTo>
                    <a:pt x="1267" y="0"/>
                  </a:lnTo>
                  <a:lnTo>
                    <a:pt x="2407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DDAEB903-C153-5D66-827E-7ACAED12341D}"/>
                </a:ext>
              </a:extLst>
            </p:cNvPr>
            <p:cNvSpPr/>
            <p:nvPr/>
          </p:nvSpPr>
          <p:spPr>
            <a:xfrm>
              <a:off x="7608087" y="4226167"/>
              <a:ext cx="1774" cy="1394"/>
            </a:xfrm>
            <a:custGeom>
              <a:avLst/>
              <a:gdLst>
                <a:gd name="connsiteX0" fmla="*/ 1774 w 1774"/>
                <a:gd name="connsiteY0" fmla="*/ 634 h 1394"/>
                <a:gd name="connsiteX1" fmla="*/ 887 w 1774"/>
                <a:gd name="connsiteY1" fmla="*/ 1394 h 1394"/>
                <a:gd name="connsiteX2" fmla="*/ 0 w 1774"/>
                <a:gd name="connsiteY2" fmla="*/ 634 h 1394"/>
                <a:gd name="connsiteX3" fmla="*/ 887 w 1774"/>
                <a:gd name="connsiteY3" fmla="*/ 0 h 1394"/>
                <a:gd name="connsiteX4" fmla="*/ 1774 w 1774"/>
                <a:gd name="connsiteY4" fmla="*/ 634 h 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" h="1394">
                  <a:moveTo>
                    <a:pt x="1774" y="634"/>
                  </a:moveTo>
                  <a:lnTo>
                    <a:pt x="887" y="1394"/>
                  </a:lnTo>
                  <a:lnTo>
                    <a:pt x="0" y="634"/>
                  </a:lnTo>
                  <a:lnTo>
                    <a:pt x="887" y="0"/>
                  </a:lnTo>
                  <a:lnTo>
                    <a:pt x="1774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68F6EAD2-E542-D09C-1C60-CC16F9E07811}"/>
                </a:ext>
              </a:extLst>
            </p:cNvPr>
            <p:cNvSpPr/>
            <p:nvPr/>
          </p:nvSpPr>
          <p:spPr>
            <a:xfrm>
              <a:off x="7530398" y="4309940"/>
              <a:ext cx="1393" cy="1140"/>
            </a:xfrm>
            <a:custGeom>
              <a:avLst/>
              <a:gdLst>
                <a:gd name="connsiteX0" fmla="*/ 1394 w 1393"/>
                <a:gd name="connsiteY0" fmla="*/ 507 h 1140"/>
                <a:gd name="connsiteX1" fmla="*/ 634 w 1393"/>
                <a:gd name="connsiteY1" fmla="*/ 1141 h 1140"/>
                <a:gd name="connsiteX2" fmla="*/ 0 w 1393"/>
                <a:gd name="connsiteY2" fmla="*/ 507 h 1140"/>
                <a:gd name="connsiteX3" fmla="*/ 634 w 1393"/>
                <a:gd name="connsiteY3" fmla="*/ 0 h 1140"/>
                <a:gd name="connsiteX4" fmla="*/ 1394 w 1393"/>
                <a:gd name="connsiteY4" fmla="*/ 507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3" h="1140">
                  <a:moveTo>
                    <a:pt x="1394" y="507"/>
                  </a:moveTo>
                  <a:lnTo>
                    <a:pt x="634" y="1141"/>
                  </a:lnTo>
                  <a:lnTo>
                    <a:pt x="0" y="507"/>
                  </a:lnTo>
                  <a:lnTo>
                    <a:pt x="634" y="0"/>
                  </a:lnTo>
                  <a:lnTo>
                    <a:pt x="1394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D0EFA2A9-57B4-EE03-9F19-CDA23D1EDD99}"/>
                </a:ext>
              </a:extLst>
            </p:cNvPr>
            <p:cNvSpPr/>
            <p:nvPr/>
          </p:nvSpPr>
          <p:spPr>
            <a:xfrm>
              <a:off x="7445358" y="4389150"/>
              <a:ext cx="380" cy="253"/>
            </a:xfrm>
            <a:custGeom>
              <a:avLst/>
              <a:gdLst>
                <a:gd name="connsiteX0" fmla="*/ 381 w 380"/>
                <a:gd name="connsiteY0" fmla="*/ 126 h 253"/>
                <a:gd name="connsiteX1" fmla="*/ 254 w 380"/>
                <a:gd name="connsiteY1" fmla="*/ 253 h 253"/>
                <a:gd name="connsiteX2" fmla="*/ 0 w 380"/>
                <a:gd name="connsiteY2" fmla="*/ 126 h 253"/>
                <a:gd name="connsiteX3" fmla="*/ 254 w 380"/>
                <a:gd name="connsiteY3" fmla="*/ 0 h 253"/>
                <a:gd name="connsiteX4" fmla="*/ 381 w 380"/>
                <a:gd name="connsiteY4" fmla="*/ 126 h 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" h="253">
                  <a:moveTo>
                    <a:pt x="381" y="126"/>
                  </a:moveTo>
                  <a:lnTo>
                    <a:pt x="254" y="253"/>
                  </a:lnTo>
                  <a:lnTo>
                    <a:pt x="0" y="126"/>
                  </a:lnTo>
                  <a:lnTo>
                    <a:pt x="254" y="0"/>
                  </a:lnTo>
                  <a:lnTo>
                    <a:pt x="381" y="12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56700BF8-18A2-CC37-9946-A9E715FD3C25}"/>
                </a:ext>
              </a:extLst>
            </p:cNvPr>
            <p:cNvSpPr/>
            <p:nvPr/>
          </p:nvSpPr>
          <p:spPr>
            <a:xfrm>
              <a:off x="7252847" y="4530080"/>
              <a:ext cx="1393" cy="1140"/>
            </a:xfrm>
            <a:custGeom>
              <a:avLst/>
              <a:gdLst>
                <a:gd name="connsiteX0" fmla="*/ 1394 w 1393"/>
                <a:gd name="connsiteY0" fmla="*/ 507 h 1140"/>
                <a:gd name="connsiteX1" fmla="*/ 634 w 1393"/>
                <a:gd name="connsiteY1" fmla="*/ 1141 h 1140"/>
                <a:gd name="connsiteX2" fmla="*/ 0 w 1393"/>
                <a:gd name="connsiteY2" fmla="*/ 507 h 1140"/>
                <a:gd name="connsiteX3" fmla="*/ 634 w 1393"/>
                <a:gd name="connsiteY3" fmla="*/ 0 h 1140"/>
                <a:gd name="connsiteX4" fmla="*/ 1394 w 1393"/>
                <a:gd name="connsiteY4" fmla="*/ 507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3" h="1140">
                  <a:moveTo>
                    <a:pt x="1394" y="507"/>
                  </a:moveTo>
                  <a:lnTo>
                    <a:pt x="634" y="1141"/>
                  </a:lnTo>
                  <a:lnTo>
                    <a:pt x="0" y="507"/>
                  </a:lnTo>
                  <a:lnTo>
                    <a:pt x="634" y="0"/>
                  </a:lnTo>
                  <a:lnTo>
                    <a:pt x="1394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F0782FC7-30FB-F017-8A73-3279E484DEDD}"/>
                </a:ext>
              </a:extLst>
            </p:cNvPr>
            <p:cNvSpPr/>
            <p:nvPr/>
          </p:nvSpPr>
          <p:spPr>
            <a:xfrm>
              <a:off x="7147022" y="4591547"/>
              <a:ext cx="2154" cy="1647"/>
            </a:xfrm>
            <a:custGeom>
              <a:avLst/>
              <a:gdLst>
                <a:gd name="connsiteX0" fmla="*/ 2154 w 2154"/>
                <a:gd name="connsiteY0" fmla="*/ 760 h 1647"/>
                <a:gd name="connsiteX1" fmla="*/ 1014 w 2154"/>
                <a:gd name="connsiteY1" fmla="*/ 1647 h 1647"/>
                <a:gd name="connsiteX2" fmla="*/ 0 w 2154"/>
                <a:gd name="connsiteY2" fmla="*/ 760 h 1647"/>
                <a:gd name="connsiteX3" fmla="*/ 1014 w 2154"/>
                <a:gd name="connsiteY3" fmla="*/ 0 h 1647"/>
                <a:gd name="connsiteX4" fmla="*/ 2154 w 2154"/>
                <a:gd name="connsiteY4" fmla="*/ 760 h 1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4" h="1647">
                  <a:moveTo>
                    <a:pt x="2154" y="760"/>
                  </a:moveTo>
                  <a:lnTo>
                    <a:pt x="1014" y="1647"/>
                  </a:lnTo>
                  <a:lnTo>
                    <a:pt x="0" y="760"/>
                  </a:lnTo>
                  <a:lnTo>
                    <a:pt x="1014" y="0"/>
                  </a:lnTo>
                  <a:lnTo>
                    <a:pt x="2154" y="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77BF11CF-2821-055F-098C-86FAFF375432}"/>
                </a:ext>
              </a:extLst>
            </p:cNvPr>
            <p:cNvSpPr/>
            <p:nvPr/>
          </p:nvSpPr>
          <p:spPr>
            <a:xfrm>
              <a:off x="7035241" y="4646297"/>
              <a:ext cx="3548" cy="2788"/>
            </a:xfrm>
            <a:custGeom>
              <a:avLst/>
              <a:gdLst>
                <a:gd name="connsiteX0" fmla="*/ 3549 w 3548"/>
                <a:gd name="connsiteY0" fmla="*/ 1394 h 2788"/>
                <a:gd name="connsiteX1" fmla="*/ 1774 w 3548"/>
                <a:gd name="connsiteY1" fmla="*/ 2788 h 2788"/>
                <a:gd name="connsiteX2" fmla="*/ 0 w 3548"/>
                <a:gd name="connsiteY2" fmla="*/ 1394 h 2788"/>
                <a:gd name="connsiteX3" fmla="*/ 1774 w 3548"/>
                <a:gd name="connsiteY3" fmla="*/ 0 h 2788"/>
                <a:gd name="connsiteX4" fmla="*/ 3549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9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9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57316DDD-4E2C-C16A-FBE5-B021F501FA47}"/>
                </a:ext>
              </a:extLst>
            </p:cNvPr>
            <p:cNvSpPr/>
            <p:nvPr/>
          </p:nvSpPr>
          <p:spPr>
            <a:xfrm>
              <a:off x="6919024" y="4694583"/>
              <a:ext cx="4309" cy="3422"/>
            </a:xfrm>
            <a:custGeom>
              <a:avLst/>
              <a:gdLst>
                <a:gd name="connsiteX0" fmla="*/ 4309 w 4309"/>
                <a:gd name="connsiteY0" fmla="*/ 1648 h 3422"/>
                <a:gd name="connsiteX1" fmla="*/ 2154 w 4309"/>
                <a:gd name="connsiteY1" fmla="*/ 3422 h 3422"/>
                <a:gd name="connsiteX2" fmla="*/ 0 w 4309"/>
                <a:gd name="connsiteY2" fmla="*/ 1648 h 3422"/>
                <a:gd name="connsiteX3" fmla="*/ 2154 w 4309"/>
                <a:gd name="connsiteY3" fmla="*/ 0 h 3422"/>
                <a:gd name="connsiteX4" fmla="*/ 4309 w 4309"/>
                <a:gd name="connsiteY4" fmla="*/ 1648 h 3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9" h="3422">
                  <a:moveTo>
                    <a:pt x="4309" y="1648"/>
                  </a:moveTo>
                  <a:lnTo>
                    <a:pt x="2154" y="3422"/>
                  </a:lnTo>
                  <a:lnTo>
                    <a:pt x="0" y="1648"/>
                  </a:lnTo>
                  <a:lnTo>
                    <a:pt x="2154" y="0"/>
                  </a:lnTo>
                  <a:lnTo>
                    <a:pt x="4309" y="164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2F9F375F-C0BF-402E-22C4-1EFBECC9A565}"/>
                </a:ext>
              </a:extLst>
            </p:cNvPr>
            <p:cNvSpPr/>
            <p:nvPr/>
          </p:nvSpPr>
          <p:spPr>
            <a:xfrm>
              <a:off x="6798244" y="4735519"/>
              <a:ext cx="5703" cy="4562"/>
            </a:xfrm>
            <a:custGeom>
              <a:avLst/>
              <a:gdLst>
                <a:gd name="connsiteX0" fmla="*/ 5703 w 5703"/>
                <a:gd name="connsiteY0" fmla="*/ 2281 h 4562"/>
                <a:gd name="connsiteX1" fmla="*/ 2789 w 5703"/>
                <a:gd name="connsiteY1" fmla="*/ 4563 h 4562"/>
                <a:gd name="connsiteX2" fmla="*/ 0 w 5703"/>
                <a:gd name="connsiteY2" fmla="*/ 2281 h 4562"/>
                <a:gd name="connsiteX3" fmla="*/ 2789 w 5703"/>
                <a:gd name="connsiteY3" fmla="*/ 0 h 4562"/>
                <a:gd name="connsiteX4" fmla="*/ 5703 w 5703"/>
                <a:gd name="connsiteY4" fmla="*/ 2281 h 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03" h="4562">
                  <a:moveTo>
                    <a:pt x="5703" y="2281"/>
                  </a:moveTo>
                  <a:lnTo>
                    <a:pt x="2789" y="4563"/>
                  </a:lnTo>
                  <a:lnTo>
                    <a:pt x="0" y="2281"/>
                  </a:lnTo>
                  <a:lnTo>
                    <a:pt x="2789" y="0"/>
                  </a:lnTo>
                  <a:lnTo>
                    <a:pt x="5703" y="22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A87C5073-259A-7539-C84A-91C172F95617}"/>
                </a:ext>
              </a:extLst>
            </p:cNvPr>
            <p:cNvSpPr/>
            <p:nvPr/>
          </p:nvSpPr>
          <p:spPr>
            <a:xfrm>
              <a:off x="6674043" y="4769611"/>
              <a:ext cx="6463" cy="5196"/>
            </a:xfrm>
            <a:custGeom>
              <a:avLst/>
              <a:gdLst>
                <a:gd name="connsiteX0" fmla="*/ 6464 w 6463"/>
                <a:gd name="connsiteY0" fmla="*/ 2535 h 5196"/>
                <a:gd name="connsiteX1" fmla="*/ 3295 w 6463"/>
                <a:gd name="connsiteY1" fmla="*/ 5196 h 5196"/>
                <a:gd name="connsiteX2" fmla="*/ 0 w 6463"/>
                <a:gd name="connsiteY2" fmla="*/ 2535 h 5196"/>
                <a:gd name="connsiteX3" fmla="*/ 3295 w 6463"/>
                <a:gd name="connsiteY3" fmla="*/ 0 h 5196"/>
                <a:gd name="connsiteX4" fmla="*/ 6464 w 6463"/>
                <a:gd name="connsiteY4" fmla="*/ 2535 h 5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196">
                  <a:moveTo>
                    <a:pt x="6464" y="2535"/>
                  </a:moveTo>
                  <a:lnTo>
                    <a:pt x="3295" y="5196"/>
                  </a:lnTo>
                  <a:lnTo>
                    <a:pt x="0" y="2535"/>
                  </a:lnTo>
                  <a:lnTo>
                    <a:pt x="3295" y="0"/>
                  </a:lnTo>
                  <a:lnTo>
                    <a:pt x="6464" y="253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9A11F578-2584-5BA1-4716-891ACD159732}"/>
                </a:ext>
              </a:extLst>
            </p:cNvPr>
            <p:cNvSpPr/>
            <p:nvPr/>
          </p:nvSpPr>
          <p:spPr>
            <a:xfrm>
              <a:off x="6547054" y="4796226"/>
              <a:ext cx="7223" cy="5702"/>
            </a:xfrm>
            <a:custGeom>
              <a:avLst/>
              <a:gdLst>
                <a:gd name="connsiteX0" fmla="*/ 7223 w 7223"/>
                <a:gd name="connsiteY0" fmla="*/ 2915 h 5702"/>
                <a:gd name="connsiteX1" fmla="*/ 3675 w 7223"/>
                <a:gd name="connsiteY1" fmla="*/ 5703 h 5702"/>
                <a:gd name="connsiteX2" fmla="*/ 0 w 7223"/>
                <a:gd name="connsiteY2" fmla="*/ 2915 h 5702"/>
                <a:gd name="connsiteX3" fmla="*/ 3675 w 7223"/>
                <a:gd name="connsiteY3" fmla="*/ 0 h 5702"/>
                <a:gd name="connsiteX4" fmla="*/ 7223 w 7223"/>
                <a:gd name="connsiteY4" fmla="*/ 2915 h 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23" h="5702">
                  <a:moveTo>
                    <a:pt x="7223" y="2915"/>
                  </a:moveTo>
                  <a:lnTo>
                    <a:pt x="3675" y="5703"/>
                  </a:lnTo>
                  <a:lnTo>
                    <a:pt x="0" y="2915"/>
                  </a:lnTo>
                  <a:lnTo>
                    <a:pt x="3675" y="0"/>
                  </a:lnTo>
                  <a:lnTo>
                    <a:pt x="7223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5152B80D-0897-7391-8A89-8723997B6E5A}"/>
                </a:ext>
              </a:extLst>
            </p:cNvPr>
            <p:cNvSpPr/>
            <p:nvPr/>
          </p:nvSpPr>
          <p:spPr>
            <a:xfrm>
              <a:off x="6417530" y="4814982"/>
              <a:ext cx="8617" cy="6843"/>
            </a:xfrm>
            <a:custGeom>
              <a:avLst/>
              <a:gdLst>
                <a:gd name="connsiteX0" fmla="*/ 8618 w 8617"/>
                <a:gd name="connsiteY0" fmla="*/ 3422 h 6843"/>
                <a:gd name="connsiteX1" fmla="*/ 4309 w 8617"/>
                <a:gd name="connsiteY1" fmla="*/ 6844 h 6843"/>
                <a:gd name="connsiteX2" fmla="*/ 0 w 8617"/>
                <a:gd name="connsiteY2" fmla="*/ 3422 h 6843"/>
                <a:gd name="connsiteX3" fmla="*/ 4309 w 8617"/>
                <a:gd name="connsiteY3" fmla="*/ 0 h 6843"/>
                <a:gd name="connsiteX4" fmla="*/ 8618 w 8617"/>
                <a:gd name="connsiteY4" fmla="*/ 3422 h 6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7" h="6843">
                  <a:moveTo>
                    <a:pt x="8618" y="3422"/>
                  </a:moveTo>
                  <a:lnTo>
                    <a:pt x="4309" y="6844"/>
                  </a:lnTo>
                  <a:lnTo>
                    <a:pt x="0" y="3422"/>
                  </a:lnTo>
                  <a:lnTo>
                    <a:pt x="4309" y="0"/>
                  </a:lnTo>
                  <a:lnTo>
                    <a:pt x="8618" y="342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88B85D77-C568-5DC5-1CFF-1E6D51A45F86}"/>
                </a:ext>
              </a:extLst>
            </p:cNvPr>
            <p:cNvSpPr/>
            <p:nvPr/>
          </p:nvSpPr>
          <p:spPr>
            <a:xfrm>
              <a:off x="6286865" y="4826262"/>
              <a:ext cx="9505" cy="7477"/>
            </a:xfrm>
            <a:custGeom>
              <a:avLst/>
              <a:gdLst>
                <a:gd name="connsiteX0" fmla="*/ 9505 w 9505"/>
                <a:gd name="connsiteY0" fmla="*/ 3802 h 7477"/>
                <a:gd name="connsiteX1" fmla="*/ 4816 w 9505"/>
                <a:gd name="connsiteY1" fmla="*/ 7477 h 7477"/>
                <a:gd name="connsiteX2" fmla="*/ 0 w 9505"/>
                <a:gd name="connsiteY2" fmla="*/ 3802 h 7477"/>
                <a:gd name="connsiteX3" fmla="*/ 4816 w 9505"/>
                <a:gd name="connsiteY3" fmla="*/ 0 h 7477"/>
                <a:gd name="connsiteX4" fmla="*/ 9505 w 9505"/>
                <a:gd name="connsiteY4" fmla="*/ 3802 h 7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05" h="7477">
                  <a:moveTo>
                    <a:pt x="9505" y="3802"/>
                  </a:moveTo>
                  <a:lnTo>
                    <a:pt x="4816" y="7477"/>
                  </a:lnTo>
                  <a:lnTo>
                    <a:pt x="0" y="3802"/>
                  </a:lnTo>
                  <a:lnTo>
                    <a:pt x="4816" y="0"/>
                  </a:lnTo>
                  <a:lnTo>
                    <a:pt x="9505" y="380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3ED74CDA-99B5-5B14-BD0F-B004771E2958}"/>
                </a:ext>
              </a:extLst>
            </p:cNvPr>
            <p:cNvSpPr/>
            <p:nvPr/>
          </p:nvSpPr>
          <p:spPr>
            <a:xfrm>
              <a:off x="6155567" y="4829937"/>
              <a:ext cx="10138" cy="8110"/>
            </a:xfrm>
            <a:custGeom>
              <a:avLst/>
              <a:gdLst>
                <a:gd name="connsiteX0" fmla="*/ 10139 w 10138"/>
                <a:gd name="connsiteY0" fmla="*/ 4055 h 8110"/>
                <a:gd name="connsiteX1" fmla="*/ 5069 w 10138"/>
                <a:gd name="connsiteY1" fmla="*/ 8111 h 8110"/>
                <a:gd name="connsiteX2" fmla="*/ 0 w 10138"/>
                <a:gd name="connsiteY2" fmla="*/ 4055 h 8110"/>
                <a:gd name="connsiteX3" fmla="*/ 5069 w 10138"/>
                <a:gd name="connsiteY3" fmla="*/ 0 h 8110"/>
                <a:gd name="connsiteX4" fmla="*/ 10139 w 10138"/>
                <a:gd name="connsiteY4" fmla="*/ 4055 h 8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38" h="8110">
                  <a:moveTo>
                    <a:pt x="10139" y="4055"/>
                  </a:moveTo>
                  <a:lnTo>
                    <a:pt x="5069" y="8111"/>
                  </a:lnTo>
                  <a:lnTo>
                    <a:pt x="0" y="4055"/>
                  </a:lnTo>
                  <a:lnTo>
                    <a:pt x="5069" y="0"/>
                  </a:lnTo>
                  <a:lnTo>
                    <a:pt x="10139" y="405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0CE2C891-F737-DB08-4BB8-0094BF84C6D7}"/>
                </a:ext>
              </a:extLst>
            </p:cNvPr>
            <p:cNvSpPr/>
            <p:nvPr/>
          </p:nvSpPr>
          <p:spPr>
            <a:xfrm>
              <a:off x="6024141" y="4825755"/>
              <a:ext cx="11026" cy="8618"/>
            </a:xfrm>
            <a:custGeom>
              <a:avLst/>
              <a:gdLst>
                <a:gd name="connsiteX0" fmla="*/ 11026 w 11026"/>
                <a:gd name="connsiteY0" fmla="*/ 4309 h 8618"/>
                <a:gd name="connsiteX1" fmla="*/ 5450 w 11026"/>
                <a:gd name="connsiteY1" fmla="*/ 8618 h 8618"/>
                <a:gd name="connsiteX2" fmla="*/ 0 w 11026"/>
                <a:gd name="connsiteY2" fmla="*/ 4309 h 8618"/>
                <a:gd name="connsiteX3" fmla="*/ 5450 w 11026"/>
                <a:gd name="connsiteY3" fmla="*/ 0 h 8618"/>
                <a:gd name="connsiteX4" fmla="*/ 11026 w 11026"/>
                <a:gd name="connsiteY4" fmla="*/ 4309 h 8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26" h="8618">
                  <a:moveTo>
                    <a:pt x="11026" y="4309"/>
                  </a:moveTo>
                  <a:lnTo>
                    <a:pt x="5450" y="8618"/>
                  </a:lnTo>
                  <a:lnTo>
                    <a:pt x="0" y="4309"/>
                  </a:lnTo>
                  <a:lnTo>
                    <a:pt x="5450" y="0"/>
                  </a:lnTo>
                  <a:lnTo>
                    <a:pt x="11026" y="430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8B030F4B-C0FB-AA87-E139-FB021C89CE8C}"/>
                </a:ext>
              </a:extLst>
            </p:cNvPr>
            <p:cNvSpPr/>
            <p:nvPr/>
          </p:nvSpPr>
          <p:spPr>
            <a:xfrm>
              <a:off x="5893603" y="4813842"/>
              <a:ext cx="11533" cy="9125"/>
            </a:xfrm>
            <a:custGeom>
              <a:avLst/>
              <a:gdLst>
                <a:gd name="connsiteX0" fmla="*/ 11533 w 11533"/>
                <a:gd name="connsiteY0" fmla="*/ 4563 h 9125"/>
                <a:gd name="connsiteX1" fmla="*/ 5703 w 11533"/>
                <a:gd name="connsiteY1" fmla="*/ 9125 h 9125"/>
                <a:gd name="connsiteX2" fmla="*/ 0 w 11533"/>
                <a:gd name="connsiteY2" fmla="*/ 4563 h 9125"/>
                <a:gd name="connsiteX3" fmla="*/ 5703 w 11533"/>
                <a:gd name="connsiteY3" fmla="*/ 0 h 9125"/>
                <a:gd name="connsiteX4" fmla="*/ 11533 w 11533"/>
                <a:gd name="connsiteY4" fmla="*/ 4563 h 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33" h="9125">
                  <a:moveTo>
                    <a:pt x="11533" y="4563"/>
                  </a:moveTo>
                  <a:lnTo>
                    <a:pt x="5703" y="9125"/>
                  </a:lnTo>
                  <a:lnTo>
                    <a:pt x="0" y="4563"/>
                  </a:lnTo>
                  <a:lnTo>
                    <a:pt x="5703" y="0"/>
                  </a:lnTo>
                  <a:lnTo>
                    <a:pt x="11533" y="456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2119C516-384C-C084-C5E4-560A9DC8B542}"/>
                </a:ext>
              </a:extLst>
            </p:cNvPr>
            <p:cNvSpPr/>
            <p:nvPr/>
          </p:nvSpPr>
          <p:spPr>
            <a:xfrm>
              <a:off x="5764712" y="4794451"/>
              <a:ext cx="11659" cy="9251"/>
            </a:xfrm>
            <a:custGeom>
              <a:avLst/>
              <a:gdLst>
                <a:gd name="connsiteX0" fmla="*/ 11660 w 11659"/>
                <a:gd name="connsiteY0" fmla="*/ 4689 h 9251"/>
                <a:gd name="connsiteX1" fmla="*/ 5830 w 11659"/>
                <a:gd name="connsiteY1" fmla="*/ 9252 h 9251"/>
                <a:gd name="connsiteX2" fmla="*/ 0 w 11659"/>
                <a:gd name="connsiteY2" fmla="*/ 4689 h 9251"/>
                <a:gd name="connsiteX3" fmla="*/ 5830 w 11659"/>
                <a:gd name="connsiteY3" fmla="*/ 0 h 9251"/>
                <a:gd name="connsiteX4" fmla="*/ 11660 w 11659"/>
                <a:gd name="connsiteY4" fmla="*/ 4689 h 9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59" h="9251">
                  <a:moveTo>
                    <a:pt x="11660" y="4689"/>
                  </a:moveTo>
                  <a:lnTo>
                    <a:pt x="5830" y="9252"/>
                  </a:lnTo>
                  <a:lnTo>
                    <a:pt x="0" y="4689"/>
                  </a:lnTo>
                  <a:lnTo>
                    <a:pt x="5830" y="0"/>
                  </a:lnTo>
                  <a:lnTo>
                    <a:pt x="11660" y="468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9F776910-D204-4115-17EB-4D05166DE4D9}"/>
                </a:ext>
              </a:extLst>
            </p:cNvPr>
            <p:cNvSpPr/>
            <p:nvPr/>
          </p:nvSpPr>
          <p:spPr>
            <a:xfrm>
              <a:off x="5637723" y="4767203"/>
              <a:ext cx="12420" cy="9885"/>
            </a:xfrm>
            <a:custGeom>
              <a:avLst/>
              <a:gdLst>
                <a:gd name="connsiteX0" fmla="*/ 12420 w 12420"/>
                <a:gd name="connsiteY0" fmla="*/ 4943 h 9885"/>
                <a:gd name="connsiteX1" fmla="*/ 6210 w 12420"/>
                <a:gd name="connsiteY1" fmla="*/ 9885 h 9885"/>
                <a:gd name="connsiteX2" fmla="*/ 0 w 12420"/>
                <a:gd name="connsiteY2" fmla="*/ 4943 h 9885"/>
                <a:gd name="connsiteX3" fmla="*/ 6210 w 12420"/>
                <a:gd name="connsiteY3" fmla="*/ 0 h 9885"/>
                <a:gd name="connsiteX4" fmla="*/ 12420 w 12420"/>
                <a:gd name="connsiteY4" fmla="*/ 4943 h 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20" h="9885">
                  <a:moveTo>
                    <a:pt x="12420" y="4943"/>
                  </a:moveTo>
                  <a:lnTo>
                    <a:pt x="6210" y="9885"/>
                  </a:lnTo>
                  <a:lnTo>
                    <a:pt x="0" y="4943"/>
                  </a:lnTo>
                  <a:lnTo>
                    <a:pt x="6210" y="0"/>
                  </a:lnTo>
                  <a:lnTo>
                    <a:pt x="12420" y="494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9CB0BAF8-E0B4-944D-ED67-69AAEE9BE663}"/>
                </a:ext>
              </a:extLst>
            </p:cNvPr>
            <p:cNvSpPr/>
            <p:nvPr/>
          </p:nvSpPr>
          <p:spPr>
            <a:xfrm>
              <a:off x="5513649" y="4732604"/>
              <a:ext cx="13180" cy="10519"/>
            </a:xfrm>
            <a:custGeom>
              <a:avLst/>
              <a:gdLst>
                <a:gd name="connsiteX0" fmla="*/ 13181 w 13180"/>
                <a:gd name="connsiteY0" fmla="*/ 5196 h 10519"/>
                <a:gd name="connsiteX1" fmla="*/ 6591 w 13180"/>
                <a:gd name="connsiteY1" fmla="*/ 10519 h 10519"/>
                <a:gd name="connsiteX2" fmla="*/ 0 w 13180"/>
                <a:gd name="connsiteY2" fmla="*/ 5196 h 10519"/>
                <a:gd name="connsiteX3" fmla="*/ 6591 w 13180"/>
                <a:gd name="connsiteY3" fmla="*/ 0 h 10519"/>
                <a:gd name="connsiteX4" fmla="*/ 13181 w 13180"/>
                <a:gd name="connsiteY4" fmla="*/ 5196 h 10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80" h="10519">
                  <a:moveTo>
                    <a:pt x="13181" y="5196"/>
                  </a:moveTo>
                  <a:lnTo>
                    <a:pt x="6591" y="10519"/>
                  </a:lnTo>
                  <a:lnTo>
                    <a:pt x="0" y="5196"/>
                  </a:lnTo>
                  <a:lnTo>
                    <a:pt x="6591" y="0"/>
                  </a:lnTo>
                  <a:lnTo>
                    <a:pt x="13181" y="519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A0BC2707-D4A4-73DD-25D4-ECA24858964C}"/>
                </a:ext>
              </a:extLst>
            </p:cNvPr>
            <p:cNvSpPr/>
            <p:nvPr/>
          </p:nvSpPr>
          <p:spPr>
            <a:xfrm>
              <a:off x="5393503" y="4691034"/>
              <a:ext cx="13180" cy="10392"/>
            </a:xfrm>
            <a:custGeom>
              <a:avLst/>
              <a:gdLst>
                <a:gd name="connsiteX0" fmla="*/ 13180 w 13180"/>
                <a:gd name="connsiteY0" fmla="*/ 5196 h 10392"/>
                <a:gd name="connsiteX1" fmla="*/ 6590 w 13180"/>
                <a:gd name="connsiteY1" fmla="*/ 10392 h 10392"/>
                <a:gd name="connsiteX2" fmla="*/ 0 w 13180"/>
                <a:gd name="connsiteY2" fmla="*/ 5196 h 10392"/>
                <a:gd name="connsiteX3" fmla="*/ 6590 w 13180"/>
                <a:gd name="connsiteY3" fmla="*/ 0 h 10392"/>
                <a:gd name="connsiteX4" fmla="*/ 13180 w 13180"/>
                <a:gd name="connsiteY4" fmla="*/ 5196 h 1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80" h="10392">
                  <a:moveTo>
                    <a:pt x="13180" y="5196"/>
                  </a:moveTo>
                  <a:lnTo>
                    <a:pt x="6590" y="10392"/>
                  </a:lnTo>
                  <a:lnTo>
                    <a:pt x="0" y="5196"/>
                  </a:lnTo>
                  <a:lnTo>
                    <a:pt x="6590" y="0"/>
                  </a:lnTo>
                  <a:lnTo>
                    <a:pt x="13180" y="519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25DE4A8E-8607-FAAF-A181-BA4610AFE1C5}"/>
                </a:ext>
              </a:extLst>
            </p:cNvPr>
            <p:cNvSpPr/>
            <p:nvPr/>
          </p:nvSpPr>
          <p:spPr>
            <a:xfrm>
              <a:off x="5277286" y="4642241"/>
              <a:ext cx="13687" cy="10899"/>
            </a:xfrm>
            <a:custGeom>
              <a:avLst/>
              <a:gdLst>
                <a:gd name="connsiteX0" fmla="*/ 13688 w 13687"/>
                <a:gd name="connsiteY0" fmla="*/ 5450 h 10899"/>
                <a:gd name="connsiteX1" fmla="*/ 6844 w 13687"/>
                <a:gd name="connsiteY1" fmla="*/ 10899 h 10899"/>
                <a:gd name="connsiteX2" fmla="*/ 0 w 13687"/>
                <a:gd name="connsiteY2" fmla="*/ 5450 h 10899"/>
                <a:gd name="connsiteX3" fmla="*/ 6844 w 13687"/>
                <a:gd name="connsiteY3" fmla="*/ 0 h 10899"/>
                <a:gd name="connsiteX4" fmla="*/ 13688 w 13687"/>
                <a:gd name="connsiteY4" fmla="*/ 5450 h 10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87" h="10899">
                  <a:moveTo>
                    <a:pt x="13688" y="5450"/>
                  </a:moveTo>
                  <a:cubicBezTo>
                    <a:pt x="13688" y="8491"/>
                    <a:pt x="10646" y="10899"/>
                    <a:pt x="6844" y="10899"/>
                  </a:cubicBezTo>
                  <a:cubicBezTo>
                    <a:pt x="3042" y="10899"/>
                    <a:pt x="0" y="8491"/>
                    <a:pt x="0" y="5450"/>
                  </a:cubicBezTo>
                  <a:cubicBezTo>
                    <a:pt x="0" y="2408"/>
                    <a:pt x="3042" y="0"/>
                    <a:pt x="6844" y="0"/>
                  </a:cubicBezTo>
                  <a:cubicBezTo>
                    <a:pt x="10646" y="0"/>
                    <a:pt x="13688" y="2408"/>
                    <a:pt x="13688" y="545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C0E24DFB-9E9F-C03D-FA65-1124FF2E5311}"/>
                </a:ext>
              </a:extLst>
            </p:cNvPr>
            <p:cNvSpPr/>
            <p:nvPr/>
          </p:nvSpPr>
          <p:spPr>
            <a:xfrm>
              <a:off x="5166392" y="4586857"/>
              <a:ext cx="13687" cy="10899"/>
            </a:xfrm>
            <a:custGeom>
              <a:avLst/>
              <a:gdLst>
                <a:gd name="connsiteX0" fmla="*/ 13688 w 13687"/>
                <a:gd name="connsiteY0" fmla="*/ 5450 h 10899"/>
                <a:gd name="connsiteX1" fmla="*/ 6844 w 13687"/>
                <a:gd name="connsiteY1" fmla="*/ 10899 h 10899"/>
                <a:gd name="connsiteX2" fmla="*/ 0 w 13687"/>
                <a:gd name="connsiteY2" fmla="*/ 5450 h 10899"/>
                <a:gd name="connsiteX3" fmla="*/ 6844 w 13687"/>
                <a:gd name="connsiteY3" fmla="*/ 0 h 10899"/>
                <a:gd name="connsiteX4" fmla="*/ 13688 w 13687"/>
                <a:gd name="connsiteY4" fmla="*/ 5450 h 10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87" h="10899">
                  <a:moveTo>
                    <a:pt x="13688" y="5450"/>
                  </a:moveTo>
                  <a:cubicBezTo>
                    <a:pt x="13688" y="8491"/>
                    <a:pt x="10519" y="10899"/>
                    <a:pt x="6844" y="10899"/>
                  </a:cubicBezTo>
                  <a:cubicBezTo>
                    <a:pt x="3168" y="10899"/>
                    <a:pt x="0" y="8491"/>
                    <a:pt x="0" y="5450"/>
                  </a:cubicBezTo>
                  <a:cubicBezTo>
                    <a:pt x="0" y="2408"/>
                    <a:pt x="3042" y="0"/>
                    <a:pt x="6844" y="0"/>
                  </a:cubicBezTo>
                  <a:cubicBezTo>
                    <a:pt x="10646" y="0"/>
                    <a:pt x="13688" y="2408"/>
                    <a:pt x="13688" y="545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D2992355-2482-A09E-8861-77B9EA03D0E5}"/>
                </a:ext>
              </a:extLst>
            </p:cNvPr>
            <p:cNvSpPr/>
            <p:nvPr/>
          </p:nvSpPr>
          <p:spPr>
            <a:xfrm>
              <a:off x="5060567" y="4524757"/>
              <a:ext cx="14448" cy="11533"/>
            </a:xfrm>
            <a:custGeom>
              <a:avLst/>
              <a:gdLst>
                <a:gd name="connsiteX0" fmla="*/ 14448 w 14448"/>
                <a:gd name="connsiteY0" fmla="*/ 5830 h 11533"/>
                <a:gd name="connsiteX1" fmla="*/ 7224 w 14448"/>
                <a:gd name="connsiteY1" fmla="*/ 11533 h 11533"/>
                <a:gd name="connsiteX2" fmla="*/ 0 w 14448"/>
                <a:gd name="connsiteY2" fmla="*/ 5830 h 11533"/>
                <a:gd name="connsiteX3" fmla="*/ 7224 w 14448"/>
                <a:gd name="connsiteY3" fmla="*/ 0 h 11533"/>
                <a:gd name="connsiteX4" fmla="*/ 14448 w 14448"/>
                <a:gd name="connsiteY4" fmla="*/ 5830 h 11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48" h="11533">
                  <a:moveTo>
                    <a:pt x="14448" y="5830"/>
                  </a:moveTo>
                  <a:cubicBezTo>
                    <a:pt x="14448" y="8999"/>
                    <a:pt x="11153" y="11533"/>
                    <a:pt x="7224" y="11533"/>
                  </a:cubicBezTo>
                  <a:cubicBezTo>
                    <a:pt x="3295" y="11533"/>
                    <a:pt x="0" y="8999"/>
                    <a:pt x="0" y="5830"/>
                  </a:cubicBezTo>
                  <a:cubicBezTo>
                    <a:pt x="0" y="2662"/>
                    <a:pt x="3295" y="0"/>
                    <a:pt x="7224" y="0"/>
                  </a:cubicBezTo>
                  <a:cubicBezTo>
                    <a:pt x="11153" y="0"/>
                    <a:pt x="14448" y="2535"/>
                    <a:pt x="14448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983FB80E-2FB9-2054-9B5A-8FA616C7B607}"/>
                </a:ext>
              </a:extLst>
            </p:cNvPr>
            <p:cNvSpPr/>
            <p:nvPr/>
          </p:nvSpPr>
          <p:spPr>
            <a:xfrm>
              <a:off x="4961080" y="4456953"/>
              <a:ext cx="14447" cy="11659"/>
            </a:xfrm>
            <a:custGeom>
              <a:avLst/>
              <a:gdLst>
                <a:gd name="connsiteX0" fmla="*/ 14448 w 14447"/>
                <a:gd name="connsiteY0" fmla="*/ 5830 h 11659"/>
                <a:gd name="connsiteX1" fmla="*/ 7224 w 14447"/>
                <a:gd name="connsiteY1" fmla="*/ 11660 h 11659"/>
                <a:gd name="connsiteX2" fmla="*/ 0 w 14447"/>
                <a:gd name="connsiteY2" fmla="*/ 5830 h 11659"/>
                <a:gd name="connsiteX3" fmla="*/ 7224 w 14447"/>
                <a:gd name="connsiteY3" fmla="*/ 0 h 11659"/>
                <a:gd name="connsiteX4" fmla="*/ 14448 w 14447"/>
                <a:gd name="connsiteY4" fmla="*/ 5830 h 11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47" h="11659">
                  <a:moveTo>
                    <a:pt x="14448" y="5830"/>
                  </a:moveTo>
                  <a:cubicBezTo>
                    <a:pt x="14448" y="8999"/>
                    <a:pt x="11152" y="11660"/>
                    <a:pt x="7224" y="11660"/>
                  </a:cubicBezTo>
                  <a:cubicBezTo>
                    <a:pt x="3295" y="11660"/>
                    <a:pt x="0" y="9125"/>
                    <a:pt x="0" y="5830"/>
                  </a:cubicBezTo>
                  <a:cubicBezTo>
                    <a:pt x="0" y="2535"/>
                    <a:pt x="3295" y="0"/>
                    <a:pt x="7224" y="0"/>
                  </a:cubicBezTo>
                  <a:cubicBezTo>
                    <a:pt x="11152" y="0"/>
                    <a:pt x="14448" y="2535"/>
                    <a:pt x="14448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3DB62DF2-96D3-6D5A-EFC0-BC0240F6E548}"/>
                </a:ext>
              </a:extLst>
            </p:cNvPr>
            <p:cNvSpPr/>
            <p:nvPr/>
          </p:nvSpPr>
          <p:spPr>
            <a:xfrm>
              <a:off x="4868816" y="4383827"/>
              <a:ext cx="13687" cy="10899"/>
            </a:xfrm>
            <a:custGeom>
              <a:avLst/>
              <a:gdLst>
                <a:gd name="connsiteX0" fmla="*/ 13687 w 13687"/>
                <a:gd name="connsiteY0" fmla="*/ 5450 h 10899"/>
                <a:gd name="connsiteX1" fmla="*/ 6843 w 13687"/>
                <a:gd name="connsiteY1" fmla="*/ 10899 h 10899"/>
                <a:gd name="connsiteX2" fmla="*/ 0 w 13687"/>
                <a:gd name="connsiteY2" fmla="*/ 5450 h 10899"/>
                <a:gd name="connsiteX3" fmla="*/ 6843 w 13687"/>
                <a:gd name="connsiteY3" fmla="*/ 0 h 10899"/>
                <a:gd name="connsiteX4" fmla="*/ 13687 w 13687"/>
                <a:gd name="connsiteY4" fmla="*/ 5450 h 10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87" h="10899">
                  <a:moveTo>
                    <a:pt x="13687" y="5450"/>
                  </a:moveTo>
                  <a:cubicBezTo>
                    <a:pt x="13687" y="8491"/>
                    <a:pt x="10646" y="10899"/>
                    <a:pt x="6843" y="10899"/>
                  </a:cubicBezTo>
                  <a:cubicBezTo>
                    <a:pt x="3042" y="10899"/>
                    <a:pt x="0" y="8491"/>
                    <a:pt x="0" y="5450"/>
                  </a:cubicBezTo>
                  <a:cubicBezTo>
                    <a:pt x="0" y="2408"/>
                    <a:pt x="3168" y="0"/>
                    <a:pt x="6843" y="0"/>
                  </a:cubicBezTo>
                  <a:cubicBezTo>
                    <a:pt x="10519" y="0"/>
                    <a:pt x="13687" y="2408"/>
                    <a:pt x="13687" y="545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9BDF683B-D3EC-550A-DE15-92639E634193}"/>
                </a:ext>
              </a:extLst>
            </p:cNvPr>
            <p:cNvSpPr/>
            <p:nvPr/>
          </p:nvSpPr>
          <p:spPr>
            <a:xfrm>
              <a:off x="4783396" y="4304997"/>
              <a:ext cx="13687" cy="10899"/>
            </a:xfrm>
            <a:custGeom>
              <a:avLst/>
              <a:gdLst>
                <a:gd name="connsiteX0" fmla="*/ 13688 w 13687"/>
                <a:gd name="connsiteY0" fmla="*/ 5450 h 10899"/>
                <a:gd name="connsiteX1" fmla="*/ 6844 w 13687"/>
                <a:gd name="connsiteY1" fmla="*/ 10899 h 10899"/>
                <a:gd name="connsiteX2" fmla="*/ 0 w 13687"/>
                <a:gd name="connsiteY2" fmla="*/ 5450 h 10899"/>
                <a:gd name="connsiteX3" fmla="*/ 6844 w 13687"/>
                <a:gd name="connsiteY3" fmla="*/ 0 h 10899"/>
                <a:gd name="connsiteX4" fmla="*/ 13688 w 13687"/>
                <a:gd name="connsiteY4" fmla="*/ 5450 h 10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87" h="10899">
                  <a:moveTo>
                    <a:pt x="13688" y="5450"/>
                  </a:moveTo>
                  <a:cubicBezTo>
                    <a:pt x="13688" y="8491"/>
                    <a:pt x="10519" y="10899"/>
                    <a:pt x="6844" y="10899"/>
                  </a:cubicBezTo>
                  <a:cubicBezTo>
                    <a:pt x="3168" y="10899"/>
                    <a:pt x="0" y="8491"/>
                    <a:pt x="0" y="5450"/>
                  </a:cubicBezTo>
                  <a:cubicBezTo>
                    <a:pt x="0" y="2408"/>
                    <a:pt x="3042" y="0"/>
                    <a:pt x="6844" y="0"/>
                  </a:cubicBezTo>
                  <a:cubicBezTo>
                    <a:pt x="10646" y="0"/>
                    <a:pt x="13688" y="2408"/>
                    <a:pt x="13688" y="545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BFA8C67F-8E63-78CD-A8A8-238131FA3FA8}"/>
                </a:ext>
              </a:extLst>
            </p:cNvPr>
            <p:cNvSpPr/>
            <p:nvPr/>
          </p:nvSpPr>
          <p:spPr>
            <a:xfrm>
              <a:off x="4705200" y="4220971"/>
              <a:ext cx="14447" cy="11659"/>
            </a:xfrm>
            <a:custGeom>
              <a:avLst/>
              <a:gdLst>
                <a:gd name="connsiteX0" fmla="*/ 14448 w 14447"/>
                <a:gd name="connsiteY0" fmla="*/ 5830 h 11659"/>
                <a:gd name="connsiteX1" fmla="*/ 7224 w 14447"/>
                <a:gd name="connsiteY1" fmla="*/ 11660 h 11659"/>
                <a:gd name="connsiteX2" fmla="*/ 0 w 14447"/>
                <a:gd name="connsiteY2" fmla="*/ 5830 h 11659"/>
                <a:gd name="connsiteX3" fmla="*/ 7224 w 14447"/>
                <a:gd name="connsiteY3" fmla="*/ 0 h 11659"/>
                <a:gd name="connsiteX4" fmla="*/ 14448 w 14447"/>
                <a:gd name="connsiteY4" fmla="*/ 5830 h 11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47" h="11659">
                  <a:moveTo>
                    <a:pt x="14448" y="5830"/>
                  </a:moveTo>
                  <a:cubicBezTo>
                    <a:pt x="14448" y="8999"/>
                    <a:pt x="11153" y="11660"/>
                    <a:pt x="7224" y="11660"/>
                  </a:cubicBezTo>
                  <a:cubicBezTo>
                    <a:pt x="3295" y="11660"/>
                    <a:pt x="0" y="9125"/>
                    <a:pt x="0" y="5830"/>
                  </a:cubicBezTo>
                  <a:cubicBezTo>
                    <a:pt x="0" y="2535"/>
                    <a:pt x="3295" y="0"/>
                    <a:pt x="7224" y="0"/>
                  </a:cubicBezTo>
                  <a:cubicBezTo>
                    <a:pt x="11153" y="0"/>
                    <a:pt x="14448" y="2535"/>
                    <a:pt x="14448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7EBD989B-7CC2-0152-4995-C3398BA54ED9}"/>
                </a:ext>
              </a:extLst>
            </p:cNvPr>
            <p:cNvSpPr/>
            <p:nvPr/>
          </p:nvSpPr>
          <p:spPr>
            <a:xfrm>
              <a:off x="4635749" y="4133270"/>
              <a:ext cx="13687" cy="10899"/>
            </a:xfrm>
            <a:custGeom>
              <a:avLst/>
              <a:gdLst>
                <a:gd name="connsiteX0" fmla="*/ 13687 w 13687"/>
                <a:gd name="connsiteY0" fmla="*/ 5450 h 10899"/>
                <a:gd name="connsiteX1" fmla="*/ 6844 w 13687"/>
                <a:gd name="connsiteY1" fmla="*/ 10899 h 10899"/>
                <a:gd name="connsiteX2" fmla="*/ 0 w 13687"/>
                <a:gd name="connsiteY2" fmla="*/ 5450 h 10899"/>
                <a:gd name="connsiteX3" fmla="*/ 6844 w 13687"/>
                <a:gd name="connsiteY3" fmla="*/ 0 h 10899"/>
                <a:gd name="connsiteX4" fmla="*/ 13687 w 13687"/>
                <a:gd name="connsiteY4" fmla="*/ 5450 h 10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87" h="10899">
                  <a:moveTo>
                    <a:pt x="13687" y="5450"/>
                  </a:moveTo>
                  <a:cubicBezTo>
                    <a:pt x="13687" y="8491"/>
                    <a:pt x="10646" y="10899"/>
                    <a:pt x="6844" y="10899"/>
                  </a:cubicBezTo>
                  <a:cubicBezTo>
                    <a:pt x="3042" y="10899"/>
                    <a:pt x="0" y="8491"/>
                    <a:pt x="0" y="5450"/>
                  </a:cubicBezTo>
                  <a:cubicBezTo>
                    <a:pt x="0" y="2408"/>
                    <a:pt x="3042" y="0"/>
                    <a:pt x="6844" y="0"/>
                  </a:cubicBezTo>
                  <a:cubicBezTo>
                    <a:pt x="10646" y="0"/>
                    <a:pt x="13687" y="2408"/>
                    <a:pt x="13687" y="545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D242F0CE-2570-0646-2622-01EE559A8A34}"/>
                </a:ext>
              </a:extLst>
            </p:cNvPr>
            <p:cNvSpPr/>
            <p:nvPr/>
          </p:nvSpPr>
          <p:spPr>
            <a:xfrm>
              <a:off x="4574535" y="4041386"/>
              <a:ext cx="13687" cy="10899"/>
            </a:xfrm>
            <a:custGeom>
              <a:avLst/>
              <a:gdLst>
                <a:gd name="connsiteX0" fmla="*/ 13687 w 13687"/>
                <a:gd name="connsiteY0" fmla="*/ 5450 h 10899"/>
                <a:gd name="connsiteX1" fmla="*/ 6843 w 13687"/>
                <a:gd name="connsiteY1" fmla="*/ 10899 h 10899"/>
                <a:gd name="connsiteX2" fmla="*/ 0 w 13687"/>
                <a:gd name="connsiteY2" fmla="*/ 5450 h 10899"/>
                <a:gd name="connsiteX3" fmla="*/ 6843 w 13687"/>
                <a:gd name="connsiteY3" fmla="*/ 0 h 10899"/>
                <a:gd name="connsiteX4" fmla="*/ 13687 w 13687"/>
                <a:gd name="connsiteY4" fmla="*/ 5450 h 10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87" h="10899">
                  <a:moveTo>
                    <a:pt x="13687" y="5450"/>
                  </a:moveTo>
                  <a:cubicBezTo>
                    <a:pt x="13687" y="8491"/>
                    <a:pt x="10646" y="10899"/>
                    <a:pt x="6843" y="10899"/>
                  </a:cubicBezTo>
                  <a:cubicBezTo>
                    <a:pt x="3042" y="10899"/>
                    <a:pt x="0" y="8491"/>
                    <a:pt x="0" y="5450"/>
                  </a:cubicBezTo>
                  <a:cubicBezTo>
                    <a:pt x="0" y="2408"/>
                    <a:pt x="3042" y="0"/>
                    <a:pt x="6843" y="0"/>
                  </a:cubicBezTo>
                  <a:cubicBezTo>
                    <a:pt x="10646" y="0"/>
                    <a:pt x="13687" y="2408"/>
                    <a:pt x="13687" y="545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CEA9E113-099D-172E-44CC-40990CBB2D91}"/>
                </a:ext>
              </a:extLst>
            </p:cNvPr>
            <p:cNvSpPr/>
            <p:nvPr/>
          </p:nvSpPr>
          <p:spPr>
            <a:xfrm>
              <a:off x="4522320" y="3946334"/>
              <a:ext cx="13180" cy="10518"/>
            </a:xfrm>
            <a:custGeom>
              <a:avLst/>
              <a:gdLst>
                <a:gd name="connsiteX0" fmla="*/ 13181 w 13180"/>
                <a:gd name="connsiteY0" fmla="*/ 5196 h 10518"/>
                <a:gd name="connsiteX1" fmla="*/ 6591 w 13180"/>
                <a:gd name="connsiteY1" fmla="*/ 10519 h 10518"/>
                <a:gd name="connsiteX2" fmla="*/ 0 w 13180"/>
                <a:gd name="connsiteY2" fmla="*/ 5196 h 10518"/>
                <a:gd name="connsiteX3" fmla="*/ 6591 w 13180"/>
                <a:gd name="connsiteY3" fmla="*/ 0 h 10518"/>
                <a:gd name="connsiteX4" fmla="*/ 13181 w 13180"/>
                <a:gd name="connsiteY4" fmla="*/ 5196 h 10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80" h="10518">
                  <a:moveTo>
                    <a:pt x="13181" y="5196"/>
                  </a:moveTo>
                  <a:lnTo>
                    <a:pt x="6591" y="10519"/>
                  </a:lnTo>
                  <a:lnTo>
                    <a:pt x="0" y="5196"/>
                  </a:lnTo>
                  <a:lnTo>
                    <a:pt x="6591" y="0"/>
                  </a:lnTo>
                  <a:lnTo>
                    <a:pt x="13181" y="519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1F0DBC8E-B02B-1E8D-AFEC-B7EF0065F092}"/>
                </a:ext>
              </a:extLst>
            </p:cNvPr>
            <p:cNvSpPr/>
            <p:nvPr/>
          </p:nvSpPr>
          <p:spPr>
            <a:xfrm>
              <a:off x="4479357" y="3848494"/>
              <a:ext cx="12420" cy="9885"/>
            </a:xfrm>
            <a:custGeom>
              <a:avLst/>
              <a:gdLst>
                <a:gd name="connsiteX0" fmla="*/ 12420 w 12420"/>
                <a:gd name="connsiteY0" fmla="*/ 4943 h 9885"/>
                <a:gd name="connsiteX1" fmla="*/ 6210 w 12420"/>
                <a:gd name="connsiteY1" fmla="*/ 9885 h 9885"/>
                <a:gd name="connsiteX2" fmla="*/ 0 w 12420"/>
                <a:gd name="connsiteY2" fmla="*/ 4943 h 9885"/>
                <a:gd name="connsiteX3" fmla="*/ 6210 w 12420"/>
                <a:gd name="connsiteY3" fmla="*/ 0 h 9885"/>
                <a:gd name="connsiteX4" fmla="*/ 12420 w 12420"/>
                <a:gd name="connsiteY4" fmla="*/ 4943 h 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20" h="9885">
                  <a:moveTo>
                    <a:pt x="12420" y="4943"/>
                  </a:moveTo>
                  <a:lnTo>
                    <a:pt x="6210" y="9885"/>
                  </a:lnTo>
                  <a:lnTo>
                    <a:pt x="0" y="4943"/>
                  </a:lnTo>
                  <a:lnTo>
                    <a:pt x="6210" y="0"/>
                  </a:lnTo>
                  <a:lnTo>
                    <a:pt x="12420" y="494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6B772A59-D216-EE88-84EE-84A0C2053DFC}"/>
                </a:ext>
              </a:extLst>
            </p:cNvPr>
            <p:cNvSpPr/>
            <p:nvPr/>
          </p:nvSpPr>
          <p:spPr>
            <a:xfrm>
              <a:off x="4445518" y="3748119"/>
              <a:ext cx="12420" cy="9758"/>
            </a:xfrm>
            <a:custGeom>
              <a:avLst/>
              <a:gdLst>
                <a:gd name="connsiteX0" fmla="*/ 12420 w 12420"/>
                <a:gd name="connsiteY0" fmla="*/ 4816 h 9758"/>
                <a:gd name="connsiteX1" fmla="*/ 6083 w 12420"/>
                <a:gd name="connsiteY1" fmla="*/ 9759 h 9758"/>
                <a:gd name="connsiteX2" fmla="*/ 0 w 12420"/>
                <a:gd name="connsiteY2" fmla="*/ 4816 h 9758"/>
                <a:gd name="connsiteX3" fmla="*/ 6083 w 12420"/>
                <a:gd name="connsiteY3" fmla="*/ 0 h 9758"/>
                <a:gd name="connsiteX4" fmla="*/ 12420 w 12420"/>
                <a:gd name="connsiteY4" fmla="*/ 4816 h 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20" h="9758">
                  <a:moveTo>
                    <a:pt x="12420" y="4816"/>
                  </a:moveTo>
                  <a:lnTo>
                    <a:pt x="6083" y="9759"/>
                  </a:lnTo>
                  <a:lnTo>
                    <a:pt x="0" y="4816"/>
                  </a:lnTo>
                  <a:lnTo>
                    <a:pt x="6083" y="0"/>
                  </a:lnTo>
                  <a:lnTo>
                    <a:pt x="12420" y="481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85E49A07-DE41-B594-21A7-E3D1D88F213F}"/>
                </a:ext>
              </a:extLst>
            </p:cNvPr>
            <p:cNvSpPr/>
            <p:nvPr/>
          </p:nvSpPr>
          <p:spPr>
            <a:xfrm>
              <a:off x="4421565" y="3646224"/>
              <a:ext cx="11533" cy="9251"/>
            </a:xfrm>
            <a:custGeom>
              <a:avLst/>
              <a:gdLst>
                <a:gd name="connsiteX0" fmla="*/ 11533 w 11533"/>
                <a:gd name="connsiteY0" fmla="*/ 4562 h 9251"/>
                <a:gd name="connsiteX1" fmla="*/ 5703 w 11533"/>
                <a:gd name="connsiteY1" fmla="*/ 9251 h 9251"/>
                <a:gd name="connsiteX2" fmla="*/ 0 w 11533"/>
                <a:gd name="connsiteY2" fmla="*/ 4562 h 9251"/>
                <a:gd name="connsiteX3" fmla="*/ 5703 w 11533"/>
                <a:gd name="connsiteY3" fmla="*/ 0 h 9251"/>
                <a:gd name="connsiteX4" fmla="*/ 11533 w 11533"/>
                <a:gd name="connsiteY4" fmla="*/ 4562 h 9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33" h="9251">
                  <a:moveTo>
                    <a:pt x="11533" y="4562"/>
                  </a:moveTo>
                  <a:lnTo>
                    <a:pt x="5703" y="9251"/>
                  </a:lnTo>
                  <a:lnTo>
                    <a:pt x="0" y="4562"/>
                  </a:lnTo>
                  <a:lnTo>
                    <a:pt x="5703" y="0"/>
                  </a:lnTo>
                  <a:lnTo>
                    <a:pt x="11533" y="456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60224CC9-882D-1AC7-2D1F-57EA7B610AC1}"/>
                </a:ext>
              </a:extLst>
            </p:cNvPr>
            <p:cNvSpPr/>
            <p:nvPr/>
          </p:nvSpPr>
          <p:spPr>
            <a:xfrm>
              <a:off x="4407117" y="3543187"/>
              <a:ext cx="11025" cy="8744"/>
            </a:xfrm>
            <a:custGeom>
              <a:avLst/>
              <a:gdLst>
                <a:gd name="connsiteX0" fmla="*/ 11026 w 11025"/>
                <a:gd name="connsiteY0" fmla="*/ 4309 h 8744"/>
                <a:gd name="connsiteX1" fmla="*/ 5576 w 11025"/>
                <a:gd name="connsiteY1" fmla="*/ 8745 h 8744"/>
                <a:gd name="connsiteX2" fmla="*/ 0 w 11025"/>
                <a:gd name="connsiteY2" fmla="*/ 4309 h 8744"/>
                <a:gd name="connsiteX3" fmla="*/ 5576 w 11025"/>
                <a:gd name="connsiteY3" fmla="*/ 0 h 8744"/>
                <a:gd name="connsiteX4" fmla="*/ 11026 w 11025"/>
                <a:gd name="connsiteY4" fmla="*/ 4309 h 8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25" h="8744">
                  <a:moveTo>
                    <a:pt x="11026" y="4309"/>
                  </a:moveTo>
                  <a:lnTo>
                    <a:pt x="5576" y="8745"/>
                  </a:lnTo>
                  <a:lnTo>
                    <a:pt x="0" y="4309"/>
                  </a:lnTo>
                  <a:lnTo>
                    <a:pt x="5576" y="0"/>
                  </a:lnTo>
                  <a:lnTo>
                    <a:pt x="11026" y="430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86FD5BAA-8E28-8EE8-7781-6C6A147A0789}"/>
                </a:ext>
              </a:extLst>
            </p:cNvPr>
            <p:cNvSpPr/>
            <p:nvPr/>
          </p:nvSpPr>
          <p:spPr>
            <a:xfrm>
              <a:off x="4402681" y="3439644"/>
              <a:ext cx="10138" cy="7984"/>
            </a:xfrm>
            <a:custGeom>
              <a:avLst/>
              <a:gdLst>
                <a:gd name="connsiteX0" fmla="*/ 10139 w 10138"/>
                <a:gd name="connsiteY0" fmla="*/ 3929 h 7984"/>
                <a:gd name="connsiteX1" fmla="*/ 5069 w 10138"/>
                <a:gd name="connsiteY1" fmla="*/ 7984 h 7984"/>
                <a:gd name="connsiteX2" fmla="*/ 0 w 10138"/>
                <a:gd name="connsiteY2" fmla="*/ 3929 h 7984"/>
                <a:gd name="connsiteX3" fmla="*/ 5069 w 10138"/>
                <a:gd name="connsiteY3" fmla="*/ 0 h 7984"/>
                <a:gd name="connsiteX4" fmla="*/ 10139 w 10138"/>
                <a:gd name="connsiteY4" fmla="*/ 3929 h 7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38" h="7984">
                  <a:moveTo>
                    <a:pt x="10139" y="3929"/>
                  </a:moveTo>
                  <a:lnTo>
                    <a:pt x="5069" y="7984"/>
                  </a:lnTo>
                  <a:lnTo>
                    <a:pt x="0" y="3929"/>
                  </a:lnTo>
                  <a:lnTo>
                    <a:pt x="5069" y="0"/>
                  </a:lnTo>
                  <a:lnTo>
                    <a:pt x="10139" y="392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CDF78B11-6E3A-F50A-8F12-033FB8417F7F}"/>
                </a:ext>
              </a:extLst>
            </p:cNvPr>
            <p:cNvSpPr/>
            <p:nvPr/>
          </p:nvSpPr>
          <p:spPr>
            <a:xfrm>
              <a:off x="4407877" y="3335974"/>
              <a:ext cx="9505" cy="7477"/>
            </a:xfrm>
            <a:custGeom>
              <a:avLst/>
              <a:gdLst>
                <a:gd name="connsiteX0" fmla="*/ 9505 w 9505"/>
                <a:gd name="connsiteY0" fmla="*/ 3675 h 7477"/>
                <a:gd name="connsiteX1" fmla="*/ 4816 w 9505"/>
                <a:gd name="connsiteY1" fmla="*/ 7477 h 7477"/>
                <a:gd name="connsiteX2" fmla="*/ 0 w 9505"/>
                <a:gd name="connsiteY2" fmla="*/ 3675 h 7477"/>
                <a:gd name="connsiteX3" fmla="*/ 4816 w 9505"/>
                <a:gd name="connsiteY3" fmla="*/ 0 h 7477"/>
                <a:gd name="connsiteX4" fmla="*/ 9505 w 9505"/>
                <a:gd name="connsiteY4" fmla="*/ 3675 h 7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05" h="7477">
                  <a:moveTo>
                    <a:pt x="9505" y="3675"/>
                  </a:moveTo>
                  <a:lnTo>
                    <a:pt x="4816" y="7477"/>
                  </a:lnTo>
                  <a:lnTo>
                    <a:pt x="0" y="3675"/>
                  </a:lnTo>
                  <a:lnTo>
                    <a:pt x="4816" y="0"/>
                  </a:lnTo>
                  <a:lnTo>
                    <a:pt x="9505" y="367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2850C9FC-EE68-5A17-842B-53A337227E98}"/>
                </a:ext>
              </a:extLst>
            </p:cNvPr>
            <p:cNvSpPr/>
            <p:nvPr/>
          </p:nvSpPr>
          <p:spPr>
            <a:xfrm>
              <a:off x="4422959" y="3232937"/>
              <a:ext cx="8618" cy="6843"/>
            </a:xfrm>
            <a:custGeom>
              <a:avLst/>
              <a:gdLst>
                <a:gd name="connsiteX0" fmla="*/ 8618 w 8618"/>
                <a:gd name="connsiteY0" fmla="*/ 3422 h 6843"/>
                <a:gd name="connsiteX1" fmla="*/ 4309 w 8618"/>
                <a:gd name="connsiteY1" fmla="*/ 6844 h 6843"/>
                <a:gd name="connsiteX2" fmla="*/ 0 w 8618"/>
                <a:gd name="connsiteY2" fmla="*/ 3422 h 6843"/>
                <a:gd name="connsiteX3" fmla="*/ 4309 w 8618"/>
                <a:gd name="connsiteY3" fmla="*/ 0 h 6843"/>
                <a:gd name="connsiteX4" fmla="*/ 8618 w 8618"/>
                <a:gd name="connsiteY4" fmla="*/ 3422 h 6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8" h="6843">
                  <a:moveTo>
                    <a:pt x="8618" y="3422"/>
                  </a:moveTo>
                  <a:lnTo>
                    <a:pt x="4309" y="6844"/>
                  </a:lnTo>
                  <a:lnTo>
                    <a:pt x="0" y="3422"/>
                  </a:lnTo>
                  <a:lnTo>
                    <a:pt x="4309" y="0"/>
                  </a:lnTo>
                  <a:lnTo>
                    <a:pt x="8618" y="342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2CDA5D6B-054B-FD33-2509-9A6EF59A0A3B}"/>
                </a:ext>
              </a:extLst>
            </p:cNvPr>
            <p:cNvSpPr/>
            <p:nvPr/>
          </p:nvSpPr>
          <p:spPr>
            <a:xfrm>
              <a:off x="4447673" y="3131042"/>
              <a:ext cx="8110" cy="6336"/>
            </a:xfrm>
            <a:custGeom>
              <a:avLst/>
              <a:gdLst>
                <a:gd name="connsiteX0" fmla="*/ 8111 w 8110"/>
                <a:gd name="connsiteY0" fmla="*/ 3168 h 6336"/>
                <a:gd name="connsiteX1" fmla="*/ 3929 w 8110"/>
                <a:gd name="connsiteY1" fmla="*/ 6337 h 6336"/>
                <a:gd name="connsiteX2" fmla="*/ 0 w 8110"/>
                <a:gd name="connsiteY2" fmla="*/ 3168 h 6336"/>
                <a:gd name="connsiteX3" fmla="*/ 3929 w 8110"/>
                <a:gd name="connsiteY3" fmla="*/ 0 h 6336"/>
                <a:gd name="connsiteX4" fmla="*/ 8111 w 8110"/>
                <a:gd name="connsiteY4" fmla="*/ 3168 h 6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10" h="6336">
                  <a:moveTo>
                    <a:pt x="8111" y="3168"/>
                  </a:moveTo>
                  <a:lnTo>
                    <a:pt x="3929" y="6337"/>
                  </a:lnTo>
                  <a:lnTo>
                    <a:pt x="0" y="3168"/>
                  </a:lnTo>
                  <a:lnTo>
                    <a:pt x="3929" y="0"/>
                  </a:lnTo>
                  <a:lnTo>
                    <a:pt x="8111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5B7AA6D9-8AE9-99EB-EC25-6F821F5D0075}"/>
                </a:ext>
              </a:extLst>
            </p:cNvPr>
            <p:cNvSpPr/>
            <p:nvPr/>
          </p:nvSpPr>
          <p:spPr>
            <a:xfrm>
              <a:off x="4482398" y="3031174"/>
              <a:ext cx="6463" cy="5196"/>
            </a:xfrm>
            <a:custGeom>
              <a:avLst/>
              <a:gdLst>
                <a:gd name="connsiteX0" fmla="*/ 6464 w 6463"/>
                <a:gd name="connsiteY0" fmla="*/ 2662 h 5196"/>
                <a:gd name="connsiteX1" fmla="*/ 3295 w 6463"/>
                <a:gd name="connsiteY1" fmla="*/ 5196 h 5196"/>
                <a:gd name="connsiteX2" fmla="*/ 0 w 6463"/>
                <a:gd name="connsiteY2" fmla="*/ 2662 h 5196"/>
                <a:gd name="connsiteX3" fmla="*/ 3295 w 6463"/>
                <a:gd name="connsiteY3" fmla="*/ 0 h 5196"/>
                <a:gd name="connsiteX4" fmla="*/ 6464 w 6463"/>
                <a:gd name="connsiteY4" fmla="*/ 2662 h 5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196">
                  <a:moveTo>
                    <a:pt x="6464" y="2662"/>
                  </a:moveTo>
                  <a:lnTo>
                    <a:pt x="3295" y="5196"/>
                  </a:lnTo>
                  <a:lnTo>
                    <a:pt x="0" y="2662"/>
                  </a:lnTo>
                  <a:lnTo>
                    <a:pt x="3295" y="0"/>
                  </a:lnTo>
                  <a:lnTo>
                    <a:pt x="6464" y="266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6B458CC3-CB37-8D5A-82A7-7B2427B40F3E}"/>
                </a:ext>
              </a:extLst>
            </p:cNvPr>
            <p:cNvSpPr/>
            <p:nvPr/>
          </p:nvSpPr>
          <p:spPr>
            <a:xfrm>
              <a:off x="4525995" y="2933460"/>
              <a:ext cx="5703" cy="4435"/>
            </a:xfrm>
            <a:custGeom>
              <a:avLst/>
              <a:gdLst>
                <a:gd name="connsiteX0" fmla="*/ 5703 w 5703"/>
                <a:gd name="connsiteY0" fmla="*/ 2155 h 4435"/>
                <a:gd name="connsiteX1" fmla="*/ 2915 w 5703"/>
                <a:gd name="connsiteY1" fmla="*/ 4436 h 4435"/>
                <a:gd name="connsiteX2" fmla="*/ 0 w 5703"/>
                <a:gd name="connsiteY2" fmla="*/ 2155 h 4435"/>
                <a:gd name="connsiteX3" fmla="*/ 2915 w 5703"/>
                <a:gd name="connsiteY3" fmla="*/ 0 h 4435"/>
                <a:gd name="connsiteX4" fmla="*/ 5703 w 5703"/>
                <a:gd name="connsiteY4" fmla="*/ 2155 h 4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03" h="4435">
                  <a:moveTo>
                    <a:pt x="5703" y="2155"/>
                  </a:moveTo>
                  <a:lnTo>
                    <a:pt x="2915" y="4436"/>
                  </a:lnTo>
                  <a:lnTo>
                    <a:pt x="0" y="2155"/>
                  </a:lnTo>
                  <a:lnTo>
                    <a:pt x="2915" y="0"/>
                  </a:lnTo>
                  <a:lnTo>
                    <a:pt x="5703" y="215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01F15BC9-8DF1-95AC-8C25-3C1D38C93C26}"/>
                </a:ext>
              </a:extLst>
            </p:cNvPr>
            <p:cNvSpPr/>
            <p:nvPr/>
          </p:nvSpPr>
          <p:spPr>
            <a:xfrm>
              <a:off x="4578717" y="2838282"/>
              <a:ext cx="5196" cy="4055"/>
            </a:xfrm>
            <a:custGeom>
              <a:avLst/>
              <a:gdLst>
                <a:gd name="connsiteX0" fmla="*/ 5196 w 5196"/>
                <a:gd name="connsiteY0" fmla="*/ 2028 h 4055"/>
                <a:gd name="connsiteX1" fmla="*/ 2535 w 5196"/>
                <a:gd name="connsiteY1" fmla="*/ 4056 h 4055"/>
                <a:gd name="connsiteX2" fmla="*/ 0 w 5196"/>
                <a:gd name="connsiteY2" fmla="*/ 2028 h 4055"/>
                <a:gd name="connsiteX3" fmla="*/ 2535 w 5196"/>
                <a:gd name="connsiteY3" fmla="*/ 0 h 4055"/>
                <a:gd name="connsiteX4" fmla="*/ 5196 w 5196"/>
                <a:gd name="connsiteY4" fmla="*/ 2028 h 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96" h="4055">
                  <a:moveTo>
                    <a:pt x="5196" y="2028"/>
                  </a:moveTo>
                  <a:lnTo>
                    <a:pt x="2535" y="4056"/>
                  </a:lnTo>
                  <a:lnTo>
                    <a:pt x="0" y="2028"/>
                  </a:lnTo>
                  <a:lnTo>
                    <a:pt x="2535" y="0"/>
                  </a:lnTo>
                  <a:lnTo>
                    <a:pt x="5196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337AFB17-0067-DDC7-BD1E-2FEB605544BF}"/>
                </a:ext>
              </a:extLst>
            </p:cNvPr>
            <p:cNvSpPr/>
            <p:nvPr/>
          </p:nvSpPr>
          <p:spPr>
            <a:xfrm>
              <a:off x="4640818" y="2747032"/>
              <a:ext cx="3548" cy="2788"/>
            </a:xfrm>
            <a:custGeom>
              <a:avLst/>
              <a:gdLst>
                <a:gd name="connsiteX0" fmla="*/ 3549 w 3548"/>
                <a:gd name="connsiteY0" fmla="*/ 1394 h 2788"/>
                <a:gd name="connsiteX1" fmla="*/ 1774 w 3548"/>
                <a:gd name="connsiteY1" fmla="*/ 2788 h 2788"/>
                <a:gd name="connsiteX2" fmla="*/ 0 w 3548"/>
                <a:gd name="connsiteY2" fmla="*/ 1394 h 2788"/>
                <a:gd name="connsiteX3" fmla="*/ 1774 w 3548"/>
                <a:gd name="connsiteY3" fmla="*/ 0 h 2788"/>
                <a:gd name="connsiteX4" fmla="*/ 3549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9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9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53AAF628-A8C5-BDAE-7905-B84D497CA6F8}"/>
                </a:ext>
              </a:extLst>
            </p:cNvPr>
            <p:cNvSpPr/>
            <p:nvPr/>
          </p:nvSpPr>
          <p:spPr>
            <a:xfrm>
              <a:off x="4710903" y="2659204"/>
              <a:ext cx="2915" cy="2408"/>
            </a:xfrm>
            <a:custGeom>
              <a:avLst/>
              <a:gdLst>
                <a:gd name="connsiteX0" fmla="*/ 2915 w 2915"/>
                <a:gd name="connsiteY0" fmla="*/ 1141 h 2408"/>
                <a:gd name="connsiteX1" fmla="*/ 1394 w 2915"/>
                <a:gd name="connsiteY1" fmla="*/ 2408 h 2408"/>
                <a:gd name="connsiteX2" fmla="*/ 0 w 2915"/>
                <a:gd name="connsiteY2" fmla="*/ 1141 h 2408"/>
                <a:gd name="connsiteX3" fmla="*/ 1394 w 2915"/>
                <a:gd name="connsiteY3" fmla="*/ 0 h 2408"/>
                <a:gd name="connsiteX4" fmla="*/ 2915 w 2915"/>
                <a:gd name="connsiteY4" fmla="*/ 1141 h 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5" h="2408">
                  <a:moveTo>
                    <a:pt x="2915" y="1141"/>
                  </a:moveTo>
                  <a:lnTo>
                    <a:pt x="1394" y="2408"/>
                  </a:lnTo>
                  <a:lnTo>
                    <a:pt x="0" y="1141"/>
                  </a:lnTo>
                  <a:lnTo>
                    <a:pt x="1394" y="0"/>
                  </a:lnTo>
                  <a:lnTo>
                    <a:pt x="2915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C252124B-C28D-A361-5AEF-6493BDED60A8}"/>
                </a:ext>
              </a:extLst>
            </p:cNvPr>
            <p:cNvSpPr/>
            <p:nvPr/>
          </p:nvSpPr>
          <p:spPr>
            <a:xfrm>
              <a:off x="4789479" y="2576192"/>
              <a:ext cx="1393" cy="1140"/>
            </a:xfrm>
            <a:custGeom>
              <a:avLst/>
              <a:gdLst>
                <a:gd name="connsiteX0" fmla="*/ 1394 w 1393"/>
                <a:gd name="connsiteY0" fmla="*/ 507 h 1140"/>
                <a:gd name="connsiteX1" fmla="*/ 634 w 1393"/>
                <a:gd name="connsiteY1" fmla="*/ 1141 h 1140"/>
                <a:gd name="connsiteX2" fmla="*/ 0 w 1393"/>
                <a:gd name="connsiteY2" fmla="*/ 507 h 1140"/>
                <a:gd name="connsiteX3" fmla="*/ 634 w 1393"/>
                <a:gd name="connsiteY3" fmla="*/ 0 h 1140"/>
                <a:gd name="connsiteX4" fmla="*/ 1394 w 1393"/>
                <a:gd name="connsiteY4" fmla="*/ 507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3" h="1140">
                  <a:moveTo>
                    <a:pt x="1394" y="507"/>
                  </a:moveTo>
                  <a:lnTo>
                    <a:pt x="634" y="1141"/>
                  </a:lnTo>
                  <a:lnTo>
                    <a:pt x="0" y="507"/>
                  </a:lnTo>
                  <a:lnTo>
                    <a:pt x="634" y="0"/>
                  </a:lnTo>
                  <a:lnTo>
                    <a:pt x="1394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D209BADC-8A84-F6C1-442B-0110AD1052DF}"/>
                </a:ext>
              </a:extLst>
            </p:cNvPr>
            <p:cNvSpPr/>
            <p:nvPr/>
          </p:nvSpPr>
          <p:spPr>
            <a:xfrm>
              <a:off x="4968177" y="2424235"/>
              <a:ext cx="380" cy="380"/>
            </a:xfrm>
            <a:custGeom>
              <a:avLst/>
              <a:gdLst>
                <a:gd name="connsiteX0" fmla="*/ 380 w 380"/>
                <a:gd name="connsiteY0" fmla="*/ 127 h 380"/>
                <a:gd name="connsiteX1" fmla="*/ 126 w 380"/>
                <a:gd name="connsiteY1" fmla="*/ 380 h 380"/>
                <a:gd name="connsiteX2" fmla="*/ 0 w 380"/>
                <a:gd name="connsiteY2" fmla="*/ 127 h 380"/>
                <a:gd name="connsiteX3" fmla="*/ 126 w 380"/>
                <a:gd name="connsiteY3" fmla="*/ 0 h 380"/>
                <a:gd name="connsiteX4" fmla="*/ 380 w 380"/>
                <a:gd name="connsiteY4" fmla="*/ 127 h 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" h="380">
                  <a:moveTo>
                    <a:pt x="380" y="127"/>
                  </a:moveTo>
                  <a:lnTo>
                    <a:pt x="126" y="380"/>
                  </a:lnTo>
                  <a:lnTo>
                    <a:pt x="0" y="127"/>
                  </a:lnTo>
                  <a:lnTo>
                    <a:pt x="126" y="0"/>
                  </a:lnTo>
                  <a:lnTo>
                    <a:pt x="380" y="12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5B11C7D1-44F8-55B0-7C1B-BB5371C8DB69}"/>
                </a:ext>
              </a:extLst>
            </p:cNvPr>
            <p:cNvSpPr/>
            <p:nvPr/>
          </p:nvSpPr>
          <p:spPr>
            <a:xfrm>
              <a:off x="5067284" y="2356305"/>
              <a:ext cx="760" cy="633"/>
            </a:xfrm>
            <a:custGeom>
              <a:avLst/>
              <a:gdLst>
                <a:gd name="connsiteX0" fmla="*/ 761 w 760"/>
                <a:gd name="connsiteY0" fmla="*/ 380 h 633"/>
                <a:gd name="connsiteX1" fmla="*/ 380 w 760"/>
                <a:gd name="connsiteY1" fmla="*/ 634 h 633"/>
                <a:gd name="connsiteX2" fmla="*/ 0 w 760"/>
                <a:gd name="connsiteY2" fmla="*/ 380 h 633"/>
                <a:gd name="connsiteX3" fmla="*/ 380 w 760"/>
                <a:gd name="connsiteY3" fmla="*/ 0 h 633"/>
                <a:gd name="connsiteX4" fmla="*/ 761 w 760"/>
                <a:gd name="connsiteY4" fmla="*/ 380 h 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0" h="633">
                  <a:moveTo>
                    <a:pt x="761" y="380"/>
                  </a:moveTo>
                  <a:lnTo>
                    <a:pt x="380" y="634"/>
                  </a:lnTo>
                  <a:lnTo>
                    <a:pt x="0" y="380"/>
                  </a:lnTo>
                  <a:lnTo>
                    <a:pt x="380" y="0"/>
                  </a:lnTo>
                  <a:lnTo>
                    <a:pt x="761" y="38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DA0F6975-4EC2-6DC7-9074-A869884D2E83}"/>
                </a:ext>
              </a:extLst>
            </p:cNvPr>
            <p:cNvSpPr/>
            <p:nvPr/>
          </p:nvSpPr>
          <p:spPr>
            <a:xfrm>
              <a:off x="5172349" y="2294204"/>
              <a:ext cx="1647" cy="1394"/>
            </a:xfrm>
            <a:custGeom>
              <a:avLst/>
              <a:gdLst>
                <a:gd name="connsiteX0" fmla="*/ 1648 w 1647"/>
                <a:gd name="connsiteY0" fmla="*/ 634 h 1394"/>
                <a:gd name="connsiteX1" fmla="*/ 760 w 1647"/>
                <a:gd name="connsiteY1" fmla="*/ 1394 h 1394"/>
                <a:gd name="connsiteX2" fmla="*/ 0 w 1647"/>
                <a:gd name="connsiteY2" fmla="*/ 634 h 1394"/>
                <a:gd name="connsiteX3" fmla="*/ 760 w 1647"/>
                <a:gd name="connsiteY3" fmla="*/ 0 h 1394"/>
                <a:gd name="connsiteX4" fmla="*/ 1648 w 1647"/>
                <a:gd name="connsiteY4" fmla="*/ 634 h 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7" h="1394">
                  <a:moveTo>
                    <a:pt x="1648" y="634"/>
                  </a:moveTo>
                  <a:lnTo>
                    <a:pt x="760" y="1394"/>
                  </a:lnTo>
                  <a:lnTo>
                    <a:pt x="0" y="634"/>
                  </a:lnTo>
                  <a:lnTo>
                    <a:pt x="760" y="0"/>
                  </a:lnTo>
                  <a:lnTo>
                    <a:pt x="1648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972224DB-3669-9E55-2917-89B93E3B5843}"/>
                </a:ext>
              </a:extLst>
            </p:cNvPr>
            <p:cNvSpPr/>
            <p:nvPr/>
          </p:nvSpPr>
          <p:spPr>
            <a:xfrm>
              <a:off x="5282989" y="2238567"/>
              <a:ext cx="2408" cy="1900"/>
            </a:xfrm>
            <a:custGeom>
              <a:avLst/>
              <a:gdLst>
                <a:gd name="connsiteX0" fmla="*/ 2408 w 2408"/>
                <a:gd name="connsiteY0" fmla="*/ 1014 h 1900"/>
                <a:gd name="connsiteX1" fmla="*/ 1141 w 2408"/>
                <a:gd name="connsiteY1" fmla="*/ 1901 h 1900"/>
                <a:gd name="connsiteX2" fmla="*/ 0 w 2408"/>
                <a:gd name="connsiteY2" fmla="*/ 1014 h 1900"/>
                <a:gd name="connsiteX3" fmla="*/ 1141 w 2408"/>
                <a:gd name="connsiteY3" fmla="*/ 0 h 1900"/>
                <a:gd name="connsiteX4" fmla="*/ 2408 w 2408"/>
                <a:gd name="connsiteY4" fmla="*/ 1014 h 1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8" h="1900">
                  <a:moveTo>
                    <a:pt x="2408" y="1014"/>
                  </a:moveTo>
                  <a:lnTo>
                    <a:pt x="1141" y="1901"/>
                  </a:lnTo>
                  <a:lnTo>
                    <a:pt x="0" y="1014"/>
                  </a:lnTo>
                  <a:lnTo>
                    <a:pt x="1141" y="0"/>
                  </a:lnTo>
                  <a:lnTo>
                    <a:pt x="2408" y="101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954D0A12-9D6A-0206-5760-C30F0E0DEF3F}"/>
                </a:ext>
              </a:extLst>
            </p:cNvPr>
            <p:cNvSpPr/>
            <p:nvPr/>
          </p:nvSpPr>
          <p:spPr>
            <a:xfrm>
              <a:off x="5398319" y="2189520"/>
              <a:ext cx="3548" cy="2914"/>
            </a:xfrm>
            <a:custGeom>
              <a:avLst/>
              <a:gdLst>
                <a:gd name="connsiteX0" fmla="*/ 3549 w 3548"/>
                <a:gd name="connsiteY0" fmla="*/ 1394 h 2914"/>
                <a:gd name="connsiteX1" fmla="*/ 1774 w 3548"/>
                <a:gd name="connsiteY1" fmla="*/ 2915 h 2914"/>
                <a:gd name="connsiteX2" fmla="*/ 0 w 3548"/>
                <a:gd name="connsiteY2" fmla="*/ 1394 h 2914"/>
                <a:gd name="connsiteX3" fmla="*/ 1774 w 3548"/>
                <a:gd name="connsiteY3" fmla="*/ 0 h 2914"/>
                <a:gd name="connsiteX4" fmla="*/ 3549 w 3548"/>
                <a:gd name="connsiteY4" fmla="*/ 1394 h 2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914">
                  <a:moveTo>
                    <a:pt x="3549" y="1394"/>
                  </a:moveTo>
                  <a:lnTo>
                    <a:pt x="1774" y="2915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9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2BF3324F-8BBA-3B53-DAFF-A3C3C4B144B5}"/>
                </a:ext>
              </a:extLst>
            </p:cNvPr>
            <p:cNvSpPr/>
            <p:nvPr/>
          </p:nvSpPr>
          <p:spPr>
            <a:xfrm>
              <a:off x="5518084" y="2147697"/>
              <a:ext cx="4182" cy="3295"/>
            </a:xfrm>
            <a:custGeom>
              <a:avLst/>
              <a:gdLst>
                <a:gd name="connsiteX0" fmla="*/ 4183 w 4182"/>
                <a:gd name="connsiteY0" fmla="*/ 1648 h 3295"/>
                <a:gd name="connsiteX1" fmla="*/ 2155 w 4182"/>
                <a:gd name="connsiteY1" fmla="*/ 3295 h 3295"/>
                <a:gd name="connsiteX2" fmla="*/ 0 w 4182"/>
                <a:gd name="connsiteY2" fmla="*/ 1648 h 3295"/>
                <a:gd name="connsiteX3" fmla="*/ 2155 w 4182"/>
                <a:gd name="connsiteY3" fmla="*/ 0 h 3295"/>
                <a:gd name="connsiteX4" fmla="*/ 4183 w 4182"/>
                <a:gd name="connsiteY4" fmla="*/ 1648 h 3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2" h="3295">
                  <a:moveTo>
                    <a:pt x="4183" y="1648"/>
                  </a:moveTo>
                  <a:lnTo>
                    <a:pt x="2155" y="3295"/>
                  </a:lnTo>
                  <a:lnTo>
                    <a:pt x="0" y="1648"/>
                  </a:lnTo>
                  <a:lnTo>
                    <a:pt x="2155" y="0"/>
                  </a:lnTo>
                  <a:lnTo>
                    <a:pt x="4183" y="164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9057EA73-F081-062B-7380-8A32365C9573}"/>
                </a:ext>
              </a:extLst>
            </p:cNvPr>
            <p:cNvSpPr/>
            <p:nvPr/>
          </p:nvSpPr>
          <p:spPr>
            <a:xfrm>
              <a:off x="5641272" y="2112972"/>
              <a:ext cx="5323" cy="4182"/>
            </a:xfrm>
            <a:custGeom>
              <a:avLst/>
              <a:gdLst>
                <a:gd name="connsiteX0" fmla="*/ 5323 w 5323"/>
                <a:gd name="connsiteY0" fmla="*/ 2028 h 4182"/>
                <a:gd name="connsiteX1" fmla="*/ 2661 w 5323"/>
                <a:gd name="connsiteY1" fmla="*/ 4182 h 4182"/>
                <a:gd name="connsiteX2" fmla="*/ 0 w 5323"/>
                <a:gd name="connsiteY2" fmla="*/ 2028 h 4182"/>
                <a:gd name="connsiteX3" fmla="*/ 2661 w 5323"/>
                <a:gd name="connsiteY3" fmla="*/ 0 h 4182"/>
                <a:gd name="connsiteX4" fmla="*/ 5323 w 5323"/>
                <a:gd name="connsiteY4" fmla="*/ 2028 h 4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23" h="4182">
                  <a:moveTo>
                    <a:pt x="5323" y="2028"/>
                  </a:moveTo>
                  <a:lnTo>
                    <a:pt x="2661" y="4182"/>
                  </a:lnTo>
                  <a:lnTo>
                    <a:pt x="0" y="2028"/>
                  </a:lnTo>
                  <a:lnTo>
                    <a:pt x="2661" y="0"/>
                  </a:lnTo>
                  <a:lnTo>
                    <a:pt x="5323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27AF5224-B23C-A6F8-4EBD-6B72752A0E47}"/>
                </a:ext>
              </a:extLst>
            </p:cNvPr>
            <p:cNvSpPr/>
            <p:nvPr/>
          </p:nvSpPr>
          <p:spPr>
            <a:xfrm>
              <a:off x="5767628" y="2085850"/>
              <a:ext cx="5829" cy="4562"/>
            </a:xfrm>
            <a:custGeom>
              <a:avLst/>
              <a:gdLst>
                <a:gd name="connsiteX0" fmla="*/ 5830 w 5829"/>
                <a:gd name="connsiteY0" fmla="*/ 2281 h 4562"/>
                <a:gd name="connsiteX1" fmla="*/ 2915 w 5829"/>
                <a:gd name="connsiteY1" fmla="*/ 4563 h 4562"/>
                <a:gd name="connsiteX2" fmla="*/ 0 w 5829"/>
                <a:gd name="connsiteY2" fmla="*/ 2281 h 4562"/>
                <a:gd name="connsiteX3" fmla="*/ 2915 w 5829"/>
                <a:gd name="connsiteY3" fmla="*/ 0 h 4562"/>
                <a:gd name="connsiteX4" fmla="*/ 5830 w 5829"/>
                <a:gd name="connsiteY4" fmla="*/ 2281 h 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29" h="4562">
                  <a:moveTo>
                    <a:pt x="5830" y="2281"/>
                  </a:moveTo>
                  <a:lnTo>
                    <a:pt x="2915" y="4563"/>
                  </a:lnTo>
                  <a:lnTo>
                    <a:pt x="0" y="2281"/>
                  </a:lnTo>
                  <a:lnTo>
                    <a:pt x="2915" y="0"/>
                  </a:lnTo>
                  <a:lnTo>
                    <a:pt x="5830" y="22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5107886D-7058-8650-A0D8-6B013FE16D77}"/>
                </a:ext>
              </a:extLst>
            </p:cNvPr>
            <p:cNvSpPr/>
            <p:nvPr/>
          </p:nvSpPr>
          <p:spPr>
            <a:xfrm>
              <a:off x="5896138" y="2066206"/>
              <a:ext cx="6463" cy="5196"/>
            </a:xfrm>
            <a:custGeom>
              <a:avLst/>
              <a:gdLst>
                <a:gd name="connsiteX0" fmla="*/ 6463 w 6463"/>
                <a:gd name="connsiteY0" fmla="*/ 2535 h 5196"/>
                <a:gd name="connsiteX1" fmla="*/ 3295 w 6463"/>
                <a:gd name="connsiteY1" fmla="*/ 5196 h 5196"/>
                <a:gd name="connsiteX2" fmla="*/ 0 w 6463"/>
                <a:gd name="connsiteY2" fmla="*/ 2535 h 5196"/>
                <a:gd name="connsiteX3" fmla="*/ 3295 w 6463"/>
                <a:gd name="connsiteY3" fmla="*/ 0 h 5196"/>
                <a:gd name="connsiteX4" fmla="*/ 6463 w 6463"/>
                <a:gd name="connsiteY4" fmla="*/ 2535 h 5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196">
                  <a:moveTo>
                    <a:pt x="6463" y="2535"/>
                  </a:moveTo>
                  <a:lnTo>
                    <a:pt x="3295" y="5196"/>
                  </a:lnTo>
                  <a:lnTo>
                    <a:pt x="0" y="2535"/>
                  </a:lnTo>
                  <a:lnTo>
                    <a:pt x="3295" y="0"/>
                  </a:lnTo>
                  <a:lnTo>
                    <a:pt x="6463" y="253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36A73378-343E-F9E9-9167-033E2BB19725}"/>
                </a:ext>
              </a:extLst>
            </p:cNvPr>
            <p:cNvSpPr/>
            <p:nvPr/>
          </p:nvSpPr>
          <p:spPr>
            <a:xfrm>
              <a:off x="6026042" y="2054293"/>
              <a:ext cx="7223" cy="5703"/>
            </a:xfrm>
            <a:custGeom>
              <a:avLst/>
              <a:gdLst>
                <a:gd name="connsiteX0" fmla="*/ 7224 w 7223"/>
                <a:gd name="connsiteY0" fmla="*/ 2915 h 5703"/>
                <a:gd name="connsiteX1" fmla="*/ 3549 w 7223"/>
                <a:gd name="connsiteY1" fmla="*/ 5703 h 5703"/>
                <a:gd name="connsiteX2" fmla="*/ 0 w 7223"/>
                <a:gd name="connsiteY2" fmla="*/ 2915 h 5703"/>
                <a:gd name="connsiteX3" fmla="*/ 3549 w 7223"/>
                <a:gd name="connsiteY3" fmla="*/ 0 h 5703"/>
                <a:gd name="connsiteX4" fmla="*/ 7224 w 7223"/>
                <a:gd name="connsiteY4" fmla="*/ 2915 h 5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23" h="5703">
                  <a:moveTo>
                    <a:pt x="7224" y="2915"/>
                  </a:moveTo>
                  <a:lnTo>
                    <a:pt x="3549" y="5703"/>
                  </a:lnTo>
                  <a:lnTo>
                    <a:pt x="0" y="2915"/>
                  </a:lnTo>
                  <a:lnTo>
                    <a:pt x="3549" y="0"/>
                  </a:lnTo>
                  <a:lnTo>
                    <a:pt x="7224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8476AC14-462E-621E-04CB-8CD16B9281B1}"/>
                </a:ext>
              </a:extLst>
            </p:cNvPr>
            <p:cNvSpPr/>
            <p:nvPr/>
          </p:nvSpPr>
          <p:spPr>
            <a:xfrm>
              <a:off x="6156707" y="2050111"/>
              <a:ext cx="7857" cy="6336"/>
            </a:xfrm>
            <a:custGeom>
              <a:avLst/>
              <a:gdLst>
                <a:gd name="connsiteX0" fmla="*/ 7858 w 7857"/>
                <a:gd name="connsiteY0" fmla="*/ 3168 h 6336"/>
                <a:gd name="connsiteX1" fmla="*/ 3929 w 7857"/>
                <a:gd name="connsiteY1" fmla="*/ 6337 h 6336"/>
                <a:gd name="connsiteX2" fmla="*/ 0 w 7857"/>
                <a:gd name="connsiteY2" fmla="*/ 3168 h 6336"/>
                <a:gd name="connsiteX3" fmla="*/ 3929 w 7857"/>
                <a:gd name="connsiteY3" fmla="*/ 0 h 6336"/>
                <a:gd name="connsiteX4" fmla="*/ 7858 w 7857"/>
                <a:gd name="connsiteY4" fmla="*/ 3168 h 6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57" h="6336">
                  <a:moveTo>
                    <a:pt x="7858" y="3168"/>
                  </a:moveTo>
                  <a:lnTo>
                    <a:pt x="3929" y="6337"/>
                  </a:lnTo>
                  <a:lnTo>
                    <a:pt x="0" y="3168"/>
                  </a:lnTo>
                  <a:lnTo>
                    <a:pt x="3929" y="0"/>
                  </a:lnTo>
                  <a:lnTo>
                    <a:pt x="7858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CB22CA87-D064-7053-9D6D-E9381525D90C}"/>
                </a:ext>
              </a:extLst>
            </p:cNvPr>
            <p:cNvSpPr/>
            <p:nvPr/>
          </p:nvSpPr>
          <p:spPr>
            <a:xfrm>
              <a:off x="6287372" y="2053786"/>
              <a:ext cx="8491" cy="6716"/>
            </a:xfrm>
            <a:custGeom>
              <a:avLst/>
              <a:gdLst>
                <a:gd name="connsiteX0" fmla="*/ 8491 w 8491"/>
                <a:gd name="connsiteY0" fmla="*/ 3422 h 6716"/>
                <a:gd name="connsiteX1" fmla="*/ 4309 w 8491"/>
                <a:gd name="connsiteY1" fmla="*/ 6717 h 6716"/>
                <a:gd name="connsiteX2" fmla="*/ 0 w 8491"/>
                <a:gd name="connsiteY2" fmla="*/ 3422 h 6716"/>
                <a:gd name="connsiteX3" fmla="*/ 4309 w 8491"/>
                <a:gd name="connsiteY3" fmla="*/ 0 h 6716"/>
                <a:gd name="connsiteX4" fmla="*/ 8491 w 8491"/>
                <a:gd name="connsiteY4" fmla="*/ 3422 h 6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91" h="6716">
                  <a:moveTo>
                    <a:pt x="8491" y="3422"/>
                  </a:moveTo>
                  <a:lnTo>
                    <a:pt x="4309" y="6717"/>
                  </a:lnTo>
                  <a:lnTo>
                    <a:pt x="0" y="3422"/>
                  </a:lnTo>
                  <a:lnTo>
                    <a:pt x="4309" y="0"/>
                  </a:lnTo>
                  <a:lnTo>
                    <a:pt x="8491" y="342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4900A442-4BB4-2E82-9C0C-D5663F09A4AF}"/>
                </a:ext>
              </a:extLst>
            </p:cNvPr>
            <p:cNvSpPr/>
            <p:nvPr/>
          </p:nvSpPr>
          <p:spPr>
            <a:xfrm>
              <a:off x="6417276" y="2065192"/>
              <a:ext cx="9251" cy="7224"/>
            </a:xfrm>
            <a:custGeom>
              <a:avLst/>
              <a:gdLst>
                <a:gd name="connsiteX0" fmla="*/ 9251 w 9251"/>
                <a:gd name="connsiteY0" fmla="*/ 3549 h 7224"/>
                <a:gd name="connsiteX1" fmla="*/ 4562 w 9251"/>
                <a:gd name="connsiteY1" fmla="*/ 7224 h 7224"/>
                <a:gd name="connsiteX2" fmla="*/ 0 w 9251"/>
                <a:gd name="connsiteY2" fmla="*/ 3549 h 7224"/>
                <a:gd name="connsiteX3" fmla="*/ 4562 w 9251"/>
                <a:gd name="connsiteY3" fmla="*/ 0 h 7224"/>
                <a:gd name="connsiteX4" fmla="*/ 9251 w 9251"/>
                <a:gd name="connsiteY4" fmla="*/ 3549 h 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51" h="7224">
                  <a:moveTo>
                    <a:pt x="9251" y="3549"/>
                  </a:moveTo>
                  <a:lnTo>
                    <a:pt x="4562" y="7224"/>
                  </a:lnTo>
                  <a:lnTo>
                    <a:pt x="0" y="3549"/>
                  </a:lnTo>
                  <a:lnTo>
                    <a:pt x="4562" y="0"/>
                  </a:lnTo>
                  <a:lnTo>
                    <a:pt x="9251" y="354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27F9145B-6536-6755-FC56-BCE911C35F4B}"/>
                </a:ext>
              </a:extLst>
            </p:cNvPr>
            <p:cNvSpPr/>
            <p:nvPr/>
          </p:nvSpPr>
          <p:spPr>
            <a:xfrm>
              <a:off x="6545786" y="2084203"/>
              <a:ext cx="9758" cy="7857"/>
            </a:xfrm>
            <a:custGeom>
              <a:avLst/>
              <a:gdLst>
                <a:gd name="connsiteX0" fmla="*/ 9759 w 9758"/>
                <a:gd name="connsiteY0" fmla="*/ 3929 h 7857"/>
                <a:gd name="connsiteX1" fmla="*/ 4943 w 9758"/>
                <a:gd name="connsiteY1" fmla="*/ 7858 h 7857"/>
                <a:gd name="connsiteX2" fmla="*/ 0 w 9758"/>
                <a:gd name="connsiteY2" fmla="*/ 3929 h 7857"/>
                <a:gd name="connsiteX3" fmla="*/ 4943 w 9758"/>
                <a:gd name="connsiteY3" fmla="*/ 0 h 7857"/>
                <a:gd name="connsiteX4" fmla="*/ 9759 w 9758"/>
                <a:gd name="connsiteY4" fmla="*/ 3929 h 7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58" h="7857">
                  <a:moveTo>
                    <a:pt x="9759" y="3929"/>
                  </a:moveTo>
                  <a:lnTo>
                    <a:pt x="4943" y="7858"/>
                  </a:lnTo>
                  <a:lnTo>
                    <a:pt x="0" y="3929"/>
                  </a:lnTo>
                  <a:lnTo>
                    <a:pt x="4943" y="0"/>
                  </a:lnTo>
                  <a:lnTo>
                    <a:pt x="9759" y="392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679E7D62-0256-E66D-3402-B8E91FD0BF18}"/>
                </a:ext>
              </a:extLst>
            </p:cNvPr>
            <p:cNvSpPr/>
            <p:nvPr/>
          </p:nvSpPr>
          <p:spPr>
            <a:xfrm>
              <a:off x="6672016" y="2110817"/>
              <a:ext cx="10519" cy="8491"/>
            </a:xfrm>
            <a:custGeom>
              <a:avLst/>
              <a:gdLst>
                <a:gd name="connsiteX0" fmla="*/ 10519 w 10519"/>
                <a:gd name="connsiteY0" fmla="*/ 4182 h 8491"/>
                <a:gd name="connsiteX1" fmla="*/ 5323 w 10519"/>
                <a:gd name="connsiteY1" fmla="*/ 8491 h 8491"/>
                <a:gd name="connsiteX2" fmla="*/ 0 w 10519"/>
                <a:gd name="connsiteY2" fmla="*/ 4182 h 8491"/>
                <a:gd name="connsiteX3" fmla="*/ 5323 w 10519"/>
                <a:gd name="connsiteY3" fmla="*/ 0 h 8491"/>
                <a:gd name="connsiteX4" fmla="*/ 10519 w 10519"/>
                <a:gd name="connsiteY4" fmla="*/ 4182 h 8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19" h="8491">
                  <a:moveTo>
                    <a:pt x="10519" y="4182"/>
                  </a:moveTo>
                  <a:lnTo>
                    <a:pt x="5323" y="8491"/>
                  </a:lnTo>
                  <a:lnTo>
                    <a:pt x="0" y="4182"/>
                  </a:lnTo>
                  <a:lnTo>
                    <a:pt x="5323" y="0"/>
                  </a:lnTo>
                  <a:lnTo>
                    <a:pt x="10519" y="41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926DDA9D-BF5A-ECC8-5801-5ACE83082E00}"/>
                </a:ext>
              </a:extLst>
            </p:cNvPr>
            <p:cNvSpPr/>
            <p:nvPr/>
          </p:nvSpPr>
          <p:spPr>
            <a:xfrm>
              <a:off x="6795710" y="2145163"/>
              <a:ext cx="10645" cy="8491"/>
            </a:xfrm>
            <a:custGeom>
              <a:avLst/>
              <a:gdLst>
                <a:gd name="connsiteX0" fmla="*/ 10645 w 10645"/>
                <a:gd name="connsiteY0" fmla="*/ 4182 h 8491"/>
                <a:gd name="connsiteX1" fmla="*/ 5323 w 10645"/>
                <a:gd name="connsiteY1" fmla="*/ 8491 h 8491"/>
                <a:gd name="connsiteX2" fmla="*/ 0 w 10645"/>
                <a:gd name="connsiteY2" fmla="*/ 4182 h 8491"/>
                <a:gd name="connsiteX3" fmla="*/ 5323 w 10645"/>
                <a:gd name="connsiteY3" fmla="*/ 0 h 8491"/>
                <a:gd name="connsiteX4" fmla="*/ 10645 w 10645"/>
                <a:gd name="connsiteY4" fmla="*/ 4182 h 8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45" h="8491">
                  <a:moveTo>
                    <a:pt x="10645" y="4182"/>
                  </a:moveTo>
                  <a:lnTo>
                    <a:pt x="5323" y="8491"/>
                  </a:lnTo>
                  <a:lnTo>
                    <a:pt x="0" y="4182"/>
                  </a:lnTo>
                  <a:lnTo>
                    <a:pt x="5323" y="0"/>
                  </a:lnTo>
                  <a:lnTo>
                    <a:pt x="10645" y="41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DBE1AC3C-DB04-9EF9-6721-1B875D7BEDC9}"/>
                </a:ext>
              </a:extLst>
            </p:cNvPr>
            <p:cNvSpPr/>
            <p:nvPr/>
          </p:nvSpPr>
          <p:spPr>
            <a:xfrm>
              <a:off x="6915602" y="2186479"/>
              <a:ext cx="11152" cy="8998"/>
            </a:xfrm>
            <a:custGeom>
              <a:avLst/>
              <a:gdLst>
                <a:gd name="connsiteX0" fmla="*/ 11153 w 11152"/>
                <a:gd name="connsiteY0" fmla="*/ 4436 h 8998"/>
                <a:gd name="connsiteX1" fmla="*/ 5576 w 11152"/>
                <a:gd name="connsiteY1" fmla="*/ 8998 h 8998"/>
                <a:gd name="connsiteX2" fmla="*/ 0 w 11152"/>
                <a:gd name="connsiteY2" fmla="*/ 4436 h 8998"/>
                <a:gd name="connsiteX3" fmla="*/ 5576 w 11152"/>
                <a:gd name="connsiteY3" fmla="*/ 0 h 8998"/>
                <a:gd name="connsiteX4" fmla="*/ 11153 w 11152"/>
                <a:gd name="connsiteY4" fmla="*/ 4436 h 8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52" h="8998">
                  <a:moveTo>
                    <a:pt x="11153" y="4436"/>
                  </a:moveTo>
                  <a:lnTo>
                    <a:pt x="5576" y="8998"/>
                  </a:lnTo>
                  <a:lnTo>
                    <a:pt x="0" y="4436"/>
                  </a:lnTo>
                  <a:lnTo>
                    <a:pt x="5576" y="0"/>
                  </a:lnTo>
                  <a:lnTo>
                    <a:pt x="11153" y="44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E1388014-73E1-283D-B969-13AA6CBFF6F3}"/>
                </a:ext>
              </a:extLst>
            </p:cNvPr>
            <p:cNvSpPr/>
            <p:nvPr/>
          </p:nvSpPr>
          <p:spPr>
            <a:xfrm>
              <a:off x="7031439" y="2235145"/>
              <a:ext cx="11152" cy="8871"/>
            </a:xfrm>
            <a:custGeom>
              <a:avLst/>
              <a:gdLst>
                <a:gd name="connsiteX0" fmla="*/ 11153 w 11152"/>
                <a:gd name="connsiteY0" fmla="*/ 4436 h 8871"/>
                <a:gd name="connsiteX1" fmla="*/ 5576 w 11152"/>
                <a:gd name="connsiteY1" fmla="*/ 8871 h 8871"/>
                <a:gd name="connsiteX2" fmla="*/ 0 w 11152"/>
                <a:gd name="connsiteY2" fmla="*/ 4436 h 8871"/>
                <a:gd name="connsiteX3" fmla="*/ 5576 w 11152"/>
                <a:gd name="connsiteY3" fmla="*/ 0 h 8871"/>
                <a:gd name="connsiteX4" fmla="*/ 11153 w 11152"/>
                <a:gd name="connsiteY4" fmla="*/ 4436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52" h="8871">
                  <a:moveTo>
                    <a:pt x="11153" y="4436"/>
                  </a:moveTo>
                  <a:lnTo>
                    <a:pt x="5576" y="8871"/>
                  </a:lnTo>
                  <a:lnTo>
                    <a:pt x="0" y="4436"/>
                  </a:lnTo>
                  <a:lnTo>
                    <a:pt x="5576" y="0"/>
                  </a:lnTo>
                  <a:lnTo>
                    <a:pt x="11153" y="44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5ABC7CD6-4AA3-F2EC-D93E-0073AC2C16B0}"/>
                </a:ext>
              </a:extLst>
            </p:cNvPr>
            <p:cNvSpPr/>
            <p:nvPr/>
          </p:nvSpPr>
          <p:spPr>
            <a:xfrm>
              <a:off x="7142079" y="2290149"/>
              <a:ext cx="11913" cy="9505"/>
            </a:xfrm>
            <a:custGeom>
              <a:avLst/>
              <a:gdLst>
                <a:gd name="connsiteX0" fmla="*/ 11913 w 11913"/>
                <a:gd name="connsiteY0" fmla="*/ 4689 h 9505"/>
                <a:gd name="connsiteX1" fmla="*/ 5957 w 11913"/>
                <a:gd name="connsiteY1" fmla="*/ 9505 h 9505"/>
                <a:gd name="connsiteX2" fmla="*/ 0 w 11913"/>
                <a:gd name="connsiteY2" fmla="*/ 4689 h 9505"/>
                <a:gd name="connsiteX3" fmla="*/ 5957 w 11913"/>
                <a:gd name="connsiteY3" fmla="*/ 0 h 9505"/>
                <a:gd name="connsiteX4" fmla="*/ 11913 w 11913"/>
                <a:gd name="connsiteY4" fmla="*/ 4689 h 9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13" h="9505">
                  <a:moveTo>
                    <a:pt x="11913" y="4689"/>
                  </a:moveTo>
                  <a:lnTo>
                    <a:pt x="5957" y="9505"/>
                  </a:lnTo>
                  <a:lnTo>
                    <a:pt x="0" y="4689"/>
                  </a:lnTo>
                  <a:lnTo>
                    <a:pt x="5957" y="0"/>
                  </a:lnTo>
                  <a:lnTo>
                    <a:pt x="11913" y="468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45F1523D-30A9-F7C2-29CB-ADC4B71B5EDA}"/>
                </a:ext>
              </a:extLst>
            </p:cNvPr>
            <p:cNvSpPr/>
            <p:nvPr/>
          </p:nvSpPr>
          <p:spPr>
            <a:xfrm>
              <a:off x="7247523" y="2351869"/>
              <a:ext cx="12040" cy="9505"/>
            </a:xfrm>
            <a:custGeom>
              <a:avLst/>
              <a:gdLst>
                <a:gd name="connsiteX0" fmla="*/ 12040 w 12040"/>
                <a:gd name="connsiteY0" fmla="*/ 4816 h 9505"/>
                <a:gd name="connsiteX1" fmla="*/ 5957 w 12040"/>
                <a:gd name="connsiteY1" fmla="*/ 9505 h 9505"/>
                <a:gd name="connsiteX2" fmla="*/ 0 w 12040"/>
                <a:gd name="connsiteY2" fmla="*/ 4816 h 9505"/>
                <a:gd name="connsiteX3" fmla="*/ 5957 w 12040"/>
                <a:gd name="connsiteY3" fmla="*/ 0 h 9505"/>
                <a:gd name="connsiteX4" fmla="*/ 12040 w 12040"/>
                <a:gd name="connsiteY4" fmla="*/ 4816 h 9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40" h="9505">
                  <a:moveTo>
                    <a:pt x="12040" y="4816"/>
                  </a:moveTo>
                  <a:lnTo>
                    <a:pt x="5957" y="9505"/>
                  </a:lnTo>
                  <a:lnTo>
                    <a:pt x="0" y="4816"/>
                  </a:lnTo>
                  <a:lnTo>
                    <a:pt x="5957" y="0"/>
                  </a:lnTo>
                  <a:lnTo>
                    <a:pt x="12040" y="481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E95F2A4C-0E04-6CC7-FD9A-0320AAC92DE9}"/>
                </a:ext>
              </a:extLst>
            </p:cNvPr>
            <p:cNvSpPr/>
            <p:nvPr/>
          </p:nvSpPr>
          <p:spPr>
            <a:xfrm>
              <a:off x="7346631" y="2419419"/>
              <a:ext cx="12546" cy="10012"/>
            </a:xfrm>
            <a:custGeom>
              <a:avLst/>
              <a:gdLst>
                <a:gd name="connsiteX0" fmla="*/ 12547 w 12546"/>
                <a:gd name="connsiteY0" fmla="*/ 4943 h 10012"/>
                <a:gd name="connsiteX1" fmla="*/ 6210 w 12546"/>
                <a:gd name="connsiteY1" fmla="*/ 10012 h 10012"/>
                <a:gd name="connsiteX2" fmla="*/ 0 w 12546"/>
                <a:gd name="connsiteY2" fmla="*/ 4943 h 10012"/>
                <a:gd name="connsiteX3" fmla="*/ 6210 w 12546"/>
                <a:gd name="connsiteY3" fmla="*/ 0 h 10012"/>
                <a:gd name="connsiteX4" fmla="*/ 12547 w 12546"/>
                <a:gd name="connsiteY4" fmla="*/ 4943 h 1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46" h="10012">
                  <a:moveTo>
                    <a:pt x="12547" y="4943"/>
                  </a:moveTo>
                  <a:lnTo>
                    <a:pt x="6210" y="10012"/>
                  </a:lnTo>
                  <a:lnTo>
                    <a:pt x="0" y="4943"/>
                  </a:lnTo>
                  <a:lnTo>
                    <a:pt x="6210" y="0"/>
                  </a:lnTo>
                  <a:lnTo>
                    <a:pt x="12547" y="494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93E2A25B-7538-38A7-F771-B82C49AD78D5}"/>
                </a:ext>
              </a:extLst>
            </p:cNvPr>
            <p:cNvSpPr/>
            <p:nvPr/>
          </p:nvSpPr>
          <p:spPr>
            <a:xfrm>
              <a:off x="7439529" y="2493180"/>
              <a:ext cx="12040" cy="9505"/>
            </a:xfrm>
            <a:custGeom>
              <a:avLst/>
              <a:gdLst>
                <a:gd name="connsiteX0" fmla="*/ 12040 w 12040"/>
                <a:gd name="connsiteY0" fmla="*/ 4689 h 9505"/>
                <a:gd name="connsiteX1" fmla="*/ 6083 w 12040"/>
                <a:gd name="connsiteY1" fmla="*/ 9505 h 9505"/>
                <a:gd name="connsiteX2" fmla="*/ 0 w 12040"/>
                <a:gd name="connsiteY2" fmla="*/ 4689 h 9505"/>
                <a:gd name="connsiteX3" fmla="*/ 6083 w 12040"/>
                <a:gd name="connsiteY3" fmla="*/ 0 h 9505"/>
                <a:gd name="connsiteX4" fmla="*/ 12040 w 12040"/>
                <a:gd name="connsiteY4" fmla="*/ 4689 h 9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40" h="9505">
                  <a:moveTo>
                    <a:pt x="12040" y="4689"/>
                  </a:moveTo>
                  <a:lnTo>
                    <a:pt x="6083" y="9505"/>
                  </a:lnTo>
                  <a:lnTo>
                    <a:pt x="0" y="4689"/>
                  </a:lnTo>
                  <a:lnTo>
                    <a:pt x="6083" y="0"/>
                  </a:lnTo>
                  <a:lnTo>
                    <a:pt x="12040" y="468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6DBF4DCE-01DD-CAB2-41DE-F7322166B7B5}"/>
                </a:ext>
              </a:extLst>
            </p:cNvPr>
            <p:cNvSpPr/>
            <p:nvPr/>
          </p:nvSpPr>
          <p:spPr>
            <a:xfrm>
              <a:off x="7525075" y="2572010"/>
              <a:ext cx="12040" cy="9505"/>
            </a:xfrm>
            <a:custGeom>
              <a:avLst/>
              <a:gdLst>
                <a:gd name="connsiteX0" fmla="*/ 12040 w 12040"/>
                <a:gd name="connsiteY0" fmla="*/ 4689 h 9505"/>
                <a:gd name="connsiteX1" fmla="*/ 5956 w 12040"/>
                <a:gd name="connsiteY1" fmla="*/ 9505 h 9505"/>
                <a:gd name="connsiteX2" fmla="*/ 0 w 12040"/>
                <a:gd name="connsiteY2" fmla="*/ 4689 h 9505"/>
                <a:gd name="connsiteX3" fmla="*/ 5956 w 12040"/>
                <a:gd name="connsiteY3" fmla="*/ 0 h 9505"/>
                <a:gd name="connsiteX4" fmla="*/ 12040 w 12040"/>
                <a:gd name="connsiteY4" fmla="*/ 4689 h 9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40" h="9505">
                  <a:moveTo>
                    <a:pt x="12040" y="4689"/>
                  </a:moveTo>
                  <a:lnTo>
                    <a:pt x="5956" y="9505"/>
                  </a:lnTo>
                  <a:lnTo>
                    <a:pt x="0" y="4689"/>
                  </a:lnTo>
                  <a:lnTo>
                    <a:pt x="5956" y="0"/>
                  </a:lnTo>
                  <a:lnTo>
                    <a:pt x="12040" y="468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63CCFCD4-2885-0A9B-8D70-A2E546DC2AE4}"/>
                </a:ext>
              </a:extLst>
            </p:cNvPr>
            <p:cNvSpPr/>
            <p:nvPr/>
          </p:nvSpPr>
          <p:spPr>
            <a:xfrm>
              <a:off x="7602891" y="2655655"/>
              <a:ext cx="12039" cy="9505"/>
            </a:xfrm>
            <a:custGeom>
              <a:avLst/>
              <a:gdLst>
                <a:gd name="connsiteX0" fmla="*/ 12039 w 12039"/>
                <a:gd name="connsiteY0" fmla="*/ 4689 h 9505"/>
                <a:gd name="connsiteX1" fmla="*/ 6083 w 12039"/>
                <a:gd name="connsiteY1" fmla="*/ 9505 h 9505"/>
                <a:gd name="connsiteX2" fmla="*/ 0 w 12039"/>
                <a:gd name="connsiteY2" fmla="*/ 4689 h 9505"/>
                <a:gd name="connsiteX3" fmla="*/ 6083 w 12039"/>
                <a:gd name="connsiteY3" fmla="*/ 0 h 9505"/>
                <a:gd name="connsiteX4" fmla="*/ 12039 w 12039"/>
                <a:gd name="connsiteY4" fmla="*/ 4689 h 9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39" h="9505">
                  <a:moveTo>
                    <a:pt x="12039" y="4689"/>
                  </a:moveTo>
                  <a:lnTo>
                    <a:pt x="6083" y="9505"/>
                  </a:lnTo>
                  <a:lnTo>
                    <a:pt x="0" y="4689"/>
                  </a:lnTo>
                  <a:lnTo>
                    <a:pt x="6083" y="0"/>
                  </a:lnTo>
                  <a:lnTo>
                    <a:pt x="12039" y="468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55C54D32-5BC0-A499-B31A-D31831A3B4ED}"/>
                </a:ext>
              </a:extLst>
            </p:cNvPr>
            <p:cNvSpPr/>
            <p:nvPr/>
          </p:nvSpPr>
          <p:spPr>
            <a:xfrm>
              <a:off x="7672976" y="2743990"/>
              <a:ext cx="11279" cy="8871"/>
            </a:xfrm>
            <a:custGeom>
              <a:avLst/>
              <a:gdLst>
                <a:gd name="connsiteX0" fmla="*/ 11280 w 11279"/>
                <a:gd name="connsiteY0" fmla="*/ 4436 h 8871"/>
                <a:gd name="connsiteX1" fmla="*/ 5703 w 11279"/>
                <a:gd name="connsiteY1" fmla="*/ 8871 h 8871"/>
                <a:gd name="connsiteX2" fmla="*/ 0 w 11279"/>
                <a:gd name="connsiteY2" fmla="*/ 4436 h 8871"/>
                <a:gd name="connsiteX3" fmla="*/ 5703 w 11279"/>
                <a:gd name="connsiteY3" fmla="*/ 0 h 8871"/>
                <a:gd name="connsiteX4" fmla="*/ 11280 w 11279"/>
                <a:gd name="connsiteY4" fmla="*/ 4436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79" h="8871">
                  <a:moveTo>
                    <a:pt x="11280" y="4436"/>
                  </a:moveTo>
                  <a:lnTo>
                    <a:pt x="5703" y="8871"/>
                  </a:lnTo>
                  <a:lnTo>
                    <a:pt x="0" y="4436"/>
                  </a:lnTo>
                  <a:lnTo>
                    <a:pt x="5703" y="0"/>
                  </a:lnTo>
                  <a:lnTo>
                    <a:pt x="11280" y="44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A94BC351-89D2-2810-B41A-AA651465B588}"/>
                </a:ext>
              </a:extLst>
            </p:cNvPr>
            <p:cNvSpPr/>
            <p:nvPr/>
          </p:nvSpPr>
          <p:spPr>
            <a:xfrm>
              <a:off x="7734317" y="2835874"/>
              <a:ext cx="11152" cy="8871"/>
            </a:xfrm>
            <a:custGeom>
              <a:avLst/>
              <a:gdLst>
                <a:gd name="connsiteX0" fmla="*/ 11153 w 11152"/>
                <a:gd name="connsiteY0" fmla="*/ 4436 h 8871"/>
                <a:gd name="connsiteX1" fmla="*/ 5576 w 11152"/>
                <a:gd name="connsiteY1" fmla="*/ 8871 h 8871"/>
                <a:gd name="connsiteX2" fmla="*/ 0 w 11152"/>
                <a:gd name="connsiteY2" fmla="*/ 4436 h 8871"/>
                <a:gd name="connsiteX3" fmla="*/ 5576 w 11152"/>
                <a:gd name="connsiteY3" fmla="*/ 0 h 8871"/>
                <a:gd name="connsiteX4" fmla="*/ 11153 w 11152"/>
                <a:gd name="connsiteY4" fmla="*/ 4436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52" h="8871">
                  <a:moveTo>
                    <a:pt x="11153" y="4436"/>
                  </a:moveTo>
                  <a:lnTo>
                    <a:pt x="5576" y="8871"/>
                  </a:lnTo>
                  <a:lnTo>
                    <a:pt x="0" y="4436"/>
                  </a:lnTo>
                  <a:lnTo>
                    <a:pt x="5576" y="0"/>
                  </a:lnTo>
                  <a:lnTo>
                    <a:pt x="11153" y="44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7E654F97-4503-0B2A-6E63-63084C55EDB5}"/>
                </a:ext>
              </a:extLst>
            </p:cNvPr>
            <p:cNvSpPr/>
            <p:nvPr/>
          </p:nvSpPr>
          <p:spPr>
            <a:xfrm>
              <a:off x="7787038" y="2931433"/>
              <a:ext cx="10646" cy="8364"/>
            </a:xfrm>
            <a:custGeom>
              <a:avLst/>
              <a:gdLst>
                <a:gd name="connsiteX0" fmla="*/ 10646 w 10646"/>
                <a:gd name="connsiteY0" fmla="*/ 4182 h 8364"/>
                <a:gd name="connsiteX1" fmla="*/ 5323 w 10646"/>
                <a:gd name="connsiteY1" fmla="*/ 8364 h 8364"/>
                <a:gd name="connsiteX2" fmla="*/ 0 w 10646"/>
                <a:gd name="connsiteY2" fmla="*/ 4182 h 8364"/>
                <a:gd name="connsiteX3" fmla="*/ 5323 w 10646"/>
                <a:gd name="connsiteY3" fmla="*/ 0 h 8364"/>
                <a:gd name="connsiteX4" fmla="*/ 10646 w 10646"/>
                <a:gd name="connsiteY4" fmla="*/ 4182 h 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46" h="8364">
                  <a:moveTo>
                    <a:pt x="10646" y="4182"/>
                  </a:moveTo>
                  <a:lnTo>
                    <a:pt x="5323" y="8364"/>
                  </a:lnTo>
                  <a:lnTo>
                    <a:pt x="0" y="4182"/>
                  </a:lnTo>
                  <a:lnTo>
                    <a:pt x="5323" y="0"/>
                  </a:lnTo>
                  <a:lnTo>
                    <a:pt x="10646" y="41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C4A1901A-06D1-A723-2F66-0E87DF41E87C}"/>
                </a:ext>
              </a:extLst>
            </p:cNvPr>
            <p:cNvSpPr/>
            <p:nvPr/>
          </p:nvSpPr>
          <p:spPr>
            <a:xfrm>
              <a:off x="7830762" y="3029906"/>
              <a:ext cx="9758" cy="7857"/>
            </a:xfrm>
            <a:custGeom>
              <a:avLst/>
              <a:gdLst>
                <a:gd name="connsiteX0" fmla="*/ 9759 w 9758"/>
                <a:gd name="connsiteY0" fmla="*/ 3929 h 7857"/>
                <a:gd name="connsiteX1" fmla="*/ 4816 w 9758"/>
                <a:gd name="connsiteY1" fmla="*/ 7858 h 7857"/>
                <a:gd name="connsiteX2" fmla="*/ 0 w 9758"/>
                <a:gd name="connsiteY2" fmla="*/ 3929 h 7857"/>
                <a:gd name="connsiteX3" fmla="*/ 4816 w 9758"/>
                <a:gd name="connsiteY3" fmla="*/ 0 h 7857"/>
                <a:gd name="connsiteX4" fmla="*/ 9759 w 9758"/>
                <a:gd name="connsiteY4" fmla="*/ 3929 h 7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58" h="7857">
                  <a:moveTo>
                    <a:pt x="9759" y="3929"/>
                  </a:moveTo>
                  <a:lnTo>
                    <a:pt x="4816" y="7858"/>
                  </a:lnTo>
                  <a:lnTo>
                    <a:pt x="0" y="3929"/>
                  </a:lnTo>
                  <a:lnTo>
                    <a:pt x="4816" y="0"/>
                  </a:lnTo>
                  <a:lnTo>
                    <a:pt x="9759" y="392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D257FFBF-0A8C-5A90-562B-BE344885D528}"/>
                </a:ext>
              </a:extLst>
            </p:cNvPr>
            <p:cNvSpPr/>
            <p:nvPr/>
          </p:nvSpPr>
          <p:spPr>
            <a:xfrm>
              <a:off x="7864601" y="3130281"/>
              <a:ext cx="9885" cy="7857"/>
            </a:xfrm>
            <a:custGeom>
              <a:avLst/>
              <a:gdLst>
                <a:gd name="connsiteX0" fmla="*/ 9886 w 9885"/>
                <a:gd name="connsiteY0" fmla="*/ 3929 h 7857"/>
                <a:gd name="connsiteX1" fmla="*/ 4943 w 9885"/>
                <a:gd name="connsiteY1" fmla="*/ 7858 h 7857"/>
                <a:gd name="connsiteX2" fmla="*/ 0 w 9885"/>
                <a:gd name="connsiteY2" fmla="*/ 3929 h 7857"/>
                <a:gd name="connsiteX3" fmla="*/ 4943 w 9885"/>
                <a:gd name="connsiteY3" fmla="*/ 0 h 7857"/>
                <a:gd name="connsiteX4" fmla="*/ 9886 w 9885"/>
                <a:gd name="connsiteY4" fmla="*/ 3929 h 7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85" h="7857">
                  <a:moveTo>
                    <a:pt x="9886" y="3929"/>
                  </a:moveTo>
                  <a:lnTo>
                    <a:pt x="4943" y="7858"/>
                  </a:lnTo>
                  <a:lnTo>
                    <a:pt x="0" y="3929"/>
                  </a:lnTo>
                  <a:lnTo>
                    <a:pt x="4943" y="0"/>
                  </a:lnTo>
                  <a:lnTo>
                    <a:pt x="9886" y="392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327B45B1-3C0F-5774-0043-0DCDD27CDE8D}"/>
                </a:ext>
              </a:extLst>
            </p:cNvPr>
            <p:cNvSpPr/>
            <p:nvPr/>
          </p:nvSpPr>
          <p:spPr>
            <a:xfrm>
              <a:off x="7889314" y="3232684"/>
              <a:ext cx="9251" cy="7350"/>
            </a:xfrm>
            <a:custGeom>
              <a:avLst/>
              <a:gdLst>
                <a:gd name="connsiteX0" fmla="*/ 9251 w 9251"/>
                <a:gd name="connsiteY0" fmla="*/ 3675 h 7350"/>
                <a:gd name="connsiteX1" fmla="*/ 4562 w 9251"/>
                <a:gd name="connsiteY1" fmla="*/ 7351 h 7350"/>
                <a:gd name="connsiteX2" fmla="*/ 0 w 9251"/>
                <a:gd name="connsiteY2" fmla="*/ 3675 h 7350"/>
                <a:gd name="connsiteX3" fmla="*/ 4562 w 9251"/>
                <a:gd name="connsiteY3" fmla="*/ 0 h 7350"/>
                <a:gd name="connsiteX4" fmla="*/ 9251 w 9251"/>
                <a:gd name="connsiteY4" fmla="*/ 3675 h 7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51" h="7350">
                  <a:moveTo>
                    <a:pt x="9251" y="3675"/>
                  </a:moveTo>
                  <a:lnTo>
                    <a:pt x="4562" y="7351"/>
                  </a:lnTo>
                  <a:lnTo>
                    <a:pt x="0" y="3675"/>
                  </a:lnTo>
                  <a:lnTo>
                    <a:pt x="4562" y="0"/>
                  </a:lnTo>
                  <a:lnTo>
                    <a:pt x="9251" y="367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502998E1-219B-4CE4-A1B7-F1A613EDB69E}"/>
                </a:ext>
              </a:extLst>
            </p:cNvPr>
            <p:cNvSpPr/>
            <p:nvPr/>
          </p:nvSpPr>
          <p:spPr>
            <a:xfrm>
              <a:off x="7904396" y="3336354"/>
              <a:ext cx="8491" cy="6716"/>
            </a:xfrm>
            <a:custGeom>
              <a:avLst/>
              <a:gdLst>
                <a:gd name="connsiteX0" fmla="*/ 8491 w 8491"/>
                <a:gd name="connsiteY0" fmla="*/ 3295 h 6716"/>
                <a:gd name="connsiteX1" fmla="*/ 4183 w 8491"/>
                <a:gd name="connsiteY1" fmla="*/ 6717 h 6716"/>
                <a:gd name="connsiteX2" fmla="*/ 0 w 8491"/>
                <a:gd name="connsiteY2" fmla="*/ 3295 h 6716"/>
                <a:gd name="connsiteX3" fmla="*/ 4183 w 8491"/>
                <a:gd name="connsiteY3" fmla="*/ 0 h 6716"/>
                <a:gd name="connsiteX4" fmla="*/ 8491 w 8491"/>
                <a:gd name="connsiteY4" fmla="*/ 3295 h 6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91" h="6716">
                  <a:moveTo>
                    <a:pt x="8491" y="3295"/>
                  </a:moveTo>
                  <a:lnTo>
                    <a:pt x="4183" y="6717"/>
                  </a:lnTo>
                  <a:lnTo>
                    <a:pt x="0" y="3295"/>
                  </a:lnTo>
                  <a:lnTo>
                    <a:pt x="4183" y="0"/>
                  </a:lnTo>
                  <a:lnTo>
                    <a:pt x="8491" y="32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07112E2B-DD59-84BC-EADA-FF3F0FBCDFBB}"/>
                </a:ext>
              </a:extLst>
            </p:cNvPr>
            <p:cNvSpPr/>
            <p:nvPr/>
          </p:nvSpPr>
          <p:spPr>
            <a:xfrm>
              <a:off x="8034427" y="3440278"/>
              <a:ext cx="8491" cy="6716"/>
            </a:xfrm>
            <a:custGeom>
              <a:avLst/>
              <a:gdLst>
                <a:gd name="connsiteX0" fmla="*/ 8491 w 8491"/>
                <a:gd name="connsiteY0" fmla="*/ 3295 h 6716"/>
                <a:gd name="connsiteX1" fmla="*/ 4309 w 8491"/>
                <a:gd name="connsiteY1" fmla="*/ 6717 h 6716"/>
                <a:gd name="connsiteX2" fmla="*/ 0 w 8491"/>
                <a:gd name="connsiteY2" fmla="*/ 3295 h 6716"/>
                <a:gd name="connsiteX3" fmla="*/ 4309 w 8491"/>
                <a:gd name="connsiteY3" fmla="*/ 0 h 6716"/>
                <a:gd name="connsiteX4" fmla="*/ 8491 w 8491"/>
                <a:gd name="connsiteY4" fmla="*/ 3295 h 6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91" h="6716">
                  <a:moveTo>
                    <a:pt x="8491" y="3295"/>
                  </a:moveTo>
                  <a:lnTo>
                    <a:pt x="4309" y="6717"/>
                  </a:lnTo>
                  <a:lnTo>
                    <a:pt x="0" y="3295"/>
                  </a:lnTo>
                  <a:lnTo>
                    <a:pt x="4309" y="0"/>
                  </a:lnTo>
                  <a:lnTo>
                    <a:pt x="8491" y="32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6AB4DAB0-D7E4-7767-5B96-F643AC04424C}"/>
                </a:ext>
              </a:extLst>
            </p:cNvPr>
            <p:cNvSpPr/>
            <p:nvPr/>
          </p:nvSpPr>
          <p:spPr>
            <a:xfrm>
              <a:off x="8030245" y="3544454"/>
              <a:ext cx="7857" cy="6210"/>
            </a:xfrm>
            <a:custGeom>
              <a:avLst/>
              <a:gdLst>
                <a:gd name="connsiteX0" fmla="*/ 7858 w 7857"/>
                <a:gd name="connsiteY0" fmla="*/ 3042 h 6210"/>
                <a:gd name="connsiteX1" fmla="*/ 3929 w 7857"/>
                <a:gd name="connsiteY1" fmla="*/ 6210 h 6210"/>
                <a:gd name="connsiteX2" fmla="*/ 0 w 7857"/>
                <a:gd name="connsiteY2" fmla="*/ 3042 h 6210"/>
                <a:gd name="connsiteX3" fmla="*/ 3929 w 7857"/>
                <a:gd name="connsiteY3" fmla="*/ 0 h 6210"/>
                <a:gd name="connsiteX4" fmla="*/ 7858 w 7857"/>
                <a:gd name="connsiteY4" fmla="*/ 3042 h 6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57" h="6210">
                  <a:moveTo>
                    <a:pt x="7858" y="3042"/>
                  </a:moveTo>
                  <a:lnTo>
                    <a:pt x="3929" y="6210"/>
                  </a:lnTo>
                  <a:lnTo>
                    <a:pt x="0" y="3042"/>
                  </a:lnTo>
                  <a:lnTo>
                    <a:pt x="3929" y="0"/>
                  </a:lnTo>
                  <a:lnTo>
                    <a:pt x="7858" y="30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3BCA8467-45DF-A7CA-BCF0-2064AE107EE0}"/>
                </a:ext>
              </a:extLst>
            </p:cNvPr>
            <p:cNvSpPr/>
            <p:nvPr/>
          </p:nvSpPr>
          <p:spPr>
            <a:xfrm>
              <a:off x="8016811" y="3648125"/>
              <a:ext cx="7224" cy="5702"/>
            </a:xfrm>
            <a:custGeom>
              <a:avLst/>
              <a:gdLst>
                <a:gd name="connsiteX0" fmla="*/ 7224 w 7224"/>
                <a:gd name="connsiteY0" fmla="*/ 2788 h 5702"/>
                <a:gd name="connsiteX1" fmla="*/ 3675 w 7224"/>
                <a:gd name="connsiteY1" fmla="*/ 5703 h 5702"/>
                <a:gd name="connsiteX2" fmla="*/ 0 w 7224"/>
                <a:gd name="connsiteY2" fmla="*/ 2788 h 5702"/>
                <a:gd name="connsiteX3" fmla="*/ 3675 w 7224"/>
                <a:gd name="connsiteY3" fmla="*/ 0 h 5702"/>
                <a:gd name="connsiteX4" fmla="*/ 7224 w 7224"/>
                <a:gd name="connsiteY4" fmla="*/ 2788 h 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24" h="5702">
                  <a:moveTo>
                    <a:pt x="7224" y="2788"/>
                  </a:moveTo>
                  <a:lnTo>
                    <a:pt x="3675" y="5703"/>
                  </a:lnTo>
                  <a:lnTo>
                    <a:pt x="0" y="2788"/>
                  </a:lnTo>
                  <a:lnTo>
                    <a:pt x="3675" y="0"/>
                  </a:lnTo>
                  <a:lnTo>
                    <a:pt x="7224" y="278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9926213D-F740-22F8-6335-7FCC02FE1A27}"/>
                </a:ext>
              </a:extLst>
            </p:cNvPr>
            <p:cNvSpPr/>
            <p:nvPr/>
          </p:nvSpPr>
          <p:spPr>
            <a:xfrm>
              <a:off x="7994378" y="3750781"/>
              <a:ext cx="6590" cy="5069"/>
            </a:xfrm>
            <a:custGeom>
              <a:avLst/>
              <a:gdLst>
                <a:gd name="connsiteX0" fmla="*/ 6591 w 6590"/>
                <a:gd name="connsiteY0" fmla="*/ 2534 h 5069"/>
                <a:gd name="connsiteX1" fmla="*/ 3295 w 6590"/>
                <a:gd name="connsiteY1" fmla="*/ 5069 h 5069"/>
                <a:gd name="connsiteX2" fmla="*/ 0 w 6590"/>
                <a:gd name="connsiteY2" fmla="*/ 2534 h 5069"/>
                <a:gd name="connsiteX3" fmla="*/ 3295 w 6590"/>
                <a:gd name="connsiteY3" fmla="*/ 0 h 5069"/>
                <a:gd name="connsiteX4" fmla="*/ 6591 w 6590"/>
                <a:gd name="connsiteY4" fmla="*/ 2534 h 5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90" h="5069">
                  <a:moveTo>
                    <a:pt x="6591" y="2534"/>
                  </a:moveTo>
                  <a:lnTo>
                    <a:pt x="3295" y="5069"/>
                  </a:lnTo>
                  <a:lnTo>
                    <a:pt x="0" y="2534"/>
                  </a:lnTo>
                  <a:lnTo>
                    <a:pt x="3295" y="0"/>
                  </a:lnTo>
                  <a:lnTo>
                    <a:pt x="6591" y="25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CE56C9BD-FB9E-3E79-A359-5C659DE78E12}"/>
                </a:ext>
              </a:extLst>
            </p:cNvPr>
            <p:cNvSpPr/>
            <p:nvPr/>
          </p:nvSpPr>
          <p:spPr>
            <a:xfrm>
              <a:off x="7963329" y="3852170"/>
              <a:ext cx="5195" cy="4182"/>
            </a:xfrm>
            <a:custGeom>
              <a:avLst/>
              <a:gdLst>
                <a:gd name="connsiteX0" fmla="*/ 5196 w 5195"/>
                <a:gd name="connsiteY0" fmla="*/ 2027 h 4182"/>
                <a:gd name="connsiteX1" fmla="*/ 2661 w 5195"/>
                <a:gd name="connsiteY1" fmla="*/ 4182 h 4182"/>
                <a:gd name="connsiteX2" fmla="*/ 0 w 5195"/>
                <a:gd name="connsiteY2" fmla="*/ 2027 h 4182"/>
                <a:gd name="connsiteX3" fmla="*/ 2661 w 5195"/>
                <a:gd name="connsiteY3" fmla="*/ 0 h 4182"/>
                <a:gd name="connsiteX4" fmla="*/ 5196 w 5195"/>
                <a:gd name="connsiteY4" fmla="*/ 2027 h 4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95" h="4182">
                  <a:moveTo>
                    <a:pt x="5196" y="2027"/>
                  </a:moveTo>
                  <a:lnTo>
                    <a:pt x="2661" y="4182"/>
                  </a:lnTo>
                  <a:lnTo>
                    <a:pt x="0" y="2027"/>
                  </a:lnTo>
                  <a:lnTo>
                    <a:pt x="2661" y="0"/>
                  </a:lnTo>
                  <a:lnTo>
                    <a:pt x="5196" y="202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0972616F-7872-F42E-7264-BDD689EDA92C}"/>
                </a:ext>
              </a:extLst>
            </p:cNvPr>
            <p:cNvSpPr/>
            <p:nvPr/>
          </p:nvSpPr>
          <p:spPr>
            <a:xfrm>
              <a:off x="7923026" y="3951277"/>
              <a:ext cx="4816" cy="3675"/>
            </a:xfrm>
            <a:custGeom>
              <a:avLst/>
              <a:gdLst>
                <a:gd name="connsiteX0" fmla="*/ 4816 w 4816"/>
                <a:gd name="connsiteY0" fmla="*/ 1774 h 3675"/>
                <a:gd name="connsiteX1" fmla="*/ 2408 w 4816"/>
                <a:gd name="connsiteY1" fmla="*/ 3675 h 3675"/>
                <a:gd name="connsiteX2" fmla="*/ 0 w 4816"/>
                <a:gd name="connsiteY2" fmla="*/ 1774 h 3675"/>
                <a:gd name="connsiteX3" fmla="*/ 2408 w 4816"/>
                <a:gd name="connsiteY3" fmla="*/ 0 h 3675"/>
                <a:gd name="connsiteX4" fmla="*/ 4816 w 4816"/>
                <a:gd name="connsiteY4" fmla="*/ 1774 h 3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16" h="3675">
                  <a:moveTo>
                    <a:pt x="4816" y="1774"/>
                  </a:moveTo>
                  <a:lnTo>
                    <a:pt x="2408" y="3675"/>
                  </a:lnTo>
                  <a:lnTo>
                    <a:pt x="0" y="1774"/>
                  </a:lnTo>
                  <a:lnTo>
                    <a:pt x="2408" y="0"/>
                  </a:lnTo>
                  <a:lnTo>
                    <a:pt x="4816" y="177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2E211EAD-8771-ADBC-6076-CB8D2D1B4CB5}"/>
                </a:ext>
              </a:extLst>
            </p:cNvPr>
            <p:cNvSpPr/>
            <p:nvPr/>
          </p:nvSpPr>
          <p:spPr>
            <a:xfrm>
              <a:off x="7874233" y="4047849"/>
              <a:ext cx="4182" cy="3295"/>
            </a:xfrm>
            <a:custGeom>
              <a:avLst/>
              <a:gdLst>
                <a:gd name="connsiteX0" fmla="*/ 4183 w 4182"/>
                <a:gd name="connsiteY0" fmla="*/ 1648 h 3295"/>
                <a:gd name="connsiteX1" fmla="*/ 2154 w 4182"/>
                <a:gd name="connsiteY1" fmla="*/ 3295 h 3295"/>
                <a:gd name="connsiteX2" fmla="*/ 0 w 4182"/>
                <a:gd name="connsiteY2" fmla="*/ 1648 h 3295"/>
                <a:gd name="connsiteX3" fmla="*/ 2154 w 4182"/>
                <a:gd name="connsiteY3" fmla="*/ 0 h 3295"/>
                <a:gd name="connsiteX4" fmla="*/ 4183 w 4182"/>
                <a:gd name="connsiteY4" fmla="*/ 1648 h 3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2" h="3295">
                  <a:moveTo>
                    <a:pt x="4183" y="1648"/>
                  </a:moveTo>
                  <a:lnTo>
                    <a:pt x="2154" y="3295"/>
                  </a:lnTo>
                  <a:lnTo>
                    <a:pt x="0" y="1648"/>
                  </a:lnTo>
                  <a:lnTo>
                    <a:pt x="2154" y="0"/>
                  </a:lnTo>
                  <a:lnTo>
                    <a:pt x="4183" y="164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2D722B39-1C30-C99B-236E-84E0B654DD16}"/>
                </a:ext>
              </a:extLst>
            </p:cNvPr>
            <p:cNvSpPr/>
            <p:nvPr/>
          </p:nvSpPr>
          <p:spPr>
            <a:xfrm>
              <a:off x="7817328" y="4141761"/>
              <a:ext cx="3041" cy="2281"/>
            </a:xfrm>
            <a:custGeom>
              <a:avLst/>
              <a:gdLst>
                <a:gd name="connsiteX0" fmla="*/ 3042 w 3041"/>
                <a:gd name="connsiteY0" fmla="*/ 1141 h 2281"/>
                <a:gd name="connsiteX1" fmla="*/ 1521 w 3041"/>
                <a:gd name="connsiteY1" fmla="*/ 2282 h 2281"/>
                <a:gd name="connsiteX2" fmla="*/ 0 w 3041"/>
                <a:gd name="connsiteY2" fmla="*/ 1141 h 2281"/>
                <a:gd name="connsiteX3" fmla="*/ 1521 w 3041"/>
                <a:gd name="connsiteY3" fmla="*/ 0 h 2281"/>
                <a:gd name="connsiteX4" fmla="*/ 3042 w 3041"/>
                <a:gd name="connsiteY4" fmla="*/ 1141 h 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1" h="2281">
                  <a:moveTo>
                    <a:pt x="3042" y="1141"/>
                  </a:moveTo>
                  <a:lnTo>
                    <a:pt x="1521" y="2282"/>
                  </a:lnTo>
                  <a:lnTo>
                    <a:pt x="0" y="1141"/>
                  </a:lnTo>
                  <a:lnTo>
                    <a:pt x="1521" y="0"/>
                  </a:lnTo>
                  <a:lnTo>
                    <a:pt x="3042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A93C9C7A-8326-2CF3-8329-B32E69DD96D8}"/>
                </a:ext>
              </a:extLst>
            </p:cNvPr>
            <p:cNvSpPr/>
            <p:nvPr/>
          </p:nvSpPr>
          <p:spPr>
            <a:xfrm>
              <a:off x="7752186" y="4232124"/>
              <a:ext cx="2281" cy="1774"/>
            </a:xfrm>
            <a:custGeom>
              <a:avLst/>
              <a:gdLst>
                <a:gd name="connsiteX0" fmla="*/ 2281 w 2281"/>
                <a:gd name="connsiteY0" fmla="*/ 887 h 1774"/>
                <a:gd name="connsiteX1" fmla="*/ 1141 w 2281"/>
                <a:gd name="connsiteY1" fmla="*/ 1774 h 1774"/>
                <a:gd name="connsiteX2" fmla="*/ 0 w 2281"/>
                <a:gd name="connsiteY2" fmla="*/ 887 h 1774"/>
                <a:gd name="connsiteX3" fmla="*/ 1141 w 2281"/>
                <a:gd name="connsiteY3" fmla="*/ 0 h 1774"/>
                <a:gd name="connsiteX4" fmla="*/ 2281 w 2281"/>
                <a:gd name="connsiteY4" fmla="*/ 887 h 1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1" h="1774">
                  <a:moveTo>
                    <a:pt x="2281" y="887"/>
                  </a:moveTo>
                  <a:lnTo>
                    <a:pt x="1141" y="1774"/>
                  </a:lnTo>
                  <a:lnTo>
                    <a:pt x="0" y="887"/>
                  </a:lnTo>
                  <a:lnTo>
                    <a:pt x="1141" y="0"/>
                  </a:lnTo>
                  <a:lnTo>
                    <a:pt x="2281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72112558-76A7-5DC8-7835-9FA10E39671B}"/>
                </a:ext>
              </a:extLst>
            </p:cNvPr>
            <p:cNvSpPr/>
            <p:nvPr/>
          </p:nvSpPr>
          <p:spPr>
            <a:xfrm>
              <a:off x="7679186" y="4318558"/>
              <a:ext cx="1647" cy="1393"/>
            </a:xfrm>
            <a:custGeom>
              <a:avLst/>
              <a:gdLst>
                <a:gd name="connsiteX0" fmla="*/ 1648 w 1647"/>
                <a:gd name="connsiteY0" fmla="*/ 634 h 1393"/>
                <a:gd name="connsiteX1" fmla="*/ 887 w 1647"/>
                <a:gd name="connsiteY1" fmla="*/ 1394 h 1393"/>
                <a:gd name="connsiteX2" fmla="*/ 0 w 1647"/>
                <a:gd name="connsiteY2" fmla="*/ 634 h 1393"/>
                <a:gd name="connsiteX3" fmla="*/ 887 w 1647"/>
                <a:gd name="connsiteY3" fmla="*/ 0 h 1393"/>
                <a:gd name="connsiteX4" fmla="*/ 1648 w 1647"/>
                <a:gd name="connsiteY4" fmla="*/ 634 h 1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7" h="1393">
                  <a:moveTo>
                    <a:pt x="1648" y="634"/>
                  </a:moveTo>
                  <a:lnTo>
                    <a:pt x="887" y="1394"/>
                  </a:lnTo>
                  <a:lnTo>
                    <a:pt x="0" y="634"/>
                  </a:lnTo>
                  <a:lnTo>
                    <a:pt x="887" y="0"/>
                  </a:lnTo>
                  <a:lnTo>
                    <a:pt x="1648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BB845C5C-8B7F-6BDA-0A5C-02C292FE3CC2}"/>
                </a:ext>
              </a:extLst>
            </p:cNvPr>
            <p:cNvSpPr/>
            <p:nvPr/>
          </p:nvSpPr>
          <p:spPr>
            <a:xfrm>
              <a:off x="7598963" y="4400809"/>
              <a:ext cx="760" cy="633"/>
            </a:xfrm>
            <a:custGeom>
              <a:avLst/>
              <a:gdLst>
                <a:gd name="connsiteX0" fmla="*/ 760 w 760"/>
                <a:gd name="connsiteY0" fmla="*/ 380 h 633"/>
                <a:gd name="connsiteX1" fmla="*/ 380 w 760"/>
                <a:gd name="connsiteY1" fmla="*/ 634 h 633"/>
                <a:gd name="connsiteX2" fmla="*/ 0 w 760"/>
                <a:gd name="connsiteY2" fmla="*/ 380 h 633"/>
                <a:gd name="connsiteX3" fmla="*/ 380 w 760"/>
                <a:gd name="connsiteY3" fmla="*/ 0 h 633"/>
                <a:gd name="connsiteX4" fmla="*/ 760 w 760"/>
                <a:gd name="connsiteY4" fmla="*/ 380 h 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0" h="633">
                  <a:moveTo>
                    <a:pt x="760" y="380"/>
                  </a:moveTo>
                  <a:lnTo>
                    <a:pt x="380" y="634"/>
                  </a:lnTo>
                  <a:lnTo>
                    <a:pt x="0" y="380"/>
                  </a:lnTo>
                  <a:lnTo>
                    <a:pt x="380" y="0"/>
                  </a:lnTo>
                  <a:lnTo>
                    <a:pt x="760" y="38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D4520CEC-EB55-41D7-8C2D-D2A4CCB6FBE8}"/>
                </a:ext>
              </a:extLst>
            </p:cNvPr>
            <p:cNvSpPr/>
            <p:nvPr/>
          </p:nvSpPr>
          <p:spPr>
            <a:xfrm>
              <a:off x="7511388" y="4478245"/>
              <a:ext cx="380" cy="380"/>
            </a:xfrm>
            <a:custGeom>
              <a:avLst/>
              <a:gdLst>
                <a:gd name="connsiteX0" fmla="*/ 381 w 380"/>
                <a:gd name="connsiteY0" fmla="*/ 126 h 380"/>
                <a:gd name="connsiteX1" fmla="*/ 127 w 380"/>
                <a:gd name="connsiteY1" fmla="*/ 380 h 380"/>
                <a:gd name="connsiteX2" fmla="*/ 0 w 380"/>
                <a:gd name="connsiteY2" fmla="*/ 126 h 380"/>
                <a:gd name="connsiteX3" fmla="*/ 127 w 380"/>
                <a:gd name="connsiteY3" fmla="*/ 0 h 380"/>
                <a:gd name="connsiteX4" fmla="*/ 381 w 380"/>
                <a:gd name="connsiteY4" fmla="*/ 126 h 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" h="380">
                  <a:moveTo>
                    <a:pt x="381" y="126"/>
                  </a:moveTo>
                  <a:lnTo>
                    <a:pt x="127" y="380"/>
                  </a:lnTo>
                  <a:lnTo>
                    <a:pt x="0" y="126"/>
                  </a:lnTo>
                  <a:lnTo>
                    <a:pt x="127" y="0"/>
                  </a:lnTo>
                  <a:lnTo>
                    <a:pt x="381" y="12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E0D933C4-38C7-0BD7-0EEE-D0854C0A304A}"/>
                </a:ext>
              </a:extLst>
            </p:cNvPr>
            <p:cNvSpPr/>
            <p:nvPr/>
          </p:nvSpPr>
          <p:spPr>
            <a:xfrm>
              <a:off x="7416969" y="4550358"/>
              <a:ext cx="634" cy="506"/>
            </a:xfrm>
            <a:custGeom>
              <a:avLst/>
              <a:gdLst>
                <a:gd name="connsiteX0" fmla="*/ 634 w 634"/>
                <a:gd name="connsiteY0" fmla="*/ 253 h 506"/>
                <a:gd name="connsiteX1" fmla="*/ 254 w 634"/>
                <a:gd name="connsiteY1" fmla="*/ 507 h 506"/>
                <a:gd name="connsiteX2" fmla="*/ 0 w 634"/>
                <a:gd name="connsiteY2" fmla="*/ 253 h 506"/>
                <a:gd name="connsiteX3" fmla="*/ 254 w 634"/>
                <a:gd name="connsiteY3" fmla="*/ 0 h 506"/>
                <a:gd name="connsiteX4" fmla="*/ 634 w 634"/>
                <a:gd name="connsiteY4" fmla="*/ 253 h 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4" h="506">
                  <a:moveTo>
                    <a:pt x="634" y="253"/>
                  </a:moveTo>
                  <a:lnTo>
                    <a:pt x="254" y="507"/>
                  </a:lnTo>
                  <a:lnTo>
                    <a:pt x="0" y="253"/>
                  </a:lnTo>
                  <a:lnTo>
                    <a:pt x="254" y="0"/>
                  </a:lnTo>
                  <a:lnTo>
                    <a:pt x="634" y="25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9DCFBA06-C647-FB6B-51C0-957C1C32984C}"/>
                </a:ext>
              </a:extLst>
            </p:cNvPr>
            <p:cNvSpPr/>
            <p:nvPr/>
          </p:nvSpPr>
          <p:spPr>
            <a:xfrm>
              <a:off x="7316215" y="4616894"/>
              <a:ext cx="1393" cy="1140"/>
            </a:xfrm>
            <a:custGeom>
              <a:avLst/>
              <a:gdLst>
                <a:gd name="connsiteX0" fmla="*/ 1394 w 1393"/>
                <a:gd name="connsiteY0" fmla="*/ 507 h 1140"/>
                <a:gd name="connsiteX1" fmla="*/ 634 w 1393"/>
                <a:gd name="connsiteY1" fmla="*/ 1141 h 1140"/>
                <a:gd name="connsiteX2" fmla="*/ 0 w 1393"/>
                <a:gd name="connsiteY2" fmla="*/ 507 h 1140"/>
                <a:gd name="connsiteX3" fmla="*/ 634 w 1393"/>
                <a:gd name="connsiteY3" fmla="*/ 0 h 1140"/>
                <a:gd name="connsiteX4" fmla="*/ 1394 w 1393"/>
                <a:gd name="connsiteY4" fmla="*/ 507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3" h="1140">
                  <a:moveTo>
                    <a:pt x="1394" y="507"/>
                  </a:moveTo>
                  <a:lnTo>
                    <a:pt x="634" y="1141"/>
                  </a:lnTo>
                  <a:lnTo>
                    <a:pt x="0" y="507"/>
                  </a:lnTo>
                  <a:lnTo>
                    <a:pt x="634" y="0"/>
                  </a:lnTo>
                  <a:lnTo>
                    <a:pt x="1394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F161DC89-486C-DE3E-FED7-04439E605395}"/>
                </a:ext>
              </a:extLst>
            </p:cNvPr>
            <p:cNvSpPr/>
            <p:nvPr/>
          </p:nvSpPr>
          <p:spPr>
            <a:xfrm>
              <a:off x="7209376" y="4677474"/>
              <a:ext cx="2915" cy="2281"/>
            </a:xfrm>
            <a:custGeom>
              <a:avLst/>
              <a:gdLst>
                <a:gd name="connsiteX0" fmla="*/ 2915 w 2915"/>
                <a:gd name="connsiteY0" fmla="*/ 1141 h 2281"/>
                <a:gd name="connsiteX1" fmla="*/ 1395 w 2915"/>
                <a:gd name="connsiteY1" fmla="*/ 2281 h 2281"/>
                <a:gd name="connsiteX2" fmla="*/ 0 w 2915"/>
                <a:gd name="connsiteY2" fmla="*/ 1141 h 2281"/>
                <a:gd name="connsiteX3" fmla="*/ 1395 w 2915"/>
                <a:gd name="connsiteY3" fmla="*/ 0 h 2281"/>
                <a:gd name="connsiteX4" fmla="*/ 2915 w 2915"/>
                <a:gd name="connsiteY4" fmla="*/ 1141 h 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5" h="2281">
                  <a:moveTo>
                    <a:pt x="2915" y="1141"/>
                  </a:moveTo>
                  <a:lnTo>
                    <a:pt x="1395" y="2281"/>
                  </a:lnTo>
                  <a:lnTo>
                    <a:pt x="0" y="1141"/>
                  </a:lnTo>
                  <a:lnTo>
                    <a:pt x="1395" y="0"/>
                  </a:lnTo>
                  <a:lnTo>
                    <a:pt x="2915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EA0ECCDB-3055-AFED-B53E-874C4B798D3C}"/>
                </a:ext>
              </a:extLst>
            </p:cNvPr>
            <p:cNvSpPr/>
            <p:nvPr/>
          </p:nvSpPr>
          <p:spPr>
            <a:xfrm>
              <a:off x="7097848" y="4732224"/>
              <a:ext cx="3548" cy="2915"/>
            </a:xfrm>
            <a:custGeom>
              <a:avLst/>
              <a:gdLst>
                <a:gd name="connsiteX0" fmla="*/ 3549 w 3548"/>
                <a:gd name="connsiteY0" fmla="*/ 1394 h 2915"/>
                <a:gd name="connsiteX1" fmla="*/ 1774 w 3548"/>
                <a:gd name="connsiteY1" fmla="*/ 2915 h 2915"/>
                <a:gd name="connsiteX2" fmla="*/ 0 w 3548"/>
                <a:gd name="connsiteY2" fmla="*/ 1394 h 2915"/>
                <a:gd name="connsiteX3" fmla="*/ 1774 w 3548"/>
                <a:gd name="connsiteY3" fmla="*/ 0 h 2915"/>
                <a:gd name="connsiteX4" fmla="*/ 3549 w 3548"/>
                <a:gd name="connsiteY4" fmla="*/ 1394 h 2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915">
                  <a:moveTo>
                    <a:pt x="3549" y="1394"/>
                  </a:moveTo>
                  <a:lnTo>
                    <a:pt x="1774" y="2915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9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2A1E240F-889B-D107-FFB7-95F699131143}"/>
                </a:ext>
              </a:extLst>
            </p:cNvPr>
            <p:cNvSpPr/>
            <p:nvPr/>
          </p:nvSpPr>
          <p:spPr>
            <a:xfrm>
              <a:off x="6981758" y="4780764"/>
              <a:ext cx="4308" cy="3421"/>
            </a:xfrm>
            <a:custGeom>
              <a:avLst/>
              <a:gdLst>
                <a:gd name="connsiteX0" fmla="*/ 4309 w 4308"/>
                <a:gd name="connsiteY0" fmla="*/ 1774 h 3421"/>
                <a:gd name="connsiteX1" fmla="*/ 2154 w 4308"/>
                <a:gd name="connsiteY1" fmla="*/ 3422 h 3421"/>
                <a:gd name="connsiteX2" fmla="*/ 0 w 4308"/>
                <a:gd name="connsiteY2" fmla="*/ 1774 h 3421"/>
                <a:gd name="connsiteX3" fmla="*/ 2154 w 4308"/>
                <a:gd name="connsiteY3" fmla="*/ 0 h 3421"/>
                <a:gd name="connsiteX4" fmla="*/ 4309 w 4308"/>
                <a:gd name="connsiteY4" fmla="*/ 1774 h 3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8" h="3421">
                  <a:moveTo>
                    <a:pt x="4309" y="1774"/>
                  </a:moveTo>
                  <a:lnTo>
                    <a:pt x="2154" y="3422"/>
                  </a:lnTo>
                  <a:lnTo>
                    <a:pt x="0" y="1774"/>
                  </a:lnTo>
                  <a:lnTo>
                    <a:pt x="2154" y="0"/>
                  </a:lnTo>
                  <a:lnTo>
                    <a:pt x="4309" y="177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F91E8019-E9CD-CA4A-C230-030AFE13CBC9}"/>
                </a:ext>
              </a:extLst>
            </p:cNvPr>
            <p:cNvSpPr/>
            <p:nvPr/>
          </p:nvSpPr>
          <p:spPr>
            <a:xfrm>
              <a:off x="6861359" y="4822586"/>
              <a:ext cx="5703" cy="4435"/>
            </a:xfrm>
            <a:custGeom>
              <a:avLst/>
              <a:gdLst>
                <a:gd name="connsiteX0" fmla="*/ 5703 w 5703"/>
                <a:gd name="connsiteY0" fmla="*/ 2155 h 4435"/>
                <a:gd name="connsiteX1" fmla="*/ 2788 w 5703"/>
                <a:gd name="connsiteY1" fmla="*/ 4436 h 4435"/>
                <a:gd name="connsiteX2" fmla="*/ 0 w 5703"/>
                <a:gd name="connsiteY2" fmla="*/ 2155 h 4435"/>
                <a:gd name="connsiteX3" fmla="*/ 2788 w 5703"/>
                <a:gd name="connsiteY3" fmla="*/ 0 h 4435"/>
                <a:gd name="connsiteX4" fmla="*/ 5703 w 5703"/>
                <a:gd name="connsiteY4" fmla="*/ 2155 h 4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03" h="4435">
                  <a:moveTo>
                    <a:pt x="5703" y="2155"/>
                  </a:moveTo>
                  <a:lnTo>
                    <a:pt x="2788" y="4436"/>
                  </a:lnTo>
                  <a:lnTo>
                    <a:pt x="0" y="2155"/>
                  </a:lnTo>
                  <a:lnTo>
                    <a:pt x="2788" y="0"/>
                  </a:lnTo>
                  <a:lnTo>
                    <a:pt x="5703" y="215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92837E5-02EE-8C59-D7D5-A4729E74B7F6}"/>
                </a:ext>
              </a:extLst>
            </p:cNvPr>
            <p:cNvSpPr/>
            <p:nvPr/>
          </p:nvSpPr>
          <p:spPr>
            <a:xfrm>
              <a:off x="6737792" y="4857819"/>
              <a:ext cx="6463" cy="5069"/>
            </a:xfrm>
            <a:custGeom>
              <a:avLst/>
              <a:gdLst>
                <a:gd name="connsiteX0" fmla="*/ 6464 w 6463"/>
                <a:gd name="connsiteY0" fmla="*/ 2535 h 5069"/>
                <a:gd name="connsiteX1" fmla="*/ 3168 w 6463"/>
                <a:gd name="connsiteY1" fmla="*/ 5070 h 5069"/>
                <a:gd name="connsiteX2" fmla="*/ 0 w 6463"/>
                <a:gd name="connsiteY2" fmla="*/ 2535 h 5069"/>
                <a:gd name="connsiteX3" fmla="*/ 3168 w 6463"/>
                <a:gd name="connsiteY3" fmla="*/ 0 h 5069"/>
                <a:gd name="connsiteX4" fmla="*/ 6464 w 6463"/>
                <a:gd name="connsiteY4" fmla="*/ 2535 h 5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069">
                  <a:moveTo>
                    <a:pt x="6464" y="2535"/>
                  </a:moveTo>
                  <a:lnTo>
                    <a:pt x="3168" y="5070"/>
                  </a:lnTo>
                  <a:lnTo>
                    <a:pt x="0" y="2535"/>
                  </a:lnTo>
                  <a:lnTo>
                    <a:pt x="3168" y="0"/>
                  </a:lnTo>
                  <a:lnTo>
                    <a:pt x="6464" y="253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D5F1DEC9-EA48-4B34-01AE-BA228ECD4EF5}"/>
                </a:ext>
              </a:extLst>
            </p:cNvPr>
            <p:cNvSpPr/>
            <p:nvPr/>
          </p:nvSpPr>
          <p:spPr>
            <a:xfrm>
              <a:off x="6611309" y="4886081"/>
              <a:ext cx="7350" cy="5829"/>
            </a:xfrm>
            <a:custGeom>
              <a:avLst/>
              <a:gdLst>
                <a:gd name="connsiteX0" fmla="*/ 7351 w 7350"/>
                <a:gd name="connsiteY0" fmla="*/ 2915 h 5829"/>
                <a:gd name="connsiteX1" fmla="*/ 3676 w 7350"/>
                <a:gd name="connsiteY1" fmla="*/ 5830 h 5829"/>
                <a:gd name="connsiteX2" fmla="*/ 0 w 7350"/>
                <a:gd name="connsiteY2" fmla="*/ 2915 h 5829"/>
                <a:gd name="connsiteX3" fmla="*/ 3676 w 7350"/>
                <a:gd name="connsiteY3" fmla="*/ 0 h 5829"/>
                <a:gd name="connsiteX4" fmla="*/ 7351 w 7350"/>
                <a:gd name="connsiteY4" fmla="*/ 2915 h 5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0" h="5829">
                  <a:moveTo>
                    <a:pt x="7351" y="2915"/>
                  </a:moveTo>
                  <a:lnTo>
                    <a:pt x="3676" y="5830"/>
                  </a:lnTo>
                  <a:lnTo>
                    <a:pt x="0" y="2915"/>
                  </a:lnTo>
                  <a:lnTo>
                    <a:pt x="3676" y="0"/>
                  </a:lnTo>
                  <a:lnTo>
                    <a:pt x="7351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4F057E0A-5E8F-CED1-1ABB-E33D1784A250}"/>
                </a:ext>
              </a:extLst>
            </p:cNvPr>
            <p:cNvSpPr/>
            <p:nvPr/>
          </p:nvSpPr>
          <p:spPr>
            <a:xfrm>
              <a:off x="6482672" y="4907373"/>
              <a:ext cx="8111" cy="6463"/>
            </a:xfrm>
            <a:custGeom>
              <a:avLst/>
              <a:gdLst>
                <a:gd name="connsiteX0" fmla="*/ 8111 w 8111"/>
                <a:gd name="connsiteY0" fmla="*/ 3295 h 6463"/>
                <a:gd name="connsiteX1" fmla="*/ 4055 w 8111"/>
                <a:gd name="connsiteY1" fmla="*/ 6464 h 6463"/>
                <a:gd name="connsiteX2" fmla="*/ 0 w 8111"/>
                <a:gd name="connsiteY2" fmla="*/ 3295 h 6463"/>
                <a:gd name="connsiteX3" fmla="*/ 4055 w 8111"/>
                <a:gd name="connsiteY3" fmla="*/ 0 h 6463"/>
                <a:gd name="connsiteX4" fmla="*/ 8111 w 8111"/>
                <a:gd name="connsiteY4" fmla="*/ 3295 h 6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11" h="6463">
                  <a:moveTo>
                    <a:pt x="8111" y="3295"/>
                  </a:moveTo>
                  <a:lnTo>
                    <a:pt x="4055" y="6464"/>
                  </a:lnTo>
                  <a:lnTo>
                    <a:pt x="0" y="3295"/>
                  </a:lnTo>
                  <a:lnTo>
                    <a:pt x="4055" y="0"/>
                  </a:lnTo>
                  <a:lnTo>
                    <a:pt x="8111" y="32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44C2D9FA-EC6B-D139-3308-DB9BF5EBF753}"/>
                </a:ext>
              </a:extLst>
            </p:cNvPr>
            <p:cNvSpPr/>
            <p:nvPr/>
          </p:nvSpPr>
          <p:spPr>
            <a:xfrm>
              <a:off x="6352261" y="4921314"/>
              <a:ext cx="9378" cy="7477"/>
            </a:xfrm>
            <a:custGeom>
              <a:avLst/>
              <a:gdLst>
                <a:gd name="connsiteX0" fmla="*/ 9378 w 9378"/>
                <a:gd name="connsiteY0" fmla="*/ 3802 h 7477"/>
                <a:gd name="connsiteX1" fmla="*/ 4689 w 9378"/>
                <a:gd name="connsiteY1" fmla="*/ 7477 h 7477"/>
                <a:gd name="connsiteX2" fmla="*/ 0 w 9378"/>
                <a:gd name="connsiteY2" fmla="*/ 3802 h 7477"/>
                <a:gd name="connsiteX3" fmla="*/ 4689 w 9378"/>
                <a:gd name="connsiteY3" fmla="*/ 0 h 7477"/>
                <a:gd name="connsiteX4" fmla="*/ 9378 w 9378"/>
                <a:gd name="connsiteY4" fmla="*/ 3802 h 7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78" h="7477">
                  <a:moveTo>
                    <a:pt x="9378" y="3802"/>
                  </a:moveTo>
                  <a:lnTo>
                    <a:pt x="4689" y="7477"/>
                  </a:lnTo>
                  <a:lnTo>
                    <a:pt x="0" y="3802"/>
                  </a:lnTo>
                  <a:lnTo>
                    <a:pt x="4689" y="0"/>
                  </a:lnTo>
                  <a:lnTo>
                    <a:pt x="9378" y="380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3EDD54C9-A12C-4F56-1B7B-8BA302E66431}"/>
                </a:ext>
              </a:extLst>
            </p:cNvPr>
            <p:cNvSpPr/>
            <p:nvPr/>
          </p:nvSpPr>
          <p:spPr>
            <a:xfrm>
              <a:off x="6221089" y="4928284"/>
              <a:ext cx="10139" cy="8111"/>
            </a:xfrm>
            <a:custGeom>
              <a:avLst/>
              <a:gdLst>
                <a:gd name="connsiteX0" fmla="*/ 10139 w 10139"/>
                <a:gd name="connsiteY0" fmla="*/ 4056 h 8111"/>
                <a:gd name="connsiteX1" fmla="*/ 5069 w 10139"/>
                <a:gd name="connsiteY1" fmla="*/ 8111 h 8111"/>
                <a:gd name="connsiteX2" fmla="*/ 0 w 10139"/>
                <a:gd name="connsiteY2" fmla="*/ 4056 h 8111"/>
                <a:gd name="connsiteX3" fmla="*/ 5069 w 10139"/>
                <a:gd name="connsiteY3" fmla="*/ 0 h 8111"/>
                <a:gd name="connsiteX4" fmla="*/ 10139 w 10139"/>
                <a:gd name="connsiteY4" fmla="*/ 4056 h 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39" h="8111">
                  <a:moveTo>
                    <a:pt x="10139" y="4056"/>
                  </a:moveTo>
                  <a:lnTo>
                    <a:pt x="5069" y="8111"/>
                  </a:lnTo>
                  <a:lnTo>
                    <a:pt x="0" y="4056"/>
                  </a:lnTo>
                  <a:lnTo>
                    <a:pt x="5069" y="0"/>
                  </a:lnTo>
                  <a:lnTo>
                    <a:pt x="10139" y="405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A1797EAB-0F4B-81F2-773E-3870C8B3990E}"/>
                </a:ext>
              </a:extLst>
            </p:cNvPr>
            <p:cNvSpPr/>
            <p:nvPr/>
          </p:nvSpPr>
          <p:spPr>
            <a:xfrm>
              <a:off x="6089284" y="4927777"/>
              <a:ext cx="11533" cy="9125"/>
            </a:xfrm>
            <a:custGeom>
              <a:avLst/>
              <a:gdLst>
                <a:gd name="connsiteX0" fmla="*/ 11533 w 11533"/>
                <a:gd name="connsiteY0" fmla="*/ 4562 h 9125"/>
                <a:gd name="connsiteX1" fmla="*/ 5830 w 11533"/>
                <a:gd name="connsiteY1" fmla="*/ 9125 h 9125"/>
                <a:gd name="connsiteX2" fmla="*/ 0 w 11533"/>
                <a:gd name="connsiteY2" fmla="*/ 4562 h 9125"/>
                <a:gd name="connsiteX3" fmla="*/ 5830 w 11533"/>
                <a:gd name="connsiteY3" fmla="*/ 0 h 9125"/>
                <a:gd name="connsiteX4" fmla="*/ 11533 w 11533"/>
                <a:gd name="connsiteY4" fmla="*/ 4562 h 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33" h="9125">
                  <a:moveTo>
                    <a:pt x="11533" y="4562"/>
                  </a:moveTo>
                  <a:lnTo>
                    <a:pt x="5830" y="9125"/>
                  </a:lnTo>
                  <a:lnTo>
                    <a:pt x="0" y="4562"/>
                  </a:lnTo>
                  <a:lnTo>
                    <a:pt x="5830" y="0"/>
                  </a:lnTo>
                  <a:lnTo>
                    <a:pt x="11533" y="456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9CA19488-D3C4-36FA-76D0-00755D7626AF}"/>
                </a:ext>
              </a:extLst>
            </p:cNvPr>
            <p:cNvSpPr/>
            <p:nvPr/>
          </p:nvSpPr>
          <p:spPr>
            <a:xfrm>
              <a:off x="5958112" y="4920173"/>
              <a:ext cx="12420" cy="9885"/>
            </a:xfrm>
            <a:custGeom>
              <a:avLst/>
              <a:gdLst>
                <a:gd name="connsiteX0" fmla="*/ 12420 w 12420"/>
                <a:gd name="connsiteY0" fmla="*/ 4943 h 9885"/>
                <a:gd name="connsiteX1" fmla="*/ 6210 w 12420"/>
                <a:gd name="connsiteY1" fmla="*/ 9885 h 9885"/>
                <a:gd name="connsiteX2" fmla="*/ 0 w 12420"/>
                <a:gd name="connsiteY2" fmla="*/ 4943 h 9885"/>
                <a:gd name="connsiteX3" fmla="*/ 6210 w 12420"/>
                <a:gd name="connsiteY3" fmla="*/ 0 h 9885"/>
                <a:gd name="connsiteX4" fmla="*/ 12420 w 12420"/>
                <a:gd name="connsiteY4" fmla="*/ 4943 h 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20" h="9885">
                  <a:moveTo>
                    <a:pt x="12420" y="4943"/>
                  </a:moveTo>
                  <a:lnTo>
                    <a:pt x="6210" y="9885"/>
                  </a:lnTo>
                  <a:lnTo>
                    <a:pt x="0" y="4943"/>
                  </a:lnTo>
                  <a:lnTo>
                    <a:pt x="6210" y="0"/>
                  </a:lnTo>
                  <a:lnTo>
                    <a:pt x="12420" y="494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AD639BB1-1EBB-B5FE-DCB9-B7EEF621F992}"/>
                </a:ext>
              </a:extLst>
            </p:cNvPr>
            <p:cNvSpPr/>
            <p:nvPr/>
          </p:nvSpPr>
          <p:spPr>
            <a:xfrm>
              <a:off x="5828334" y="4905725"/>
              <a:ext cx="12293" cy="9758"/>
            </a:xfrm>
            <a:custGeom>
              <a:avLst/>
              <a:gdLst>
                <a:gd name="connsiteX0" fmla="*/ 12293 w 12293"/>
                <a:gd name="connsiteY0" fmla="*/ 4943 h 9758"/>
                <a:gd name="connsiteX1" fmla="*/ 6083 w 12293"/>
                <a:gd name="connsiteY1" fmla="*/ 9759 h 9758"/>
                <a:gd name="connsiteX2" fmla="*/ 0 w 12293"/>
                <a:gd name="connsiteY2" fmla="*/ 4943 h 9758"/>
                <a:gd name="connsiteX3" fmla="*/ 6083 w 12293"/>
                <a:gd name="connsiteY3" fmla="*/ 0 h 9758"/>
                <a:gd name="connsiteX4" fmla="*/ 12293 w 12293"/>
                <a:gd name="connsiteY4" fmla="*/ 4943 h 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93" h="9758">
                  <a:moveTo>
                    <a:pt x="12293" y="4943"/>
                  </a:moveTo>
                  <a:lnTo>
                    <a:pt x="6083" y="9759"/>
                  </a:lnTo>
                  <a:lnTo>
                    <a:pt x="0" y="4943"/>
                  </a:lnTo>
                  <a:lnTo>
                    <a:pt x="6083" y="0"/>
                  </a:lnTo>
                  <a:lnTo>
                    <a:pt x="12293" y="494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9D45C8C1-4797-3824-DBCE-0D46DBED1ABB}"/>
                </a:ext>
              </a:extLst>
            </p:cNvPr>
            <p:cNvSpPr/>
            <p:nvPr/>
          </p:nvSpPr>
          <p:spPr>
            <a:xfrm>
              <a:off x="5699697" y="4883800"/>
              <a:ext cx="13180" cy="10392"/>
            </a:xfrm>
            <a:custGeom>
              <a:avLst/>
              <a:gdLst>
                <a:gd name="connsiteX0" fmla="*/ 13180 w 13180"/>
                <a:gd name="connsiteY0" fmla="*/ 5196 h 10392"/>
                <a:gd name="connsiteX1" fmla="*/ 6590 w 13180"/>
                <a:gd name="connsiteY1" fmla="*/ 10392 h 10392"/>
                <a:gd name="connsiteX2" fmla="*/ 0 w 13180"/>
                <a:gd name="connsiteY2" fmla="*/ 5196 h 10392"/>
                <a:gd name="connsiteX3" fmla="*/ 6590 w 13180"/>
                <a:gd name="connsiteY3" fmla="*/ 0 h 10392"/>
                <a:gd name="connsiteX4" fmla="*/ 13180 w 13180"/>
                <a:gd name="connsiteY4" fmla="*/ 5196 h 1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80" h="10392">
                  <a:moveTo>
                    <a:pt x="13180" y="5196"/>
                  </a:moveTo>
                  <a:lnTo>
                    <a:pt x="6590" y="10392"/>
                  </a:lnTo>
                  <a:lnTo>
                    <a:pt x="0" y="5196"/>
                  </a:lnTo>
                  <a:lnTo>
                    <a:pt x="6590" y="0"/>
                  </a:lnTo>
                  <a:lnTo>
                    <a:pt x="13180" y="519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ED180DD5-F977-DF19-18D4-F9A6B1143429}"/>
                </a:ext>
              </a:extLst>
            </p:cNvPr>
            <p:cNvSpPr/>
            <p:nvPr/>
          </p:nvSpPr>
          <p:spPr>
            <a:xfrm>
              <a:off x="5573468" y="4854904"/>
              <a:ext cx="13687" cy="10899"/>
            </a:xfrm>
            <a:custGeom>
              <a:avLst/>
              <a:gdLst>
                <a:gd name="connsiteX0" fmla="*/ 13688 w 13687"/>
                <a:gd name="connsiteY0" fmla="*/ 5450 h 10899"/>
                <a:gd name="connsiteX1" fmla="*/ 6844 w 13687"/>
                <a:gd name="connsiteY1" fmla="*/ 10899 h 10899"/>
                <a:gd name="connsiteX2" fmla="*/ 0 w 13687"/>
                <a:gd name="connsiteY2" fmla="*/ 5450 h 10899"/>
                <a:gd name="connsiteX3" fmla="*/ 6844 w 13687"/>
                <a:gd name="connsiteY3" fmla="*/ 0 h 10899"/>
                <a:gd name="connsiteX4" fmla="*/ 13688 w 13687"/>
                <a:gd name="connsiteY4" fmla="*/ 5450 h 10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87" h="10899">
                  <a:moveTo>
                    <a:pt x="13688" y="5450"/>
                  </a:moveTo>
                  <a:cubicBezTo>
                    <a:pt x="13688" y="8491"/>
                    <a:pt x="10519" y="10899"/>
                    <a:pt x="6844" y="10899"/>
                  </a:cubicBezTo>
                  <a:cubicBezTo>
                    <a:pt x="3168" y="10899"/>
                    <a:pt x="0" y="8491"/>
                    <a:pt x="0" y="5450"/>
                  </a:cubicBezTo>
                  <a:cubicBezTo>
                    <a:pt x="0" y="2408"/>
                    <a:pt x="3042" y="0"/>
                    <a:pt x="6844" y="0"/>
                  </a:cubicBezTo>
                  <a:cubicBezTo>
                    <a:pt x="10646" y="0"/>
                    <a:pt x="13688" y="2408"/>
                    <a:pt x="13688" y="545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A1DE0C24-0A0C-EA7F-BC75-D1ACDE545BE2}"/>
                </a:ext>
              </a:extLst>
            </p:cNvPr>
            <p:cNvSpPr/>
            <p:nvPr/>
          </p:nvSpPr>
          <p:spPr>
            <a:xfrm>
              <a:off x="5449900" y="4819038"/>
              <a:ext cx="14448" cy="11533"/>
            </a:xfrm>
            <a:custGeom>
              <a:avLst/>
              <a:gdLst>
                <a:gd name="connsiteX0" fmla="*/ 14448 w 14448"/>
                <a:gd name="connsiteY0" fmla="*/ 5703 h 11533"/>
                <a:gd name="connsiteX1" fmla="*/ 7224 w 14448"/>
                <a:gd name="connsiteY1" fmla="*/ 11533 h 11533"/>
                <a:gd name="connsiteX2" fmla="*/ 0 w 14448"/>
                <a:gd name="connsiteY2" fmla="*/ 5703 h 11533"/>
                <a:gd name="connsiteX3" fmla="*/ 7224 w 14448"/>
                <a:gd name="connsiteY3" fmla="*/ 0 h 11533"/>
                <a:gd name="connsiteX4" fmla="*/ 14448 w 14448"/>
                <a:gd name="connsiteY4" fmla="*/ 5703 h 11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48" h="11533">
                  <a:moveTo>
                    <a:pt x="14448" y="5703"/>
                  </a:moveTo>
                  <a:cubicBezTo>
                    <a:pt x="14448" y="8872"/>
                    <a:pt x="11153" y="11533"/>
                    <a:pt x="7224" y="11533"/>
                  </a:cubicBezTo>
                  <a:cubicBezTo>
                    <a:pt x="3295" y="11533"/>
                    <a:pt x="0" y="8999"/>
                    <a:pt x="0" y="5703"/>
                  </a:cubicBezTo>
                  <a:cubicBezTo>
                    <a:pt x="0" y="2408"/>
                    <a:pt x="3295" y="0"/>
                    <a:pt x="7224" y="0"/>
                  </a:cubicBezTo>
                  <a:cubicBezTo>
                    <a:pt x="11153" y="0"/>
                    <a:pt x="14448" y="2535"/>
                    <a:pt x="14448" y="570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5601C5ED-71F3-82E2-9B9D-AF128E43A9E2}"/>
                </a:ext>
              </a:extLst>
            </p:cNvPr>
            <p:cNvSpPr/>
            <p:nvPr/>
          </p:nvSpPr>
          <p:spPr>
            <a:xfrm>
              <a:off x="5330008" y="4776708"/>
              <a:ext cx="14574" cy="11533"/>
            </a:xfrm>
            <a:custGeom>
              <a:avLst/>
              <a:gdLst>
                <a:gd name="connsiteX0" fmla="*/ 14575 w 14574"/>
                <a:gd name="connsiteY0" fmla="*/ 5830 h 11533"/>
                <a:gd name="connsiteX1" fmla="*/ 7351 w 14574"/>
                <a:gd name="connsiteY1" fmla="*/ 11533 h 11533"/>
                <a:gd name="connsiteX2" fmla="*/ 0 w 14574"/>
                <a:gd name="connsiteY2" fmla="*/ 5830 h 11533"/>
                <a:gd name="connsiteX3" fmla="*/ 7351 w 14574"/>
                <a:gd name="connsiteY3" fmla="*/ 0 h 11533"/>
                <a:gd name="connsiteX4" fmla="*/ 14575 w 14574"/>
                <a:gd name="connsiteY4" fmla="*/ 5830 h 11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574" h="11533">
                  <a:moveTo>
                    <a:pt x="14575" y="5830"/>
                  </a:moveTo>
                  <a:cubicBezTo>
                    <a:pt x="14575" y="8998"/>
                    <a:pt x="11406" y="11533"/>
                    <a:pt x="7351" y="11533"/>
                  </a:cubicBezTo>
                  <a:cubicBezTo>
                    <a:pt x="3295" y="11533"/>
                    <a:pt x="0" y="8998"/>
                    <a:pt x="0" y="5830"/>
                  </a:cubicBezTo>
                  <a:cubicBezTo>
                    <a:pt x="0" y="2661"/>
                    <a:pt x="3295" y="0"/>
                    <a:pt x="7351" y="0"/>
                  </a:cubicBezTo>
                  <a:cubicBezTo>
                    <a:pt x="11406" y="0"/>
                    <a:pt x="14575" y="2535"/>
                    <a:pt x="14575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03010B0F-4DBE-BB6C-7C28-2637FFF9AEC1}"/>
                </a:ext>
              </a:extLst>
            </p:cNvPr>
            <p:cNvSpPr/>
            <p:nvPr/>
          </p:nvSpPr>
          <p:spPr>
            <a:xfrm>
              <a:off x="5214425" y="4727788"/>
              <a:ext cx="14447" cy="11659"/>
            </a:xfrm>
            <a:custGeom>
              <a:avLst/>
              <a:gdLst>
                <a:gd name="connsiteX0" fmla="*/ 14448 w 14447"/>
                <a:gd name="connsiteY0" fmla="*/ 5830 h 11659"/>
                <a:gd name="connsiteX1" fmla="*/ 7224 w 14447"/>
                <a:gd name="connsiteY1" fmla="*/ 11659 h 11659"/>
                <a:gd name="connsiteX2" fmla="*/ 0 w 14447"/>
                <a:gd name="connsiteY2" fmla="*/ 5830 h 11659"/>
                <a:gd name="connsiteX3" fmla="*/ 7224 w 14447"/>
                <a:gd name="connsiteY3" fmla="*/ 0 h 11659"/>
                <a:gd name="connsiteX4" fmla="*/ 14448 w 14447"/>
                <a:gd name="connsiteY4" fmla="*/ 5830 h 11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47" h="11659">
                  <a:moveTo>
                    <a:pt x="14448" y="5830"/>
                  </a:moveTo>
                  <a:cubicBezTo>
                    <a:pt x="14448" y="8998"/>
                    <a:pt x="11153" y="11659"/>
                    <a:pt x="7224" y="11659"/>
                  </a:cubicBezTo>
                  <a:cubicBezTo>
                    <a:pt x="3295" y="11659"/>
                    <a:pt x="0" y="9125"/>
                    <a:pt x="0" y="5830"/>
                  </a:cubicBezTo>
                  <a:cubicBezTo>
                    <a:pt x="0" y="2534"/>
                    <a:pt x="3295" y="0"/>
                    <a:pt x="7224" y="0"/>
                  </a:cubicBezTo>
                  <a:cubicBezTo>
                    <a:pt x="11153" y="0"/>
                    <a:pt x="14448" y="2534"/>
                    <a:pt x="14448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89B5650A-8EC5-0EBA-380F-C407D63DD704}"/>
                </a:ext>
              </a:extLst>
            </p:cNvPr>
            <p:cNvSpPr/>
            <p:nvPr/>
          </p:nvSpPr>
          <p:spPr>
            <a:xfrm>
              <a:off x="5103151" y="4672911"/>
              <a:ext cx="14447" cy="11533"/>
            </a:xfrm>
            <a:custGeom>
              <a:avLst/>
              <a:gdLst>
                <a:gd name="connsiteX0" fmla="*/ 14448 w 14447"/>
                <a:gd name="connsiteY0" fmla="*/ 5703 h 11533"/>
                <a:gd name="connsiteX1" fmla="*/ 7224 w 14447"/>
                <a:gd name="connsiteY1" fmla="*/ 11533 h 11533"/>
                <a:gd name="connsiteX2" fmla="*/ 0 w 14447"/>
                <a:gd name="connsiteY2" fmla="*/ 5703 h 11533"/>
                <a:gd name="connsiteX3" fmla="*/ 7224 w 14447"/>
                <a:gd name="connsiteY3" fmla="*/ 0 h 11533"/>
                <a:gd name="connsiteX4" fmla="*/ 14448 w 14447"/>
                <a:gd name="connsiteY4" fmla="*/ 5703 h 11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47" h="11533">
                  <a:moveTo>
                    <a:pt x="14448" y="5703"/>
                  </a:moveTo>
                  <a:cubicBezTo>
                    <a:pt x="14448" y="8872"/>
                    <a:pt x="11153" y="11533"/>
                    <a:pt x="7224" y="11533"/>
                  </a:cubicBezTo>
                  <a:cubicBezTo>
                    <a:pt x="3295" y="11533"/>
                    <a:pt x="0" y="8998"/>
                    <a:pt x="0" y="5703"/>
                  </a:cubicBezTo>
                  <a:cubicBezTo>
                    <a:pt x="0" y="2408"/>
                    <a:pt x="3295" y="0"/>
                    <a:pt x="7224" y="0"/>
                  </a:cubicBezTo>
                  <a:cubicBezTo>
                    <a:pt x="11153" y="0"/>
                    <a:pt x="14448" y="2535"/>
                    <a:pt x="14448" y="570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00F9E109-1BF1-9D5F-E22A-36FE56578AA3}"/>
                </a:ext>
              </a:extLst>
            </p:cNvPr>
            <p:cNvSpPr/>
            <p:nvPr/>
          </p:nvSpPr>
          <p:spPr>
            <a:xfrm>
              <a:off x="4997073" y="4611698"/>
              <a:ext cx="14447" cy="11533"/>
            </a:xfrm>
            <a:custGeom>
              <a:avLst/>
              <a:gdLst>
                <a:gd name="connsiteX0" fmla="*/ 14448 w 14447"/>
                <a:gd name="connsiteY0" fmla="*/ 5703 h 11533"/>
                <a:gd name="connsiteX1" fmla="*/ 7224 w 14447"/>
                <a:gd name="connsiteY1" fmla="*/ 11533 h 11533"/>
                <a:gd name="connsiteX2" fmla="*/ 0 w 14447"/>
                <a:gd name="connsiteY2" fmla="*/ 5703 h 11533"/>
                <a:gd name="connsiteX3" fmla="*/ 7224 w 14447"/>
                <a:gd name="connsiteY3" fmla="*/ 0 h 11533"/>
                <a:gd name="connsiteX4" fmla="*/ 14448 w 14447"/>
                <a:gd name="connsiteY4" fmla="*/ 5703 h 11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47" h="11533">
                  <a:moveTo>
                    <a:pt x="14448" y="5703"/>
                  </a:moveTo>
                  <a:cubicBezTo>
                    <a:pt x="14448" y="8871"/>
                    <a:pt x="11153" y="11533"/>
                    <a:pt x="7224" y="11533"/>
                  </a:cubicBezTo>
                  <a:cubicBezTo>
                    <a:pt x="3295" y="11533"/>
                    <a:pt x="0" y="8998"/>
                    <a:pt x="0" y="5703"/>
                  </a:cubicBezTo>
                  <a:cubicBezTo>
                    <a:pt x="0" y="2408"/>
                    <a:pt x="3295" y="0"/>
                    <a:pt x="7224" y="0"/>
                  </a:cubicBezTo>
                  <a:cubicBezTo>
                    <a:pt x="11153" y="0"/>
                    <a:pt x="14448" y="2534"/>
                    <a:pt x="14448" y="570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93363EEE-3B47-822D-FB4A-AF65E5C3958A}"/>
                </a:ext>
              </a:extLst>
            </p:cNvPr>
            <p:cNvSpPr/>
            <p:nvPr/>
          </p:nvSpPr>
          <p:spPr>
            <a:xfrm>
              <a:off x="4896318" y="4544528"/>
              <a:ext cx="15208" cy="12166"/>
            </a:xfrm>
            <a:custGeom>
              <a:avLst/>
              <a:gdLst>
                <a:gd name="connsiteX0" fmla="*/ 15208 w 15208"/>
                <a:gd name="connsiteY0" fmla="*/ 6083 h 12166"/>
                <a:gd name="connsiteX1" fmla="*/ 7604 w 15208"/>
                <a:gd name="connsiteY1" fmla="*/ 12167 h 12166"/>
                <a:gd name="connsiteX2" fmla="*/ 0 w 15208"/>
                <a:gd name="connsiteY2" fmla="*/ 6083 h 12166"/>
                <a:gd name="connsiteX3" fmla="*/ 7604 w 15208"/>
                <a:gd name="connsiteY3" fmla="*/ 0 h 12166"/>
                <a:gd name="connsiteX4" fmla="*/ 15208 w 15208"/>
                <a:gd name="connsiteY4" fmla="*/ 6083 h 1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08" h="12166">
                  <a:moveTo>
                    <a:pt x="15208" y="6083"/>
                  </a:moveTo>
                  <a:cubicBezTo>
                    <a:pt x="15208" y="9505"/>
                    <a:pt x="11786" y="12167"/>
                    <a:pt x="7604" y="12167"/>
                  </a:cubicBezTo>
                  <a:cubicBezTo>
                    <a:pt x="3422" y="12167"/>
                    <a:pt x="0" y="9505"/>
                    <a:pt x="0" y="6083"/>
                  </a:cubicBezTo>
                  <a:cubicBezTo>
                    <a:pt x="0" y="2662"/>
                    <a:pt x="3422" y="0"/>
                    <a:pt x="7604" y="0"/>
                  </a:cubicBezTo>
                  <a:cubicBezTo>
                    <a:pt x="11786" y="0"/>
                    <a:pt x="15208" y="2662"/>
                    <a:pt x="15208" y="60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4BAFFE4F-19CB-D171-C500-0277E7708AE5}"/>
                </a:ext>
              </a:extLst>
            </p:cNvPr>
            <p:cNvSpPr/>
            <p:nvPr/>
          </p:nvSpPr>
          <p:spPr>
            <a:xfrm>
              <a:off x="4802026" y="4472288"/>
              <a:ext cx="15208" cy="12166"/>
            </a:xfrm>
            <a:custGeom>
              <a:avLst/>
              <a:gdLst>
                <a:gd name="connsiteX0" fmla="*/ 15208 w 15208"/>
                <a:gd name="connsiteY0" fmla="*/ 6083 h 12166"/>
                <a:gd name="connsiteX1" fmla="*/ 7604 w 15208"/>
                <a:gd name="connsiteY1" fmla="*/ 12167 h 12166"/>
                <a:gd name="connsiteX2" fmla="*/ 0 w 15208"/>
                <a:gd name="connsiteY2" fmla="*/ 6083 h 12166"/>
                <a:gd name="connsiteX3" fmla="*/ 7604 w 15208"/>
                <a:gd name="connsiteY3" fmla="*/ 0 h 12166"/>
                <a:gd name="connsiteX4" fmla="*/ 15208 w 15208"/>
                <a:gd name="connsiteY4" fmla="*/ 6083 h 1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08" h="12166">
                  <a:moveTo>
                    <a:pt x="15208" y="6083"/>
                  </a:moveTo>
                  <a:cubicBezTo>
                    <a:pt x="15208" y="9378"/>
                    <a:pt x="11786" y="12167"/>
                    <a:pt x="7604" y="12167"/>
                  </a:cubicBezTo>
                  <a:cubicBezTo>
                    <a:pt x="3422" y="12167"/>
                    <a:pt x="0" y="9505"/>
                    <a:pt x="0" y="6083"/>
                  </a:cubicBezTo>
                  <a:cubicBezTo>
                    <a:pt x="0" y="2661"/>
                    <a:pt x="3422" y="0"/>
                    <a:pt x="7604" y="0"/>
                  </a:cubicBezTo>
                  <a:cubicBezTo>
                    <a:pt x="11786" y="0"/>
                    <a:pt x="15208" y="2661"/>
                    <a:pt x="15208" y="60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24362239-626D-E6ED-C3FD-88761CD3A41D}"/>
                </a:ext>
              </a:extLst>
            </p:cNvPr>
            <p:cNvSpPr/>
            <p:nvPr/>
          </p:nvSpPr>
          <p:spPr>
            <a:xfrm>
              <a:off x="4714705" y="4395360"/>
              <a:ext cx="14447" cy="11533"/>
            </a:xfrm>
            <a:custGeom>
              <a:avLst/>
              <a:gdLst>
                <a:gd name="connsiteX0" fmla="*/ 14448 w 14447"/>
                <a:gd name="connsiteY0" fmla="*/ 5830 h 11533"/>
                <a:gd name="connsiteX1" fmla="*/ 7224 w 14447"/>
                <a:gd name="connsiteY1" fmla="*/ 11533 h 11533"/>
                <a:gd name="connsiteX2" fmla="*/ 0 w 14447"/>
                <a:gd name="connsiteY2" fmla="*/ 5830 h 11533"/>
                <a:gd name="connsiteX3" fmla="*/ 7224 w 14447"/>
                <a:gd name="connsiteY3" fmla="*/ 0 h 11533"/>
                <a:gd name="connsiteX4" fmla="*/ 14448 w 14447"/>
                <a:gd name="connsiteY4" fmla="*/ 5830 h 11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47" h="11533">
                  <a:moveTo>
                    <a:pt x="14448" y="5830"/>
                  </a:moveTo>
                  <a:cubicBezTo>
                    <a:pt x="14448" y="8998"/>
                    <a:pt x="11153" y="11533"/>
                    <a:pt x="7224" y="11533"/>
                  </a:cubicBezTo>
                  <a:cubicBezTo>
                    <a:pt x="3295" y="11533"/>
                    <a:pt x="0" y="8998"/>
                    <a:pt x="0" y="5830"/>
                  </a:cubicBezTo>
                  <a:cubicBezTo>
                    <a:pt x="0" y="2661"/>
                    <a:pt x="3295" y="0"/>
                    <a:pt x="7224" y="0"/>
                  </a:cubicBezTo>
                  <a:cubicBezTo>
                    <a:pt x="11153" y="0"/>
                    <a:pt x="14448" y="2535"/>
                    <a:pt x="14448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B0020DD8-88C8-1E9D-F58C-D31D2111CDF2}"/>
                </a:ext>
              </a:extLst>
            </p:cNvPr>
            <p:cNvSpPr/>
            <p:nvPr/>
          </p:nvSpPr>
          <p:spPr>
            <a:xfrm>
              <a:off x="4634101" y="4313361"/>
              <a:ext cx="14448" cy="11533"/>
            </a:xfrm>
            <a:custGeom>
              <a:avLst/>
              <a:gdLst>
                <a:gd name="connsiteX0" fmla="*/ 14448 w 14448"/>
                <a:gd name="connsiteY0" fmla="*/ 5830 h 11533"/>
                <a:gd name="connsiteX1" fmla="*/ 7224 w 14448"/>
                <a:gd name="connsiteY1" fmla="*/ 11533 h 11533"/>
                <a:gd name="connsiteX2" fmla="*/ 0 w 14448"/>
                <a:gd name="connsiteY2" fmla="*/ 5830 h 11533"/>
                <a:gd name="connsiteX3" fmla="*/ 7224 w 14448"/>
                <a:gd name="connsiteY3" fmla="*/ 0 h 11533"/>
                <a:gd name="connsiteX4" fmla="*/ 14448 w 14448"/>
                <a:gd name="connsiteY4" fmla="*/ 5830 h 11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48" h="11533">
                  <a:moveTo>
                    <a:pt x="14448" y="5830"/>
                  </a:moveTo>
                  <a:cubicBezTo>
                    <a:pt x="14448" y="8998"/>
                    <a:pt x="11153" y="11533"/>
                    <a:pt x="7224" y="11533"/>
                  </a:cubicBezTo>
                  <a:cubicBezTo>
                    <a:pt x="3295" y="11533"/>
                    <a:pt x="0" y="8998"/>
                    <a:pt x="0" y="5830"/>
                  </a:cubicBezTo>
                  <a:cubicBezTo>
                    <a:pt x="0" y="2661"/>
                    <a:pt x="3295" y="0"/>
                    <a:pt x="7224" y="0"/>
                  </a:cubicBezTo>
                  <a:cubicBezTo>
                    <a:pt x="11153" y="0"/>
                    <a:pt x="14448" y="2535"/>
                    <a:pt x="14448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8FF7ACF3-7725-809B-EF48-7A3C9F7163E2}"/>
                </a:ext>
              </a:extLst>
            </p:cNvPr>
            <p:cNvSpPr/>
            <p:nvPr/>
          </p:nvSpPr>
          <p:spPr>
            <a:xfrm>
              <a:off x="4560214" y="4226927"/>
              <a:ext cx="15334" cy="12166"/>
            </a:xfrm>
            <a:custGeom>
              <a:avLst/>
              <a:gdLst>
                <a:gd name="connsiteX0" fmla="*/ 15335 w 15334"/>
                <a:gd name="connsiteY0" fmla="*/ 6083 h 12166"/>
                <a:gd name="connsiteX1" fmla="*/ 7604 w 15334"/>
                <a:gd name="connsiteY1" fmla="*/ 12167 h 12166"/>
                <a:gd name="connsiteX2" fmla="*/ 0 w 15334"/>
                <a:gd name="connsiteY2" fmla="*/ 6083 h 12166"/>
                <a:gd name="connsiteX3" fmla="*/ 7604 w 15334"/>
                <a:gd name="connsiteY3" fmla="*/ 0 h 12166"/>
                <a:gd name="connsiteX4" fmla="*/ 15335 w 15334"/>
                <a:gd name="connsiteY4" fmla="*/ 6083 h 1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34" h="12166">
                  <a:moveTo>
                    <a:pt x="15335" y="6083"/>
                  </a:moveTo>
                  <a:cubicBezTo>
                    <a:pt x="15335" y="9505"/>
                    <a:pt x="11913" y="12167"/>
                    <a:pt x="7604" y="12167"/>
                  </a:cubicBezTo>
                  <a:cubicBezTo>
                    <a:pt x="3295" y="12167"/>
                    <a:pt x="0" y="9505"/>
                    <a:pt x="0" y="6083"/>
                  </a:cubicBezTo>
                  <a:cubicBezTo>
                    <a:pt x="0" y="2662"/>
                    <a:pt x="3422" y="0"/>
                    <a:pt x="7604" y="0"/>
                  </a:cubicBezTo>
                  <a:cubicBezTo>
                    <a:pt x="11786" y="0"/>
                    <a:pt x="15335" y="2662"/>
                    <a:pt x="15335" y="60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AE441A50-0239-95BC-3387-B0C1A538C9EC}"/>
                </a:ext>
              </a:extLst>
            </p:cNvPr>
            <p:cNvSpPr/>
            <p:nvPr/>
          </p:nvSpPr>
          <p:spPr>
            <a:xfrm>
              <a:off x="4495199" y="4137072"/>
              <a:ext cx="14447" cy="11659"/>
            </a:xfrm>
            <a:custGeom>
              <a:avLst/>
              <a:gdLst>
                <a:gd name="connsiteX0" fmla="*/ 14448 w 14447"/>
                <a:gd name="connsiteY0" fmla="*/ 5830 h 11659"/>
                <a:gd name="connsiteX1" fmla="*/ 7224 w 14447"/>
                <a:gd name="connsiteY1" fmla="*/ 11660 h 11659"/>
                <a:gd name="connsiteX2" fmla="*/ 0 w 14447"/>
                <a:gd name="connsiteY2" fmla="*/ 5830 h 11659"/>
                <a:gd name="connsiteX3" fmla="*/ 7224 w 14447"/>
                <a:gd name="connsiteY3" fmla="*/ 0 h 11659"/>
                <a:gd name="connsiteX4" fmla="*/ 14448 w 14447"/>
                <a:gd name="connsiteY4" fmla="*/ 5830 h 11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47" h="11659">
                  <a:moveTo>
                    <a:pt x="14448" y="5830"/>
                  </a:moveTo>
                  <a:cubicBezTo>
                    <a:pt x="14448" y="8998"/>
                    <a:pt x="11153" y="11660"/>
                    <a:pt x="7224" y="11660"/>
                  </a:cubicBezTo>
                  <a:cubicBezTo>
                    <a:pt x="3295" y="11660"/>
                    <a:pt x="0" y="9125"/>
                    <a:pt x="0" y="5830"/>
                  </a:cubicBezTo>
                  <a:cubicBezTo>
                    <a:pt x="0" y="2535"/>
                    <a:pt x="3295" y="0"/>
                    <a:pt x="7224" y="0"/>
                  </a:cubicBezTo>
                  <a:cubicBezTo>
                    <a:pt x="11153" y="0"/>
                    <a:pt x="14448" y="2535"/>
                    <a:pt x="14448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E14170DC-DCE5-F37E-4384-646E9A6F4D00}"/>
                </a:ext>
              </a:extLst>
            </p:cNvPr>
            <p:cNvSpPr/>
            <p:nvPr/>
          </p:nvSpPr>
          <p:spPr>
            <a:xfrm>
              <a:off x="4437660" y="4043667"/>
              <a:ext cx="14448" cy="11533"/>
            </a:xfrm>
            <a:custGeom>
              <a:avLst/>
              <a:gdLst>
                <a:gd name="connsiteX0" fmla="*/ 14448 w 14448"/>
                <a:gd name="connsiteY0" fmla="*/ 5830 h 11533"/>
                <a:gd name="connsiteX1" fmla="*/ 7224 w 14448"/>
                <a:gd name="connsiteY1" fmla="*/ 11533 h 11533"/>
                <a:gd name="connsiteX2" fmla="*/ 0 w 14448"/>
                <a:gd name="connsiteY2" fmla="*/ 5830 h 11533"/>
                <a:gd name="connsiteX3" fmla="*/ 7224 w 14448"/>
                <a:gd name="connsiteY3" fmla="*/ 0 h 11533"/>
                <a:gd name="connsiteX4" fmla="*/ 14448 w 14448"/>
                <a:gd name="connsiteY4" fmla="*/ 5830 h 11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48" h="11533">
                  <a:moveTo>
                    <a:pt x="14448" y="5830"/>
                  </a:moveTo>
                  <a:cubicBezTo>
                    <a:pt x="14448" y="8998"/>
                    <a:pt x="11153" y="11533"/>
                    <a:pt x="7224" y="11533"/>
                  </a:cubicBezTo>
                  <a:cubicBezTo>
                    <a:pt x="3295" y="11533"/>
                    <a:pt x="0" y="8998"/>
                    <a:pt x="0" y="5830"/>
                  </a:cubicBezTo>
                  <a:cubicBezTo>
                    <a:pt x="0" y="2661"/>
                    <a:pt x="3295" y="0"/>
                    <a:pt x="7224" y="0"/>
                  </a:cubicBezTo>
                  <a:cubicBezTo>
                    <a:pt x="11153" y="0"/>
                    <a:pt x="14448" y="2535"/>
                    <a:pt x="14448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EFC18A09-13CE-C8C2-6480-D8F68BC7BA7A}"/>
                </a:ext>
              </a:extLst>
            </p:cNvPr>
            <p:cNvSpPr/>
            <p:nvPr/>
          </p:nvSpPr>
          <p:spPr>
            <a:xfrm>
              <a:off x="4388994" y="3947602"/>
              <a:ext cx="13687" cy="10899"/>
            </a:xfrm>
            <a:custGeom>
              <a:avLst/>
              <a:gdLst>
                <a:gd name="connsiteX0" fmla="*/ 13688 w 13687"/>
                <a:gd name="connsiteY0" fmla="*/ 5450 h 10899"/>
                <a:gd name="connsiteX1" fmla="*/ 6844 w 13687"/>
                <a:gd name="connsiteY1" fmla="*/ 10899 h 10899"/>
                <a:gd name="connsiteX2" fmla="*/ 0 w 13687"/>
                <a:gd name="connsiteY2" fmla="*/ 5450 h 10899"/>
                <a:gd name="connsiteX3" fmla="*/ 6844 w 13687"/>
                <a:gd name="connsiteY3" fmla="*/ 0 h 10899"/>
                <a:gd name="connsiteX4" fmla="*/ 13688 w 13687"/>
                <a:gd name="connsiteY4" fmla="*/ 5450 h 10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87" h="10899">
                  <a:moveTo>
                    <a:pt x="13688" y="5450"/>
                  </a:moveTo>
                  <a:cubicBezTo>
                    <a:pt x="13688" y="8491"/>
                    <a:pt x="10519" y="10899"/>
                    <a:pt x="6844" y="10899"/>
                  </a:cubicBezTo>
                  <a:cubicBezTo>
                    <a:pt x="3168" y="10899"/>
                    <a:pt x="0" y="8491"/>
                    <a:pt x="0" y="5450"/>
                  </a:cubicBezTo>
                  <a:cubicBezTo>
                    <a:pt x="0" y="2408"/>
                    <a:pt x="3042" y="0"/>
                    <a:pt x="6844" y="0"/>
                  </a:cubicBezTo>
                  <a:cubicBezTo>
                    <a:pt x="10646" y="0"/>
                    <a:pt x="13688" y="2408"/>
                    <a:pt x="13688" y="545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F9B4EC75-5377-21A3-2A75-1448327B8A26}"/>
                </a:ext>
              </a:extLst>
            </p:cNvPr>
            <p:cNvSpPr/>
            <p:nvPr/>
          </p:nvSpPr>
          <p:spPr>
            <a:xfrm>
              <a:off x="4348692" y="3849001"/>
              <a:ext cx="13180" cy="10518"/>
            </a:xfrm>
            <a:custGeom>
              <a:avLst/>
              <a:gdLst>
                <a:gd name="connsiteX0" fmla="*/ 13181 w 13180"/>
                <a:gd name="connsiteY0" fmla="*/ 5196 h 10518"/>
                <a:gd name="connsiteX1" fmla="*/ 6590 w 13180"/>
                <a:gd name="connsiteY1" fmla="*/ 10519 h 10518"/>
                <a:gd name="connsiteX2" fmla="*/ 0 w 13180"/>
                <a:gd name="connsiteY2" fmla="*/ 5196 h 10518"/>
                <a:gd name="connsiteX3" fmla="*/ 6590 w 13180"/>
                <a:gd name="connsiteY3" fmla="*/ 0 h 10518"/>
                <a:gd name="connsiteX4" fmla="*/ 13181 w 13180"/>
                <a:gd name="connsiteY4" fmla="*/ 5196 h 10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80" h="10518">
                  <a:moveTo>
                    <a:pt x="13181" y="5196"/>
                  </a:moveTo>
                  <a:lnTo>
                    <a:pt x="6590" y="10519"/>
                  </a:lnTo>
                  <a:lnTo>
                    <a:pt x="0" y="5196"/>
                  </a:lnTo>
                  <a:lnTo>
                    <a:pt x="6590" y="0"/>
                  </a:lnTo>
                  <a:lnTo>
                    <a:pt x="13181" y="519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07FBAD94-6E73-9536-7731-9CDAE1612F95}"/>
                </a:ext>
              </a:extLst>
            </p:cNvPr>
            <p:cNvSpPr/>
            <p:nvPr/>
          </p:nvSpPr>
          <p:spPr>
            <a:xfrm>
              <a:off x="4317008" y="3748119"/>
              <a:ext cx="13180" cy="10392"/>
            </a:xfrm>
            <a:custGeom>
              <a:avLst/>
              <a:gdLst>
                <a:gd name="connsiteX0" fmla="*/ 13181 w 13180"/>
                <a:gd name="connsiteY0" fmla="*/ 5196 h 10392"/>
                <a:gd name="connsiteX1" fmla="*/ 6590 w 13180"/>
                <a:gd name="connsiteY1" fmla="*/ 10392 h 10392"/>
                <a:gd name="connsiteX2" fmla="*/ 0 w 13180"/>
                <a:gd name="connsiteY2" fmla="*/ 5196 h 10392"/>
                <a:gd name="connsiteX3" fmla="*/ 6590 w 13180"/>
                <a:gd name="connsiteY3" fmla="*/ 0 h 10392"/>
                <a:gd name="connsiteX4" fmla="*/ 13181 w 13180"/>
                <a:gd name="connsiteY4" fmla="*/ 5196 h 1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80" h="10392">
                  <a:moveTo>
                    <a:pt x="13181" y="5196"/>
                  </a:moveTo>
                  <a:lnTo>
                    <a:pt x="6590" y="10392"/>
                  </a:lnTo>
                  <a:lnTo>
                    <a:pt x="0" y="5196"/>
                  </a:lnTo>
                  <a:lnTo>
                    <a:pt x="6590" y="0"/>
                  </a:lnTo>
                  <a:lnTo>
                    <a:pt x="13181" y="519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2CF56A24-8234-C110-B448-2DE29AFB0F1A}"/>
                </a:ext>
              </a:extLst>
            </p:cNvPr>
            <p:cNvSpPr/>
            <p:nvPr/>
          </p:nvSpPr>
          <p:spPr>
            <a:xfrm>
              <a:off x="4294575" y="3645970"/>
              <a:ext cx="12420" cy="9885"/>
            </a:xfrm>
            <a:custGeom>
              <a:avLst/>
              <a:gdLst>
                <a:gd name="connsiteX0" fmla="*/ 12420 w 12420"/>
                <a:gd name="connsiteY0" fmla="*/ 4943 h 9885"/>
                <a:gd name="connsiteX1" fmla="*/ 6210 w 12420"/>
                <a:gd name="connsiteY1" fmla="*/ 9885 h 9885"/>
                <a:gd name="connsiteX2" fmla="*/ 0 w 12420"/>
                <a:gd name="connsiteY2" fmla="*/ 4943 h 9885"/>
                <a:gd name="connsiteX3" fmla="*/ 6210 w 12420"/>
                <a:gd name="connsiteY3" fmla="*/ 0 h 9885"/>
                <a:gd name="connsiteX4" fmla="*/ 12420 w 12420"/>
                <a:gd name="connsiteY4" fmla="*/ 4943 h 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20" h="9885">
                  <a:moveTo>
                    <a:pt x="12420" y="4943"/>
                  </a:moveTo>
                  <a:lnTo>
                    <a:pt x="6210" y="9885"/>
                  </a:lnTo>
                  <a:lnTo>
                    <a:pt x="0" y="4943"/>
                  </a:lnTo>
                  <a:lnTo>
                    <a:pt x="6210" y="0"/>
                  </a:lnTo>
                  <a:lnTo>
                    <a:pt x="12420" y="494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E73C1D78-6C15-EEC7-2B7D-3345DB9BE3E4}"/>
                </a:ext>
              </a:extLst>
            </p:cNvPr>
            <p:cNvSpPr/>
            <p:nvPr/>
          </p:nvSpPr>
          <p:spPr>
            <a:xfrm>
              <a:off x="4281268" y="3542933"/>
              <a:ext cx="11659" cy="9125"/>
            </a:xfrm>
            <a:custGeom>
              <a:avLst/>
              <a:gdLst>
                <a:gd name="connsiteX0" fmla="*/ 11660 w 11659"/>
                <a:gd name="connsiteY0" fmla="*/ 4563 h 9125"/>
                <a:gd name="connsiteX1" fmla="*/ 5830 w 11659"/>
                <a:gd name="connsiteY1" fmla="*/ 9125 h 9125"/>
                <a:gd name="connsiteX2" fmla="*/ 0 w 11659"/>
                <a:gd name="connsiteY2" fmla="*/ 4563 h 9125"/>
                <a:gd name="connsiteX3" fmla="*/ 5830 w 11659"/>
                <a:gd name="connsiteY3" fmla="*/ 0 h 9125"/>
                <a:gd name="connsiteX4" fmla="*/ 11660 w 11659"/>
                <a:gd name="connsiteY4" fmla="*/ 4563 h 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59" h="9125">
                  <a:moveTo>
                    <a:pt x="11660" y="4563"/>
                  </a:moveTo>
                  <a:lnTo>
                    <a:pt x="5830" y="9125"/>
                  </a:lnTo>
                  <a:lnTo>
                    <a:pt x="0" y="4563"/>
                  </a:lnTo>
                  <a:lnTo>
                    <a:pt x="5830" y="0"/>
                  </a:lnTo>
                  <a:lnTo>
                    <a:pt x="11660" y="456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212AACE1-C20B-22F9-3E41-22488A09DE4B}"/>
                </a:ext>
              </a:extLst>
            </p:cNvPr>
            <p:cNvSpPr/>
            <p:nvPr/>
          </p:nvSpPr>
          <p:spPr>
            <a:xfrm>
              <a:off x="4276959" y="3439264"/>
              <a:ext cx="11025" cy="8744"/>
            </a:xfrm>
            <a:custGeom>
              <a:avLst/>
              <a:gdLst>
                <a:gd name="connsiteX0" fmla="*/ 11026 w 11025"/>
                <a:gd name="connsiteY0" fmla="*/ 4309 h 8744"/>
                <a:gd name="connsiteX1" fmla="*/ 5576 w 11025"/>
                <a:gd name="connsiteY1" fmla="*/ 8745 h 8744"/>
                <a:gd name="connsiteX2" fmla="*/ 0 w 11025"/>
                <a:gd name="connsiteY2" fmla="*/ 4309 h 8744"/>
                <a:gd name="connsiteX3" fmla="*/ 5576 w 11025"/>
                <a:gd name="connsiteY3" fmla="*/ 0 h 8744"/>
                <a:gd name="connsiteX4" fmla="*/ 11026 w 11025"/>
                <a:gd name="connsiteY4" fmla="*/ 4309 h 8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25" h="8744">
                  <a:moveTo>
                    <a:pt x="11026" y="4309"/>
                  </a:moveTo>
                  <a:lnTo>
                    <a:pt x="5576" y="8745"/>
                  </a:lnTo>
                  <a:lnTo>
                    <a:pt x="0" y="4309"/>
                  </a:lnTo>
                  <a:lnTo>
                    <a:pt x="5576" y="0"/>
                  </a:lnTo>
                  <a:lnTo>
                    <a:pt x="11026" y="430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AB98C9D7-8152-A1C5-49E1-15BFBAB6CF20}"/>
                </a:ext>
              </a:extLst>
            </p:cNvPr>
            <p:cNvSpPr/>
            <p:nvPr/>
          </p:nvSpPr>
          <p:spPr>
            <a:xfrm>
              <a:off x="4282029" y="3335594"/>
              <a:ext cx="10139" cy="8110"/>
            </a:xfrm>
            <a:custGeom>
              <a:avLst/>
              <a:gdLst>
                <a:gd name="connsiteX0" fmla="*/ 10139 w 10139"/>
                <a:gd name="connsiteY0" fmla="*/ 4056 h 8110"/>
                <a:gd name="connsiteX1" fmla="*/ 5069 w 10139"/>
                <a:gd name="connsiteY1" fmla="*/ 8111 h 8110"/>
                <a:gd name="connsiteX2" fmla="*/ 0 w 10139"/>
                <a:gd name="connsiteY2" fmla="*/ 4056 h 8110"/>
                <a:gd name="connsiteX3" fmla="*/ 5069 w 10139"/>
                <a:gd name="connsiteY3" fmla="*/ 0 h 8110"/>
                <a:gd name="connsiteX4" fmla="*/ 10139 w 10139"/>
                <a:gd name="connsiteY4" fmla="*/ 4056 h 8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39" h="8110">
                  <a:moveTo>
                    <a:pt x="10139" y="4056"/>
                  </a:moveTo>
                  <a:lnTo>
                    <a:pt x="5069" y="8111"/>
                  </a:lnTo>
                  <a:lnTo>
                    <a:pt x="0" y="4056"/>
                  </a:lnTo>
                  <a:lnTo>
                    <a:pt x="5069" y="0"/>
                  </a:lnTo>
                  <a:lnTo>
                    <a:pt x="10139" y="405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EF56A933-36CE-628C-EE8F-40C04F46B2F0}"/>
                </a:ext>
              </a:extLst>
            </p:cNvPr>
            <p:cNvSpPr/>
            <p:nvPr/>
          </p:nvSpPr>
          <p:spPr>
            <a:xfrm>
              <a:off x="4296096" y="3232557"/>
              <a:ext cx="9378" cy="7477"/>
            </a:xfrm>
            <a:custGeom>
              <a:avLst/>
              <a:gdLst>
                <a:gd name="connsiteX0" fmla="*/ 9378 w 9378"/>
                <a:gd name="connsiteY0" fmla="*/ 3675 h 7477"/>
                <a:gd name="connsiteX1" fmla="*/ 4689 w 9378"/>
                <a:gd name="connsiteY1" fmla="*/ 7477 h 7477"/>
                <a:gd name="connsiteX2" fmla="*/ 0 w 9378"/>
                <a:gd name="connsiteY2" fmla="*/ 3675 h 7477"/>
                <a:gd name="connsiteX3" fmla="*/ 4689 w 9378"/>
                <a:gd name="connsiteY3" fmla="*/ 0 h 7477"/>
                <a:gd name="connsiteX4" fmla="*/ 9378 w 9378"/>
                <a:gd name="connsiteY4" fmla="*/ 3675 h 7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78" h="7477">
                  <a:moveTo>
                    <a:pt x="9378" y="3675"/>
                  </a:moveTo>
                  <a:lnTo>
                    <a:pt x="4689" y="7477"/>
                  </a:lnTo>
                  <a:lnTo>
                    <a:pt x="0" y="3675"/>
                  </a:lnTo>
                  <a:lnTo>
                    <a:pt x="4689" y="0"/>
                  </a:lnTo>
                  <a:lnTo>
                    <a:pt x="9378" y="367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E9DF36C0-E490-27C2-2AA0-805FB8AD3D6F}"/>
                </a:ext>
              </a:extLst>
            </p:cNvPr>
            <p:cNvSpPr/>
            <p:nvPr/>
          </p:nvSpPr>
          <p:spPr>
            <a:xfrm>
              <a:off x="4319289" y="3130408"/>
              <a:ext cx="8617" cy="6970"/>
            </a:xfrm>
            <a:custGeom>
              <a:avLst/>
              <a:gdLst>
                <a:gd name="connsiteX0" fmla="*/ 8618 w 8617"/>
                <a:gd name="connsiteY0" fmla="*/ 3422 h 6970"/>
                <a:gd name="connsiteX1" fmla="*/ 4309 w 8617"/>
                <a:gd name="connsiteY1" fmla="*/ 6971 h 6970"/>
                <a:gd name="connsiteX2" fmla="*/ 0 w 8617"/>
                <a:gd name="connsiteY2" fmla="*/ 3422 h 6970"/>
                <a:gd name="connsiteX3" fmla="*/ 4309 w 8617"/>
                <a:gd name="connsiteY3" fmla="*/ 0 h 6970"/>
                <a:gd name="connsiteX4" fmla="*/ 8618 w 8617"/>
                <a:gd name="connsiteY4" fmla="*/ 3422 h 6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7" h="6970">
                  <a:moveTo>
                    <a:pt x="8618" y="3422"/>
                  </a:moveTo>
                  <a:lnTo>
                    <a:pt x="4309" y="6971"/>
                  </a:lnTo>
                  <a:lnTo>
                    <a:pt x="0" y="3422"/>
                  </a:lnTo>
                  <a:lnTo>
                    <a:pt x="4309" y="0"/>
                  </a:lnTo>
                  <a:lnTo>
                    <a:pt x="8618" y="342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AD1EF368-FC80-95EB-A0F2-D2177C7ADA9C}"/>
                </a:ext>
              </a:extLst>
            </p:cNvPr>
            <p:cNvSpPr/>
            <p:nvPr/>
          </p:nvSpPr>
          <p:spPr>
            <a:xfrm>
              <a:off x="4351606" y="3030160"/>
              <a:ext cx="7350" cy="5703"/>
            </a:xfrm>
            <a:custGeom>
              <a:avLst/>
              <a:gdLst>
                <a:gd name="connsiteX0" fmla="*/ 7351 w 7350"/>
                <a:gd name="connsiteY0" fmla="*/ 2788 h 5703"/>
                <a:gd name="connsiteX1" fmla="*/ 3675 w 7350"/>
                <a:gd name="connsiteY1" fmla="*/ 5703 h 5703"/>
                <a:gd name="connsiteX2" fmla="*/ 0 w 7350"/>
                <a:gd name="connsiteY2" fmla="*/ 2788 h 5703"/>
                <a:gd name="connsiteX3" fmla="*/ 3675 w 7350"/>
                <a:gd name="connsiteY3" fmla="*/ 0 h 5703"/>
                <a:gd name="connsiteX4" fmla="*/ 7351 w 7350"/>
                <a:gd name="connsiteY4" fmla="*/ 2788 h 5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0" h="5703">
                  <a:moveTo>
                    <a:pt x="7351" y="2788"/>
                  </a:moveTo>
                  <a:lnTo>
                    <a:pt x="3675" y="5703"/>
                  </a:lnTo>
                  <a:lnTo>
                    <a:pt x="0" y="2788"/>
                  </a:lnTo>
                  <a:lnTo>
                    <a:pt x="3675" y="0"/>
                  </a:lnTo>
                  <a:lnTo>
                    <a:pt x="7351" y="278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C790E02D-4600-879C-2501-1CAD94140C91}"/>
                </a:ext>
              </a:extLst>
            </p:cNvPr>
            <p:cNvSpPr/>
            <p:nvPr/>
          </p:nvSpPr>
          <p:spPr>
            <a:xfrm>
              <a:off x="4392542" y="2931559"/>
              <a:ext cx="6463" cy="5196"/>
            </a:xfrm>
            <a:custGeom>
              <a:avLst/>
              <a:gdLst>
                <a:gd name="connsiteX0" fmla="*/ 6464 w 6463"/>
                <a:gd name="connsiteY0" fmla="*/ 2535 h 5196"/>
                <a:gd name="connsiteX1" fmla="*/ 3295 w 6463"/>
                <a:gd name="connsiteY1" fmla="*/ 5196 h 5196"/>
                <a:gd name="connsiteX2" fmla="*/ 0 w 6463"/>
                <a:gd name="connsiteY2" fmla="*/ 2535 h 5196"/>
                <a:gd name="connsiteX3" fmla="*/ 3295 w 6463"/>
                <a:gd name="connsiteY3" fmla="*/ 0 h 5196"/>
                <a:gd name="connsiteX4" fmla="*/ 6464 w 6463"/>
                <a:gd name="connsiteY4" fmla="*/ 2535 h 5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196">
                  <a:moveTo>
                    <a:pt x="6464" y="2535"/>
                  </a:moveTo>
                  <a:lnTo>
                    <a:pt x="3295" y="5196"/>
                  </a:lnTo>
                  <a:lnTo>
                    <a:pt x="0" y="2535"/>
                  </a:lnTo>
                  <a:lnTo>
                    <a:pt x="3295" y="0"/>
                  </a:lnTo>
                  <a:lnTo>
                    <a:pt x="6464" y="253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9A9E080F-B3DD-AC5B-2D1F-A7D9F2A85B7C}"/>
                </a:ext>
              </a:extLst>
            </p:cNvPr>
            <p:cNvSpPr/>
            <p:nvPr/>
          </p:nvSpPr>
          <p:spPr>
            <a:xfrm>
              <a:off x="4442096" y="2835494"/>
              <a:ext cx="5576" cy="4435"/>
            </a:xfrm>
            <a:custGeom>
              <a:avLst/>
              <a:gdLst>
                <a:gd name="connsiteX0" fmla="*/ 5576 w 5576"/>
                <a:gd name="connsiteY0" fmla="*/ 2281 h 4435"/>
                <a:gd name="connsiteX1" fmla="*/ 2788 w 5576"/>
                <a:gd name="connsiteY1" fmla="*/ 4436 h 4435"/>
                <a:gd name="connsiteX2" fmla="*/ 0 w 5576"/>
                <a:gd name="connsiteY2" fmla="*/ 2281 h 4435"/>
                <a:gd name="connsiteX3" fmla="*/ 2788 w 5576"/>
                <a:gd name="connsiteY3" fmla="*/ 0 h 4435"/>
                <a:gd name="connsiteX4" fmla="*/ 5576 w 5576"/>
                <a:gd name="connsiteY4" fmla="*/ 2281 h 4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6" h="4435">
                  <a:moveTo>
                    <a:pt x="5576" y="2281"/>
                  </a:moveTo>
                  <a:lnTo>
                    <a:pt x="2788" y="4436"/>
                  </a:lnTo>
                  <a:lnTo>
                    <a:pt x="0" y="2281"/>
                  </a:lnTo>
                  <a:lnTo>
                    <a:pt x="2788" y="0"/>
                  </a:lnTo>
                  <a:lnTo>
                    <a:pt x="5576" y="22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6F74035B-2455-86CC-9C63-F11693C57683}"/>
                </a:ext>
              </a:extLst>
            </p:cNvPr>
            <p:cNvSpPr/>
            <p:nvPr/>
          </p:nvSpPr>
          <p:spPr>
            <a:xfrm>
              <a:off x="4500141" y="2742596"/>
              <a:ext cx="4435" cy="3421"/>
            </a:xfrm>
            <a:custGeom>
              <a:avLst/>
              <a:gdLst>
                <a:gd name="connsiteX0" fmla="*/ 4436 w 4435"/>
                <a:gd name="connsiteY0" fmla="*/ 1648 h 3421"/>
                <a:gd name="connsiteX1" fmla="*/ 2155 w 4435"/>
                <a:gd name="connsiteY1" fmla="*/ 3422 h 3421"/>
                <a:gd name="connsiteX2" fmla="*/ 0 w 4435"/>
                <a:gd name="connsiteY2" fmla="*/ 1648 h 3421"/>
                <a:gd name="connsiteX3" fmla="*/ 2155 w 4435"/>
                <a:gd name="connsiteY3" fmla="*/ 0 h 3421"/>
                <a:gd name="connsiteX4" fmla="*/ 4436 w 4435"/>
                <a:gd name="connsiteY4" fmla="*/ 1648 h 3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5" h="3421">
                  <a:moveTo>
                    <a:pt x="4436" y="1648"/>
                  </a:moveTo>
                  <a:lnTo>
                    <a:pt x="2155" y="3422"/>
                  </a:lnTo>
                  <a:lnTo>
                    <a:pt x="0" y="1648"/>
                  </a:lnTo>
                  <a:lnTo>
                    <a:pt x="2155" y="0"/>
                  </a:lnTo>
                  <a:lnTo>
                    <a:pt x="4436" y="164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20D58419-9604-D5C3-D783-8D476B896498}"/>
                </a:ext>
              </a:extLst>
            </p:cNvPr>
            <p:cNvSpPr/>
            <p:nvPr/>
          </p:nvSpPr>
          <p:spPr>
            <a:xfrm>
              <a:off x="4566171" y="2652740"/>
              <a:ext cx="3548" cy="2914"/>
            </a:xfrm>
            <a:custGeom>
              <a:avLst/>
              <a:gdLst>
                <a:gd name="connsiteX0" fmla="*/ 3549 w 3548"/>
                <a:gd name="connsiteY0" fmla="*/ 1521 h 2914"/>
                <a:gd name="connsiteX1" fmla="*/ 1774 w 3548"/>
                <a:gd name="connsiteY1" fmla="*/ 2915 h 2914"/>
                <a:gd name="connsiteX2" fmla="*/ 0 w 3548"/>
                <a:gd name="connsiteY2" fmla="*/ 1521 h 2914"/>
                <a:gd name="connsiteX3" fmla="*/ 1774 w 3548"/>
                <a:gd name="connsiteY3" fmla="*/ 0 h 2914"/>
                <a:gd name="connsiteX4" fmla="*/ 3549 w 3548"/>
                <a:gd name="connsiteY4" fmla="*/ 1521 h 2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914">
                  <a:moveTo>
                    <a:pt x="3549" y="1521"/>
                  </a:moveTo>
                  <a:lnTo>
                    <a:pt x="1774" y="2915"/>
                  </a:lnTo>
                  <a:lnTo>
                    <a:pt x="0" y="1521"/>
                  </a:lnTo>
                  <a:lnTo>
                    <a:pt x="1774" y="0"/>
                  </a:lnTo>
                  <a:lnTo>
                    <a:pt x="3549" y="152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7E0C418E-EFF9-21C8-A787-0A9EF17B7035}"/>
                </a:ext>
              </a:extLst>
            </p:cNvPr>
            <p:cNvSpPr/>
            <p:nvPr/>
          </p:nvSpPr>
          <p:spPr>
            <a:xfrm>
              <a:off x="4640185" y="2567194"/>
              <a:ext cx="2154" cy="1647"/>
            </a:xfrm>
            <a:custGeom>
              <a:avLst/>
              <a:gdLst>
                <a:gd name="connsiteX0" fmla="*/ 2154 w 2154"/>
                <a:gd name="connsiteY0" fmla="*/ 760 h 1647"/>
                <a:gd name="connsiteX1" fmla="*/ 1014 w 2154"/>
                <a:gd name="connsiteY1" fmla="*/ 1648 h 1647"/>
                <a:gd name="connsiteX2" fmla="*/ 0 w 2154"/>
                <a:gd name="connsiteY2" fmla="*/ 760 h 1647"/>
                <a:gd name="connsiteX3" fmla="*/ 1014 w 2154"/>
                <a:gd name="connsiteY3" fmla="*/ 0 h 1647"/>
                <a:gd name="connsiteX4" fmla="*/ 2154 w 2154"/>
                <a:gd name="connsiteY4" fmla="*/ 760 h 1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4" h="1647">
                  <a:moveTo>
                    <a:pt x="2154" y="760"/>
                  </a:moveTo>
                  <a:lnTo>
                    <a:pt x="1014" y="1648"/>
                  </a:lnTo>
                  <a:lnTo>
                    <a:pt x="0" y="760"/>
                  </a:lnTo>
                  <a:lnTo>
                    <a:pt x="1014" y="0"/>
                  </a:lnTo>
                  <a:lnTo>
                    <a:pt x="2154" y="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DC3510EC-C331-FCC0-8ECA-56BDA49616BF}"/>
                </a:ext>
              </a:extLst>
            </p:cNvPr>
            <p:cNvSpPr/>
            <p:nvPr/>
          </p:nvSpPr>
          <p:spPr>
            <a:xfrm>
              <a:off x="4721676" y="2485829"/>
              <a:ext cx="507" cy="506"/>
            </a:xfrm>
            <a:custGeom>
              <a:avLst/>
              <a:gdLst>
                <a:gd name="connsiteX0" fmla="*/ 507 w 507"/>
                <a:gd name="connsiteY0" fmla="*/ 254 h 506"/>
                <a:gd name="connsiteX1" fmla="*/ 253 w 507"/>
                <a:gd name="connsiteY1" fmla="*/ 507 h 506"/>
                <a:gd name="connsiteX2" fmla="*/ 0 w 507"/>
                <a:gd name="connsiteY2" fmla="*/ 254 h 506"/>
                <a:gd name="connsiteX3" fmla="*/ 253 w 507"/>
                <a:gd name="connsiteY3" fmla="*/ 0 h 506"/>
                <a:gd name="connsiteX4" fmla="*/ 507 w 507"/>
                <a:gd name="connsiteY4" fmla="*/ 254 h 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7" h="506">
                  <a:moveTo>
                    <a:pt x="507" y="254"/>
                  </a:moveTo>
                  <a:lnTo>
                    <a:pt x="253" y="507"/>
                  </a:lnTo>
                  <a:lnTo>
                    <a:pt x="0" y="254"/>
                  </a:lnTo>
                  <a:lnTo>
                    <a:pt x="253" y="0"/>
                  </a:lnTo>
                  <a:lnTo>
                    <a:pt x="507" y="2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B3EDBF9D-81A8-F681-B0C8-2612EBE9E05E}"/>
                </a:ext>
              </a:extLst>
            </p:cNvPr>
            <p:cNvSpPr/>
            <p:nvPr/>
          </p:nvSpPr>
          <p:spPr>
            <a:xfrm>
              <a:off x="4903669" y="2336407"/>
              <a:ext cx="380" cy="380"/>
            </a:xfrm>
            <a:custGeom>
              <a:avLst/>
              <a:gdLst>
                <a:gd name="connsiteX0" fmla="*/ 380 w 380"/>
                <a:gd name="connsiteY0" fmla="*/ 254 h 380"/>
                <a:gd name="connsiteX1" fmla="*/ 253 w 380"/>
                <a:gd name="connsiteY1" fmla="*/ 380 h 380"/>
                <a:gd name="connsiteX2" fmla="*/ 0 w 380"/>
                <a:gd name="connsiteY2" fmla="*/ 254 h 380"/>
                <a:gd name="connsiteX3" fmla="*/ 253 w 380"/>
                <a:gd name="connsiteY3" fmla="*/ 0 h 380"/>
                <a:gd name="connsiteX4" fmla="*/ 380 w 380"/>
                <a:gd name="connsiteY4" fmla="*/ 254 h 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" h="380">
                  <a:moveTo>
                    <a:pt x="380" y="254"/>
                  </a:moveTo>
                  <a:lnTo>
                    <a:pt x="253" y="380"/>
                  </a:lnTo>
                  <a:lnTo>
                    <a:pt x="0" y="254"/>
                  </a:lnTo>
                  <a:lnTo>
                    <a:pt x="253" y="0"/>
                  </a:lnTo>
                  <a:lnTo>
                    <a:pt x="380" y="2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A9E3743D-3EF1-D0C0-91F5-A35CEC6E2FA0}"/>
                </a:ext>
              </a:extLst>
            </p:cNvPr>
            <p:cNvSpPr/>
            <p:nvPr/>
          </p:nvSpPr>
          <p:spPr>
            <a:xfrm>
              <a:off x="5003663" y="2269237"/>
              <a:ext cx="1394" cy="1013"/>
            </a:xfrm>
            <a:custGeom>
              <a:avLst/>
              <a:gdLst>
                <a:gd name="connsiteX0" fmla="*/ 1394 w 1394"/>
                <a:gd name="connsiteY0" fmla="*/ 507 h 1013"/>
                <a:gd name="connsiteX1" fmla="*/ 634 w 1394"/>
                <a:gd name="connsiteY1" fmla="*/ 1014 h 1013"/>
                <a:gd name="connsiteX2" fmla="*/ 0 w 1394"/>
                <a:gd name="connsiteY2" fmla="*/ 507 h 1013"/>
                <a:gd name="connsiteX3" fmla="*/ 634 w 1394"/>
                <a:gd name="connsiteY3" fmla="*/ 0 h 1013"/>
                <a:gd name="connsiteX4" fmla="*/ 1394 w 1394"/>
                <a:gd name="connsiteY4" fmla="*/ 507 h 1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" h="1013">
                  <a:moveTo>
                    <a:pt x="1394" y="507"/>
                  </a:moveTo>
                  <a:lnTo>
                    <a:pt x="634" y="1014"/>
                  </a:lnTo>
                  <a:lnTo>
                    <a:pt x="0" y="507"/>
                  </a:lnTo>
                  <a:lnTo>
                    <a:pt x="634" y="0"/>
                  </a:lnTo>
                  <a:lnTo>
                    <a:pt x="1394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6C196837-0473-BA96-023A-2D3A13BA0E79}"/>
                </a:ext>
              </a:extLst>
            </p:cNvPr>
            <p:cNvSpPr/>
            <p:nvPr/>
          </p:nvSpPr>
          <p:spPr>
            <a:xfrm>
              <a:off x="5109234" y="2207644"/>
              <a:ext cx="2281" cy="1900"/>
            </a:xfrm>
            <a:custGeom>
              <a:avLst/>
              <a:gdLst>
                <a:gd name="connsiteX0" fmla="*/ 2281 w 2281"/>
                <a:gd name="connsiteY0" fmla="*/ 1014 h 1900"/>
                <a:gd name="connsiteX1" fmla="*/ 1141 w 2281"/>
                <a:gd name="connsiteY1" fmla="*/ 1901 h 1900"/>
                <a:gd name="connsiteX2" fmla="*/ 0 w 2281"/>
                <a:gd name="connsiteY2" fmla="*/ 1014 h 1900"/>
                <a:gd name="connsiteX3" fmla="*/ 1141 w 2281"/>
                <a:gd name="connsiteY3" fmla="*/ 0 h 1900"/>
                <a:gd name="connsiteX4" fmla="*/ 2281 w 2281"/>
                <a:gd name="connsiteY4" fmla="*/ 1014 h 1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1" h="1900">
                  <a:moveTo>
                    <a:pt x="2281" y="1014"/>
                  </a:moveTo>
                  <a:lnTo>
                    <a:pt x="1141" y="1901"/>
                  </a:lnTo>
                  <a:lnTo>
                    <a:pt x="0" y="1014"/>
                  </a:lnTo>
                  <a:lnTo>
                    <a:pt x="1141" y="0"/>
                  </a:lnTo>
                  <a:lnTo>
                    <a:pt x="2281" y="101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D1C85664-EB4C-C898-9226-7C43FFE23E9E}"/>
                </a:ext>
              </a:extLst>
            </p:cNvPr>
            <p:cNvSpPr/>
            <p:nvPr/>
          </p:nvSpPr>
          <p:spPr>
            <a:xfrm>
              <a:off x="5220128" y="2152387"/>
              <a:ext cx="2914" cy="2281"/>
            </a:xfrm>
            <a:custGeom>
              <a:avLst/>
              <a:gdLst>
                <a:gd name="connsiteX0" fmla="*/ 2915 w 2914"/>
                <a:gd name="connsiteY0" fmla="*/ 1141 h 2281"/>
                <a:gd name="connsiteX1" fmla="*/ 1394 w 2914"/>
                <a:gd name="connsiteY1" fmla="*/ 2281 h 2281"/>
                <a:gd name="connsiteX2" fmla="*/ 0 w 2914"/>
                <a:gd name="connsiteY2" fmla="*/ 1141 h 2281"/>
                <a:gd name="connsiteX3" fmla="*/ 1394 w 2914"/>
                <a:gd name="connsiteY3" fmla="*/ 0 h 2281"/>
                <a:gd name="connsiteX4" fmla="*/ 2915 w 2914"/>
                <a:gd name="connsiteY4" fmla="*/ 1141 h 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" h="2281">
                  <a:moveTo>
                    <a:pt x="2915" y="1141"/>
                  </a:moveTo>
                  <a:lnTo>
                    <a:pt x="1394" y="2281"/>
                  </a:lnTo>
                  <a:lnTo>
                    <a:pt x="0" y="1141"/>
                  </a:lnTo>
                  <a:lnTo>
                    <a:pt x="1394" y="0"/>
                  </a:lnTo>
                  <a:lnTo>
                    <a:pt x="2915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B6DE29A9-376D-8D24-C5FC-FE33DF071941}"/>
                </a:ext>
              </a:extLst>
            </p:cNvPr>
            <p:cNvSpPr/>
            <p:nvPr/>
          </p:nvSpPr>
          <p:spPr>
            <a:xfrm>
              <a:off x="5335585" y="2103340"/>
              <a:ext cx="3421" cy="2788"/>
            </a:xfrm>
            <a:custGeom>
              <a:avLst/>
              <a:gdLst>
                <a:gd name="connsiteX0" fmla="*/ 3422 w 3421"/>
                <a:gd name="connsiteY0" fmla="*/ 1394 h 2788"/>
                <a:gd name="connsiteX1" fmla="*/ 1774 w 3421"/>
                <a:gd name="connsiteY1" fmla="*/ 2788 h 2788"/>
                <a:gd name="connsiteX2" fmla="*/ 0 w 3421"/>
                <a:gd name="connsiteY2" fmla="*/ 1394 h 2788"/>
                <a:gd name="connsiteX3" fmla="*/ 1774 w 3421"/>
                <a:gd name="connsiteY3" fmla="*/ 0 h 2788"/>
                <a:gd name="connsiteX4" fmla="*/ 3422 w 3421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21" h="2788">
                  <a:moveTo>
                    <a:pt x="3422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422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FCB4E2E4-CA47-05A1-4708-983D36A6FAA1}"/>
                </a:ext>
              </a:extLst>
            </p:cNvPr>
            <p:cNvSpPr/>
            <p:nvPr/>
          </p:nvSpPr>
          <p:spPr>
            <a:xfrm>
              <a:off x="5454970" y="2060757"/>
              <a:ext cx="4182" cy="3295"/>
            </a:xfrm>
            <a:custGeom>
              <a:avLst/>
              <a:gdLst>
                <a:gd name="connsiteX0" fmla="*/ 4182 w 4182"/>
                <a:gd name="connsiteY0" fmla="*/ 1648 h 3295"/>
                <a:gd name="connsiteX1" fmla="*/ 2027 w 4182"/>
                <a:gd name="connsiteY1" fmla="*/ 3295 h 3295"/>
                <a:gd name="connsiteX2" fmla="*/ 0 w 4182"/>
                <a:gd name="connsiteY2" fmla="*/ 1648 h 3295"/>
                <a:gd name="connsiteX3" fmla="*/ 2027 w 4182"/>
                <a:gd name="connsiteY3" fmla="*/ 0 h 3295"/>
                <a:gd name="connsiteX4" fmla="*/ 4182 w 4182"/>
                <a:gd name="connsiteY4" fmla="*/ 1648 h 3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2" h="3295">
                  <a:moveTo>
                    <a:pt x="4182" y="1648"/>
                  </a:moveTo>
                  <a:lnTo>
                    <a:pt x="2027" y="3295"/>
                  </a:lnTo>
                  <a:lnTo>
                    <a:pt x="0" y="1648"/>
                  </a:lnTo>
                  <a:lnTo>
                    <a:pt x="2027" y="0"/>
                  </a:lnTo>
                  <a:lnTo>
                    <a:pt x="4182" y="164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441EB376-6611-8884-1E1C-8C0CAEFF4713}"/>
                </a:ext>
              </a:extLst>
            </p:cNvPr>
            <p:cNvSpPr/>
            <p:nvPr/>
          </p:nvSpPr>
          <p:spPr>
            <a:xfrm>
              <a:off x="5577524" y="2024764"/>
              <a:ext cx="5323" cy="4182"/>
            </a:xfrm>
            <a:custGeom>
              <a:avLst/>
              <a:gdLst>
                <a:gd name="connsiteX0" fmla="*/ 5323 w 5323"/>
                <a:gd name="connsiteY0" fmla="*/ 2154 h 4182"/>
                <a:gd name="connsiteX1" fmla="*/ 2788 w 5323"/>
                <a:gd name="connsiteY1" fmla="*/ 4182 h 4182"/>
                <a:gd name="connsiteX2" fmla="*/ 0 w 5323"/>
                <a:gd name="connsiteY2" fmla="*/ 2154 h 4182"/>
                <a:gd name="connsiteX3" fmla="*/ 2788 w 5323"/>
                <a:gd name="connsiteY3" fmla="*/ 0 h 4182"/>
                <a:gd name="connsiteX4" fmla="*/ 5323 w 5323"/>
                <a:gd name="connsiteY4" fmla="*/ 2154 h 4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23" h="4182">
                  <a:moveTo>
                    <a:pt x="5323" y="2154"/>
                  </a:moveTo>
                  <a:lnTo>
                    <a:pt x="2788" y="4182"/>
                  </a:lnTo>
                  <a:lnTo>
                    <a:pt x="0" y="2154"/>
                  </a:lnTo>
                  <a:lnTo>
                    <a:pt x="2788" y="0"/>
                  </a:lnTo>
                  <a:lnTo>
                    <a:pt x="5323" y="21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6822205B-CF41-F78D-0D5F-03CF4A57697A}"/>
                </a:ext>
              </a:extLst>
            </p:cNvPr>
            <p:cNvSpPr/>
            <p:nvPr/>
          </p:nvSpPr>
          <p:spPr>
            <a:xfrm>
              <a:off x="5703246" y="1995868"/>
              <a:ext cx="5956" cy="4689"/>
            </a:xfrm>
            <a:custGeom>
              <a:avLst/>
              <a:gdLst>
                <a:gd name="connsiteX0" fmla="*/ 5957 w 5956"/>
                <a:gd name="connsiteY0" fmla="*/ 2281 h 4689"/>
                <a:gd name="connsiteX1" fmla="*/ 3042 w 5956"/>
                <a:gd name="connsiteY1" fmla="*/ 4689 h 4689"/>
                <a:gd name="connsiteX2" fmla="*/ 0 w 5956"/>
                <a:gd name="connsiteY2" fmla="*/ 2281 h 4689"/>
                <a:gd name="connsiteX3" fmla="*/ 3042 w 5956"/>
                <a:gd name="connsiteY3" fmla="*/ 0 h 4689"/>
                <a:gd name="connsiteX4" fmla="*/ 5957 w 5956"/>
                <a:gd name="connsiteY4" fmla="*/ 2281 h 4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6" h="4689">
                  <a:moveTo>
                    <a:pt x="5957" y="2281"/>
                  </a:moveTo>
                  <a:lnTo>
                    <a:pt x="3042" y="4689"/>
                  </a:lnTo>
                  <a:lnTo>
                    <a:pt x="0" y="2281"/>
                  </a:lnTo>
                  <a:lnTo>
                    <a:pt x="3042" y="0"/>
                  </a:lnTo>
                  <a:lnTo>
                    <a:pt x="5957" y="22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7C2F347C-DE21-CF27-8F32-BAE4993AE77D}"/>
                </a:ext>
              </a:extLst>
            </p:cNvPr>
            <p:cNvSpPr/>
            <p:nvPr/>
          </p:nvSpPr>
          <p:spPr>
            <a:xfrm>
              <a:off x="5831249" y="1974069"/>
              <a:ext cx="6463" cy="5069"/>
            </a:xfrm>
            <a:custGeom>
              <a:avLst/>
              <a:gdLst>
                <a:gd name="connsiteX0" fmla="*/ 6464 w 6463"/>
                <a:gd name="connsiteY0" fmla="*/ 2535 h 5069"/>
                <a:gd name="connsiteX1" fmla="*/ 3295 w 6463"/>
                <a:gd name="connsiteY1" fmla="*/ 5070 h 5069"/>
                <a:gd name="connsiteX2" fmla="*/ 0 w 6463"/>
                <a:gd name="connsiteY2" fmla="*/ 2535 h 5069"/>
                <a:gd name="connsiteX3" fmla="*/ 3295 w 6463"/>
                <a:gd name="connsiteY3" fmla="*/ 0 h 5069"/>
                <a:gd name="connsiteX4" fmla="*/ 6464 w 6463"/>
                <a:gd name="connsiteY4" fmla="*/ 2535 h 5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069">
                  <a:moveTo>
                    <a:pt x="6464" y="2535"/>
                  </a:moveTo>
                  <a:lnTo>
                    <a:pt x="3295" y="5070"/>
                  </a:lnTo>
                  <a:lnTo>
                    <a:pt x="0" y="2535"/>
                  </a:lnTo>
                  <a:lnTo>
                    <a:pt x="3295" y="0"/>
                  </a:lnTo>
                  <a:lnTo>
                    <a:pt x="6464" y="253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E232B3C5-3339-837D-494D-A3BF32CF7824}"/>
                </a:ext>
              </a:extLst>
            </p:cNvPr>
            <p:cNvSpPr/>
            <p:nvPr/>
          </p:nvSpPr>
          <p:spPr>
            <a:xfrm>
              <a:off x="5960647" y="1959241"/>
              <a:ext cx="7350" cy="5829"/>
            </a:xfrm>
            <a:custGeom>
              <a:avLst/>
              <a:gdLst>
                <a:gd name="connsiteX0" fmla="*/ 7351 w 7350"/>
                <a:gd name="connsiteY0" fmla="*/ 2915 h 5829"/>
                <a:gd name="connsiteX1" fmla="*/ 3675 w 7350"/>
                <a:gd name="connsiteY1" fmla="*/ 5830 h 5829"/>
                <a:gd name="connsiteX2" fmla="*/ 0 w 7350"/>
                <a:gd name="connsiteY2" fmla="*/ 2915 h 5829"/>
                <a:gd name="connsiteX3" fmla="*/ 3675 w 7350"/>
                <a:gd name="connsiteY3" fmla="*/ 0 h 5829"/>
                <a:gd name="connsiteX4" fmla="*/ 7351 w 7350"/>
                <a:gd name="connsiteY4" fmla="*/ 2915 h 5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0" h="5829">
                  <a:moveTo>
                    <a:pt x="7351" y="2915"/>
                  </a:moveTo>
                  <a:lnTo>
                    <a:pt x="3675" y="5830"/>
                  </a:lnTo>
                  <a:lnTo>
                    <a:pt x="0" y="2915"/>
                  </a:lnTo>
                  <a:lnTo>
                    <a:pt x="3675" y="0"/>
                  </a:lnTo>
                  <a:lnTo>
                    <a:pt x="7351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BC15769E-BACA-E31C-A6A3-20BF0C5728F2}"/>
                </a:ext>
              </a:extLst>
            </p:cNvPr>
            <p:cNvSpPr/>
            <p:nvPr/>
          </p:nvSpPr>
          <p:spPr>
            <a:xfrm>
              <a:off x="6091184" y="1951764"/>
              <a:ext cx="7857" cy="6209"/>
            </a:xfrm>
            <a:custGeom>
              <a:avLst/>
              <a:gdLst>
                <a:gd name="connsiteX0" fmla="*/ 7858 w 7857"/>
                <a:gd name="connsiteY0" fmla="*/ 3168 h 6209"/>
                <a:gd name="connsiteX1" fmla="*/ 3929 w 7857"/>
                <a:gd name="connsiteY1" fmla="*/ 6210 h 6209"/>
                <a:gd name="connsiteX2" fmla="*/ 0 w 7857"/>
                <a:gd name="connsiteY2" fmla="*/ 3168 h 6209"/>
                <a:gd name="connsiteX3" fmla="*/ 3929 w 7857"/>
                <a:gd name="connsiteY3" fmla="*/ 0 h 6209"/>
                <a:gd name="connsiteX4" fmla="*/ 7858 w 7857"/>
                <a:gd name="connsiteY4" fmla="*/ 3168 h 6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57" h="6209">
                  <a:moveTo>
                    <a:pt x="7858" y="3168"/>
                  </a:moveTo>
                  <a:lnTo>
                    <a:pt x="3929" y="6210"/>
                  </a:lnTo>
                  <a:lnTo>
                    <a:pt x="0" y="3168"/>
                  </a:lnTo>
                  <a:lnTo>
                    <a:pt x="3929" y="0"/>
                  </a:lnTo>
                  <a:lnTo>
                    <a:pt x="7858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1E28F649-1AD9-B6A7-EBA6-5F72CDA70B9D}"/>
                </a:ext>
              </a:extLst>
            </p:cNvPr>
            <p:cNvSpPr/>
            <p:nvPr/>
          </p:nvSpPr>
          <p:spPr>
            <a:xfrm>
              <a:off x="6221596" y="1951257"/>
              <a:ext cx="9251" cy="7224"/>
            </a:xfrm>
            <a:custGeom>
              <a:avLst/>
              <a:gdLst>
                <a:gd name="connsiteX0" fmla="*/ 9252 w 9251"/>
                <a:gd name="connsiteY0" fmla="*/ 3675 h 7224"/>
                <a:gd name="connsiteX1" fmla="*/ 4562 w 9251"/>
                <a:gd name="connsiteY1" fmla="*/ 7224 h 7224"/>
                <a:gd name="connsiteX2" fmla="*/ 0 w 9251"/>
                <a:gd name="connsiteY2" fmla="*/ 3675 h 7224"/>
                <a:gd name="connsiteX3" fmla="*/ 4562 w 9251"/>
                <a:gd name="connsiteY3" fmla="*/ 0 h 7224"/>
                <a:gd name="connsiteX4" fmla="*/ 9252 w 9251"/>
                <a:gd name="connsiteY4" fmla="*/ 3675 h 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51" h="7224">
                  <a:moveTo>
                    <a:pt x="9252" y="3675"/>
                  </a:moveTo>
                  <a:lnTo>
                    <a:pt x="4562" y="7224"/>
                  </a:lnTo>
                  <a:lnTo>
                    <a:pt x="0" y="3675"/>
                  </a:lnTo>
                  <a:lnTo>
                    <a:pt x="4562" y="0"/>
                  </a:lnTo>
                  <a:lnTo>
                    <a:pt x="9252" y="367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1022BC5B-C4CF-EE57-4452-F53E0D60E107}"/>
                </a:ext>
              </a:extLst>
            </p:cNvPr>
            <p:cNvSpPr/>
            <p:nvPr/>
          </p:nvSpPr>
          <p:spPr>
            <a:xfrm>
              <a:off x="6352007" y="1958227"/>
              <a:ext cx="9885" cy="7857"/>
            </a:xfrm>
            <a:custGeom>
              <a:avLst/>
              <a:gdLst>
                <a:gd name="connsiteX0" fmla="*/ 9885 w 9885"/>
                <a:gd name="connsiteY0" fmla="*/ 3929 h 7857"/>
                <a:gd name="connsiteX1" fmla="*/ 4943 w 9885"/>
                <a:gd name="connsiteY1" fmla="*/ 7858 h 7857"/>
                <a:gd name="connsiteX2" fmla="*/ 0 w 9885"/>
                <a:gd name="connsiteY2" fmla="*/ 3929 h 7857"/>
                <a:gd name="connsiteX3" fmla="*/ 4943 w 9885"/>
                <a:gd name="connsiteY3" fmla="*/ 0 h 7857"/>
                <a:gd name="connsiteX4" fmla="*/ 9885 w 9885"/>
                <a:gd name="connsiteY4" fmla="*/ 3929 h 7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85" h="7857">
                  <a:moveTo>
                    <a:pt x="9885" y="3929"/>
                  </a:moveTo>
                  <a:lnTo>
                    <a:pt x="4943" y="7858"/>
                  </a:lnTo>
                  <a:lnTo>
                    <a:pt x="0" y="3929"/>
                  </a:lnTo>
                  <a:lnTo>
                    <a:pt x="4943" y="0"/>
                  </a:lnTo>
                  <a:lnTo>
                    <a:pt x="9885" y="392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4B99901F-433A-3DCF-CCD3-C2A24C2A87BB}"/>
                </a:ext>
              </a:extLst>
            </p:cNvPr>
            <p:cNvSpPr/>
            <p:nvPr/>
          </p:nvSpPr>
          <p:spPr>
            <a:xfrm>
              <a:off x="6481405" y="1972422"/>
              <a:ext cx="10645" cy="8364"/>
            </a:xfrm>
            <a:custGeom>
              <a:avLst/>
              <a:gdLst>
                <a:gd name="connsiteX0" fmla="*/ 10646 w 10645"/>
                <a:gd name="connsiteY0" fmla="*/ 4182 h 8364"/>
                <a:gd name="connsiteX1" fmla="*/ 5323 w 10645"/>
                <a:gd name="connsiteY1" fmla="*/ 8364 h 8364"/>
                <a:gd name="connsiteX2" fmla="*/ 0 w 10645"/>
                <a:gd name="connsiteY2" fmla="*/ 4182 h 8364"/>
                <a:gd name="connsiteX3" fmla="*/ 5323 w 10645"/>
                <a:gd name="connsiteY3" fmla="*/ 0 h 8364"/>
                <a:gd name="connsiteX4" fmla="*/ 10646 w 10645"/>
                <a:gd name="connsiteY4" fmla="*/ 4182 h 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45" h="8364">
                  <a:moveTo>
                    <a:pt x="10646" y="4182"/>
                  </a:moveTo>
                  <a:lnTo>
                    <a:pt x="5323" y="8364"/>
                  </a:lnTo>
                  <a:lnTo>
                    <a:pt x="0" y="4182"/>
                  </a:lnTo>
                  <a:lnTo>
                    <a:pt x="5323" y="0"/>
                  </a:lnTo>
                  <a:lnTo>
                    <a:pt x="10646" y="41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B3677ADE-CD92-732E-F2E4-047115E7F7D2}"/>
                </a:ext>
              </a:extLst>
            </p:cNvPr>
            <p:cNvSpPr/>
            <p:nvPr/>
          </p:nvSpPr>
          <p:spPr>
            <a:xfrm>
              <a:off x="6609408" y="1993840"/>
              <a:ext cx="11152" cy="8871"/>
            </a:xfrm>
            <a:custGeom>
              <a:avLst/>
              <a:gdLst>
                <a:gd name="connsiteX0" fmla="*/ 11153 w 11152"/>
                <a:gd name="connsiteY0" fmla="*/ 4309 h 8871"/>
                <a:gd name="connsiteX1" fmla="*/ 5576 w 11152"/>
                <a:gd name="connsiteY1" fmla="*/ 8872 h 8871"/>
                <a:gd name="connsiteX2" fmla="*/ 0 w 11152"/>
                <a:gd name="connsiteY2" fmla="*/ 4309 h 8871"/>
                <a:gd name="connsiteX3" fmla="*/ 5576 w 11152"/>
                <a:gd name="connsiteY3" fmla="*/ 0 h 8871"/>
                <a:gd name="connsiteX4" fmla="*/ 11153 w 11152"/>
                <a:gd name="connsiteY4" fmla="*/ 4309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52" h="8871">
                  <a:moveTo>
                    <a:pt x="11153" y="4309"/>
                  </a:moveTo>
                  <a:lnTo>
                    <a:pt x="5576" y="8872"/>
                  </a:lnTo>
                  <a:lnTo>
                    <a:pt x="0" y="4309"/>
                  </a:lnTo>
                  <a:lnTo>
                    <a:pt x="5576" y="0"/>
                  </a:lnTo>
                  <a:lnTo>
                    <a:pt x="11153" y="430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FAEAB902-3CA9-62CD-9F6B-E9B2213659C1}"/>
                </a:ext>
              </a:extLst>
            </p:cNvPr>
            <p:cNvSpPr/>
            <p:nvPr/>
          </p:nvSpPr>
          <p:spPr>
            <a:xfrm>
              <a:off x="6735003" y="2022102"/>
              <a:ext cx="12040" cy="9505"/>
            </a:xfrm>
            <a:custGeom>
              <a:avLst/>
              <a:gdLst>
                <a:gd name="connsiteX0" fmla="*/ 12040 w 12040"/>
                <a:gd name="connsiteY0" fmla="*/ 4816 h 9505"/>
                <a:gd name="connsiteX1" fmla="*/ 5957 w 12040"/>
                <a:gd name="connsiteY1" fmla="*/ 9505 h 9505"/>
                <a:gd name="connsiteX2" fmla="*/ 0 w 12040"/>
                <a:gd name="connsiteY2" fmla="*/ 4816 h 9505"/>
                <a:gd name="connsiteX3" fmla="*/ 5957 w 12040"/>
                <a:gd name="connsiteY3" fmla="*/ 0 h 9505"/>
                <a:gd name="connsiteX4" fmla="*/ 12040 w 12040"/>
                <a:gd name="connsiteY4" fmla="*/ 4816 h 9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40" h="9505">
                  <a:moveTo>
                    <a:pt x="12040" y="4816"/>
                  </a:moveTo>
                  <a:lnTo>
                    <a:pt x="5957" y="9505"/>
                  </a:lnTo>
                  <a:lnTo>
                    <a:pt x="0" y="4816"/>
                  </a:lnTo>
                  <a:lnTo>
                    <a:pt x="5957" y="0"/>
                  </a:lnTo>
                  <a:lnTo>
                    <a:pt x="12040" y="481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CD7BD82B-AA20-AC8D-4BDE-289F057D9348}"/>
                </a:ext>
              </a:extLst>
            </p:cNvPr>
            <p:cNvSpPr/>
            <p:nvPr/>
          </p:nvSpPr>
          <p:spPr>
            <a:xfrm>
              <a:off x="6858191" y="2057715"/>
              <a:ext cx="12040" cy="9505"/>
            </a:xfrm>
            <a:custGeom>
              <a:avLst/>
              <a:gdLst>
                <a:gd name="connsiteX0" fmla="*/ 12040 w 12040"/>
                <a:gd name="connsiteY0" fmla="*/ 4689 h 9505"/>
                <a:gd name="connsiteX1" fmla="*/ 5956 w 12040"/>
                <a:gd name="connsiteY1" fmla="*/ 9505 h 9505"/>
                <a:gd name="connsiteX2" fmla="*/ 0 w 12040"/>
                <a:gd name="connsiteY2" fmla="*/ 4689 h 9505"/>
                <a:gd name="connsiteX3" fmla="*/ 5956 w 12040"/>
                <a:gd name="connsiteY3" fmla="*/ 0 h 9505"/>
                <a:gd name="connsiteX4" fmla="*/ 12040 w 12040"/>
                <a:gd name="connsiteY4" fmla="*/ 4689 h 9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40" h="9505">
                  <a:moveTo>
                    <a:pt x="12040" y="4689"/>
                  </a:moveTo>
                  <a:lnTo>
                    <a:pt x="5956" y="9505"/>
                  </a:lnTo>
                  <a:lnTo>
                    <a:pt x="0" y="4689"/>
                  </a:lnTo>
                  <a:lnTo>
                    <a:pt x="5956" y="0"/>
                  </a:lnTo>
                  <a:lnTo>
                    <a:pt x="12040" y="468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9F5951A7-1CDD-C515-0E23-66B69744DEAE}"/>
                </a:ext>
              </a:extLst>
            </p:cNvPr>
            <p:cNvSpPr/>
            <p:nvPr/>
          </p:nvSpPr>
          <p:spPr>
            <a:xfrm>
              <a:off x="6977576" y="2099791"/>
              <a:ext cx="12673" cy="9885"/>
            </a:xfrm>
            <a:custGeom>
              <a:avLst/>
              <a:gdLst>
                <a:gd name="connsiteX0" fmla="*/ 12674 w 12673"/>
                <a:gd name="connsiteY0" fmla="*/ 4943 h 9885"/>
                <a:gd name="connsiteX1" fmla="*/ 6337 w 12673"/>
                <a:gd name="connsiteY1" fmla="*/ 9885 h 9885"/>
                <a:gd name="connsiteX2" fmla="*/ 0 w 12673"/>
                <a:gd name="connsiteY2" fmla="*/ 4943 h 9885"/>
                <a:gd name="connsiteX3" fmla="*/ 6337 w 12673"/>
                <a:gd name="connsiteY3" fmla="*/ 0 h 9885"/>
                <a:gd name="connsiteX4" fmla="*/ 12674 w 12673"/>
                <a:gd name="connsiteY4" fmla="*/ 4943 h 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73" h="9885">
                  <a:moveTo>
                    <a:pt x="12674" y="4943"/>
                  </a:moveTo>
                  <a:lnTo>
                    <a:pt x="6337" y="9885"/>
                  </a:lnTo>
                  <a:lnTo>
                    <a:pt x="0" y="4943"/>
                  </a:lnTo>
                  <a:lnTo>
                    <a:pt x="6337" y="0"/>
                  </a:lnTo>
                  <a:lnTo>
                    <a:pt x="12674" y="494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4911F19F-FEB0-F1B3-CA6B-7DD322A2FF22}"/>
                </a:ext>
              </a:extLst>
            </p:cNvPr>
            <p:cNvSpPr/>
            <p:nvPr/>
          </p:nvSpPr>
          <p:spPr>
            <a:xfrm>
              <a:off x="7093413" y="2148585"/>
              <a:ext cx="12546" cy="9885"/>
            </a:xfrm>
            <a:custGeom>
              <a:avLst/>
              <a:gdLst>
                <a:gd name="connsiteX0" fmla="*/ 12547 w 12546"/>
                <a:gd name="connsiteY0" fmla="*/ 4943 h 9885"/>
                <a:gd name="connsiteX1" fmla="*/ 6210 w 12546"/>
                <a:gd name="connsiteY1" fmla="*/ 9885 h 9885"/>
                <a:gd name="connsiteX2" fmla="*/ 0 w 12546"/>
                <a:gd name="connsiteY2" fmla="*/ 4943 h 9885"/>
                <a:gd name="connsiteX3" fmla="*/ 6210 w 12546"/>
                <a:gd name="connsiteY3" fmla="*/ 0 h 9885"/>
                <a:gd name="connsiteX4" fmla="*/ 12547 w 12546"/>
                <a:gd name="connsiteY4" fmla="*/ 4943 h 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46" h="9885">
                  <a:moveTo>
                    <a:pt x="12547" y="4943"/>
                  </a:moveTo>
                  <a:lnTo>
                    <a:pt x="6210" y="9885"/>
                  </a:lnTo>
                  <a:lnTo>
                    <a:pt x="0" y="4943"/>
                  </a:lnTo>
                  <a:lnTo>
                    <a:pt x="6210" y="0"/>
                  </a:lnTo>
                  <a:lnTo>
                    <a:pt x="12547" y="494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F9D2B799-9A44-BE39-3F9D-F1DF1CEB8B42}"/>
                </a:ext>
              </a:extLst>
            </p:cNvPr>
            <p:cNvSpPr/>
            <p:nvPr/>
          </p:nvSpPr>
          <p:spPr>
            <a:xfrm>
              <a:off x="7204560" y="2203715"/>
              <a:ext cx="12547" cy="9885"/>
            </a:xfrm>
            <a:custGeom>
              <a:avLst/>
              <a:gdLst>
                <a:gd name="connsiteX0" fmla="*/ 12548 w 12547"/>
                <a:gd name="connsiteY0" fmla="*/ 4943 h 9885"/>
                <a:gd name="connsiteX1" fmla="*/ 6211 w 12547"/>
                <a:gd name="connsiteY1" fmla="*/ 9885 h 9885"/>
                <a:gd name="connsiteX2" fmla="*/ 0 w 12547"/>
                <a:gd name="connsiteY2" fmla="*/ 4943 h 9885"/>
                <a:gd name="connsiteX3" fmla="*/ 6211 w 12547"/>
                <a:gd name="connsiteY3" fmla="*/ 0 h 9885"/>
                <a:gd name="connsiteX4" fmla="*/ 12548 w 12547"/>
                <a:gd name="connsiteY4" fmla="*/ 4943 h 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47" h="9885">
                  <a:moveTo>
                    <a:pt x="12548" y="4943"/>
                  </a:moveTo>
                  <a:lnTo>
                    <a:pt x="6211" y="9885"/>
                  </a:lnTo>
                  <a:lnTo>
                    <a:pt x="0" y="4943"/>
                  </a:lnTo>
                  <a:lnTo>
                    <a:pt x="6211" y="0"/>
                  </a:lnTo>
                  <a:lnTo>
                    <a:pt x="12548" y="494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740B5A2F-044A-8E37-0A79-1C75E325C445}"/>
                </a:ext>
              </a:extLst>
            </p:cNvPr>
            <p:cNvSpPr/>
            <p:nvPr/>
          </p:nvSpPr>
          <p:spPr>
            <a:xfrm>
              <a:off x="7310638" y="2264802"/>
              <a:ext cx="12546" cy="10012"/>
            </a:xfrm>
            <a:custGeom>
              <a:avLst/>
              <a:gdLst>
                <a:gd name="connsiteX0" fmla="*/ 12547 w 12546"/>
                <a:gd name="connsiteY0" fmla="*/ 4943 h 10012"/>
                <a:gd name="connsiteX1" fmla="*/ 6210 w 12546"/>
                <a:gd name="connsiteY1" fmla="*/ 10012 h 10012"/>
                <a:gd name="connsiteX2" fmla="*/ 0 w 12546"/>
                <a:gd name="connsiteY2" fmla="*/ 4943 h 10012"/>
                <a:gd name="connsiteX3" fmla="*/ 6210 w 12546"/>
                <a:gd name="connsiteY3" fmla="*/ 0 h 10012"/>
                <a:gd name="connsiteX4" fmla="*/ 12547 w 12546"/>
                <a:gd name="connsiteY4" fmla="*/ 4943 h 1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46" h="10012">
                  <a:moveTo>
                    <a:pt x="12547" y="4943"/>
                  </a:moveTo>
                  <a:lnTo>
                    <a:pt x="6210" y="10012"/>
                  </a:lnTo>
                  <a:lnTo>
                    <a:pt x="0" y="4943"/>
                  </a:lnTo>
                  <a:lnTo>
                    <a:pt x="6210" y="0"/>
                  </a:lnTo>
                  <a:lnTo>
                    <a:pt x="12547" y="494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5109D303-1D2D-8B6B-45B4-C629BBAB9EB1}"/>
                </a:ext>
              </a:extLst>
            </p:cNvPr>
            <p:cNvSpPr/>
            <p:nvPr/>
          </p:nvSpPr>
          <p:spPr>
            <a:xfrm>
              <a:off x="7411013" y="2331591"/>
              <a:ext cx="12546" cy="10012"/>
            </a:xfrm>
            <a:custGeom>
              <a:avLst/>
              <a:gdLst>
                <a:gd name="connsiteX0" fmla="*/ 12547 w 12546"/>
                <a:gd name="connsiteY0" fmla="*/ 5069 h 10012"/>
                <a:gd name="connsiteX1" fmla="*/ 6210 w 12546"/>
                <a:gd name="connsiteY1" fmla="*/ 10012 h 10012"/>
                <a:gd name="connsiteX2" fmla="*/ 0 w 12546"/>
                <a:gd name="connsiteY2" fmla="*/ 5069 h 10012"/>
                <a:gd name="connsiteX3" fmla="*/ 6210 w 12546"/>
                <a:gd name="connsiteY3" fmla="*/ 0 h 10012"/>
                <a:gd name="connsiteX4" fmla="*/ 12547 w 12546"/>
                <a:gd name="connsiteY4" fmla="*/ 5069 h 1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46" h="10012">
                  <a:moveTo>
                    <a:pt x="12547" y="5069"/>
                  </a:moveTo>
                  <a:lnTo>
                    <a:pt x="6210" y="10012"/>
                  </a:lnTo>
                  <a:lnTo>
                    <a:pt x="0" y="5069"/>
                  </a:lnTo>
                  <a:lnTo>
                    <a:pt x="6210" y="0"/>
                  </a:lnTo>
                  <a:lnTo>
                    <a:pt x="12547" y="506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79FBF744-6263-95DE-1F95-BEE33999A07D}"/>
                </a:ext>
              </a:extLst>
            </p:cNvPr>
            <p:cNvSpPr/>
            <p:nvPr/>
          </p:nvSpPr>
          <p:spPr>
            <a:xfrm>
              <a:off x="7504924" y="2403451"/>
              <a:ext cx="13433" cy="10645"/>
            </a:xfrm>
            <a:custGeom>
              <a:avLst/>
              <a:gdLst>
                <a:gd name="connsiteX0" fmla="*/ 13434 w 13433"/>
                <a:gd name="connsiteY0" fmla="*/ 5323 h 10645"/>
                <a:gd name="connsiteX1" fmla="*/ 6717 w 13433"/>
                <a:gd name="connsiteY1" fmla="*/ 10646 h 10645"/>
                <a:gd name="connsiteX2" fmla="*/ 0 w 13433"/>
                <a:gd name="connsiteY2" fmla="*/ 5323 h 10645"/>
                <a:gd name="connsiteX3" fmla="*/ 6717 w 13433"/>
                <a:gd name="connsiteY3" fmla="*/ 0 h 10645"/>
                <a:gd name="connsiteX4" fmla="*/ 13434 w 13433"/>
                <a:gd name="connsiteY4" fmla="*/ 5323 h 1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33" h="10645">
                  <a:moveTo>
                    <a:pt x="13434" y="5323"/>
                  </a:moveTo>
                  <a:cubicBezTo>
                    <a:pt x="13434" y="8238"/>
                    <a:pt x="10392" y="10646"/>
                    <a:pt x="6717" y="10646"/>
                  </a:cubicBezTo>
                  <a:cubicBezTo>
                    <a:pt x="3042" y="10646"/>
                    <a:pt x="0" y="8238"/>
                    <a:pt x="0" y="5323"/>
                  </a:cubicBezTo>
                  <a:cubicBezTo>
                    <a:pt x="0" y="2408"/>
                    <a:pt x="3042" y="0"/>
                    <a:pt x="6717" y="0"/>
                  </a:cubicBezTo>
                  <a:cubicBezTo>
                    <a:pt x="10392" y="0"/>
                    <a:pt x="13434" y="2408"/>
                    <a:pt x="13434" y="532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D80C847B-1235-DC6B-5033-1DD547A59767}"/>
                </a:ext>
              </a:extLst>
            </p:cNvPr>
            <p:cNvSpPr/>
            <p:nvPr/>
          </p:nvSpPr>
          <p:spPr>
            <a:xfrm>
              <a:off x="7593006" y="2481140"/>
              <a:ext cx="12546" cy="9885"/>
            </a:xfrm>
            <a:custGeom>
              <a:avLst/>
              <a:gdLst>
                <a:gd name="connsiteX0" fmla="*/ 12547 w 12546"/>
                <a:gd name="connsiteY0" fmla="*/ 4943 h 9885"/>
                <a:gd name="connsiteX1" fmla="*/ 6337 w 12546"/>
                <a:gd name="connsiteY1" fmla="*/ 9885 h 9885"/>
                <a:gd name="connsiteX2" fmla="*/ 0 w 12546"/>
                <a:gd name="connsiteY2" fmla="*/ 4943 h 9885"/>
                <a:gd name="connsiteX3" fmla="*/ 6337 w 12546"/>
                <a:gd name="connsiteY3" fmla="*/ 0 h 9885"/>
                <a:gd name="connsiteX4" fmla="*/ 12547 w 12546"/>
                <a:gd name="connsiteY4" fmla="*/ 4943 h 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46" h="9885">
                  <a:moveTo>
                    <a:pt x="12547" y="4943"/>
                  </a:moveTo>
                  <a:lnTo>
                    <a:pt x="6337" y="9885"/>
                  </a:lnTo>
                  <a:lnTo>
                    <a:pt x="0" y="4943"/>
                  </a:lnTo>
                  <a:lnTo>
                    <a:pt x="6337" y="0"/>
                  </a:lnTo>
                  <a:lnTo>
                    <a:pt x="12547" y="494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83DC799C-80ED-CA95-0096-CBEC6E90AF03}"/>
                </a:ext>
              </a:extLst>
            </p:cNvPr>
            <p:cNvSpPr/>
            <p:nvPr/>
          </p:nvSpPr>
          <p:spPr>
            <a:xfrm>
              <a:off x="7673736" y="2563011"/>
              <a:ext cx="12546" cy="10012"/>
            </a:xfrm>
            <a:custGeom>
              <a:avLst/>
              <a:gdLst>
                <a:gd name="connsiteX0" fmla="*/ 12547 w 12546"/>
                <a:gd name="connsiteY0" fmla="*/ 4943 h 10012"/>
                <a:gd name="connsiteX1" fmla="*/ 6210 w 12546"/>
                <a:gd name="connsiteY1" fmla="*/ 10012 h 10012"/>
                <a:gd name="connsiteX2" fmla="*/ 0 w 12546"/>
                <a:gd name="connsiteY2" fmla="*/ 4943 h 10012"/>
                <a:gd name="connsiteX3" fmla="*/ 6210 w 12546"/>
                <a:gd name="connsiteY3" fmla="*/ 0 h 10012"/>
                <a:gd name="connsiteX4" fmla="*/ 12547 w 12546"/>
                <a:gd name="connsiteY4" fmla="*/ 4943 h 1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46" h="10012">
                  <a:moveTo>
                    <a:pt x="12547" y="4943"/>
                  </a:moveTo>
                  <a:lnTo>
                    <a:pt x="6210" y="10012"/>
                  </a:lnTo>
                  <a:lnTo>
                    <a:pt x="0" y="4943"/>
                  </a:lnTo>
                  <a:lnTo>
                    <a:pt x="6210" y="0"/>
                  </a:lnTo>
                  <a:lnTo>
                    <a:pt x="12547" y="494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9AFD602F-79AC-6ABD-3FC3-E27C92B195CA}"/>
                </a:ext>
              </a:extLst>
            </p:cNvPr>
            <p:cNvSpPr/>
            <p:nvPr/>
          </p:nvSpPr>
          <p:spPr>
            <a:xfrm>
              <a:off x="7746990" y="2649192"/>
              <a:ext cx="12673" cy="10012"/>
            </a:xfrm>
            <a:custGeom>
              <a:avLst/>
              <a:gdLst>
                <a:gd name="connsiteX0" fmla="*/ 12674 w 12673"/>
                <a:gd name="connsiteY0" fmla="*/ 5069 h 10012"/>
                <a:gd name="connsiteX1" fmla="*/ 6337 w 12673"/>
                <a:gd name="connsiteY1" fmla="*/ 10012 h 10012"/>
                <a:gd name="connsiteX2" fmla="*/ 0 w 12673"/>
                <a:gd name="connsiteY2" fmla="*/ 5069 h 10012"/>
                <a:gd name="connsiteX3" fmla="*/ 6337 w 12673"/>
                <a:gd name="connsiteY3" fmla="*/ 0 h 10012"/>
                <a:gd name="connsiteX4" fmla="*/ 12674 w 12673"/>
                <a:gd name="connsiteY4" fmla="*/ 5069 h 1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73" h="10012">
                  <a:moveTo>
                    <a:pt x="12674" y="5069"/>
                  </a:moveTo>
                  <a:lnTo>
                    <a:pt x="6337" y="10012"/>
                  </a:lnTo>
                  <a:lnTo>
                    <a:pt x="0" y="5069"/>
                  </a:lnTo>
                  <a:lnTo>
                    <a:pt x="6337" y="0"/>
                  </a:lnTo>
                  <a:lnTo>
                    <a:pt x="12674" y="506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10945C56-D915-AF5E-F586-206EB7408C42}"/>
                </a:ext>
              </a:extLst>
            </p:cNvPr>
            <p:cNvSpPr/>
            <p:nvPr/>
          </p:nvSpPr>
          <p:spPr>
            <a:xfrm>
              <a:off x="7812892" y="2739554"/>
              <a:ext cx="12040" cy="9505"/>
            </a:xfrm>
            <a:custGeom>
              <a:avLst/>
              <a:gdLst>
                <a:gd name="connsiteX0" fmla="*/ 12040 w 12040"/>
                <a:gd name="connsiteY0" fmla="*/ 4689 h 9505"/>
                <a:gd name="connsiteX1" fmla="*/ 5957 w 12040"/>
                <a:gd name="connsiteY1" fmla="*/ 9505 h 9505"/>
                <a:gd name="connsiteX2" fmla="*/ 0 w 12040"/>
                <a:gd name="connsiteY2" fmla="*/ 4689 h 9505"/>
                <a:gd name="connsiteX3" fmla="*/ 5957 w 12040"/>
                <a:gd name="connsiteY3" fmla="*/ 0 h 9505"/>
                <a:gd name="connsiteX4" fmla="*/ 12040 w 12040"/>
                <a:gd name="connsiteY4" fmla="*/ 4689 h 9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40" h="9505">
                  <a:moveTo>
                    <a:pt x="12040" y="4689"/>
                  </a:moveTo>
                  <a:lnTo>
                    <a:pt x="5957" y="9505"/>
                  </a:lnTo>
                  <a:lnTo>
                    <a:pt x="0" y="4689"/>
                  </a:lnTo>
                  <a:lnTo>
                    <a:pt x="5957" y="0"/>
                  </a:lnTo>
                  <a:lnTo>
                    <a:pt x="12040" y="468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CA03326B-675B-66BB-1E84-3CFBC154FF52}"/>
                </a:ext>
              </a:extLst>
            </p:cNvPr>
            <p:cNvSpPr/>
            <p:nvPr/>
          </p:nvSpPr>
          <p:spPr>
            <a:xfrm>
              <a:off x="7870304" y="2832959"/>
              <a:ext cx="12040" cy="9505"/>
            </a:xfrm>
            <a:custGeom>
              <a:avLst/>
              <a:gdLst>
                <a:gd name="connsiteX0" fmla="*/ 12040 w 12040"/>
                <a:gd name="connsiteY0" fmla="*/ 4816 h 9505"/>
                <a:gd name="connsiteX1" fmla="*/ 5956 w 12040"/>
                <a:gd name="connsiteY1" fmla="*/ 9505 h 9505"/>
                <a:gd name="connsiteX2" fmla="*/ 0 w 12040"/>
                <a:gd name="connsiteY2" fmla="*/ 4816 h 9505"/>
                <a:gd name="connsiteX3" fmla="*/ 5956 w 12040"/>
                <a:gd name="connsiteY3" fmla="*/ 0 h 9505"/>
                <a:gd name="connsiteX4" fmla="*/ 12040 w 12040"/>
                <a:gd name="connsiteY4" fmla="*/ 4816 h 9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40" h="9505">
                  <a:moveTo>
                    <a:pt x="12040" y="4816"/>
                  </a:moveTo>
                  <a:lnTo>
                    <a:pt x="5956" y="9505"/>
                  </a:lnTo>
                  <a:lnTo>
                    <a:pt x="0" y="4816"/>
                  </a:lnTo>
                  <a:lnTo>
                    <a:pt x="5956" y="0"/>
                  </a:lnTo>
                  <a:lnTo>
                    <a:pt x="12040" y="481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6DE91C36-5137-15D9-6D7E-6EB025479FBA}"/>
                </a:ext>
              </a:extLst>
            </p:cNvPr>
            <p:cNvSpPr/>
            <p:nvPr/>
          </p:nvSpPr>
          <p:spPr>
            <a:xfrm>
              <a:off x="7919857" y="2929658"/>
              <a:ext cx="11152" cy="8871"/>
            </a:xfrm>
            <a:custGeom>
              <a:avLst/>
              <a:gdLst>
                <a:gd name="connsiteX0" fmla="*/ 11153 w 11152"/>
                <a:gd name="connsiteY0" fmla="*/ 4436 h 8871"/>
                <a:gd name="connsiteX1" fmla="*/ 5576 w 11152"/>
                <a:gd name="connsiteY1" fmla="*/ 8871 h 8871"/>
                <a:gd name="connsiteX2" fmla="*/ 0 w 11152"/>
                <a:gd name="connsiteY2" fmla="*/ 4436 h 8871"/>
                <a:gd name="connsiteX3" fmla="*/ 5576 w 11152"/>
                <a:gd name="connsiteY3" fmla="*/ 0 h 8871"/>
                <a:gd name="connsiteX4" fmla="*/ 11153 w 11152"/>
                <a:gd name="connsiteY4" fmla="*/ 4436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52" h="8871">
                  <a:moveTo>
                    <a:pt x="11153" y="4436"/>
                  </a:moveTo>
                  <a:lnTo>
                    <a:pt x="5576" y="8871"/>
                  </a:lnTo>
                  <a:lnTo>
                    <a:pt x="0" y="4436"/>
                  </a:lnTo>
                  <a:lnTo>
                    <a:pt x="5576" y="0"/>
                  </a:lnTo>
                  <a:lnTo>
                    <a:pt x="11153" y="44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CEF75137-2DFD-EEA7-D6CB-86F4612A57DA}"/>
                </a:ext>
              </a:extLst>
            </p:cNvPr>
            <p:cNvSpPr/>
            <p:nvPr/>
          </p:nvSpPr>
          <p:spPr>
            <a:xfrm>
              <a:off x="7960667" y="3028766"/>
              <a:ext cx="10645" cy="8364"/>
            </a:xfrm>
            <a:custGeom>
              <a:avLst/>
              <a:gdLst>
                <a:gd name="connsiteX0" fmla="*/ 10645 w 10645"/>
                <a:gd name="connsiteY0" fmla="*/ 4182 h 8364"/>
                <a:gd name="connsiteX1" fmla="*/ 5323 w 10645"/>
                <a:gd name="connsiteY1" fmla="*/ 8365 h 8364"/>
                <a:gd name="connsiteX2" fmla="*/ 0 w 10645"/>
                <a:gd name="connsiteY2" fmla="*/ 4182 h 8364"/>
                <a:gd name="connsiteX3" fmla="*/ 5323 w 10645"/>
                <a:gd name="connsiteY3" fmla="*/ 0 h 8364"/>
                <a:gd name="connsiteX4" fmla="*/ 10645 w 10645"/>
                <a:gd name="connsiteY4" fmla="*/ 4182 h 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45" h="8364">
                  <a:moveTo>
                    <a:pt x="10645" y="4182"/>
                  </a:moveTo>
                  <a:lnTo>
                    <a:pt x="5323" y="8365"/>
                  </a:lnTo>
                  <a:lnTo>
                    <a:pt x="0" y="4182"/>
                  </a:lnTo>
                  <a:lnTo>
                    <a:pt x="5323" y="0"/>
                  </a:lnTo>
                  <a:lnTo>
                    <a:pt x="10645" y="41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B972B2EB-1200-0AD7-66EA-8D78FCD0ABBF}"/>
                </a:ext>
              </a:extLst>
            </p:cNvPr>
            <p:cNvSpPr/>
            <p:nvPr/>
          </p:nvSpPr>
          <p:spPr>
            <a:xfrm>
              <a:off x="7992351" y="3129648"/>
              <a:ext cx="10645" cy="8491"/>
            </a:xfrm>
            <a:custGeom>
              <a:avLst/>
              <a:gdLst>
                <a:gd name="connsiteX0" fmla="*/ 10645 w 10645"/>
                <a:gd name="connsiteY0" fmla="*/ 4182 h 8491"/>
                <a:gd name="connsiteX1" fmla="*/ 5323 w 10645"/>
                <a:gd name="connsiteY1" fmla="*/ 8491 h 8491"/>
                <a:gd name="connsiteX2" fmla="*/ 0 w 10645"/>
                <a:gd name="connsiteY2" fmla="*/ 4182 h 8491"/>
                <a:gd name="connsiteX3" fmla="*/ 5323 w 10645"/>
                <a:gd name="connsiteY3" fmla="*/ 0 h 8491"/>
                <a:gd name="connsiteX4" fmla="*/ 10645 w 10645"/>
                <a:gd name="connsiteY4" fmla="*/ 4182 h 8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45" h="8491">
                  <a:moveTo>
                    <a:pt x="10645" y="4182"/>
                  </a:moveTo>
                  <a:lnTo>
                    <a:pt x="5323" y="8491"/>
                  </a:lnTo>
                  <a:lnTo>
                    <a:pt x="0" y="4182"/>
                  </a:lnTo>
                  <a:lnTo>
                    <a:pt x="5323" y="0"/>
                  </a:lnTo>
                  <a:lnTo>
                    <a:pt x="10645" y="41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82256D40-4D76-9685-412C-7D4FE5A092F8}"/>
                </a:ext>
              </a:extLst>
            </p:cNvPr>
            <p:cNvSpPr/>
            <p:nvPr/>
          </p:nvSpPr>
          <p:spPr>
            <a:xfrm>
              <a:off x="8015544" y="3232431"/>
              <a:ext cx="9758" cy="7730"/>
            </a:xfrm>
            <a:custGeom>
              <a:avLst/>
              <a:gdLst>
                <a:gd name="connsiteX0" fmla="*/ 9758 w 9758"/>
                <a:gd name="connsiteY0" fmla="*/ 3929 h 7730"/>
                <a:gd name="connsiteX1" fmla="*/ 4942 w 9758"/>
                <a:gd name="connsiteY1" fmla="*/ 7731 h 7730"/>
                <a:gd name="connsiteX2" fmla="*/ 0 w 9758"/>
                <a:gd name="connsiteY2" fmla="*/ 3929 h 7730"/>
                <a:gd name="connsiteX3" fmla="*/ 4942 w 9758"/>
                <a:gd name="connsiteY3" fmla="*/ 0 h 7730"/>
                <a:gd name="connsiteX4" fmla="*/ 9758 w 9758"/>
                <a:gd name="connsiteY4" fmla="*/ 3929 h 7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58" h="7730">
                  <a:moveTo>
                    <a:pt x="9758" y="3929"/>
                  </a:moveTo>
                  <a:lnTo>
                    <a:pt x="4942" y="7731"/>
                  </a:lnTo>
                  <a:lnTo>
                    <a:pt x="0" y="3929"/>
                  </a:lnTo>
                  <a:lnTo>
                    <a:pt x="4942" y="0"/>
                  </a:lnTo>
                  <a:lnTo>
                    <a:pt x="9758" y="392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0485DBB2-CF64-F788-5542-6BDC109CF82E}"/>
                </a:ext>
              </a:extLst>
            </p:cNvPr>
            <p:cNvSpPr/>
            <p:nvPr/>
          </p:nvSpPr>
          <p:spPr>
            <a:xfrm>
              <a:off x="8029611" y="3336101"/>
              <a:ext cx="9124" cy="7223"/>
            </a:xfrm>
            <a:custGeom>
              <a:avLst/>
              <a:gdLst>
                <a:gd name="connsiteX0" fmla="*/ 9125 w 9124"/>
                <a:gd name="connsiteY0" fmla="*/ 3549 h 7223"/>
                <a:gd name="connsiteX1" fmla="*/ 4562 w 9124"/>
                <a:gd name="connsiteY1" fmla="*/ 7224 h 7223"/>
                <a:gd name="connsiteX2" fmla="*/ 0 w 9124"/>
                <a:gd name="connsiteY2" fmla="*/ 3549 h 7223"/>
                <a:gd name="connsiteX3" fmla="*/ 4562 w 9124"/>
                <a:gd name="connsiteY3" fmla="*/ 0 h 7223"/>
                <a:gd name="connsiteX4" fmla="*/ 9125 w 9124"/>
                <a:gd name="connsiteY4" fmla="*/ 3549 h 7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4" h="7223">
                  <a:moveTo>
                    <a:pt x="9125" y="3549"/>
                  </a:moveTo>
                  <a:lnTo>
                    <a:pt x="4562" y="7224"/>
                  </a:lnTo>
                  <a:lnTo>
                    <a:pt x="0" y="3549"/>
                  </a:lnTo>
                  <a:lnTo>
                    <a:pt x="4562" y="0"/>
                  </a:lnTo>
                  <a:lnTo>
                    <a:pt x="9125" y="354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806F5794-1886-1B32-3797-9C91F54F1217}"/>
                </a:ext>
              </a:extLst>
            </p:cNvPr>
            <p:cNvSpPr/>
            <p:nvPr/>
          </p:nvSpPr>
          <p:spPr>
            <a:xfrm>
              <a:off x="8159389" y="3439897"/>
              <a:ext cx="9125" cy="7350"/>
            </a:xfrm>
            <a:custGeom>
              <a:avLst/>
              <a:gdLst>
                <a:gd name="connsiteX0" fmla="*/ 9125 w 9125"/>
                <a:gd name="connsiteY0" fmla="*/ 3675 h 7350"/>
                <a:gd name="connsiteX1" fmla="*/ 4562 w 9125"/>
                <a:gd name="connsiteY1" fmla="*/ 7351 h 7350"/>
                <a:gd name="connsiteX2" fmla="*/ 0 w 9125"/>
                <a:gd name="connsiteY2" fmla="*/ 3675 h 7350"/>
                <a:gd name="connsiteX3" fmla="*/ 4562 w 9125"/>
                <a:gd name="connsiteY3" fmla="*/ 0 h 7350"/>
                <a:gd name="connsiteX4" fmla="*/ 9125 w 9125"/>
                <a:gd name="connsiteY4" fmla="*/ 3675 h 7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5" h="7350">
                  <a:moveTo>
                    <a:pt x="9125" y="3675"/>
                  </a:moveTo>
                  <a:lnTo>
                    <a:pt x="4562" y="7351"/>
                  </a:lnTo>
                  <a:lnTo>
                    <a:pt x="0" y="3675"/>
                  </a:lnTo>
                  <a:lnTo>
                    <a:pt x="4562" y="0"/>
                  </a:lnTo>
                  <a:lnTo>
                    <a:pt x="9125" y="367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71E171FF-82FF-2835-49FC-46D528904A3A}"/>
                </a:ext>
              </a:extLst>
            </p:cNvPr>
            <p:cNvSpPr/>
            <p:nvPr/>
          </p:nvSpPr>
          <p:spPr>
            <a:xfrm>
              <a:off x="8155460" y="3544201"/>
              <a:ext cx="8364" cy="6716"/>
            </a:xfrm>
            <a:custGeom>
              <a:avLst/>
              <a:gdLst>
                <a:gd name="connsiteX0" fmla="*/ 8364 w 8364"/>
                <a:gd name="connsiteY0" fmla="*/ 3295 h 6716"/>
                <a:gd name="connsiteX1" fmla="*/ 4183 w 8364"/>
                <a:gd name="connsiteY1" fmla="*/ 6717 h 6716"/>
                <a:gd name="connsiteX2" fmla="*/ 0 w 8364"/>
                <a:gd name="connsiteY2" fmla="*/ 3295 h 6716"/>
                <a:gd name="connsiteX3" fmla="*/ 4183 w 8364"/>
                <a:gd name="connsiteY3" fmla="*/ 0 h 6716"/>
                <a:gd name="connsiteX4" fmla="*/ 8364 w 8364"/>
                <a:gd name="connsiteY4" fmla="*/ 3295 h 6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64" h="6716">
                  <a:moveTo>
                    <a:pt x="8364" y="3295"/>
                  </a:moveTo>
                  <a:lnTo>
                    <a:pt x="4183" y="6717"/>
                  </a:lnTo>
                  <a:lnTo>
                    <a:pt x="0" y="3295"/>
                  </a:lnTo>
                  <a:lnTo>
                    <a:pt x="4183" y="0"/>
                  </a:lnTo>
                  <a:lnTo>
                    <a:pt x="8364" y="32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435B5B4C-5C58-9320-0FFF-2A3CB6AA3B9F}"/>
                </a:ext>
              </a:extLst>
            </p:cNvPr>
            <p:cNvSpPr/>
            <p:nvPr/>
          </p:nvSpPr>
          <p:spPr>
            <a:xfrm>
              <a:off x="8142786" y="3647871"/>
              <a:ext cx="7984" cy="6210"/>
            </a:xfrm>
            <a:custGeom>
              <a:avLst/>
              <a:gdLst>
                <a:gd name="connsiteX0" fmla="*/ 7984 w 7984"/>
                <a:gd name="connsiteY0" fmla="*/ 3168 h 6210"/>
                <a:gd name="connsiteX1" fmla="*/ 4056 w 7984"/>
                <a:gd name="connsiteY1" fmla="*/ 6210 h 6210"/>
                <a:gd name="connsiteX2" fmla="*/ 0 w 7984"/>
                <a:gd name="connsiteY2" fmla="*/ 3168 h 6210"/>
                <a:gd name="connsiteX3" fmla="*/ 4056 w 7984"/>
                <a:gd name="connsiteY3" fmla="*/ 0 h 6210"/>
                <a:gd name="connsiteX4" fmla="*/ 7984 w 7984"/>
                <a:gd name="connsiteY4" fmla="*/ 3168 h 6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84" h="6210">
                  <a:moveTo>
                    <a:pt x="7984" y="3168"/>
                  </a:moveTo>
                  <a:lnTo>
                    <a:pt x="4056" y="6210"/>
                  </a:lnTo>
                  <a:lnTo>
                    <a:pt x="0" y="3168"/>
                  </a:lnTo>
                  <a:lnTo>
                    <a:pt x="4056" y="0"/>
                  </a:lnTo>
                  <a:lnTo>
                    <a:pt x="7984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34CD5C7F-E9F8-01A1-95C3-66DB87012340}"/>
                </a:ext>
              </a:extLst>
            </p:cNvPr>
            <p:cNvSpPr/>
            <p:nvPr/>
          </p:nvSpPr>
          <p:spPr>
            <a:xfrm>
              <a:off x="8121749" y="3750781"/>
              <a:ext cx="7350" cy="5702"/>
            </a:xfrm>
            <a:custGeom>
              <a:avLst/>
              <a:gdLst>
                <a:gd name="connsiteX0" fmla="*/ 7350 w 7350"/>
                <a:gd name="connsiteY0" fmla="*/ 2788 h 5702"/>
                <a:gd name="connsiteX1" fmla="*/ 3675 w 7350"/>
                <a:gd name="connsiteY1" fmla="*/ 5703 h 5702"/>
                <a:gd name="connsiteX2" fmla="*/ 0 w 7350"/>
                <a:gd name="connsiteY2" fmla="*/ 2788 h 5702"/>
                <a:gd name="connsiteX3" fmla="*/ 3675 w 7350"/>
                <a:gd name="connsiteY3" fmla="*/ 0 h 5702"/>
                <a:gd name="connsiteX4" fmla="*/ 7350 w 7350"/>
                <a:gd name="connsiteY4" fmla="*/ 2788 h 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0" h="5702">
                  <a:moveTo>
                    <a:pt x="7350" y="2788"/>
                  </a:moveTo>
                  <a:lnTo>
                    <a:pt x="3675" y="5703"/>
                  </a:lnTo>
                  <a:lnTo>
                    <a:pt x="0" y="2788"/>
                  </a:lnTo>
                  <a:lnTo>
                    <a:pt x="3675" y="0"/>
                  </a:lnTo>
                  <a:lnTo>
                    <a:pt x="7350" y="278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6E13BA1A-7FA8-AB16-29FE-B77AF2A07670}"/>
                </a:ext>
              </a:extLst>
            </p:cNvPr>
            <p:cNvSpPr/>
            <p:nvPr/>
          </p:nvSpPr>
          <p:spPr>
            <a:xfrm>
              <a:off x="8092726" y="3852550"/>
              <a:ext cx="5830" cy="4689"/>
            </a:xfrm>
            <a:custGeom>
              <a:avLst/>
              <a:gdLst>
                <a:gd name="connsiteX0" fmla="*/ 5830 w 5830"/>
                <a:gd name="connsiteY0" fmla="*/ 2281 h 4689"/>
                <a:gd name="connsiteX1" fmla="*/ 2915 w 5830"/>
                <a:gd name="connsiteY1" fmla="*/ 4689 h 4689"/>
                <a:gd name="connsiteX2" fmla="*/ 0 w 5830"/>
                <a:gd name="connsiteY2" fmla="*/ 2281 h 4689"/>
                <a:gd name="connsiteX3" fmla="*/ 2915 w 5830"/>
                <a:gd name="connsiteY3" fmla="*/ 0 h 4689"/>
                <a:gd name="connsiteX4" fmla="*/ 5830 w 5830"/>
                <a:gd name="connsiteY4" fmla="*/ 2281 h 4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30" h="4689">
                  <a:moveTo>
                    <a:pt x="5830" y="2281"/>
                  </a:moveTo>
                  <a:lnTo>
                    <a:pt x="2915" y="4689"/>
                  </a:lnTo>
                  <a:lnTo>
                    <a:pt x="0" y="2281"/>
                  </a:lnTo>
                  <a:lnTo>
                    <a:pt x="2915" y="0"/>
                  </a:lnTo>
                  <a:lnTo>
                    <a:pt x="5830" y="22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8126A5FC-BEE3-A9AE-3DDC-9688981C8B0A}"/>
                </a:ext>
              </a:extLst>
            </p:cNvPr>
            <p:cNvSpPr/>
            <p:nvPr/>
          </p:nvSpPr>
          <p:spPr>
            <a:xfrm>
              <a:off x="8054958" y="3952291"/>
              <a:ext cx="5322" cy="4182"/>
            </a:xfrm>
            <a:custGeom>
              <a:avLst/>
              <a:gdLst>
                <a:gd name="connsiteX0" fmla="*/ 5323 w 5322"/>
                <a:gd name="connsiteY0" fmla="*/ 2028 h 4182"/>
                <a:gd name="connsiteX1" fmla="*/ 2662 w 5322"/>
                <a:gd name="connsiteY1" fmla="*/ 4182 h 4182"/>
                <a:gd name="connsiteX2" fmla="*/ 0 w 5322"/>
                <a:gd name="connsiteY2" fmla="*/ 2028 h 4182"/>
                <a:gd name="connsiteX3" fmla="*/ 2662 w 5322"/>
                <a:gd name="connsiteY3" fmla="*/ 0 h 4182"/>
                <a:gd name="connsiteX4" fmla="*/ 5323 w 5322"/>
                <a:gd name="connsiteY4" fmla="*/ 2028 h 4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22" h="4182">
                  <a:moveTo>
                    <a:pt x="5323" y="2028"/>
                  </a:moveTo>
                  <a:lnTo>
                    <a:pt x="2662" y="4182"/>
                  </a:lnTo>
                  <a:lnTo>
                    <a:pt x="0" y="2028"/>
                  </a:lnTo>
                  <a:lnTo>
                    <a:pt x="2662" y="0"/>
                  </a:lnTo>
                  <a:lnTo>
                    <a:pt x="5323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6C1ABF0B-A527-C9A0-0D69-F2BC69A8D108}"/>
                </a:ext>
              </a:extLst>
            </p:cNvPr>
            <p:cNvSpPr/>
            <p:nvPr/>
          </p:nvSpPr>
          <p:spPr>
            <a:xfrm>
              <a:off x="8009080" y="4049877"/>
              <a:ext cx="4689" cy="3675"/>
            </a:xfrm>
            <a:custGeom>
              <a:avLst/>
              <a:gdLst>
                <a:gd name="connsiteX0" fmla="*/ 4689 w 4689"/>
                <a:gd name="connsiteY0" fmla="*/ 1774 h 3675"/>
                <a:gd name="connsiteX1" fmla="*/ 2408 w 4689"/>
                <a:gd name="connsiteY1" fmla="*/ 3675 h 3675"/>
                <a:gd name="connsiteX2" fmla="*/ 0 w 4689"/>
                <a:gd name="connsiteY2" fmla="*/ 1774 h 3675"/>
                <a:gd name="connsiteX3" fmla="*/ 2408 w 4689"/>
                <a:gd name="connsiteY3" fmla="*/ 0 h 3675"/>
                <a:gd name="connsiteX4" fmla="*/ 4689 w 4689"/>
                <a:gd name="connsiteY4" fmla="*/ 1774 h 3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89" h="3675">
                  <a:moveTo>
                    <a:pt x="4689" y="1774"/>
                  </a:moveTo>
                  <a:lnTo>
                    <a:pt x="2408" y="3675"/>
                  </a:lnTo>
                  <a:lnTo>
                    <a:pt x="0" y="1774"/>
                  </a:lnTo>
                  <a:lnTo>
                    <a:pt x="2408" y="0"/>
                  </a:lnTo>
                  <a:lnTo>
                    <a:pt x="4689" y="177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18A309E6-F76D-CE1C-0721-E8BDB6B7EF0D}"/>
                </a:ext>
              </a:extLst>
            </p:cNvPr>
            <p:cNvSpPr/>
            <p:nvPr/>
          </p:nvSpPr>
          <p:spPr>
            <a:xfrm>
              <a:off x="7955470" y="4144929"/>
              <a:ext cx="3675" cy="2915"/>
            </a:xfrm>
            <a:custGeom>
              <a:avLst/>
              <a:gdLst>
                <a:gd name="connsiteX0" fmla="*/ 3676 w 3675"/>
                <a:gd name="connsiteY0" fmla="*/ 1394 h 2915"/>
                <a:gd name="connsiteX1" fmla="*/ 1901 w 3675"/>
                <a:gd name="connsiteY1" fmla="*/ 2915 h 2915"/>
                <a:gd name="connsiteX2" fmla="*/ 0 w 3675"/>
                <a:gd name="connsiteY2" fmla="*/ 1394 h 2915"/>
                <a:gd name="connsiteX3" fmla="*/ 1901 w 3675"/>
                <a:gd name="connsiteY3" fmla="*/ 0 h 2915"/>
                <a:gd name="connsiteX4" fmla="*/ 3676 w 3675"/>
                <a:gd name="connsiteY4" fmla="*/ 1394 h 2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5" h="2915">
                  <a:moveTo>
                    <a:pt x="3676" y="1394"/>
                  </a:moveTo>
                  <a:lnTo>
                    <a:pt x="1901" y="2915"/>
                  </a:lnTo>
                  <a:lnTo>
                    <a:pt x="0" y="1394"/>
                  </a:lnTo>
                  <a:lnTo>
                    <a:pt x="1901" y="0"/>
                  </a:lnTo>
                  <a:lnTo>
                    <a:pt x="3676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B644522D-DE0A-887B-E470-6C8BA70E5292}"/>
                </a:ext>
              </a:extLst>
            </p:cNvPr>
            <p:cNvSpPr/>
            <p:nvPr/>
          </p:nvSpPr>
          <p:spPr>
            <a:xfrm>
              <a:off x="7894004" y="4236940"/>
              <a:ext cx="3041" cy="2281"/>
            </a:xfrm>
            <a:custGeom>
              <a:avLst/>
              <a:gdLst>
                <a:gd name="connsiteX0" fmla="*/ 3042 w 3041"/>
                <a:gd name="connsiteY0" fmla="*/ 1141 h 2281"/>
                <a:gd name="connsiteX1" fmla="*/ 1521 w 3041"/>
                <a:gd name="connsiteY1" fmla="*/ 2281 h 2281"/>
                <a:gd name="connsiteX2" fmla="*/ 0 w 3041"/>
                <a:gd name="connsiteY2" fmla="*/ 1141 h 2281"/>
                <a:gd name="connsiteX3" fmla="*/ 1521 w 3041"/>
                <a:gd name="connsiteY3" fmla="*/ 0 h 2281"/>
                <a:gd name="connsiteX4" fmla="*/ 3042 w 3041"/>
                <a:gd name="connsiteY4" fmla="*/ 1141 h 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1" h="2281">
                  <a:moveTo>
                    <a:pt x="3042" y="1141"/>
                  </a:moveTo>
                  <a:lnTo>
                    <a:pt x="1521" y="2281"/>
                  </a:lnTo>
                  <a:lnTo>
                    <a:pt x="0" y="1141"/>
                  </a:lnTo>
                  <a:lnTo>
                    <a:pt x="1521" y="0"/>
                  </a:lnTo>
                  <a:lnTo>
                    <a:pt x="3042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0E9A259F-93CB-AE1C-757B-7E3CF5CD9A4B}"/>
                </a:ext>
              </a:extLst>
            </p:cNvPr>
            <p:cNvSpPr/>
            <p:nvPr/>
          </p:nvSpPr>
          <p:spPr>
            <a:xfrm>
              <a:off x="7825440" y="4325655"/>
              <a:ext cx="1773" cy="1393"/>
            </a:xfrm>
            <a:custGeom>
              <a:avLst/>
              <a:gdLst>
                <a:gd name="connsiteX0" fmla="*/ 1774 w 1773"/>
                <a:gd name="connsiteY0" fmla="*/ 760 h 1393"/>
                <a:gd name="connsiteX1" fmla="*/ 887 w 1773"/>
                <a:gd name="connsiteY1" fmla="*/ 1394 h 1393"/>
                <a:gd name="connsiteX2" fmla="*/ 0 w 1773"/>
                <a:gd name="connsiteY2" fmla="*/ 760 h 1393"/>
                <a:gd name="connsiteX3" fmla="*/ 887 w 1773"/>
                <a:gd name="connsiteY3" fmla="*/ 0 h 1393"/>
                <a:gd name="connsiteX4" fmla="*/ 1774 w 1773"/>
                <a:gd name="connsiteY4" fmla="*/ 760 h 1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3" h="1393">
                  <a:moveTo>
                    <a:pt x="1774" y="760"/>
                  </a:moveTo>
                  <a:lnTo>
                    <a:pt x="887" y="1394"/>
                  </a:lnTo>
                  <a:lnTo>
                    <a:pt x="0" y="760"/>
                  </a:lnTo>
                  <a:lnTo>
                    <a:pt x="887" y="0"/>
                  </a:lnTo>
                  <a:lnTo>
                    <a:pt x="1774" y="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17F99933-4B02-A8C0-F877-1D5F011B53F2}"/>
                </a:ext>
              </a:extLst>
            </p:cNvPr>
            <p:cNvSpPr/>
            <p:nvPr/>
          </p:nvSpPr>
          <p:spPr>
            <a:xfrm>
              <a:off x="7749018" y="4410188"/>
              <a:ext cx="1774" cy="1393"/>
            </a:xfrm>
            <a:custGeom>
              <a:avLst/>
              <a:gdLst>
                <a:gd name="connsiteX0" fmla="*/ 1774 w 1774"/>
                <a:gd name="connsiteY0" fmla="*/ 760 h 1393"/>
                <a:gd name="connsiteX1" fmla="*/ 887 w 1774"/>
                <a:gd name="connsiteY1" fmla="*/ 1394 h 1393"/>
                <a:gd name="connsiteX2" fmla="*/ 0 w 1774"/>
                <a:gd name="connsiteY2" fmla="*/ 760 h 1393"/>
                <a:gd name="connsiteX3" fmla="*/ 887 w 1774"/>
                <a:gd name="connsiteY3" fmla="*/ 0 h 1393"/>
                <a:gd name="connsiteX4" fmla="*/ 1774 w 1774"/>
                <a:gd name="connsiteY4" fmla="*/ 760 h 1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" h="1393">
                  <a:moveTo>
                    <a:pt x="1774" y="760"/>
                  </a:moveTo>
                  <a:lnTo>
                    <a:pt x="887" y="1394"/>
                  </a:lnTo>
                  <a:lnTo>
                    <a:pt x="0" y="760"/>
                  </a:lnTo>
                  <a:lnTo>
                    <a:pt x="887" y="0"/>
                  </a:lnTo>
                  <a:lnTo>
                    <a:pt x="1774" y="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D8F1CC55-22CA-0F4F-857A-DE562BCB0F67}"/>
                </a:ext>
              </a:extLst>
            </p:cNvPr>
            <p:cNvSpPr/>
            <p:nvPr/>
          </p:nvSpPr>
          <p:spPr>
            <a:xfrm>
              <a:off x="7666386" y="4490919"/>
              <a:ext cx="760" cy="633"/>
            </a:xfrm>
            <a:custGeom>
              <a:avLst/>
              <a:gdLst>
                <a:gd name="connsiteX0" fmla="*/ 760 w 760"/>
                <a:gd name="connsiteY0" fmla="*/ 380 h 633"/>
                <a:gd name="connsiteX1" fmla="*/ 381 w 760"/>
                <a:gd name="connsiteY1" fmla="*/ 634 h 633"/>
                <a:gd name="connsiteX2" fmla="*/ 0 w 760"/>
                <a:gd name="connsiteY2" fmla="*/ 380 h 633"/>
                <a:gd name="connsiteX3" fmla="*/ 381 w 760"/>
                <a:gd name="connsiteY3" fmla="*/ 0 h 633"/>
                <a:gd name="connsiteX4" fmla="*/ 760 w 760"/>
                <a:gd name="connsiteY4" fmla="*/ 380 h 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0" h="633">
                  <a:moveTo>
                    <a:pt x="760" y="380"/>
                  </a:moveTo>
                  <a:lnTo>
                    <a:pt x="381" y="634"/>
                  </a:lnTo>
                  <a:lnTo>
                    <a:pt x="0" y="380"/>
                  </a:lnTo>
                  <a:lnTo>
                    <a:pt x="381" y="0"/>
                  </a:lnTo>
                  <a:lnTo>
                    <a:pt x="760" y="38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14B3848A-33EC-974D-F19F-4E2D0E58118B}"/>
                </a:ext>
              </a:extLst>
            </p:cNvPr>
            <p:cNvSpPr/>
            <p:nvPr/>
          </p:nvSpPr>
          <p:spPr>
            <a:xfrm>
              <a:off x="7481224" y="4638059"/>
              <a:ext cx="507" cy="380"/>
            </a:xfrm>
            <a:custGeom>
              <a:avLst/>
              <a:gdLst>
                <a:gd name="connsiteX0" fmla="*/ 507 w 507"/>
                <a:gd name="connsiteY0" fmla="*/ 254 h 380"/>
                <a:gd name="connsiteX1" fmla="*/ 254 w 507"/>
                <a:gd name="connsiteY1" fmla="*/ 380 h 380"/>
                <a:gd name="connsiteX2" fmla="*/ 0 w 507"/>
                <a:gd name="connsiteY2" fmla="*/ 254 h 380"/>
                <a:gd name="connsiteX3" fmla="*/ 254 w 507"/>
                <a:gd name="connsiteY3" fmla="*/ 0 h 380"/>
                <a:gd name="connsiteX4" fmla="*/ 507 w 507"/>
                <a:gd name="connsiteY4" fmla="*/ 254 h 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7" h="380">
                  <a:moveTo>
                    <a:pt x="507" y="254"/>
                  </a:moveTo>
                  <a:lnTo>
                    <a:pt x="254" y="380"/>
                  </a:lnTo>
                  <a:lnTo>
                    <a:pt x="0" y="254"/>
                  </a:lnTo>
                  <a:lnTo>
                    <a:pt x="254" y="0"/>
                  </a:lnTo>
                  <a:lnTo>
                    <a:pt x="507" y="2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7C7415EC-4053-BC84-768D-C89CA725E19E}"/>
                </a:ext>
              </a:extLst>
            </p:cNvPr>
            <p:cNvSpPr/>
            <p:nvPr/>
          </p:nvSpPr>
          <p:spPr>
            <a:xfrm>
              <a:off x="7379456" y="4703708"/>
              <a:ext cx="1393" cy="1014"/>
            </a:xfrm>
            <a:custGeom>
              <a:avLst/>
              <a:gdLst>
                <a:gd name="connsiteX0" fmla="*/ 1394 w 1393"/>
                <a:gd name="connsiteY0" fmla="*/ 507 h 1014"/>
                <a:gd name="connsiteX1" fmla="*/ 634 w 1393"/>
                <a:gd name="connsiteY1" fmla="*/ 1014 h 1014"/>
                <a:gd name="connsiteX2" fmla="*/ 0 w 1393"/>
                <a:gd name="connsiteY2" fmla="*/ 507 h 1014"/>
                <a:gd name="connsiteX3" fmla="*/ 634 w 1393"/>
                <a:gd name="connsiteY3" fmla="*/ 0 h 1014"/>
                <a:gd name="connsiteX4" fmla="*/ 1394 w 1393"/>
                <a:gd name="connsiteY4" fmla="*/ 507 h 1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3" h="1014">
                  <a:moveTo>
                    <a:pt x="1394" y="507"/>
                  </a:moveTo>
                  <a:lnTo>
                    <a:pt x="634" y="1014"/>
                  </a:lnTo>
                  <a:lnTo>
                    <a:pt x="0" y="507"/>
                  </a:lnTo>
                  <a:lnTo>
                    <a:pt x="634" y="0"/>
                  </a:lnTo>
                  <a:lnTo>
                    <a:pt x="1394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AA9D2F36-CCE2-9C6E-43E8-98856B1EAC6A}"/>
                </a:ext>
              </a:extLst>
            </p:cNvPr>
            <p:cNvSpPr/>
            <p:nvPr/>
          </p:nvSpPr>
          <p:spPr>
            <a:xfrm>
              <a:off x="7272110" y="4763654"/>
              <a:ext cx="2915" cy="2281"/>
            </a:xfrm>
            <a:custGeom>
              <a:avLst/>
              <a:gdLst>
                <a:gd name="connsiteX0" fmla="*/ 2915 w 2915"/>
                <a:gd name="connsiteY0" fmla="*/ 1141 h 2281"/>
                <a:gd name="connsiteX1" fmla="*/ 1394 w 2915"/>
                <a:gd name="connsiteY1" fmla="*/ 2281 h 2281"/>
                <a:gd name="connsiteX2" fmla="*/ 0 w 2915"/>
                <a:gd name="connsiteY2" fmla="*/ 1141 h 2281"/>
                <a:gd name="connsiteX3" fmla="*/ 1394 w 2915"/>
                <a:gd name="connsiteY3" fmla="*/ 0 h 2281"/>
                <a:gd name="connsiteX4" fmla="*/ 2915 w 2915"/>
                <a:gd name="connsiteY4" fmla="*/ 1141 h 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5" h="2281">
                  <a:moveTo>
                    <a:pt x="2915" y="1141"/>
                  </a:moveTo>
                  <a:lnTo>
                    <a:pt x="1394" y="2281"/>
                  </a:lnTo>
                  <a:lnTo>
                    <a:pt x="0" y="1141"/>
                  </a:lnTo>
                  <a:lnTo>
                    <a:pt x="1394" y="0"/>
                  </a:lnTo>
                  <a:lnTo>
                    <a:pt x="2915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7EA453ED-C7FC-0BC4-375E-EA1DA7E373F3}"/>
                </a:ext>
              </a:extLst>
            </p:cNvPr>
            <p:cNvSpPr/>
            <p:nvPr/>
          </p:nvSpPr>
          <p:spPr>
            <a:xfrm>
              <a:off x="7160076" y="4818024"/>
              <a:ext cx="4308" cy="3421"/>
            </a:xfrm>
            <a:custGeom>
              <a:avLst/>
              <a:gdLst>
                <a:gd name="connsiteX0" fmla="*/ 4309 w 4308"/>
                <a:gd name="connsiteY0" fmla="*/ 1648 h 3421"/>
                <a:gd name="connsiteX1" fmla="*/ 2154 w 4308"/>
                <a:gd name="connsiteY1" fmla="*/ 3422 h 3421"/>
                <a:gd name="connsiteX2" fmla="*/ 0 w 4308"/>
                <a:gd name="connsiteY2" fmla="*/ 1648 h 3421"/>
                <a:gd name="connsiteX3" fmla="*/ 2154 w 4308"/>
                <a:gd name="connsiteY3" fmla="*/ 0 h 3421"/>
                <a:gd name="connsiteX4" fmla="*/ 4309 w 4308"/>
                <a:gd name="connsiteY4" fmla="*/ 1648 h 3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8" h="3421">
                  <a:moveTo>
                    <a:pt x="4309" y="1648"/>
                  </a:moveTo>
                  <a:lnTo>
                    <a:pt x="2154" y="3422"/>
                  </a:lnTo>
                  <a:lnTo>
                    <a:pt x="0" y="1648"/>
                  </a:lnTo>
                  <a:lnTo>
                    <a:pt x="2154" y="0"/>
                  </a:lnTo>
                  <a:lnTo>
                    <a:pt x="4309" y="164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8022D8AC-5151-CD8F-620A-D10062A0E048}"/>
                </a:ext>
              </a:extLst>
            </p:cNvPr>
            <p:cNvSpPr/>
            <p:nvPr/>
          </p:nvSpPr>
          <p:spPr>
            <a:xfrm>
              <a:off x="7044112" y="4866691"/>
              <a:ext cx="5069" cy="4055"/>
            </a:xfrm>
            <a:custGeom>
              <a:avLst/>
              <a:gdLst>
                <a:gd name="connsiteX0" fmla="*/ 5070 w 5069"/>
                <a:gd name="connsiteY0" fmla="*/ 2028 h 4055"/>
                <a:gd name="connsiteX1" fmla="*/ 2535 w 5069"/>
                <a:gd name="connsiteY1" fmla="*/ 4056 h 4055"/>
                <a:gd name="connsiteX2" fmla="*/ 0 w 5069"/>
                <a:gd name="connsiteY2" fmla="*/ 2028 h 4055"/>
                <a:gd name="connsiteX3" fmla="*/ 2535 w 5069"/>
                <a:gd name="connsiteY3" fmla="*/ 0 h 4055"/>
                <a:gd name="connsiteX4" fmla="*/ 5070 w 5069"/>
                <a:gd name="connsiteY4" fmla="*/ 2028 h 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9" h="4055">
                  <a:moveTo>
                    <a:pt x="5070" y="2028"/>
                  </a:moveTo>
                  <a:lnTo>
                    <a:pt x="2535" y="4056"/>
                  </a:lnTo>
                  <a:lnTo>
                    <a:pt x="0" y="2028"/>
                  </a:lnTo>
                  <a:lnTo>
                    <a:pt x="2535" y="0"/>
                  </a:lnTo>
                  <a:lnTo>
                    <a:pt x="5070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D2EEC786-2758-D0D0-BF9B-DC54FBEA11D7}"/>
                </a:ext>
              </a:extLst>
            </p:cNvPr>
            <p:cNvSpPr/>
            <p:nvPr/>
          </p:nvSpPr>
          <p:spPr>
            <a:xfrm>
              <a:off x="6924473" y="4909401"/>
              <a:ext cx="5703" cy="4435"/>
            </a:xfrm>
            <a:custGeom>
              <a:avLst/>
              <a:gdLst>
                <a:gd name="connsiteX0" fmla="*/ 5703 w 5703"/>
                <a:gd name="connsiteY0" fmla="*/ 2281 h 4435"/>
                <a:gd name="connsiteX1" fmla="*/ 2789 w 5703"/>
                <a:gd name="connsiteY1" fmla="*/ 4436 h 4435"/>
                <a:gd name="connsiteX2" fmla="*/ 0 w 5703"/>
                <a:gd name="connsiteY2" fmla="*/ 2281 h 4435"/>
                <a:gd name="connsiteX3" fmla="*/ 2789 w 5703"/>
                <a:gd name="connsiteY3" fmla="*/ 0 h 4435"/>
                <a:gd name="connsiteX4" fmla="*/ 5703 w 5703"/>
                <a:gd name="connsiteY4" fmla="*/ 2281 h 4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03" h="4435">
                  <a:moveTo>
                    <a:pt x="5703" y="2281"/>
                  </a:moveTo>
                  <a:lnTo>
                    <a:pt x="2789" y="4436"/>
                  </a:lnTo>
                  <a:lnTo>
                    <a:pt x="0" y="2281"/>
                  </a:lnTo>
                  <a:lnTo>
                    <a:pt x="2789" y="0"/>
                  </a:lnTo>
                  <a:lnTo>
                    <a:pt x="5703" y="22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E41E113D-9E60-4510-1BD0-BA5CCEF0987B}"/>
                </a:ext>
              </a:extLst>
            </p:cNvPr>
            <p:cNvSpPr/>
            <p:nvPr/>
          </p:nvSpPr>
          <p:spPr>
            <a:xfrm>
              <a:off x="6800906" y="4945394"/>
              <a:ext cx="7350" cy="5703"/>
            </a:xfrm>
            <a:custGeom>
              <a:avLst/>
              <a:gdLst>
                <a:gd name="connsiteX0" fmla="*/ 7351 w 7350"/>
                <a:gd name="connsiteY0" fmla="*/ 2788 h 5703"/>
                <a:gd name="connsiteX1" fmla="*/ 3675 w 7350"/>
                <a:gd name="connsiteY1" fmla="*/ 5703 h 5703"/>
                <a:gd name="connsiteX2" fmla="*/ 0 w 7350"/>
                <a:gd name="connsiteY2" fmla="*/ 2788 h 5703"/>
                <a:gd name="connsiteX3" fmla="*/ 3675 w 7350"/>
                <a:gd name="connsiteY3" fmla="*/ 0 h 5703"/>
                <a:gd name="connsiteX4" fmla="*/ 7351 w 7350"/>
                <a:gd name="connsiteY4" fmla="*/ 2788 h 5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0" h="5703">
                  <a:moveTo>
                    <a:pt x="7351" y="2788"/>
                  </a:moveTo>
                  <a:lnTo>
                    <a:pt x="3675" y="5703"/>
                  </a:lnTo>
                  <a:lnTo>
                    <a:pt x="0" y="2788"/>
                  </a:lnTo>
                  <a:lnTo>
                    <a:pt x="3675" y="0"/>
                  </a:lnTo>
                  <a:lnTo>
                    <a:pt x="7351" y="278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7733A321-74A6-57A6-4BF4-A9E25B95D63E}"/>
                </a:ext>
              </a:extLst>
            </p:cNvPr>
            <p:cNvSpPr/>
            <p:nvPr/>
          </p:nvSpPr>
          <p:spPr>
            <a:xfrm>
              <a:off x="6675057" y="4975177"/>
              <a:ext cx="8111" cy="6463"/>
            </a:xfrm>
            <a:custGeom>
              <a:avLst/>
              <a:gdLst>
                <a:gd name="connsiteX0" fmla="*/ 8111 w 8111"/>
                <a:gd name="connsiteY0" fmla="*/ 3295 h 6463"/>
                <a:gd name="connsiteX1" fmla="*/ 4056 w 8111"/>
                <a:gd name="connsiteY1" fmla="*/ 6464 h 6463"/>
                <a:gd name="connsiteX2" fmla="*/ 0 w 8111"/>
                <a:gd name="connsiteY2" fmla="*/ 3295 h 6463"/>
                <a:gd name="connsiteX3" fmla="*/ 4056 w 8111"/>
                <a:gd name="connsiteY3" fmla="*/ 0 h 6463"/>
                <a:gd name="connsiteX4" fmla="*/ 8111 w 8111"/>
                <a:gd name="connsiteY4" fmla="*/ 3295 h 6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11" h="6463">
                  <a:moveTo>
                    <a:pt x="8111" y="3295"/>
                  </a:moveTo>
                  <a:lnTo>
                    <a:pt x="4056" y="6464"/>
                  </a:lnTo>
                  <a:lnTo>
                    <a:pt x="0" y="3295"/>
                  </a:lnTo>
                  <a:lnTo>
                    <a:pt x="4056" y="0"/>
                  </a:lnTo>
                  <a:lnTo>
                    <a:pt x="8111" y="32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26C7F794-509A-73C3-51DC-5E5DB3E5B1A2}"/>
                </a:ext>
              </a:extLst>
            </p:cNvPr>
            <p:cNvSpPr/>
            <p:nvPr/>
          </p:nvSpPr>
          <p:spPr>
            <a:xfrm>
              <a:off x="6547180" y="4998623"/>
              <a:ext cx="8618" cy="6843"/>
            </a:xfrm>
            <a:custGeom>
              <a:avLst/>
              <a:gdLst>
                <a:gd name="connsiteX0" fmla="*/ 8619 w 8618"/>
                <a:gd name="connsiteY0" fmla="*/ 3422 h 6843"/>
                <a:gd name="connsiteX1" fmla="*/ 4309 w 8618"/>
                <a:gd name="connsiteY1" fmla="*/ 6844 h 6843"/>
                <a:gd name="connsiteX2" fmla="*/ 0 w 8618"/>
                <a:gd name="connsiteY2" fmla="*/ 3422 h 6843"/>
                <a:gd name="connsiteX3" fmla="*/ 4309 w 8618"/>
                <a:gd name="connsiteY3" fmla="*/ 0 h 6843"/>
                <a:gd name="connsiteX4" fmla="*/ 8619 w 8618"/>
                <a:gd name="connsiteY4" fmla="*/ 3422 h 6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8" h="6843">
                  <a:moveTo>
                    <a:pt x="8619" y="3422"/>
                  </a:moveTo>
                  <a:lnTo>
                    <a:pt x="4309" y="6844"/>
                  </a:lnTo>
                  <a:lnTo>
                    <a:pt x="0" y="3422"/>
                  </a:lnTo>
                  <a:lnTo>
                    <a:pt x="4309" y="0"/>
                  </a:lnTo>
                  <a:lnTo>
                    <a:pt x="8619" y="342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66A50127-831A-8493-234F-357302B224A9}"/>
                </a:ext>
              </a:extLst>
            </p:cNvPr>
            <p:cNvSpPr/>
            <p:nvPr/>
          </p:nvSpPr>
          <p:spPr>
            <a:xfrm>
              <a:off x="6417023" y="5014845"/>
              <a:ext cx="10139" cy="8110"/>
            </a:xfrm>
            <a:custGeom>
              <a:avLst/>
              <a:gdLst>
                <a:gd name="connsiteX0" fmla="*/ 10139 w 10139"/>
                <a:gd name="connsiteY0" fmla="*/ 4182 h 8110"/>
                <a:gd name="connsiteX1" fmla="*/ 5070 w 10139"/>
                <a:gd name="connsiteY1" fmla="*/ 8111 h 8110"/>
                <a:gd name="connsiteX2" fmla="*/ 0 w 10139"/>
                <a:gd name="connsiteY2" fmla="*/ 4182 h 8110"/>
                <a:gd name="connsiteX3" fmla="*/ 5070 w 10139"/>
                <a:gd name="connsiteY3" fmla="*/ 0 h 8110"/>
                <a:gd name="connsiteX4" fmla="*/ 10139 w 10139"/>
                <a:gd name="connsiteY4" fmla="*/ 4182 h 8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39" h="8110">
                  <a:moveTo>
                    <a:pt x="10139" y="4182"/>
                  </a:moveTo>
                  <a:lnTo>
                    <a:pt x="5070" y="8111"/>
                  </a:lnTo>
                  <a:lnTo>
                    <a:pt x="0" y="4182"/>
                  </a:lnTo>
                  <a:lnTo>
                    <a:pt x="5070" y="0"/>
                  </a:lnTo>
                  <a:lnTo>
                    <a:pt x="10139" y="41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19901098-A915-833B-F5A5-E5F8229DF3E4}"/>
                </a:ext>
              </a:extLst>
            </p:cNvPr>
            <p:cNvSpPr/>
            <p:nvPr/>
          </p:nvSpPr>
          <p:spPr>
            <a:xfrm>
              <a:off x="6286104" y="5024857"/>
              <a:ext cx="11025" cy="8617"/>
            </a:xfrm>
            <a:custGeom>
              <a:avLst/>
              <a:gdLst>
                <a:gd name="connsiteX0" fmla="*/ 11026 w 11025"/>
                <a:gd name="connsiteY0" fmla="*/ 4309 h 8617"/>
                <a:gd name="connsiteX1" fmla="*/ 5576 w 11025"/>
                <a:gd name="connsiteY1" fmla="*/ 8618 h 8617"/>
                <a:gd name="connsiteX2" fmla="*/ 0 w 11025"/>
                <a:gd name="connsiteY2" fmla="*/ 4309 h 8617"/>
                <a:gd name="connsiteX3" fmla="*/ 5576 w 11025"/>
                <a:gd name="connsiteY3" fmla="*/ 0 h 8617"/>
                <a:gd name="connsiteX4" fmla="*/ 11026 w 11025"/>
                <a:gd name="connsiteY4" fmla="*/ 4309 h 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25" h="8617">
                  <a:moveTo>
                    <a:pt x="11026" y="4309"/>
                  </a:moveTo>
                  <a:lnTo>
                    <a:pt x="5576" y="8618"/>
                  </a:lnTo>
                  <a:lnTo>
                    <a:pt x="0" y="4309"/>
                  </a:lnTo>
                  <a:lnTo>
                    <a:pt x="5576" y="0"/>
                  </a:lnTo>
                  <a:lnTo>
                    <a:pt x="11026" y="430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1D80F4E8-B1D9-81E8-5D30-3DE8682BB33C}"/>
                </a:ext>
              </a:extLst>
            </p:cNvPr>
            <p:cNvSpPr/>
            <p:nvPr/>
          </p:nvSpPr>
          <p:spPr>
            <a:xfrm>
              <a:off x="6154806" y="5028026"/>
              <a:ext cx="11659" cy="9125"/>
            </a:xfrm>
            <a:custGeom>
              <a:avLst/>
              <a:gdLst>
                <a:gd name="connsiteX0" fmla="*/ 11659 w 11659"/>
                <a:gd name="connsiteY0" fmla="*/ 4562 h 9125"/>
                <a:gd name="connsiteX1" fmla="*/ 5830 w 11659"/>
                <a:gd name="connsiteY1" fmla="*/ 9125 h 9125"/>
                <a:gd name="connsiteX2" fmla="*/ 0 w 11659"/>
                <a:gd name="connsiteY2" fmla="*/ 4562 h 9125"/>
                <a:gd name="connsiteX3" fmla="*/ 5830 w 11659"/>
                <a:gd name="connsiteY3" fmla="*/ 0 h 9125"/>
                <a:gd name="connsiteX4" fmla="*/ 11659 w 11659"/>
                <a:gd name="connsiteY4" fmla="*/ 4562 h 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59" h="9125">
                  <a:moveTo>
                    <a:pt x="11659" y="4562"/>
                  </a:moveTo>
                  <a:lnTo>
                    <a:pt x="5830" y="9125"/>
                  </a:lnTo>
                  <a:lnTo>
                    <a:pt x="0" y="4562"/>
                  </a:lnTo>
                  <a:lnTo>
                    <a:pt x="5830" y="0"/>
                  </a:lnTo>
                  <a:lnTo>
                    <a:pt x="11659" y="456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0E6828EB-5669-6593-3D61-2BB4F4E14145}"/>
                </a:ext>
              </a:extLst>
            </p:cNvPr>
            <p:cNvSpPr/>
            <p:nvPr/>
          </p:nvSpPr>
          <p:spPr>
            <a:xfrm>
              <a:off x="6023381" y="5024223"/>
              <a:ext cx="12420" cy="9885"/>
            </a:xfrm>
            <a:custGeom>
              <a:avLst/>
              <a:gdLst>
                <a:gd name="connsiteX0" fmla="*/ 12420 w 12420"/>
                <a:gd name="connsiteY0" fmla="*/ 4943 h 9885"/>
                <a:gd name="connsiteX1" fmla="*/ 6210 w 12420"/>
                <a:gd name="connsiteY1" fmla="*/ 9885 h 9885"/>
                <a:gd name="connsiteX2" fmla="*/ 0 w 12420"/>
                <a:gd name="connsiteY2" fmla="*/ 4943 h 9885"/>
                <a:gd name="connsiteX3" fmla="*/ 6210 w 12420"/>
                <a:gd name="connsiteY3" fmla="*/ 0 h 9885"/>
                <a:gd name="connsiteX4" fmla="*/ 12420 w 12420"/>
                <a:gd name="connsiteY4" fmla="*/ 4943 h 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20" h="9885">
                  <a:moveTo>
                    <a:pt x="12420" y="4943"/>
                  </a:moveTo>
                  <a:lnTo>
                    <a:pt x="6210" y="9885"/>
                  </a:lnTo>
                  <a:lnTo>
                    <a:pt x="0" y="4943"/>
                  </a:lnTo>
                  <a:lnTo>
                    <a:pt x="6210" y="0"/>
                  </a:lnTo>
                  <a:lnTo>
                    <a:pt x="12420" y="494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7652D878-C9AC-20CA-4176-50575C5F3B62}"/>
                </a:ext>
              </a:extLst>
            </p:cNvPr>
            <p:cNvSpPr/>
            <p:nvPr/>
          </p:nvSpPr>
          <p:spPr>
            <a:xfrm>
              <a:off x="5892589" y="5013704"/>
              <a:ext cx="13053" cy="10518"/>
            </a:xfrm>
            <a:custGeom>
              <a:avLst/>
              <a:gdLst>
                <a:gd name="connsiteX0" fmla="*/ 13054 w 13053"/>
                <a:gd name="connsiteY0" fmla="*/ 5323 h 10518"/>
                <a:gd name="connsiteX1" fmla="*/ 6590 w 13053"/>
                <a:gd name="connsiteY1" fmla="*/ 10519 h 10518"/>
                <a:gd name="connsiteX2" fmla="*/ 0 w 13053"/>
                <a:gd name="connsiteY2" fmla="*/ 5323 h 10518"/>
                <a:gd name="connsiteX3" fmla="*/ 6590 w 13053"/>
                <a:gd name="connsiteY3" fmla="*/ 0 h 10518"/>
                <a:gd name="connsiteX4" fmla="*/ 13054 w 13053"/>
                <a:gd name="connsiteY4" fmla="*/ 5323 h 10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53" h="10518">
                  <a:moveTo>
                    <a:pt x="13054" y="5323"/>
                  </a:moveTo>
                  <a:lnTo>
                    <a:pt x="6590" y="10519"/>
                  </a:lnTo>
                  <a:lnTo>
                    <a:pt x="0" y="5323"/>
                  </a:lnTo>
                  <a:lnTo>
                    <a:pt x="6590" y="0"/>
                  </a:lnTo>
                  <a:lnTo>
                    <a:pt x="13054" y="532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C96913DA-B03A-1CB4-51FF-BBC99AF4A32B}"/>
                </a:ext>
              </a:extLst>
            </p:cNvPr>
            <p:cNvSpPr/>
            <p:nvPr/>
          </p:nvSpPr>
          <p:spPr>
            <a:xfrm>
              <a:off x="5763192" y="4996848"/>
              <a:ext cx="13180" cy="10392"/>
            </a:xfrm>
            <a:custGeom>
              <a:avLst/>
              <a:gdLst>
                <a:gd name="connsiteX0" fmla="*/ 13181 w 13180"/>
                <a:gd name="connsiteY0" fmla="*/ 5196 h 10392"/>
                <a:gd name="connsiteX1" fmla="*/ 6591 w 13180"/>
                <a:gd name="connsiteY1" fmla="*/ 10392 h 10392"/>
                <a:gd name="connsiteX2" fmla="*/ 0 w 13180"/>
                <a:gd name="connsiteY2" fmla="*/ 5196 h 10392"/>
                <a:gd name="connsiteX3" fmla="*/ 6591 w 13180"/>
                <a:gd name="connsiteY3" fmla="*/ 0 h 10392"/>
                <a:gd name="connsiteX4" fmla="*/ 13181 w 13180"/>
                <a:gd name="connsiteY4" fmla="*/ 5196 h 1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80" h="10392">
                  <a:moveTo>
                    <a:pt x="13181" y="5196"/>
                  </a:moveTo>
                  <a:lnTo>
                    <a:pt x="6591" y="10392"/>
                  </a:lnTo>
                  <a:lnTo>
                    <a:pt x="0" y="5196"/>
                  </a:lnTo>
                  <a:lnTo>
                    <a:pt x="6591" y="0"/>
                  </a:lnTo>
                  <a:lnTo>
                    <a:pt x="13181" y="519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400C424A-BEDE-DB9C-271F-7D1F14315D3C}"/>
                </a:ext>
              </a:extLst>
            </p:cNvPr>
            <p:cNvSpPr/>
            <p:nvPr/>
          </p:nvSpPr>
          <p:spPr>
            <a:xfrm>
              <a:off x="5635315" y="4973022"/>
              <a:ext cx="13687" cy="10899"/>
            </a:xfrm>
            <a:custGeom>
              <a:avLst/>
              <a:gdLst>
                <a:gd name="connsiteX0" fmla="*/ 13688 w 13687"/>
                <a:gd name="connsiteY0" fmla="*/ 5450 h 10899"/>
                <a:gd name="connsiteX1" fmla="*/ 6844 w 13687"/>
                <a:gd name="connsiteY1" fmla="*/ 10899 h 10899"/>
                <a:gd name="connsiteX2" fmla="*/ 0 w 13687"/>
                <a:gd name="connsiteY2" fmla="*/ 5450 h 10899"/>
                <a:gd name="connsiteX3" fmla="*/ 6844 w 13687"/>
                <a:gd name="connsiteY3" fmla="*/ 0 h 10899"/>
                <a:gd name="connsiteX4" fmla="*/ 13688 w 13687"/>
                <a:gd name="connsiteY4" fmla="*/ 5450 h 10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87" h="10899">
                  <a:moveTo>
                    <a:pt x="13688" y="5450"/>
                  </a:moveTo>
                  <a:cubicBezTo>
                    <a:pt x="13688" y="8491"/>
                    <a:pt x="10646" y="10899"/>
                    <a:pt x="6844" y="10899"/>
                  </a:cubicBezTo>
                  <a:cubicBezTo>
                    <a:pt x="3042" y="10899"/>
                    <a:pt x="0" y="8491"/>
                    <a:pt x="0" y="5450"/>
                  </a:cubicBezTo>
                  <a:cubicBezTo>
                    <a:pt x="0" y="2408"/>
                    <a:pt x="3042" y="0"/>
                    <a:pt x="6844" y="0"/>
                  </a:cubicBezTo>
                  <a:cubicBezTo>
                    <a:pt x="10646" y="0"/>
                    <a:pt x="13688" y="2408"/>
                    <a:pt x="13688" y="545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60DB111E-1444-2FC9-FC55-5306C583C1D7}"/>
                </a:ext>
              </a:extLst>
            </p:cNvPr>
            <p:cNvSpPr/>
            <p:nvPr/>
          </p:nvSpPr>
          <p:spPr>
            <a:xfrm>
              <a:off x="5509466" y="4942479"/>
              <a:ext cx="14447" cy="11532"/>
            </a:xfrm>
            <a:custGeom>
              <a:avLst/>
              <a:gdLst>
                <a:gd name="connsiteX0" fmla="*/ 14448 w 14447"/>
                <a:gd name="connsiteY0" fmla="*/ 5703 h 11532"/>
                <a:gd name="connsiteX1" fmla="*/ 7224 w 14447"/>
                <a:gd name="connsiteY1" fmla="*/ 11533 h 11532"/>
                <a:gd name="connsiteX2" fmla="*/ 0 w 14447"/>
                <a:gd name="connsiteY2" fmla="*/ 5703 h 11532"/>
                <a:gd name="connsiteX3" fmla="*/ 7224 w 14447"/>
                <a:gd name="connsiteY3" fmla="*/ 0 h 11532"/>
                <a:gd name="connsiteX4" fmla="*/ 14448 w 14447"/>
                <a:gd name="connsiteY4" fmla="*/ 5703 h 11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47" h="11532">
                  <a:moveTo>
                    <a:pt x="14448" y="5703"/>
                  </a:moveTo>
                  <a:cubicBezTo>
                    <a:pt x="14448" y="8871"/>
                    <a:pt x="11153" y="11533"/>
                    <a:pt x="7224" y="11533"/>
                  </a:cubicBezTo>
                  <a:cubicBezTo>
                    <a:pt x="3295" y="11533"/>
                    <a:pt x="0" y="8998"/>
                    <a:pt x="0" y="5703"/>
                  </a:cubicBezTo>
                  <a:cubicBezTo>
                    <a:pt x="0" y="2408"/>
                    <a:pt x="3295" y="0"/>
                    <a:pt x="7224" y="0"/>
                  </a:cubicBezTo>
                  <a:cubicBezTo>
                    <a:pt x="11153" y="0"/>
                    <a:pt x="14448" y="2534"/>
                    <a:pt x="14448" y="570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E4628CDF-D303-4C8A-3238-E0EABD6A3F77}"/>
                </a:ext>
              </a:extLst>
            </p:cNvPr>
            <p:cNvSpPr/>
            <p:nvPr/>
          </p:nvSpPr>
          <p:spPr>
            <a:xfrm>
              <a:off x="5386659" y="4905852"/>
              <a:ext cx="14574" cy="11533"/>
            </a:xfrm>
            <a:custGeom>
              <a:avLst/>
              <a:gdLst>
                <a:gd name="connsiteX0" fmla="*/ 14575 w 14574"/>
                <a:gd name="connsiteY0" fmla="*/ 5830 h 11533"/>
                <a:gd name="connsiteX1" fmla="*/ 7351 w 14574"/>
                <a:gd name="connsiteY1" fmla="*/ 11533 h 11533"/>
                <a:gd name="connsiteX2" fmla="*/ 0 w 14574"/>
                <a:gd name="connsiteY2" fmla="*/ 5830 h 11533"/>
                <a:gd name="connsiteX3" fmla="*/ 7351 w 14574"/>
                <a:gd name="connsiteY3" fmla="*/ 0 h 11533"/>
                <a:gd name="connsiteX4" fmla="*/ 14575 w 14574"/>
                <a:gd name="connsiteY4" fmla="*/ 5830 h 11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574" h="11533">
                  <a:moveTo>
                    <a:pt x="14575" y="5830"/>
                  </a:moveTo>
                  <a:cubicBezTo>
                    <a:pt x="14575" y="8998"/>
                    <a:pt x="11406" y="11533"/>
                    <a:pt x="7351" y="11533"/>
                  </a:cubicBezTo>
                  <a:cubicBezTo>
                    <a:pt x="3295" y="11533"/>
                    <a:pt x="0" y="8998"/>
                    <a:pt x="0" y="5830"/>
                  </a:cubicBezTo>
                  <a:cubicBezTo>
                    <a:pt x="0" y="2661"/>
                    <a:pt x="3295" y="0"/>
                    <a:pt x="7351" y="0"/>
                  </a:cubicBezTo>
                  <a:cubicBezTo>
                    <a:pt x="11406" y="0"/>
                    <a:pt x="14575" y="2535"/>
                    <a:pt x="14575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CBE65D70-A7CF-7FFC-655F-11762924EF61}"/>
                </a:ext>
              </a:extLst>
            </p:cNvPr>
            <p:cNvSpPr/>
            <p:nvPr/>
          </p:nvSpPr>
          <p:spPr>
            <a:xfrm>
              <a:off x="5266894" y="4862635"/>
              <a:ext cx="15335" cy="12166"/>
            </a:xfrm>
            <a:custGeom>
              <a:avLst/>
              <a:gdLst>
                <a:gd name="connsiteX0" fmla="*/ 15335 w 15335"/>
                <a:gd name="connsiteY0" fmla="*/ 6083 h 12166"/>
                <a:gd name="connsiteX1" fmla="*/ 7604 w 15335"/>
                <a:gd name="connsiteY1" fmla="*/ 12167 h 12166"/>
                <a:gd name="connsiteX2" fmla="*/ 0 w 15335"/>
                <a:gd name="connsiteY2" fmla="*/ 6083 h 12166"/>
                <a:gd name="connsiteX3" fmla="*/ 7604 w 15335"/>
                <a:gd name="connsiteY3" fmla="*/ 0 h 12166"/>
                <a:gd name="connsiteX4" fmla="*/ 15335 w 15335"/>
                <a:gd name="connsiteY4" fmla="*/ 6083 h 1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35" h="12166">
                  <a:moveTo>
                    <a:pt x="15335" y="6083"/>
                  </a:moveTo>
                  <a:cubicBezTo>
                    <a:pt x="15335" y="9378"/>
                    <a:pt x="11913" y="12167"/>
                    <a:pt x="7604" y="12167"/>
                  </a:cubicBezTo>
                  <a:cubicBezTo>
                    <a:pt x="3295" y="12167"/>
                    <a:pt x="0" y="9505"/>
                    <a:pt x="0" y="6083"/>
                  </a:cubicBezTo>
                  <a:cubicBezTo>
                    <a:pt x="0" y="2661"/>
                    <a:pt x="3422" y="0"/>
                    <a:pt x="7604" y="0"/>
                  </a:cubicBezTo>
                  <a:cubicBezTo>
                    <a:pt x="11787" y="0"/>
                    <a:pt x="15335" y="2661"/>
                    <a:pt x="15335" y="60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10A23288-A310-FE4C-5588-6C709F6A61EB}"/>
                </a:ext>
              </a:extLst>
            </p:cNvPr>
            <p:cNvSpPr/>
            <p:nvPr/>
          </p:nvSpPr>
          <p:spPr>
            <a:xfrm>
              <a:off x="5150930" y="4813335"/>
              <a:ext cx="15968" cy="12673"/>
            </a:xfrm>
            <a:custGeom>
              <a:avLst/>
              <a:gdLst>
                <a:gd name="connsiteX0" fmla="*/ 15969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9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9" y="6337"/>
                  </a:moveTo>
                  <a:cubicBezTo>
                    <a:pt x="15969" y="9885"/>
                    <a:pt x="12420" y="12674"/>
                    <a:pt x="7984" y="12674"/>
                  </a:cubicBezTo>
                  <a:cubicBezTo>
                    <a:pt x="3549" y="12674"/>
                    <a:pt x="0" y="9885"/>
                    <a:pt x="0" y="6337"/>
                  </a:cubicBezTo>
                  <a:cubicBezTo>
                    <a:pt x="0" y="2788"/>
                    <a:pt x="3549" y="0"/>
                    <a:pt x="7984" y="0"/>
                  </a:cubicBezTo>
                  <a:cubicBezTo>
                    <a:pt x="12420" y="0"/>
                    <a:pt x="15969" y="2788"/>
                    <a:pt x="15969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D769C763-77CF-2E55-367E-C0EBD7419099}"/>
                </a:ext>
              </a:extLst>
            </p:cNvPr>
            <p:cNvSpPr/>
            <p:nvPr/>
          </p:nvSpPr>
          <p:spPr>
            <a:xfrm>
              <a:off x="5039656" y="4758458"/>
              <a:ext cx="15968" cy="12673"/>
            </a:xfrm>
            <a:custGeom>
              <a:avLst/>
              <a:gdLst>
                <a:gd name="connsiteX0" fmla="*/ 15969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9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9" y="6337"/>
                  </a:moveTo>
                  <a:cubicBezTo>
                    <a:pt x="15969" y="9759"/>
                    <a:pt x="12420" y="12674"/>
                    <a:pt x="7984" y="12674"/>
                  </a:cubicBezTo>
                  <a:cubicBezTo>
                    <a:pt x="3549" y="12674"/>
                    <a:pt x="0" y="9885"/>
                    <a:pt x="0" y="6337"/>
                  </a:cubicBezTo>
                  <a:cubicBezTo>
                    <a:pt x="0" y="2788"/>
                    <a:pt x="3549" y="0"/>
                    <a:pt x="7984" y="0"/>
                  </a:cubicBezTo>
                  <a:cubicBezTo>
                    <a:pt x="12420" y="0"/>
                    <a:pt x="15969" y="2788"/>
                    <a:pt x="15969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5F1A4BE4-03C0-B660-CCD1-51664145D6E7}"/>
                </a:ext>
              </a:extLst>
            </p:cNvPr>
            <p:cNvSpPr/>
            <p:nvPr/>
          </p:nvSpPr>
          <p:spPr>
            <a:xfrm>
              <a:off x="4933071" y="4697878"/>
              <a:ext cx="15968" cy="12673"/>
            </a:xfrm>
            <a:custGeom>
              <a:avLst/>
              <a:gdLst>
                <a:gd name="connsiteX0" fmla="*/ 15969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9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9" y="6337"/>
                  </a:moveTo>
                  <a:cubicBezTo>
                    <a:pt x="15969" y="9885"/>
                    <a:pt x="12420" y="12674"/>
                    <a:pt x="7984" y="12674"/>
                  </a:cubicBezTo>
                  <a:cubicBezTo>
                    <a:pt x="3549" y="12674"/>
                    <a:pt x="0" y="9885"/>
                    <a:pt x="0" y="6337"/>
                  </a:cubicBezTo>
                  <a:cubicBezTo>
                    <a:pt x="0" y="2788"/>
                    <a:pt x="3549" y="0"/>
                    <a:pt x="7984" y="0"/>
                  </a:cubicBezTo>
                  <a:cubicBezTo>
                    <a:pt x="12420" y="0"/>
                    <a:pt x="15969" y="2788"/>
                    <a:pt x="15969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254E00E9-C207-6926-B8DF-5964BA2DEF58}"/>
                </a:ext>
              </a:extLst>
            </p:cNvPr>
            <p:cNvSpPr/>
            <p:nvPr/>
          </p:nvSpPr>
          <p:spPr>
            <a:xfrm>
              <a:off x="4831302" y="4631722"/>
              <a:ext cx="16729" cy="13180"/>
            </a:xfrm>
            <a:custGeom>
              <a:avLst/>
              <a:gdLst>
                <a:gd name="connsiteX0" fmla="*/ 16729 w 16729"/>
                <a:gd name="connsiteY0" fmla="*/ 6591 h 13180"/>
                <a:gd name="connsiteX1" fmla="*/ 8365 w 16729"/>
                <a:gd name="connsiteY1" fmla="*/ 13181 h 13180"/>
                <a:gd name="connsiteX2" fmla="*/ 0 w 16729"/>
                <a:gd name="connsiteY2" fmla="*/ 6591 h 13180"/>
                <a:gd name="connsiteX3" fmla="*/ 8365 w 16729"/>
                <a:gd name="connsiteY3" fmla="*/ 0 h 13180"/>
                <a:gd name="connsiteX4" fmla="*/ 16729 w 16729"/>
                <a:gd name="connsiteY4" fmla="*/ 6591 h 13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9" h="13180">
                  <a:moveTo>
                    <a:pt x="16729" y="6591"/>
                  </a:moveTo>
                  <a:cubicBezTo>
                    <a:pt x="16729" y="10266"/>
                    <a:pt x="12927" y="13181"/>
                    <a:pt x="8365" y="13181"/>
                  </a:cubicBezTo>
                  <a:cubicBezTo>
                    <a:pt x="3802" y="13181"/>
                    <a:pt x="0" y="10266"/>
                    <a:pt x="0" y="6591"/>
                  </a:cubicBezTo>
                  <a:cubicBezTo>
                    <a:pt x="0" y="2915"/>
                    <a:pt x="3802" y="0"/>
                    <a:pt x="8365" y="0"/>
                  </a:cubicBezTo>
                  <a:cubicBezTo>
                    <a:pt x="12927" y="0"/>
                    <a:pt x="16729" y="2915"/>
                    <a:pt x="16729" y="65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D0553FDD-925A-0E84-B441-898F72998F98}"/>
                </a:ext>
              </a:extLst>
            </p:cNvPr>
            <p:cNvSpPr/>
            <p:nvPr/>
          </p:nvSpPr>
          <p:spPr>
            <a:xfrm>
              <a:off x="4735997" y="4560877"/>
              <a:ext cx="15968" cy="12673"/>
            </a:xfrm>
            <a:custGeom>
              <a:avLst/>
              <a:gdLst>
                <a:gd name="connsiteX0" fmla="*/ 15969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9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9" y="6337"/>
                  </a:moveTo>
                  <a:cubicBezTo>
                    <a:pt x="15969" y="9759"/>
                    <a:pt x="12420" y="12674"/>
                    <a:pt x="7984" y="12674"/>
                  </a:cubicBezTo>
                  <a:cubicBezTo>
                    <a:pt x="3549" y="12674"/>
                    <a:pt x="0" y="9885"/>
                    <a:pt x="0" y="6337"/>
                  </a:cubicBezTo>
                  <a:cubicBezTo>
                    <a:pt x="0" y="2788"/>
                    <a:pt x="3549" y="0"/>
                    <a:pt x="7984" y="0"/>
                  </a:cubicBezTo>
                  <a:cubicBezTo>
                    <a:pt x="12420" y="0"/>
                    <a:pt x="15969" y="2788"/>
                    <a:pt x="15969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9842459F-C2C3-D6FF-8DD3-EBDBC9DADFF9}"/>
                </a:ext>
              </a:extLst>
            </p:cNvPr>
            <p:cNvSpPr/>
            <p:nvPr/>
          </p:nvSpPr>
          <p:spPr>
            <a:xfrm>
              <a:off x="4646521" y="4484962"/>
              <a:ext cx="15968" cy="12673"/>
            </a:xfrm>
            <a:custGeom>
              <a:avLst/>
              <a:gdLst>
                <a:gd name="connsiteX0" fmla="*/ 15969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9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9" y="6337"/>
                  </a:moveTo>
                  <a:cubicBezTo>
                    <a:pt x="15969" y="9759"/>
                    <a:pt x="12420" y="12674"/>
                    <a:pt x="7984" y="12674"/>
                  </a:cubicBezTo>
                  <a:cubicBezTo>
                    <a:pt x="3549" y="12674"/>
                    <a:pt x="0" y="9885"/>
                    <a:pt x="0" y="6337"/>
                  </a:cubicBezTo>
                  <a:cubicBezTo>
                    <a:pt x="0" y="2788"/>
                    <a:pt x="3549" y="0"/>
                    <a:pt x="7984" y="0"/>
                  </a:cubicBezTo>
                  <a:cubicBezTo>
                    <a:pt x="12420" y="0"/>
                    <a:pt x="15969" y="2788"/>
                    <a:pt x="15969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30C7F383-1A63-B1FB-D91E-CDB552D30EA3}"/>
                </a:ext>
              </a:extLst>
            </p:cNvPr>
            <p:cNvSpPr/>
            <p:nvPr/>
          </p:nvSpPr>
          <p:spPr>
            <a:xfrm>
              <a:off x="4563256" y="4404611"/>
              <a:ext cx="15968" cy="12673"/>
            </a:xfrm>
            <a:custGeom>
              <a:avLst/>
              <a:gdLst>
                <a:gd name="connsiteX0" fmla="*/ 15969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9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9" y="6337"/>
                  </a:moveTo>
                  <a:cubicBezTo>
                    <a:pt x="15969" y="9885"/>
                    <a:pt x="12420" y="12674"/>
                    <a:pt x="7984" y="12674"/>
                  </a:cubicBezTo>
                  <a:cubicBezTo>
                    <a:pt x="3549" y="12674"/>
                    <a:pt x="0" y="9885"/>
                    <a:pt x="0" y="6337"/>
                  </a:cubicBezTo>
                  <a:cubicBezTo>
                    <a:pt x="0" y="2788"/>
                    <a:pt x="3549" y="0"/>
                    <a:pt x="7984" y="0"/>
                  </a:cubicBezTo>
                  <a:cubicBezTo>
                    <a:pt x="12420" y="0"/>
                    <a:pt x="15969" y="2788"/>
                    <a:pt x="15969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E365D7CB-1071-273B-74CB-3C079448E416}"/>
                </a:ext>
              </a:extLst>
            </p:cNvPr>
            <p:cNvSpPr/>
            <p:nvPr/>
          </p:nvSpPr>
          <p:spPr>
            <a:xfrm>
              <a:off x="4486961" y="4320078"/>
              <a:ext cx="15968" cy="12673"/>
            </a:xfrm>
            <a:custGeom>
              <a:avLst/>
              <a:gdLst>
                <a:gd name="connsiteX0" fmla="*/ 15968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8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8" y="6337"/>
                  </a:moveTo>
                  <a:cubicBezTo>
                    <a:pt x="15968" y="9885"/>
                    <a:pt x="12420" y="12674"/>
                    <a:pt x="7984" y="12674"/>
                  </a:cubicBezTo>
                  <a:cubicBezTo>
                    <a:pt x="3549" y="12674"/>
                    <a:pt x="0" y="9885"/>
                    <a:pt x="0" y="6337"/>
                  </a:cubicBezTo>
                  <a:cubicBezTo>
                    <a:pt x="0" y="2788"/>
                    <a:pt x="3549" y="0"/>
                    <a:pt x="7984" y="0"/>
                  </a:cubicBezTo>
                  <a:cubicBezTo>
                    <a:pt x="12420" y="0"/>
                    <a:pt x="15968" y="2788"/>
                    <a:pt x="15968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26617AC7-D319-C62E-5B67-B27B7B489C09}"/>
                </a:ext>
              </a:extLst>
            </p:cNvPr>
            <p:cNvSpPr/>
            <p:nvPr/>
          </p:nvSpPr>
          <p:spPr>
            <a:xfrm>
              <a:off x="4417636" y="4231743"/>
              <a:ext cx="15968" cy="12673"/>
            </a:xfrm>
            <a:custGeom>
              <a:avLst/>
              <a:gdLst>
                <a:gd name="connsiteX0" fmla="*/ 15968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8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8" y="6337"/>
                  </a:moveTo>
                  <a:cubicBezTo>
                    <a:pt x="15968" y="9759"/>
                    <a:pt x="12420" y="12674"/>
                    <a:pt x="7984" y="12674"/>
                  </a:cubicBezTo>
                  <a:cubicBezTo>
                    <a:pt x="3549" y="12674"/>
                    <a:pt x="0" y="9885"/>
                    <a:pt x="0" y="6337"/>
                  </a:cubicBezTo>
                  <a:cubicBezTo>
                    <a:pt x="0" y="2788"/>
                    <a:pt x="3549" y="0"/>
                    <a:pt x="7984" y="0"/>
                  </a:cubicBezTo>
                  <a:cubicBezTo>
                    <a:pt x="12420" y="0"/>
                    <a:pt x="15968" y="2788"/>
                    <a:pt x="15968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18CD7EEF-DA6C-7A43-07E1-A0A4AD8E422D}"/>
                </a:ext>
              </a:extLst>
            </p:cNvPr>
            <p:cNvSpPr/>
            <p:nvPr/>
          </p:nvSpPr>
          <p:spPr>
            <a:xfrm>
              <a:off x="4356296" y="4140240"/>
              <a:ext cx="15334" cy="12166"/>
            </a:xfrm>
            <a:custGeom>
              <a:avLst/>
              <a:gdLst>
                <a:gd name="connsiteX0" fmla="*/ 15335 w 15334"/>
                <a:gd name="connsiteY0" fmla="*/ 6083 h 12166"/>
                <a:gd name="connsiteX1" fmla="*/ 7731 w 15334"/>
                <a:gd name="connsiteY1" fmla="*/ 12167 h 12166"/>
                <a:gd name="connsiteX2" fmla="*/ 0 w 15334"/>
                <a:gd name="connsiteY2" fmla="*/ 6083 h 12166"/>
                <a:gd name="connsiteX3" fmla="*/ 7731 w 15334"/>
                <a:gd name="connsiteY3" fmla="*/ 0 h 12166"/>
                <a:gd name="connsiteX4" fmla="*/ 15335 w 15334"/>
                <a:gd name="connsiteY4" fmla="*/ 6083 h 1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34" h="12166">
                  <a:moveTo>
                    <a:pt x="15335" y="6083"/>
                  </a:moveTo>
                  <a:cubicBezTo>
                    <a:pt x="15335" y="9505"/>
                    <a:pt x="11913" y="12167"/>
                    <a:pt x="7731" y="12167"/>
                  </a:cubicBezTo>
                  <a:cubicBezTo>
                    <a:pt x="3549" y="12167"/>
                    <a:pt x="0" y="9505"/>
                    <a:pt x="0" y="6083"/>
                  </a:cubicBezTo>
                  <a:cubicBezTo>
                    <a:pt x="0" y="2661"/>
                    <a:pt x="3422" y="0"/>
                    <a:pt x="7731" y="0"/>
                  </a:cubicBezTo>
                  <a:cubicBezTo>
                    <a:pt x="12040" y="0"/>
                    <a:pt x="15335" y="2661"/>
                    <a:pt x="15335" y="60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AE1D774B-D637-0D17-42B8-23A469640FB2}"/>
                </a:ext>
              </a:extLst>
            </p:cNvPr>
            <p:cNvSpPr/>
            <p:nvPr/>
          </p:nvSpPr>
          <p:spPr>
            <a:xfrm>
              <a:off x="4302180" y="4045568"/>
              <a:ext cx="15335" cy="12166"/>
            </a:xfrm>
            <a:custGeom>
              <a:avLst/>
              <a:gdLst>
                <a:gd name="connsiteX0" fmla="*/ 15335 w 15335"/>
                <a:gd name="connsiteY0" fmla="*/ 6083 h 12166"/>
                <a:gd name="connsiteX1" fmla="*/ 7731 w 15335"/>
                <a:gd name="connsiteY1" fmla="*/ 12167 h 12166"/>
                <a:gd name="connsiteX2" fmla="*/ 0 w 15335"/>
                <a:gd name="connsiteY2" fmla="*/ 6083 h 12166"/>
                <a:gd name="connsiteX3" fmla="*/ 7731 w 15335"/>
                <a:gd name="connsiteY3" fmla="*/ 0 h 12166"/>
                <a:gd name="connsiteX4" fmla="*/ 15335 w 15335"/>
                <a:gd name="connsiteY4" fmla="*/ 6083 h 1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35" h="12166">
                  <a:moveTo>
                    <a:pt x="15335" y="6083"/>
                  </a:moveTo>
                  <a:cubicBezTo>
                    <a:pt x="15335" y="9505"/>
                    <a:pt x="11913" y="12167"/>
                    <a:pt x="7731" y="12167"/>
                  </a:cubicBezTo>
                  <a:cubicBezTo>
                    <a:pt x="3549" y="12167"/>
                    <a:pt x="0" y="9505"/>
                    <a:pt x="0" y="6083"/>
                  </a:cubicBezTo>
                  <a:cubicBezTo>
                    <a:pt x="0" y="2661"/>
                    <a:pt x="3422" y="0"/>
                    <a:pt x="7731" y="0"/>
                  </a:cubicBezTo>
                  <a:cubicBezTo>
                    <a:pt x="12040" y="0"/>
                    <a:pt x="15335" y="2661"/>
                    <a:pt x="15335" y="60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F2587EBC-E832-D6BC-CF9A-C1B74C30AB68}"/>
                </a:ext>
              </a:extLst>
            </p:cNvPr>
            <p:cNvSpPr/>
            <p:nvPr/>
          </p:nvSpPr>
          <p:spPr>
            <a:xfrm>
              <a:off x="4256428" y="3948615"/>
              <a:ext cx="14447" cy="11533"/>
            </a:xfrm>
            <a:custGeom>
              <a:avLst/>
              <a:gdLst>
                <a:gd name="connsiteX0" fmla="*/ 14448 w 14447"/>
                <a:gd name="connsiteY0" fmla="*/ 5703 h 11533"/>
                <a:gd name="connsiteX1" fmla="*/ 7224 w 14447"/>
                <a:gd name="connsiteY1" fmla="*/ 11533 h 11533"/>
                <a:gd name="connsiteX2" fmla="*/ 0 w 14447"/>
                <a:gd name="connsiteY2" fmla="*/ 5703 h 11533"/>
                <a:gd name="connsiteX3" fmla="*/ 7224 w 14447"/>
                <a:gd name="connsiteY3" fmla="*/ 0 h 11533"/>
                <a:gd name="connsiteX4" fmla="*/ 14448 w 14447"/>
                <a:gd name="connsiteY4" fmla="*/ 5703 h 11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47" h="11533">
                  <a:moveTo>
                    <a:pt x="14448" y="5703"/>
                  </a:moveTo>
                  <a:cubicBezTo>
                    <a:pt x="14448" y="8872"/>
                    <a:pt x="11153" y="11533"/>
                    <a:pt x="7224" y="11533"/>
                  </a:cubicBezTo>
                  <a:cubicBezTo>
                    <a:pt x="3295" y="11533"/>
                    <a:pt x="0" y="8998"/>
                    <a:pt x="0" y="5703"/>
                  </a:cubicBezTo>
                  <a:cubicBezTo>
                    <a:pt x="0" y="2408"/>
                    <a:pt x="3295" y="0"/>
                    <a:pt x="7224" y="0"/>
                  </a:cubicBezTo>
                  <a:cubicBezTo>
                    <a:pt x="11153" y="0"/>
                    <a:pt x="14448" y="2535"/>
                    <a:pt x="14448" y="570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D0E6768A-B255-0CCC-224A-7994BAA6D4DE}"/>
                </a:ext>
              </a:extLst>
            </p:cNvPr>
            <p:cNvSpPr/>
            <p:nvPr/>
          </p:nvSpPr>
          <p:spPr>
            <a:xfrm>
              <a:off x="4218787" y="3849381"/>
              <a:ext cx="13687" cy="10899"/>
            </a:xfrm>
            <a:custGeom>
              <a:avLst/>
              <a:gdLst>
                <a:gd name="connsiteX0" fmla="*/ 13687 w 13687"/>
                <a:gd name="connsiteY0" fmla="*/ 5450 h 10899"/>
                <a:gd name="connsiteX1" fmla="*/ 6844 w 13687"/>
                <a:gd name="connsiteY1" fmla="*/ 10899 h 10899"/>
                <a:gd name="connsiteX2" fmla="*/ 0 w 13687"/>
                <a:gd name="connsiteY2" fmla="*/ 5450 h 10899"/>
                <a:gd name="connsiteX3" fmla="*/ 6844 w 13687"/>
                <a:gd name="connsiteY3" fmla="*/ 0 h 10899"/>
                <a:gd name="connsiteX4" fmla="*/ 13687 w 13687"/>
                <a:gd name="connsiteY4" fmla="*/ 5450 h 10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87" h="10899">
                  <a:moveTo>
                    <a:pt x="13687" y="5450"/>
                  </a:moveTo>
                  <a:cubicBezTo>
                    <a:pt x="13687" y="8491"/>
                    <a:pt x="10646" y="10899"/>
                    <a:pt x="6844" y="10899"/>
                  </a:cubicBezTo>
                  <a:cubicBezTo>
                    <a:pt x="3042" y="10899"/>
                    <a:pt x="0" y="8491"/>
                    <a:pt x="0" y="5450"/>
                  </a:cubicBezTo>
                  <a:cubicBezTo>
                    <a:pt x="0" y="2408"/>
                    <a:pt x="3042" y="0"/>
                    <a:pt x="6844" y="0"/>
                  </a:cubicBezTo>
                  <a:cubicBezTo>
                    <a:pt x="10646" y="0"/>
                    <a:pt x="13687" y="2408"/>
                    <a:pt x="13687" y="545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15376332-A5CA-A5A7-5B1A-A3A1DCB33FCC}"/>
                </a:ext>
              </a:extLst>
            </p:cNvPr>
            <p:cNvSpPr/>
            <p:nvPr/>
          </p:nvSpPr>
          <p:spPr>
            <a:xfrm>
              <a:off x="4189004" y="3748119"/>
              <a:ext cx="13687" cy="10899"/>
            </a:xfrm>
            <a:custGeom>
              <a:avLst/>
              <a:gdLst>
                <a:gd name="connsiteX0" fmla="*/ 13687 w 13687"/>
                <a:gd name="connsiteY0" fmla="*/ 5450 h 10899"/>
                <a:gd name="connsiteX1" fmla="*/ 6844 w 13687"/>
                <a:gd name="connsiteY1" fmla="*/ 10899 h 10899"/>
                <a:gd name="connsiteX2" fmla="*/ 0 w 13687"/>
                <a:gd name="connsiteY2" fmla="*/ 5450 h 10899"/>
                <a:gd name="connsiteX3" fmla="*/ 6844 w 13687"/>
                <a:gd name="connsiteY3" fmla="*/ 0 h 10899"/>
                <a:gd name="connsiteX4" fmla="*/ 13687 w 13687"/>
                <a:gd name="connsiteY4" fmla="*/ 5450 h 10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87" h="10899">
                  <a:moveTo>
                    <a:pt x="13687" y="5450"/>
                  </a:moveTo>
                  <a:cubicBezTo>
                    <a:pt x="13687" y="8491"/>
                    <a:pt x="10519" y="10899"/>
                    <a:pt x="6844" y="10899"/>
                  </a:cubicBezTo>
                  <a:cubicBezTo>
                    <a:pt x="3168" y="10899"/>
                    <a:pt x="0" y="8491"/>
                    <a:pt x="0" y="5450"/>
                  </a:cubicBezTo>
                  <a:cubicBezTo>
                    <a:pt x="0" y="2408"/>
                    <a:pt x="3042" y="0"/>
                    <a:pt x="6844" y="0"/>
                  </a:cubicBezTo>
                  <a:cubicBezTo>
                    <a:pt x="10646" y="0"/>
                    <a:pt x="13687" y="2408"/>
                    <a:pt x="13687" y="545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282B669E-C3B3-08A0-F97C-D624F6FDE78D}"/>
                </a:ext>
              </a:extLst>
            </p:cNvPr>
            <p:cNvSpPr/>
            <p:nvPr/>
          </p:nvSpPr>
          <p:spPr>
            <a:xfrm>
              <a:off x="4167839" y="3645843"/>
              <a:ext cx="13180" cy="10392"/>
            </a:xfrm>
            <a:custGeom>
              <a:avLst/>
              <a:gdLst>
                <a:gd name="connsiteX0" fmla="*/ 13181 w 13180"/>
                <a:gd name="connsiteY0" fmla="*/ 5196 h 10392"/>
                <a:gd name="connsiteX1" fmla="*/ 6591 w 13180"/>
                <a:gd name="connsiteY1" fmla="*/ 10392 h 10392"/>
                <a:gd name="connsiteX2" fmla="*/ 0 w 13180"/>
                <a:gd name="connsiteY2" fmla="*/ 5196 h 10392"/>
                <a:gd name="connsiteX3" fmla="*/ 6591 w 13180"/>
                <a:gd name="connsiteY3" fmla="*/ 0 h 10392"/>
                <a:gd name="connsiteX4" fmla="*/ 13181 w 13180"/>
                <a:gd name="connsiteY4" fmla="*/ 5196 h 1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80" h="10392">
                  <a:moveTo>
                    <a:pt x="13181" y="5196"/>
                  </a:moveTo>
                  <a:lnTo>
                    <a:pt x="6591" y="10392"/>
                  </a:lnTo>
                  <a:lnTo>
                    <a:pt x="0" y="5196"/>
                  </a:lnTo>
                  <a:lnTo>
                    <a:pt x="6591" y="0"/>
                  </a:lnTo>
                  <a:lnTo>
                    <a:pt x="13181" y="519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DE75ED77-E404-6DC3-3542-270D4BB3B5C2}"/>
                </a:ext>
              </a:extLst>
            </p:cNvPr>
            <p:cNvSpPr/>
            <p:nvPr/>
          </p:nvSpPr>
          <p:spPr>
            <a:xfrm>
              <a:off x="4155419" y="3542553"/>
              <a:ext cx="12419" cy="9885"/>
            </a:xfrm>
            <a:custGeom>
              <a:avLst/>
              <a:gdLst>
                <a:gd name="connsiteX0" fmla="*/ 12420 w 12419"/>
                <a:gd name="connsiteY0" fmla="*/ 4943 h 9885"/>
                <a:gd name="connsiteX1" fmla="*/ 6210 w 12419"/>
                <a:gd name="connsiteY1" fmla="*/ 9885 h 9885"/>
                <a:gd name="connsiteX2" fmla="*/ 0 w 12419"/>
                <a:gd name="connsiteY2" fmla="*/ 4943 h 9885"/>
                <a:gd name="connsiteX3" fmla="*/ 6210 w 12419"/>
                <a:gd name="connsiteY3" fmla="*/ 0 h 9885"/>
                <a:gd name="connsiteX4" fmla="*/ 12420 w 12419"/>
                <a:gd name="connsiteY4" fmla="*/ 4943 h 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19" h="9885">
                  <a:moveTo>
                    <a:pt x="12420" y="4943"/>
                  </a:moveTo>
                  <a:lnTo>
                    <a:pt x="6210" y="9885"/>
                  </a:lnTo>
                  <a:lnTo>
                    <a:pt x="0" y="4943"/>
                  </a:lnTo>
                  <a:lnTo>
                    <a:pt x="6210" y="0"/>
                  </a:lnTo>
                  <a:lnTo>
                    <a:pt x="12420" y="494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DE9798DC-744D-01A0-0109-9F5DD6E426B3}"/>
                </a:ext>
              </a:extLst>
            </p:cNvPr>
            <p:cNvSpPr/>
            <p:nvPr/>
          </p:nvSpPr>
          <p:spPr>
            <a:xfrm>
              <a:off x="4151491" y="3439010"/>
              <a:ext cx="11659" cy="9251"/>
            </a:xfrm>
            <a:custGeom>
              <a:avLst/>
              <a:gdLst>
                <a:gd name="connsiteX0" fmla="*/ 11659 w 11659"/>
                <a:gd name="connsiteY0" fmla="*/ 4562 h 9251"/>
                <a:gd name="connsiteX1" fmla="*/ 5830 w 11659"/>
                <a:gd name="connsiteY1" fmla="*/ 9251 h 9251"/>
                <a:gd name="connsiteX2" fmla="*/ 0 w 11659"/>
                <a:gd name="connsiteY2" fmla="*/ 4562 h 9251"/>
                <a:gd name="connsiteX3" fmla="*/ 5830 w 11659"/>
                <a:gd name="connsiteY3" fmla="*/ 0 h 9251"/>
                <a:gd name="connsiteX4" fmla="*/ 11659 w 11659"/>
                <a:gd name="connsiteY4" fmla="*/ 4562 h 9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59" h="9251">
                  <a:moveTo>
                    <a:pt x="11659" y="4562"/>
                  </a:moveTo>
                  <a:lnTo>
                    <a:pt x="5830" y="9251"/>
                  </a:lnTo>
                  <a:lnTo>
                    <a:pt x="0" y="4562"/>
                  </a:lnTo>
                  <a:lnTo>
                    <a:pt x="5830" y="0"/>
                  </a:lnTo>
                  <a:lnTo>
                    <a:pt x="11659" y="456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B68B8C37-E27C-486C-CC85-131A716DA830}"/>
                </a:ext>
              </a:extLst>
            </p:cNvPr>
            <p:cNvSpPr/>
            <p:nvPr/>
          </p:nvSpPr>
          <p:spPr>
            <a:xfrm>
              <a:off x="4156180" y="3335340"/>
              <a:ext cx="10899" cy="8744"/>
            </a:xfrm>
            <a:custGeom>
              <a:avLst/>
              <a:gdLst>
                <a:gd name="connsiteX0" fmla="*/ 10899 w 10899"/>
                <a:gd name="connsiteY0" fmla="*/ 4309 h 8744"/>
                <a:gd name="connsiteX1" fmla="*/ 5450 w 10899"/>
                <a:gd name="connsiteY1" fmla="*/ 8745 h 8744"/>
                <a:gd name="connsiteX2" fmla="*/ 0 w 10899"/>
                <a:gd name="connsiteY2" fmla="*/ 4309 h 8744"/>
                <a:gd name="connsiteX3" fmla="*/ 5450 w 10899"/>
                <a:gd name="connsiteY3" fmla="*/ 0 h 8744"/>
                <a:gd name="connsiteX4" fmla="*/ 10899 w 10899"/>
                <a:gd name="connsiteY4" fmla="*/ 4309 h 8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899" h="8744">
                  <a:moveTo>
                    <a:pt x="10899" y="4309"/>
                  </a:moveTo>
                  <a:lnTo>
                    <a:pt x="5450" y="8745"/>
                  </a:lnTo>
                  <a:lnTo>
                    <a:pt x="0" y="4309"/>
                  </a:lnTo>
                  <a:lnTo>
                    <a:pt x="5450" y="0"/>
                  </a:lnTo>
                  <a:lnTo>
                    <a:pt x="10899" y="430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EEB49AA6-7C2E-523B-5043-B550FB4797E6}"/>
                </a:ext>
              </a:extLst>
            </p:cNvPr>
            <p:cNvSpPr/>
            <p:nvPr/>
          </p:nvSpPr>
          <p:spPr>
            <a:xfrm>
              <a:off x="4169360" y="3232177"/>
              <a:ext cx="10265" cy="8111"/>
            </a:xfrm>
            <a:custGeom>
              <a:avLst/>
              <a:gdLst>
                <a:gd name="connsiteX0" fmla="*/ 10266 w 10265"/>
                <a:gd name="connsiteY0" fmla="*/ 4055 h 8111"/>
                <a:gd name="connsiteX1" fmla="*/ 5069 w 10265"/>
                <a:gd name="connsiteY1" fmla="*/ 8111 h 8111"/>
                <a:gd name="connsiteX2" fmla="*/ 0 w 10265"/>
                <a:gd name="connsiteY2" fmla="*/ 4055 h 8111"/>
                <a:gd name="connsiteX3" fmla="*/ 5069 w 10265"/>
                <a:gd name="connsiteY3" fmla="*/ 0 h 8111"/>
                <a:gd name="connsiteX4" fmla="*/ 10266 w 10265"/>
                <a:gd name="connsiteY4" fmla="*/ 4055 h 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5" h="8111">
                  <a:moveTo>
                    <a:pt x="10266" y="4055"/>
                  </a:moveTo>
                  <a:lnTo>
                    <a:pt x="5069" y="8111"/>
                  </a:lnTo>
                  <a:lnTo>
                    <a:pt x="0" y="4055"/>
                  </a:lnTo>
                  <a:lnTo>
                    <a:pt x="5069" y="0"/>
                  </a:lnTo>
                  <a:lnTo>
                    <a:pt x="10266" y="405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559BA9D0-8B5A-A88A-DEE1-E34D96809F91}"/>
                </a:ext>
              </a:extLst>
            </p:cNvPr>
            <p:cNvSpPr/>
            <p:nvPr/>
          </p:nvSpPr>
          <p:spPr>
            <a:xfrm>
              <a:off x="4191032" y="3129901"/>
              <a:ext cx="9505" cy="7477"/>
            </a:xfrm>
            <a:custGeom>
              <a:avLst/>
              <a:gdLst>
                <a:gd name="connsiteX0" fmla="*/ 9505 w 9505"/>
                <a:gd name="connsiteY0" fmla="*/ 3675 h 7477"/>
                <a:gd name="connsiteX1" fmla="*/ 4816 w 9505"/>
                <a:gd name="connsiteY1" fmla="*/ 7478 h 7477"/>
                <a:gd name="connsiteX2" fmla="*/ 0 w 9505"/>
                <a:gd name="connsiteY2" fmla="*/ 3675 h 7477"/>
                <a:gd name="connsiteX3" fmla="*/ 4816 w 9505"/>
                <a:gd name="connsiteY3" fmla="*/ 0 h 7477"/>
                <a:gd name="connsiteX4" fmla="*/ 9505 w 9505"/>
                <a:gd name="connsiteY4" fmla="*/ 3675 h 7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05" h="7477">
                  <a:moveTo>
                    <a:pt x="9505" y="3675"/>
                  </a:moveTo>
                  <a:lnTo>
                    <a:pt x="4816" y="7478"/>
                  </a:lnTo>
                  <a:lnTo>
                    <a:pt x="0" y="3675"/>
                  </a:lnTo>
                  <a:lnTo>
                    <a:pt x="4816" y="0"/>
                  </a:lnTo>
                  <a:lnTo>
                    <a:pt x="9505" y="367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71C0C92E-B635-E502-9594-D1C01C60941D}"/>
                </a:ext>
              </a:extLst>
            </p:cNvPr>
            <p:cNvSpPr/>
            <p:nvPr/>
          </p:nvSpPr>
          <p:spPr>
            <a:xfrm>
              <a:off x="4221576" y="3029146"/>
              <a:ext cx="7984" cy="6463"/>
            </a:xfrm>
            <a:custGeom>
              <a:avLst/>
              <a:gdLst>
                <a:gd name="connsiteX0" fmla="*/ 7984 w 7984"/>
                <a:gd name="connsiteY0" fmla="*/ 3168 h 6463"/>
                <a:gd name="connsiteX1" fmla="*/ 3929 w 7984"/>
                <a:gd name="connsiteY1" fmla="*/ 6464 h 6463"/>
                <a:gd name="connsiteX2" fmla="*/ 0 w 7984"/>
                <a:gd name="connsiteY2" fmla="*/ 3168 h 6463"/>
                <a:gd name="connsiteX3" fmla="*/ 3929 w 7984"/>
                <a:gd name="connsiteY3" fmla="*/ 0 h 6463"/>
                <a:gd name="connsiteX4" fmla="*/ 7984 w 7984"/>
                <a:gd name="connsiteY4" fmla="*/ 3168 h 6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84" h="6463">
                  <a:moveTo>
                    <a:pt x="7984" y="3168"/>
                  </a:moveTo>
                  <a:lnTo>
                    <a:pt x="3929" y="6464"/>
                  </a:lnTo>
                  <a:lnTo>
                    <a:pt x="0" y="3168"/>
                  </a:lnTo>
                  <a:lnTo>
                    <a:pt x="3929" y="0"/>
                  </a:lnTo>
                  <a:lnTo>
                    <a:pt x="7984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7F59BEFA-8F65-11A5-859A-943D6D4178B0}"/>
                </a:ext>
              </a:extLst>
            </p:cNvPr>
            <p:cNvSpPr/>
            <p:nvPr/>
          </p:nvSpPr>
          <p:spPr>
            <a:xfrm>
              <a:off x="4259977" y="2929912"/>
              <a:ext cx="7224" cy="5829"/>
            </a:xfrm>
            <a:custGeom>
              <a:avLst/>
              <a:gdLst>
                <a:gd name="connsiteX0" fmla="*/ 7224 w 7224"/>
                <a:gd name="connsiteY0" fmla="*/ 2915 h 5829"/>
                <a:gd name="connsiteX1" fmla="*/ 3675 w 7224"/>
                <a:gd name="connsiteY1" fmla="*/ 5830 h 5829"/>
                <a:gd name="connsiteX2" fmla="*/ 0 w 7224"/>
                <a:gd name="connsiteY2" fmla="*/ 2915 h 5829"/>
                <a:gd name="connsiteX3" fmla="*/ 3675 w 7224"/>
                <a:gd name="connsiteY3" fmla="*/ 0 h 5829"/>
                <a:gd name="connsiteX4" fmla="*/ 7224 w 7224"/>
                <a:gd name="connsiteY4" fmla="*/ 2915 h 5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24" h="5829">
                  <a:moveTo>
                    <a:pt x="7224" y="2915"/>
                  </a:moveTo>
                  <a:lnTo>
                    <a:pt x="3675" y="5830"/>
                  </a:lnTo>
                  <a:lnTo>
                    <a:pt x="0" y="2915"/>
                  </a:lnTo>
                  <a:lnTo>
                    <a:pt x="3675" y="0"/>
                  </a:lnTo>
                  <a:lnTo>
                    <a:pt x="7224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49926341-086E-DCA7-BE79-7FA51E57C640}"/>
                </a:ext>
              </a:extLst>
            </p:cNvPr>
            <p:cNvSpPr/>
            <p:nvPr/>
          </p:nvSpPr>
          <p:spPr>
            <a:xfrm>
              <a:off x="4306615" y="2832959"/>
              <a:ext cx="6463" cy="5196"/>
            </a:xfrm>
            <a:custGeom>
              <a:avLst/>
              <a:gdLst>
                <a:gd name="connsiteX0" fmla="*/ 6464 w 6463"/>
                <a:gd name="connsiteY0" fmla="*/ 2535 h 5196"/>
                <a:gd name="connsiteX1" fmla="*/ 3168 w 6463"/>
                <a:gd name="connsiteY1" fmla="*/ 5196 h 5196"/>
                <a:gd name="connsiteX2" fmla="*/ 0 w 6463"/>
                <a:gd name="connsiteY2" fmla="*/ 2535 h 5196"/>
                <a:gd name="connsiteX3" fmla="*/ 3168 w 6463"/>
                <a:gd name="connsiteY3" fmla="*/ 0 h 5196"/>
                <a:gd name="connsiteX4" fmla="*/ 6464 w 6463"/>
                <a:gd name="connsiteY4" fmla="*/ 2535 h 5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196">
                  <a:moveTo>
                    <a:pt x="6464" y="2535"/>
                  </a:moveTo>
                  <a:lnTo>
                    <a:pt x="3168" y="5196"/>
                  </a:lnTo>
                  <a:lnTo>
                    <a:pt x="0" y="2535"/>
                  </a:lnTo>
                  <a:lnTo>
                    <a:pt x="3168" y="0"/>
                  </a:lnTo>
                  <a:lnTo>
                    <a:pt x="6464" y="253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EC74F841-B5E9-A981-A9D5-D6D441ED7ABD}"/>
                </a:ext>
              </a:extLst>
            </p:cNvPr>
            <p:cNvSpPr/>
            <p:nvPr/>
          </p:nvSpPr>
          <p:spPr>
            <a:xfrm>
              <a:off x="4361365" y="2738794"/>
              <a:ext cx="5069" cy="4055"/>
            </a:xfrm>
            <a:custGeom>
              <a:avLst/>
              <a:gdLst>
                <a:gd name="connsiteX0" fmla="*/ 5069 w 5069"/>
                <a:gd name="connsiteY0" fmla="*/ 2028 h 4055"/>
                <a:gd name="connsiteX1" fmla="*/ 2534 w 5069"/>
                <a:gd name="connsiteY1" fmla="*/ 4056 h 4055"/>
                <a:gd name="connsiteX2" fmla="*/ 0 w 5069"/>
                <a:gd name="connsiteY2" fmla="*/ 2028 h 4055"/>
                <a:gd name="connsiteX3" fmla="*/ 2534 w 5069"/>
                <a:gd name="connsiteY3" fmla="*/ 0 h 4055"/>
                <a:gd name="connsiteX4" fmla="*/ 5069 w 5069"/>
                <a:gd name="connsiteY4" fmla="*/ 2028 h 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9" h="4055">
                  <a:moveTo>
                    <a:pt x="5069" y="2028"/>
                  </a:moveTo>
                  <a:lnTo>
                    <a:pt x="2534" y="4056"/>
                  </a:lnTo>
                  <a:lnTo>
                    <a:pt x="0" y="2028"/>
                  </a:lnTo>
                  <a:lnTo>
                    <a:pt x="2534" y="0"/>
                  </a:lnTo>
                  <a:lnTo>
                    <a:pt x="5069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523BFBA5-EF70-9852-F36C-44B7212277C5}"/>
                </a:ext>
              </a:extLst>
            </p:cNvPr>
            <p:cNvSpPr/>
            <p:nvPr/>
          </p:nvSpPr>
          <p:spPr>
            <a:xfrm>
              <a:off x="4423593" y="2647417"/>
              <a:ext cx="4308" cy="3421"/>
            </a:xfrm>
            <a:custGeom>
              <a:avLst/>
              <a:gdLst>
                <a:gd name="connsiteX0" fmla="*/ 4309 w 4308"/>
                <a:gd name="connsiteY0" fmla="*/ 1648 h 3421"/>
                <a:gd name="connsiteX1" fmla="*/ 2154 w 4308"/>
                <a:gd name="connsiteY1" fmla="*/ 3422 h 3421"/>
                <a:gd name="connsiteX2" fmla="*/ 0 w 4308"/>
                <a:gd name="connsiteY2" fmla="*/ 1648 h 3421"/>
                <a:gd name="connsiteX3" fmla="*/ 2154 w 4308"/>
                <a:gd name="connsiteY3" fmla="*/ 0 h 3421"/>
                <a:gd name="connsiteX4" fmla="*/ 4309 w 4308"/>
                <a:gd name="connsiteY4" fmla="*/ 1648 h 3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8" h="3421">
                  <a:moveTo>
                    <a:pt x="4309" y="1648"/>
                  </a:moveTo>
                  <a:lnTo>
                    <a:pt x="2154" y="3422"/>
                  </a:lnTo>
                  <a:lnTo>
                    <a:pt x="0" y="1648"/>
                  </a:lnTo>
                  <a:lnTo>
                    <a:pt x="2154" y="0"/>
                  </a:lnTo>
                  <a:lnTo>
                    <a:pt x="4309" y="164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233B67CB-A2C5-57E6-1642-B9A51095C474}"/>
                </a:ext>
              </a:extLst>
            </p:cNvPr>
            <p:cNvSpPr/>
            <p:nvPr/>
          </p:nvSpPr>
          <p:spPr>
            <a:xfrm>
              <a:off x="4493424" y="2559589"/>
              <a:ext cx="3041" cy="2408"/>
            </a:xfrm>
            <a:custGeom>
              <a:avLst/>
              <a:gdLst>
                <a:gd name="connsiteX0" fmla="*/ 3042 w 3041"/>
                <a:gd name="connsiteY0" fmla="*/ 1267 h 2408"/>
                <a:gd name="connsiteX1" fmla="*/ 1521 w 3041"/>
                <a:gd name="connsiteY1" fmla="*/ 2408 h 2408"/>
                <a:gd name="connsiteX2" fmla="*/ 0 w 3041"/>
                <a:gd name="connsiteY2" fmla="*/ 1267 h 2408"/>
                <a:gd name="connsiteX3" fmla="*/ 1521 w 3041"/>
                <a:gd name="connsiteY3" fmla="*/ 0 h 2408"/>
                <a:gd name="connsiteX4" fmla="*/ 3042 w 3041"/>
                <a:gd name="connsiteY4" fmla="*/ 1267 h 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1" h="2408">
                  <a:moveTo>
                    <a:pt x="3042" y="1267"/>
                  </a:moveTo>
                  <a:lnTo>
                    <a:pt x="1521" y="2408"/>
                  </a:lnTo>
                  <a:lnTo>
                    <a:pt x="0" y="1267"/>
                  </a:lnTo>
                  <a:lnTo>
                    <a:pt x="1521" y="0"/>
                  </a:lnTo>
                  <a:lnTo>
                    <a:pt x="3042" y="126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4B2CAA55-875C-2219-E4E8-D6596C524C40}"/>
                </a:ext>
              </a:extLst>
            </p:cNvPr>
            <p:cNvSpPr/>
            <p:nvPr/>
          </p:nvSpPr>
          <p:spPr>
            <a:xfrm>
              <a:off x="4570226" y="2475437"/>
              <a:ext cx="2154" cy="1647"/>
            </a:xfrm>
            <a:custGeom>
              <a:avLst/>
              <a:gdLst>
                <a:gd name="connsiteX0" fmla="*/ 2155 w 2154"/>
                <a:gd name="connsiteY0" fmla="*/ 887 h 1647"/>
                <a:gd name="connsiteX1" fmla="*/ 1141 w 2154"/>
                <a:gd name="connsiteY1" fmla="*/ 1648 h 1647"/>
                <a:gd name="connsiteX2" fmla="*/ 0 w 2154"/>
                <a:gd name="connsiteY2" fmla="*/ 887 h 1647"/>
                <a:gd name="connsiteX3" fmla="*/ 1141 w 2154"/>
                <a:gd name="connsiteY3" fmla="*/ 0 h 1647"/>
                <a:gd name="connsiteX4" fmla="*/ 2155 w 2154"/>
                <a:gd name="connsiteY4" fmla="*/ 887 h 1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4" h="1647">
                  <a:moveTo>
                    <a:pt x="2155" y="887"/>
                  </a:moveTo>
                  <a:lnTo>
                    <a:pt x="1141" y="1648"/>
                  </a:lnTo>
                  <a:lnTo>
                    <a:pt x="0" y="887"/>
                  </a:lnTo>
                  <a:lnTo>
                    <a:pt x="1141" y="0"/>
                  </a:lnTo>
                  <a:lnTo>
                    <a:pt x="2155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8D95D8B1-5EB6-B305-8CD5-3346DC7AC97E}"/>
                </a:ext>
              </a:extLst>
            </p:cNvPr>
            <p:cNvSpPr/>
            <p:nvPr/>
          </p:nvSpPr>
          <p:spPr>
            <a:xfrm>
              <a:off x="4654126" y="2395720"/>
              <a:ext cx="633" cy="506"/>
            </a:xfrm>
            <a:custGeom>
              <a:avLst/>
              <a:gdLst>
                <a:gd name="connsiteX0" fmla="*/ 634 w 633"/>
                <a:gd name="connsiteY0" fmla="*/ 254 h 506"/>
                <a:gd name="connsiteX1" fmla="*/ 380 w 633"/>
                <a:gd name="connsiteY1" fmla="*/ 507 h 506"/>
                <a:gd name="connsiteX2" fmla="*/ 0 w 633"/>
                <a:gd name="connsiteY2" fmla="*/ 254 h 506"/>
                <a:gd name="connsiteX3" fmla="*/ 380 w 633"/>
                <a:gd name="connsiteY3" fmla="*/ 0 h 506"/>
                <a:gd name="connsiteX4" fmla="*/ 634 w 633"/>
                <a:gd name="connsiteY4" fmla="*/ 254 h 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" h="506">
                  <a:moveTo>
                    <a:pt x="634" y="254"/>
                  </a:moveTo>
                  <a:lnTo>
                    <a:pt x="380" y="507"/>
                  </a:lnTo>
                  <a:lnTo>
                    <a:pt x="0" y="254"/>
                  </a:lnTo>
                  <a:lnTo>
                    <a:pt x="380" y="0"/>
                  </a:lnTo>
                  <a:lnTo>
                    <a:pt x="634" y="2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1B211AF4-DBB3-C763-B23F-0C75234B30D6}"/>
                </a:ext>
              </a:extLst>
            </p:cNvPr>
            <p:cNvSpPr/>
            <p:nvPr/>
          </p:nvSpPr>
          <p:spPr>
            <a:xfrm>
              <a:off x="4743854" y="2319932"/>
              <a:ext cx="507" cy="253"/>
            </a:xfrm>
            <a:custGeom>
              <a:avLst/>
              <a:gdLst>
                <a:gd name="connsiteX0" fmla="*/ 507 w 507"/>
                <a:gd name="connsiteY0" fmla="*/ 127 h 253"/>
                <a:gd name="connsiteX1" fmla="*/ 253 w 507"/>
                <a:gd name="connsiteY1" fmla="*/ 253 h 253"/>
                <a:gd name="connsiteX2" fmla="*/ 0 w 507"/>
                <a:gd name="connsiteY2" fmla="*/ 127 h 253"/>
                <a:gd name="connsiteX3" fmla="*/ 253 w 507"/>
                <a:gd name="connsiteY3" fmla="*/ 0 h 253"/>
                <a:gd name="connsiteX4" fmla="*/ 507 w 507"/>
                <a:gd name="connsiteY4" fmla="*/ 127 h 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7" h="253">
                  <a:moveTo>
                    <a:pt x="507" y="127"/>
                  </a:moveTo>
                  <a:lnTo>
                    <a:pt x="253" y="253"/>
                  </a:lnTo>
                  <a:lnTo>
                    <a:pt x="0" y="127"/>
                  </a:lnTo>
                  <a:lnTo>
                    <a:pt x="253" y="0"/>
                  </a:lnTo>
                  <a:lnTo>
                    <a:pt x="507" y="12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CFA005D8-1FFE-5777-8AB1-AB85997D7D03}"/>
                </a:ext>
              </a:extLst>
            </p:cNvPr>
            <p:cNvSpPr/>
            <p:nvPr/>
          </p:nvSpPr>
          <p:spPr>
            <a:xfrm>
              <a:off x="4839540" y="2248833"/>
              <a:ext cx="380" cy="253"/>
            </a:xfrm>
            <a:custGeom>
              <a:avLst/>
              <a:gdLst>
                <a:gd name="connsiteX0" fmla="*/ 381 w 380"/>
                <a:gd name="connsiteY0" fmla="*/ 127 h 253"/>
                <a:gd name="connsiteX1" fmla="*/ 127 w 380"/>
                <a:gd name="connsiteY1" fmla="*/ 253 h 253"/>
                <a:gd name="connsiteX2" fmla="*/ 0 w 380"/>
                <a:gd name="connsiteY2" fmla="*/ 127 h 253"/>
                <a:gd name="connsiteX3" fmla="*/ 127 w 380"/>
                <a:gd name="connsiteY3" fmla="*/ 0 h 253"/>
                <a:gd name="connsiteX4" fmla="*/ 381 w 380"/>
                <a:gd name="connsiteY4" fmla="*/ 127 h 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" h="253">
                  <a:moveTo>
                    <a:pt x="381" y="127"/>
                  </a:moveTo>
                  <a:lnTo>
                    <a:pt x="127" y="253"/>
                  </a:lnTo>
                  <a:lnTo>
                    <a:pt x="0" y="127"/>
                  </a:lnTo>
                  <a:lnTo>
                    <a:pt x="127" y="0"/>
                  </a:lnTo>
                  <a:lnTo>
                    <a:pt x="381" y="12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D38E81E0-40F0-65DF-D0F0-93A18377B5F8}"/>
                </a:ext>
              </a:extLst>
            </p:cNvPr>
            <p:cNvSpPr/>
            <p:nvPr/>
          </p:nvSpPr>
          <p:spPr>
            <a:xfrm>
              <a:off x="4940422" y="2182423"/>
              <a:ext cx="1267" cy="1140"/>
            </a:xfrm>
            <a:custGeom>
              <a:avLst/>
              <a:gdLst>
                <a:gd name="connsiteX0" fmla="*/ 1267 w 1267"/>
                <a:gd name="connsiteY0" fmla="*/ 634 h 1140"/>
                <a:gd name="connsiteX1" fmla="*/ 634 w 1267"/>
                <a:gd name="connsiteY1" fmla="*/ 1141 h 1140"/>
                <a:gd name="connsiteX2" fmla="*/ 0 w 1267"/>
                <a:gd name="connsiteY2" fmla="*/ 634 h 1140"/>
                <a:gd name="connsiteX3" fmla="*/ 634 w 1267"/>
                <a:gd name="connsiteY3" fmla="*/ 0 h 1140"/>
                <a:gd name="connsiteX4" fmla="*/ 1267 w 1267"/>
                <a:gd name="connsiteY4" fmla="*/ 634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7" h="1140">
                  <a:moveTo>
                    <a:pt x="1267" y="634"/>
                  </a:moveTo>
                  <a:lnTo>
                    <a:pt x="634" y="1141"/>
                  </a:lnTo>
                  <a:lnTo>
                    <a:pt x="0" y="634"/>
                  </a:lnTo>
                  <a:lnTo>
                    <a:pt x="634" y="0"/>
                  </a:lnTo>
                  <a:lnTo>
                    <a:pt x="1267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09F76D7E-D63B-893B-4659-45BE2080A7C2}"/>
                </a:ext>
              </a:extLst>
            </p:cNvPr>
            <p:cNvSpPr/>
            <p:nvPr/>
          </p:nvSpPr>
          <p:spPr>
            <a:xfrm>
              <a:off x="5046500" y="2121463"/>
              <a:ext cx="2281" cy="1900"/>
            </a:xfrm>
            <a:custGeom>
              <a:avLst/>
              <a:gdLst>
                <a:gd name="connsiteX0" fmla="*/ 2281 w 2281"/>
                <a:gd name="connsiteY0" fmla="*/ 1014 h 1900"/>
                <a:gd name="connsiteX1" fmla="*/ 1141 w 2281"/>
                <a:gd name="connsiteY1" fmla="*/ 1901 h 1900"/>
                <a:gd name="connsiteX2" fmla="*/ 0 w 2281"/>
                <a:gd name="connsiteY2" fmla="*/ 1014 h 1900"/>
                <a:gd name="connsiteX3" fmla="*/ 1141 w 2281"/>
                <a:gd name="connsiteY3" fmla="*/ 0 h 1900"/>
                <a:gd name="connsiteX4" fmla="*/ 2281 w 2281"/>
                <a:gd name="connsiteY4" fmla="*/ 1014 h 1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1" h="1900">
                  <a:moveTo>
                    <a:pt x="2281" y="1014"/>
                  </a:moveTo>
                  <a:lnTo>
                    <a:pt x="1141" y="1901"/>
                  </a:lnTo>
                  <a:lnTo>
                    <a:pt x="0" y="1014"/>
                  </a:lnTo>
                  <a:lnTo>
                    <a:pt x="1141" y="0"/>
                  </a:lnTo>
                  <a:lnTo>
                    <a:pt x="2281" y="101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53A4CED4-0503-5861-5C91-E2C695AD1D5B}"/>
                </a:ext>
              </a:extLst>
            </p:cNvPr>
            <p:cNvSpPr/>
            <p:nvPr/>
          </p:nvSpPr>
          <p:spPr>
            <a:xfrm>
              <a:off x="5157521" y="2066333"/>
              <a:ext cx="2914" cy="2408"/>
            </a:xfrm>
            <a:custGeom>
              <a:avLst/>
              <a:gdLst>
                <a:gd name="connsiteX0" fmla="*/ 2915 w 2914"/>
                <a:gd name="connsiteY0" fmla="*/ 1141 h 2408"/>
                <a:gd name="connsiteX1" fmla="*/ 1394 w 2914"/>
                <a:gd name="connsiteY1" fmla="*/ 2408 h 2408"/>
                <a:gd name="connsiteX2" fmla="*/ 0 w 2914"/>
                <a:gd name="connsiteY2" fmla="*/ 1141 h 2408"/>
                <a:gd name="connsiteX3" fmla="*/ 1394 w 2914"/>
                <a:gd name="connsiteY3" fmla="*/ 0 h 2408"/>
                <a:gd name="connsiteX4" fmla="*/ 2915 w 2914"/>
                <a:gd name="connsiteY4" fmla="*/ 1141 h 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" h="2408">
                  <a:moveTo>
                    <a:pt x="2915" y="1141"/>
                  </a:moveTo>
                  <a:lnTo>
                    <a:pt x="1394" y="2408"/>
                  </a:lnTo>
                  <a:lnTo>
                    <a:pt x="0" y="1141"/>
                  </a:lnTo>
                  <a:lnTo>
                    <a:pt x="1394" y="0"/>
                  </a:lnTo>
                  <a:lnTo>
                    <a:pt x="2915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4DB6DE22-90B7-810D-F820-4BAE4BD95340}"/>
                </a:ext>
              </a:extLst>
            </p:cNvPr>
            <p:cNvSpPr/>
            <p:nvPr/>
          </p:nvSpPr>
          <p:spPr>
            <a:xfrm>
              <a:off x="5272470" y="2016906"/>
              <a:ext cx="4182" cy="3295"/>
            </a:xfrm>
            <a:custGeom>
              <a:avLst/>
              <a:gdLst>
                <a:gd name="connsiteX0" fmla="*/ 4183 w 4182"/>
                <a:gd name="connsiteY0" fmla="*/ 1648 h 3295"/>
                <a:gd name="connsiteX1" fmla="*/ 2028 w 4182"/>
                <a:gd name="connsiteY1" fmla="*/ 3295 h 3295"/>
                <a:gd name="connsiteX2" fmla="*/ 0 w 4182"/>
                <a:gd name="connsiteY2" fmla="*/ 1648 h 3295"/>
                <a:gd name="connsiteX3" fmla="*/ 2028 w 4182"/>
                <a:gd name="connsiteY3" fmla="*/ 0 h 3295"/>
                <a:gd name="connsiteX4" fmla="*/ 4183 w 4182"/>
                <a:gd name="connsiteY4" fmla="*/ 1648 h 3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2" h="3295">
                  <a:moveTo>
                    <a:pt x="4183" y="1648"/>
                  </a:moveTo>
                  <a:lnTo>
                    <a:pt x="2028" y="3295"/>
                  </a:lnTo>
                  <a:lnTo>
                    <a:pt x="0" y="1648"/>
                  </a:lnTo>
                  <a:lnTo>
                    <a:pt x="2028" y="0"/>
                  </a:lnTo>
                  <a:lnTo>
                    <a:pt x="4183" y="164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EBD3375B-B3A4-4310-8936-226F9FDBE320}"/>
                </a:ext>
              </a:extLst>
            </p:cNvPr>
            <p:cNvSpPr/>
            <p:nvPr/>
          </p:nvSpPr>
          <p:spPr>
            <a:xfrm>
              <a:off x="5391602" y="1973816"/>
              <a:ext cx="4689" cy="3675"/>
            </a:xfrm>
            <a:custGeom>
              <a:avLst/>
              <a:gdLst>
                <a:gd name="connsiteX0" fmla="*/ 4689 w 4689"/>
                <a:gd name="connsiteY0" fmla="*/ 1774 h 3675"/>
                <a:gd name="connsiteX1" fmla="*/ 2408 w 4689"/>
                <a:gd name="connsiteY1" fmla="*/ 3675 h 3675"/>
                <a:gd name="connsiteX2" fmla="*/ 0 w 4689"/>
                <a:gd name="connsiteY2" fmla="*/ 1774 h 3675"/>
                <a:gd name="connsiteX3" fmla="*/ 2408 w 4689"/>
                <a:gd name="connsiteY3" fmla="*/ 0 h 3675"/>
                <a:gd name="connsiteX4" fmla="*/ 4689 w 4689"/>
                <a:gd name="connsiteY4" fmla="*/ 1774 h 3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89" h="3675">
                  <a:moveTo>
                    <a:pt x="4689" y="1774"/>
                  </a:moveTo>
                  <a:lnTo>
                    <a:pt x="2408" y="3675"/>
                  </a:lnTo>
                  <a:lnTo>
                    <a:pt x="0" y="1774"/>
                  </a:lnTo>
                  <a:lnTo>
                    <a:pt x="2408" y="0"/>
                  </a:lnTo>
                  <a:lnTo>
                    <a:pt x="4689" y="177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D7C7D63F-AAD4-5159-67A9-19E6AACA8F18}"/>
                </a:ext>
              </a:extLst>
            </p:cNvPr>
            <p:cNvSpPr/>
            <p:nvPr/>
          </p:nvSpPr>
          <p:spPr>
            <a:xfrm>
              <a:off x="5514029" y="1936936"/>
              <a:ext cx="5323" cy="4182"/>
            </a:xfrm>
            <a:custGeom>
              <a:avLst/>
              <a:gdLst>
                <a:gd name="connsiteX0" fmla="*/ 5323 w 5323"/>
                <a:gd name="connsiteY0" fmla="*/ 2028 h 4182"/>
                <a:gd name="connsiteX1" fmla="*/ 2662 w 5323"/>
                <a:gd name="connsiteY1" fmla="*/ 4182 h 4182"/>
                <a:gd name="connsiteX2" fmla="*/ 0 w 5323"/>
                <a:gd name="connsiteY2" fmla="*/ 2028 h 4182"/>
                <a:gd name="connsiteX3" fmla="*/ 2662 w 5323"/>
                <a:gd name="connsiteY3" fmla="*/ 0 h 4182"/>
                <a:gd name="connsiteX4" fmla="*/ 5323 w 5323"/>
                <a:gd name="connsiteY4" fmla="*/ 2028 h 4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23" h="4182">
                  <a:moveTo>
                    <a:pt x="5323" y="2028"/>
                  </a:moveTo>
                  <a:lnTo>
                    <a:pt x="2662" y="4182"/>
                  </a:lnTo>
                  <a:lnTo>
                    <a:pt x="0" y="2028"/>
                  </a:lnTo>
                  <a:lnTo>
                    <a:pt x="2662" y="0"/>
                  </a:lnTo>
                  <a:lnTo>
                    <a:pt x="5323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AA819023-656E-5127-9ECE-8488A3A2B657}"/>
                </a:ext>
              </a:extLst>
            </p:cNvPr>
            <p:cNvSpPr/>
            <p:nvPr/>
          </p:nvSpPr>
          <p:spPr>
            <a:xfrm>
              <a:off x="5638864" y="1906266"/>
              <a:ext cx="6463" cy="5069"/>
            </a:xfrm>
            <a:custGeom>
              <a:avLst/>
              <a:gdLst>
                <a:gd name="connsiteX0" fmla="*/ 6464 w 6463"/>
                <a:gd name="connsiteY0" fmla="*/ 2535 h 5069"/>
                <a:gd name="connsiteX1" fmla="*/ 3295 w 6463"/>
                <a:gd name="connsiteY1" fmla="*/ 5069 h 5069"/>
                <a:gd name="connsiteX2" fmla="*/ 0 w 6463"/>
                <a:gd name="connsiteY2" fmla="*/ 2535 h 5069"/>
                <a:gd name="connsiteX3" fmla="*/ 3295 w 6463"/>
                <a:gd name="connsiteY3" fmla="*/ 0 h 5069"/>
                <a:gd name="connsiteX4" fmla="*/ 6464 w 6463"/>
                <a:gd name="connsiteY4" fmla="*/ 2535 h 5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069">
                  <a:moveTo>
                    <a:pt x="6464" y="2535"/>
                  </a:moveTo>
                  <a:lnTo>
                    <a:pt x="3295" y="5069"/>
                  </a:lnTo>
                  <a:lnTo>
                    <a:pt x="0" y="2535"/>
                  </a:lnTo>
                  <a:lnTo>
                    <a:pt x="3295" y="0"/>
                  </a:lnTo>
                  <a:lnTo>
                    <a:pt x="6464" y="253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3F794424-38AB-3E19-2598-DE4F3A22B467}"/>
                </a:ext>
              </a:extLst>
            </p:cNvPr>
            <p:cNvSpPr/>
            <p:nvPr/>
          </p:nvSpPr>
          <p:spPr>
            <a:xfrm>
              <a:off x="5766107" y="1882313"/>
              <a:ext cx="7350" cy="5703"/>
            </a:xfrm>
            <a:custGeom>
              <a:avLst/>
              <a:gdLst>
                <a:gd name="connsiteX0" fmla="*/ 7351 w 7350"/>
                <a:gd name="connsiteY0" fmla="*/ 2915 h 5703"/>
                <a:gd name="connsiteX1" fmla="*/ 3675 w 7350"/>
                <a:gd name="connsiteY1" fmla="*/ 5703 h 5703"/>
                <a:gd name="connsiteX2" fmla="*/ 0 w 7350"/>
                <a:gd name="connsiteY2" fmla="*/ 2915 h 5703"/>
                <a:gd name="connsiteX3" fmla="*/ 3675 w 7350"/>
                <a:gd name="connsiteY3" fmla="*/ 0 h 5703"/>
                <a:gd name="connsiteX4" fmla="*/ 7351 w 7350"/>
                <a:gd name="connsiteY4" fmla="*/ 2915 h 5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0" h="5703">
                  <a:moveTo>
                    <a:pt x="7351" y="2915"/>
                  </a:moveTo>
                  <a:lnTo>
                    <a:pt x="3675" y="5703"/>
                  </a:lnTo>
                  <a:lnTo>
                    <a:pt x="0" y="2915"/>
                  </a:lnTo>
                  <a:lnTo>
                    <a:pt x="3675" y="0"/>
                  </a:lnTo>
                  <a:lnTo>
                    <a:pt x="7351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72BB43EF-AC79-6A9B-C830-10E0E279ED79}"/>
                </a:ext>
              </a:extLst>
            </p:cNvPr>
            <p:cNvSpPr/>
            <p:nvPr/>
          </p:nvSpPr>
          <p:spPr>
            <a:xfrm>
              <a:off x="5895251" y="1865203"/>
              <a:ext cx="7857" cy="6210"/>
            </a:xfrm>
            <a:custGeom>
              <a:avLst/>
              <a:gdLst>
                <a:gd name="connsiteX0" fmla="*/ 7858 w 7857"/>
                <a:gd name="connsiteY0" fmla="*/ 3042 h 6210"/>
                <a:gd name="connsiteX1" fmla="*/ 3929 w 7857"/>
                <a:gd name="connsiteY1" fmla="*/ 6210 h 6210"/>
                <a:gd name="connsiteX2" fmla="*/ 0 w 7857"/>
                <a:gd name="connsiteY2" fmla="*/ 3042 h 6210"/>
                <a:gd name="connsiteX3" fmla="*/ 3929 w 7857"/>
                <a:gd name="connsiteY3" fmla="*/ 0 h 6210"/>
                <a:gd name="connsiteX4" fmla="*/ 7858 w 7857"/>
                <a:gd name="connsiteY4" fmla="*/ 3042 h 6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57" h="6210">
                  <a:moveTo>
                    <a:pt x="7858" y="3042"/>
                  </a:moveTo>
                  <a:lnTo>
                    <a:pt x="3929" y="6210"/>
                  </a:lnTo>
                  <a:lnTo>
                    <a:pt x="0" y="3042"/>
                  </a:lnTo>
                  <a:lnTo>
                    <a:pt x="3929" y="0"/>
                  </a:lnTo>
                  <a:lnTo>
                    <a:pt x="7858" y="30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B7E5152E-D870-4248-3F54-A4D6DABEC433}"/>
                </a:ext>
              </a:extLst>
            </p:cNvPr>
            <p:cNvSpPr/>
            <p:nvPr/>
          </p:nvSpPr>
          <p:spPr>
            <a:xfrm>
              <a:off x="6025408" y="1854684"/>
              <a:ext cx="8364" cy="6716"/>
            </a:xfrm>
            <a:custGeom>
              <a:avLst/>
              <a:gdLst>
                <a:gd name="connsiteX0" fmla="*/ 8365 w 8364"/>
                <a:gd name="connsiteY0" fmla="*/ 3422 h 6716"/>
                <a:gd name="connsiteX1" fmla="*/ 4183 w 8364"/>
                <a:gd name="connsiteY1" fmla="*/ 6717 h 6716"/>
                <a:gd name="connsiteX2" fmla="*/ 0 w 8364"/>
                <a:gd name="connsiteY2" fmla="*/ 3422 h 6716"/>
                <a:gd name="connsiteX3" fmla="*/ 4183 w 8364"/>
                <a:gd name="connsiteY3" fmla="*/ 0 h 6716"/>
                <a:gd name="connsiteX4" fmla="*/ 8365 w 8364"/>
                <a:gd name="connsiteY4" fmla="*/ 3422 h 6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64" h="6716">
                  <a:moveTo>
                    <a:pt x="8365" y="3422"/>
                  </a:moveTo>
                  <a:lnTo>
                    <a:pt x="4183" y="6717"/>
                  </a:lnTo>
                  <a:lnTo>
                    <a:pt x="0" y="3422"/>
                  </a:lnTo>
                  <a:lnTo>
                    <a:pt x="4183" y="0"/>
                  </a:lnTo>
                  <a:lnTo>
                    <a:pt x="8365" y="342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3C92770B-A132-F582-7A6C-609B9299BBFF}"/>
                </a:ext>
              </a:extLst>
            </p:cNvPr>
            <p:cNvSpPr/>
            <p:nvPr/>
          </p:nvSpPr>
          <p:spPr>
            <a:xfrm>
              <a:off x="6155947" y="1851009"/>
              <a:ext cx="9251" cy="7350"/>
            </a:xfrm>
            <a:custGeom>
              <a:avLst/>
              <a:gdLst>
                <a:gd name="connsiteX0" fmla="*/ 9251 w 9251"/>
                <a:gd name="connsiteY0" fmla="*/ 3675 h 7350"/>
                <a:gd name="connsiteX1" fmla="*/ 4689 w 9251"/>
                <a:gd name="connsiteY1" fmla="*/ 7351 h 7350"/>
                <a:gd name="connsiteX2" fmla="*/ 0 w 9251"/>
                <a:gd name="connsiteY2" fmla="*/ 3675 h 7350"/>
                <a:gd name="connsiteX3" fmla="*/ 4689 w 9251"/>
                <a:gd name="connsiteY3" fmla="*/ 0 h 7350"/>
                <a:gd name="connsiteX4" fmla="*/ 9251 w 9251"/>
                <a:gd name="connsiteY4" fmla="*/ 3675 h 7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51" h="7350">
                  <a:moveTo>
                    <a:pt x="9251" y="3675"/>
                  </a:moveTo>
                  <a:lnTo>
                    <a:pt x="4689" y="7351"/>
                  </a:lnTo>
                  <a:lnTo>
                    <a:pt x="0" y="3675"/>
                  </a:lnTo>
                  <a:lnTo>
                    <a:pt x="4689" y="0"/>
                  </a:lnTo>
                  <a:lnTo>
                    <a:pt x="9251" y="367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5B430B81-46F9-208A-F848-5ABEB83B8E1C}"/>
                </a:ext>
              </a:extLst>
            </p:cNvPr>
            <p:cNvSpPr/>
            <p:nvPr/>
          </p:nvSpPr>
          <p:spPr>
            <a:xfrm>
              <a:off x="6286738" y="1854177"/>
              <a:ext cx="9885" cy="7730"/>
            </a:xfrm>
            <a:custGeom>
              <a:avLst/>
              <a:gdLst>
                <a:gd name="connsiteX0" fmla="*/ 9885 w 9885"/>
                <a:gd name="connsiteY0" fmla="*/ 3929 h 7730"/>
                <a:gd name="connsiteX1" fmla="*/ 4943 w 9885"/>
                <a:gd name="connsiteY1" fmla="*/ 7731 h 7730"/>
                <a:gd name="connsiteX2" fmla="*/ 0 w 9885"/>
                <a:gd name="connsiteY2" fmla="*/ 3929 h 7730"/>
                <a:gd name="connsiteX3" fmla="*/ 4943 w 9885"/>
                <a:gd name="connsiteY3" fmla="*/ 0 h 7730"/>
                <a:gd name="connsiteX4" fmla="*/ 9885 w 9885"/>
                <a:gd name="connsiteY4" fmla="*/ 3929 h 7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85" h="7730">
                  <a:moveTo>
                    <a:pt x="9885" y="3929"/>
                  </a:moveTo>
                  <a:lnTo>
                    <a:pt x="4943" y="7731"/>
                  </a:lnTo>
                  <a:lnTo>
                    <a:pt x="0" y="3929"/>
                  </a:lnTo>
                  <a:lnTo>
                    <a:pt x="4943" y="0"/>
                  </a:lnTo>
                  <a:lnTo>
                    <a:pt x="9885" y="392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1DE3D7BD-1B63-B0B7-7365-08CC6326C535}"/>
                </a:ext>
              </a:extLst>
            </p:cNvPr>
            <p:cNvSpPr/>
            <p:nvPr/>
          </p:nvSpPr>
          <p:spPr>
            <a:xfrm>
              <a:off x="6416769" y="1864063"/>
              <a:ext cx="10645" cy="8364"/>
            </a:xfrm>
            <a:custGeom>
              <a:avLst/>
              <a:gdLst>
                <a:gd name="connsiteX0" fmla="*/ 10646 w 10645"/>
                <a:gd name="connsiteY0" fmla="*/ 4182 h 8364"/>
                <a:gd name="connsiteX1" fmla="*/ 5323 w 10645"/>
                <a:gd name="connsiteY1" fmla="*/ 8364 h 8364"/>
                <a:gd name="connsiteX2" fmla="*/ 0 w 10645"/>
                <a:gd name="connsiteY2" fmla="*/ 4182 h 8364"/>
                <a:gd name="connsiteX3" fmla="*/ 5323 w 10645"/>
                <a:gd name="connsiteY3" fmla="*/ 0 h 8364"/>
                <a:gd name="connsiteX4" fmla="*/ 10646 w 10645"/>
                <a:gd name="connsiteY4" fmla="*/ 4182 h 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45" h="8364">
                  <a:moveTo>
                    <a:pt x="10646" y="4182"/>
                  </a:moveTo>
                  <a:lnTo>
                    <a:pt x="5323" y="8364"/>
                  </a:lnTo>
                  <a:lnTo>
                    <a:pt x="0" y="4182"/>
                  </a:lnTo>
                  <a:lnTo>
                    <a:pt x="5323" y="0"/>
                  </a:lnTo>
                  <a:lnTo>
                    <a:pt x="10646" y="41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69E5EFA0-7627-B93A-5C6B-21FB19979F9B}"/>
                </a:ext>
              </a:extLst>
            </p:cNvPr>
            <p:cNvSpPr/>
            <p:nvPr/>
          </p:nvSpPr>
          <p:spPr>
            <a:xfrm>
              <a:off x="6545786" y="1880792"/>
              <a:ext cx="11279" cy="8871"/>
            </a:xfrm>
            <a:custGeom>
              <a:avLst/>
              <a:gdLst>
                <a:gd name="connsiteX0" fmla="*/ 11280 w 11279"/>
                <a:gd name="connsiteY0" fmla="*/ 4436 h 8871"/>
                <a:gd name="connsiteX1" fmla="*/ 5703 w 11279"/>
                <a:gd name="connsiteY1" fmla="*/ 8871 h 8871"/>
                <a:gd name="connsiteX2" fmla="*/ 0 w 11279"/>
                <a:gd name="connsiteY2" fmla="*/ 4436 h 8871"/>
                <a:gd name="connsiteX3" fmla="*/ 5703 w 11279"/>
                <a:gd name="connsiteY3" fmla="*/ 0 h 8871"/>
                <a:gd name="connsiteX4" fmla="*/ 11280 w 11279"/>
                <a:gd name="connsiteY4" fmla="*/ 4436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79" h="8871">
                  <a:moveTo>
                    <a:pt x="11280" y="4436"/>
                  </a:moveTo>
                  <a:lnTo>
                    <a:pt x="5703" y="8871"/>
                  </a:lnTo>
                  <a:lnTo>
                    <a:pt x="0" y="4436"/>
                  </a:lnTo>
                  <a:lnTo>
                    <a:pt x="5703" y="0"/>
                  </a:lnTo>
                  <a:lnTo>
                    <a:pt x="11280" y="44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64D1CC37-5D24-2264-D363-E28556B7BA0A}"/>
                </a:ext>
              </a:extLst>
            </p:cNvPr>
            <p:cNvSpPr/>
            <p:nvPr/>
          </p:nvSpPr>
          <p:spPr>
            <a:xfrm>
              <a:off x="6673156" y="1904111"/>
              <a:ext cx="11913" cy="9505"/>
            </a:xfrm>
            <a:custGeom>
              <a:avLst/>
              <a:gdLst>
                <a:gd name="connsiteX0" fmla="*/ 11913 w 11913"/>
                <a:gd name="connsiteY0" fmla="*/ 4689 h 9505"/>
                <a:gd name="connsiteX1" fmla="*/ 5957 w 11913"/>
                <a:gd name="connsiteY1" fmla="*/ 9505 h 9505"/>
                <a:gd name="connsiteX2" fmla="*/ 0 w 11913"/>
                <a:gd name="connsiteY2" fmla="*/ 4689 h 9505"/>
                <a:gd name="connsiteX3" fmla="*/ 5957 w 11913"/>
                <a:gd name="connsiteY3" fmla="*/ 0 h 9505"/>
                <a:gd name="connsiteX4" fmla="*/ 11913 w 11913"/>
                <a:gd name="connsiteY4" fmla="*/ 4689 h 9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13" h="9505">
                  <a:moveTo>
                    <a:pt x="11913" y="4689"/>
                  </a:moveTo>
                  <a:lnTo>
                    <a:pt x="5957" y="9505"/>
                  </a:lnTo>
                  <a:lnTo>
                    <a:pt x="0" y="4689"/>
                  </a:lnTo>
                  <a:lnTo>
                    <a:pt x="5957" y="0"/>
                  </a:lnTo>
                  <a:lnTo>
                    <a:pt x="11913" y="468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0F28C796-D9B2-0F35-86B7-E52876DD1655}"/>
                </a:ext>
              </a:extLst>
            </p:cNvPr>
            <p:cNvSpPr/>
            <p:nvPr/>
          </p:nvSpPr>
          <p:spPr>
            <a:xfrm>
              <a:off x="6798625" y="1934274"/>
              <a:ext cx="11913" cy="9505"/>
            </a:xfrm>
            <a:custGeom>
              <a:avLst/>
              <a:gdLst>
                <a:gd name="connsiteX0" fmla="*/ 11913 w 11913"/>
                <a:gd name="connsiteY0" fmla="*/ 4689 h 9505"/>
                <a:gd name="connsiteX1" fmla="*/ 5956 w 11913"/>
                <a:gd name="connsiteY1" fmla="*/ 9505 h 9505"/>
                <a:gd name="connsiteX2" fmla="*/ 0 w 11913"/>
                <a:gd name="connsiteY2" fmla="*/ 4689 h 9505"/>
                <a:gd name="connsiteX3" fmla="*/ 5956 w 11913"/>
                <a:gd name="connsiteY3" fmla="*/ 0 h 9505"/>
                <a:gd name="connsiteX4" fmla="*/ 11913 w 11913"/>
                <a:gd name="connsiteY4" fmla="*/ 4689 h 9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13" h="9505">
                  <a:moveTo>
                    <a:pt x="11913" y="4689"/>
                  </a:moveTo>
                  <a:lnTo>
                    <a:pt x="5956" y="9505"/>
                  </a:lnTo>
                  <a:lnTo>
                    <a:pt x="0" y="4689"/>
                  </a:lnTo>
                  <a:lnTo>
                    <a:pt x="5956" y="0"/>
                  </a:lnTo>
                  <a:lnTo>
                    <a:pt x="11913" y="468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EE8D4961-5B1C-3397-E45A-20661DD8A696}"/>
                </a:ext>
              </a:extLst>
            </p:cNvPr>
            <p:cNvSpPr/>
            <p:nvPr/>
          </p:nvSpPr>
          <p:spPr>
            <a:xfrm>
              <a:off x="6921051" y="1970647"/>
              <a:ext cx="12547" cy="10012"/>
            </a:xfrm>
            <a:custGeom>
              <a:avLst/>
              <a:gdLst>
                <a:gd name="connsiteX0" fmla="*/ 12548 w 12547"/>
                <a:gd name="connsiteY0" fmla="*/ 4943 h 10012"/>
                <a:gd name="connsiteX1" fmla="*/ 6211 w 12547"/>
                <a:gd name="connsiteY1" fmla="*/ 10012 h 10012"/>
                <a:gd name="connsiteX2" fmla="*/ 0 w 12547"/>
                <a:gd name="connsiteY2" fmla="*/ 4943 h 10012"/>
                <a:gd name="connsiteX3" fmla="*/ 6211 w 12547"/>
                <a:gd name="connsiteY3" fmla="*/ 0 h 10012"/>
                <a:gd name="connsiteX4" fmla="*/ 12548 w 12547"/>
                <a:gd name="connsiteY4" fmla="*/ 4943 h 1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47" h="10012">
                  <a:moveTo>
                    <a:pt x="12548" y="4943"/>
                  </a:moveTo>
                  <a:lnTo>
                    <a:pt x="6211" y="10012"/>
                  </a:lnTo>
                  <a:lnTo>
                    <a:pt x="0" y="4943"/>
                  </a:lnTo>
                  <a:lnTo>
                    <a:pt x="6211" y="0"/>
                  </a:lnTo>
                  <a:lnTo>
                    <a:pt x="12548" y="494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D0E1AAF2-8B0C-D58B-0482-CBDCD2EE808D}"/>
                </a:ext>
              </a:extLst>
            </p:cNvPr>
            <p:cNvSpPr/>
            <p:nvPr/>
          </p:nvSpPr>
          <p:spPr>
            <a:xfrm>
              <a:off x="7039930" y="2013231"/>
              <a:ext cx="13433" cy="10645"/>
            </a:xfrm>
            <a:custGeom>
              <a:avLst/>
              <a:gdLst>
                <a:gd name="connsiteX0" fmla="*/ 13434 w 13433"/>
                <a:gd name="connsiteY0" fmla="*/ 5323 h 10645"/>
                <a:gd name="connsiteX1" fmla="*/ 6717 w 13433"/>
                <a:gd name="connsiteY1" fmla="*/ 10646 h 10645"/>
                <a:gd name="connsiteX2" fmla="*/ 0 w 13433"/>
                <a:gd name="connsiteY2" fmla="*/ 5323 h 10645"/>
                <a:gd name="connsiteX3" fmla="*/ 6717 w 13433"/>
                <a:gd name="connsiteY3" fmla="*/ 0 h 10645"/>
                <a:gd name="connsiteX4" fmla="*/ 13434 w 13433"/>
                <a:gd name="connsiteY4" fmla="*/ 5323 h 1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33" h="10645">
                  <a:moveTo>
                    <a:pt x="13434" y="5323"/>
                  </a:moveTo>
                  <a:cubicBezTo>
                    <a:pt x="13434" y="8238"/>
                    <a:pt x="10392" y="10646"/>
                    <a:pt x="6717" y="10646"/>
                  </a:cubicBezTo>
                  <a:cubicBezTo>
                    <a:pt x="3042" y="10646"/>
                    <a:pt x="0" y="8238"/>
                    <a:pt x="0" y="5323"/>
                  </a:cubicBezTo>
                  <a:lnTo>
                    <a:pt x="6717" y="0"/>
                  </a:lnTo>
                  <a:cubicBezTo>
                    <a:pt x="10392" y="0"/>
                    <a:pt x="13434" y="2408"/>
                    <a:pt x="13434" y="532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15494F46-15B1-FFFD-DC92-6917F5102C36}"/>
                </a:ext>
              </a:extLst>
            </p:cNvPr>
            <p:cNvSpPr/>
            <p:nvPr/>
          </p:nvSpPr>
          <p:spPr>
            <a:xfrm>
              <a:off x="7155640" y="2062151"/>
              <a:ext cx="13307" cy="10645"/>
            </a:xfrm>
            <a:custGeom>
              <a:avLst/>
              <a:gdLst>
                <a:gd name="connsiteX0" fmla="*/ 13307 w 13307"/>
                <a:gd name="connsiteY0" fmla="*/ 5323 h 10645"/>
                <a:gd name="connsiteX1" fmla="*/ 6717 w 13307"/>
                <a:gd name="connsiteY1" fmla="*/ 10646 h 10645"/>
                <a:gd name="connsiteX2" fmla="*/ 0 w 13307"/>
                <a:gd name="connsiteY2" fmla="*/ 5323 h 10645"/>
                <a:gd name="connsiteX3" fmla="*/ 6717 w 13307"/>
                <a:gd name="connsiteY3" fmla="*/ 0 h 10645"/>
                <a:gd name="connsiteX4" fmla="*/ 13307 w 13307"/>
                <a:gd name="connsiteY4" fmla="*/ 5323 h 1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07" h="10645">
                  <a:moveTo>
                    <a:pt x="13307" y="5323"/>
                  </a:moveTo>
                  <a:cubicBezTo>
                    <a:pt x="13307" y="8238"/>
                    <a:pt x="10266" y="10646"/>
                    <a:pt x="6717" y="10646"/>
                  </a:cubicBezTo>
                  <a:cubicBezTo>
                    <a:pt x="3168" y="10646"/>
                    <a:pt x="0" y="8238"/>
                    <a:pt x="0" y="5323"/>
                  </a:cubicBezTo>
                  <a:cubicBezTo>
                    <a:pt x="0" y="2408"/>
                    <a:pt x="3042" y="0"/>
                    <a:pt x="6717" y="0"/>
                  </a:cubicBezTo>
                  <a:lnTo>
                    <a:pt x="13307" y="532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A7932014-3BB7-33B8-34F1-7992881AE660}"/>
                </a:ext>
              </a:extLst>
            </p:cNvPr>
            <p:cNvSpPr/>
            <p:nvPr/>
          </p:nvSpPr>
          <p:spPr>
            <a:xfrm>
              <a:off x="7266534" y="2116901"/>
              <a:ext cx="13941" cy="11152"/>
            </a:xfrm>
            <a:custGeom>
              <a:avLst/>
              <a:gdLst>
                <a:gd name="connsiteX0" fmla="*/ 13941 w 13941"/>
                <a:gd name="connsiteY0" fmla="*/ 5576 h 11152"/>
                <a:gd name="connsiteX1" fmla="*/ 6970 w 13941"/>
                <a:gd name="connsiteY1" fmla="*/ 11153 h 11152"/>
                <a:gd name="connsiteX2" fmla="*/ 0 w 13941"/>
                <a:gd name="connsiteY2" fmla="*/ 5576 h 11152"/>
                <a:gd name="connsiteX3" fmla="*/ 6970 w 13941"/>
                <a:gd name="connsiteY3" fmla="*/ 0 h 11152"/>
                <a:gd name="connsiteX4" fmla="*/ 13941 w 13941"/>
                <a:gd name="connsiteY4" fmla="*/ 5576 h 11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1" h="11152">
                  <a:moveTo>
                    <a:pt x="13941" y="5576"/>
                  </a:moveTo>
                  <a:cubicBezTo>
                    <a:pt x="13941" y="8618"/>
                    <a:pt x="10773" y="11153"/>
                    <a:pt x="6970" y="11153"/>
                  </a:cubicBezTo>
                  <a:cubicBezTo>
                    <a:pt x="3168" y="11153"/>
                    <a:pt x="0" y="8618"/>
                    <a:pt x="0" y="5576"/>
                  </a:cubicBezTo>
                  <a:cubicBezTo>
                    <a:pt x="0" y="2535"/>
                    <a:pt x="3168" y="0"/>
                    <a:pt x="6970" y="0"/>
                  </a:cubicBezTo>
                  <a:cubicBezTo>
                    <a:pt x="10773" y="0"/>
                    <a:pt x="13941" y="2408"/>
                    <a:pt x="13941" y="55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A3BB3DFA-0151-4733-C72A-C445EFAF985E}"/>
                </a:ext>
              </a:extLst>
            </p:cNvPr>
            <p:cNvSpPr/>
            <p:nvPr/>
          </p:nvSpPr>
          <p:spPr>
            <a:xfrm>
              <a:off x="7373246" y="2177480"/>
              <a:ext cx="13940" cy="11152"/>
            </a:xfrm>
            <a:custGeom>
              <a:avLst/>
              <a:gdLst>
                <a:gd name="connsiteX0" fmla="*/ 13941 w 13940"/>
                <a:gd name="connsiteY0" fmla="*/ 5576 h 11152"/>
                <a:gd name="connsiteX1" fmla="*/ 6970 w 13940"/>
                <a:gd name="connsiteY1" fmla="*/ 11153 h 11152"/>
                <a:gd name="connsiteX2" fmla="*/ 0 w 13940"/>
                <a:gd name="connsiteY2" fmla="*/ 5576 h 11152"/>
                <a:gd name="connsiteX3" fmla="*/ 6970 w 13940"/>
                <a:gd name="connsiteY3" fmla="*/ 0 h 11152"/>
                <a:gd name="connsiteX4" fmla="*/ 13941 w 13940"/>
                <a:gd name="connsiteY4" fmla="*/ 5576 h 11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0" h="11152">
                  <a:moveTo>
                    <a:pt x="13941" y="5576"/>
                  </a:moveTo>
                  <a:cubicBezTo>
                    <a:pt x="13941" y="8618"/>
                    <a:pt x="10772" y="11153"/>
                    <a:pt x="6970" y="11153"/>
                  </a:cubicBezTo>
                  <a:cubicBezTo>
                    <a:pt x="3168" y="11153"/>
                    <a:pt x="0" y="8745"/>
                    <a:pt x="0" y="5576"/>
                  </a:cubicBezTo>
                  <a:cubicBezTo>
                    <a:pt x="0" y="2408"/>
                    <a:pt x="3168" y="0"/>
                    <a:pt x="6970" y="0"/>
                  </a:cubicBezTo>
                  <a:cubicBezTo>
                    <a:pt x="10772" y="0"/>
                    <a:pt x="13941" y="2535"/>
                    <a:pt x="13941" y="55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439ABA20-03CD-17A4-F8A9-0F605F3E537E}"/>
                </a:ext>
              </a:extLst>
            </p:cNvPr>
            <p:cNvSpPr/>
            <p:nvPr/>
          </p:nvSpPr>
          <p:spPr>
            <a:xfrm>
              <a:off x="7474508" y="2243383"/>
              <a:ext cx="13940" cy="11152"/>
            </a:xfrm>
            <a:custGeom>
              <a:avLst/>
              <a:gdLst>
                <a:gd name="connsiteX0" fmla="*/ 13941 w 13940"/>
                <a:gd name="connsiteY0" fmla="*/ 5576 h 11152"/>
                <a:gd name="connsiteX1" fmla="*/ 6970 w 13940"/>
                <a:gd name="connsiteY1" fmla="*/ 11153 h 11152"/>
                <a:gd name="connsiteX2" fmla="*/ 0 w 13940"/>
                <a:gd name="connsiteY2" fmla="*/ 5576 h 11152"/>
                <a:gd name="connsiteX3" fmla="*/ 6970 w 13940"/>
                <a:gd name="connsiteY3" fmla="*/ 0 h 11152"/>
                <a:gd name="connsiteX4" fmla="*/ 13941 w 13940"/>
                <a:gd name="connsiteY4" fmla="*/ 5576 h 11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0" h="11152">
                  <a:moveTo>
                    <a:pt x="13941" y="5576"/>
                  </a:moveTo>
                  <a:cubicBezTo>
                    <a:pt x="13941" y="8618"/>
                    <a:pt x="10772" y="11153"/>
                    <a:pt x="6970" y="11153"/>
                  </a:cubicBezTo>
                  <a:cubicBezTo>
                    <a:pt x="3168" y="11153"/>
                    <a:pt x="0" y="8745"/>
                    <a:pt x="0" y="5576"/>
                  </a:cubicBezTo>
                  <a:cubicBezTo>
                    <a:pt x="0" y="2408"/>
                    <a:pt x="3168" y="0"/>
                    <a:pt x="6970" y="0"/>
                  </a:cubicBezTo>
                  <a:cubicBezTo>
                    <a:pt x="10772" y="0"/>
                    <a:pt x="13941" y="2408"/>
                    <a:pt x="13941" y="55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5A717C78-571D-B8F4-2A28-81AFAD36CED3}"/>
                </a:ext>
              </a:extLst>
            </p:cNvPr>
            <p:cNvSpPr/>
            <p:nvPr/>
          </p:nvSpPr>
          <p:spPr>
            <a:xfrm>
              <a:off x="7570193" y="2314482"/>
              <a:ext cx="13940" cy="11152"/>
            </a:xfrm>
            <a:custGeom>
              <a:avLst/>
              <a:gdLst>
                <a:gd name="connsiteX0" fmla="*/ 13941 w 13940"/>
                <a:gd name="connsiteY0" fmla="*/ 5576 h 11152"/>
                <a:gd name="connsiteX1" fmla="*/ 6970 w 13940"/>
                <a:gd name="connsiteY1" fmla="*/ 11153 h 11152"/>
                <a:gd name="connsiteX2" fmla="*/ 0 w 13940"/>
                <a:gd name="connsiteY2" fmla="*/ 5576 h 11152"/>
                <a:gd name="connsiteX3" fmla="*/ 6970 w 13940"/>
                <a:gd name="connsiteY3" fmla="*/ 0 h 11152"/>
                <a:gd name="connsiteX4" fmla="*/ 13941 w 13940"/>
                <a:gd name="connsiteY4" fmla="*/ 5576 h 11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0" h="11152">
                  <a:moveTo>
                    <a:pt x="13941" y="5576"/>
                  </a:moveTo>
                  <a:cubicBezTo>
                    <a:pt x="13941" y="8618"/>
                    <a:pt x="10772" y="11153"/>
                    <a:pt x="6970" y="11153"/>
                  </a:cubicBezTo>
                  <a:cubicBezTo>
                    <a:pt x="3168" y="11153"/>
                    <a:pt x="0" y="8745"/>
                    <a:pt x="0" y="5576"/>
                  </a:cubicBezTo>
                  <a:cubicBezTo>
                    <a:pt x="0" y="2408"/>
                    <a:pt x="3168" y="0"/>
                    <a:pt x="6970" y="0"/>
                  </a:cubicBezTo>
                  <a:cubicBezTo>
                    <a:pt x="10772" y="0"/>
                    <a:pt x="13941" y="2535"/>
                    <a:pt x="13941" y="55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316B1B00-C7BA-7A49-C02E-26C87C65431D}"/>
                </a:ext>
              </a:extLst>
            </p:cNvPr>
            <p:cNvSpPr/>
            <p:nvPr/>
          </p:nvSpPr>
          <p:spPr>
            <a:xfrm>
              <a:off x="7659796" y="2390397"/>
              <a:ext cx="13940" cy="11152"/>
            </a:xfrm>
            <a:custGeom>
              <a:avLst/>
              <a:gdLst>
                <a:gd name="connsiteX0" fmla="*/ 13941 w 13940"/>
                <a:gd name="connsiteY0" fmla="*/ 5576 h 11152"/>
                <a:gd name="connsiteX1" fmla="*/ 6970 w 13940"/>
                <a:gd name="connsiteY1" fmla="*/ 11153 h 11152"/>
                <a:gd name="connsiteX2" fmla="*/ 0 w 13940"/>
                <a:gd name="connsiteY2" fmla="*/ 5576 h 11152"/>
                <a:gd name="connsiteX3" fmla="*/ 6970 w 13940"/>
                <a:gd name="connsiteY3" fmla="*/ 0 h 11152"/>
                <a:gd name="connsiteX4" fmla="*/ 13941 w 13940"/>
                <a:gd name="connsiteY4" fmla="*/ 5576 h 11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0" h="11152">
                  <a:moveTo>
                    <a:pt x="13941" y="5576"/>
                  </a:moveTo>
                  <a:cubicBezTo>
                    <a:pt x="13941" y="8618"/>
                    <a:pt x="10772" y="11153"/>
                    <a:pt x="6970" y="11153"/>
                  </a:cubicBezTo>
                  <a:cubicBezTo>
                    <a:pt x="3168" y="11153"/>
                    <a:pt x="0" y="8745"/>
                    <a:pt x="0" y="5576"/>
                  </a:cubicBezTo>
                  <a:cubicBezTo>
                    <a:pt x="0" y="2408"/>
                    <a:pt x="3168" y="0"/>
                    <a:pt x="6970" y="0"/>
                  </a:cubicBezTo>
                  <a:cubicBezTo>
                    <a:pt x="10772" y="0"/>
                    <a:pt x="13941" y="2408"/>
                    <a:pt x="13941" y="55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B0252112-FC09-A31A-5CCA-F6837F2F0AFD}"/>
                </a:ext>
              </a:extLst>
            </p:cNvPr>
            <p:cNvSpPr/>
            <p:nvPr/>
          </p:nvSpPr>
          <p:spPr>
            <a:xfrm>
              <a:off x="7742935" y="2470747"/>
              <a:ext cx="13940" cy="11152"/>
            </a:xfrm>
            <a:custGeom>
              <a:avLst/>
              <a:gdLst>
                <a:gd name="connsiteX0" fmla="*/ 13941 w 13940"/>
                <a:gd name="connsiteY0" fmla="*/ 5576 h 11152"/>
                <a:gd name="connsiteX1" fmla="*/ 6970 w 13940"/>
                <a:gd name="connsiteY1" fmla="*/ 11153 h 11152"/>
                <a:gd name="connsiteX2" fmla="*/ 0 w 13940"/>
                <a:gd name="connsiteY2" fmla="*/ 5576 h 11152"/>
                <a:gd name="connsiteX3" fmla="*/ 6970 w 13940"/>
                <a:gd name="connsiteY3" fmla="*/ 0 h 11152"/>
                <a:gd name="connsiteX4" fmla="*/ 13941 w 13940"/>
                <a:gd name="connsiteY4" fmla="*/ 5576 h 11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0" h="11152">
                  <a:moveTo>
                    <a:pt x="13941" y="5576"/>
                  </a:moveTo>
                  <a:cubicBezTo>
                    <a:pt x="13941" y="8618"/>
                    <a:pt x="10772" y="11153"/>
                    <a:pt x="6970" y="11153"/>
                  </a:cubicBezTo>
                  <a:cubicBezTo>
                    <a:pt x="3168" y="11153"/>
                    <a:pt x="0" y="8745"/>
                    <a:pt x="0" y="5576"/>
                  </a:cubicBezTo>
                  <a:cubicBezTo>
                    <a:pt x="0" y="2408"/>
                    <a:pt x="3168" y="0"/>
                    <a:pt x="6970" y="0"/>
                  </a:cubicBezTo>
                  <a:cubicBezTo>
                    <a:pt x="10772" y="0"/>
                    <a:pt x="13941" y="2408"/>
                    <a:pt x="13941" y="55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50D6F9C5-2B8F-D551-5A5E-D74F77063754}"/>
                </a:ext>
              </a:extLst>
            </p:cNvPr>
            <p:cNvSpPr/>
            <p:nvPr/>
          </p:nvSpPr>
          <p:spPr>
            <a:xfrm>
              <a:off x="7819610" y="2555534"/>
              <a:ext cx="13433" cy="10645"/>
            </a:xfrm>
            <a:custGeom>
              <a:avLst/>
              <a:gdLst>
                <a:gd name="connsiteX0" fmla="*/ 13434 w 13433"/>
                <a:gd name="connsiteY0" fmla="*/ 5323 h 10645"/>
                <a:gd name="connsiteX1" fmla="*/ 6717 w 13433"/>
                <a:gd name="connsiteY1" fmla="*/ 10646 h 10645"/>
                <a:gd name="connsiteX2" fmla="*/ 0 w 13433"/>
                <a:gd name="connsiteY2" fmla="*/ 5323 h 10645"/>
                <a:gd name="connsiteX3" fmla="*/ 6717 w 13433"/>
                <a:gd name="connsiteY3" fmla="*/ 0 h 10645"/>
                <a:gd name="connsiteX4" fmla="*/ 13434 w 13433"/>
                <a:gd name="connsiteY4" fmla="*/ 5323 h 1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33" h="10645">
                  <a:moveTo>
                    <a:pt x="13434" y="5323"/>
                  </a:moveTo>
                  <a:cubicBezTo>
                    <a:pt x="13434" y="8238"/>
                    <a:pt x="10392" y="10646"/>
                    <a:pt x="6717" y="10646"/>
                  </a:cubicBezTo>
                  <a:cubicBezTo>
                    <a:pt x="3042" y="10646"/>
                    <a:pt x="0" y="8238"/>
                    <a:pt x="0" y="5323"/>
                  </a:cubicBezTo>
                  <a:cubicBezTo>
                    <a:pt x="0" y="2408"/>
                    <a:pt x="3042" y="0"/>
                    <a:pt x="6717" y="0"/>
                  </a:cubicBezTo>
                  <a:cubicBezTo>
                    <a:pt x="10392" y="0"/>
                    <a:pt x="13434" y="2408"/>
                    <a:pt x="13434" y="532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A1721EB1-D47B-5303-B2B5-91CC6A4BC1E1}"/>
                </a:ext>
              </a:extLst>
            </p:cNvPr>
            <p:cNvSpPr/>
            <p:nvPr/>
          </p:nvSpPr>
          <p:spPr>
            <a:xfrm>
              <a:off x="7888808" y="2643742"/>
              <a:ext cx="13433" cy="10645"/>
            </a:xfrm>
            <a:custGeom>
              <a:avLst/>
              <a:gdLst>
                <a:gd name="connsiteX0" fmla="*/ 13434 w 13433"/>
                <a:gd name="connsiteY0" fmla="*/ 5323 h 10645"/>
                <a:gd name="connsiteX1" fmla="*/ 6717 w 13433"/>
                <a:gd name="connsiteY1" fmla="*/ 10646 h 10645"/>
                <a:gd name="connsiteX2" fmla="*/ 0 w 13433"/>
                <a:gd name="connsiteY2" fmla="*/ 5323 h 10645"/>
                <a:gd name="connsiteX3" fmla="*/ 6717 w 13433"/>
                <a:gd name="connsiteY3" fmla="*/ 0 h 10645"/>
                <a:gd name="connsiteX4" fmla="*/ 13434 w 13433"/>
                <a:gd name="connsiteY4" fmla="*/ 5323 h 1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33" h="10645">
                  <a:moveTo>
                    <a:pt x="13434" y="5323"/>
                  </a:moveTo>
                  <a:cubicBezTo>
                    <a:pt x="13434" y="8238"/>
                    <a:pt x="10392" y="10646"/>
                    <a:pt x="6717" y="10646"/>
                  </a:cubicBezTo>
                  <a:lnTo>
                    <a:pt x="0" y="5323"/>
                  </a:lnTo>
                  <a:cubicBezTo>
                    <a:pt x="0" y="2408"/>
                    <a:pt x="3042" y="0"/>
                    <a:pt x="6717" y="0"/>
                  </a:cubicBezTo>
                  <a:cubicBezTo>
                    <a:pt x="10392" y="0"/>
                    <a:pt x="13434" y="2408"/>
                    <a:pt x="13434" y="532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5F5623D9-0686-47A4-D29F-55AC0221FBC0}"/>
                </a:ext>
              </a:extLst>
            </p:cNvPr>
            <p:cNvSpPr/>
            <p:nvPr/>
          </p:nvSpPr>
          <p:spPr>
            <a:xfrm>
              <a:off x="7951035" y="2735879"/>
              <a:ext cx="12546" cy="9885"/>
            </a:xfrm>
            <a:custGeom>
              <a:avLst/>
              <a:gdLst>
                <a:gd name="connsiteX0" fmla="*/ 12547 w 12546"/>
                <a:gd name="connsiteY0" fmla="*/ 4943 h 9885"/>
                <a:gd name="connsiteX1" fmla="*/ 6337 w 12546"/>
                <a:gd name="connsiteY1" fmla="*/ 9885 h 9885"/>
                <a:gd name="connsiteX2" fmla="*/ 0 w 12546"/>
                <a:gd name="connsiteY2" fmla="*/ 4943 h 9885"/>
                <a:gd name="connsiteX3" fmla="*/ 6337 w 12546"/>
                <a:gd name="connsiteY3" fmla="*/ 0 h 9885"/>
                <a:gd name="connsiteX4" fmla="*/ 12547 w 12546"/>
                <a:gd name="connsiteY4" fmla="*/ 4943 h 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46" h="9885">
                  <a:moveTo>
                    <a:pt x="12547" y="4943"/>
                  </a:moveTo>
                  <a:lnTo>
                    <a:pt x="6337" y="9885"/>
                  </a:lnTo>
                  <a:lnTo>
                    <a:pt x="0" y="4943"/>
                  </a:lnTo>
                  <a:lnTo>
                    <a:pt x="6337" y="0"/>
                  </a:lnTo>
                  <a:lnTo>
                    <a:pt x="12547" y="494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8BC5A66A-46C9-DEBF-5989-2027180732B7}"/>
                </a:ext>
              </a:extLst>
            </p:cNvPr>
            <p:cNvSpPr/>
            <p:nvPr/>
          </p:nvSpPr>
          <p:spPr>
            <a:xfrm>
              <a:off x="8005151" y="2830551"/>
              <a:ext cx="12546" cy="10012"/>
            </a:xfrm>
            <a:custGeom>
              <a:avLst/>
              <a:gdLst>
                <a:gd name="connsiteX0" fmla="*/ 12547 w 12546"/>
                <a:gd name="connsiteY0" fmla="*/ 4943 h 10012"/>
                <a:gd name="connsiteX1" fmla="*/ 6337 w 12546"/>
                <a:gd name="connsiteY1" fmla="*/ 10012 h 10012"/>
                <a:gd name="connsiteX2" fmla="*/ 0 w 12546"/>
                <a:gd name="connsiteY2" fmla="*/ 4943 h 10012"/>
                <a:gd name="connsiteX3" fmla="*/ 6337 w 12546"/>
                <a:gd name="connsiteY3" fmla="*/ 0 h 10012"/>
                <a:gd name="connsiteX4" fmla="*/ 12547 w 12546"/>
                <a:gd name="connsiteY4" fmla="*/ 4943 h 1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46" h="10012">
                  <a:moveTo>
                    <a:pt x="12547" y="4943"/>
                  </a:moveTo>
                  <a:lnTo>
                    <a:pt x="6337" y="10012"/>
                  </a:lnTo>
                  <a:lnTo>
                    <a:pt x="0" y="4943"/>
                  </a:lnTo>
                  <a:lnTo>
                    <a:pt x="6337" y="0"/>
                  </a:lnTo>
                  <a:lnTo>
                    <a:pt x="12547" y="494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7224B3C8-7C10-3AC8-1E53-593E98AAAFFA}"/>
                </a:ext>
              </a:extLst>
            </p:cNvPr>
            <p:cNvSpPr/>
            <p:nvPr/>
          </p:nvSpPr>
          <p:spPr>
            <a:xfrm>
              <a:off x="8051663" y="2928137"/>
              <a:ext cx="11913" cy="9505"/>
            </a:xfrm>
            <a:custGeom>
              <a:avLst/>
              <a:gdLst>
                <a:gd name="connsiteX0" fmla="*/ 11913 w 11913"/>
                <a:gd name="connsiteY0" fmla="*/ 4689 h 9505"/>
                <a:gd name="connsiteX1" fmla="*/ 5957 w 11913"/>
                <a:gd name="connsiteY1" fmla="*/ 9505 h 9505"/>
                <a:gd name="connsiteX2" fmla="*/ 0 w 11913"/>
                <a:gd name="connsiteY2" fmla="*/ 4689 h 9505"/>
                <a:gd name="connsiteX3" fmla="*/ 5957 w 11913"/>
                <a:gd name="connsiteY3" fmla="*/ 0 h 9505"/>
                <a:gd name="connsiteX4" fmla="*/ 11913 w 11913"/>
                <a:gd name="connsiteY4" fmla="*/ 4689 h 9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13" h="9505">
                  <a:moveTo>
                    <a:pt x="11913" y="4689"/>
                  </a:moveTo>
                  <a:lnTo>
                    <a:pt x="5957" y="9505"/>
                  </a:lnTo>
                  <a:lnTo>
                    <a:pt x="0" y="4689"/>
                  </a:lnTo>
                  <a:lnTo>
                    <a:pt x="5957" y="0"/>
                  </a:lnTo>
                  <a:lnTo>
                    <a:pt x="11913" y="468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1BB880FB-A9DF-3484-C00B-AEEDF099B313}"/>
                </a:ext>
              </a:extLst>
            </p:cNvPr>
            <p:cNvSpPr/>
            <p:nvPr/>
          </p:nvSpPr>
          <p:spPr>
            <a:xfrm>
              <a:off x="8090065" y="3027879"/>
              <a:ext cx="11152" cy="8871"/>
            </a:xfrm>
            <a:custGeom>
              <a:avLst/>
              <a:gdLst>
                <a:gd name="connsiteX0" fmla="*/ 11152 w 11152"/>
                <a:gd name="connsiteY0" fmla="*/ 4436 h 8871"/>
                <a:gd name="connsiteX1" fmla="*/ 5576 w 11152"/>
                <a:gd name="connsiteY1" fmla="*/ 8871 h 8871"/>
                <a:gd name="connsiteX2" fmla="*/ 0 w 11152"/>
                <a:gd name="connsiteY2" fmla="*/ 4436 h 8871"/>
                <a:gd name="connsiteX3" fmla="*/ 5576 w 11152"/>
                <a:gd name="connsiteY3" fmla="*/ 0 h 8871"/>
                <a:gd name="connsiteX4" fmla="*/ 11152 w 11152"/>
                <a:gd name="connsiteY4" fmla="*/ 4436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52" h="8871">
                  <a:moveTo>
                    <a:pt x="11152" y="4436"/>
                  </a:moveTo>
                  <a:lnTo>
                    <a:pt x="5576" y="8871"/>
                  </a:lnTo>
                  <a:lnTo>
                    <a:pt x="0" y="4436"/>
                  </a:lnTo>
                  <a:lnTo>
                    <a:pt x="5576" y="0"/>
                  </a:lnTo>
                  <a:lnTo>
                    <a:pt x="11152" y="44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DF78DC22-F77A-BB4E-3835-E992FC83B63A}"/>
                </a:ext>
              </a:extLst>
            </p:cNvPr>
            <p:cNvSpPr/>
            <p:nvPr/>
          </p:nvSpPr>
          <p:spPr>
            <a:xfrm>
              <a:off x="8119847" y="3129141"/>
              <a:ext cx="11152" cy="8871"/>
            </a:xfrm>
            <a:custGeom>
              <a:avLst/>
              <a:gdLst>
                <a:gd name="connsiteX0" fmla="*/ 11153 w 11152"/>
                <a:gd name="connsiteY0" fmla="*/ 4436 h 8871"/>
                <a:gd name="connsiteX1" fmla="*/ 5576 w 11152"/>
                <a:gd name="connsiteY1" fmla="*/ 8871 h 8871"/>
                <a:gd name="connsiteX2" fmla="*/ 0 w 11152"/>
                <a:gd name="connsiteY2" fmla="*/ 4436 h 8871"/>
                <a:gd name="connsiteX3" fmla="*/ 5576 w 11152"/>
                <a:gd name="connsiteY3" fmla="*/ 0 h 8871"/>
                <a:gd name="connsiteX4" fmla="*/ 11153 w 11152"/>
                <a:gd name="connsiteY4" fmla="*/ 4436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52" h="8871">
                  <a:moveTo>
                    <a:pt x="11153" y="4436"/>
                  </a:moveTo>
                  <a:lnTo>
                    <a:pt x="5576" y="8871"/>
                  </a:lnTo>
                  <a:lnTo>
                    <a:pt x="0" y="4436"/>
                  </a:lnTo>
                  <a:lnTo>
                    <a:pt x="5576" y="0"/>
                  </a:lnTo>
                  <a:lnTo>
                    <a:pt x="11153" y="44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B45BEAF6-F0C0-3EE2-5183-9B2574F0397E}"/>
                </a:ext>
              </a:extLst>
            </p:cNvPr>
            <p:cNvSpPr/>
            <p:nvPr/>
          </p:nvSpPr>
          <p:spPr>
            <a:xfrm>
              <a:off x="8141519" y="3232050"/>
              <a:ext cx="10518" cy="8364"/>
            </a:xfrm>
            <a:custGeom>
              <a:avLst/>
              <a:gdLst>
                <a:gd name="connsiteX0" fmla="*/ 10519 w 10518"/>
                <a:gd name="connsiteY0" fmla="*/ 4182 h 8364"/>
                <a:gd name="connsiteX1" fmla="*/ 5196 w 10518"/>
                <a:gd name="connsiteY1" fmla="*/ 8364 h 8364"/>
                <a:gd name="connsiteX2" fmla="*/ 0 w 10518"/>
                <a:gd name="connsiteY2" fmla="*/ 4182 h 8364"/>
                <a:gd name="connsiteX3" fmla="*/ 5196 w 10518"/>
                <a:gd name="connsiteY3" fmla="*/ 0 h 8364"/>
                <a:gd name="connsiteX4" fmla="*/ 10519 w 10518"/>
                <a:gd name="connsiteY4" fmla="*/ 4182 h 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18" h="8364">
                  <a:moveTo>
                    <a:pt x="10519" y="4182"/>
                  </a:moveTo>
                  <a:lnTo>
                    <a:pt x="5196" y="8364"/>
                  </a:lnTo>
                  <a:lnTo>
                    <a:pt x="0" y="4182"/>
                  </a:lnTo>
                  <a:lnTo>
                    <a:pt x="5196" y="0"/>
                  </a:lnTo>
                  <a:lnTo>
                    <a:pt x="10519" y="41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A4E1D95D-135B-48C8-8D7F-600FE51407C7}"/>
                </a:ext>
              </a:extLst>
            </p:cNvPr>
            <p:cNvSpPr/>
            <p:nvPr/>
          </p:nvSpPr>
          <p:spPr>
            <a:xfrm>
              <a:off x="8154700" y="3335847"/>
              <a:ext cx="9885" cy="7731"/>
            </a:xfrm>
            <a:custGeom>
              <a:avLst/>
              <a:gdLst>
                <a:gd name="connsiteX0" fmla="*/ 9885 w 9885"/>
                <a:gd name="connsiteY0" fmla="*/ 3802 h 7731"/>
                <a:gd name="connsiteX1" fmla="*/ 4943 w 9885"/>
                <a:gd name="connsiteY1" fmla="*/ 7731 h 7731"/>
                <a:gd name="connsiteX2" fmla="*/ 0 w 9885"/>
                <a:gd name="connsiteY2" fmla="*/ 3802 h 7731"/>
                <a:gd name="connsiteX3" fmla="*/ 4943 w 9885"/>
                <a:gd name="connsiteY3" fmla="*/ 0 h 7731"/>
                <a:gd name="connsiteX4" fmla="*/ 9885 w 9885"/>
                <a:gd name="connsiteY4" fmla="*/ 3802 h 7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85" h="7731">
                  <a:moveTo>
                    <a:pt x="9885" y="3802"/>
                  </a:moveTo>
                  <a:lnTo>
                    <a:pt x="4943" y="7731"/>
                  </a:lnTo>
                  <a:lnTo>
                    <a:pt x="0" y="3802"/>
                  </a:lnTo>
                  <a:lnTo>
                    <a:pt x="4943" y="0"/>
                  </a:lnTo>
                  <a:lnTo>
                    <a:pt x="9885" y="380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947AC444-2485-9A64-708F-A7B2B8D5412D}"/>
                </a:ext>
              </a:extLst>
            </p:cNvPr>
            <p:cNvSpPr/>
            <p:nvPr/>
          </p:nvSpPr>
          <p:spPr>
            <a:xfrm>
              <a:off x="8284223" y="3439644"/>
              <a:ext cx="9758" cy="7857"/>
            </a:xfrm>
            <a:custGeom>
              <a:avLst/>
              <a:gdLst>
                <a:gd name="connsiteX0" fmla="*/ 9759 w 9758"/>
                <a:gd name="connsiteY0" fmla="*/ 3929 h 7857"/>
                <a:gd name="connsiteX1" fmla="*/ 4943 w 9758"/>
                <a:gd name="connsiteY1" fmla="*/ 7858 h 7857"/>
                <a:gd name="connsiteX2" fmla="*/ 0 w 9758"/>
                <a:gd name="connsiteY2" fmla="*/ 3929 h 7857"/>
                <a:gd name="connsiteX3" fmla="*/ 4943 w 9758"/>
                <a:gd name="connsiteY3" fmla="*/ 0 h 7857"/>
                <a:gd name="connsiteX4" fmla="*/ 9759 w 9758"/>
                <a:gd name="connsiteY4" fmla="*/ 3929 h 7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58" h="7857">
                  <a:moveTo>
                    <a:pt x="9759" y="3929"/>
                  </a:moveTo>
                  <a:lnTo>
                    <a:pt x="4943" y="7858"/>
                  </a:lnTo>
                  <a:lnTo>
                    <a:pt x="0" y="3929"/>
                  </a:lnTo>
                  <a:lnTo>
                    <a:pt x="4943" y="0"/>
                  </a:lnTo>
                  <a:lnTo>
                    <a:pt x="9759" y="392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F09EBAA4-127B-BEBB-FA83-EC10BE6E45B0}"/>
                </a:ext>
              </a:extLst>
            </p:cNvPr>
            <p:cNvSpPr/>
            <p:nvPr/>
          </p:nvSpPr>
          <p:spPr>
            <a:xfrm>
              <a:off x="8280548" y="3543948"/>
              <a:ext cx="9125" cy="7224"/>
            </a:xfrm>
            <a:custGeom>
              <a:avLst/>
              <a:gdLst>
                <a:gd name="connsiteX0" fmla="*/ 9125 w 9125"/>
                <a:gd name="connsiteY0" fmla="*/ 3549 h 7224"/>
                <a:gd name="connsiteX1" fmla="*/ 4562 w 9125"/>
                <a:gd name="connsiteY1" fmla="*/ 7224 h 7224"/>
                <a:gd name="connsiteX2" fmla="*/ 0 w 9125"/>
                <a:gd name="connsiteY2" fmla="*/ 3549 h 7224"/>
                <a:gd name="connsiteX3" fmla="*/ 4562 w 9125"/>
                <a:gd name="connsiteY3" fmla="*/ 0 h 7224"/>
                <a:gd name="connsiteX4" fmla="*/ 9125 w 9125"/>
                <a:gd name="connsiteY4" fmla="*/ 3549 h 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5" h="7224">
                  <a:moveTo>
                    <a:pt x="9125" y="3549"/>
                  </a:moveTo>
                  <a:lnTo>
                    <a:pt x="4562" y="7224"/>
                  </a:lnTo>
                  <a:lnTo>
                    <a:pt x="0" y="3549"/>
                  </a:lnTo>
                  <a:lnTo>
                    <a:pt x="4562" y="0"/>
                  </a:lnTo>
                  <a:lnTo>
                    <a:pt x="9125" y="354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C9F4C45F-AAD1-9E80-D4AF-D3D0ED29D231}"/>
                </a:ext>
              </a:extLst>
            </p:cNvPr>
            <p:cNvSpPr/>
            <p:nvPr/>
          </p:nvSpPr>
          <p:spPr>
            <a:xfrm>
              <a:off x="8268762" y="3647744"/>
              <a:ext cx="8491" cy="6716"/>
            </a:xfrm>
            <a:custGeom>
              <a:avLst/>
              <a:gdLst>
                <a:gd name="connsiteX0" fmla="*/ 8491 w 8491"/>
                <a:gd name="connsiteY0" fmla="*/ 3295 h 6716"/>
                <a:gd name="connsiteX1" fmla="*/ 4183 w 8491"/>
                <a:gd name="connsiteY1" fmla="*/ 6717 h 6716"/>
                <a:gd name="connsiteX2" fmla="*/ 0 w 8491"/>
                <a:gd name="connsiteY2" fmla="*/ 3295 h 6716"/>
                <a:gd name="connsiteX3" fmla="*/ 4183 w 8491"/>
                <a:gd name="connsiteY3" fmla="*/ 0 h 6716"/>
                <a:gd name="connsiteX4" fmla="*/ 8491 w 8491"/>
                <a:gd name="connsiteY4" fmla="*/ 3295 h 6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91" h="6716">
                  <a:moveTo>
                    <a:pt x="8491" y="3295"/>
                  </a:moveTo>
                  <a:lnTo>
                    <a:pt x="4183" y="6717"/>
                  </a:lnTo>
                  <a:lnTo>
                    <a:pt x="0" y="3295"/>
                  </a:lnTo>
                  <a:lnTo>
                    <a:pt x="4183" y="0"/>
                  </a:lnTo>
                  <a:lnTo>
                    <a:pt x="8491" y="32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65E5E4D7-D35C-9602-D6A2-7BF29A271F2B}"/>
                </a:ext>
              </a:extLst>
            </p:cNvPr>
            <p:cNvSpPr/>
            <p:nvPr/>
          </p:nvSpPr>
          <p:spPr>
            <a:xfrm>
              <a:off x="8248991" y="3750654"/>
              <a:ext cx="7857" cy="6336"/>
            </a:xfrm>
            <a:custGeom>
              <a:avLst/>
              <a:gdLst>
                <a:gd name="connsiteX0" fmla="*/ 7858 w 7857"/>
                <a:gd name="connsiteY0" fmla="*/ 3168 h 6336"/>
                <a:gd name="connsiteX1" fmla="*/ 3929 w 7857"/>
                <a:gd name="connsiteY1" fmla="*/ 6337 h 6336"/>
                <a:gd name="connsiteX2" fmla="*/ 0 w 7857"/>
                <a:gd name="connsiteY2" fmla="*/ 3168 h 6336"/>
                <a:gd name="connsiteX3" fmla="*/ 3929 w 7857"/>
                <a:gd name="connsiteY3" fmla="*/ 0 h 6336"/>
                <a:gd name="connsiteX4" fmla="*/ 7858 w 7857"/>
                <a:gd name="connsiteY4" fmla="*/ 3168 h 6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57" h="6336">
                  <a:moveTo>
                    <a:pt x="7858" y="3168"/>
                  </a:moveTo>
                  <a:lnTo>
                    <a:pt x="3929" y="6337"/>
                  </a:lnTo>
                  <a:lnTo>
                    <a:pt x="0" y="3168"/>
                  </a:lnTo>
                  <a:lnTo>
                    <a:pt x="3929" y="0"/>
                  </a:lnTo>
                  <a:lnTo>
                    <a:pt x="7858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11C5E6B3-D58C-A7B9-E565-5107B326ED28}"/>
                </a:ext>
              </a:extLst>
            </p:cNvPr>
            <p:cNvSpPr/>
            <p:nvPr/>
          </p:nvSpPr>
          <p:spPr>
            <a:xfrm>
              <a:off x="8221616" y="3852803"/>
              <a:ext cx="6463" cy="5196"/>
            </a:xfrm>
            <a:custGeom>
              <a:avLst/>
              <a:gdLst>
                <a:gd name="connsiteX0" fmla="*/ 6464 w 6463"/>
                <a:gd name="connsiteY0" fmla="*/ 2661 h 5196"/>
                <a:gd name="connsiteX1" fmla="*/ 3168 w 6463"/>
                <a:gd name="connsiteY1" fmla="*/ 5196 h 5196"/>
                <a:gd name="connsiteX2" fmla="*/ 0 w 6463"/>
                <a:gd name="connsiteY2" fmla="*/ 2661 h 5196"/>
                <a:gd name="connsiteX3" fmla="*/ 3168 w 6463"/>
                <a:gd name="connsiteY3" fmla="*/ 0 h 5196"/>
                <a:gd name="connsiteX4" fmla="*/ 6464 w 6463"/>
                <a:gd name="connsiteY4" fmla="*/ 2661 h 5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196">
                  <a:moveTo>
                    <a:pt x="6464" y="2661"/>
                  </a:moveTo>
                  <a:lnTo>
                    <a:pt x="3168" y="5196"/>
                  </a:lnTo>
                  <a:lnTo>
                    <a:pt x="0" y="2661"/>
                  </a:lnTo>
                  <a:lnTo>
                    <a:pt x="3168" y="0"/>
                  </a:lnTo>
                  <a:lnTo>
                    <a:pt x="6464" y="266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C9DEC2B0-26DE-B0A2-5E6C-5527278F2DC5}"/>
                </a:ext>
              </a:extLst>
            </p:cNvPr>
            <p:cNvSpPr/>
            <p:nvPr/>
          </p:nvSpPr>
          <p:spPr>
            <a:xfrm>
              <a:off x="8186003" y="3953051"/>
              <a:ext cx="5956" cy="4689"/>
            </a:xfrm>
            <a:custGeom>
              <a:avLst/>
              <a:gdLst>
                <a:gd name="connsiteX0" fmla="*/ 5957 w 5956"/>
                <a:gd name="connsiteY0" fmla="*/ 2408 h 4689"/>
                <a:gd name="connsiteX1" fmla="*/ 2915 w 5956"/>
                <a:gd name="connsiteY1" fmla="*/ 4689 h 4689"/>
                <a:gd name="connsiteX2" fmla="*/ 0 w 5956"/>
                <a:gd name="connsiteY2" fmla="*/ 2408 h 4689"/>
                <a:gd name="connsiteX3" fmla="*/ 2915 w 5956"/>
                <a:gd name="connsiteY3" fmla="*/ 0 h 4689"/>
                <a:gd name="connsiteX4" fmla="*/ 5957 w 5956"/>
                <a:gd name="connsiteY4" fmla="*/ 2408 h 4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6" h="4689">
                  <a:moveTo>
                    <a:pt x="5957" y="2408"/>
                  </a:moveTo>
                  <a:lnTo>
                    <a:pt x="2915" y="4689"/>
                  </a:lnTo>
                  <a:lnTo>
                    <a:pt x="0" y="2408"/>
                  </a:lnTo>
                  <a:lnTo>
                    <a:pt x="2915" y="0"/>
                  </a:lnTo>
                  <a:lnTo>
                    <a:pt x="5957" y="240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6CFB140D-B10C-E054-64B1-70C038EA519B}"/>
                </a:ext>
              </a:extLst>
            </p:cNvPr>
            <p:cNvSpPr/>
            <p:nvPr/>
          </p:nvSpPr>
          <p:spPr>
            <a:xfrm>
              <a:off x="8142786" y="4051398"/>
              <a:ext cx="5322" cy="4182"/>
            </a:xfrm>
            <a:custGeom>
              <a:avLst/>
              <a:gdLst>
                <a:gd name="connsiteX0" fmla="*/ 5323 w 5322"/>
                <a:gd name="connsiteY0" fmla="*/ 2155 h 4182"/>
                <a:gd name="connsiteX1" fmla="*/ 2662 w 5322"/>
                <a:gd name="connsiteY1" fmla="*/ 4183 h 4182"/>
                <a:gd name="connsiteX2" fmla="*/ 0 w 5322"/>
                <a:gd name="connsiteY2" fmla="*/ 2155 h 4182"/>
                <a:gd name="connsiteX3" fmla="*/ 2662 w 5322"/>
                <a:gd name="connsiteY3" fmla="*/ 0 h 4182"/>
                <a:gd name="connsiteX4" fmla="*/ 5323 w 5322"/>
                <a:gd name="connsiteY4" fmla="*/ 2155 h 4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22" h="4182">
                  <a:moveTo>
                    <a:pt x="5323" y="2155"/>
                  </a:moveTo>
                  <a:lnTo>
                    <a:pt x="2662" y="4183"/>
                  </a:lnTo>
                  <a:lnTo>
                    <a:pt x="0" y="2155"/>
                  </a:lnTo>
                  <a:lnTo>
                    <a:pt x="2662" y="0"/>
                  </a:lnTo>
                  <a:lnTo>
                    <a:pt x="5323" y="215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77E21E8A-58DC-92F3-B4AD-68D7A5EA43BD}"/>
                </a:ext>
              </a:extLst>
            </p:cNvPr>
            <p:cNvSpPr/>
            <p:nvPr/>
          </p:nvSpPr>
          <p:spPr>
            <a:xfrm>
              <a:off x="8092219" y="4147591"/>
              <a:ext cx="4055" cy="3294"/>
            </a:xfrm>
            <a:custGeom>
              <a:avLst/>
              <a:gdLst>
                <a:gd name="connsiteX0" fmla="*/ 4056 w 4055"/>
                <a:gd name="connsiteY0" fmla="*/ 1647 h 3294"/>
                <a:gd name="connsiteX1" fmla="*/ 2027 w 4055"/>
                <a:gd name="connsiteY1" fmla="*/ 3295 h 3294"/>
                <a:gd name="connsiteX2" fmla="*/ 0 w 4055"/>
                <a:gd name="connsiteY2" fmla="*/ 1647 h 3294"/>
                <a:gd name="connsiteX3" fmla="*/ 2027 w 4055"/>
                <a:gd name="connsiteY3" fmla="*/ 0 h 3294"/>
                <a:gd name="connsiteX4" fmla="*/ 4056 w 4055"/>
                <a:gd name="connsiteY4" fmla="*/ 1647 h 3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5" h="3294">
                  <a:moveTo>
                    <a:pt x="4056" y="1647"/>
                  </a:moveTo>
                  <a:lnTo>
                    <a:pt x="2027" y="3295"/>
                  </a:lnTo>
                  <a:lnTo>
                    <a:pt x="0" y="1647"/>
                  </a:lnTo>
                  <a:lnTo>
                    <a:pt x="2027" y="0"/>
                  </a:lnTo>
                  <a:lnTo>
                    <a:pt x="4056" y="164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E8CC92C2-A0BC-136E-4B34-E9C7441CCD07}"/>
                </a:ext>
              </a:extLst>
            </p:cNvPr>
            <p:cNvSpPr/>
            <p:nvPr/>
          </p:nvSpPr>
          <p:spPr>
            <a:xfrm>
              <a:off x="8034047" y="4240868"/>
              <a:ext cx="3548" cy="2788"/>
            </a:xfrm>
            <a:custGeom>
              <a:avLst/>
              <a:gdLst>
                <a:gd name="connsiteX0" fmla="*/ 3549 w 3548"/>
                <a:gd name="connsiteY0" fmla="*/ 1394 h 2788"/>
                <a:gd name="connsiteX1" fmla="*/ 1774 w 3548"/>
                <a:gd name="connsiteY1" fmla="*/ 2788 h 2788"/>
                <a:gd name="connsiteX2" fmla="*/ 0 w 3548"/>
                <a:gd name="connsiteY2" fmla="*/ 1394 h 2788"/>
                <a:gd name="connsiteX3" fmla="*/ 1774 w 3548"/>
                <a:gd name="connsiteY3" fmla="*/ 0 h 2788"/>
                <a:gd name="connsiteX4" fmla="*/ 3549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9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9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583521CA-11F4-6787-8E49-D077504CF4E5}"/>
                </a:ext>
              </a:extLst>
            </p:cNvPr>
            <p:cNvSpPr/>
            <p:nvPr/>
          </p:nvSpPr>
          <p:spPr>
            <a:xfrm>
              <a:off x="7969158" y="4331485"/>
              <a:ext cx="2281" cy="1774"/>
            </a:xfrm>
            <a:custGeom>
              <a:avLst/>
              <a:gdLst>
                <a:gd name="connsiteX0" fmla="*/ 2281 w 2281"/>
                <a:gd name="connsiteY0" fmla="*/ 887 h 1774"/>
                <a:gd name="connsiteX1" fmla="*/ 1141 w 2281"/>
                <a:gd name="connsiteY1" fmla="*/ 1774 h 1774"/>
                <a:gd name="connsiteX2" fmla="*/ 0 w 2281"/>
                <a:gd name="connsiteY2" fmla="*/ 887 h 1774"/>
                <a:gd name="connsiteX3" fmla="*/ 1141 w 2281"/>
                <a:gd name="connsiteY3" fmla="*/ 0 h 1774"/>
                <a:gd name="connsiteX4" fmla="*/ 2281 w 2281"/>
                <a:gd name="connsiteY4" fmla="*/ 887 h 1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1" h="1774">
                  <a:moveTo>
                    <a:pt x="2281" y="887"/>
                  </a:moveTo>
                  <a:lnTo>
                    <a:pt x="1141" y="1774"/>
                  </a:lnTo>
                  <a:lnTo>
                    <a:pt x="0" y="887"/>
                  </a:lnTo>
                  <a:lnTo>
                    <a:pt x="1141" y="0"/>
                  </a:lnTo>
                  <a:lnTo>
                    <a:pt x="2281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E5AFE801-F311-F5EA-81D8-8CC49CB7DAE2}"/>
                </a:ext>
              </a:extLst>
            </p:cNvPr>
            <p:cNvSpPr/>
            <p:nvPr/>
          </p:nvSpPr>
          <p:spPr>
            <a:xfrm>
              <a:off x="7896665" y="4418045"/>
              <a:ext cx="2408" cy="1900"/>
            </a:xfrm>
            <a:custGeom>
              <a:avLst/>
              <a:gdLst>
                <a:gd name="connsiteX0" fmla="*/ 2408 w 2408"/>
                <a:gd name="connsiteY0" fmla="*/ 1014 h 1900"/>
                <a:gd name="connsiteX1" fmla="*/ 1267 w 2408"/>
                <a:gd name="connsiteY1" fmla="*/ 1901 h 1900"/>
                <a:gd name="connsiteX2" fmla="*/ 0 w 2408"/>
                <a:gd name="connsiteY2" fmla="*/ 1014 h 1900"/>
                <a:gd name="connsiteX3" fmla="*/ 1267 w 2408"/>
                <a:gd name="connsiteY3" fmla="*/ 0 h 1900"/>
                <a:gd name="connsiteX4" fmla="*/ 2408 w 2408"/>
                <a:gd name="connsiteY4" fmla="*/ 1014 h 1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8" h="1900">
                  <a:moveTo>
                    <a:pt x="2408" y="1014"/>
                  </a:moveTo>
                  <a:lnTo>
                    <a:pt x="1267" y="1901"/>
                  </a:lnTo>
                  <a:lnTo>
                    <a:pt x="0" y="1014"/>
                  </a:lnTo>
                  <a:lnTo>
                    <a:pt x="1267" y="0"/>
                  </a:lnTo>
                  <a:lnTo>
                    <a:pt x="2408" y="101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8048127B-0687-408C-41FF-9DE17E9A00FF}"/>
                </a:ext>
              </a:extLst>
            </p:cNvPr>
            <p:cNvSpPr/>
            <p:nvPr/>
          </p:nvSpPr>
          <p:spPr>
            <a:xfrm>
              <a:off x="7818216" y="4501438"/>
              <a:ext cx="1393" cy="1140"/>
            </a:xfrm>
            <a:custGeom>
              <a:avLst/>
              <a:gdLst>
                <a:gd name="connsiteX0" fmla="*/ 1394 w 1393"/>
                <a:gd name="connsiteY0" fmla="*/ 634 h 1140"/>
                <a:gd name="connsiteX1" fmla="*/ 634 w 1393"/>
                <a:gd name="connsiteY1" fmla="*/ 1141 h 1140"/>
                <a:gd name="connsiteX2" fmla="*/ 0 w 1393"/>
                <a:gd name="connsiteY2" fmla="*/ 634 h 1140"/>
                <a:gd name="connsiteX3" fmla="*/ 634 w 1393"/>
                <a:gd name="connsiteY3" fmla="*/ 0 h 1140"/>
                <a:gd name="connsiteX4" fmla="*/ 1394 w 1393"/>
                <a:gd name="connsiteY4" fmla="*/ 634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3" h="1140">
                  <a:moveTo>
                    <a:pt x="1394" y="634"/>
                  </a:moveTo>
                  <a:lnTo>
                    <a:pt x="634" y="1141"/>
                  </a:lnTo>
                  <a:lnTo>
                    <a:pt x="0" y="634"/>
                  </a:lnTo>
                  <a:lnTo>
                    <a:pt x="634" y="0"/>
                  </a:lnTo>
                  <a:lnTo>
                    <a:pt x="1394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E97DB8C5-9FBC-3BA2-8B51-44CF2DF84D0A}"/>
                </a:ext>
              </a:extLst>
            </p:cNvPr>
            <p:cNvSpPr/>
            <p:nvPr/>
          </p:nvSpPr>
          <p:spPr>
            <a:xfrm>
              <a:off x="7733176" y="4580648"/>
              <a:ext cx="760" cy="633"/>
            </a:xfrm>
            <a:custGeom>
              <a:avLst/>
              <a:gdLst>
                <a:gd name="connsiteX0" fmla="*/ 760 w 760"/>
                <a:gd name="connsiteY0" fmla="*/ 380 h 633"/>
                <a:gd name="connsiteX1" fmla="*/ 381 w 760"/>
                <a:gd name="connsiteY1" fmla="*/ 634 h 633"/>
                <a:gd name="connsiteX2" fmla="*/ 0 w 760"/>
                <a:gd name="connsiteY2" fmla="*/ 380 h 633"/>
                <a:gd name="connsiteX3" fmla="*/ 381 w 760"/>
                <a:gd name="connsiteY3" fmla="*/ 0 h 633"/>
                <a:gd name="connsiteX4" fmla="*/ 760 w 760"/>
                <a:gd name="connsiteY4" fmla="*/ 380 h 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0" h="633">
                  <a:moveTo>
                    <a:pt x="760" y="380"/>
                  </a:moveTo>
                  <a:lnTo>
                    <a:pt x="381" y="634"/>
                  </a:lnTo>
                  <a:lnTo>
                    <a:pt x="0" y="380"/>
                  </a:lnTo>
                  <a:lnTo>
                    <a:pt x="381" y="0"/>
                  </a:lnTo>
                  <a:lnTo>
                    <a:pt x="760" y="38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E5C19D6B-A867-6C24-7B9C-6B861E0619AC}"/>
                </a:ext>
              </a:extLst>
            </p:cNvPr>
            <p:cNvSpPr/>
            <p:nvPr/>
          </p:nvSpPr>
          <p:spPr>
            <a:xfrm>
              <a:off x="7544719" y="4725126"/>
              <a:ext cx="1393" cy="1140"/>
            </a:xfrm>
            <a:custGeom>
              <a:avLst/>
              <a:gdLst>
                <a:gd name="connsiteX0" fmla="*/ 1394 w 1393"/>
                <a:gd name="connsiteY0" fmla="*/ 507 h 1140"/>
                <a:gd name="connsiteX1" fmla="*/ 760 w 1393"/>
                <a:gd name="connsiteY1" fmla="*/ 1141 h 1140"/>
                <a:gd name="connsiteX2" fmla="*/ 0 w 1393"/>
                <a:gd name="connsiteY2" fmla="*/ 507 h 1140"/>
                <a:gd name="connsiteX3" fmla="*/ 760 w 1393"/>
                <a:gd name="connsiteY3" fmla="*/ 0 h 1140"/>
                <a:gd name="connsiteX4" fmla="*/ 1394 w 1393"/>
                <a:gd name="connsiteY4" fmla="*/ 507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3" h="1140">
                  <a:moveTo>
                    <a:pt x="1394" y="507"/>
                  </a:moveTo>
                  <a:lnTo>
                    <a:pt x="760" y="1141"/>
                  </a:lnTo>
                  <a:lnTo>
                    <a:pt x="0" y="507"/>
                  </a:lnTo>
                  <a:lnTo>
                    <a:pt x="760" y="0"/>
                  </a:lnTo>
                  <a:lnTo>
                    <a:pt x="1394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D4AA74BF-574F-A0AC-4860-60D867E5953C}"/>
                </a:ext>
              </a:extLst>
            </p:cNvPr>
            <p:cNvSpPr/>
            <p:nvPr/>
          </p:nvSpPr>
          <p:spPr>
            <a:xfrm>
              <a:off x="7442190" y="4790016"/>
              <a:ext cx="2155" cy="1774"/>
            </a:xfrm>
            <a:custGeom>
              <a:avLst/>
              <a:gdLst>
                <a:gd name="connsiteX0" fmla="*/ 2155 w 2155"/>
                <a:gd name="connsiteY0" fmla="*/ 887 h 1774"/>
                <a:gd name="connsiteX1" fmla="*/ 1141 w 2155"/>
                <a:gd name="connsiteY1" fmla="*/ 1774 h 1774"/>
                <a:gd name="connsiteX2" fmla="*/ 0 w 2155"/>
                <a:gd name="connsiteY2" fmla="*/ 887 h 1774"/>
                <a:gd name="connsiteX3" fmla="*/ 1141 w 2155"/>
                <a:gd name="connsiteY3" fmla="*/ 0 h 1774"/>
                <a:gd name="connsiteX4" fmla="*/ 2155 w 2155"/>
                <a:gd name="connsiteY4" fmla="*/ 887 h 1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5" h="1774">
                  <a:moveTo>
                    <a:pt x="2155" y="887"/>
                  </a:moveTo>
                  <a:lnTo>
                    <a:pt x="1141" y="1774"/>
                  </a:lnTo>
                  <a:lnTo>
                    <a:pt x="0" y="887"/>
                  </a:lnTo>
                  <a:lnTo>
                    <a:pt x="1141" y="0"/>
                  </a:lnTo>
                  <a:lnTo>
                    <a:pt x="2155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B3243304-A5EF-1888-C2F0-031493A89769}"/>
                </a:ext>
              </a:extLst>
            </p:cNvPr>
            <p:cNvSpPr/>
            <p:nvPr/>
          </p:nvSpPr>
          <p:spPr>
            <a:xfrm>
              <a:off x="7334591" y="4849581"/>
              <a:ext cx="3422" cy="2788"/>
            </a:xfrm>
            <a:custGeom>
              <a:avLst/>
              <a:gdLst>
                <a:gd name="connsiteX0" fmla="*/ 3422 w 3422"/>
                <a:gd name="connsiteY0" fmla="*/ 1394 h 2788"/>
                <a:gd name="connsiteX1" fmla="*/ 1774 w 3422"/>
                <a:gd name="connsiteY1" fmla="*/ 2788 h 2788"/>
                <a:gd name="connsiteX2" fmla="*/ 0 w 3422"/>
                <a:gd name="connsiteY2" fmla="*/ 1394 h 2788"/>
                <a:gd name="connsiteX3" fmla="*/ 1774 w 3422"/>
                <a:gd name="connsiteY3" fmla="*/ 0 h 2788"/>
                <a:gd name="connsiteX4" fmla="*/ 3422 w 3422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22" h="2788">
                  <a:moveTo>
                    <a:pt x="3422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422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ABCFD024-0439-E294-992F-0433092ABB9E}"/>
                </a:ext>
              </a:extLst>
            </p:cNvPr>
            <p:cNvSpPr/>
            <p:nvPr/>
          </p:nvSpPr>
          <p:spPr>
            <a:xfrm>
              <a:off x="7223063" y="4904331"/>
              <a:ext cx="3548" cy="2788"/>
            </a:xfrm>
            <a:custGeom>
              <a:avLst/>
              <a:gdLst>
                <a:gd name="connsiteX0" fmla="*/ 3549 w 3548"/>
                <a:gd name="connsiteY0" fmla="*/ 1394 h 2788"/>
                <a:gd name="connsiteX1" fmla="*/ 1774 w 3548"/>
                <a:gd name="connsiteY1" fmla="*/ 2788 h 2788"/>
                <a:gd name="connsiteX2" fmla="*/ 0 w 3548"/>
                <a:gd name="connsiteY2" fmla="*/ 1394 h 2788"/>
                <a:gd name="connsiteX3" fmla="*/ 1774 w 3548"/>
                <a:gd name="connsiteY3" fmla="*/ 0 h 2788"/>
                <a:gd name="connsiteX4" fmla="*/ 3549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9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9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37C8A543-1367-F37E-3D4B-212FE0CCF43F}"/>
                </a:ext>
              </a:extLst>
            </p:cNvPr>
            <p:cNvSpPr/>
            <p:nvPr/>
          </p:nvSpPr>
          <p:spPr>
            <a:xfrm>
              <a:off x="7106847" y="4952871"/>
              <a:ext cx="5068" cy="4055"/>
            </a:xfrm>
            <a:custGeom>
              <a:avLst/>
              <a:gdLst>
                <a:gd name="connsiteX0" fmla="*/ 5069 w 5068"/>
                <a:gd name="connsiteY0" fmla="*/ 2028 h 4055"/>
                <a:gd name="connsiteX1" fmla="*/ 2535 w 5068"/>
                <a:gd name="connsiteY1" fmla="*/ 4056 h 4055"/>
                <a:gd name="connsiteX2" fmla="*/ 0 w 5068"/>
                <a:gd name="connsiteY2" fmla="*/ 2028 h 4055"/>
                <a:gd name="connsiteX3" fmla="*/ 2535 w 5068"/>
                <a:gd name="connsiteY3" fmla="*/ 0 h 4055"/>
                <a:gd name="connsiteX4" fmla="*/ 5069 w 5068"/>
                <a:gd name="connsiteY4" fmla="*/ 2028 h 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8" h="4055">
                  <a:moveTo>
                    <a:pt x="5069" y="2028"/>
                  </a:moveTo>
                  <a:lnTo>
                    <a:pt x="2535" y="4056"/>
                  </a:lnTo>
                  <a:lnTo>
                    <a:pt x="0" y="2028"/>
                  </a:lnTo>
                  <a:lnTo>
                    <a:pt x="2535" y="0"/>
                  </a:lnTo>
                  <a:lnTo>
                    <a:pt x="5069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76DFDD9E-99D4-AC49-B7ED-7F824C09422C}"/>
                </a:ext>
              </a:extLst>
            </p:cNvPr>
            <p:cNvSpPr/>
            <p:nvPr/>
          </p:nvSpPr>
          <p:spPr>
            <a:xfrm>
              <a:off x="6987462" y="4996088"/>
              <a:ext cx="5702" cy="4562"/>
            </a:xfrm>
            <a:custGeom>
              <a:avLst/>
              <a:gdLst>
                <a:gd name="connsiteX0" fmla="*/ 5702 w 5702"/>
                <a:gd name="connsiteY0" fmla="*/ 2281 h 4562"/>
                <a:gd name="connsiteX1" fmla="*/ 2788 w 5702"/>
                <a:gd name="connsiteY1" fmla="*/ 4563 h 4562"/>
                <a:gd name="connsiteX2" fmla="*/ 0 w 5702"/>
                <a:gd name="connsiteY2" fmla="*/ 2281 h 4562"/>
                <a:gd name="connsiteX3" fmla="*/ 2788 w 5702"/>
                <a:gd name="connsiteY3" fmla="*/ 0 h 4562"/>
                <a:gd name="connsiteX4" fmla="*/ 5702 w 5702"/>
                <a:gd name="connsiteY4" fmla="*/ 2281 h 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02" h="4562">
                  <a:moveTo>
                    <a:pt x="5702" y="2281"/>
                  </a:moveTo>
                  <a:lnTo>
                    <a:pt x="2788" y="4563"/>
                  </a:lnTo>
                  <a:lnTo>
                    <a:pt x="0" y="2281"/>
                  </a:lnTo>
                  <a:lnTo>
                    <a:pt x="2788" y="0"/>
                  </a:lnTo>
                  <a:lnTo>
                    <a:pt x="5702" y="22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86CA9424-4A59-66C7-7072-1AF973DD5230}"/>
                </a:ext>
              </a:extLst>
            </p:cNvPr>
            <p:cNvSpPr/>
            <p:nvPr/>
          </p:nvSpPr>
          <p:spPr>
            <a:xfrm>
              <a:off x="6864401" y="5033095"/>
              <a:ext cx="7350" cy="5702"/>
            </a:xfrm>
            <a:custGeom>
              <a:avLst/>
              <a:gdLst>
                <a:gd name="connsiteX0" fmla="*/ 7351 w 7350"/>
                <a:gd name="connsiteY0" fmla="*/ 2788 h 5702"/>
                <a:gd name="connsiteX1" fmla="*/ 3675 w 7350"/>
                <a:gd name="connsiteY1" fmla="*/ 5703 h 5702"/>
                <a:gd name="connsiteX2" fmla="*/ 0 w 7350"/>
                <a:gd name="connsiteY2" fmla="*/ 2788 h 5702"/>
                <a:gd name="connsiteX3" fmla="*/ 3675 w 7350"/>
                <a:gd name="connsiteY3" fmla="*/ 0 h 5702"/>
                <a:gd name="connsiteX4" fmla="*/ 7351 w 7350"/>
                <a:gd name="connsiteY4" fmla="*/ 2788 h 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0" h="5702">
                  <a:moveTo>
                    <a:pt x="7351" y="2788"/>
                  </a:moveTo>
                  <a:lnTo>
                    <a:pt x="3675" y="5703"/>
                  </a:lnTo>
                  <a:lnTo>
                    <a:pt x="0" y="2788"/>
                  </a:lnTo>
                  <a:lnTo>
                    <a:pt x="3675" y="0"/>
                  </a:lnTo>
                  <a:lnTo>
                    <a:pt x="7351" y="278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B14731BF-623B-7F89-4002-FED6B29B7043}"/>
                </a:ext>
              </a:extLst>
            </p:cNvPr>
            <p:cNvSpPr/>
            <p:nvPr/>
          </p:nvSpPr>
          <p:spPr>
            <a:xfrm>
              <a:off x="6739059" y="5064272"/>
              <a:ext cx="8111" cy="6336"/>
            </a:xfrm>
            <a:custGeom>
              <a:avLst/>
              <a:gdLst>
                <a:gd name="connsiteX0" fmla="*/ 8111 w 8111"/>
                <a:gd name="connsiteY0" fmla="*/ 3168 h 6336"/>
                <a:gd name="connsiteX1" fmla="*/ 4056 w 8111"/>
                <a:gd name="connsiteY1" fmla="*/ 6337 h 6336"/>
                <a:gd name="connsiteX2" fmla="*/ 0 w 8111"/>
                <a:gd name="connsiteY2" fmla="*/ 3168 h 6336"/>
                <a:gd name="connsiteX3" fmla="*/ 4056 w 8111"/>
                <a:gd name="connsiteY3" fmla="*/ 0 h 6336"/>
                <a:gd name="connsiteX4" fmla="*/ 8111 w 8111"/>
                <a:gd name="connsiteY4" fmla="*/ 3168 h 6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11" h="6336">
                  <a:moveTo>
                    <a:pt x="8111" y="3168"/>
                  </a:moveTo>
                  <a:lnTo>
                    <a:pt x="4056" y="6337"/>
                  </a:lnTo>
                  <a:lnTo>
                    <a:pt x="0" y="3168"/>
                  </a:lnTo>
                  <a:lnTo>
                    <a:pt x="4056" y="0"/>
                  </a:lnTo>
                  <a:lnTo>
                    <a:pt x="8111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25FBF39D-EB1D-26C2-2A88-B110C8C24A77}"/>
                </a:ext>
              </a:extLst>
            </p:cNvPr>
            <p:cNvSpPr/>
            <p:nvPr/>
          </p:nvSpPr>
          <p:spPr>
            <a:xfrm>
              <a:off x="6611689" y="5089366"/>
              <a:ext cx="8617" cy="6843"/>
            </a:xfrm>
            <a:custGeom>
              <a:avLst/>
              <a:gdLst>
                <a:gd name="connsiteX0" fmla="*/ 8618 w 8617"/>
                <a:gd name="connsiteY0" fmla="*/ 3422 h 6843"/>
                <a:gd name="connsiteX1" fmla="*/ 4309 w 8617"/>
                <a:gd name="connsiteY1" fmla="*/ 6843 h 6843"/>
                <a:gd name="connsiteX2" fmla="*/ 0 w 8617"/>
                <a:gd name="connsiteY2" fmla="*/ 3422 h 6843"/>
                <a:gd name="connsiteX3" fmla="*/ 4309 w 8617"/>
                <a:gd name="connsiteY3" fmla="*/ 0 h 6843"/>
                <a:gd name="connsiteX4" fmla="*/ 8618 w 8617"/>
                <a:gd name="connsiteY4" fmla="*/ 3422 h 6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7" h="6843">
                  <a:moveTo>
                    <a:pt x="8618" y="3422"/>
                  </a:moveTo>
                  <a:lnTo>
                    <a:pt x="4309" y="6843"/>
                  </a:lnTo>
                  <a:lnTo>
                    <a:pt x="0" y="3422"/>
                  </a:lnTo>
                  <a:lnTo>
                    <a:pt x="4309" y="0"/>
                  </a:lnTo>
                  <a:lnTo>
                    <a:pt x="8618" y="342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AEA7CCF3-4C53-414D-E77E-BFFE61D34E7C}"/>
                </a:ext>
              </a:extLst>
            </p:cNvPr>
            <p:cNvSpPr/>
            <p:nvPr/>
          </p:nvSpPr>
          <p:spPr>
            <a:xfrm>
              <a:off x="6482418" y="5108123"/>
              <a:ext cx="9378" cy="7477"/>
            </a:xfrm>
            <a:custGeom>
              <a:avLst/>
              <a:gdLst>
                <a:gd name="connsiteX0" fmla="*/ 9378 w 9378"/>
                <a:gd name="connsiteY0" fmla="*/ 3802 h 7477"/>
                <a:gd name="connsiteX1" fmla="*/ 4689 w 9378"/>
                <a:gd name="connsiteY1" fmla="*/ 7477 h 7477"/>
                <a:gd name="connsiteX2" fmla="*/ 0 w 9378"/>
                <a:gd name="connsiteY2" fmla="*/ 3802 h 7477"/>
                <a:gd name="connsiteX3" fmla="*/ 4689 w 9378"/>
                <a:gd name="connsiteY3" fmla="*/ 0 h 7477"/>
                <a:gd name="connsiteX4" fmla="*/ 9378 w 9378"/>
                <a:gd name="connsiteY4" fmla="*/ 3802 h 7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78" h="7477">
                  <a:moveTo>
                    <a:pt x="9378" y="3802"/>
                  </a:moveTo>
                  <a:lnTo>
                    <a:pt x="4689" y="7477"/>
                  </a:lnTo>
                  <a:lnTo>
                    <a:pt x="0" y="3802"/>
                  </a:lnTo>
                  <a:lnTo>
                    <a:pt x="4689" y="0"/>
                  </a:lnTo>
                  <a:lnTo>
                    <a:pt x="9378" y="380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BC23C70C-8E9E-8FB5-7826-D9386F0D31FA}"/>
                </a:ext>
              </a:extLst>
            </p:cNvPr>
            <p:cNvSpPr/>
            <p:nvPr/>
          </p:nvSpPr>
          <p:spPr>
            <a:xfrm>
              <a:off x="6351500" y="5120289"/>
              <a:ext cx="11025" cy="8744"/>
            </a:xfrm>
            <a:custGeom>
              <a:avLst/>
              <a:gdLst>
                <a:gd name="connsiteX0" fmla="*/ 11026 w 11025"/>
                <a:gd name="connsiteY0" fmla="*/ 4309 h 8744"/>
                <a:gd name="connsiteX1" fmla="*/ 5576 w 11025"/>
                <a:gd name="connsiteY1" fmla="*/ 8745 h 8744"/>
                <a:gd name="connsiteX2" fmla="*/ 0 w 11025"/>
                <a:gd name="connsiteY2" fmla="*/ 4309 h 8744"/>
                <a:gd name="connsiteX3" fmla="*/ 5576 w 11025"/>
                <a:gd name="connsiteY3" fmla="*/ 0 h 8744"/>
                <a:gd name="connsiteX4" fmla="*/ 11026 w 11025"/>
                <a:gd name="connsiteY4" fmla="*/ 4309 h 8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25" h="8744">
                  <a:moveTo>
                    <a:pt x="11026" y="4309"/>
                  </a:moveTo>
                  <a:lnTo>
                    <a:pt x="5576" y="8745"/>
                  </a:lnTo>
                  <a:lnTo>
                    <a:pt x="0" y="4309"/>
                  </a:lnTo>
                  <a:lnTo>
                    <a:pt x="5576" y="0"/>
                  </a:lnTo>
                  <a:lnTo>
                    <a:pt x="11026" y="430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603D6A57-CB3A-AA2B-74B0-6B07D11E5BE9}"/>
                </a:ext>
              </a:extLst>
            </p:cNvPr>
            <p:cNvSpPr/>
            <p:nvPr/>
          </p:nvSpPr>
          <p:spPr>
            <a:xfrm>
              <a:off x="6220328" y="5126499"/>
              <a:ext cx="11659" cy="9125"/>
            </a:xfrm>
            <a:custGeom>
              <a:avLst/>
              <a:gdLst>
                <a:gd name="connsiteX0" fmla="*/ 11660 w 11659"/>
                <a:gd name="connsiteY0" fmla="*/ 4562 h 9125"/>
                <a:gd name="connsiteX1" fmla="*/ 5830 w 11659"/>
                <a:gd name="connsiteY1" fmla="*/ 9125 h 9125"/>
                <a:gd name="connsiteX2" fmla="*/ 0 w 11659"/>
                <a:gd name="connsiteY2" fmla="*/ 4562 h 9125"/>
                <a:gd name="connsiteX3" fmla="*/ 5830 w 11659"/>
                <a:gd name="connsiteY3" fmla="*/ 0 h 9125"/>
                <a:gd name="connsiteX4" fmla="*/ 11660 w 11659"/>
                <a:gd name="connsiteY4" fmla="*/ 4562 h 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59" h="9125">
                  <a:moveTo>
                    <a:pt x="11660" y="4562"/>
                  </a:moveTo>
                  <a:lnTo>
                    <a:pt x="5830" y="9125"/>
                  </a:lnTo>
                  <a:lnTo>
                    <a:pt x="0" y="4562"/>
                  </a:lnTo>
                  <a:lnTo>
                    <a:pt x="5830" y="0"/>
                  </a:lnTo>
                  <a:lnTo>
                    <a:pt x="11660" y="456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AD279711-4714-2331-3246-983DE7D12341}"/>
                </a:ext>
              </a:extLst>
            </p:cNvPr>
            <p:cNvSpPr/>
            <p:nvPr/>
          </p:nvSpPr>
          <p:spPr>
            <a:xfrm>
              <a:off x="6088523" y="5125866"/>
              <a:ext cx="13180" cy="10392"/>
            </a:xfrm>
            <a:custGeom>
              <a:avLst/>
              <a:gdLst>
                <a:gd name="connsiteX0" fmla="*/ 13181 w 13180"/>
                <a:gd name="connsiteY0" fmla="*/ 5196 h 10392"/>
                <a:gd name="connsiteX1" fmla="*/ 6590 w 13180"/>
                <a:gd name="connsiteY1" fmla="*/ 10392 h 10392"/>
                <a:gd name="connsiteX2" fmla="*/ 0 w 13180"/>
                <a:gd name="connsiteY2" fmla="*/ 5196 h 10392"/>
                <a:gd name="connsiteX3" fmla="*/ 6590 w 13180"/>
                <a:gd name="connsiteY3" fmla="*/ 0 h 10392"/>
                <a:gd name="connsiteX4" fmla="*/ 13181 w 13180"/>
                <a:gd name="connsiteY4" fmla="*/ 5196 h 1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80" h="10392">
                  <a:moveTo>
                    <a:pt x="13181" y="5196"/>
                  </a:moveTo>
                  <a:lnTo>
                    <a:pt x="6590" y="10392"/>
                  </a:lnTo>
                  <a:lnTo>
                    <a:pt x="0" y="5196"/>
                  </a:lnTo>
                  <a:lnTo>
                    <a:pt x="6590" y="0"/>
                  </a:lnTo>
                  <a:lnTo>
                    <a:pt x="13181" y="519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8CECEDD3-63D9-14B0-B21A-EFA1F7ABD6E1}"/>
                </a:ext>
              </a:extLst>
            </p:cNvPr>
            <p:cNvSpPr/>
            <p:nvPr/>
          </p:nvSpPr>
          <p:spPr>
            <a:xfrm>
              <a:off x="5957351" y="5119148"/>
              <a:ext cx="13687" cy="10899"/>
            </a:xfrm>
            <a:custGeom>
              <a:avLst/>
              <a:gdLst>
                <a:gd name="connsiteX0" fmla="*/ 13688 w 13687"/>
                <a:gd name="connsiteY0" fmla="*/ 5450 h 10899"/>
                <a:gd name="connsiteX1" fmla="*/ 6844 w 13687"/>
                <a:gd name="connsiteY1" fmla="*/ 10899 h 10899"/>
                <a:gd name="connsiteX2" fmla="*/ 0 w 13687"/>
                <a:gd name="connsiteY2" fmla="*/ 5450 h 10899"/>
                <a:gd name="connsiteX3" fmla="*/ 6844 w 13687"/>
                <a:gd name="connsiteY3" fmla="*/ 0 h 10899"/>
                <a:gd name="connsiteX4" fmla="*/ 13688 w 13687"/>
                <a:gd name="connsiteY4" fmla="*/ 5450 h 10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87" h="10899">
                  <a:moveTo>
                    <a:pt x="13688" y="5450"/>
                  </a:moveTo>
                  <a:cubicBezTo>
                    <a:pt x="13688" y="8491"/>
                    <a:pt x="10646" y="10899"/>
                    <a:pt x="6844" y="10899"/>
                  </a:cubicBezTo>
                  <a:cubicBezTo>
                    <a:pt x="3042" y="10899"/>
                    <a:pt x="0" y="8491"/>
                    <a:pt x="0" y="5450"/>
                  </a:cubicBezTo>
                  <a:cubicBezTo>
                    <a:pt x="0" y="2408"/>
                    <a:pt x="3042" y="0"/>
                    <a:pt x="6844" y="0"/>
                  </a:cubicBezTo>
                  <a:cubicBezTo>
                    <a:pt x="10646" y="0"/>
                    <a:pt x="13688" y="2408"/>
                    <a:pt x="13688" y="545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6D6B2305-6B61-5A4D-526D-E76C4CC3C2A2}"/>
                </a:ext>
              </a:extLst>
            </p:cNvPr>
            <p:cNvSpPr/>
            <p:nvPr/>
          </p:nvSpPr>
          <p:spPr>
            <a:xfrm>
              <a:off x="5827320" y="5106475"/>
              <a:ext cx="13687" cy="10899"/>
            </a:xfrm>
            <a:custGeom>
              <a:avLst/>
              <a:gdLst>
                <a:gd name="connsiteX0" fmla="*/ 13688 w 13687"/>
                <a:gd name="connsiteY0" fmla="*/ 5450 h 10899"/>
                <a:gd name="connsiteX1" fmla="*/ 6844 w 13687"/>
                <a:gd name="connsiteY1" fmla="*/ 10899 h 10899"/>
                <a:gd name="connsiteX2" fmla="*/ 0 w 13687"/>
                <a:gd name="connsiteY2" fmla="*/ 5450 h 10899"/>
                <a:gd name="connsiteX3" fmla="*/ 6844 w 13687"/>
                <a:gd name="connsiteY3" fmla="*/ 0 h 10899"/>
                <a:gd name="connsiteX4" fmla="*/ 13688 w 13687"/>
                <a:gd name="connsiteY4" fmla="*/ 5450 h 10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87" h="10899">
                  <a:moveTo>
                    <a:pt x="13688" y="5450"/>
                  </a:moveTo>
                  <a:cubicBezTo>
                    <a:pt x="13688" y="8491"/>
                    <a:pt x="10646" y="10899"/>
                    <a:pt x="6844" y="10899"/>
                  </a:cubicBezTo>
                  <a:cubicBezTo>
                    <a:pt x="3042" y="10899"/>
                    <a:pt x="0" y="8491"/>
                    <a:pt x="0" y="5450"/>
                  </a:cubicBezTo>
                  <a:cubicBezTo>
                    <a:pt x="0" y="2408"/>
                    <a:pt x="3042" y="0"/>
                    <a:pt x="6844" y="0"/>
                  </a:cubicBezTo>
                  <a:cubicBezTo>
                    <a:pt x="10646" y="0"/>
                    <a:pt x="13688" y="2408"/>
                    <a:pt x="13688" y="545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0091AE79-E48A-BC38-CF68-C8955AD7B6AD}"/>
                </a:ext>
              </a:extLst>
            </p:cNvPr>
            <p:cNvSpPr/>
            <p:nvPr/>
          </p:nvSpPr>
          <p:spPr>
            <a:xfrm>
              <a:off x="5698050" y="5086958"/>
              <a:ext cx="14447" cy="11659"/>
            </a:xfrm>
            <a:custGeom>
              <a:avLst/>
              <a:gdLst>
                <a:gd name="connsiteX0" fmla="*/ 14448 w 14447"/>
                <a:gd name="connsiteY0" fmla="*/ 5830 h 11659"/>
                <a:gd name="connsiteX1" fmla="*/ 7224 w 14447"/>
                <a:gd name="connsiteY1" fmla="*/ 11659 h 11659"/>
                <a:gd name="connsiteX2" fmla="*/ 0 w 14447"/>
                <a:gd name="connsiteY2" fmla="*/ 5830 h 11659"/>
                <a:gd name="connsiteX3" fmla="*/ 7224 w 14447"/>
                <a:gd name="connsiteY3" fmla="*/ 0 h 11659"/>
                <a:gd name="connsiteX4" fmla="*/ 14448 w 14447"/>
                <a:gd name="connsiteY4" fmla="*/ 5830 h 11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47" h="11659">
                  <a:moveTo>
                    <a:pt x="14448" y="5830"/>
                  </a:moveTo>
                  <a:cubicBezTo>
                    <a:pt x="14448" y="8998"/>
                    <a:pt x="11153" y="11659"/>
                    <a:pt x="7224" y="11659"/>
                  </a:cubicBezTo>
                  <a:cubicBezTo>
                    <a:pt x="3295" y="11659"/>
                    <a:pt x="0" y="9125"/>
                    <a:pt x="0" y="5830"/>
                  </a:cubicBezTo>
                  <a:cubicBezTo>
                    <a:pt x="0" y="2534"/>
                    <a:pt x="3295" y="0"/>
                    <a:pt x="7224" y="0"/>
                  </a:cubicBezTo>
                  <a:cubicBezTo>
                    <a:pt x="11153" y="0"/>
                    <a:pt x="14448" y="2534"/>
                    <a:pt x="14448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1071F0CD-5048-9038-630D-FDB3BFC734D2}"/>
                </a:ext>
              </a:extLst>
            </p:cNvPr>
            <p:cNvSpPr/>
            <p:nvPr/>
          </p:nvSpPr>
          <p:spPr>
            <a:xfrm>
              <a:off x="5570426" y="5061357"/>
              <a:ext cx="15334" cy="12166"/>
            </a:xfrm>
            <a:custGeom>
              <a:avLst/>
              <a:gdLst>
                <a:gd name="connsiteX0" fmla="*/ 15335 w 15334"/>
                <a:gd name="connsiteY0" fmla="*/ 6083 h 12166"/>
                <a:gd name="connsiteX1" fmla="*/ 7604 w 15334"/>
                <a:gd name="connsiteY1" fmla="*/ 12167 h 12166"/>
                <a:gd name="connsiteX2" fmla="*/ 0 w 15334"/>
                <a:gd name="connsiteY2" fmla="*/ 6083 h 12166"/>
                <a:gd name="connsiteX3" fmla="*/ 7604 w 15334"/>
                <a:gd name="connsiteY3" fmla="*/ 0 h 12166"/>
                <a:gd name="connsiteX4" fmla="*/ 15335 w 15334"/>
                <a:gd name="connsiteY4" fmla="*/ 6083 h 1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34" h="12166">
                  <a:moveTo>
                    <a:pt x="15335" y="6083"/>
                  </a:moveTo>
                  <a:cubicBezTo>
                    <a:pt x="15335" y="9505"/>
                    <a:pt x="11913" y="12167"/>
                    <a:pt x="7604" y="12167"/>
                  </a:cubicBezTo>
                  <a:cubicBezTo>
                    <a:pt x="3295" y="12167"/>
                    <a:pt x="0" y="9505"/>
                    <a:pt x="0" y="6083"/>
                  </a:cubicBezTo>
                  <a:cubicBezTo>
                    <a:pt x="0" y="2662"/>
                    <a:pt x="3422" y="0"/>
                    <a:pt x="7604" y="0"/>
                  </a:cubicBezTo>
                  <a:cubicBezTo>
                    <a:pt x="11786" y="0"/>
                    <a:pt x="15335" y="2662"/>
                    <a:pt x="15335" y="60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98CBE799-CCAB-8DD5-E2CD-EC97B769061D}"/>
                </a:ext>
              </a:extLst>
            </p:cNvPr>
            <p:cNvSpPr/>
            <p:nvPr/>
          </p:nvSpPr>
          <p:spPr>
            <a:xfrm>
              <a:off x="5445211" y="5029546"/>
              <a:ext cx="15968" cy="12673"/>
            </a:xfrm>
            <a:custGeom>
              <a:avLst/>
              <a:gdLst>
                <a:gd name="connsiteX0" fmla="*/ 15969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9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9" y="6337"/>
                  </a:moveTo>
                  <a:cubicBezTo>
                    <a:pt x="15969" y="9885"/>
                    <a:pt x="12420" y="12674"/>
                    <a:pt x="7984" y="12674"/>
                  </a:cubicBezTo>
                  <a:cubicBezTo>
                    <a:pt x="3549" y="12674"/>
                    <a:pt x="0" y="9885"/>
                    <a:pt x="0" y="6337"/>
                  </a:cubicBezTo>
                  <a:cubicBezTo>
                    <a:pt x="0" y="2788"/>
                    <a:pt x="3549" y="0"/>
                    <a:pt x="7984" y="0"/>
                  </a:cubicBezTo>
                  <a:cubicBezTo>
                    <a:pt x="12420" y="0"/>
                    <a:pt x="15969" y="2788"/>
                    <a:pt x="15969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BE43CCF3-607B-63B8-10F2-DB122C5FC156}"/>
                </a:ext>
              </a:extLst>
            </p:cNvPr>
            <p:cNvSpPr/>
            <p:nvPr/>
          </p:nvSpPr>
          <p:spPr>
            <a:xfrm>
              <a:off x="5322911" y="4992032"/>
              <a:ext cx="15968" cy="12673"/>
            </a:xfrm>
            <a:custGeom>
              <a:avLst/>
              <a:gdLst>
                <a:gd name="connsiteX0" fmla="*/ 15969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9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9" y="6337"/>
                  </a:moveTo>
                  <a:cubicBezTo>
                    <a:pt x="15969" y="9759"/>
                    <a:pt x="12420" y="12674"/>
                    <a:pt x="7984" y="12674"/>
                  </a:cubicBezTo>
                  <a:cubicBezTo>
                    <a:pt x="3549" y="12674"/>
                    <a:pt x="0" y="9885"/>
                    <a:pt x="0" y="6337"/>
                  </a:cubicBezTo>
                  <a:cubicBezTo>
                    <a:pt x="0" y="2788"/>
                    <a:pt x="3549" y="0"/>
                    <a:pt x="7984" y="0"/>
                  </a:cubicBezTo>
                  <a:cubicBezTo>
                    <a:pt x="12420" y="0"/>
                    <a:pt x="15969" y="2788"/>
                    <a:pt x="15969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A37E5C65-4CB6-7958-90BC-C2AB7E580B4E}"/>
                </a:ext>
              </a:extLst>
            </p:cNvPr>
            <p:cNvSpPr/>
            <p:nvPr/>
          </p:nvSpPr>
          <p:spPr>
            <a:xfrm>
              <a:off x="5203526" y="4948309"/>
              <a:ext cx="16729" cy="13180"/>
            </a:xfrm>
            <a:custGeom>
              <a:avLst/>
              <a:gdLst>
                <a:gd name="connsiteX0" fmla="*/ 16729 w 16729"/>
                <a:gd name="connsiteY0" fmla="*/ 6590 h 13180"/>
                <a:gd name="connsiteX1" fmla="*/ 8365 w 16729"/>
                <a:gd name="connsiteY1" fmla="*/ 13181 h 13180"/>
                <a:gd name="connsiteX2" fmla="*/ 0 w 16729"/>
                <a:gd name="connsiteY2" fmla="*/ 6590 h 13180"/>
                <a:gd name="connsiteX3" fmla="*/ 8365 w 16729"/>
                <a:gd name="connsiteY3" fmla="*/ 0 h 13180"/>
                <a:gd name="connsiteX4" fmla="*/ 16729 w 16729"/>
                <a:gd name="connsiteY4" fmla="*/ 6590 h 13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9" h="13180">
                  <a:moveTo>
                    <a:pt x="16729" y="6590"/>
                  </a:moveTo>
                  <a:cubicBezTo>
                    <a:pt x="16729" y="10266"/>
                    <a:pt x="12927" y="13181"/>
                    <a:pt x="8365" y="13181"/>
                  </a:cubicBezTo>
                  <a:cubicBezTo>
                    <a:pt x="3802" y="13181"/>
                    <a:pt x="0" y="10266"/>
                    <a:pt x="0" y="6590"/>
                  </a:cubicBezTo>
                  <a:cubicBezTo>
                    <a:pt x="0" y="2915"/>
                    <a:pt x="3802" y="0"/>
                    <a:pt x="8365" y="0"/>
                  </a:cubicBezTo>
                  <a:cubicBezTo>
                    <a:pt x="12927" y="0"/>
                    <a:pt x="16729" y="2915"/>
                    <a:pt x="16729" y="659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86C4C4CE-D9E5-A7ED-5FBE-0592669A1918}"/>
                </a:ext>
              </a:extLst>
            </p:cNvPr>
            <p:cNvSpPr/>
            <p:nvPr/>
          </p:nvSpPr>
          <p:spPr>
            <a:xfrm>
              <a:off x="5088323" y="4899388"/>
              <a:ext cx="15968" cy="12673"/>
            </a:xfrm>
            <a:custGeom>
              <a:avLst/>
              <a:gdLst>
                <a:gd name="connsiteX0" fmla="*/ 15969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9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9" y="6337"/>
                  </a:moveTo>
                  <a:cubicBezTo>
                    <a:pt x="15969" y="9885"/>
                    <a:pt x="12420" y="12674"/>
                    <a:pt x="7984" y="12674"/>
                  </a:cubicBezTo>
                  <a:cubicBezTo>
                    <a:pt x="3549" y="12674"/>
                    <a:pt x="0" y="9885"/>
                    <a:pt x="0" y="6337"/>
                  </a:cubicBezTo>
                  <a:cubicBezTo>
                    <a:pt x="0" y="2788"/>
                    <a:pt x="3549" y="0"/>
                    <a:pt x="7984" y="0"/>
                  </a:cubicBezTo>
                  <a:cubicBezTo>
                    <a:pt x="12420" y="0"/>
                    <a:pt x="15969" y="2788"/>
                    <a:pt x="15969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26D1303A-6F37-7689-7D1C-0D009E72F36C}"/>
                </a:ext>
              </a:extLst>
            </p:cNvPr>
            <p:cNvSpPr/>
            <p:nvPr/>
          </p:nvSpPr>
          <p:spPr>
            <a:xfrm>
              <a:off x="4976542" y="4844385"/>
              <a:ext cx="16728" cy="13180"/>
            </a:xfrm>
            <a:custGeom>
              <a:avLst/>
              <a:gdLst>
                <a:gd name="connsiteX0" fmla="*/ 16729 w 16728"/>
                <a:gd name="connsiteY0" fmla="*/ 6591 h 13180"/>
                <a:gd name="connsiteX1" fmla="*/ 8364 w 16728"/>
                <a:gd name="connsiteY1" fmla="*/ 13181 h 13180"/>
                <a:gd name="connsiteX2" fmla="*/ 0 w 16728"/>
                <a:gd name="connsiteY2" fmla="*/ 6591 h 13180"/>
                <a:gd name="connsiteX3" fmla="*/ 8364 w 16728"/>
                <a:gd name="connsiteY3" fmla="*/ 0 h 13180"/>
                <a:gd name="connsiteX4" fmla="*/ 16729 w 16728"/>
                <a:gd name="connsiteY4" fmla="*/ 6591 h 13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8" h="13180">
                  <a:moveTo>
                    <a:pt x="16729" y="6591"/>
                  </a:moveTo>
                  <a:cubicBezTo>
                    <a:pt x="16729" y="10266"/>
                    <a:pt x="12927" y="13181"/>
                    <a:pt x="8364" y="13181"/>
                  </a:cubicBezTo>
                  <a:cubicBezTo>
                    <a:pt x="3802" y="13181"/>
                    <a:pt x="0" y="10266"/>
                    <a:pt x="0" y="6591"/>
                  </a:cubicBezTo>
                  <a:cubicBezTo>
                    <a:pt x="0" y="2915"/>
                    <a:pt x="3802" y="0"/>
                    <a:pt x="8364" y="0"/>
                  </a:cubicBezTo>
                  <a:cubicBezTo>
                    <a:pt x="12927" y="0"/>
                    <a:pt x="16729" y="2915"/>
                    <a:pt x="16729" y="65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F510DF20-FACD-557C-F0FA-E537879A3861}"/>
                </a:ext>
              </a:extLst>
            </p:cNvPr>
            <p:cNvSpPr/>
            <p:nvPr/>
          </p:nvSpPr>
          <p:spPr>
            <a:xfrm>
              <a:off x="4869450" y="4784312"/>
              <a:ext cx="16729" cy="13180"/>
            </a:xfrm>
            <a:custGeom>
              <a:avLst/>
              <a:gdLst>
                <a:gd name="connsiteX0" fmla="*/ 16729 w 16729"/>
                <a:gd name="connsiteY0" fmla="*/ 6590 h 13180"/>
                <a:gd name="connsiteX1" fmla="*/ 8365 w 16729"/>
                <a:gd name="connsiteY1" fmla="*/ 13181 h 13180"/>
                <a:gd name="connsiteX2" fmla="*/ 0 w 16729"/>
                <a:gd name="connsiteY2" fmla="*/ 6590 h 13180"/>
                <a:gd name="connsiteX3" fmla="*/ 8365 w 16729"/>
                <a:gd name="connsiteY3" fmla="*/ 0 h 13180"/>
                <a:gd name="connsiteX4" fmla="*/ 16729 w 16729"/>
                <a:gd name="connsiteY4" fmla="*/ 6590 h 13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9" h="13180">
                  <a:moveTo>
                    <a:pt x="16729" y="6590"/>
                  </a:moveTo>
                  <a:cubicBezTo>
                    <a:pt x="16729" y="10266"/>
                    <a:pt x="12927" y="13181"/>
                    <a:pt x="8365" y="13181"/>
                  </a:cubicBezTo>
                  <a:cubicBezTo>
                    <a:pt x="3802" y="13181"/>
                    <a:pt x="0" y="10139"/>
                    <a:pt x="0" y="6590"/>
                  </a:cubicBezTo>
                  <a:cubicBezTo>
                    <a:pt x="0" y="3042"/>
                    <a:pt x="3802" y="0"/>
                    <a:pt x="8365" y="0"/>
                  </a:cubicBezTo>
                  <a:cubicBezTo>
                    <a:pt x="12927" y="0"/>
                    <a:pt x="16729" y="2915"/>
                    <a:pt x="16729" y="659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FC5A87B0-BBE5-B53D-B7C6-F86E414E61C2}"/>
                </a:ext>
              </a:extLst>
            </p:cNvPr>
            <p:cNvSpPr/>
            <p:nvPr/>
          </p:nvSpPr>
          <p:spPr>
            <a:xfrm>
              <a:off x="4767047" y="4718663"/>
              <a:ext cx="17489" cy="13940"/>
            </a:xfrm>
            <a:custGeom>
              <a:avLst/>
              <a:gdLst>
                <a:gd name="connsiteX0" fmla="*/ 17489 w 17489"/>
                <a:gd name="connsiteY0" fmla="*/ 6970 h 13940"/>
                <a:gd name="connsiteX1" fmla="*/ 8744 w 17489"/>
                <a:gd name="connsiteY1" fmla="*/ 13941 h 13940"/>
                <a:gd name="connsiteX2" fmla="*/ 0 w 17489"/>
                <a:gd name="connsiteY2" fmla="*/ 6970 h 13940"/>
                <a:gd name="connsiteX3" fmla="*/ 8744 w 17489"/>
                <a:gd name="connsiteY3" fmla="*/ 0 h 13940"/>
                <a:gd name="connsiteX4" fmla="*/ 17489 w 17489"/>
                <a:gd name="connsiteY4" fmla="*/ 6970 h 13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89" h="13940">
                  <a:moveTo>
                    <a:pt x="17489" y="6970"/>
                  </a:moveTo>
                  <a:cubicBezTo>
                    <a:pt x="17489" y="10772"/>
                    <a:pt x="13560" y="13941"/>
                    <a:pt x="8744" y="13941"/>
                  </a:cubicBezTo>
                  <a:cubicBezTo>
                    <a:pt x="3929" y="13941"/>
                    <a:pt x="0" y="10899"/>
                    <a:pt x="0" y="6970"/>
                  </a:cubicBezTo>
                  <a:cubicBezTo>
                    <a:pt x="0" y="3042"/>
                    <a:pt x="3929" y="0"/>
                    <a:pt x="8744" y="0"/>
                  </a:cubicBezTo>
                  <a:cubicBezTo>
                    <a:pt x="13560" y="0"/>
                    <a:pt x="17489" y="3042"/>
                    <a:pt x="17489" y="69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0BB8AE5B-3FDA-32FF-FE2C-11A75817DB14}"/>
                </a:ext>
              </a:extLst>
            </p:cNvPr>
            <p:cNvSpPr/>
            <p:nvPr/>
          </p:nvSpPr>
          <p:spPr>
            <a:xfrm>
              <a:off x="4670094" y="4648705"/>
              <a:ext cx="17489" cy="13941"/>
            </a:xfrm>
            <a:custGeom>
              <a:avLst/>
              <a:gdLst>
                <a:gd name="connsiteX0" fmla="*/ 17490 w 17489"/>
                <a:gd name="connsiteY0" fmla="*/ 6971 h 13941"/>
                <a:gd name="connsiteX1" fmla="*/ 8745 w 17489"/>
                <a:gd name="connsiteY1" fmla="*/ 13941 h 13941"/>
                <a:gd name="connsiteX2" fmla="*/ 0 w 17489"/>
                <a:gd name="connsiteY2" fmla="*/ 6971 h 13941"/>
                <a:gd name="connsiteX3" fmla="*/ 8745 w 17489"/>
                <a:gd name="connsiteY3" fmla="*/ 0 h 13941"/>
                <a:gd name="connsiteX4" fmla="*/ 17490 w 17489"/>
                <a:gd name="connsiteY4" fmla="*/ 6971 h 1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89" h="13941">
                  <a:moveTo>
                    <a:pt x="17490" y="6971"/>
                  </a:moveTo>
                  <a:cubicBezTo>
                    <a:pt x="17490" y="10773"/>
                    <a:pt x="13561" y="13941"/>
                    <a:pt x="8745" y="13941"/>
                  </a:cubicBezTo>
                  <a:cubicBezTo>
                    <a:pt x="3929" y="13941"/>
                    <a:pt x="0" y="10899"/>
                    <a:pt x="0" y="6971"/>
                  </a:cubicBezTo>
                  <a:cubicBezTo>
                    <a:pt x="0" y="3042"/>
                    <a:pt x="3929" y="0"/>
                    <a:pt x="8745" y="0"/>
                  </a:cubicBezTo>
                  <a:cubicBezTo>
                    <a:pt x="13561" y="0"/>
                    <a:pt x="17490" y="3042"/>
                    <a:pt x="17490" y="697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7D8C046A-EE89-E203-FF2F-CF903661F6E6}"/>
                </a:ext>
              </a:extLst>
            </p:cNvPr>
            <p:cNvSpPr/>
            <p:nvPr/>
          </p:nvSpPr>
          <p:spPr>
            <a:xfrm>
              <a:off x="4578844" y="4574057"/>
              <a:ext cx="17489" cy="13941"/>
            </a:xfrm>
            <a:custGeom>
              <a:avLst/>
              <a:gdLst>
                <a:gd name="connsiteX0" fmla="*/ 17490 w 17489"/>
                <a:gd name="connsiteY0" fmla="*/ 6970 h 13941"/>
                <a:gd name="connsiteX1" fmla="*/ 8745 w 17489"/>
                <a:gd name="connsiteY1" fmla="*/ 13941 h 13941"/>
                <a:gd name="connsiteX2" fmla="*/ 0 w 17489"/>
                <a:gd name="connsiteY2" fmla="*/ 6970 h 13941"/>
                <a:gd name="connsiteX3" fmla="*/ 8745 w 17489"/>
                <a:gd name="connsiteY3" fmla="*/ 0 h 13941"/>
                <a:gd name="connsiteX4" fmla="*/ 17490 w 17489"/>
                <a:gd name="connsiteY4" fmla="*/ 6970 h 1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89" h="13941">
                  <a:moveTo>
                    <a:pt x="17490" y="6970"/>
                  </a:moveTo>
                  <a:cubicBezTo>
                    <a:pt x="17490" y="10773"/>
                    <a:pt x="13560" y="13941"/>
                    <a:pt x="8745" y="13941"/>
                  </a:cubicBezTo>
                  <a:cubicBezTo>
                    <a:pt x="3929" y="13941"/>
                    <a:pt x="0" y="10899"/>
                    <a:pt x="0" y="6970"/>
                  </a:cubicBezTo>
                  <a:cubicBezTo>
                    <a:pt x="0" y="3042"/>
                    <a:pt x="3929" y="0"/>
                    <a:pt x="8745" y="0"/>
                  </a:cubicBezTo>
                  <a:cubicBezTo>
                    <a:pt x="13560" y="0"/>
                    <a:pt x="17490" y="3042"/>
                    <a:pt x="17490" y="69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08F96CBE-C5AC-4ABB-BF31-DD71D6643FAD}"/>
                </a:ext>
              </a:extLst>
            </p:cNvPr>
            <p:cNvSpPr/>
            <p:nvPr/>
          </p:nvSpPr>
          <p:spPr>
            <a:xfrm>
              <a:off x="4493931" y="4495481"/>
              <a:ext cx="16729" cy="13180"/>
            </a:xfrm>
            <a:custGeom>
              <a:avLst/>
              <a:gdLst>
                <a:gd name="connsiteX0" fmla="*/ 16729 w 16729"/>
                <a:gd name="connsiteY0" fmla="*/ 6591 h 13180"/>
                <a:gd name="connsiteX1" fmla="*/ 8365 w 16729"/>
                <a:gd name="connsiteY1" fmla="*/ 13181 h 13180"/>
                <a:gd name="connsiteX2" fmla="*/ 0 w 16729"/>
                <a:gd name="connsiteY2" fmla="*/ 6591 h 13180"/>
                <a:gd name="connsiteX3" fmla="*/ 8365 w 16729"/>
                <a:gd name="connsiteY3" fmla="*/ 0 h 13180"/>
                <a:gd name="connsiteX4" fmla="*/ 16729 w 16729"/>
                <a:gd name="connsiteY4" fmla="*/ 6591 h 13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9" h="13180">
                  <a:moveTo>
                    <a:pt x="16729" y="6591"/>
                  </a:moveTo>
                  <a:cubicBezTo>
                    <a:pt x="16729" y="10266"/>
                    <a:pt x="12927" y="13181"/>
                    <a:pt x="8365" y="13181"/>
                  </a:cubicBezTo>
                  <a:cubicBezTo>
                    <a:pt x="3802" y="13181"/>
                    <a:pt x="0" y="10266"/>
                    <a:pt x="0" y="6591"/>
                  </a:cubicBezTo>
                  <a:cubicBezTo>
                    <a:pt x="0" y="2915"/>
                    <a:pt x="3802" y="0"/>
                    <a:pt x="8365" y="0"/>
                  </a:cubicBezTo>
                  <a:cubicBezTo>
                    <a:pt x="12927" y="0"/>
                    <a:pt x="16729" y="3042"/>
                    <a:pt x="16729" y="65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50B3BC54-C8B0-96BF-F58E-0A0EE52E8F20}"/>
                </a:ext>
              </a:extLst>
            </p:cNvPr>
            <p:cNvSpPr/>
            <p:nvPr/>
          </p:nvSpPr>
          <p:spPr>
            <a:xfrm>
              <a:off x="4414974" y="4412469"/>
              <a:ext cx="16729" cy="13180"/>
            </a:xfrm>
            <a:custGeom>
              <a:avLst/>
              <a:gdLst>
                <a:gd name="connsiteX0" fmla="*/ 16729 w 16729"/>
                <a:gd name="connsiteY0" fmla="*/ 6590 h 13180"/>
                <a:gd name="connsiteX1" fmla="*/ 8365 w 16729"/>
                <a:gd name="connsiteY1" fmla="*/ 13181 h 13180"/>
                <a:gd name="connsiteX2" fmla="*/ 0 w 16729"/>
                <a:gd name="connsiteY2" fmla="*/ 6590 h 13180"/>
                <a:gd name="connsiteX3" fmla="*/ 8365 w 16729"/>
                <a:gd name="connsiteY3" fmla="*/ 0 h 13180"/>
                <a:gd name="connsiteX4" fmla="*/ 16729 w 16729"/>
                <a:gd name="connsiteY4" fmla="*/ 6590 h 13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9" h="13180">
                  <a:moveTo>
                    <a:pt x="16729" y="6590"/>
                  </a:moveTo>
                  <a:cubicBezTo>
                    <a:pt x="16729" y="10266"/>
                    <a:pt x="13054" y="13181"/>
                    <a:pt x="8365" y="13181"/>
                  </a:cubicBezTo>
                  <a:cubicBezTo>
                    <a:pt x="3675" y="13181"/>
                    <a:pt x="0" y="10139"/>
                    <a:pt x="0" y="6590"/>
                  </a:cubicBezTo>
                  <a:cubicBezTo>
                    <a:pt x="0" y="3042"/>
                    <a:pt x="3802" y="0"/>
                    <a:pt x="8365" y="0"/>
                  </a:cubicBezTo>
                  <a:cubicBezTo>
                    <a:pt x="12927" y="0"/>
                    <a:pt x="16729" y="2915"/>
                    <a:pt x="16729" y="659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5948E1B1-D632-3304-DDF6-8578C516B22E}"/>
                </a:ext>
              </a:extLst>
            </p:cNvPr>
            <p:cNvSpPr/>
            <p:nvPr/>
          </p:nvSpPr>
          <p:spPr>
            <a:xfrm>
              <a:off x="4342608" y="4325782"/>
              <a:ext cx="16729" cy="13180"/>
            </a:xfrm>
            <a:custGeom>
              <a:avLst/>
              <a:gdLst>
                <a:gd name="connsiteX0" fmla="*/ 16729 w 16729"/>
                <a:gd name="connsiteY0" fmla="*/ 6590 h 13180"/>
                <a:gd name="connsiteX1" fmla="*/ 8365 w 16729"/>
                <a:gd name="connsiteY1" fmla="*/ 13180 h 13180"/>
                <a:gd name="connsiteX2" fmla="*/ 0 w 16729"/>
                <a:gd name="connsiteY2" fmla="*/ 6590 h 13180"/>
                <a:gd name="connsiteX3" fmla="*/ 8365 w 16729"/>
                <a:gd name="connsiteY3" fmla="*/ 0 h 13180"/>
                <a:gd name="connsiteX4" fmla="*/ 16729 w 16729"/>
                <a:gd name="connsiteY4" fmla="*/ 6590 h 13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9" h="13180">
                  <a:moveTo>
                    <a:pt x="16729" y="6590"/>
                  </a:moveTo>
                  <a:cubicBezTo>
                    <a:pt x="16729" y="10266"/>
                    <a:pt x="12927" y="13180"/>
                    <a:pt x="8365" y="13180"/>
                  </a:cubicBezTo>
                  <a:cubicBezTo>
                    <a:pt x="3802" y="13180"/>
                    <a:pt x="0" y="10139"/>
                    <a:pt x="0" y="6590"/>
                  </a:cubicBezTo>
                  <a:cubicBezTo>
                    <a:pt x="0" y="3042"/>
                    <a:pt x="3802" y="0"/>
                    <a:pt x="8365" y="0"/>
                  </a:cubicBezTo>
                  <a:cubicBezTo>
                    <a:pt x="12927" y="0"/>
                    <a:pt x="16729" y="2915"/>
                    <a:pt x="16729" y="659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17530320-AC24-3960-E9B7-8F8E0B60B648}"/>
                </a:ext>
              </a:extLst>
            </p:cNvPr>
            <p:cNvSpPr/>
            <p:nvPr/>
          </p:nvSpPr>
          <p:spPr>
            <a:xfrm>
              <a:off x="4276959" y="4235672"/>
              <a:ext cx="16729" cy="13180"/>
            </a:xfrm>
            <a:custGeom>
              <a:avLst/>
              <a:gdLst>
                <a:gd name="connsiteX0" fmla="*/ 16729 w 16729"/>
                <a:gd name="connsiteY0" fmla="*/ 6591 h 13180"/>
                <a:gd name="connsiteX1" fmla="*/ 8365 w 16729"/>
                <a:gd name="connsiteY1" fmla="*/ 13181 h 13180"/>
                <a:gd name="connsiteX2" fmla="*/ 0 w 16729"/>
                <a:gd name="connsiteY2" fmla="*/ 6591 h 13180"/>
                <a:gd name="connsiteX3" fmla="*/ 8365 w 16729"/>
                <a:gd name="connsiteY3" fmla="*/ 0 h 13180"/>
                <a:gd name="connsiteX4" fmla="*/ 16729 w 16729"/>
                <a:gd name="connsiteY4" fmla="*/ 6591 h 13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9" h="13180">
                  <a:moveTo>
                    <a:pt x="16729" y="6591"/>
                  </a:moveTo>
                  <a:cubicBezTo>
                    <a:pt x="16729" y="10266"/>
                    <a:pt x="12927" y="13181"/>
                    <a:pt x="8365" y="13181"/>
                  </a:cubicBezTo>
                  <a:cubicBezTo>
                    <a:pt x="3802" y="13181"/>
                    <a:pt x="0" y="10266"/>
                    <a:pt x="0" y="6591"/>
                  </a:cubicBezTo>
                  <a:cubicBezTo>
                    <a:pt x="0" y="2915"/>
                    <a:pt x="3675" y="0"/>
                    <a:pt x="8365" y="0"/>
                  </a:cubicBezTo>
                  <a:cubicBezTo>
                    <a:pt x="13054" y="0"/>
                    <a:pt x="16729" y="2915"/>
                    <a:pt x="16729" y="65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76FC17A0-048D-46C2-8FF1-7B7C340A53D8}"/>
                </a:ext>
              </a:extLst>
            </p:cNvPr>
            <p:cNvSpPr/>
            <p:nvPr/>
          </p:nvSpPr>
          <p:spPr>
            <a:xfrm>
              <a:off x="4218914" y="4142901"/>
              <a:ext cx="15968" cy="12673"/>
            </a:xfrm>
            <a:custGeom>
              <a:avLst/>
              <a:gdLst>
                <a:gd name="connsiteX0" fmla="*/ 15968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8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8" y="6337"/>
                  </a:moveTo>
                  <a:cubicBezTo>
                    <a:pt x="15968" y="9885"/>
                    <a:pt x="12420" y="12674"/>
                    <a:pt x="7984" y="12674"/>
                  </a:cubicBezTo>
                  <a:cubicBezTo>
                    <a:pt x="3549" y="12674"/>
                    <a:pt x="0" y="9885"/>
                    <a:pt x="0" y="6337"/>
                  </a:cubicBezTo>
                  <a:cubicBezTo>
                    <a:pt x="0" y="2788"/>
                    <a:pt x="3549" y="0"/>
                    <a:pt x="7984" y="0"/>
                  </a:cubicBezTo>
                  <a:cubicBezTo>
                    <a:pt x="12420" y="0"/>
                    <a:pt x="15968" y="2788"/>
                    <a:pt x="15968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2D11BBB9-8C27-5EB8-F95F-5AC4F2B30005}"/>
                </a:ext>
              </a:extLst>
            </p:cNvPr>
            <p:cNvSpPr/>
            <p:nvPr/>
          </p:nvSpPr>
          <p:spPr>
            <a:xfrm>
              <a:off x="4167839" y="4047216"/>
              <a:ext cx="15968" cy="12673"/>
            </a:xfrm>
            <a:custGeom>
              <a:avLst/>
              <a:gdLst>
                <a:gd name="connsiteX0" fmla="*/ 15969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9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9" y="6337"/>
                  </a:moveTo>
                  <a:cubicBezTo>
                    <a:pt x="15969" y="9759"/>
                    <a:pt x="12420" y="12674"/>
                    <a:pt x="7984" y="12674"/>
                  </a:cubicBezTo>
                  <a:cubicBezTo>
                    <a:pt x="3549" y="12674"/>
                    <a:pt x="0" y="9885"/>
                    <a:pt x="0" y="6337"/>
                  </a:cubicBezTo>
                  <a:cubicBezTo>
                    <a:pt x="0" y="2788"/>
                    <a:pt x="3549" y="0"/>
                    <a:pt x="7984" y="0"/>
                  </a:cubicBezTo>
                  <a:cubicBezTo>
                    <a:pt x="12420" y="0"/>
                    <a:pt x="15969" y="2788"/>
                    <a:pt x="15969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667E0E63-B9AE-C9AA-E122-461B45740469}"/>
                </a:ext>
              </a:extLst>
            </p:cNvPr>
            <p:cNvSpPr/>
            <p:nvPr/>
          </p:nvSpPr>
          <p:spPr>
            <a:xfrm>
              <a:off x="4124623" y="3949376"/>
              <a:ext cx="15334" cy="12166"/>
            </a:xfrm>
            <a:custGeom>
              <a:avLst/>
              <a:gdLst>
                <a:gd name="connsiteX0" fmla="*/ 15335 w 15334"/>
                <a:gd name="connsiteY0" fmla="*/ 6083 h 12166"/>
                <a:gd name="connsiteX1" fmla="*/ 7604 w 15334"/>
                <a:gd name="connsiteY1" fmla="*/ 12167 h 12166"/>
                <a:gd name="connsiteX2" fmla="*/ 0 w 15334"/>
                <a:gd name="connsiteY2" fmla="*/ 6083 h 12166"/>
                <a:gd name="connsiteX3" fmla="*/ 7604 w 15334"/>
                <a:gd name="connsiteY3" fmla="*/ 0 h 12166"/>
                <a:gd name="connsiteX4" fmla="*/ 15335 w 15334"/>
                <a:gd name="connsiteY4" fmla="*/ 6083 h 1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34" h="12166">
                  <a:moveTo>
                    <a:pt x="15335" y="6083"/>
                  </a:moveTo>
                  <a:cubicBezTo>
                    <a:pt x="15335" y="9378"/>
                    <a:pt x="11913" y="12167"/>
                    <a:pt x="7604" y="12167"/>
                  </a:cubicBezTo>
                  <a:cubicBezTo>
                    <a:pt x="3295" y="12167"/>
                    <a:pt x="0" y="9505"/>
                    <a:pt x="0" y="6083"/>
                  </a:cubicBezTo>
                  <a:cubicBezTo>
                    <a:pt x="0" y="2661"/>
                    <a:pt x="3422" y="0"/>
                    <a:pt x="7604" y="0"/>
                  </a:cubicBezTo>
                  <a:cubicBezTo>
                    <a:pt x="11786" y="0"/>
                    <a:pt x="15335" y="2661"/>
                    <a:pt x="15335" y="60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FA5999CB-3DA5-51DD-EBA5-FD78B7A1C2AA}"/>
                </a:ext>
              </a:extLst>
            </p:cNvPr>
            <p:cNvSpPr/>
            <p:nvPr/>
          </p:nvSpPr>
          <p:spPr>
            <a:xfrm>
              <a:off x="4089263" y="3849635"/>
              <a:ext cx="14447" cy="11533"/>
            </a:xfrm>
            <a:custGeom>
              <a:avLst/>
              <a:gdLst>
                <a:gd name="connsiteX0" fmla="*/ 14448 w 14447"/>
                <a:gd name="connsiteY0" fmla="*/ 5830 h 11533"/>
                <a:gd name="connsiteX1" fmla="*/ 7224 w 14447"/>
                <a:gd name="connsiteY1" fmla="*/ 11533 h 11533"/>
                <a:gd name="connsiteX2" fmla="*/ 0 w 14447"/>
                <a:gd name="connsiteY2" fmla="*/ 5830 h 11533"/>
                <a:gd name="connsiteX3" fmla="*/ 7224 w 14447"/>
                <a:gd name="connsiteY3" fmla="*/ 0 h 11533"/>
                <a:gd name="connsiteX4" fmla="*/ 14448 w 14447"/>
                <a:gd name="connsiteY4" fmla="*/ 5830 h 11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47" h="11533">
                  <a:moveTo>
                    <a:pt x="14448" y="5830"/>
                  </a:moveTo>
                  <a:cubicBezTo>
                    <a:pt x="14448" y="8998"/>
                    <a:pt x="11153" y="11533"/>
                    <a:pt x="7224" y="11533"/>
                  </a:cubicBezTo>
                  <a:cubicBezTo>
                    <a:pt x="3295" y="11533"/>
                    <a:pt x="0" y="8998"/>
                    <a:pt x="0" y="5830"/>
                  </a:cubicBezTo>
                  <a:cubicBezTo>
                    <a:pt x="0" y="2661"/>
                    <a:pt x="3295" y="0"/>
                    <a:pt x="7224" y="0"/>
                  </a:cubicBezTo>
                  <a:cubicBezTo>
                    <a:pt x="11153" y="0"/>
                    <a:pt x="14448" y="2535"/>
                    <a:pt x="14448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4A5BF237-4F96-AA33-8277-8F26D880E4AE}"/>
                </a:ext>
              </a:extLst>
            </p:cNvPr>
            <p:cNvSpPr/>
            <p:nvPr/>
          </p:nvSpPr>
          <p:spPr>
            <a:xfrm>
              <a:off x="4061128" y="3747993"/>
              <a:ext cx="14447" cy="11532"/>
            </a:xfrm>
            <a:custGeom>
              <a:avLst/>
              <a:gdLst>
                <a:gd name="connsiteX0" fmla="*/ 14448 w 14447"/>
                <a:gd name="connsiteY0" fmla="*/ 5830 h 11532"/>
                <a:gd name="connsiteX1" fmla="*/ 7224 w 14447"/>
                <a:gd name="connsiteY1" fmla="*/ 11533 h 11532"/>
                <a:gd name="connsiteX2" fmla="*/ 0 w 14447"/>
                <a:gd name="connsiteY2" fmla="*/ 5830 h 11532"/>
                <a:gd name="connsiteX3" fmla="*/ 7224 w 14447"/>
                <a:gd name="connsiteY3" fmla="*/ 0 h 11532"/>
                <a:gd name="connsiteX4" fmla="*/ 14448 w 14447"/>
                <a:gd name="connsiteY4" fmla="*/ 5830 h 11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47" h="11532">
                  <a:moveTo>
                    <a:pt x="14448" y="5830"/>
                  </a:moveTo>
                  <a:cubicBezTo>
                    <a:pt x="14448" y="8998"/>
                    <a:pt x="11153" y="11533"/>
                    <a:pt x="7224" y="11533"/>
                  </a:cubicBezTo>
                  <a:cubicBezTo>
                    <a:pt x="3295" y="11533"/>
                    <a:pt x="0" y="8998"/>
                    <a:pt x="0" y="5830"/>
                  </a:cubicBezTo>
                  <a:cubicBezTo>
                    <a:pt x="0" y="2661"/>
                    <a:pt x="3295" y="0"/>
                    <a:pt x="7224" y="0"/>
                  </a:cubicBezTo>
                  <a:cubicBezTo>
                    <a:pt x="11153" y="0"/>
                    <a:pt x="14448" y="2534"/>
                    <a:pt x="14448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E508F8AF-FF0C-1414-EDED-3D607387FCD9}"/>
                </a:ext>
              </a:extLst>
            </p:cNvPr>
            <p:cNvSpPr/>
            <p:nvPr/>
          </p:nvSpPr>
          <p:spPr>
            <a:xfrm>
              <a:off x="4041484" y="3645590"/>
              <a:ext cx="13687" cy="10899"/>
            </a:xfrm>
            <a:custGeom>
              <a:avLst/>
              <a:gdLst>
                <a:gd name="connsiteX0" fmla="*/ 13687 w 13687"/>
                <a:gd name="connsiteY0" fmla="*/ 5450 h 10899"/>
                <a:gd name="connsiteX1" fmla="*/ 6843 w 13687"/>
                <a:gd name="connsiteY1" fmla="*/ 10899 h 10899"/>
                <a:gd name="connsiteX2" fmla="*/ 0 w 13687"/>
                <a:gd name="connsiteY2" fmla="*/ 5450 h 10899"/>
                <a:gd name="connsiteX3" fmla="*/ 6843 w 13687"/>
                <a:gd name="connsiteY3" fmla="*/ 0 h 10899"/>
                <a:gd name="connsiteX4" fmla="*/ 13687 w 13687"/>
                <a:gd name="connsiteY4" fmla="*/ 5450 h 10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87" h="10899">
                  <a:moveTo>
                    <a:pt x="13687" y="5450"/>
                  </a:moveTo>
                  <a:cubicBezTo>
                    <a:pt x="13687" y="8491"/>
                    <a:pt x="10519" y="10899"/>
                    <a:pt x="6843" y="10899"/>
                  </a:cubicBezTo>
                  <a:cubicBezTo>
                    <a:pt x="3168" y="10899"/>
                    <a:pt x="0" y="8491"/>
                    <a:pt x="0" y="5450"/>
                  </a:cubicBezTo>
                  <a:cubicBezTo>
                    <a:pt x="0" y="2408"/>
                    <a:pt x="3042" y="0"/>
                    <a:pt x="6843" y="0"/>
                  </a:cubicBezTo>
                  <a:cubicBezTo>
                    <a:pt x="10646" y="0"/>
                    <a:pt x="13687" y="2408"/>
                    <a:pt x="13687" y="545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7A1C5429-0AE6-A03B-C928-D42F24B573EE}"/>
                </a:ext>
              </a:extLst>
            </p:cNvPr>
            <p:cNvSpPr/>
            <p:nvPr/>
          </p:nvSpPr>
          <p:spPr>
            <a:xfrm>
              <a:off x="4029571" y="3542300"/>
              <a:ext cx="13180" cy="10518"/>
            </a:xfrm>
            <a:custGeom>
              <a:avLst/>
              <a:gdLst>
                <a:gd name="connsiteX0" fmla="*/ 13180 w 13180"/>
                <a:gd name="connsiteY0" fmla="*/ 5196 h 10518"/>
                <a:gd name="connsiteX1" fmla="*/ 6590 w 13180"/>
                <a:gd name="connsiteY1" fmla="*/ 10519 h 10518"/>
                <a:gd name="connsiteX2" fmla="*/ 0 w 13180"/>
                <a:gd name="connsiteY2" fmla="*/ 5196 h 10518"/>
                <a:gd name="connsiteX3" fmla="*/ 6590 w 13180"/>
                <a:gd name="connsiteY3" fmla="*/ 0 h 10518"/>
                <a:gd name="connsiteX4" fmla="*/ 13180 w 13180"/>
                <a:gd name="connsiteY4" fmla="*/ 5196 h 10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80" h="10518">
                  <a:moveTo>
                    <a:pt x="13180" y="5196"/>
                  </a:moveTo>
                  <a:lnTo>
                    <a:pt x="6590" y="10519"/>
                  </a:lnTo>
                  <a:lnTo>
                    <a:pt x="0" y="5196"/>
                  </a:lnTo>
                  <a:lnTo>
                    <a:pt x="6590" y="0"/>
                  </a:lnTo>
                  <a:lnTo>
                    <a:pt x="13180" y="519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A4F03D9E-C160-75CF-4696-A9FDFD4CC907}"/>
                </a:ext>
              </a:extLst>
            </p:cNvPr>
            <p:cNvSpPr/>
            <p:nvPr/>
          </p:nvSpPr>
          <p:spPr>
            <a:xfrm>
              <a:off x="4025895" y="3438630"/>
              <a:ext cx="12420" cy="9885"/>
            </a:xfrm>
            <a:custGeom>
              <a:avLst/>
              <a:gdLst>
                <a:gd name="connsiteX0" fmla="*/ 12420 w 12420"/>
                <a:gd name="connsiteY0" fmla="*/ 4943 h 9885"/>
                <a:gd name="connsiteX1" fmla="*/ 6210 w 12420"/>
                <a:gd name="connsiteY1" fmla="*/ 9885 h 9885"/>
                <a:gd name="connsiteX2" fmla="*/ 0 w 12420"/>
                <a:gd name="connsiteY2" fmla="*/ 4943 h 9885"/>
                <a:gd name="connsiteX3" fmla="*/ 6210 w 12420"/>
                <a:gd name="connsiteY3" fmla="*/ 0 h 9885"/>
                <a:gd name="connsiteX4" fmla="*/ 12420 w 12420"/>
                <a:gd name="connsiteY4" fmla="*/ 4943 h 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20" h="9885">
                  <a:moveTo>
                    <a:pt x="12420" y="4943"/>
                  </a:moveTo>
                  <a:lnTo>
                    <a:pt x="6210" y="9885"/>
                  </a:lnTo>
                  <a:lnTo>
                    <a:pt x="0" y="4943"/>
                  </a:lnTo>
                  <a:lnTo>
                    <a:pt x="6210" y="0"/>
                  </a:lnTo>
                  <a:lnTo>
                    <a:pt x="12420" y="494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D06DF147-2AB6-6054-980A-12768CDF7DE2}"/>
                </a:ext>
              </a:extLst>
            </p:cNvPr>
            <p:cNvSpPr/>
            <p:nvPr/>
          </p:nvSpPr>
          <p:spPr>
            <a:xfrm>
              <a:off x="4030331" y="3335087"/>
              <a:ext cx="11659" cy="9125"/>
            </a:xfrm>
            <a:custGeom>
              <a:avLst/>
              <a:gdLst>
                <a:gd name="connsiteX0" fmla="*/ 11659 w 11659"/>
                <a:gd name="connsiteY0" fmla="*/ 4563 h 9125"/>
                <a:gd name="connsiteX1" fmla="*/ 5830 w 11659"/>
                <a:gd name="connsiteY1" fmla="*/ 9125 h 9125"/>
                <a:gd name="connsiteX2" fmla="*/ 0 w 11659"/>
                <a:gd name="connsiteY2" fmla="*/ 4563 h 9125"/>
                <a:gd name="connsiteX3" fmla="*/ 5830 w 11659"/>
                <a:gd name="connsiteY3" fmla="*/ 0 h 9125"/>
                <a:gd name="connsiteX4" fmla="*/ 11659 w 11659"/>
                <a:gd name="connsiteY4" fmla="*/ 4563 h 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59" h="9125">
                  <a:moveTo>
                    <a:pt x="11659" y="4563"/>
                  </a:moveTo>
                  <a:lnTo>
                    <a:pt x="5830" y="9125"/>
                  </a:lnTo>
                  <a:lnTo>
                    <a:pt x="0" y="4563"/>
                  </a:lnTo>
                  <a:lnTo>
                    <a:pt x="5830" y="0"/>
                  </a:lnTo>
                  <a:lnTo>
                    <a:pt x="11659" y="456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9B7FD90C-DAC6-EA00-BF40-383530592E6A}"/>
                </a:ext>
              </a:extLst>
            </p:cNvPr>
            <p:cNvSpPr/>
            <p:nvPr/>
          </p:nvSpPr>
          <p:spPr>
            <a:xfrm>
              <a:off x="4042751" y="3231797"/>
              <a:ext cx="11025" cy="8744"/>
            </a:xfrm>
            <a:custGeom>
              <a:avLst/>
              <a:gdLst>
                <a:gd name="connsiteX0" fmla="*/ 11026 w 11025"/>
                <a:gd name="connsiteY0" fmla="*/ 4309 h 8744"/>
                <a:gd name="connsiteX1" fmla="*/ 5450 w 11025"/>
                <a:gd name="connsiteY1" fmla="*/ 8745 h 8744"/>
                <a:gd name="connsiteX2" fmla="*/ 0 w 11025"/>
                <a:gd name="connsiteY2" fmla="*/ 4309 h 8744"/>
                <a:gd name="connsiteX3" fmla="*/ 5450 w 11025"/>
                <a:gd name="connsiteY3" fmla="*/ 0 h 8744"/>
                <a:gd name="connsiteX4" fmla="*/ 11026 w 11025"/>
                <a:gd name="connsiteY4" fmla="*/ 4309 h 8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25" h="8744">
                  <a:moveTo>
                    <a:pt x="11026" y="4309"/>
                  </a:moveTo>
                  <a:lnTo>
                    <a:pt x="5450" y="8745"/>
                  </a:lnTo>
                  <a:lnTo>
                    <a:pt x="0" y="4309"/>
                  </a:lnTo>
                  <a:lnTo>
                    <a:pt x="5450" y="0"/>
                  </a:lnTo>
                  <a:lnTo>
                    <a:pt x="11026" y="430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6D9C84FD-82E5-8A0F-37E0-0CFCCFCC0D6B}"/>
                </a:ext>
              </a:extLst>
            </p:cNvPr>
            <p:cNvSpPr/>
            <p:nvPr/>
          </p:nvSpPr>
          <p:spPr>
            <a:xfrm>
              <a:off x="4063282" y="3129394"/>
              <a:ext cx="10139" cy="7984"/>
            </a:xfrm>
            <a:custGeom>
              <a:avLst/>
              <a:gdLst>
                <a:gd name="connsiteX0" fmla="*/ 10139 w 10139"/>
                <a:gd name="connsiteY0" fmla="*/ 3929 h 7984"/>
                <a:gd name="connsiteX1" fmla="*/ 5070 w 10139"/>
                <a:gd name="connsiteY1" fmla="*/ 7984 h 7984"/>
                <a:gd name="connsiteX2" fmla="*/ 0 w 10139"/>
                <a:gd name="connsiteY2" fmla="*/ 3929 h 7984"/>
                <a:gd name="connsiteX3" fmla="*/ 5070 w 10139"/>
                <a:gd name="connsiteY3" fmla="*/ 0 h 7984"/>
                <a:gd name="connsiteX4" fmla="*/ 10139 w 10139"/>
                <a:gd name="connsiteY4" fmla="*/ 3929 h 7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39" h="7984">
                  <a:moveTo>
                    <a:pt x="10139" y="3929"/>
                  </a:moveTo>
                  <a:lnTo>
                    <a:pt x="5070" y="7984"/>
                  </a:lnTo>
                  <a:lnTo>
                    <a:pt x="0" y="3929"/>
                  </a:lnTo>
                  <a:lnTo>
                    <a:pt x="5070" y="0"/>
                  </a:lnTo>
                  <a:lnTo>
                    <a:pt x="10139" y="392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0B2AF82C-6418-08DA-556A-F4DA3A30942B}"/>
                </a:ext>
              </a:extLst>
            </p:cNvPr>
            <p:cNvSpPr/>
            <p:nvPr/>
          </p:nvSpPr>
          <p:spPr>
            <a:xfrm>
              <a:off x="4092051" y="3028386"/>
              <a:ext cx="8617" cy="6843"/>
            </a:xfrm>
            <a:custGeom>
              <a:avLst/>
              <a:gdLst>
                <a:gd name="connsiteX0" fmla="*/ 8618 w 8617"/>
                <a:gd name="connsiteY0" fmla="*/ 3422 h 6843"/>
                <a:gd name="connsiteX1" fmla="*/ 4309 w 8617"/>
                <a:gd name="connsiteY1" fmla="*/ 6844 h 6843"/>
                <a:gd name="connsiteX2" fmla="*/ 0 w 8617"/>
                <a:gd name="connsiteY2" fmla="*/ 3422 h 6843"/>
                <a:gd name="connsiteX3" fmla="*/ 4309 w 8617"/>
                <a:gd name="connsiteY3" fmla="*/ 0 h 6843"/>
                <a:gd name="connsiteX4" fmla="*/ 8618 w 8617"/>
                <a:gd name="connsiteY4" fmla="*/ 3422 h 6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7" h="6843">
                  <a:moveTo>
                    <a:pt x="8618" y="3422"/>
                  </a:moveTo>
                  <a:lnTo>
                    <a:pt x="4309" y="6844"/>
                  </a:lnTo>
                  <a:lnTo>
                    <a:pt x="0" y="3422"/>
                  </a:lnTo>
                  <a:lnTo>
                    <a:pt x="4309" y="0"/>
                  </a:lnTo>
                  <a:lnTo>
                    <a:pt x="8618" y="342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865D57AA-FCA3-C440-925B-8887FCF9354C}"/>
                </a:ext>
              </a:extLst>
            </p:cNvPr>
            <p:cNvSpPr/>
            <p:nvPr/>
          </p:nvSpPr>
          <p:spPr>
            <a:xfrm>
              <a:off x="4128298" y="2928645"/>
              <a:ext cx="7984" cy="6336"/>
            </a:xfrm>
            <a:custGeom>
              <a:avLst/>
              <a:gdLst>
                <a:gd name="connsiteX0" fmla="*/ 7984 w 7984"/>
                <a:gd name="connsiteY0" fmla="*/ 3168 h 6336"/>
                <a:gd name="connsiteX1" fmla="*/ 3929 w 7984"/>
                <a:gd name="connsiteY1" fmla="*/ 6337 h 6336"/>
                <a:gd name="connsiteX2" fmla="*/ 0 w 7984"/>
                <a:gd name="connsiteY2" fmla="*/ 3168 h 6336"/>
                <a:gd name="connsiteX3" fmla="*/ 3929 w 7984"/>
                <a:gd name="connsiteY3" fmla="*/ 0 h 6336"/>
                <a:gd name="connsiteX4" fmla="*/ 7984 w 7984"/>
                <a:gd name="connsiteY4" fmla="*/ 3168 h 6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84" h="6336">
                  <a:moveTo>
                    <a:pt x="7984" y="3168"/>
                  </a:moveTo>
                  <a:lnTo>
                    <a:pt x="3929" y="6337"/>
                  </a:lnTo>
                  <a:lnTo>
                    <a:pt x="0" y="3168"/>
                  </a:lnTo>
                  <a:lnTo>
                    <a:pt x="3929" y="0"/>
                  </a:lnTo>
                  <a:lnTo>
                    <a:pt x="7984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7BB85EEB-F9E8-C958-D441-67F89BCE1CE7}"/>
                </a:ext>
              </a:extLst>
            </p:cNvPr>
            <p:cNvSpPr/>
            <p:nvPr/>
          </p:nvSpPr>
          <p:spPr>
            <a:xfrm>
              <a:off x="4172149" y="2830804"/>
              <a:ext cx="7350" cy="5829"/>
            </a:xfrm>
            <a:custGeom>
              <a:avLst/>
              <a:gdLst>
                <a:gd name="connsiteX0" fmla="*/ 7351 w 7350"/>
                <a:gd name="connsiteY0" fmla="*/ 2915 h 5829"/>
                <a:gd name="connsiteX1" fmla="*/ 3675 w 7350"/>
                <a:gd name="connsiteY1" fmla="*/ 5830 h 5829"/>
                <a:gd name="connsiteX2" fmla="*/ 0 w 7350"/>
                <a:gd name="connsiteY2" fmla="*/ 2915 h 5829"/>
                <a:gd name="connsiteX3" fmla="*/ 3675 w 7350"/>
                <a:gd name="connsiteY3" fmla="*/ 0 h 5829"/>
                <a:gd name="connsiteX4" fmla="*/ 7351 w 7350"/>
                <a:gd name="connsiteY4" fmla="*/ 2915 h 5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0" h="5829">
                  <a:moveTo>
                    <a:pt x="7351" y="2915"/>
                  </a:moveTo>
                  <a:lnTo>
                    <a:pt x="3675" y="5830"/>
                  </a:lnTo>
                  <a:lnTo>
                    <a:pt x="0" y="2915"/>
                  </a:lnTo>
                  <a:lnTo>
                    <a:pt x="3675" y="0"/>
                  </a:lnTo>
                  <a:lnTo>
                    <a:pt x="7351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93C91685-3DCF-E989-C7EF-C83665642486}"/>
                </a:ext>
              </a:extLst>
            </p:cNvPr>
            <p:cNvSpPr/>
            <p:nvPr/>
          </p:nvSpPr>
          <p:spPr>
            <a:xfrm>
              <a:off x="4224110" y="2735752"/>
              <a:ext cx="5703" cy="4435"/>
            </a:xfrm>
            <a:custGeom>
              <a:avLst/>
              <a:gdLst>
                <a:gd name="connsiteX0" fmla="*/ 5703 w 5703"/>
                <a:gd name="connsiteY0" fmla="*/ 2281 h 4435"/>
                <a:gd name="connsiteX1" fmla="*/ 2788 w 5703"/>
                <a:gd name="connsiteY1" fmla="*/ 4436 h 4435"/>
                <a:gd name="connsiteX2" fmla="*/ 0 w 5703"/>
                <a:gd name="connsiteY2" fmla="*/ 2281 h 4435"/>
                <a:gd name="connsiteX3" fmla="*/ 2788 w 5703"/>
                <a:gd name="connsiteY3" fmla="*/ 0 h 4435"/>
                <a:gd name="connsiteX4" fmla="*/ 5703 w 5703"/>
                <a:gd name="connsiteY4" fmla="*/ 2281 h 4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03" h="4435">
                  <a:moveTo>
                    <a:pt x="5703" y="2281"/>
                  </a:moveTo>
                  <a:lnTo>
                    <a:pt x="2788" y="4436"/>
                  </a:lnTo>
                  <a:lnTo>
                    <a:pt x="0" y="2281"/>
                  </a:lnTo>
                  <a:lnTo>
                    <a:pt x="2788" y="0"/>
                  </a:lnTo>
                  <a:lnTo>
                    <a:pt x="5703" y="22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063714DA-16DE-8636-5F4D-8854465FC6BF}"/>
                </a:ext>
              </a:extLst>
            </p:cNvPr>
            <p:cNvSpPr/>
            <p:nvPr/>
          </p:nvSpPr>
          <p:spPr>
            <a:xfrm>
              <a:off x="4282789" y="2642855"/>
              <a:ext cx="5069" cy="4055"/>
            </a:xfrm>
            <a:custGeom>
              <a:avLst/>
              <a:gdLst>
                <a:gd name="connsiteX0" fmla="*/ 5069 w 5069"/>
                <a:gd name="connsiteY0" fmla="*/ 2028 h 4055"/>
                <a:gd name="connsiteX1" fmla="*/ 2535 w 5069"/>
                <a:gd name="connsiteY1" fmla="*/ 4055 h 4055"/>
                <a:gd name="connsiteX2" fmla="*/ 0 w 5069"/>
                <a:gd name="connsiteY2" fmla="*/ 2028 h 4055"/>
                <a:gd name="connsiteX3" fmla="*/ 2535 w 5069"/>
                <a:gd name="connsiteY3" fmla="*/ 0 h 4055"/>
                <a:gd name="connsiteX4" fmla="*/ 5069 w 5069"/>
                <a:gd name="connsiteY4" fmla="*/ 2028 h 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9" h="4055">
                  <a:moveTo>
                    <a:pt x="5069" y="2028"/>
                  </a:moveTo>
                  <a:lnTo>
                    <a:pt x="2535" y="4055"/>
                  </a:lnTo>
                  <a:lnTo>
                    <a:pt x="0" y="2028"/>
                  </a:lnTo>
                  <a:lnTo>
                    <a:pt x="2535" y="0"/>
                  </a:lnTo>
                  <a:lnTo>
                    <a:pt x="5069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E438FD09-2C9A-7B71-2950-CFABA207BF70}"/>
                </a:ext>
              </a:extLst>
            </p:cNvPr>
            <p:cNvSpPr/>
            <p:nvPr/>
          </p:nvSpPr>
          <p:spPr>
            <a:xfrm>
              <a:off x="4349199" y="2553379"/>
              <a:ext cx="3548" cy="2914"/>
            </a:xfrm>
            <a:custGeom>
              <a:avLst/>
              <a:gdLst>
                <a:gd name="connsiteX0" fmla="*/ 3549 w 3548"/>
                <a:gd name="connsiteY0" fmla="*/ 1521 h 2914"/>
                <a:gd name="connsiteX1" fmla="*/ 1774 w 3548"/>
                <a:gd name="connsiteY1" fmla="*/ 2915 h 2914"/>
                <a:gd name="connsiteX2" fmla="*/ 0 w 3548"/>
                <a:gd name="connsiteY2" fmla="*/ 1521 h 2914"/>
                <a:gd name="connsiteX3" fmla="*/ 1774 w 3548"/>
                <a:gd name="connsiteY3" fmla="*/ 0 h 2914"/>
                <a:gd name="connsiteX4" fmla="*/ 3549 w 3548"/>
                <a:gd name="connsiteY4" fmla="*/ 1521 h 2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914">
                  <a:moveTo>
                    <a:pt x="3549" y="1521"/>
                  </a:moveTo>
                  <a:lnTo>
                    <a:pt x="1774" y="2915"/>
                  </a:lnTo>
                  <a:lnTo>
                    <a:pt x="0" y="1521"/>
                  </a:lnTo>
                  <a:lnTo>
                    <a:pt x="1774" y="0"/>
                  </a:lnTo>
                  <a:lnTo>
                    <a:pt x="3549" y="152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03F20966-9FC8-9EBB-E48B-B7FB71068790}"/>
                </a:ext>
              </a:extLst>
            </p:cNvPr>
            <p:cNvSpPr/>
            <p:nvPr/>
          </p:nvSpPr>
          <p:spPr>
            <a:xfrm>
              <a:off x="4421818" y="2466945"/>
              <a:ext cx="3041" cy="2408"/>
            </a:xfrm>
            <a:custGeom>
              <a:avLst/>
              <a:gdLst>
                <a:gd name="connsiteX0" fmla="*/ 3042 w 3041"/>
                <a:gd name="connsiteY0" fmla="*/ 1141 h 2408"/>
                <a:gd name="connsiteX1" fmla="*/ 1521 w 3041"/>
                <a:gd name="connsiteY1" fmla="*/ 2408 h 2408"/>
                <a:gd name="connsiteX2" fmla="*/ 0 w 3041"/>
                <a:gd name="connsiteY2" fmla="*/ 1141 h 2408"/>
                <a:gd name="connsiteX3" fmla="*/ 1521 w 3041"/>
                <a:gd name="connsiteY3" fmla="*/ 0 h 2408"/>
                <a:gd name="connsiteX4" fmla="*/ 3042 w 3041"/>
                <a:gd name="connsiteY4" fmla="*/ 1141 h 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1" h="2408">
                  <a:moveTo>
                    <a:pt x="3042" y="1141"/>
                  </a:moveTo>
                  <a:lnTo>
                    <a:pt x="1521" y="2408"/>
                  </a:lnTo>
                  <a:lnTo>
                    <a:pt x="0" y="1141"/>
                  </a:lnTo>
                  <a:lnTo>
                    <a:pt x="1521" y="0"/>
                  </a:lnTo>
                  <a:lnTo>
                    <a:pt x="3042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A6BA0186-5E5E-8F43-3B01-F3FCABC62B4C}"/>
                </a:ext>
              </a:extLst>
            </p:cNvPr>
            <p:cNvSpPr/>
            <p:nvPr/>
          </p:nvSpPr>
          <p:spPr>
            <a:xfrm>
              <a:off x="4501662" y="2384694"/>
              <a:ext cx="1393" cy="1013"/>
            </a:xfrm>
            <a:custGeom>
              <a:avLst/>
              <a:gdLst>
                <a:gd name="connsiteX0" fmla="*/ 1394 w 1393"/>
                <a:gd name="connsiteY0" fmla="*/ 507 h 1013"/>
                <a:gd name="connsiteX1" fmla="*/ 634 w 1393"/>
                <a:gd name="connsiteY1" fmla="*/ 1014 h 1013"/>
                <a:gd name="connsiteX2" fmla="*/ 0 w 1393"/>
                <a:gd name="connsiteY2" fmla="*/ 507 h 1013"/>
                <a:gd name="connsiteX3" fmla="*/ 634 w 1393"/>
                <a:gd name="connsiteY3" fmla="*/ 0 h 1013"/>
                <a:gd name="connsiteX4" fmla="*/ 1394 w 1393"/>
                <a:gd name="connsiteY4" fmla="*/ 507 h 1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3" h="1013">
                  <a:moveTo>
                    <a:pt x="1394" y="507"/>
                  </a:moveTo>
                  <a:lnTo>
                    <a:pt x="634" y="1014"/>
                  </a:lnTo>
                  <a:lnTo>
                    <a:pt x="0" y="507"/>
                  </a:lnTo>
                  <a:lnTo>
                    <a:pt x="634" y="0"/>
                  </a:lnTo>
                  <a:lnTo>
                    <a:pt x="1394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3B01A3B7-DA57-1572-538B-9E4D93218D79}"/>
                </a:ext>
              </a:extLst>
            </p:cNvPr>
            <p:cNvSpPr/>
            <p:nvPr/>
          </p:nvSpPr>
          <p:spPr>
            <a:xfrm>
              <a:off x="4587335" y="2305991"/>
              <a:ext cx="633" cy="506"/>
            </a:xfrm>
            <a:custGeom>
              <a:avLst/>
              <a:gdLst>
                <a:gd name="connsiteX0" fmla="*/ 634 w 633"/>
                <a:gd name="connsiteY0" fmla="*/ 254 h 506"/>
                <a:gd name="connsiteX1" fmla="*/ 254 w 633"/>
                <a:gd name="connsiteY1" fmla="*/ 507 h 506"/>
                <a:gd name="connsiteX2" fmla="*/ 0 w 633"/>
                <a:gd name="connsiteY2" fmla="*/ 254 h 506"/>
                <a:gd name="connsiteX3" fmla="*/ 254 w 633"/>
                <a:gd name="connsiteY3" fmla="*/ 0 h 506"/>
                <a:gd name="connsiteX4" fmla="*/ 634 w 633"/>
                <a:gd name="connsiteY4" fmla="*/ 254 h 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" h="506">
                  <a:moveTo>
                    <a:pt x="634" y="254"/>
                  </a:moveTo>
                  <a:lnTo>
                    <a:pt x="254" y="507"/>
                  </a:lnTo>
                  <a:lnTo>
                    <a:pt x="0" y="254"/>
                  </a:lnTo>
                  <a:lnTo>
                    <a:pt x="254" y="0"/>
                  </a:lnTo>
                  <a:lnTo>
                    <a:pt x="634" y="2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EAD1A819-06B2-4F16-DDF0-4A05F5650B77}"/>
                </a:ext>
              </a:extLst>
            </p:cNvPr>
            <p:cNvSpPr/>
            <p:nvPr/>
          </p:nvSpPr>
          <p:spPr>
            <a:xfrm>
              <a:off x="4678712" y="2231470"/>
              <a:ext cx="380" cy="253"/>
            </a:xfrm>
            <a:custGeom>
              <a:avLst/>
              <a:gdLst>
                <a:gd name="connsiteX0" fmla="*/ 380 w 380"/>
                <a:gd name="connsiteY0" fmla="*/ 127 h 253"/>
                <a:gd name="connsiteX1" fmla="*/ 253 w 380"/>
                <a:gd name="connsiteY1" fmla="*/ 254 h 253"/>
                <a:gd name="connsiteX2" fmla="*/ 0 w 380"/>
                <a:gd name="connsiteY2" fmla="*/ 127 h 253"/>
                <a:gd name="connsiteX3" fmla="*/ 253 w 380"/>
                <a:gd name="connsiteY3" fmla="*/ 0 h 253"/>
                <a:gd name="connsiteX4" fmla="*/ 380 w 380"/>
                <a:gd name="connsiteY4" fmla="*/ 127 h 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" h="253">
                  <a:moveTo>
                    <a:pt x="380" y="127"/>
                  </a:moveTo>
                  <a:lnTo>
                    <a:pt x="253" y="254"/>
                  </a:lnTo>
                  <a:lnTo>
                    <a:pt x="0" y="127"/>
                  </a:lnTo>
                  <a:lnTo>
                    <a:pt x="253" y="0"/>
                  </a:lnTo>
                  <a:lnTo>
                    <a:pt x="380" y="12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F44E5DC4-6DA1-73F4-D00D-2262019E2D08}"/>
                </a:ext>
              </a:extLst>
            </p:cNvPr>
            <p:cNvSpPr/>
            <p:nvPr/>
          </p:nvSpPr>
          <p:spPr>
            <a:xfrm>
              <a:off x="4775412" y="2161258"/>
              <a:ext cx="760" cy="633"/>
            </a:xfrm>
            <a:custGeom>
              <a:avLst/>
              <a:gdLst>
                <a:gd name="connsiteX0" fmla="*/ 760 w 760"/>
                <a:gd name="connsiteY0" fmla="*/ 254 h 633"/>
                <a:gd name="connsiteX1" fmla="*/ 380 w 760"/>
                <a:gd name="connsiteY1" fmla="*/ 634 h 633"/>
                <a:gd name="connsiteX2" fmla="*/ 0 w 760"/>
                <a:gd name="connsiteY2" fmla="*/ 254 h 633"/>
                <a:gd name="connsiteX3" fmla="*/ 380 w 760"/>
                <a:gd name="connsiteY3" fmla="*/ 0 h 633"/>
                <a:gd name="connsiteX4" fmla="*/ 760 w 760"/>
                <a:gd name="connsiteY4" fmla="*/ 254 h 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0" h="633">
                  <a:moveTo>
                    <a:pt x="760" y="254"/>
                  </a:moveTo>
                  <a:lnTo>
                    <a:pt x="380" y="634"/>
                  </a:lnTo>
                  <a:lnTo>
                    <a:pt x="0" y="254"/>
                  </a:lnTo>
                  <a:lnTo>
                    <a:pt x="380" y="0"/>
                  </a:lnTo>
                  <a:lnTo>
                    <a:pt x="760" y="2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9793F786-906A-68AD-B7FE-F3D298B0817A}"/>
                </a:ext>
              </a:extLst>
            </p:cNvPr>
            <p:cNvSpPr/>
            <p:nvPr/>
          </p:nvSpPr>
          <p:spPr>
            <a:xfrm>
              <a:off x="4876927" y="2095609"/>
              <a:ext cx="1900" cy="1394"/>
            </a:xfrm>
            <a:custGeom>
              <a:avLst/>
              <a:gdLst>
                <a:gd name="connsiteX0" fmla="*/ 1901 w 1900"/>
                <a:gd name="connsiteY0" fmla="*/ 761 h 1394"/>
                <a:gd name="connsiteX1" fmla="*/ 1014 w 1900"/>
                <a:gd name="connsiteY1" fmla="*/ 1394 h 1394"/>
                <a:gd name="connsiteX2" fmla="*/ 0 w 1900"/>
                <a:gd name="connsiteY2" fmla="*/ 761 h 1394"/>
                <a:gd name="connsiteX3" fmla="*/ 1014 w 1900"/>
                <a:gd name="connsiteY3" fmla="*/ 0 h 1394"/>
                <a:gd name="connsiteX4" fmla="*/ 1901 w 1900"/>
                <a:gd name="connsiteY4" fmla="*/ 761 h 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0" h="1394">
                  <a:moveTo>
                    <a:pt x="1901" y="761"/>
                  </a:moveTo>
                  <a:lnTo>
                    <a:pt x="1014" y="1394"/>
                  </a:lnTo>
                  <a:lnTo>
                    <a:pt x="0" y="761"/>
                  </a:lnTo>
                  <a:lnTo>
                    <a:pt x="1014" y="0"/>
                  </a:lnTo>
                  <a:lnTo>
                    <a:pt x="1901" y="76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0234C14C-3F14-43C8-6619-11170BE80E94}"/>
                </a:ext>
              </a:extLst>
            </p:cNvPr>
            <p:cNvSpPr/>
            <p:nvPr/>
          </p:nvSpPr>
          <p:spPr>
            <a:xfrm>
              <a:off x="4983385" y="2035156"/>
              <a:ext cx="3041" cy="2281"/>
            </a:xfrm>
            <a:custGeom>
              <a:avLst/>
              <a:gdLst>
                <a:gd name="connsiteX0" fmla="*/ 3042 w 3041"/>
                <a:gd name="connsiteY0" fmla="*/ 1141 h 2281"/>
                <a:gd name="connsiteX1" fmla="*/ 1521 w 3041"/>
                <a:gd name="connsiteY1" fmla="*/ 2281 h 2281"/>
                <a:gd name="connsiteX2" fmla="*/ 0 w 3041"/>
                <a:gd name="connsiteY2" fmla="*/ 1141 h 2281"/>
                <a:gd name="connsiteX3" fmla="*/ 1521 w 3041"/>
                <a:gd name="connsiteY3" fmla="*/ 0 h 2281"/>
                <a:gd name="connsiteX4" fmla="*/ 3042 w 3041"/>
                <a:gd name="connsiteY4" fmla="*/ 1141 h 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1" h="2281">
                  <a:moveTo>
                    <a:pt x="3042" y="1141"/>
                  </a:moveTo>
                  <a:lnTo>
                    <a:pt x="1521" y="2281"/>
                  </a:lnTo>
                  <a:lnTo>
                    <a:pt x="0" y="1141"/>
                  </a:lnTo>
                  <a:lnTo>
                    <a:pt x="1521" y="0"/>
                  </a:lnTo>
                  <a:lnTo>
                    <a:pt x="3042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489D7038-F074-8A3B-3185-0459C92DC9EB}"/>
                </a:ext>
              </a:extLst>
            </p:cNvPr>
            <p:cNvSpPr/>
            <p:nvPr/>
          </p:nvSpPr>
          <p:spPr>
            <a:xfrm>
              <a:off x="5094660" y="1980153"/>
              <a:ext cx="3422" cy="2788"/>
            </a:xfrm>
            <a:custGeom>
              <a:avLst/>
              <a:gdLst>
                <a:gd name="connsiteX0" fmla="*/ 3422 w 3422"/>
                <a:gd name="connsiteY0" fmla="*/ 1394 h 2788"/>
                <a:gd name="connsiteX1" fmla="*/ 1648 w 3422"/>
                <a:gd name="connsiteY1" fmla="*/ 2788 h 2788"/>
                <a:gd name="connsiteX2" fmla="*/ 0 w 3422"/>
                <a:gd name="connsiteY2" fmla="*/ 1394 h 2788"/>
                <a:gd name="connsiteX3" fmla="*/ 1648 w 3422"/>
                <a:gd name="connsiteY3" fmla="*/ 0 h 2788"/>
                <a:gd name="connsiteX4" fmla="*/ 3422 w 3422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22" h="2788">
                  <a:moveTo>
                    <a:pt x="3422" y="1394"/>
                  </a:moveTo>
                  <a:lnTo>
                    <a:pt x="1648" y="2788"/>
                  </a:lnTo>
                  <a:lnTo>
                    <a:pt x="0" y="1394"/>
                  </a:lnTo>
                  <a:lnTo>
                    <a:pt x="1648" y="0"/>
                  </a:lnTo>
                  <a:lnTo>
                    <a:pt x="3422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E2A07C34-BD30-9D55-8A19-817B4EBFF288}"/>
                </a:ext>
              </a:extLst>
            </p:cNvPr>
            <p:cNvSpPr/>
            <p:nvPr/>
          </p:nvSpPr>
          <p:spPr>
            <a:xfrm>
              <a:off x="5209736" y="1930726"/>
              <a:ext cx="4182" cy="3295"/>
            </a:xfrm>
            <a:custGeom>
              <a:avLst/>
              <a:gdLst>
                <a:gd name="connsiteX0" fmla="*/ 4182 w 4182"/>
                <a:gd name="connsiteY0" fmla="*/ 1648 h 3295"/>
                <a:gd name="connsiteX1" fmla="*/ 2154 w 4182"/>
                <a:gd name="connsiteY1" fmla="*/ 3295 h 3295"/>
                <a:gd name="connsiteX2" fmla="*/ 0 w 4182"/>
                <a:gd name="connsiteY2" fmla="*/ 1648 h 3295"/>
                <a:gd name="connsiteX3" fmla="*/ 2154 w 4182"/>
                <a:gd name="connsiteY3" fmla="*/ 0 h 3295"/>
                <a:gd name="connsiteX4" fmla="*/ 4182 w 4182"/>
                <a:gd name="connsiteY4" fmla="*/ 1648 h 3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2" h="3295">
                  <a:moveTo>
                    <a:pt x="4182" y="1648"/>
                  </a:moveTo>
                  <a:lnTo>
                    <a:pt x="2154" y="3295"/>
                  </a:lnTo>
                  <a:lnTo>
                    <a:pt x="0" y="1648"/>
                  </a:lnTo>
                  <a:lnTo>
                    <a:pt x="2154" y="0"/>
                  </a:lnTo>
                  <a:lnTo>
                    <a:pt x="4182" y="164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DB02E724-62F0-FB75-7F4F-4A8BB549A75B}"/>
                </a:ext>
              </a:extLst>
            </p:cNvPr>
            <p:cNvSpPr/>
            <p:nvPr/>
          </p:nvSpPr>
          <p:spPr>
            <a:xfrm>
              <a:off x="5328614" y="1887002"/>
              <a:ext cx="4689" cy="3802"/>
            </a:xfrm>
            <a:custGeom>
              <a:avLst/>
              <a:gdLst>
                <a:gd name="connsiteX0" fmla="*/ 4689 w 4689"/>
                <a:gd name="connsiteY0" fmla="*/ 1901 h 3802"/>
                <a:gd name="connsiteX1" fmla="*/ 2281 w 4689"/>
                <a:gd name="connsiteY1" fmla="*/ 3802 h 3802"/>
                <a:gd name="connsiteX2" fmla="*/ 0 w 4689"/>
                <a:gd name="connsiteY2" fmla="*/ 1901 h 3802"/>
                <a:gd name="connsiteX3" fmla="*/ 2281 w 4689"/>
                <a:gd name="connsiteY3" fmla="*/ 0 h 3802"/>
                <a:gd name="connsiteX4" fmla="*/ 4689 w 4689"/>
                <a:gd name="connsiteY4" fmla="*/ 1901 h 3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89" h="3802">
                  <a:moveTo>
                    <a:pt x="4689" y="1901"/>
                  </a:moveTo>
                  <a:lnTo>
                    <a:pt x="2281" y="3802"/>
                  </a:lnTo>
                  <a:lnTo>
                    <a:pt x="0" y="1901"/>
                  </a:lnTo>
                  <a:lnTo>
                    <a:pt x="2281" y="0"/>
                  </a:lnTo>
                  <a:lnTo>
                    <a:pt x="4689" y="190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1E85957F-29EF-24D1-44D7-22E682760046}"/>
                </a:ext>
              </a:extLst>
            </p:cNvPr>
            <p:cNvSpPr/>
            <p:nvPr/>
          </p:nvSpPr>
          <p:spPr>
            <a:xfrm>
              <a:off x="5450534" y="1849234"/>
              <a:ext cx="5322" cy="4182"/>
            </a:xfrm>
            <a:custGeom>
              <a:avLst/>
              <a:gdLst>
                <a:gd name="connsiteX0" fmla="*/ 5323 w 5322"/>
                <a:gd name="connsiteY0" fmla="*/ 2028 h 4182"/>
                <a:gd name="connsiteX1" fmla="*/ 2661 w 5322"/>
                <a:gd name="connsiteY1" fmla="*/ 4182 h 4182"/>
                <a:gd name="connsiteX2" fmla="*/ 0 w 5322"/>
                <a:gd name="connsiteY2" fmla="*/ 2028 h 4182"/>
                <a:gd name="connsiteX3" fmla="*/ 2661 w 5322"/>
                <a:gd name="connsiteY3" fmla="*/ 0 h 4182"/>
                <a:gd name="connsiteX4" fmla="*/ 5323 w 5322"/>
                <a:gd name="connsiteY4" fmla="*/ 2028 h 4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22" h="4182">
                  <a:moveTo>
                    <a:pt x="5323" y="2028"/>
                  </a:moveTo>
                  <a:lnTo>
                    <a:pt x="2661" y="4182"/>
                  </a:lnTo>
                  <a:lnTo>
                    <a:pt x="0" y="2028"/>
                  </a:lnTo>
                  <a:lnTo>
                    <a:pt x="2661" y="0"/>
                  </a:lnTo>
                  <a:lnTo>
                    <a:pt x="5323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E62449DE-6C20-DCE6-5453-296D1B9818EC}"/>
                </a:ext>
              </a:extLst>
            </p:cNvPr>
            <p:cNvSpPr/>
            <p:nvPr/>
          </p:nvSpPr>
          <p:spPr>
            <a:xfrm>
              <a:off x="5574862" y="1817170"/>
              <a:ext cx="6463" cy="5196"/>
            </a:xfrm>
            <a:custGeom>
              <a:avLst/>
              <a:gdLst>
                <a:gd name="connsiteX0" fmla="*/ 6464 w 6463"/>
                <a:gd name="connsiteY0" fmla="*/ 2661 h 5196"/>
                <a:gd name="connsiteX1" fmla="*/ 3168 w 6463"/>
                <a:gd name="connsiteY1" fmla="*/ 5196 h 5196"/>
                <a:gd name="connsiteX2" fmla="*/ 0 w 6463"/>
                <a:gd name="connsiteY2" fmla="*/ 2661 h 5196"/>
                <a:gd name="connsiteX3" fmla="*/ 3168 w 6463"/>
                <a:gd name="connsiteY3" fmla="*/ 0 h 5196"/>
                <a:gd name="connsiteX4" fmla="*/ 6464 w 6463"/>
                <a:gd name="connsiteY4" fmla="*/ 2661 h 5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196">
                  <a:moveTo>
                    <a:pt x="6464" y="2661"/>
                  </a:moveTo>
                  <a:lnTo>
                    <a:pt x="3168" y="5196"/>
                  </a:lnTo>
                  <a:lnTo>
                    <a:pt x="0" y="2661"/>
                  </a:lnTo>
                  <a:lnTo>
                    <a:pt x="3168" y="0"/>
                  </a:lnTo>
                  <a:lnTo>
                    <a:pt x="6464" y="266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300209F7-3510-D20D-2A6F-2495CADFBD5B}"/>
                </a:ext>
              </a:extLst>
            </p:cNvPr>
            <p:cNvSpPr/>
            <p:nvPr/>
          </p:nvSpPr>
          <p:spPr>
            <a:xfrm>
              <a:off x="5701598" y="1791570"/>
              <a:ext cx="7350" cy="5703"/>
            </a:xfrm>
            <a:custGeom>
              <a:avLst/>
              <a:gdLst>
                <a:gd name="connsiteX0" fmla="*/ 7351 w 7350"/>
                <a:gd name="connsiteY0" fmla="*/ 2915 h 5703"/>
                <a:gd name="connsiteX1" fmla="*/ 3675 w 7350"/>
                <a:gd name="connsiteY1" fmla="*/ 5703 h 5703"/>
                <a:gd name="connsiteX2" fmla="*/ 0 w 7350"/>
                <a:gd name="connsiteY2" fmla="*/ 2915 h 5703"/>
                <a:gd name="connsiteX3" fmla="*/ 3675 w 7350"/>
                <a:gd name="connsiteY3" fmla="*/ 0 h 5703"/>
                <a:gd name="connsiteX4" fmla="*/ 7351 w 7350"/>
                <a:gd name="connsiteY4" fmla="*/ 2915 h 5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0" h="5703">
                  <a:moveTo>
                    <a:pt x="7351" y="2915"/>
                  </a:moveTo>
                  <a:lnTo>
                    <a:pt x="3675" y="5703"/>
                  </a:lnTo>
                  <a:lnTo>
                    <a:pt x="0" y="2915"/>
                  </a:lnTo>
                  <a:lnTo>
                    <a:pt x="3675" y="0"/>
                  </a:lnTo>
                  <a:lnTo>
                    <a:pt x="7351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49A6440B-FBD1-58B7-ADFC-85FE1843F326}"/>
                </a:ext>
              </a:extLst>
            </p:cNvPr>
            <p:cNvSpPr/>
            <p:nvPr/>
          </p:nvSpPr>
          <p:spPr>
            <a:xfrm>
              <a:off x="5830235" y="1772179"/>
              <a:ext cx="7857" cy="6209"/>
            </a:xfrm>
            <a:custGeom>
              <a:avLst/>
              <a:gdLst>
                <a:gd name="connsiteX0" fmla="*/ 7858 w 7857"/>
                <a:gd name="connsiteY0" fmla="*/ 3168 h 6209"/>
                <a:gd name="connsiteX1" fmla="*/ 3929 w 7857"/>
                <a:gd name="connsiteY1" fmla="*/ 6210 h 6209"/>
                <a:gd name="connsiteX2" fmla="*/ 0 w 7857"/>
                <a:gd name="connsiteY2" fmla="*/ 3168 h 6209"/>
                <a:gd name="connsiteX3" fmla="*/ 3929 w 7857"/>
                <a:gd name="connsiteY3" fmla="*/ 0 h 6209"/>
                <a:gd name="connsiteX4" fmla="*/ 7858 w 7857"/>
                <a:gd name="connsiteY4" fmla="*/ 3168 h 6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57" h="6209">
                  <a:moveTo>
                    <a:pt x="7858" y="3168"/>
                  </a:moveTo>
                  <a:lnTo>
                    <a:pt x="3929" y="6210"/>
                  </a:lnTo>
                  <a:lnTo>
                    <a:pt x="0" y="3168"/>
                  </a:lnTo>
                  <a:lnTo>
                    <a:pt x="3929" y="0"/>
                  </a:lnTo>
                  <a:lnTo>
                    <a:pt x="7858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FED6EFC3-00BF-8623-E988-F360928C8151}"/>
                </a:ext>
              </a:extLst>
            </p:cNvPr>
            <p:cNvSpPr/>
            <p:nvPr/>
          </p:nvSpPr>
          <p:spPr>
            <a:xfrm>
              <a:off x="5960013" y="1759252"/>
              <a:ext cx="8491" cy="6590"/>
            </a:xfrm>
            <a:custGeom>
              <a:avLst/>
              <a:gdLst>
                <a:gd name="connsiteX0" fmla="*/ 8491 w 8491"/>
                <a:gd name="connsiteY0" fmla="*/ 3295 h 6590"/>
                <a:gd name="connsiteX1" fmla="*/ 4183 w 8491"/>
                <a:gd name="connsiteY1" fmla="*/ 6590 h 6590"/>
                <a:gd name="connsiteX2" fmla="*/ 0 w 8491"/>
                <a:gd name="connsiteY2" fmla="*/ 3295 h 6590"/>
                <a:gd name="connsiteX3" fmla="*/ 4183 w 8491"/>
                <a:gd name="connsiteY3" fmla="*/ 0 h 6590"/>
                <a:gd name="connsiteX4" fmla="*/ 8491 w 8491"/>
                <a:gd name="connsiteY4" fmla="*/ 3295 h 6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91" h="6590">
                  <a:moveTo>
                    <a:pt x="8491" y="3295"/>
                  </a:moveTo>
                  <a:lnTo>
                    <a:pt x="4183" y="6590"/>
                  </a:lnTo>
                  <a:lnTo>
                    <a:pt x="0" y="3295"/>
                  </a:lnTo>
                  <a:lnTo>
                    <a:pt x="4183" y="0"/>
                  </a:lnTo>
                  <a:lnTo>
                    <a:pt x="8491" y="32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21050921-4928-04A3-A126-263CE5CAC2AD}"/>
                </a:ext>
              </a:extLst>
            </p:cNvPr>
            <p:cNvSpPr/>
            <p:nvPr/>
          </p:nvSpPr>
          <p:spPr>
            <a:xfrm>
              <a:off x="6090424" y="1752535"/>
              <a:ext cx="9251" cy="7223"/>
            </a:xfrm>
            <a:custGeom>
              <a:avLst/>
              <a:gdLst>
                <a:gd name="connsiteX0" fmla="*/ 9252 w 9251"/>
                <a:gd name="connsiteY0" fmla="*/ 3549 h 7223"/>
                <a:gd name="connsiteX1" fmla="*/ 4689 w 9251"/>
                <a:gd name="connsiteY1" fmla="*/ 7224 h 7223"/>
                <a:gd name="connsiteX2" fmla="*/ 0 w 9251"/>
                <a:gd name="connsiteY2" fmla="*/ 3549 h 7223"/>
                <a:gd name="connsiteX3" fmla="*/ 4689 w 9251"/>
                <a:gd name="connsiteY3" fmla="*/ 0 h 7223"/>
                <a:gd name="connsiteX4" fmla="*/ 9252 w 9251"/>
                <a:gd name="connsiteY4" fmla="*/ 3549 h 7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51" h="7223">
                  <a:moveTo>
                    <a:pt x="9252" y="3549"/>
                  </a:moveTo>
                  <a:lnTo>
                    <a:pt x="4689" y="7224"/>
                  </a:lnTo>
                  <a:lnTo>
                    <a:pt x="0" y="3549"/>
                  </a:lnTo>
                  <a:lnTo>
                    <a:pt x="4689" y="0"/>
                  </a:lnTo>
                  <a:lnTo>
                    <a:pt x="9252" y="354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F1325DC8-E394-EF13-B67B-A4303485CE26}"/>
                </a:ext>
              </a:extLst>
            </p:cNvPr>
            <p:cNvSpPr/>
            <p:nvPr/>
          </p:nvSpPr>
          <p:spPr>
            <a:xfrm>
              <a:off x="6220836" y="1751901"/>
              <a:ext cx="10645" cy="8491"/>
            </a:xfrm>
            <a:custGeom>
              <a:avLst/>
              <a:gdLst>
                <a:gd name="connsiteX0" fmla="*/ 10646 w 10645"/>
                <a:gd name="connsiteY0" fmla="*/ 4182 h 8491"/>
                <a:gd name="connsiteX1" fmla="*/ 5323 w 10645"/>
                <a:gd name="connsiteY1" fmla="*/ 8491 h 8491"/>
                <a:gd name="connsiteX2" fmla="*/ 0 w 10645"/>
                <a:gd name="connsiteY2" fmla="*/ 4182 h 8491"/>
                <a:gd name="connsiteX3" fmla="*/ 5323 w 10645"/>
                <a:gd name="connsiteY3" fmla="*/ 0 h 8491"/>
                <a:gd name="connsiteX4" fmla="*/ 10646 w 10645"/>
                <a:gd name="connsiteY4" fmla="*/ 4182 h 8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45" h="8491">
                  <a:moveTo>
                    <a:pt x="10646" y="4182"/>
                  </a:moveTo>
                  <a:lnTo>
                    <a:pt x="5323" y="8491"/>
                  </a:lnTo>
                  <a:lnTo>
                    <a:pt x="0" y="4182"/>
                  </a:lnTo>
                  <a:lnTo>
                    <a:pt x="5323" y="0"/>
                  </a:lnTo>
                  <a:lnTo>
                    <a:pt x="10646" y="41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06147262-A93F-4CD5-DDB7-087913C0BCCE}"/>
                </a:ext>
              </a:extLst>
            </p:cNvPr>
            <p:cNvSpPr/>
            <p:nvPr/>
          </p:nvSpPr>
          <p:spPr>
            <a:xfrm>
              <a:off x="6351373" y="1758111"/>
              <a:ext cx="11279" cy="8871"/>
            </a:xfrm>
            <a:custGeom>
              <a:avLst/>
              <a:gdLst>
                <a:gd name="connsiteX0" fmla="*/ 11280 w 11279"/>
                <a:gd name="connsiteY0" fmla="*/ 4436 h 8871"/>
                <a:gd name="connsiteX1" fmla="*/ 5703 w 11279"/>
                <a:gd name="connsiteY1" fmla="*/ 8871 h 8871"/>
                <a:gd name="connsiteX2" fmla="*/ 0 w 11279"/>
                <a:gd name="connsiteY2" fmla="*/ 4436 h 8871"/>
                <a:gd name="connsiteX3" fmla="*/ 5703 w 11279"/>
                <a:gd name="connsiteY3" fmla="*/ 0 h 8871"/>
                <a:gd name="connsiteX4" fmla="*/ 11280 w 11279"/>
                <a:gd name="connsiteY4" fmla="*/ 4436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79" h="8871">
                  <a:moveTo>
                    <a:pt x="11280" y="4436"/>
                  </a:moveTo>
                  <a:lnTo>
                    <a:pt x="5703" y="8871"/>
                  </a:lnTo>
                  <a:lnTo>
                    <a:pt x="0" y="4436"/>
                  </a:lnTo>
                  <a:lnTo>
                    <a:pt x="5703" y="0"/>
                  </a:lnTo>
                  <a:lnTo>
                    <a:pt x="11280" y="44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8D8D2127-DA7C-8276-DCD4-6752E7FA07CF}"/>
                </a:ext>
              </a:extLst>
            </p:cNvPr>
            <p:cNvSpPr/>
            <p:nvPr/>
          </p:nvSpPr>
          <p:spPr>
            <a:xfrm>
              <a:off x="6481151" y="1770531"/>
              <a:ext cx="12040" cy="9505"/>
            </a:xfrm>
            <a:custGeom>
              <a:avLst/>
              <a:gdLst>
                <a:gd name="connsiteX0" fmla="*/ 12040 w 12040"/>
                <a:gd name="connsiteY0" fmla="*/ 4816 h 9505"/>
                <a:gd name="connsiteX1" fmla="*/ 5956 w 12040"/>
                <a:gd name="connsiteY1" fmla="*/ 9505 h 9505"/>
                <a:gd name="connsiteX2" fmla="*/ 0 w 12040"/>
                <a:gd name="connsiteY2" fmla="*/ 4816 h 9505"/>
                <a:gd name="connsiteX3" fmla="*/ 5956 w 12040"/>
                <a:gd name="connsiteY3" fmla="*/ 0 h 9505"/>
                <a:gd name="connsiteX4" fmla="*/ 12040 w 12040"/>
                <a:gd name="connsiteY4" fmla="*/ 4816 h 9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40" h="9505">
                  <a:moveTo>
                    <a:pt x="12040" y="4816"/>
                  </a:moveTo>
                  <a:lnTo>
                    <a:pt x="5956" y="9505"/>
                  </a:lnTo>
                  <a:lnTo>
                    <a:pt x="0" y="4816"/>
                  </a:lnTo>
                  <a:lnTo>
                    <a:pt x="5956" y="0"/>
                  </a:lnTo>
                  <a:lnTo>
                    <a:pt x="12040" y="481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4E6BDFED-14AA-FC6A-89CE-C174FC632EBF}"/>
                </a:ext>
              </a:extLst>
            </p:cNvPr>
            <p:cNvSpPr/>
            <p:nvPr/>
          </p:nvSpPr>
          <p:spPr>
            <a:xfrm>
              <a:off x="6609788" y="1789415"/>
              <a:ext cx="12420" cy="10012"/>
            </a:xfrm>
            <a:custGeom>
              <a:avLst/>
              <a:gdLst>
                <a:gd name="connsiteX0" fmla="*/ 12421 w 12420"/>
                <a:gd name="connsiteY0" fmla="*/ 5069 h 10012"/>
                <a:gd name="connsiteX1" fmla="*/ 6211 w 12420"/>
                <a:gd name="connsiteY1" fmla="*/ 10012 h 10012"/>
                <a:gd name="connsiteX2" fmla="*/ 0 w 12420"/>
                <a:gd name="connsiteY2" fmla="*/ 5069 h 10012"/>
                <a:gd name="connsiteX3" fmla="*/ 6211 w 12420"/>
                <a:gd name="connsiteY3" fmla="*/ 0 h 10012"/>
                <a:gd name="connsiteX4" fmla="*/ 12421 w 12420"/>
                <a:gd name="connsiteY4" fmla="*/ 5069 h 1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20" h="10012">
                  <a:moveTo>
                    <a:pt x="12421" y="5069"/>
                  </a:moveTo>
                  <a:lnTo>
                    <a:pt x="6211" y="10012"/>
                  </a:lnTo>
                  <a:lnTo>
                    <a:pt x="0" y="5069"/>
                  </a:lnTo>
                  <a:lnTo>
                    <a:pt x="6211" y="0"/>
                  </a:lnTo>
                  <a:lnTo>
                    <a:pt x="12421" y="506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B5427826-EC57-743E-0089-A10008031DD6}"/>
                </a:ext>
              </a:extLst>
            </p:cNvPr>
            <p:cNvSpPr/>
            <p:nvPr/>
          </p:nvSpPr>
          <p:spPr>
            <a:xfrm>
              <a:off x="6736398" y="1814509"/>
              <a:ext cx="13433" cy="10645"/>
            </a:xfrm>
            <a:custGeom>
              <a:avLst/>
              <a:gdLst>
                <a:gd name="connsiteX0" fmla="*/ 13434 w 13433"/>
                <a:gd name="connsiteY0" fmla="*/ 5323 h 10645"/>
                <a:gd name="connsiteX1" fmla="*/ 6717 w 13433"/>
                <a:gd name="connsiteY1" fmla="*/ 10646 h 10645"/>
                <a:gd name="connsiteX2" fmla="*/ 0 w 13433"/>
                <a:gd name="connsiteY2" fmla="*/ 5323 h 10645"/>
                <a:gd name="connsiteX3" fmla="*/ 6717 w 13433"/>
                <a:gd name="connsiteY3" fmla="*/ 0 h 10645"/>
                <a:gd name="connsiteX4" fmla="*/ 13434 w 13433"/>
                <a:gd name="connsiteY4" fmla="*/ 5323 h 1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33" h="10645">
                  <a:moveTo>
                    <a:pt x="13434" y="5323"/>
                  </a:moveTo>
                  <a:cubicBezTo>
                    <a:pt x="13434" y="8238"/>
                    <a:pt x="10392" y="10646"/>
                    <a:pt x="6717" y="10646"/>
                  </a:cubicBezTo>
                  <a:cubicBezTo>
                    <a:pt x="3042" y="10646"/>
                    <a:pt x="0" y="8238"/>
                    <a:pt x="0" y="5323"/>
                  </a:cubicBezTo>
                  <a:lnTo>
                    <a:pt x="6717" y="0"/>
                  </a:lnTo>
                  <a:cubicBezTo>
                    <a:pt x="10392" y="0"/>
                    <a:pt x="13434" y="2408"/>
                    <a:pt x="13434" y="532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496B6597-96C2-EE85-E42B-C3A98323AB89}"/>
                </a:ext>
              </a:extLst>
            </p:cNvPr>
            <p:cNvSpPr/>
            <p:nvPr/>
          </p:nvSpPr>
          <p:spPr>
            <a:xfrm>
              <a:off x="6861359" y="1845939"/>
              <a:ext cx="13307" cy="10645"/>
            </a:xfrm>
            <a:custGeom>
              <a:avLst/>
              <a:gdLst>
                <a:gd name="connsiteX0" fmla="*/ 13307 w 13307"/>
                <a:gd name="connsiteY0" fmla="*/ 5323 h 10645"/>
                <a:gd name="connsiteX1" fmla="*/ 6717 w 13307"/>
                <a:gd name="connsiteY1" fmla="*/ 10646 h 10645"/>
                <a:gd name="connsiteX2" fmla="*/ 0 w 13307"/>
                <a:gd name="connsiteY2" fmla="*/ 5323 h 10645"/>
                <a:gd name="connsiteX3" fmla="*/ 6717 w 13307"/>
                <a:gd name="connsiteY3" fmla="*/ 0 h 10645"/>
                <a:gd name="connsiteX4" fmla="*/ 13307 w 13307"/>
                <a:gd name="connsiteY4" fmla="*/ 5323 h 1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07" h="10645">
                  <a:moveTo>
                    <a:pt x="13307" y="5323"/>
                  </a:moveTo>
                  <a:cubicBezTo>
                    <a:pt x="13307" y="8238"/>
                    <a:pt x="10266" y="10646"/>
                    <a:pt x="6717" y="10646"/>
                  </a:cubicBezTo>
                  <a:cubicBezTo>
                    <a:pt x="3168" y="10646"/>
                    <a:pt x="0" y="8238"/>
                    <a:pt x="0" y="5323"/>
                  </a:cubicBezTo>
                  <a:cubicBezTo>
                    <a:pt x="0" y="2408"/>
                    <a:pt x="3042" y="0"/>
                    <a:pt x="6717" y="0"/>
                  </a:cubicBezTo>
                  <a:lnTo>
                    <a:pt x="13307" y="532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A68819B3-4D89-A443-8167-4443FFAF9983}"/>
                </a:ext>
              </a:extLst>
            </p:cNvPr>
            <p:cNvSpPr/>
            <p:nvPr/>
          </p:nvSpPr>
          <p:spPr>
            <a:xfrm>
              <a:off x="6983279" y="1883326"/>
              <a:ext cx="13940" cy="11152"/>
            </a:xfrm>
            <a:custGeom>
              <a:avLst/>
              <a:gdLst>
                <a:gd name="connsiteX0" fmla="*/ 13941 w 13940"/>
                <a:gd name="connsiteY0" fmla="*/ 5576 h 11152"/>
                <a:gd name="connsiteX1" fmla="*/ 6970 w 13940"/>
                <a:gd name="connsiteY1" fmla="*/ 11153 h 11152"/>
                <a:gd name="connsiteX2" fmla="*/ 0 w 13940"/>
                <a:gd name="connsiteY2" fmla="*/ 5576 h 11152"/>
                <a:gd name="connsiteX3" fmla="*/ 6970 w 13940"/>
                <a:gd name="connsiteY3" fmla="*/ 0 h 11152"/>
                <a:gd name="connsiteX4" fmla="*/ 13941 w 13940"/>
                <a:gd name="connsiteY4" fmla="*/ 5576 h 11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0" h="11152">
                  <a:moveTo>
                    <a:pt x="13941" y="5576"/>
                  </a:moveTo>
                  <a:cubicBezTo>
                    <a:pt x="13941" y="8618"/>
                    <a:pt x="10772" y="11153"/>
                    <a:pt x="6970" y="11153"/>
                  </a:cubicBezTo>
                  <a:cubicBezTo>
                    <a:pt x="3168" y="11153"/>
                    <a:pt x="0" y="8618"/>
                    <a:pt x="0" y="5576"/>
                  </a:cubicBezTo>
                  <a:cubicBezTo>
                    <a:pt x="0" y="2535"/>
                    <a:pt x="3168" y="0"/>
                    <a:pt x="6970" y="0"/>
                  </a:cubicBezTo>
                  <a:cubicBezTo>
                    <a:pt x="10772" y="0"/>
                    <a:pt x="13941" y="2408"/>
                    <a:pt x="13941" y="55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DC187431-5B6C-E94E-37D1-F2A5BEAC521F}"/>
                </a:ext>
              </a:extLst>
            </p:cNvPr>
            <p:cNvSpPr/>
            <p:nvPr/>
          </p:nvSpPr>
          <p:spPr>
            <a:xfrm>
              <a:off x="7102031" y="1926543"/>
              <a:ext cx="14701" cy="11659"/>
            </a:xfrm>
            <a:custGeom>
              <a:avLst/>
              <a:gdLst>
                <a:gd name="connsiteX0" fmla="*/ 14701 w 14701"/>
                <a:gd name="connsiteY0" fmla="*/ 5830 h 11659"/>
                <a:gd name="connsiteX1" fmla="*/ 7351 w 14701"/>
                <a:gd name="connsiteY1" fmla="*/ 11660 h 11659"/>
                <a:gd name="connsiteX2" fmla="*/ 0 w 14701"/>
                <a:gd name="connsiteY2" fmla="*/ 5830 h 11659"/>
                <a:gd name="connsiteX3" fmla="*/ 7351 w 14701"/>
                <a:gd name="connsiteY3" fmla="*/ 0 h 11659"/>
                <a:gd name="connsiteX4" fmla="*/ 14701 w 14701"/>
                <a:gd name="connsiteY4" fmla="*/ 5830 h 11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01" h="11659">
                  <a:moveTo>
                    <a:pt x="14701" y="5830"/>
                  </a:moveTo>
                  <a:cubicBezTo>
                    <a:pt x="14701" y="8998"/>
                    <a:pt x="11407" y="11660"/>
                    <a:pt x="7351" y="11660"/>
                  </a:cubicBezTo>
                  <a:cubicBezTo>
                    <a:pt x="3295" y="11660"/>
                    <a:pt x="0" y="8998"/>
                    <a:pt x="0" y="5830"/>
                  </a:cubicBezTo>
                  <a:cubicBezTo>
                    <a:pt x="0" y="2662"/>
                    <a:pt x="3295" y="0"/>
                    <a:pt x="7351" y="0"/>
                  </a:cubicBezTo>
                  <a:cubicBezTo>
                    <a:pt x="11407" y="0"/>
                    <a:pt x="14701" y="2662"/>
                    <a:pt x="14701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F760EC0A-48BF-F4BC-E0F5-47F0D1247B2B}"/>
                </a:ext>
              </a:extLst>
            </p:cNvPr>
            <p:cNvSpPr/>
            <p:nvPr/>
          </p:nvSpPr>
          <p:spPr>
            <a:xfrm>
              <a:off x="7217487" y="1975717"/>
              <a:ext cx="14701" cy="11659"/>
            </a:xfrm>
            <a:custGeom>
              <a:avLst/>
              <a:gdLst>
                <a:gd name="connsiteX0" fmla="*/ 14702 w 14701"/>
                <a:gd name="connsiteY0" fmla="*/ 5830 h 11659"/>
                <a:gd name="connsiteX1" fmla="*/ 7351 w 14701"/>
                <a:gd name="connsiteY1" fmla="*/ 11660 h 11659"/>
                <a:gd name="connsiteX2" fmla="*/ 0 w 14701"/>
                <a:gd name="connsiteY2" fmla="*/ 5830 h 11659"/>
                <a:gd name="connsiteX3" fmla="*/ 7351 w 14701"/>
                <a:gd name="connsiteY3" fmla="*/ 0 h 11659"/>
                <a:gd name="connsiteX4" fmla="*/ 14702 w 14701"/>
                <a:gd name="connsiteY4" fmla="*/ 5830 h 11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01" h="11659">
                  <a:moveTo>
                    <a:pt x="14702" y="5830"/>
                  </a:moveTo>
                  <a:cubicBezTo>
                    <a:pt x="14702" y="8998"/>
                    <a:pt x="11407" y="11660"/>
                    <a:pt x="7351" y="11660"/>
                  </a:cubicBezTo>
                  <a:cubicBezTo>
                    <a:pt x="3295" y="11660"/>
                    <a:pt x="0" y="8998"/>
                    <a:pt x="0" y="5830"/>
                  </a:cubicBezTo>
                  <a:cubicBezTo>
                    <a:pt x="0" y="2661"/>
                    <a:pt x="3295" y="0"/>
                    <a:pt x="7351" y="0"/>
                  </a:cubicBezTo>
                  <a:cubicBezTo>
                    <a:pt x="11407" y="0"/>
                    <a:pt x="14702" y="2661"/>
                    <a:pt x="14702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123B9FB0-F00A-1031-D228-D581A3FAB692}"/>
                </a:ext>
              </a:extLst>
            </p:cNvPr>
            <p:cNvSpPr/>
            <p:nvPr/>
          </p:nvSpPr>
          <p:spPr>
            <a:xfrm>
              <a:off x="7328888" y="2030467"/>
              <a:ext cx="14701" cy="11659"/>
            </a:xfrm>
            <a:custGeom>
              <a:avLst/>
              <a:gdLst>
                <a:gd name="connsiteX0" fmla="*/ 14701 w 14701"/>
                <a:gd name="connsiteY0" fmla="*/ 5830 h 11659"/>
                <a:gd name="connsiteX1" fmla="*/ 7350 w 14701"/>
                <a:gd name="connsiteY1" fmla="*/ 11660 h 11659"/>
                <a:gd name="connsiteX2" fmla="*/ 0 w 14701"/>
                <a:gd name="connsiteY2" fmla="*/ 5830 h 11659"/>
                <a:gd name="connsiteX3" fmla="*/ 7350 w 14701"/>
                <a:gd name="connsiteY3" fmla="*/ 0 h 11659"/>
                <a:gd name="connsiteX4" fmla="*/ 14701 w 14701"/>
                <a:gd name="connsiteY4" fmla="*/ 5830 h 11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01" h="11659">
                  <a:moveTo>
                    <a:pt x="14701" y="5830"/>
                  </a:moveTo>
                  <a:cubicBezTo>
                    <a:pt x="14701" y="8998"/>
                    <a:pt x="11406" y="11660"/>
                    <a:pt x="7350" y="11660"/>
                  </a:cubicBezTo>
                  <a:cubicBezTo>
                    <a:pt x="3294" y="11660"/>
                    <a:pt x="0" y="8998"/>
                    <a:pt x="0" y="5830"/>
                  </a:cubicBezTo>
                  <a:cubicBezTo>
                    <a:pt x="0" y="2662"/>
                    <a:pt x="3294" y="0"/>
                    <a:pt x="7350" y="0"/>
                  </a:cubicBezTo>
                  <a:cubicBezTo>
                    <a:pt x="11406" y="0"/>
                    <a:pt x="14701" y="2662"/>
                    <a:pt x="14701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9B0D9E36-68A7-6DA9-D897-44F2E202C357}"/>
                </a:ext>
              </a:extLst>
            </p:cNvPr>
            <p:cNvSpPr/>
            <p:nvPr/>
          </p:nvSpPr>
          <p:spPr>
            <a:xfrm>
              <a:off x="7435980" y="2090540"/>
              <a:ext cx="14701" cy="11659"/>
            </a:xfrm>
            <a:custGeom>
              <a:avLst/>
              <a:gdLst>
                <a:gd name="connsiteX0" fmla="*/ 14702 w 14701"/>
                <a:gd name="connsiteY0" fmla="*/ 5830 h 11659"/>
                <a:gd name="connsiteX1" fmla="*/ 7351 w 14701"/>
                <a:gd name="connsiteY1" fmla="*/ 11660 h 11659"/>
                <a:gd name="connsiteX2" fmla="*/ 0 w 14701"/>
                <a:gd name="connsiteY2" fmla="*/ 5830 h 11659"/>
                <a:gd name="connsiteX3" fmla="*/ 7351 w 14701"/>
                <a:gd name="connsiteY3" fmla="*/ 0 h 11659"/>
                <a:gd name="connsiteX4" fmla="*/ 14702 w 14701"/>
                <a:gd name="connsiteY4" fmla="*/ 5830 h 11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01" h="11659">
                  <a:moveTo>
                    <a:pt x="14702" y="5830"/>
                  </a:moveTo>
                  <a:cubicBezTo>
                    <a:pt x="14702" y="8998"/>
                    <a:pt x="11407" y="11660"/>
                    <a:pt x="7351" y="11660"/>
                  </a:cubicBezTo>
                  <a:cubicBezTo>
                    <a:pt x="3295" y="11660"/>
                    <a:pt x="0" y="8998"/>
                    <a:pt x="0" y="5830"/>
                  </a:cubicBezTo>
                  <a:cubicBezTo>
                    <a:pt x="0" y="2662"/>
                    <a:pt x="3295" y="0"/>
                    <a:pt x="7351" y="0"/>
                  </a:cubicBezTo>
                  <a:cubicBezTo>
                    <a:pt x="11407" y="0"/>
                    <a:pt x="14702" y="2662"/>
                    <a:pt x="14702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E12DB7B6-F1A3-59CF-4F35-C04793D29C1D}"/>
                </a:ext>
              </a:extLst>
            </p:cNvPr>
            <p:cNvSpPr/>
            <p:nvPr/>
          </p:nvSpPr>
          <p:spPr>
            <a:xfrm>
              <a:off x="7538129" y="2155682"/>
              <a:ext cx="14701" cy="11659"/>
            </a:xfrm>
            <a:custGeom>
              <a:avLst/>
              <a:gdLst>
                <a:gd name="connsiteX0" fmla="*/ 14702 w 14701"/>
                <a:gd name="connsiteY0" fmla="*/ 5830 h 11659"/>
                <a:gd name="connsiteX1" fmla="*/ 7351 w 14701"/>
                <a:gd name="connsiteY1" fmla="*/ 11660 h 11659"/>
                <a:gd name="connsiteX2" fmla="*/ 0 w 14701"/>
                <a:gd name="connsiteY2" fmla="*/ 5830 h 11659"/>
                <a:gd name="connsiteX3" fmla="*/ 7351 w 14701"/>
                <a:gd name="connsiteY3" fmla="*/ 0 h 11659"/>
                <a:gd name="connsiteX4" fmla="*/ 14702 w 14701"/>
                <a:gd name="connsiteY4" fmla="*/ 5830 h 11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01" h="11659">
                  <a:moveTo>
                    <a:pt x="14702" y="5830"/>
                  </a:moveTo>
                  <a:cubicBezTo>
                    <a:pt x="14702" y="8998"/>
                    <a:pt x="11407" y="11660"/>
                    <a:pt x="7351" y="11660"/>
                  </a:cubicBezTo>
                  <a:cubicBezTo>
                    <a:pt x="3295" y="11660"/>
                    <a:pt x="0" y="8998"/>
                    <a:pt x="0" y="5830"/>
                  </a:cubicBezTo>
                  <a:cubicBezTo>
                    <a:pt x="0" y="2662"/>
                    <a:pt x="3295" y="0"/>
                    <a:pt x="7351" y="0"/>
                  </a:cubicBezTo>
                  <a:cubicBezTo>
                    <a:pt x="11407" y="0"/>
                    <a:pt x="14702" y="2662"/>
                    <a:pt x="14702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29906DEC-BBF6-74BF-247D-011E7D73D244}"/>
                </a:ext>
              </a:extLst>
            </p:cNvPr>
            <p:cNvSpPr/>
            <p:nvPr/>
          </p:nvSpPr>
          <p:spPr>
            <a:xfrm>
              <a:off x="7634702" y="2225513"/>
              <a:ext cx="15462" cy="12293"/>
            </a:xfrm>
            <a:custGeom>
              <a:avLst/>
              <a:gdLst>
                <a:gd name="connsiteX0" fmla="*/ 15462 w 15462"/>
                <a:gd name="connsiteY0" fmla="*/ 6083 h 12293"/>
                <a:gd name="connsiteX1" fmla="*/ 7731 w 15462"/>
                <a:gd name="connsiteY1" fmla="*/ 12293 h 12293"/>
                <a:gd name="connsiteX2" fmla="*/ 0 w 15462"/>
                <a:gd name="connsiteY2" fmla="*/ 6083 h 12293"/>
                <a:gd name="connsiteX3" fmla="*/ 7731 w 15462"/>
                <a:gd name="connsiteY3" fmla="*/ 0 h 12293"/>
                <a:gd name="connsiteX4" fmla="*/ 15462 w 15462"/>
                <a:gd name="connsiteY4" fmla="*/ 6083 h 1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62" h="12293">
                  <a:moveTo>
                    <a:pt x="15462" y="6083"/>
                  </a:moveTo>
                  <a:cubicBezTo>
                    <a:pt x="15462" y="9505"/>
                    <a:pt x="11913" y="12293"/>
                    <a:pt x="7731" y="12293"/>
                  </a:cubicBezTo>
                  <a:cubicBezTo>
                    <a:pt x="3549" y="12293"/>
                    <a:pt x="0" y="9505"/>
                    <a:pt x="0" y="6083"/>
                  </a:cubicBezTo>
                  <a:cubicBezTo>
                    <a:pt x="0" y="2662"/>
                    <a:pt x="3549" y="0"/>
                    <a:pt x="7731" y="0"/>
                  </a:cubicBezTo>
                  <a:cubicBezTo>
                    <a:pt x="11913" y="0"/>
                    <a:pt x="15462" y="2788"/>
                    <a:pt x="15462" y="60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44D58C35-A8C3-6017-C93A-543F1A56A8FD}"/>
                </a:ext>
              </a:extLst>
            </p:cNvPr>
            <p:cNvSpPr/>
            <p:nvPr/>
          </p:nvSpPr>
          <p:spPr>
            <a:xfrm>
              <a:off x="7725952" y="2300034"/>
              <a:ext cx="15462" cy="12420"/>
            </a:xfrm>
            <a:custGeom>
              <a:avLst/>
              <a:gdLst>
                <a:gd name="connsiteX0" fmla="*/ 15462 w 15462"/>
                <a:gd name="connsiteY0" fmla="*/ 6210 h 12420"/>
                <a:gd name="connsiteX1" fmla="*/ 7731 w 15462"/>
                <a:gd name="connsiteY1" fmla="*/ 12420 h 12420"/>
                <a:gd name="connsiteX2" fmla="*/ 0 w 15462"/>
                <a:gd name="connsiteY2" fmla="*/ 6210 h 12420"/>
                <a:gd name="connsiteX3" fmla="*/ 7731 w 15462"/>
                <a:gd name="connsiteY3" fmla="*/ 0 h 12420"/>
                <a:gd name="connsiteX4" fmla="*/ 15462 w 15462"/>
                <a:gd name="connsiteY4" fmla="*/ 6210 h 12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62" h="12420">
                  <a:moveTo>
                    <a:pt x="15462" y="6210"/>
                  </a:moveTo>
                  <a:cubicBezTo>
                    <a:pt x="15462" y="9632"/>
                    <a:pt x="11913" y="12420"/>
                    <a:pt x="7731" y="12420"/>
                  </a:cubicBezTo>
                  <a:cubicBezTo>
                    <a:pt x="3549" y="12420"/>
                    <a:pt x="0" y="9632"/>
                    <a:pt x="0" y="6210"/>
                  </a:cubicBezTo>
                  <a:cubicBezTo>
                    <a:pt x="0" y="2788"/>
                    <a:pt x="3422" y="0"/>
                    <a:pt x="7731" y="0"/>
                  </a:cubicBezTo>
                  <a:cubicBezTo>
                    <a:pt x="12040" y="0"/>
                    <a:pt x="15462" y="2788"/>
                    <a:pt x="15462" y="621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F3AFECFD-9233-D491-2573-FDFB17E9603B}"/>
                </a:ext>
              </a:extLst>
            </p:cNvPr>
            <p:cNvSpPr/>
            <p:nvPr/>
          </p:nvSpPr>
          <p:spPr>
            <a:xfrm>
              <a:off x="7811498" y="2379371"/>
              <a:ext cx="14701" cy="11659"/>
            </a:xfrm>
            <a:custGeom>
              <a:avLst/>
              <a:gdLst>
                <a:gd name="connsiteX0" fmla="*/ 14702 w 14701"/>
                <a:gd name="connsiteY0" fmla="*/ 5830 h 11659"/>
                <a:gd name="connsiteX1" fmla="*/ 7351 w 14701"/>
                <a:gd name="connsiteY1" fmla="*/ 11660 h 11659"/>
                <a:gd name="connsiteX2" fmla="*/ 0 w 14701"/>
                <a:gd name="connsiteY2" fmla="*/ 5830 h 11659"/>
                <a:gd name="connsiteX3" fmla="*/ 7351 w 14701"/>
                <a:gd name="connsiteY3" fmla="*/ 0 h 11659"/>
                <a:gd name="connsiteX4" fmla="*/ 14702 w 14701"/>
                <a:gd name="connsiteY4" fmla="*/ 5830 h 11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01" h="11659">
                  <a:moveTo>
                    <a:pt x="14702" y="5830"/>
                  </a:moveTo>
                  <a:cubicBezTo>
                    <a:pt x="14702" y="8998"/>
                    <a:pt x="11407" y="11660"/>
                    <a:pt x="7351" y="11660"/>
                  </a:cubicBezTo>
                  <a:cubicBezTo>
                    <a:pt x="3295" y="11660"/>
                    <a:pt x="0" y="8998"/>
                    <a:pt x="0" y="5830"/>
                  </a:cubicBezTo>
                  <a:cubicBezTo>
                    <a:pt x="0" y="2662"/>
                    <a:pt x="3295" y="0"/>
                    <a:pt x="7351" y="0"/>
                  </a:cubicBezTo>
                  <a:cubicBezTo>
                    <a:pt x="11407" y="0"/>
                    <a:pt x="14702" y="2662"/>
                    <a:pt x="14702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6FDD72FC-6FA7-1202-8B88-004FCB573ED7}"/>
                </a:ext>
              </a:extLst>
            </p:cNvPr>
            <p:cNvSpPr/>
            <p:nvPr/>
          </p:nvSpPr>
          <p:spPr>
            <a:xfrm>
              <a:off x="7890581" y="2462256"/>
              <a:ext cx="14701" cy="11659"/>
            </a:xfrm>
            <a:custGeom>
              <a:avLst/>
              <a:gdLst>
                <a:gd name="connsiteX0" fmla="*/ 14702 w 14701"/>
                <a:gd name="connsiteY0" fmla="*/ 5830 h 11659"/>
                <a:gd name="connsiteX1" fmla="*/ 7351 w 14701"/>
                <a:gd name="connsiteY1" fmla="*/ 11660 h 11659"/>
                <a:gd name="connsiteX2" fmla="*/ 0 w 14701"/>
                <a:gd name="connsiteY2" fmla="*/ 5830 h 11659"/>
                <a:gd name="connsiteX3" fmla="*/ 7351 w 14701"/>
                <a:gd name="connsiteY3" fmla="*/ 0 h 11659"/>
                <a:gd name="connsiteX4" fmla="*/ 14702 w 14701"/>
                <a:gd name="connsiteY4" fmla="*/ 5830 h 11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01" h="11659">
                  <a:moveTo>
                    <a:pt x="14702" y="5830"/>
                  </a:moveTo>
                  <a:cubicBezTo>
                    <a:pt x="14702" y="8998"/>
                    <a:pt x="11407" y="11660"/>
                    <a:pt x="7351" y="11660"/>
                  </a:cubicBezTo>
                  <a:cubicBezTo>
                    <a:pt x="3295" y="11660"/>
                    <a:pt x="0" y="8998"/>
                    <a:pt x="0" y="5830"/>
                  </a:cubicBezTo>
                  <a:cubicBezTo>
                    <a:pt x="0" y="2661"/>
                    <a:pt x="3295" y="0"/>
                    <a:pt x="7351" y="0"/>
                  </a:cubicBezTo>
                  <a:cubicBezTo>
                    <a:pt x="11407" y="0"/>
                    <a:pt x="14702" y="2661"/>
                    <a:pt x="14702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49B728A0-B75F-1E60-3997-6C67926EAECD}"/>
                </a:ext>
              </a:extLst>
            </p:cNvPr>
            <p:cNvSpPr/>
            <p:nvPr/>
          </p:nvSpPr>
          <p:spPr>
            <a:xfrm>
              <a:off x="7963329" y="2549324"/>
              <a:ext cx="13940" cy="11152"/>
            </a:xfrm>
            <a:custGeom>
              <a:avLst/>
              <a:gdLst>
                <a:gd name="connsiteX0" fmla="*/ 13941 w 13940"/>
                <a:gd name="connsiteY0" fmla="*/ 5576 h 11152"/>
                <a:gd name="connsiteX1" fmla="*/ 6970 w 13940"/>
                <a:gd name="connsiteY1" fmla="*/ 11153 h 11152"/>
                <a:gd name="connsiteX2" fmla="*/ 0 w 13940"/>
                <a:gd name="connsiteY2" fmla="*/ 5576 h 11152"/>
                <a:gd name="connsiteX3" fmla="*/ 6970 w 13940"/>
                <a:gd name="connsiteY3" fmla="*/ 0 h 11152"/>
                <a:gd name="connsiteX4" fmla="*/ 13941 w 13940"/>
                <a:gd name="connsiteY4" fmla="*/ 5576 h 11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0" h="11152">
                  <a:moveTo>
                    <a:pt x="13941" y="5576"/>
                  </a:moveTo>
                  <a:cubicBezTo>
                    <a:pt x="13941" y="8618"/>
                    <a:pt x="10772" y="11153"/>
                    <a:pt x="6970" y="11153"/>
                  </a:cubicBezTo>
                  <a:cubicBezTo>
                    <a:pt x="3168" y="11153"/>
                    <a:pt x="0" y="8618"/>
                    <a:pt x="0" y="5576"/>
                  </a:cubicBezTo>
                  <a:cubicBezTo>
                    <a:pt x="0" y="2535"/>
                    <a:pt x="3168" y="0"/>
                    <a:pt x="6970" y="0"/>
                  </a:cubicBezTo>
                  <a:cubicBezTo>
                    <a:pt x="10772" y="0"/>
                    <a:pt x="13941" y="2408"/>
                    <a:pt x="13941" y="55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95DA0FFE-F049-7704-04AD-3E931F8E7042}"/>
                </a:ext>
              </a:extLst>
            </p:cNvPr>
            <p:cNvSpPr/>
            <p:nvPr/>
          </p:nvSpPr>
          <p:spPr>
            <a:xfrm>
              <a:off x="8028851" y="2639306"/>
              <a:ext cx="13940" cy="11152"/>
            </a:xfrm>
            <a:custGeom>
              <a:avLst/>
              <a:gdLst>
                <a:gd name="connsiteX0" fmla="*/ 13941 w 13940"/>
                <a:gd name="connsiteY0" fmla="*/ 5576 h 11152"/>
                <a:gd name="connsiteX1" fmla="*/ 6970 w 13940"/>
                <a:gd name="connsiteY1" fmla="*/ 11153 h 11152"/>
                <a:gd name="connsiteX2" fmla="*/ 0 w 13940"/>
                <a:gd name="connsiteY2" fmla="*/ 5576 h 11152"/>
                <a:gd name="connsiteX3" fmla="*/ 6970 w 13940"/>
                <a:gd name="connsiteY3" fmla="*/ 0 h 11152"/>
                <a:gd name="connsiteX4" fmla="*/ 13941 w 13940"/>
                <a:gd name="connsiteY4" fmla="*/ 5576 h 11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0" h="11152">
                  <a:moveTo>
                    <a:pt x="13941" y="5576"/>
                  </a:moveTo>
                  <a:cubicBezTo>
                    <a:pt x="13941" y="8618"/>
                    <a:pt x="10772" y="11153"/>
                    <a:pt x="6970" y="11153"/>
                  </a:cubicBezTo>
                  <a:cubicBezTo>
                    <a:pt x="3168" y="11153"/>
                    <a:pt x="0" y="8745"/>
                    <a:pt x="0" y="5576"/>
                  </a:cubicBezTo>
                  <a:cubicBezTo>
                    <a:pt x="0" y="2408"/>
                    <a:pt x="3168" y="0"/>
                    <a:pt x="6970" y="0"/>
                  </a:cubicBezTo>
                  <a:cubicBezTo>
                    <a:pt x="10772" y="0"/>
                    <a:pt x="13941" y="2408"/>
                    <a:pt x="13941" y="55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C2173E7F-D8DC-A544-7381-A8C709FD5BC8}"/>
                </a:ext>
              </a:extLst>
            </p:cNvPr>
            <p:cNvSpPr/>
            <p:nvPr/>
          </p:nvSpPr>
          <p:spPr>
            <a:xfrm>
              <a:off x="8087657" y="2732711"/>
              <a:ext cx="13307" cy="10645"/>
            </a:xfrm>
            <a:custGeom>
              <a:avLst/>
              <a:gdLst>
                <a:gd name="connsiteX0" fmla="*/ 13307 w 13307"/>
                <a:gd name="connsiteY0" fmla="*/ 5323 h 10645"/>
                <a:gd name="connsiteX1" fmla="*/ 6717 w 13307"/>
                <a:gd name="connsiteY1" fmla="*/ 10646 h 10645"/>
                <a:gd name="connsiteX2" fmla="*/ 0 w 13307"/>
                <a:gd name="connsiteY2" fmla="*/ 5323 h 10645"/>
                <a:gd name="connsiteX3" fmla="*/ 6717 w 13307"/>
                <a:gd name="connsiteY3" fmla="*/ 0 h 10645"/>
                <a:gd name="connsiteX4" fmla="*/ 13307 w 13307"/>
                <a:gd name="connsiteY4" fmla="*/ 5323 h 1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07" h="10645">
                  <a:moveTo>
                    <a:pt x="13307" y="5323"/>
                  </a:moveTo>
                  <a:cubicBezTo>
                    <a:pt x="13307" y="8238"/>
                    <a:pt x="10266" y="10646"/>
                    <a:pt x="6717" y="10646"/>
                  </a:cubicBezTo>
                  <a:cubicBezTo>
                    <a:pt x="3168" y="10646"/>
                    <a:pt x="0" y="8238"/>
                    <a:pt x="0" y="5323"/>
                  </a:cubicBezTo>
                  <a:cubicBezTo>
                    <a:pt x="0" y="2408"/>
                    <a:pt x="3042" y="0"/>
                    <a:pt x="6717" y="0"/>
                  </a:cubicBezTo>
                  <a:cubicBezTo>
                    <a:pt x="10392" y="0"/>
                    <a:pt x="13307" y="2408"/>
                    <a:pt x="13307" y="532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5FA78D4B-B863-33C9-3C79-99F4AD0CBD35}"/>
                </a:ext>
              </a:extLst>
            </p:cNvPr>
            <p:cNvSpPr/>
            <p:nvPr/>
          </p:nvSpPr>
          <p:spPr>
            <a:xfrm>
              <a:off x="8138604" y="2828396"/>
              <a:ext cx="13433" cy="10645"/>
            </a:xfrm>
            <a:custGeom>
              <a:avLst/>
              <a:gdLst>
                <a:gd name="connsiteX0" fmla="*/ 13434 w 13433"/>
                <a:gd name="connsiteY0" fmla="*/ 5323 h 10645"/>
                <a:gd name="connsiteX1" fmla="*/ 6717 w 13433"/>
                <a:gd name="connsiteY1" fmla="*/ 10646 h 10645"/>
                <a:gd name="connsiteX2" fmla="*/ 0 w 13433"/>
                <a:gd name="connsiteY2" fmla="*/ 5323 h 10645"/>
                <a:gd name="connsiteX3" fmla="*/ 6717 w 13433"/>
                <a:gd name="connsiteY3" fmla="*/ 0 h 10645"/>
                <a:gd name="connsiteX4" fmla="*/ 13434 w 13433"/>
                <a:gd name="connsiteY4" fmla="*/ 5323 h 1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33" h="10645">
                  <a:moveTo>
                    <a:pt x="13434" y="5323"/>
                  </a:moveTo>
                  <a:cubicBezTo>
                    <a:pt x="13434" y="8238"/>
                    <a:pt x="10392" y="10646"/>
                    <a:pt x="6717" y="10646"/>
                  </a:cubicBezTo>
                  <a:lnTo>
                    <a:pt x="0" y="5323"/>
                  </a:lnTo>
                  <a:cubicBezTo>
                    <a:pt x="0" y="2408"/>
                    <a:pt x="3042" y="0"/>
                    <a:pt x="6717" y="0"/>
                  </a:cubicBezTo>
                  <a:cubicBezTo>
                    <a:pt x="10392" y="0"/>
                    <a:pt x="13434" y="2408"/>
                    <a:pt x="13434" y="532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761AF870-B20B-AE7D-A21F-F83316827590}"/>
                </a:ext>
              </a:extLst>
            </p:cNvPr>
            <p:cNvSpPr/>
            <p:nvPr/>
          </p:nvSpPr>
          <p:spPr>
            <a:xfrm>
              <a:off x="8182709" y="2926870"/>
              <a:ext cx="12546" cy="9885"/>
            </a:xfrm>
            <a:custGeom>
              <a:avLst/>
              <a:gdLst>
                <a:gd name="connsiteX0" fmla="*/ 12547 w 12546"/>
                <a:gd name="connsiteY0" fmla="*/ 4943 h 9885"/>
                <a:gd name="connsiteX1" fmla="*/ 6210 w 12546"/>
                <a:gd name="connsiteY1" fmla="*/ 9885 h 9885"/>
                <a:gd name="connsiteX2" fmla="*/ 0 w 12546"/>
                <a:gd name="connsiteY2" fmla="*/ 4943 h 9885"/>
                <a:gd name="connsiteX3" fmla="*/ 6210 w 12546"/>
                <a:gd name="connsiteY3" fmla="*/ 0 h 9885"/>
                <a:gd name="connsiteX4" fmla="*/ 12547 w 12546"/>
                <a:gd name="connsiteY4" fmla="*/ 4943 h 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46" h="9885">
                  <a:moveTo>
                    <a:pt x="12547" y="4943"/>
                  </a:moveTo>
                  <a:lnTo>
                    <a:pt x="6210" y="9885"/>
                  </a:lnTo>
                  <a:lnTo>
                    <a:pt x="0" y="4943"/>
                  </a:lnTo>
                  <a:lnTo>
                    <a:pt x="6210" y="0"/>
                  </a:lnTo>
                  <a:lnTo>
                    <a:pt x="12547" y="494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41B9C9E2-2AB9-1597-76A8-F61253554000}"/>
                </a:ext>
              </a:extLst>
            </p:cNvPr>
            <p:cNvSpPr/>
            <p:nvPr/>
          </p:nvSpPr>
          <p:spPr>
            <a:xfrm>
              <a:off x="8218828" y="3027118"/>
              <a:ext cx="12040" cy="9505"/>
            </a:xfrm>
            <a:custGeom>
              <a:avLst/>
              <a:gdLst>
                <a:gd name="connsiteX0" fmla="*/ 12040 w 12040"/>
                <a:gd name="connsiteY0" fmla="*/ 4689 h 9505"/>
                <a:gd name="connsiteX1" fmla="*/ 5956 w 12040"/>
                <a:gd name="connsiteY1" fmla="*/ 9505 h 9505"/>
                <a:gd name="connsiteX2" fmla="*/ 0 w 12040"/>
                <a:gd name="connsiteY2" fmla="*/ 4689 h 9505"/>
                <a:gd name="connsiteX3" fmla="*/ 5956 w 12040"/>
                <a:gd name="connsiteY3" fmla="*/ 0 h 9505"/>
                <a:gd name="connsiteX4" fmla="*/ 12040 w 12040"/>
                <a:gd name="connsiteY4" fmla="*/ 4689 h 9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40" h="9505">
                  <a:moveTo>
                    <a:pt x="12040" y="4689"/>
                  </a:moveTo>
                  <a:lnTo>
                    <a:pt x="5956" y="9505"/>
                  </a:lnTo>
                  <a:lnTo>
                    <a:pt x="0" y="4689"/>
                  </a:lnTo>
                  <a:lnTo>
                    <a:pt x="5956" y="0"/>
                  </a:lnTo>
                  <a:lnTo>
                    <a:pt x="12040" y="468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26A35FC9-95CD-7F94-19C9-D58D7ACB7DCB}"/>
                </a:ext>
              </a:extLst>
            </p:cNvPr>
            <p:cNvSpPr/>
            <p:nvPr/>
          </p:nvSpPr>
          <p:spPr>
            <a:xfrm>
              <a:off x="8246837" y="3128634"/>
              <a:ext cx="12039" cy="9505"/>
            </a:xfrm>
            <a:custGeom>
              <a:avLst/>
              <a:gdLst>
                <a:gd name="connsiteX0" fmla="*/ 12039 w 12039"/>
                <a:gd name="connsiteY0" fmla="*/ 4689 h 9505"/>
                <a:gd name="connsiteX1" fmla="*/ 6083 w 12039"/>
                <a:gd name="connsiteY1" fmla="*/ 9505 h 9505"/>
                <a:gd name="connsiteX2" fmla="*/ 0 w 12039"/>
                <a:gd name="connsiteY2" fmla="*/ 4689 h 9505"/>
                <a:gd name="connsiteX3" fmla="*/ 6083 w 12039"/>
                <a:gd name="connsiteY3" fmla="*/ 0 h 9505"/>
                <a:gd name="connsiteX4" fmla="*/ 12039 w 12039"/>
                <a:gd name="connsiteY4" fmla="*/ 4689 h 9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39" h="9505">
                  <a:moveTo>
                    <a:pt x="12039" y="4689"/>
                  </a:moveTo>
                  <a:lnTo>
                    <a:pt x="6083" y="9505"/>
                  </a:lnTo>
                  <a:lnTo>
                    <a:pt x="0" y="4689"/>
                  </a:lnTo>
                  <a:lnTo>
                    <a:pt x="6083" y="0"/>
                  </a:lnTo>
                  <a:lnTo>
                    <a:pt x="12039" y="468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EF18F8F8-B6B1-0215-C014-95D235DDCEC0}"/>
                </a:ext>
              </a:extLst>
            </p:cNvPr>
            <p:cNvSpPr/>
            <p:nvPr/>
          </p:nvSpPr>
          <p:spPr>
            <a:xfrm>
              <a:off x="8267368" y="3231670"/>
              <a:ext cx="11278" cy="8871"/>
            </a:xfrm>
            <a:custGeom>
              <a:avLst/>
              <a:gdLst>
                <a:gd name="connsiteX0" fmla="*/ 11279 w 11278"/>
                <a:gd name="connsiteY0" fmla="*/ 4436 h 8871"/>
                <a:gd name="connsiteX1" fmla="*/ 5576 w 11278"/>
                <a:gd name="connsiteY1" fmla="*/ 8872 h 8871"/>
                <a:gd name="connsiteX2" fmla="*/ 0 w 11278"/>
                <a:gd name="connsiteY2" fmla="*/ 4436 h 8871"/>
                <a:gd name="connsiteX3" fmla="*/ 5576 w 11278"/>
                <a:gd name="connsiteY3" fmla="*/ 0 h 8871"/>
                <a:gd name="connsiteX4" fmla="*/ 11279 w 11278"/>
                <a:gd name="connsiteY4" fmla="*/ 4436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78" h="8871">
                  <a:moveTo>
                    <a:pt x="11279" y="4436"/>
                  </a:moveTo>
                  <a:lnTo>
                    <a:pt x="5576" y="8872"/>
                  </a:lnTo>
                  <a:lnTo>
                    <a:pt x="0" y="4436"/>
                  </a:lnTo>
                  <a:lnTo>
                    <a:pt x="5576" y="0"/>
                  </a:lnTo>
                  <a:lnTo>
                    <a:pt x="11279" y="44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D6983986-1CB9-499B-3F3F-C5A6E833465A}"/>
                </a:ext>
              </a:extLst>
            </p:cNvPr>
            <p:cNvSpPr/>
            <p:nvPr/>
          </p:nvSpPr>
          <p:spPr>
            <a:xfrm>
              <a:off x="8279788" y="3335467"/>
              <a:ext cx="10646" cy="8364"/>
            </a:xfrm>
            <a:custGeom>
              <a:avLst/>
              <a:gdLst>
                <a:gd name="connsiteX0" fmla="*/ 10646 w 10646"/>
                <a:gd name="connsiteY0" fmla="*/ 4183 h 8364"/>
                <a:gd name="connsiteX1" fmla="*/ 5323 w 10646"/>
                <a:gd name="connsiteY1" fmla="*/ 8365 h 8364"/>
                <a:gd name="connsiteX2" fmla="*/ 0 w 10646"/>
                <a:gd name="connsiteY2" fmla="*/ 4183 h 8364"/>
                <a:gd name="connsiteX3" fmla="*/ 5323 w 10646"/>
                <a:gd name="connsiteY3" fmla="*/ 0 h 8364"/>
                <a:gd name="connsiteX4" fmla="*/ 10646 w 10646"/>
                <a:gd name="connsiteY4" fmla="*/ 4183 h 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46" h="8364">
                  <a:moveTo>
                    <a:pt x="10646" y="4183"/>
                  </a:moveTo>
                  <a:lnTo>
                    <a:pt x="5323" y="8365"/>
                  </a:lnTo>
                  <a:lnTo>
                    <a:pt x="0" y="4183"/>
                  </a:lnTo>
                  <a:lnTo>
                    <a:pt x="5323" y="0"/>
                  </a:lnTo>
                  <a:lnTo>
                    <a:pt x="10646" y="418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91F8EE03-3F37-D254-1642-ABBE409C8C93}"/>
                </a:ext>
              </a:extLst>
            </p:cNvPr>
            <p:cNvSpPr/>
            <p:nvPr/>
          </p:nvSpPr>
          <p:spPr>
            <a:xfrm>
              <a:off x="8409059" y="3439390"/>
              <a:ext cx="10519" cy="8491"/>
            </a:xfrm>
            <a:custGeom>
              <a:avLst/>
              <a:gdLst>
                <a:gd name="connsiteX0" fmla="*/ 10519 w 10519"/>
                <a:gd name="connsiteY0" fmla="*/ 4182 h 8491"/>
                <a:gd name="connsiteX1" fmla="*/ 5323 w 10519"/>
                <a:gd name="connsiteY1" fmla="*/ 8491 h 8491"/>
                <a:gd name="connsiteX2" fmla="*/ 0 w 10519"/>
                <a:gd name="connsiteY2" fmla="*/ 4182 h 8491"/>
                <a:gd name="connsiteX3" fmla="*/ 5323 w 10519"/>
                <a:gd name="connsiteY3" fmla="*/ 0 h 8491"/>
                <a:gd name="connsiteX4" fmla="*/ 10519 w 10519"/>
                <a:gd name="connsiteY4" fmla="*/ 4182 h 8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19" h="8491">
                  <a:moveTo>
                    <a:pt x="10519" y="4182"/>
                  </a:moveTo>
                  <a:lnTo>
                    <a:pt x="5323" y="8491"/>
                  </a:lnTo>
                  <a:lnTo>
                    <a:pt x="0" y="4182"/>
                  </a:lnTo>
                  <a:lnTo>
                    <a:pt x="5323" y="0"/>
                  </a:lnTo>
                  <a:lnTo>
                    <a:pt x="10519" y="41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AF9EF2B1-14B4-A0B9-1F7B-66A1586371ED}"/>
                </a:ext>
              </a:extLst>
            </p:cNvPr>
            <p:cNvSpPr/>
            <p:nvPr/>
          </p:nvSpPr>
          <p:spPr>
            <a:xfrm>
              <a:off x="8405637" y="3543694"/>
              <a:ext cx="9758" cy="7731"/>
            </a:xfrm>
            <a:custGeom>
              <a:avLst/>
              <a:gdLst>
                <a:gd name="connsiteX0" fmla="*/ 9759 w 9758"/>
                <a:gd name="connsiteY0" fmla="*/ 3802 h 7731"/>
                <a:gd name="connsiteX1" fmla="*/ 4816 w 9758"/>
                <a:gd name="connsiteY1" fmla="*/ 7731 h 7731"/>
                <a:gd name="connsiteX2" fmla="*/ 0 w 9758"/>
                <a:gd name="connsiteY2" fmla="*/ 3802 h 7731"/>
                <a:gd name="connsiteX3" fmla="*/ 4816 w 9758"/>
                <a:gd name="connsiteY3" fmla="*/ 0 h 7731"/>
                <a:gd name="connsiteX4" fmla="*/ 9759 w 9758"/>
                <a:gd name="connsiteY4" fmla="*/ 3802 h 7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58" h="7731">
                  <a:moveTo>
                    <a:pt x="9759" y="3802"/>
                  </a:moveTo>
                  <a:lnTo>
                    <a:pt x="4816" y="7731"/>
                  </a:lnTo>
                  <a:lnTo>
                    <a:pt x="0" y="3802"/>
                  </a:lnTo>
                  <a:lnTo>
                    <a:pt x="4816" y="0"/>
                  </a:lnTo>
                  <a:lnTo>
                    <a:pt x="9759" y="380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BE059C03-9622-C8BC-9F0F-5D54796B2C16}"/>
                </a:ext>
              </a:extLst>
            </p:cNvPr>
            <p:cNvSpPr/>
            <p:nvPr/>
          </p:nvSpPr>
          <p:spPr>
            <a:xfrm>
              <a:off x="8394484" y="3647491"/>
              <a:ext cx="9252" cy="7350"/>
            </a:xfrm>
            <a:custGeom>
              <a:avLst/>
              <a:gdLst>
                <a:gd name="connsiteX0" fmla="*/ 9252 w 9252"/>
                <a:gd name="connsiteY0" fmla="*/ 3675 h 7350"/>
                <a:gd name="connsiteX1" fmla="*/ 4562 w 9252"/>
                <a:gd name="connsiteY1" fmla="*/ 7351 h 7350"/>
                <a:gd name="connsiteX2" fmla="*/ 0 w 9252"/>
                <a:gd name="connsiteY2" fmla="*/ 3675 h 7350"/>
                <a:gd name="connsiteX3" fmla="*/ 4562 w 9252"/>
                <a:gd name="connsiteY3" fmla="*/ 0 h 7350"/>
                <a:gd name="connsiteX4" fmla="*/ 9252 w 9252"/>
                <a:gd name="connsiteY4" fmla="*/ 3675 h 7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52" h="7350">
                  <a:moveTo>
                    <a:pt x="9252" y="3675"/>
                  </a:moveTo>
                  <a:lnTo>
                    <a:pt x="4562" y="7351"/>
                  </a:lnTo>
                  <a:lnTo>
                    <a:pt x="0" y="3675"/>
                  </a:lnTo>
                  <a:lnTo>
                    <a:pt x="4562" y="0"/>
                  </a:lnTo>
                  <a:lnTo>
                    <a:pt x="9252" y="367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660E4019-C0B3-92A6-42AB-73BD815198B4}"/>
                </a:ext>
              </a:extLst>
            </p:cNvPr>
            <p:cNvSpPr/>
            <p:nvPr/>
          </p:nvSpPr>
          <p:spPr>
            <a:xfrm>
              <a:off x="8375854" y="3750654"/>
              <a:ext cx="8491" cy="6716"/>
            </a:xfrm>
            <a:custGeom>
              <a:avLst/>
              <a:gdLst>
                <a:gd name="connsiteX0" fmla="*/ 8491 w 8491"/>
                <a:gd name="connsiteY0" fmla="*/ 3422 h 6716"/>
                <a:gd name="connsiteX1" fmla="*/ 4182 w 8491"/>
                <a:gd name="connsiteY1" fmla="*/ 6717 h 6716"/>
                <a:gd name="connsiteX2" fmla="*/ 0 w 8491"/>
                <a:gd name="connsiteY2" fmla="*/ 3422 h 6716"/>
                <a:gd name="connsiteX3" fmla="*/ 4182 w 8491"/>
                <a:gd name="connsiteY3" fmla="*/ 0 h 6716"/>
                <a:gd name="connsiteX4" fmla="*/ 8491 w 8491"/>
                <a:gd name="connsiteY4" fmla="*/ 3422 h 6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91" h="6716">
                  <a:moveTo>
                    <a:pt x="8491" y="3422"/>
                  </a:moveTo>
                  <a:lnTo>
                    <a:pt x="4182" y="6717"/>
                  </a:lnTo>
                  <a:lnTo>
                    <a:pt x="0" y="3422"/>
                  </a:lnTo>
                  <a:lnTo>
                    <a:pt x="4182" y="0"/>
                  </a:lnTo>
                  <a:lnTo>
                    <a:pt x="8491" y="342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32139EEE-2014-4D98-3FD5-A4CFF69A55D3}"/>
                </a:ext>
              </a:extLst>
            </p:cNvPr>
            <p:cNvSpPr/>
            <p:nvPr/>
          </p:nvSpPr>
          <p:spPr>
            <a:xfrm>
              <a:off x="8349620" y="3852676"/>
              <a:ext cx="7857" cy="6336"/>
            </a:xfrm>
            <a:custGeom>
              <a:avLst/>
              <a:gdLst>
                <a:gd name="connsiteX0" fmla="*/ 7858 w 7857"/>
                <a:gd name="connsiteY0" fmla="*/ 3168 h 6336"/>
                <a:gd name="connsiteX1" fmla="*/ 3929 w 7857"/>
                <a:gd name="connsiteY1" fmla="*/ 6337 h 6336"/>
                <a:gd name="connsiteX2" fmla="*/ 0 w 7857"/>
                <a:gd name="connsiteY2" fmla="*/ 3168 h 6336"/>
                <a:gd name="connsiteX3" fmla="*/ 3929 w 7857"/>
                <a:gd name="connsiteY3" fmla="*/ 0 h 6336"/>
                <a:gd name="connsiteX4" fmla="*/ 7858 w 7857"/>
                <a:gd name="connsiteY4" fmla="*/ 3168 h 6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57" h="6336">
                  <a:moveTo>
                    <a:pt x="7858" y="3168"/>
                  </a:moveTo>
                  <a:lnTo>
                    <a:pt x="3929" y="6337"/>
                  </a:lnTo>
                  <a:lnTo>
                    <a:pt x="0" y="3168"/>
                  </a:lnTo>
                  <a:lnTo>
                    <a:pt x="3929" y="0"/>
                  </a:lnTo>
                  <a:lnTo>
                    <a:pt x="7858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15E7334A-62F4-D7C1-F401-C41A0EBA50CB}"/>
                </a:ext>
              </a:extLst>
            </p:cNvPr>
            <p:cNvSpPr/>
            <p:nvPr/>
          </p:nvSpPr>
          <p:spPr>
            <a:xfrm>
              <a:off x="8316415" y="3953685"/>
              <a:ext cx="6463" cy="5196"/>
            </a:xfrm>
            <a:custGeom>
              <a:avLst/>
              <a:gdLst>
                <a:gd name="connsiteX0" fmla="*/ 6464 w 6463"/>
                <a:gd name="connsiteY0" fmla="*/ 2661 h 5196"/>
                <a:gd name="connsiteX1" fmla="*/ 3295 w 6463"/>
                <a:gd name="connsiteY1" fmla="*/ 5196 h 5196"/>
                <a:gd name="connsiteX2" fmla="*/ 0 w 6463"/>
                <a:gd name="connsiteY2" fmla="*/ 2661 h 5196"/>
                <a:gd name="connsiteX3" fmla="*/ 3295 w 6463"/>
                <a:gd name="connsiteY3" fmla="*/ 0 h 5196"/>
                <a:gd name="connsiteX4" fmla="*/ 6464 w 6463"/>
                <a:gd name="connsiteY4" fmla="*/ 2661 h 5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196">
                  <a:moveTo>
                    <a:pt x="6464" y="2661"/>
                  </a:moveTo>
                  <a:lnTo>
                    <a:pt x="3295" y="5196"/>
                  </a:lnTo>
                  <a:lnTo>
                    <a:pt x="0" y="2661"/>
                  </a:lnTo>
                  <a:lnTo>
                    <a:pt x="3295" y="0"/>
                  </a:lnTo>
                  <a:lnTo>
                    <a:pt x="6464" y="266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49D0D034-5DFE-B511-C1A2-78AA975C169F}"/>
                </a:ext>
              </a:extLst>
            </p:cNvPr>
            <p:cNvSpPr/>
            <p:nvPr/>
          </p:nvSpPr>
          <p:spPr>
            <a:xfrm>
              <a:off x="8275479" y="4052666"/>
              <a:ext cx="5956" cy="4689"/>
            </a:xfrm>
            <a:custGeom>
              <a:avLst/>
              <a:gdLst>
                <a:gd name="connsiteX0" fmla="*/ 5957 w 5956"/>
                <a:gd name="connsiteY0" fmla="*/ 2408 h 4689"/>
                <a:gd name="connsiteX1" fmla="*/ 2915 w 5956"/>
                <a:gd name="connsiteY1" fmla="*/ 4689 h 4689"/>
                <a:gd name="connsiteX2" fmla="*/ 0 w 5956"/>
                <a:gd name="connsiteY2" fmla="*/ 2408 h 4689"/>
                <a:gd name="connsiteX3" fmla="*/ 2915 w 5956"/>
                <a:gd name="connsiteY3" fmla="*/ 0 h 4689"/>
                <a:gd name="connsiteX4" fmla="*/ 5957 w 5956"/>
                <a:gd name="connsiteY4" fmla="*/ 2408 h 4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6" h="4689">
                  <a:moveTo>
                    <a:pt x="5957" y="2408"/>
                  </a:moveTo>
                  <a:lnTo>
                    <a:pt x="2915" y="4689"/>
                  </a:lnTo>
                  <a:lnTo>
                    <a:pt x="0" y="2408"/>
                  </a:lnTo>
                  <a:lnTo>
                    <a:pt x="2915" y="0"/>
                  </a:lnTo>
                  <a:lnTo>
                    <a:pt x="5957" y="240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C76A4119-3434-3389-4FCC-98832CF94019}"/>
                </a:ext>
              </a:extLst>
            </p:cNvPr>
            <p:cNvSpPr/>
            <p:nvPr/>
          </p:nvSpPr>
          <p:spPr>
            <a:xfrm>
              <a:off x="8227319" y="4149492"/>
              <a:ext cx="5323" cy="4182"/>
            </a:xfrm>
            <a:custGeom>
              <a:avLst/>
              <a:gdLst>
                <a:gd name="connsiteX0" fmla="*/ 5323 w 5323"/>
                <a:gd name="connsiteY0" fmla="*/ 2154 h 4182"/>
                <a:gd name="connsiteX1" fmla="*/ 2662 w 5323"/>
                <a:gd name="connsiteY1" fmla="*/ 4182 h 4182"/>
                <a:gd name="connsiteX2" fmla="*/ 0 w 5323"/>
                <a:gd name="connsiteY2" fmla="*/ 2154 h 4182"/>
                <a:gd name="connsiteX3" fmla="*/ 2662 w 5323"/>
                <a:gd name="connsiteY3" fmla="*/ 0 h 4182"/>
                <a:gd name="connsiteX4" fmla="*/ 5323 w 5323"/>
                <a:gd name="connsiteY4" fmla="*/ 2154 h 4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23" h="4182">
                  <a:moveTo>
                    <a:pt x="5323" y="2154"/>
                  </a:moveTo>
                  <a:lnTo>
                    <a:pt x="2662" y="4182"/>
                  </a:lnTo>
                  <a:lnTo>
                    <a:pt x="0" y="2154"/>
                  </a:lnTo>
                  <a:lnTo>
                    <a:pt x="2662" y="0"/>
                  </a:lnTo>
                  <a:lnTo>
                    <a:pt x="5323" y="21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3FE8E516-213F-F9D9-98D9-76D83DA51AEE}"/>
                </a:ext>
              </a:extLst>
            </p:cNvPr>
            <p:cNvSpPr/>
            <p:nvPr/>
          </p:nvSpPr>
          <p:spPr>
            <a:xfrm>
              <a:off x="8172569" y="4244164"/>
              <a:ext cx="4055" cy="3294"/>
            </a:xfrm>
            <a:custGeom>
              <a:avLst/>
              <a:gdLst>
                <a:gd name="connsiteX0" fmla="*/ 4056 w 4055"/>
                <a:gd name="connsiteY0" fmla="*/ 1648 h 3294"/>
                <a:gd name="connsiteX1" fmla="*/ 2028 w 4055"/>
                <a:gd name="connsiteY1" fmla="*/ 3295 h 3294"/>
                <a:gd name="connsiteX2" fmla="*/ 0 w 4055"/>
                <a:gd name="connsiteY2" fmla="*/ 1648 h 3294"/>
                <a:gd name="connsiteX3" fmla="*/ 2028 w 4055"/>
                <a:gd name="connsiteY3" fmla="*/ 0 h 3294"/>
                <a:gd name="connsiteX4" fmla="*/ 4056 w 4055"/>
                <a:gd name="connsiteY4" fmla="*/ 1648 h 3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5" h="3294">
                  <a:moveTo>
                    <a:pt x="4056" y="1648"/>
                  </a:moveTo>
                  <a:lnTo>
                    <a:pt x="2028" y="3295"/>
                  </a:lnTo>
                  <a:lnTo>
                    <a:pt x="0" y="1648"/>
                  </a:lnTo>
                  <a:lnTo>
                    <a:pt x="2028" y="0"/>
                  </a:lnTo>
                  <a:lnTo>
                    <a:pt x="4056" y="164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0BA75244-1477-73EB-205F-7903E1F7F2AD}"/>
                </a:ext>
              </a:extLst>
            </p:cNvPr>
            <p:cNvSpPr/>
            <p:nvPr/>
          </p:nvSpPr>
          <p:spPr>
            <a:xfrm>
              <a:off x="8110596" y="4335920"/>
              <a:ext cx="3548" cy="2915"/>
            </a:xfrm>
            <a:custGeom>
              <a:avLst/>
              <a:gdLst>
                <a:gd name="connsiteX0" fmla="*/ 3548 w 3548"/>
                <a:gd name="connsiteY0" fmla="*/ 1521 h 2915"/>
                <a:gd name="connsiteX1" fmla="*/ 1774 w 3548"/>
                <a:gd name="connsiteY1" fmla="*/ 2915 h 2915"/>
                <a:gd name="connsiteX2" fmla="*/ 0 w 3548"/>
                <a:gd name="connsiteY2" fmla="*/ 1521 h 2915"/>
                <a:gd name="connsiteX3" fmla="*/ 1774 w 3548"/>
                <a:gd name="connsiteY3" fmla="*/ 0 h 2915"/>
                <a:gd name="connsiteX4" fmla="*/ 3548 w 3548"/>
                <a:gd name="connsiteY4" fmla="*/ 1521 h 2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915">
                  <a:moveTo>
                    <a:pt x="3548" y="1521"/>
                  </a:moveTo>
                  <a:lnTo>
                    <a:pt x="1774" y="2915"/>
                  </a:lnTo>
                  <a:lnTo>
                    <a:pt x="0" y="1521"/>
                  </a:lnTo>
                  <a:lnTo>
                    <a:pt x="1774" y="0"/>
                  </a:lnTo>
                  <a:lnTo>
                    <a:pt x="3548" y="152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6885C6AA-7000-96A7-49AD-0CA1450B2DF7}"/>
                </a:ext>
              </a:extLst>
            </p:cNvPr>
            <p:cNvSpPr/>
            <p:nvPr/>
          </p:nvSpPr>
          <p:spPr>
            <a:xfrm>
              <a:off x="8042412" y="4424889"/>
              <a:ext cx="2281" cy="1901"/>
            </a:xfrm>
            <a:custGeom>
              <a:avLst/>
              <a:gdLst>
                <a:gd name="connsiteX0" fmla="*/ 2281 w 2281"/>
                <a:gd name="connsiteY0" fmla="*/ 1014 h 1901"/>
                <a:gd name="connsiteX1" fmla="*/ 1140 w 2281"/>
                <a:gd name="connsiteY1" fmla="*/ 1901 h 1901"/>
                <a:gd name="connsiteX2" fmla="*/ 0 w 2281"/>
                <a:gd name="connsiteY2" fmla="*/ 1014 h 1901"/>
                <a:gd name="connsiteX3" fmla="*/ 1140 w 2281"/>
                <a:gd name="connsiteY3" fmla="*/ 0 h 1901"/>
                <a:gd name="connsiteX4" fmla="*/ 2281 w 2281"/>
                <a:gd name="connsiteY4" fmla="*/ 1014 h 1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1" h="1901">
                  <a:moveTo>
                    <a:pt x="2281" y="1014"/>
                  </a:moveTo>
                  <a:lnTo>
                    <a:pt x="1140" y="1901"/>
                  </a:lnTo>
                  <a:lnTo>
                    <a:pt x="0" y="1014"/>
                  </a:lnTo>
                  <a:lnTo>
                    <a:pt x="1140" y="0"/>
                  </a:lnTo>
                  <a:lnTo>
                    <a:pt x="2281" y="101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EE9F1576-3DE4-7927-7556-A6347F3636AA}"/>
                </a:ext>
              </a:extLst>
            </p:cNvPr>
            <p:cNvSpPr/>
            <p:nvPr/>
          </p:nvSpPr>
          <p:spPr>
            <a:xfrm>
              <a:off x="7967510" y="4510436"/>
              <a:ext cx="1774" cy="1267"/>
            </a:xfrm>
            <a:custGeom>
              <a:avLst/>
              <a:gdLst>
                <a:gd name="connsiteX0" fmla="*/ 1774 w 1774"/>
                <a:gd name="connsiteY0" fmla="*/ 634 h 1267"/>
                <a:gd name="connsiteX1" fmla="*/ 887 w 1774"/>
                <a:gd name="connsiteY1" fmla="*/ 1267 h 1267"/>
                <a:gd name="connsiteX2" fmla="*/ 0 w 1774"/>
                <a:gd name="connsiteY2" fmla="*/ 634 h 1267"/>
                <a:gd name="connsiteX3" fmla="*/ 887 w 1774"/>
                <a:gd name="connsiteY3" fmla="*/ 0 h 1267"/>
                <a:gd name="connsiteX4" fmla="*/ 1774 w 1774"/>
                <a:gd name="connsiteY4" fmla="*/ 634 h 1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" h="1267">
                  <a:moveTo>
                    <a:pt x="1774" y="634"/>
                  </a:moveTo>
                  <a:lnTo>
                    <a:pt x="887" y="1267"/>
                  </a:lnTo>
                  <a:lnTo>
                    <a:pt x="0" y="634"/>
                  </a:lnTo>
                  <a:lnTo>
                    <a:pt x="887" y="0"/>
                  </a:lnTo>
                  <a:lnTo>
                    <a:pt x="1774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565A21EB-D176-8F98-7AC3-D12E166149B9}"/>
                </a:ext>
              </a:extLst>
            </p:cNvPr>
            <p:cNvSpPr/>
            <p:nvPr/>
          </p:nvSpPr>
          <p:spPr>
            <a:xfrm>
              <a:off x="7886400" y="4592054"/>
              <a:ext cx="1393" cy="1140"/>
            </a:xfrm>
            <a:custGeom>
              <a:avLst/>
              <a:gdLst>
                <a:gd name="connsiteX0" fmla="*/ 1394 w 1393"/>
                <a:gd name="connsiteY0" fmla="*/ 507 h 1140"/>
                <a:gd name="connsiteX1" fmla="*/ 634 w 1393"/>
                <a:gd name="connsiteY1" fmla="*/ 1141 h 1140"/>
                <a:gd name="connsiteX2" fmla="*/ 0 w 1393"/>
                <a:gd name="connsiteY2" fmla="*/ 507 h 1140"/>
                <a:gd name="connsiteX3" fmla="*/ 634 w 1393"/>
                <a:gd name="connsiteY3" fmla="*/ 0 h 1140"/>
                <a:gd name="connsiteX4" fmla="*/ 1394 w 1393"/>
                <a:gd name="connsiteY4" fmla="*/ 507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3" h="1140">
                  <a:moveTo>
                    <a:pt x="1394" y="507"/>
                  </a:moveTo>
                  <a:lnTo>
                    <a:pt x="634" y="1141"/>
                  </a:lnTo>
                  <a:lnTo>
                    <a:pt x="0" y="507"/>
                  </a:lnTo>
                  <a:lnTo>
                    <a:pt x="634" y="0"/>
                  </a:lnTo>
                  <a:lnTo>
                    <a:pt x="1394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5DA514A3-9767-5ECF-8D1E-938E5DB69EE9}"/>
                </a:ext>
              </a:extLst>
            </p:cNvPr>
            <p:cNvSpPr/>
            <p:nvPr/>
          </p:nvSpPr>
          <p:spPr>
            <a:xfrm>
              <a:off x="7799712" y="4670123"/>
              <a:ext cx="380" cy="380"/>
            </a:xfrm>
            <a:custGeom>
              <a:avLst/>
              <a:gdLst>
                <a:gd name="connsiteX0" fmla="*/ 381 w 380"/>
                <a:gd name="connsiteY0" fmla="*/ 254 h 380"/>
                <a:gd name="connsiteX1" fmla="*/ 254 w 380"/>
                <a:gd name="connsiteY1" fmla="*/ 380 h 380"/>
                <a:gd name="connsiteX2" fmla="*/ 0 w 380"/>
                <a:gd name="connsiteY2" fmla="*/ 254 h 380"/>
                <a:gd name="connsiteX3" fmla="*/ 254 w 380"/>
                <a:gd name="connsiteY3" fmla="*/ 0 h 380"/>
                <a:gd name="connsiteX4" fmla="*/ 381 w 380"/>
                <a:gd name="connsiteY4" fmla="*/ 254 h 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" h="380">
                  <a:moveTo>
                    <a:pt x="381" y="254"/>
                  </a:moveTo>
                  <a:lnTo>
                    <a:pt x="254" y="380"/>
                  </a:lnTo>
                  <a:lnTo>
                    <a:pt x="0" y="254"/>
                  </a:lnTo>
                  <a:lnTo>
                    <a:pt x="254" y="0"/>
                  </a:lnTo>
                  <a:lnTo>
                    <a:pt x="381" y="2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9733000D-8109-F8F3-50FC-A355F465A372}"/>
                </a:ext>
              </a:extLst>
            </p:cNvPr>
            <p:cNvSpPr/>
            <p:nvPr/>
          </p:nvSpPr>
          <p:spPr>
            <a:xfrm>
              <a:off x="7706941" y="4743630"/>
              <a:ext cx="507" cy="380"/>
            </a:xfrm>
            <a:custGeom>
              <a:avLst/>
              <a:gdLst>
                <a:gd name="connsiteX0" fmla="*/ 507 w 507"/>
                <a:gd name="connsiteY0" fmla="*/ 253 h 380"/>
                <a:gd name="connsiteX1" fmla="*/ 254 w 507"/>
                <a:gd name="connsiteY1" fmla="*/ 380 h 380"/>
                <a:gd name="connsiteX2" fmla="*/ 0 w 507"/>
                <a:gd name="connsiteY2" fmla="*/ 253 h 380"/>
                <a:gd name="connsiteX3" fmla="*/ 254 w 507"/>
                <a:gd name="connsiteY3" fmla="*/ 0 h 380"/>
                <a:gd name="connsiteX4" fmla="*/ 507 w 507"/>
                <a:gd name="connsiteY4" fmla="*/ 253 h 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7" h="380">
                  <a:moveTo>
                    <a:pt x="507" y="253"/>
                  </a:moveTo>
                  <a:lnTo>
                    <a:pt x="254" y="380"/>
                  </a:lnTo>
                  <a:lnTo>
                    <a:pt x="0" y="253"/>
                  </a:lnTo>
                  <a:lnTo>
                    <a:pt x="254" y="0"/>
                  </a:lnTo>
                  <a:lnTo>
                    <a:pt x="507" y="25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ABF4FB20-D79E-2768-ED87-0B880D7C74BC}"/>
                </a:ext>
              </a:extLst>
            </p:cNvPr>
            <p:cNvSpPr/>
            <p:nvPr/>
          </p:nvSpPr>
          <p:spPr>
            <a:xfrm>
              <a:off x="7608975" y="4812701"/>
              <a:ext cx="633" cy="507"/>
            </a:xfrm>
            <a:custGeom>
              <a:avLst/>
              <a:gdLst>
                <a:gd name="connsiteX0" fmla="*/ 634 w 633"/>
                <a:gd name="connsiteY0" fmla="*/ 254 h 507"/>
                <a:gd name="connsiteX1" fmla="*/ 254 w 633"/>
                <a:gd name="connsiteY1" fmla="*/ 507 h 507"/>
                <a:gd name="connsiteX2" fmla="*/ 0 w 633"/>
                <a:gd name="connsiteY2" fmla="*/ 254 h 507"/>
                <a:gd name="connsiteX3" fmla="*/ 254 w 633"/>
                <a:gd name="connsiteY3" fmla="*/ 0 h 507"/>
                <a:gd name="connsiteX4" fmla="*/ 634 w 633"/>
                <a:gd name="connsiteY4" fmla="*/ 254 h 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" h="507">
                  <a:moveTo>
                    <a:pt x="634" y="254"/>
                  </a:moveTo>
                  <a:lnTo>
                    <a:pt x="254" y="507"/>
                  </a:lnTo>
                  <a:lnTo>
                    <a:pt x="0" y="254"/>
                  </a:lnTo>
                  <a:lnTo>
                    <a:pt x="254" y="0"/>
                  </a:lnTo>
                  <a:lnTo>
                    <a:pt x="634" y="2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F91BFA27-6257-9AE0-B19F-4DEBB8724C8B}"/>
                </a:ext>
              </a:extLst>
            </p:cNvPr>
            <p:cNvSpPr/>
            <p:nvPr/>
          </p:nvSpPr>
          <p:spPr>
            <a:xfrm>
              <a:off x="7505305" y="4876576"/>
              <a:ext cx="2154" cy="1774"/>
            </a:xfrm>
            <a:custGeom>
              <a:avLst/>
              <a:gdLst>
                <a:gd name="connsiteX0" fmla="*/ 2154 w 2154"/>
                <a:gd name="connsiteY0" fmla="*/ 887 h 1774"/>
                <a:gd name="connsiteX1" fmla="*/ 1140 w 2154"/>
                <a:gd name="connsiteY1" fmla="*/ 1774 h 1774"/>
                <a:gd name="connsiteX2" fmla="*/ 0 w 2154"/>
                <a:gd name="connsiteY2" fmla="*/ 887 h 1774"/>
                <a:gd name="connsiteX3" fmla="*/ 1140 w 2154"/>
                <a:gd name="connsiteY3" fmla="*/ 0 h 1774"/>
                <a:gd name="connsiteX4" fmla="*/ 2154 w 2154"/>
                <a:gd name="connsiteY4" fmla="*/ 887 h 1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4" h="1774">
                  <a:moveTo>
                    <a:pt x="2154" y="887"/>
                  </a:moveTo>
                  <a:lnTo>
                    <a:pt x="1140" y="1774"/>
                  </a:lnTo>
                  <a:lnTo>
                    <a:pt x="0" y="887"/>
                  </a:lnTo>
                  <a:lnTo>
                    <a:pt x="1140" y="0"/>
                  </a:lnTo>
                  <a:lnTo>
                    <a:pt x="2154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02097A67-BB34-3846-C74E-83FF25B47FD4}"/>
                </a:ext>
              </a:extLst>
            </p:cNvPr>
            <p:cNvSpPr/>
            <p:nvPr/>
          </p:nvSpPr>
          <p:spPr>
            <a:xfrm>
              <a:off x="7397198" y="4935635"/>
              <a:ext cx="3548" cy="2914"/>
            </a:xfrm>
            <a:custGeom>
              <a:avLst/>
              <a:gdLst>
                <a:gd name="connsiteX0" fmla="*/ 3549 w 3548"/>
                <a:gd name="connsiteY0" fmla="*/ 1521 h 2914"/>
                <a:gd name="connsiteX1" fmla="*/ 1901 w 3548"/>
                <a:gd name="connsiteY1" fmla="*/ 2915 h 2914"/>
                <a:gd name="connsiteX2" fmla="*/ 0 w 3548"/>
                <a:gd name="connsiteY2" fmla="*/ 1521 h 2914"/>
                <a:gd name="connsiteX3" fmla="*/ 1901 w 3548"/>
                <a:gd name="connsiteY3" fmla="*/ 0 h 2914"/>
                <a:gd name="connsiteX4" fmla="*/ 3549 w 3548"/>
                <a:gd name="connsiteY4" fmla="*/ 1521 h 2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914">
                  <a:moveTo>
                    <a:pt x="3549" y="1521"/>
                  </a:moveTo>
                  <a:lnTo>
                    <a:pt x="1901" y="2915"/>
                  </a:lnTo>
                  <a:lnTo>
                    <a:pt x="0" y="1521"/>
                  </a:lnTo>
                  <a:lnTo>
                    <a:pt x="1901" y="0"/>
                  </a:lnTo>
                  <a:lnTo>
                    <a:pt x="3549" y="152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249CD30A-DFCF-4DA9-F55D-B7253140C66E}"/>
                </a:ext>
              </a:extLst>
            </p:cNvPr>
            <p:cNvSpPr/>
            <p:nvPr/>
          </p:nvSpPr>
          <p:spPr>
            <a:xfrm>
              <a:off x="7285291" y="4990005"/>
              <a:ext cx="4308" cy="3421"/>
            </a:xfrm>
            <a:custGeom>
              <a:avLst/>
              <a:gdLst>
                <a:gd name="connsiteX0" fmla="*/ 4309 w 4308"/>
                <a:gd name="connsiteY0" fmla="*/ 1647 h 3421"/>
                <a:gd name="connsiteX1" fmla="*/ 2154 w 4308"/>
                <a:gd name="connsiteY1" fmla="*/ 3422 h 3421"/>
                <a:gd name="connsiteX2" fmla="*/ 0 w 4308"/>
                <a:gd name="connsiteY2" fmla="*/ 1647 h 3421"/>
                <a:gd name="connsiteX3" fmla="*/ 2154 w 4308"/>
                <a:gd name="connsiteY3" fmla="*/ 0 h 3421"/>
                <a:gd name="connsiteX4" fmla="*/ 4309 w 4308"/>
                <a:gd name="connsiteY4" fmla="*/ 1647 h 3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8" h="3421">
                  <a:moveTo>
                    <a:pt x="4309" y="1647"/>
                  </a:moveTo>
                  <a:lnTo>
                    <a:pt x="2154" y="3422"/>
                  </a:lnTo>
                  <a:lnTo>
                    <a:pt x="0" y="1647"/>
                  </a:lnTo>
                  <a:lnTo>
                    <a:pt x="2154" y="0"/>
                  </a:lnTo>
                  <a:lnTo>
                    <a:pt x="4309" y="164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AB4F5C0D-644F-FB66-8A9F-4155B81FD77B}"/>
                </a:ext>
              </a:extLst>
            </p:cNvPr>
            <p:cNvSpPr/>
            <p:nvPr/>
          </p:nvSpPr>
          <p:spPr>
            <a:xfrm>
              <a:off x="7169201" y="5038798"/>
              <a:ext cx="5703" cy="4562"/>
            </a:xfrm>
            <a:custGeom>
              <a:avLst/>
              <a:gdLst>
                <a:gd name="connsiteX0" fmla="*/ 5703 w 5703"/>
                <a:gd name="connsiteY0" fmla="*/ 2282 h 4562"/>
                <a:gd name="connsiteX1" fmla="*/ 2915 w 5703"/>
                <a:gd name="connsiteY1" fmla="*/ 4563 h 4562"/>
                <a:gd name="connsiteX2" fmla="*/ 0 w 5703"/>
                <a:gd name="connsiteY2" fmla="*/ 2282 h 4562"/>
                <a:gd name="connsiteX3" fmla="*/ 2915 w 5703"/>
                <a:gd name="connsiteY3" fmla="*/ 0 h 4562"/>
                <a:gd name="connsiteX4" fmla="*/ 5703 w 5703"/>
                <a:gd name="connsiteY4" fmla="*/ 2282 h 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03" h="4562">
                  <a:moveTo>
                    <a:pt x="5703" y="2282"/>
                  </a:moveTo>
                  <a:lnTo>
                    <a:pt x="2915" y="4563"/>
                  </a:lnTo>
                  <a:lnTo>
                    <a:pt x="0" y="2282"/>
                  </a:lnTo>
                  <a:lnTo>
                    <a:pt x="2915" y="0"/>
                  </a:lnTo>
                  <a:lnTo>
                    <a:pt x="5703" y="22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1633AE23-102D-E25D-E182-0160F95E57C9}"/>
                </a:ext>
              </a:extLst>
            </p:cNvPr>
            <p:cNvSpPr/>
            <p:nvPr/>
          </p:nvSpPr>
          <p:spPr>
            <a:xfrm>
              <a:off x="7050069" y="5082395"/>
              <a:ext cx="6336" cy="5196"/>
            </a:xfrm>
            <a:custGeom>
              <a:avLst/>
              <a:gdLst>
                <a:gd name="connsiteX0" fmla="*/ 6337 w 6336"/>
                <a:gd name="connsiteY0" fmla="*/ 2535 h 5196"/>
                <a:gd name="connsiteX1" fmla="*/ 3168 w 6336"/>
                <a:gd name="connsiteY1" fmla="*/ 5196 h 5196"/>
                <a:gd name="connsiteX2" fmla="*/ 0 w 6336"/>
                <a:gd name="connsiteY2" fmla="*/ 2535 h 5196"/>
                <a:gd name="connsiteX3" fmla="*/ 3168 w 6336"/>
                <a:gd name="connsiteY3" fmla="*/ 0 h 5196"/>
                <a:gd name="connsiteX4" fmla="*/ 6337 w 6336"/>
                <a:gd name="connsiteY4" fmla="*/ 2535 h 5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" h="5196">
                  <a:moveTo>
                    <a:pt x="6337" y="2535"/>
                  </a:moveTo>
                  <a:lnTo>
                    <a:pt x="3168" y="5196"/>
                  </a:lnTo>
                  <a:lnTo>
                    <a:pt x="0" y="2535"/>
                  </a:lnTo>
                  <a:lnTo>
                    <a:pt x="3168" y="0"/>
                  </a:lnTo>
                  <a:lnTo>
                    <a:pt x="6337" y="253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DAA96DF2-2C50-E7D0-3385-ED5A71D10C2A}"/>
                </a:ext>
              </a:extLst>
            </p:cNvPr>
            <p:cNvSpPr/>
            <p:nvPr/>
          </p:nvSpPr>
          <p:spPr>
            <a:xfrm>
              <a:off x="6927388" y="5120163"/>
              <a:ext cx="8111" cy="6463"/>
            </a:xfrm>
            <a:custGeom>
              <a:avLst/>
              <a:gdLst>
                <a:gd name="connsiteX0" fmla="*/ 8111 w 8111"/>
                <a:gd name="connsiteY0" fmla="*/ 3168 h 6463"/>
                <a:gd name="connsiteX1" fmla="*/ 4056 w 8111"/>
                <a:gd name="connsiteY1" fmla="*/ 6464 h 6463"/>
                <a:gd name="connsiteX2" fmla="*/ 0 w 8111"/>
                <a:gd name="connsiteY2" fmla="*/ 3168 h 6463"/>
                <a:gd name="connsiteX3" fmla="*/ 4056 w 8111"/>
                <a:gd name="connsiteY3" fmla="*/ 0 h 6463"/>
                <a:gd name="connsiteX4" fmla="*/ 8111 w 8111"/>
                <a:gd name="connsiteY4" fmla="*/ 3168 h 6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11" h="6463">
                  <a:moveTo>
                    <a:pt x="8111" y="3168"/>
                  </a:moveTo>
                  <a:lnTo>
                    <a:pt x="4056" y="6464"/>
                  </a:lnTo>
                  <a:lnTo>
                    <a:pt x="0" y="3168"/>
                  </a:lnTo>
                  <a:lnTo>
                    <a:pt x="4056" y="0"/>
                  </a:lnTo>
                  <a:lnTo>
                    <a:pt x="8111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7FE41209-F361-CCA1-880F-E1E8C06BF118}"/>
                </a:ext>
              </a:extLst>
            </p:cNvPr>
            <p:cNvSpPr/>
            <p:nvPr/>
          </p:nvSpPr>
          <p:spPr>
            <a:xfrm>
              <a:off x="6802680" y="5152734"/>
              <a:ext cx="8617" cy="6843"/>
            </a:xfrm>
            <a:custGeom>
              <a:avLst/>
              <a:gdLst>
                <a:gd name="connsiteX0" fmla="*/ 8618 w 8617"/>
                <a:gd name="connsiteY0" fmla="*/ 3295 h 6843"/>
                <a:gd name="connsiteX1" fmla="*/ 4309 w 8617"/>
                <a:gd name="connsiteY1" fmla="*/ 6843 h 6843"/>
                <a:gd name="connsiteX2" fmla="*/ 0 w 8617"/>
                <a:gd name="connsiteY2" fmla="*/ 3295 h 6843"/>
                <a:gd name="connsiteX3" fmla="*/ 4309 w 8617"/>
                <a:gd name="connsiteY3" fmla="*/ 0 h 6843"/>
                <a:gd name="connsiteX4" fmla="*/ 8618 w 8617"/>
                <a:gd name="connsiteY4" fmla="*/ 3295 h 6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7" h="6843">
                  <a:moveTo>
                    <a:pt x="8618" y="3295"/>
                  </a:moveTo>
                  <a:lnTo>
                    <a:pt x="4309" y="6843"/>
                  </a:lnTo>
                  <a:lnTo>
                    <a:pt x="0" y="3295"/>
                  </a:lnTo>
                  <a:lnTo>
                    <a:pt x="4309" y="0"/>
                  </a:lnTo>
                  <a:lnTo>
                    <a:pt x="8618" y="32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3A1B59DE-D4D9-148D-263B-900CBDE22E77}"/>
                </a:ext>
              </a:extLst>
            </p:cNvPr>
            <p:cNvSpPr/>
            <p:nvPr/>
          </p:nvSpPr>
          <p:spPr>
            <a:xfrm>
              <a:off x="6675691" y="5179222"/>
              <a:ext cx="9378" cy="7477"/>
            </a:xfrm>
            <a:custGeom>
              <a:avLst/>
              <a:gdLst>
                <a:gd name="connsiteX0" fmla="*/ 9378 w 9378"/>
                <a:gd name="connsiteY0" fmla="*/ 3802 h 7477"/>
                <a:gd name="connsiteX1" fmla="*/ 4689 w 9378"/>
                <a:gd name="connsiteY1" fmla="*/ 7477 h 7477"/>
                <a:gd name="connsiteX2" fmla="*/ 0 w 9378"/>
                <a:gd name="connsiteY2" fmla="*/ 3802 h 7477"/>
                <a:gd name="connsiteX3" fmla="*/ 4689 w 9378"/>
                <a:gd name="connsiteY3" fmla="*/ 0 h 7477"/>
                <a:gd name="connsiteX4" fmla="*/ 9378 w 9378"/>
                <a:gd name="connsiteY4" fmla="*/ 3802 h 7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78" h="7477">
                  <a:moveTo>
                    <a:pt x="9378" y="3802"/>
                  </a:moveTo>
                  <a:lnTo>
                    <a:pt x="4689" y="7477"/>
                  </a:lnTo>
                  <a:lnTo>
                    <a:pt x="0" y="3802"/>
                  </a:lnTo>
                  <a:lnTo>
                    <a:pt x="4689" y="0"/>
                  </a:lnTo>
                  <a:lnTo>
                    <a:pt x="9378" y="380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A431D6EC-BCCD-CA18-61BA-092B8AB5D245}"/>
                </a:ext>
              </a:extLst>
            </p:cNvPr>
            <p:cNvSpPr/>
            <p:nvPr/>
          </p:nvSpPr>
          <p:spPr>
            <a:xfrm>
              <a:off x="6546927" y="5200006"/>
              <a:ext cx="10138" cy="8111"/>
            </a:xfrm>
            <a:custGeom>
              <a:avLst/>
              <a:gdLst>
                <a:gd name="connsiteX0" fmla="*/ 10139 w 10138"/>
                <a:gd name="connsiteY0" fmla="*/ 4056 h 8111"/>
                <a:gd name="connsiteX1" fmla="*/ 5069 w 10138"/>
                <a:gd name="connsiteY1" fmla="*/ 8111 h 8111"/>
                <a:gd name="connsiteX2" fmla="*/ 0 w 10138"/>
                <a:gd name="connsiteY2" fmla="*/ 4056 h 8111"/>
                <a:gd name="connsiteX3" fmla="*/ 5069 w 10138"/>
                <a:gd name="connsiteY3" fmla="*/ 0 h 8111"/>
                <a:gd name="connsiteX4" fmla="*/ 10139 w 10138"/>
                <a:gd name="connsiteY4" fmla="*/ 4056 h 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38" h="8111">
                  <a:moveTo>
                    <a:pt x="10139" y="4056"/>
                  </a:moveTo>
                  <a:lnTo>
                    <a:pt x="5069" y="8111"/>
                  </a:lnTo>
                  <a:lnTo>
                    <a:pt x="0" y="4056"/>
                  </a:lnTo>
                  <a:lnTo>
                    <a:pt x="5069" y="0"/>
                  </a:lnTo>
                  <a:lnTo>
                    <a:pt x="10139" y="405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A8146C45-19B5-E038-553D-7AB3B166A0D3}"/>
                </a:ext>
              </a:extLst>
            </p:cNvPr>
            <p:cNvSpPr/>
            <p:nvPr/>
          </p:nvSpPr>
          <p:spPr>
            <a:xfrm>
              <a:off x="6416516" y="5214581"/>
              <a:ext cx="11533" cy="9124"/>
            </a:xfrm>
            <a:custGeom>
              <a:avLst/>
              <a:gdLst>
                <a:gd name="connsiteX0" fmla="*/ 11533 w 11533"/>
                <a:gd name="connsiteY0" fmla="*/ 4562 h 9124"/>
                <a:gd name="connsiteX1" fmla="*/ 5830 w 11533"/>
                <a:gd name="connsiteY1" fmla="*/ 9125 h 9124"/>
                <a:gd name="connsiteX2" fmla="*/ 0 w 11533"/>
                <a:gd name="connsiteY2" fmla="*/ 4562 h 9124"/>
                <a:gd name="connsiteX3" fmla="*/ 5830 w 11533"/>
                <a:gd name="connsiteY3" fmla="*/ 0 h 9124"/>
                <a:gd name="connsiteX4" fmla="*/ 11533 w 11533"/>
                <a:gd name="connsiteY4" fmla="*/ 4562 h 9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33" h="9124">
                  <a:moveTo>
                    <a:pt x="11533" y="4562"/>
                  </a:moveTo>
                  <a:lnTo>
                    <a:pt x="5830" y="9125"/>
                  </a:lnTo>
                  <a:lnTo>
                    <a:pt x="0" y="4562"/>
                  </a:lnTo>
                  <a:lnTo>
                    <a:pt x="5830" y="0"/>
                  </a:lnTo>
                  <a:lnTo>
                    <a:pt x="11533" y="456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486C041A-8F2D-887E-AC36-CBD634233FEB}"/>
                </a:ext>
              </a:extLst>
            </p:cNvPr>
            <p:cNvSpPr/>
            <p:nvPr/>
          </p:nvSpPr>
          <p:spPr>
            <a:xfrm>
              <a:off x="6285471" y="5223325"/>
              <a:ext cx="12419" cy="9758"/>
            </a:xfrm>
            <a:custGeom>
              <a:avLst/>
              <a:gdLst>
                <a:gd name="connsiteX0" fmla="*/ 12420 w 12419"/>
                <a:gd name="connsiteY0" fmla="*/ 4816 h 9758"/>
                <a:gd name="connsiteX1" fmla="*/ 6210 w 12419"/>
                <a:gd name="connsiteY1" fmla="*/ 9759 h 9758"/>
                <a:gd name="connsiteX2" fmla="*/ 0 w 12419"/>
                <a:gd name="connsiteY2" fmla="*/ 4816 h 9758"/>
                <a:gd name="connsiteX3" fmla="*/ 6210 w 12419"/>
                <a:gd name="connsiteY3" fmla="*/ 0 h 9758"/>
                <a:gd name="connsiteX4" fmla="*/ 12420 w 12419"/>
                <a:gd name="connsiteY4" fmla="*/ 4816 h 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19" h="9758">
                  <a:moveTo>
                    <a:pt x="12420" y="4816"/>
                  </a:moveTo>
                  <a:lnTo>
                    <a:pt x="6210" y="9759"/>
                  </a:lnTo>
                  <a:lnTo>
                    <a:pt x="0" y="4816"/>
                  </a:lnTo>
                  <a:lnTo>
                    <a:pt x="6210" y="0"/>
                  </a:lnTo>
                  <a:lnTo>
                    <a:pt x="12420" y="481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4AB230DB-FB24-02D1-A9F7-D8B26B7E7203}"/>
                </a:ext>
              </a:extLst>
            </p:cNvPr>
            <p:cNvSpPr/>
            <p:nvPr/>
          </p:nvSpPr>
          <p:spPr>
            <a:xfrm>
              <a:off x="6154045" y="5225987"/>
              <a:ext cx="13180" cy="10392"/>
            </a:xfrm>
            <a:custGeom>
              <a:avLst/>
              <a:gdLst>
                <a:gd name="connsiteX0" fmla="*/ 13181 w 13180"/>
                <a:gd name="connsiteY0" fmla="*/ 5196 h 10392"/>
                <a:gd name="connsiteX1" fmla="*/ 6591 w 13180"/>
                <a:gd name="connsiteY1" fmla="*/ 10392 h 10392"/>
                <a:gd name="connsiteX2" fmla="*/ 0 w 13180"/>
                <a:gd name="connsiteY2" fmla="*/ 5196 h 10392"/>
                <a:gd name="connsiteX3" fmla="*/ 6591 w 13180"/>
                <a:gd name="connsiteY3" fmla="*/ 0 h 10392"/>
                <a:gd name="connsiteX4" fmla="*/ 13181 w 13180"/>
                <a:gd name="connsiteY4" fmla="*/ 5196 h 1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80" h="10392">
                  <a:moveTo>
                    <a:pt x="13181" y="5196"/>
                  </a:moveTo>
                  <a:lnTo>
                    <a:pt x="6591" y="10392"/>
                  </a:lnTo>
                  <a:lnTo>
                    <a:pt x="0" y="5196"/>
                  </a:lnTo>
                  <a:lnTo>
                    <a:pt x="6591" y="0"/>
                  </a:lnTo>
                  <a:lnTo>
                    <a:pt x="13181" y="519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C0F31F22-4E72-28C0-AA2C-8E4821A9EB19}"/>
                </a:ext>
              </a:extLst>
            </p:cNvPr>
            <p:cNvSpPr/>
            <p:nvPr/>
          </p:nvSpPr>
          <p:spPr>
            <a:xfrm>
              <a:off x="6022747" y="5222692"/>
              <a:ext cx="13687" cy="10899"/>
            </a:xfrm>
            <a:custGeom>
              <a:avLst/>
              <a:gdLst>
                <a:gd name="connsiteX0" fmla="*/ 13687 w 13687"/>
                <a:gd name="connsiteY0" fmla="*/ 5450 h 10899"/>
                <a:gd name="connsiteX1" fmla="*/ 6844 w 13687"/>
                <a:gd name="connsiteY1" fmla="*/ 10899 h 10899"/>
                <a:gd name="connsiteX2" fmla="*/ 0 w 13687"/>
                <a:gd name="connsiteY2" fmla="*/ 5450 h 10899"/>
                <a:gd name="connsiteX3" fmla="*/ 6844 w 13687"/>
                <a:gd name="connsiteY3" fmla="*/ 0 h 10899"/>
                <a:gd name="connsiteX4" fmla="*/ 13687 w 13687"/>
                <a:gd name="connsiteY4" fmla="*/ 5450 h 10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87" h="10899">
                  <a:moveTo>
                    <a:pt x="13687" y="5450"/>
                  </a:moveTo>
                  <a:cubicBezTo>
                    <a:pt x="13687" y="8491"/>
                    <a:pt x="10646" y="10899"/>
                    <a:pt x="6844" y="10899"/>
                  </a:cubicBezTo>
                  <a:cubicBezTo>
                    <a:pt x="3042" y="10899"/>
                    <a:pt x="0" y="8491"/>
                    <a:pt x="0" y="5450"/>
                  </a:cubicBezTo>
                  <a:cubicBezTo>
                    <a:pt x="0" y="2408"/>
                    <a:pt x="3042" y="0"/>
                    <a:pt x="6844" y="0"/>
                  </a:cubicBezTo>
                  <a:cubicBezTo>
                    <a:pt x="10646" y="0"/>
                    <a:pt x="13687" y="2408"/>
                    <a:pt x="13687" y="545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B3E3B7B8-F7D0-8FB5-80FA-6ABA22797A5F}"/>
                </a:ext>
              </a:extLst>
            </p:cNvPr>
            <p:cNvSpPr/>
            <p:nvPr/>
          </p:nvSpPr>
          <p:spPr>
            <a:xfrm>
              <a:off x="5891829" y="5213314"/>
              <a:ext cx="14447" cy="11659"/>
            </a:xfrm>
            <a:custGeom>
              <a:avLst/>
              <a:gdLst>
                <a:gd name="connsiteX0" fmla="*/ 14448 w 14447"/>
                <a:gd name="connsiteY0" fmla="*/ 5830 h 11659"/>
                <a:gd name="connsiteX1" fmla="*/ 7224 w 14447"/>
                <a:gd name="connsiteY1" fmla="*/ 11659 h 11659"/>
                <a:gd name="connsiteX2" fmla="*/ 0 w 14447"/>
                <a:gd name="connsiteY2" fmla="*/ 5830 h 11659"/>
                <a:gd name="connsiteX3" fmla="*/ 7224 w 14447"/>
                <a:gd name="connsiteY3" fmla="*/ 0 h 11659"/>
                <a:gd name="connsiteX4" fmla="*/ 14448 w 14447"/>
                <a:gd name="connsiteY4" fmla="*/ 5830 h 11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47" h="11659">
                  <a:moveTo>
                    <a:pt x="14448" y="5830"/>
                  </a:moveTo>
                  <a:cubicBezTo>
                    <a:pt x="14448" y="8998"/>
                    <a:pt x="11279" y="11659"/>
                    <a:pt x="7224" y="11659"/>
                  </a:cubicBezTo>
                  <a:cubicBezTo>
                    <a:pt x="3168" y="11659"/>
                    <a:pt x="0" y="9125"/>
                    <a:pt x="0" y="5830"/>
                  </a:cubicBezTo>
                  <a:cubicBezTo>
                    <a:pt x="0" y="2534"/>
                    <a:pt x="3295" y="0"/>
                    <a:pt x="7224" y="0"/>
                  </a:cubicBezTo>
                  <a:cubicBezTo>
                    <a:pt x="11152" y="0"/>
                    <a:pt x="14448" y="2534"/>
                    <a:pt x="14448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E8E0D3D1-AA47-80C6-5BF8-C2BFC0A0360F}"/>
                </a:ext>
              </a:extLst>
            </p:cNvPr>
            <p:cNvSpPr/>
            <p:nvPr/>
          </p:nvSpPr>
          <p:spPr>
            <a:xfrm>
              <a:off x="5761925" y="5198232"/>
              <a:ext cx="14574" cy="11659"/>
            </a:xfrm>
            <a:custGeom>
              <a:avLst/>
              <a:gdLst>
                <a:gd name="connsiteX0" fmla="*/ 14575 w 14574"/>
                <a:gd name="connsiteY0" fmla="*/ 5830 h 11659"/>
                <a:gd name="connsiteX1" fmla="*/ 7351 w 14574"/>
                <a:gd name="connsiteY1" fmla="*/ 11659 h 11659"/>
                <a:gd name="connsiteX2" fmla="*/ 0 w 14574"/>
                <a:gd name="connsiteY2" fmla="*/ 5830 h 11659"/>
                <a:gd name="connsiteX3" fmla="*/ 7351 w 14574"/>
                <a:gd name="connsiteY3" fmla="*/ 0 h 11659"/>
                <a:gd name="connsiteX4" fmla="*/ 14575 w 14574"/>
                <a:gd name="connsiteY4" fmla="*/ 5830 h 11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574" h="11659">
                  <a:moveTo>
                    <a:pt x="14575" y="5830"/>
                  </a:moveTo>
                  <a:cubicBezTo>
                    <a:pt x="14575" y="8998"/>
                    <a:pt x="11279" y="11659"/>
                    <a:pt x="7351" y="11659"/>
                  </a:cubicBezTo>
                  <a:cubicBezTo>
                    <a:pt x="3422" y="11659"/>
                    <a:pt x="0" y="9125"/>
                    <a:pt x="0" y="5830"/>
                  </a:cubicBezTo>
                  <a:cubicBezTo>
                    <a:pt x="0" y="2534"/>
                    <a:pt x="3295" y="0"/>
                    <a:pt x="7351" y="0"/>
                  </a:cubicBezTo>
                  <a:cubicBezTo>
                    <a:pt x="11406" y="0"/>
                    <a:pt x="14575" y="2534"/>
                    <a:pt x="14575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2480E7EA-F388-9729-2DE5-E48BCA7A4B03}"/>
                </a:ext>
              </a:extLst>
            </p:cNvPr>
            <p:cNvSpPr/>
            <p:nvPr/>
          </p:nvSpPr>
          <p:spPr>
            <a:xfrm>
              <a:off x="5633161" y="5176940"/>
              <a:ext cx="15334" cy="12166"/>
            </a:xfrm>
            <a:custGeom>
              <a:avLst/>
              <a:gdLst>
                <a:gd name="connsiteX0" fmla="*/ 15335 w 15334"/>
                <a:gd name="connsiteY0" fmla="*/ 6083 h 12166"/>
                <a:gd name="connsiteX1" fmla="*/ 7604 w 15334"/>
                <a:gd name="connsiteY1" fmla="*/ 12167 h 12166"/>
                <a:gd name="connsiteX2" fmla="*/ 0 w 15334"/>
                <a:gd name="connsiteY2" fmla="*/ 6083 h 12166"/>
                <a:gd name="connsiteX3" fmla="*/ 7604 w 15334"/>
                <a:gd name="connsiteY3" fmla="*/ 0 h 12166"/>
                <a:gd name="connsiteX4" fmla="*/ 15335 w 15334"/>
                <a:gd name="connsiteY4" fmla="*/ 6083 h 1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34" h="12166">
                  <a:moveTo>
                    <a:pt x="15335" y="6083"/>
                  </a:moveTo>
                  <a:cubicBezTo>
                    <a:pt x="15335" y="9505"/>
                    <a:pt x="11913" y="12167"/>
                    <a:pt x="7604" y="12167"/>
                  </a:cubicBezTo>
                  <a:cubicBezTo>
                    <a:pt x="3295" y="12167"/>
                    <a:pt x="0" y="9505"/>
                    <a:pt x="0" y="6083"/>
                  </a:cubicBezTo>
                  <a:cubicBezTo>
                    <a:pt x="0" y="2661"/>
                    <a:pt x="3422" y="0"/>
                    <a:pt x="7604" y="0"/>
                  </a:cubicBezTo>
                  <a:cubicBezTo>
                    <a:pt x="11786" y="0"/>
                    <a:pt x="15335" y="2661"/>
                    <a:pt x="15335" y="60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A551227C-F509-6862-8F28-A89D1AD56CCC}"/>
                </a:ext>
              </a:extLst>
            </p:cNvPr>
            <p:cNvSpPr/>
            <p:nvPr/>
          </p:nvSpPr>
          <p:spPr>
            <a:xfrm>
              <a:off x="5506171" y="5149692"/>
              <a:ext cx="15968" cy="12673"/>
            </a:xfrm>
            <a:custGeom>
              <a:avLst/>
              <a:gdLst>
                <a:gd name="connsiteX0" fmla="*/ 15969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9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9" y="6337"/>
                  </a:moveTo>
                  <a:cubicBezTo>
                    <a:pt x="15969" y="9885"/>
                    <a:pt x="12420" y="12674"/>
                    <a:pt x="7984" y="12674"/>
                  </a:cubicBezTo>
                  <a:cubicBezTo>
                    <a:pt x="3549" y="12674"/>
                    <a:pt x="0" y="9885"/>
                    <a:pt x="0" y="6337"/>
                  </a:cubicBezTo>
                  <a:cubicBezTo>
                    <a:pt x="0" y="2788"/>
                    <a:pt x="3549" y="0"/>
                    <a:pt x="7984" y="0"/>
                  </a:cubicBezTo>
                  <a:cubicBezTo>
                    <a:pt x="12420" y="0"/>
                    <a:pt x="15969" y="2788"/>
                    <a:pt x="15969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2EC062E8-2DEF-E396-A1BD-C84252978661}"/>
                </a:ext>
              </a:extLst>
            </p:cNvPr>
            <p:cNvSpPr/>
            <p:nvPr/>
          </p:nvSpPr>
          <p:spPr>
            <a:xfrm>
              <a:off x="5381463" y="5116741"/>
              <a:ext cx="16729" cy="13180"/>
            </a:xfrm>
            <a:custGeom>
              <a:avLst/>
              <a:gdLst>
                <a:gd name="connsiteX0" fmla="*/ 16729 w 16729"/>
                <a:gd name="connsiteY0" fmla="*/ 6590 h 13180"/>
                <a:gd name="connsiteX1" fmla="*/ 8365 w 16729"/>
                <a:gd name="connsiteY1" fmla="*/ 13180 h 13180"/>
                <a:gd name="connsiteX2" fmla="*/ 0 w 16729"/>
                <a:gd name="connsiteY2" fmla="*/ 6590 h 13180"/>
                <a:gd name="connsiteX3" fmla="*/ 8365 w 16729"/>
                <a:gd name="connsiteY3" fmla="*/ 0 h 13180"/>
                <a:gd name="connsiteX4" fmla="*/ 16729 w 16729"/>
                <a:gd name="connsiteY4" fmla="*/ 6590 h 13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9" h="13180">
                  <a:moveTo>
                    <a:pt x="16729" y="6590"/>
                  </a:moveTo>
                  <a:cubicBezTo>
                    <a:pt x="16729" y="10266"/>
                    <a:pt x="12927" y="13180"/>
                    <a:pt x="8365" y="13180"/>
                  </a:cubicBezTo>
                  <a:cubicBezTo>
                    <a:pt x="3802" y="13180"/>
                    <a:pt x="0" y="10266"/>
                    <a:pt x="0" y="6590"/>
                  </a:cubicBezTo>
                  <a:cubicBezTo>
                    <a:pt x="0" y="2915"/>
                    <a:pt x="3675" y="0"/>
                    <a:pt x="8365" y="0"/>
                  </a:cubicBezTo>
                  <a:cubicBezTo>
                    <a:pt x="13054" y="0"/>
                    <a:pt x="16729" y="2915"/>
                    <a:pt x="16729" y="659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20D85869-EFB9-9502-A427-9EC8C1D3E867}"/>
                </a:ext>
              </a:extLst>
            </p:cNvPr>
            <p:cNvSpPr/>
            <p:nvPr/>
          </p:nvSpPr>
          <p:spPr>
            <a:xfrm>
              <a:off x="5259543" y="5078340"/>
              <a:ext cx="16729" cy="13180"/>
            </a:xfrm>
            <a:custGeom>
              <a:avLst/>
              <a:gdLst>
                <a:gd name="connsiteX0" fmla="*/ 16729 w 16729"/>
                <a:gd name="connsiteY0" fmla="*/ 6590 h 13180"/>
                <a:gd name="connsiteX1" fmla="*/ 8365 w 16729"/>
                <a:gd name="connsiteY1" fmla="*/ 13180 h 13180"/>
                <a:gd name="connsiteX2" fmla="*/ 0 w 16729"/>
                <a:gd name="connsiteY2" fmla="*/ 6590 h 13180"/>
                <a:gd name="connsiteX3" fmla="*/ 8365 w 16729"/>
                <a:gd name="connsiteY3" fmla="*/ 0 h 13180"/>
                <a:gd name="connsiteX4" fmla="*/ 16729 w 16729"/>
                <a:gd name="connsiteY4" fmla="*/ 6590 h 13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9" h="13180">
                  <a:moveTo>
                    <a:pt x="16729" y="6590"/>
                  </a:moveTo>
                  <a:cubicBezTo>
                    <a:pt x="16729" y="10266"/>
                    <a:pt x="12927" y="13180"/>
                    <a:pt x="8365" y="13180"/>
                  </a:cubicBezTo>
                  <a:cubicBezTo>
                    <a:pt x="3802" y="13180"/>
                    <a:pt x="0" y="10266"/>
                    <a:pt x="0" y="6590"/>
                  </a:cubicBezTo>
                  <a:cubicBezTo>
                    <a:pt x="0" y="2915"/>
                    <a:pt x="3802" y="0"/>
                    <a:pt x="8365" y="0"/>
                  </a:cubicBezTo>
                  <a:cubicBezTo>
                    <a:pt x="12927" y="0"/>
                    <a:pt x="16729" y="2915"/>
                    <a:pt x="16729" y="659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88388AB2-6C1E-1DD9-6801-F83AD0A5DDF2}"/>
                </a:ext>
              </a:extLst>
            </p:cNvPr>
            <p:cNvSpPr/>
            <p:nvPr/>
          </p:nvSpPr>
          <p:spPr>
            <a:xfrm>
              <a:off x="5140411" y="5034109"/>
              <a:ext cx="17489" cy="13941"/>
            </a:xfrm>
            <a:custGeom>
              <a:avLst/>
              <a:gdLst>
                <a:gd name="connsiteX0" fmla="*/ 17490 w 17489"/>
                <a:gd name="connsiteY0" fmla="*/ 6971 h 13941"/>
                <a:gd name="connsiteX1" fmla="*/ 8745 w 17489"/>
                <a:gd name="connsiteY1" fmla="*/ 13941 h 13941"/>
                <a:gd name="connsiteX2" fmla="*/ 0 w 17489"/>
                <a:gd name="connsiteY2" fmla="*/ 6971 h 13941"/>
                <a:gd name="connsiteX3" fmla="*/ 8745 w 17489"/>
                <a:gd name="connsiteY3" fmla="*/ 0 h 13941"/>
                <a:gd name="connsiteX4" fmla="*/ 17490 w 17489"/>
                <a:gd name="connsiteY4" fmla="*/ 6971 h 1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89" h="13941">
                  <a:moveTo>
                    <a:pt x="17490" y="6971"/>
                  </a:moveTo>
                  <a:cubicBezTo>
                    <a:pt x="17490" y="10773"/>
                    <a:pt x="13561" y="13941"/>
                    <a:pt x="8745" y="13941"/>
                  </a:cubicBezTo>
                  <a:cubicBezTo>
                    <a:pt x="3929" y="13941"/>
                    <a:pt x="0" y="10899"/>
                    <a:pt x="0" y="6971"/>
                  </a:cubicBezTo>
                  <a:cubicBezTo>
                    <a:pt x="0" y="3042"/>
                    <a:pt x="3929" y="0"/>
                    <a:pt x="8745" y="0"/>
                  </a:cubicBezTo>
                  <a:cubicBezTo>
                    <a:pt x="13561" y="0"/>
                    <a:pt x="17490" y="3168"/>
                    <a:pt x="17490" y="697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68DC319E-C0F1-ABD4-FEE3-685BB78E00F4}"/>
                </a:ext>
              </a:extLst>
            </p:cNvPr>
            <p:cNvSpPr/>
            <p:nvPr/>
          </p:nvSpPr>
          <p:spPr>
            <a:xfrm>
              <a:off x="5024955" y="4984682"/>
              <a:ext cx="17489" cy="13941"/>
            </a:xfrm>
            <a:custGeom>
              <a:avLst/>
              <a:gdLst>
                <a:gd name="connsiteX0" fmla="*/ 17490 w 17489"/>
                <a:gd name="connsiteY0" fmla="*/ 6970 h 13941"/>
                <a:gd name="connsiteX1" fmla="*/ 8745 w 17489"/>
                <a:gd name="connsiteY1" fmla="*/ 13941 h 13941"/>
                <a:gd name="connsiteX2" fmla="*/ 0 w 17489"/>
                <a:gd name="connsiteY2" fmla="*/ 6970 h 13941"/>
                <a:gd name="connsiteX3" fmla="*/ 8745 w 17489"/>
                <a:gd name="connsiteY3" fmla="*/ 0 h 13941"/>
                <a:gd name="connsiteX4" fmla="*/ 17490 w 17489"/>
                <a:gd name="connsiteY4" fmla="*/ 6970 h 1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89" h="13941">
                  <a:moveTo>
                    <a:pt x="17490" y="6970"/>
                  </a:moveTo>
                  <a:cubicBezTo>
                    <a:pt x="17490" y="10773"/>
                    <a:pt x="13561" y="13941"/>
                    <a:pt x="8745" y="13941"/>
                  </a:cubicBezTo>
                  <a:cubicBezTo>
                    <a:pt x="3929" y="13941"/>
                    <a:pt x="0" y="10899"/>
                    <a:pt x="0" y="6970"/>
                  </a:cubicBezTo>
                  <a:cubicBezTo>
                    <a:pt x="0" y="3042"/>
                    <a:pt x="3929" y="0"/>
                    <a:pt x="8745" y="0"/>
                  </a:cubicBezTo>
                  <a:cubicBezTo>
                    <a:pt x="13561" y="0"/>
                    <a:pt x="17490" y="3042"/>
                    <a:pt x="17490" y="69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D953B65B-3E61-0419-F890-BAF15D63ACAE}"/>
                </a:ext>
              </a:extLst>
            </p:cNvPr>
            <p:cNvSpPr/>
            <p:nvPr/>
          </p:nvSpPr>
          <p:spPr>
            <a:xfrm>
              <a:off x="4913047" y="4929932"/>
              <a:ext cx="18250" cy="14448"/>
            </a:xfrm>
            <a:custGeom>
              <a:avLst/>
              <a:gdLst>
                <a:gd name="connsiteX0" fmla="*/ 18250 w 18250"/>
                <a:gd name="connsiteY0" fmla="*/ 7224 h 14448"/>
                <a:gd name="connsiteX1" fmla="*/ 9125 w 18250"/>
                <a:gd name="connsiteY1" fmla="*/ 14448 h 14448"/>
                <a:gd name="connsiteX2" fmla="*/ 0 w 18250"/>
                <a:gd name="connsiteY2" fmla="*/ 7224 h 14448"/>
                <a:gd name="connsiteX3" fmla="*/ 9125 w 18250"/>
                <a:gd name="connsiteY3" fmla="*/ 0 h 14448"/>
                <a:gd name="connsiteX4" fmla="*/ 18250 w 18250"/>
                <a:gd name="connsiteY4" fmla="*/ 7224 h 14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8">
                  <a:moveTo>
                    <a:pt x="18250" y="7224"/>
                  </a:moveTo>
                  <a:cubicBezTo>
                    <a:pt x="18250" y="11280"/>
                    <a:pt x="14194" y="14448"/>
                    <a:pt x="9125" y="14448"/>
                  </a:cubicBezTo>
                  <a:cubicBezTo>
                    <a:pt x="4056" y="14448"/>
                    <a:pt x="0" y="11280"/>
                    <a:pt x="0" y="7224"/>
                  </a:cubicBezTo>
                  <a:cubicBezTo>
                    <a:pt x="0" y="3168"/>
                    <a:pt x="4056" y="0"/>
                    <a:pt x="9125" y="0"/>
                  </a:cubicBezTo>
                  <a:cubicBezTo>
                    <a:pt x="14194" y="0"/>
                    <a:pt x="18250" y="3295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C1FA072F-DEBD-D007-D276-C60988500ED1}"/>
                </a:ext>
              </a:extLst>
            </p:cNvPr>
            <p:cNvSpPr/>
            <p:nvPr/>
          </p:nvSpPr>
          <p:spPr>
            <a:xfrm>
              <a:off x="4805702" y="4870239"/>
              <a:ext cx="18250" cy="14447"/>
            </a:xfrm>
            <a:custGeom>
              <a:avLst/>
              <a:gdLst>
                <a:gd name="connsiteX0" fmla="*/ 18250 w 18250"/>
                <a:gd name="connsiteY0" fmla="*/ 7224 h 14447"/>
                <a:gd name="connsiteX1" fmla="*/ 9125 w 18250"/>
                <a:gd name="connsiteY1" fmla="*/ 14448 h 14447"/>
                <a:gd name="connsiteX2" fmla="*/ 0 w 18250"/>
                <a:gd name="connsiteY2" fmla="*/ 7224 h 14447"/>
                <a:gd name="connsiteX3" fmla="*/ 9125 w 18250"/>
                <a:gd name="connsiteY3" fmla="*/ 0 h 14447"/>
                <a:gd name="connsiteX4" fmla="*/ 18250 w 18250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7">
                  <a:moveTo>
                    <a:pt x="18250" y="7224"/>
                  </a:moveTo>
                  <a:cubicBezTo>
                    <a:pt x="18250" y="11279"/>
                    <a:pt x="14194" y="14448"/>
                    <a:pt x="9125" y="14448"/>
                  </a:cubicBezTo>
                  <a:cubicBezTo>
                    <a:pt x="4056" y="14448"/>
                    <a:pt x="0" y="11153"/>
                    <a:pt x="0" y="7224"/>
                  </a:cubicBezTo>
                  <a:cubicBezTo>
                    <a:pt x="0" y="3295"/>
                    <a:pt x="4056" y="0"/>
                    <a:pt x="9125" y="0"/>
                  </a:cubicBezTo>
                  <a:cubicBezTo>
                    <a:pt x="14194" y="0"/>
                    <a:pt x="18250" y="3168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EC18876A-8438-02BA-B397-EE675FABE09E}"/>
                </a:ext>
              </a:extLst>
            </p:cNvPr>
            <p:cNvSpPr/>
            <p:nvPr/>
          </p:nvSpPr>
          <p:spPr>
            <a:xfrm>
              <a:off x="4702792" y="4805731"/>
              <a:ext cx="18250" cy="14447"/>
            </a:xfrm>
            <a:custGeom>
              <a:avLst/>
              <a:gdLst>
                <a:gd name="connsiteX0" fmla="*/ 18250 w 18250"/>
                <a:gd name="connsiteY0" fmla="*/ 7224 h 14447"/>
                <a:gd name="connsiteX1" fmla="*/ 9125 w 18250"/>
                <a:gd name="connsiteY1" fmla="*/ 14448 h 14447"/>
                <a:gd name="connsiteX2" fmla="*/ 0 w 18250"/>
                <a:gd name="connsiteY2" fmla="*/ 7224 h 14447"/>
                <a:gd name="connsiteX3" fmla="*/ 9125 w 18250"/>
                <a:gd name="connsiteY3" fmla="*/ 0 h 14447"/>
                <a:gd name="connsiteX4" fmla="*/ 18250 w 18250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7">
                  <a:moveTo>
                    <a:pt x="18250" y="7224"/>
                  </a:moveTo>
                  <a:cubicBezTo>
                    <a:pt x="18250" y="11279"/>
                    <a:pt x="14194" y="14448"/>
                    <a:pt x="9125" y="14448"/>
                  </a:cubicBezTo>
                  <a:cubicBezTo>
                    <a:pt x="4056" y="14448"/>
                    <a:pt x="0" y="11153"/>
                    <a:pt x="0" y="7224"/>
                  </a:cubicBezTo>
                  <a:cubicBezTo>
                    <a:pt x="0" y="3295"/>
                    <a:pt x="4056" y="0"/>
                    <a:pt x="9125" y="0"/>
                  </a:cubicBezTo>
                  <a:cubicBezTo>
                    <a:pt x="14194" y="0"/>
                    <a:pt x="18250" y="3168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F6B9D7BA-C6B6-1B98-8CAD-F26D1E3FBE93}"/>
                </a:ext>
              </a:extLst>
            </p:cNvPr>
            <p:cNvSpPr/>
            <p:nvPr/>
          </p:nvSpPr>
          <p:spPr>
            <a:xfrm>
              <a:off x="4604952" y="4736659"/>
              <a:ext cx="18250" cy="14448"/>
            </a:xfrm>
            <a:custGeom>
              <a:avLst/>
              <a:gdLst>
                <a:gd name="connsiteX0" fmla="*/ 18250 w 18250"/>
                <a:gd name="connsiteY0" fmla="*/ 7224 h 14448"/>
                <a:gd name="connsiteX1" fmla="*/ 9125 w 18250"/>
                <a:gd name="connsiteY1" fmla="*/ 14448 h 14448"/>
                <a:gd name="connsiteX2" fmla="*/ 0 w 18250"/>
                <a:gd name="connsiteY2" fmla="*/ 7224 h 14448"/>
                <a:gd name="connsiteX3" fmla="*/ 9125 w 18250"/>
                <a:gd name="connsiteY3" fmla="*/ 0 h 14448"/>
                <a:gd name="connsiteX4" fmla="*/ 18250 w 18250"/>
                <a:gd name="connsiteY4" fmla="*/ 7224 h 14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8">
                  <a:moveTo>
                    <a:pt x="18250" y="7224"/>
                  </a:moveTo>
                  <a:cubicBezTo>
                    <a:pt x="18250" y="11280"/>
                    <a:pt x="14194" y="14448"/>
                    <a:pt x="9125" y="14448"/>
                  </a:cubicBezTo>
                  <a:cubicBezTo>
                    <a:pt x="4056" y="14448"/>
                    <a:pt x="0" y="11280"/>
                    <a:pt x="0" y="7224"/>
                  </a:cubicBezTo>
                  <a:cubicBezTo>
                    <a:pt x="0" y="3168"/>
                    <a:pt x="4056" y="0"/>
                    <a:pt x="9125" y="0"/>
                  </a:cubicBezTo>
                  <a:cubicBezTo>
                    <a:pt x="14194" y="0"/>
                    <a:pt x="18250" y="3168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6663DBEB-9A03-0657-7C3A-8C9E172A2D2A}"/>
                </a:ext>
              </a:extLst>
            </p:cNvPr>
            <p:cNvSpPr/>
            <p:nvPr/>
          </p:nvSpPr>
          <p:spPr>
            <a:xfrm>
              <a:off x="4512181" y="4663153"/>
              <a:ext cx="18250" cy="14447"/>
            </a:xfrm>
            <a:custGeom>
              <a:avLst/>
              <a:gdLst>
                <a:gd name="connsiteX0" fmla="*/ 18250 w 18250"/>
                <a:gd name="connsiteY0" fmla="*/ 7224 h 14447"/>
                <a:gd name="connsiteX1" fmla="*/ 9125 w 18250"/>
                <a:gd name="connsiteY1" fmla="*/ 14448 h 14447"/>
                <a:gd name="connsiteX2" fmla="*/ 0 w 18250"/>
                <a:gd name="connsiteY2" fmla="*/ 7224 h 14447"/>
                <a:gd name="connsiteX3" fmla="*/ 9125 w 18250"/>
                <a:gd name="connsiteY3" fmla="*/ 0 h 14447"/>
                <a:gd name="connsiteX4" fmla="*/ 18250 w 18250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7">
                  <a:moveTo>
                    <a:pt x="18250" y="7224"/>
                  </a:moveTo>
                  <a:cubicBezTo>
                    <a:pt x="18250" y="11279"/>
                    <a:pt x="14194" y="14448"/>
                    <a:pt x="9125" y="14448"/>
                  </a:cubicBezTo>
                  <a:cubicBezTo>
                    <a:pt x="4056" y="14448"/>
                    <a:pt x="0" y="11279"/>
                    <a:pt x="0" y="7224"/>
                  </a:cubicBezTo>
                  <a:cubicBezTo>
                    <a:pt x="0" y="3168"/>
                    <a:pt x="4056" y="0"/>
                    <a:pt x="9125" y="0"/>
                  </a:cubicBezTo>
                  <a:cubicBezTo>
                    <a:pt x="14194" y="0"/>
                    <a:pt x="18250" y="3168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6725A237-D33B-A90B-875B-C6122DE15D5A}"/>
                </a:ext>
              </a:extLst>
            </p:cNvPr>
            <p:cNvSpPr/>
            <p:nvPr/>
          </p:nvSpPr>
          <p:spPr>
            <a:xfrm>
              <a:off x="4425114" y="4585337"/>
              <a:ext cx="18250" cy="14448"/>
            </a:xfrm>
            <a:custGeom>
              <a:avLst/>
              <a:gdLst>
                <a:gd name="connsiteX0" fmla="*/ 18250 w 18250"/>
                <a:gd name="connsiteY0" fmla="*/ 7224 h 14448"/>
                <a:gd name="connsiteX1" fmla="*/ 9125 w 18250"/>
                <a:gd name="connsiteY1" fmla="*/ 14448 h 14448"/>
                <a:gd name="connsiteX2" fmla="*/ 0 w 18250"/>
                <a:gd name="connsiteY2" fmla="*/ 7224 h 14448"/>
                <a:gd name="connsiteX3" fmla="*/ 9125 w 18250"/>
                <a:gd name="connsiteY3" fmla="*/ 0 h 14448"/>
                <a:gd name="connsiteX4" fmla="*/ 18250 w 18250"/>
                <a:gd name="connsiteY4" fmla="*/ 7224 h 14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8">
                  <a:moveTo>
                    <a:pt x="18250" y="7224"/>
                  </a:moveTo>
                  <a:cubicBezTo>
                    <a:pt x="18250" y="11280"/>
                    <a:pt x="14194" y="14448"/>
                    <a:pt x="9125" y="14448"/>
                  </a:cubicBezTo>
                  <a:cubicBezTo>
                    <a:pt x="4056" y="14448"/>
                    <a:pt x="0" y="11153"/>
                    <a:pt x="0" y="7224"/>
                  </a:cubicBezTo>
                  <a:cubicBezTo>
                    <a:pt x="0" y="3295"/>
                    <a:pt x="4056" y="0"/>
                    <a:pt x="9125" y="0"/>
                  </a:cubicBezTo>
                  <a:cubicBezTo>
                    <a:pt x="14194" y="0"/>
                    <a:pt x="18250" y="3168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C4BB2FAB-9D87-9148-88E4-EA8016C60A05}"/>
                </a:ext>
              </a:extLst>
            </p:cNvPr>
            <p:cNvSpPr/>
            <p:nvPr/>
          </p:nvSpPr>
          <p:spPr>
            <a:xfrm>
              <a:off x="4344129" y="4504099"/>
              <a:ext cx="17489" cy="13941"/>
            </a:xfrm>
            <a:custGeom>
              <a:avLst/>
              <a:gdLst>
                <a:gd name="connsiteX0" fmla="*/ 17490 w 17489"/>
                <a:gd name="connsiteY0" fmla="*/ 6971 h 13941"/>
                <a:gd name="connsiteX1" fmla="*/ 8745 w 17489"/>
                <a:gd name="connsiteY1" fmla="*/ 13941 h 13941"/>
                <a:gd name="connsiteX2" fmla="*/ 0 w 17489"/>
                <a:gd name="connsiteY2" fmla="*/ 6971 h 13941"/>
                <a:gd name="connsiteX3" fmla="*/ 8745 w 17489"/>
                <a:gd name="connsiteY3" fmla="*/ 0 h 13941"/>
                <a:gd name="connsiteX4" fmla="*/ 17490 w 17489"/>
                <a:gd name="connsiteY4" fmla="*/ 6971 h 1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89" h="13941">
                  <a:moveTo>
                    <a:pt x="17490" y="6971"/>
                  </a:moveTo>
                  <a:cubicBezTo>
                    <a:pt x="17490" y="10773"/>
                    <a:pt x="13561" y="13941"/>
                    <a:pt x="8745" y="13941"/>
                  </a:cubicBezTo>
                  <a:cubicBezTo>
                    <a:pt x="3929" y="13941"/>
                    <a:pt x="0" y="10899"/>
                    <a:pt x="0" y="6971"/>
                  </a:cubicBezTo>
                  <a:cubicBezTo>
                    <a:pt x="0" y="3042"/>
                    <a:pt x="3929" y="0"/>
                    <a:pt x="8745" y="0"/>
                  </a:cubicBezTo>
                  <a:cubicBezTo>
                    <a:pt x="13561" y="0"/>
                    <a:pt x="17490" y="3168"/>
                    <a:pt x="17490" y="697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67C2DF8B-6FF1-62A9-ABA8-5D89B90BE77C}"/>
                </a:ext>
              </a:extLst>
            </p:cNvPr>
            <p:cNvSpPr/>
            <p:nvPr/>
          </p:nvSpPr>
          <p:spPr>
            <a:xfrm>
              <a:off x="4268595" y="4418679"/>
              <a:ext cx="18250" cy="14448"/>
            </a:xfrm>
            <a:custGeom>
              <a:avLst/>
              <a:gdLst>
                <a:gd name="connsiteX0" fmla="*/ 18250 w 18250"/>
                <a:gd name="connsiteY0" fmla="*/ 7224 h 14448"/>
                <a:gd name="connsiteX1" fmla="*/ 9125 w 18250"/>
                <a:gd name="connsiteY1" fmla="*/ 14448 h 14448"/>
                <a:gd name="connsiteX2" fmla="*/ 0 w 18250"/>
                <a:gd name="connsiteY2" fmla="*/ 7224 h 14448"/>
                <a:gd name="connsiteX3" fmla="*/ 9125 w 18250"/>
                <a:gd name="connsiteY3" fmla="*/ 0 h 14448"/>
                <a:gd name="connsiteX4" fmla="*/ 18250 w 18250"/>
                <a:gd name="connsiteY4" fmla="*/ 7224 h 14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8">
                  <a:moveTo>
                    <a:pt x="18250" y="7224"/>
                  </a:moveTo>
                  <a:cubicBezTo>
                    <a:pt x="18250" y="11280"/>
                    <a:pt x="14194" y="14448"/>
                    <a:pt x="9125" y="14448"/>
                  </a:cubicBezTo>
                  <a:cubicBezTo>
                    <a:pt x="4056" y="14448"/>
                    <a:pt x="0" y="11280"/>
                    <a:pt x="0" y="7224"/>
                  </a:cubicBezTo>
                  <a:cubicBezTo>
                    <a:pt x="0" y="3168"/>
                    <a:pt x="4056" y="0"/>
                    <a:pt x="9125" y="0"/>
                  </a:cubicBezTo>
                  <a:cubicBezTo>
                    <a:pt x="14194" y="0"/>
                    <a:pt x="18250" y="3168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37CD8B44-9B24-D739-2B27-60A938CE8846}"/>
                </a:ext>
              </a:extLst>
            </p:cNvPr>
            <p:cNvSpPr/>
            <p:nvPr/>
          </p:nvSpPr>
          <p:spPr>
            <a:xfrm>
              <a:off x="4199650" y="4330217"/>
              <a:ext cx="18250" cy="14448"/>
            </a:xfrm>
            <a:custGeom>
              <a:avLst/>
              <a:gdLst>
                <a:gd name="connsiteX0" fmla="*/ 18250 w 18250"/>
                <a:gd name="connsiteY0" fmla="*/ 7224 h 14448"/>
                <a:gd name="connsiteX1" fmla="*/ 9125 w 18250"/>
                <a:gd name="connsiteY1" fmla="*/ 14448 h 14448"/>
                <a:gd name="connsiteX2" fmla="*/ 0 w 18250"/>
                <a:gd name="connsiteY2" fmla="*/ 7224 h 14448"/>
                <a:gd name="connsiteX3" fmla="*/ 9125 w 18250"/>
                <a:gd name="connsiteY3" fmla="*/ 0 h 14448"/>
                <a:gd name="connsiteX4" fmla="*/ 18250 w 18250"/>
                <a:gd name="connsiteY4" fmla="*/ 7224 h 14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8">
                  <a:moveTo>
                    <a:pt x="18250" y="7224"/>
                  </a:moveTo>
                  <a:cubicBezTo>
                    <a:pt x="18250" y="11280"/>
                    <a:pt x="14194" y="14448"/>
                    <a:pt x="9125" y="14448"/>
                  </a:cubicBezTo>
                  <a:cubicBezTo>
                    <a:pt x="4056" y="14448"/>
                    <a:pt x="0" y="11280"/>
                    <a:pt x="0" y="7224"/>
                  </a:cubicBezTo>
                  <a:cubicBezTo>
                    <a:pt x="0" y="3168"/>
                    <a:pt x="4056" y="0"/>
                    <a:pt x="9125" y="0"/>
                  </a:cubicBezTo>
                  <a:cubicBezTo>
                    <a:pt x="14194" y="0"/>
                    <a:pt x="18250" y="3168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AF671CF6-512A-584F-187E-EEF7EA4FEEE7}"/>
                </a:ext>
              </a:extLst>
            </p:cNvPr>
            <p:cNvSpPr/>
            <p:nvPr/>
          </p:nvSpPr>
          <p:spPr>
            <a:xfrm>
              <a:off x="4137930" y="4238841"/>
              <a:ext cx="17489" cy="13941"/>
            </a:xfrm>
            <a:custGeom>
              <a:avLst/>
              <a:gdLst>
                <a:gd name="connsiteX0" fmla="*/ 17490 w 17489"/>
                <a:gd name="connsiteY0" fmla="*/ 6971 h 13941"/>
                <a:gd name="connsiteX1" fmla="*/ 8745 w 17489"/>
                <a:gd name="connsiteY1" fmla="*/ 13941 h 13941"/>
                <a:gd name="connsiteX2" fmla="*/ 0 w 17489"/>
                <a:gd name="connsiteY2" fmla="*/ 6971 h 13941"/>
                <a:gd name="connsiteX3" fmla="*/ 8745 w 17489"/>
                <a:gd name="connsiteY3" fmla="*/ 0 h 13941"/>
                <a:gd name="connsiteX4" fmla="*/ 17490 w 17489"/>
                <a:gd name="connsiteY4" fmla="*/ 6971 h 1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89" h="13941">
                  <a:moveTo>
                    <a:pt x="17490" y="6971"/>
                  </a:moveTo>
                  <a:cubicBezTo>
                    <a:pt x="17490" y="10773"/>
                    <a:pt x="13561" y="13941"/>
                    <a:pt x="8745" y="13941"/>
                  </a:cubicBezTo>
                  <a:cubicBezTo>
                    <a:pt x="3929" y="13941"/>
                    <a:pt x="0" y="10773"/>
                    <a:pt x="0" y="6971"/>
                  </a:cubicBezTo>
                  <a:cubicBezTo>
                    <a:pt x="0" y="3168"/>
                    <a:pt x="3929" y="0"/>
                    <a:pt x="8745" y="0"/>
                  </a:cubicBezTo>
                  <a:cubicBezTo>
                    <a:pt x="13561" y="0"/>
                    <a:pt x="17490" y="3042"/>
                    <a:pt x="17490" y="697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287088D9-D57E-B3AA-71AB-706F3D85C252}"/>
                </a:ext>
              </a:extLst>
            </p:cNvPr>
            <p:cNvSpPr/>
            <p:nvPr/>
          </p:nvSpPr>
          <p:spPr>
            <a:xfrm>
              <a:off x="4082419" y="4144676"/>
              <a:ext cx="17489" cy="13941"/>
            </a:xfrm>
            <a:custGeom>
              <a:avLst/>
              <a:gdLst>
                <a:gd name="connsiteX0" fmla="*/ 17490 w 17489"/>
                <a:gd name="connsiteY0" fmla="*/ 6970 h 13941"/>
                <a:gd name="connsiteX1" fmla="*/ 8745 w 17489"/>
                <a:gd name="connsiteY1" fmla="*/ 13941 h 13941"/>
                <a:gd name="connsiteX2" fmla="*/ 0 w 17489"/>
                <a:gd name="connsiteY2" fmla="*/ 6970 h 13941"/>
                <a:gd name="connsiteX3" fmla="*/ 8745 w 17489"/>
                <a:gd name="connsiteY3" fmla="*/ 0 h 13941"/>
                <a:gd name="connsiteX4" fmla="*/ 17490 w 17489"/>
                <a:gd name="connsiteY4" fmla="*/ 6970 h 1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89" h="13941">
                  <a:moveTo>
                    <a:pt x="17490" y="6970"/>
                  </a:moveTo>
                  <a:cubicBezTo>
                    <a:pt x="17490" y="10773"/>
                    <a:pt x="13561" y="13941"/>
                    <a:pt x="8745" y="13941"/>
                  </a:cubicBezTo>
                  <a:cubicBezTo>
                    <a:pt x="3929" y="13941"/>
                    <a:pt x="0" y="10773"/>
                    <a:pt x="0" y="6970"/>
                  </a:cubicBezTo>
                  <a:cubicBezTo>
                    <a:pt x="0" y="3168"/>
                    <a:pt x="3929" y="0"/>
                    <a:pt x="8745" y="0"/>
                  </a:cubicBezTo>
                  <a:cubicBezTo>
                    <a:pt x="13561" y="0"/>
                    <a:pt x="17490" y="3168"/>
                    <a:pt x="17490" y="69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827C7B1C-B06B-A412-E857-8AE2FF0A8F3D}"/>
                </a:ext>
              </a:extLst>
            </p:cNvPr>
            <p:cNvSpPr/>
            <p:nvPr/>
          </p:nvSpPr>
          <p:spPr>
            <a:xfrm>
              <a:off x="4034386" y="4048483"/>
              <a:ext cx="16729" cy="13180"/>
            </a:xfrm>
            <a:custGeom>
              <a:avLst/>
              <a:gdLst>
                <a:gd name="connsiteX0" fmla="*/ 16729 w 16729"/>
                <a:gd name="connsiteY0" fmla="*/ 6590 h 13180"/>
                <a:gd name="connsiteX1" fmla="*/ 8365 w 16729"/>
                <a:gd name="connsiteY1" fmla="*/ 13181 h 13180"/>
                <a:gd name="connsiteX2" fmla="*/ 0 w 16729"/>
                <a:gd name="connsiteY2" fmla="*/ 6590 h 13180"/>
                <a:gd name="connsiteX3" fmla="*/ 8365 w 16729"/>
                <a:gd name="connsiteY3" fmla="*/ 0 h 13180"/>
                <a:gd name="connsiteX4" fmla="*/ 16729 w 16729"/>
                <a:gd name="connsiteY4" fmla="*/ 6590 h 13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9" h="13180">
                  <a:moveTo>
                    <a:pt x="16729" y="6590"/>
                  </a:moveTo>
                  <a:cubicBezTo>
                    <a:pt x="16729" y="10266"/>
                    <a:pt x="12927" y="13181"/>
                    <a:pt x="8365" y="13181"/>
                  </a:cubicBezTo>
                  <a:cubicBezTo>
                    <a:pt x="3802" y="13181"/>
                    <a:pt x="0" y="10266"/>
                    <a:pt x="0" y="6590"/>
                  </a:cubicBezTo>
                  <a:cubicBezTo>
                    <a:pt x="0" y="2915"/>
                    <a:pt x="3802" y="0"/>
                    <a:pt x="8365" y="0"/>
                  </a:cubicBezTo>
                  <a:cubicBezTo>
                    <a:pt x="12927" y="0"/>
                    <a:pt x="16729" y="2915"/>
                    <a:pt x="16729" y="659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BE039075-3E44-A07F-C9B7-3D279BA0C8D4}"/>
                </a:ext>
              </a:extLst>
            </p:cNvPr>
            <p:cNvSpPr/>
            <p:nvPr/>
          </p:nvSpPr>
          <p:spPr>
            <a:xfrm>
              <a:off x="3993577" y="3950009"/>
              <a:ext cx="15968" cy="12673"/>
            </a:xfrm>
            <a:custGeom>
              <a:avLst/>
              <a:gdLst>
                <a:gd name="connsiteX0" fmla="*/ 15969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9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9" y="6337"/>
                  </a:moveTo>
                  <a:cubicBezTo>
                    <a:pt x="15969" y="9886"/>
                    <a:pt x="12420" y="12674"/>
                    <a:pt x="7984" y="12674"/>
                  </a:cubicBezTo>
                  <a:cubicBezTo>
                    <a:pt x="3549" y="12674"/>
                    <a:pt x="0" y="9886"/>
                    <a:pt x="0" y="6337"/>
                  </a:cubicBezTo>
                  <a:cubicBezTo>
                    <a:pt x="0" y="2788"/>
                    <a:pt x="3549" y="0"/>
                    <a:pt x="7984" y="0"/>
                  </a:cubicBezTo>
                  <a:cubicBezTo>
                    <a:pt x="12420" y="0"/>
                    <a:pt x="15969" y="2788"/>
                    <a:pt x="15969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EF8D6C61-F862-F9AA-2446-030A72C44002}"/>
                </a:ext>
              </a:extLst>
            </p:cNvPr>
            <p:cNvSpPr/>
            <p:nvPr/>
          </p:nvSpPr>
          <p:spPr>
            <a:xfrm>
              <a:off x="3959612" y="3849508"/>
              <a:ext cx="15968" cy="12673"/>
            </a:xfrm>
            <a:custGeom>
              <a:avLst/>
              <a:gdLst>
                <a:gd name="connsiteX0" fmla="*/ 15969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9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9" y="6337"/>
                  </a:moveTo>
                  <a:cubicBezTo>
                    <a:pt x="15969" y="9885"/>
                    <a:pt x="12420" y="12674"/>
                    <a:pt x="7984" y="12674"/>
                  </a:cubicBezTo>
                  <a:cubicBezTo>
                    <a:pt x="3549" y="12674"/>
                    <a:pt x="0" y="9885"/>
                    <a:pt x="0" y="6337"/>
                  </a:cubicBezTo>
                  <a:cubicBezTo>
                    <a:pt x="0" y="2788"/>
                    <a:pt x="3549" y="0"/>
                    <a:pt x="7984" y="0"/>
                  </a:cubicBezTo>
                  <a:cubicBezTo>
                    <a:pt x="12420" y="0"/>
                    <a:pt x="15969" y="2788"/>
                    <a:pt x="15969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B7122517-45C3-6749-75D1-4B6F591DFAF7}"/>
                </a:ext>
              </a:extLst>
            </p:cNvPr>
            <p:cNvSpPr/>
            <p:nvPr/>
          </p:nvSpPr>
          <p:spPr>
            <a:xfrm>
              <a:off x="3933505" y="3747993"/>
              <a:ext cx="15334" cy="12166"/>
            </a:xfrm>
            <a:custGeom>
              <a:avLst/>
              <a:gdLst>
                <a:gd name="connsiteX0" fmla="*/ 15335 w 15334"/>
                <a:gd name="connsiteY0" fmla="*/ 6083 h 12166"/>
                <a:gd name="connsiteX1" fmla="*/ 7604 w 15334"/>
                <a:gd name="connsiteY1" fmla="*/ 12167 h 12166"/>
                <a:gd name="connsiteX2" fmla="*/ 0 w 15334"/>
                <a:gd name="connsiteY2" fmla="*/ 6083 h 12166"/>
                <a:gd name="connsiteX3" fmla="*/ 7604 w 15334"/>
                <a:gd name="connsiteY3" fmla="*/ 0 h 12166"/>
                <a:gd name="connsiteX4" fmla="*/ 15335 w 15334"/>
                <a:gd name="connsiteY4" fmla="*/ 6083 h 1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34" h="12166">
                  <a:moveTo>
                    <a:pt x="15335" y="6083"/>
                  </a:moveTo>
                  <a:cubicBezTo>
                    <a:pt x="15335" y="9378"/>
                    <a:pt x="11913" y="12167"/>
                    <a:pt x="7604" y="12167"/>
                  </a:cubicBezTo>
                  <a:cubicBezTo>
                    <a:pt x="3295" y="12167"/>
                    <a:pt x="0" y="9505"/>
                    <a:pt x="0" y="6083"/>
                  </a:cubicBezTo>
                  <a:cubicBezTo>
                    <a:pt x="0" y="2661"/>
                    <a:pt x="3422" y="0"/>
                    <a:pt x="7604" y="0"/>
                  </a:cubicBezTo>
                  <a:cubicBezTo>
                    <a:pt x="11786" y="0"/>
                    <a:pt x="15335" y="2661"/>
                    <a:pt x="15335" y="60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F7B864D4-10EB-F523-28C3-F8C939F6C49B}"/>
                </a:ext>
              </a:extLst>
            </p:cNvPr>
            <p:cNvSpPr/>
            <p:nvPr/>
          </p:nvSpPr>
          <p:spPr>
            <a:xfrm>
              <a:off x="3915001" y="3645463"/>
              <a:ext cx="14447" cy="11533"/>
            </a:xfrm>
            <a:custGeom>
              <a:avLst/>
              <a:gdLst>
                <a:gd name="connsiteX0" fmla="*/ 14448 w 14447"/>
                <a:gd name="connsiteY0" fmla="*/ 5703 h 11533"/>
                <a:gd name="connsiteX1" fmla="*/ 7224 w 14447"/>
                <a:gd name="connsiteY1" fmla="*/ 11533 h 11533"/>
                <a:gd name="connsiteX2" fmla="*/ 0 w 14447"/>
                <a:gd name="connsiteY2" fmla="*/ 5703 h 11533"/>
                <a:gd name="connsiteX3" fmla="*/ 7224 w 14447"/>
                <a:gd name="connsiteY3" fmla="*/ 0 h 11533"/>
                <a:gd name="connsiteX4" fmla="*/ 14448 w 14447"/>
                <a:gd name="connsiteY4" fmla="*/ 5703 h 11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47" h="11533">
                  <a:moveTo>
                    <a:pt x="14448" y="5703"/>
                  </a:moveTo>
                  <a:cubicBezTo>
                    <a:pt x="14448" y="8872"/>
                    <a:pt x="11153" y="11533"/>
                    <a:pt x="7224" y="11533"/>
                  </a:cubicBezTo>
                  <a:cubicBezTo>
                    <a:pt x="3295" y="11533"/>
                    <a:pt x="0" y="8999"/>
                    <a:pt x="0" y="5703"/>
                  </a:cubicBezTo>
                  <a:cubicBezTo>
                    <a:pt x="0" y="2408"/>
                    <a:pt x="3295" y="0"/>
                    <a:pt x="7224" y="0"/>
                  </a:cubicBezTo>
                  <a:cubicBezTo>
                    <a:pt x="11153" y="0"/>
                    <a:pt x="14448" y="2535"/>
                    <a:pt x="14448" y="570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3780B64F-7AE0-9D8B-0CA6-16507CCF7BD0}"/>
                </a:ext>
              </a:extLst>
            </p:cNvPr>
            <p:cNvSpPr/>
            <p:nvPr/>
          </p:nvSpPr>
          <p:spPr>
            <a:xfrm>
              <a:off x="3903848" y="3542047"/>
              <a:ext cx="13687" cy="10899"/>
            </a:xfrm>
            <a:custGeom>
              <a:avLst/>
              <a:gdLst>
                <a:gd name="connsiteX0" fmla="*/ 13687 w 13687"/>
                <a:gd name="connsiteY0" fmla="*/ 5450 h 10899"/>
                <a:gd name="connsiteX1" fmla="*/ 6844 w 13687"/>
                <a:gd name="connsiteY1" fmla="*/ 10899 h 10899"/>
                <a:gd name="connsiteX2" fmla="*/ 0 w 13687"/>
                <a:gd name="connsiteY2" fmla="*/ 5450 h 10899"/>
                <a:gd name="connsiteX3" fmla="*/ 6844 w 13687"/>
                <a:gd name="connsiteY3" fmla="*/ 0 h 10899"/>
                <a:gd name="connsiteX4" fmla="*/ 13687 w 13687"/>
                <a:gd name="connsiteY4" fmla="*/ 5450 h 10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87" h="10899">
                  <a:moveTo>
                    <a:pt x="13687" y="5450"/>
                  </a:moveTo>
                  <a:cubicBezTo>
                    <a:pt x="13687" y="8491"/>
                    <a:pt x="10646" y="10899"/>
                    <a:pt x="6844" y="10899"/>
                  </a:cubicBezTo>
                  <a:cubicBezTo>
                    <a:pt x="3042" y="10899"/>
                    <a:pt x="0" y="8491"/>
                    <a:pt x="0" y="5450"/>
                  </a:cubicBezTo>
                  <a:cubicBezTo>
                    <a:pt x="0" y="2408"/>
                    <a:pt x="3168" y="0"/>
                    <a:pt x="6844" y="0"/>
                  </a:cubicBezTo>
                  <a:cubicBezTo>
                    <a:pt x="10519" y="0"/>
                    <a:pt x="13687" y="2408"/>
                    <a:pt x="13687" y="545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6C7C3E09-E61E-C79A-5327-5E7AFC49FA27}"/>
                </a:ext>
              </a:extLst>
            </p:cNvPr>
            <p:cNvSpPr/>
            <p:nvPr/>
          </p:nvSpPr>
          <p:spPr>
            <a:xfrm>
              <a:off x="3900300" y="3438376"/>
              <a:ext cx="13180" cy="10519"/>
            </a:xfrm>
            <a:custGeom>
              <a:avLst/>
              <a:gdLst>
                <a:gd name="connsiteX0" fmla="*/ 13181 w 13180"/>
                <a:gd name="connsiteY0" fmla="*/ 5196 h 10519"/>
                <a:gd name="connsiteX1" fmla="*/ 6590 w 13180"/>
                <a:gd name="connsiteY1" fmla="*/ 10519 h 10519"/>
                <a:gd name="connsiteX2" fmla="*/ 0 w 13180"/>
                <a:gd name="connsiteY2" fmla="*/ 5196 h 10519"/>
                <a:gd name="connsiteX3" fmla="*/ 6590 w 13180"/>
                <a:gd name="connsiteY3" fmla="*/ 0 h 10519"/>
                <a:gd name="connsiteX4" fmla="*/ 13181 w 13180"/>
                <a:gd name="connsiteY4" fmla="*/ 5196 h 10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80" h="10519">
                  <a:moveTo>
                    <a:pt x="13181" y="5196"/>
                  </a:moveTo>
                  <a:lnTo>
                    <a:pt x="6590" y="10519"/>
                  </a:lnTo>
                  <a:lnTo>
                    <a:pt x="0" y="5196"/>
                  </a:lnTo>
                  <a:lnTo>
                    <a:pt x="6590" y="0"/>
                  </a:lnTo>
                  <a:lnTo>
                    <a:pt x="13181" y="519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FAB1F5D1-07EB-2102-6989-AB45E669BA20}"/>
                </a:ext>
              </a:extLst>
            </p:cNvPr>
            <p:cNvSpPr/>
            <p:nvPr/>
          </p:nvSpPr>
          <p:spPr>
            <a:xfrm>
              <a:off x="3904482" y="3334706"/>
              <a:ext cx="12420" cy="9885"/>
            </a:xfrm>
            <a:custGeom>
              <a:avLst/>
              <a:gdLst>
                <a:gd name="connsiteX0" fmla="*/ 12420 w 12420"/>
                <a:gd name="connsiteY0" fmla="*/ 4943 h 9885"/>
                <a:gd name="connsiteX1" fmla="*/ 6210 w 12420"/>
                <a:gd name="connsiteY1" fmla="*/ 9885 h 9885"/>
                <a:gd name="connsiteX2" fmla="*/ 0 w 12420"/>
                <a:gd name="connsiteY2" fmla="*/ 4943 h 9885"/>
                <a:gd name="connsiteX3" fmla="*/ 6210 w 12420"/>
                <a:gd name="connsiteY3" fmla="*/ 0 h 9885"/>
                <a:gd name="connsiteX4" fmla="*/ 12420 w 12420"/>
                <a:gd name="connsiteY4" fmla="*/ 4943 h 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20" h="9885">
                  <a:moveTo>
                    <a:pt x="12420" y="4943"/>
                  </a:moveTo>
                  <a:lnTo>
                    <a:pt x="6210" y="9885"/>
                  </a:lnTo>
                  <a:lnTo>
                    <a:pt x="0" y="4943"/>
                  </a:lnTo>
                  <a:lnTo>
                    <a:pt x="6210" y="0"/>
                  </a:lnTo>
                  <a:lnTo>
                    <a:pt x="12420" y="494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D7ACB6AA-BEC9-D4B2-51D2-0D9F29D6BCF5}"/>
                </a:ext>
              </a:extLst>
            </p:cNvPr>
            <p:cNvSpPr/>
            <p:nvPr/>
          </p:nvSpPr>
          <p:spPr>
            <a:xfrm>
              <a:off x="3916395" y="3231417"/>
              <a:ext cx="11533" cy="9251"/>
            </a:xfrm>
            <a:custGeom>
              <a:avLst/>
              <a:gdLst>
                <a:gd name="connsiteX0" fmla="*/ 11533 w 11533"/>
                <a:gd name="connsiteY0" fmla="*/ 4689 h 9251"/>
                <a:gd name="connsiteX1" fmla="*/ 5703 w 11533"/>
                <a:gd name="connsiteY1" fmla="*/ 9252 h 9251"/>
                <a:gd name="connsiteX2" fmla="*/ 0 w 11533"/>
                <a:gd name="connsiteY2" fmla="*/ 4689 h 9251"/>
                <a:gd name="connsiteX3" fmla="*/ 5703 w 11533"/>
                <a:gd name="connsiteY3" fmla="*/ 0 h 9251"/>
                <a:gd name="connsiteX4" fmla="*/ 11533 w 11533"/>
                <a:gd name="connsiteY4" fmla="*/ 4689 h 9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33" h="9251">
                  <a:moveTo>
                    <a:pt x="11533" y="4689"/>
                  </a:moveTo>
                  <a:lnTo>
                    <a:pt x="5703" y="9252"/>
                  </a:lnTo>
                  <a:lnTo>
                    <a:pt x="0" y="4689"/>
                  </a:lnTo>
                  <a:lnTo>
                    <a:pt x="5703" y="0"/>
                  </a:lnTo>
                  <a:lnTo>
                    <a:pt x="11533" y="468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D073FF6B-D11D-1EDD-74F1-A47B64FCB3A6}"/>
                </a:ext>
              </a:extLst>
            </p:cNvPr>
            <p:cNvSpPr/>
            <p:nvPr/>
          </p:nvSpPr>
          <p:spPr>
            <a:xfrm>
              <a:off x="3935659" y="3128887"/>
              <a:ext cx="11025" cy="8744"/>
            </a:xfrm>
            <a:custGeom>
              <a:avLst/>
              <a:gdLst>
                <a:gd name="connsiteX0" fmla="*/ 11026 w 11025"/>
                <a:gd name="connsiteY0" fmla="*/ 4309 h 8744"/>
                <a:gd name="connsiteX1" fmla="*/ 5450 w 11025"/>
                <a:gd name="connsiteY1" fmla="*/ 8745 h 8744"/>
                <a:gd name="connsiteX2" fmla="*/ 0 w 11025"/>
                <a:gd name="connsiteY2" fmla="*/ 4309 h 8744"/>
                <a:gd name="connsiteX3" fmla="*/ 5450 w 11025"/>
                <a:gd name="connsiteY3" fmla="*/ 0 h 8744"/>
                <a:gd name="connsiteX4" fmla="*/ 11026 w 11025"/>
                <a:gd name="connsiteY4" fmla="*/ 4309 h 8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25" h="8744">
                  <a:moveTo>
                    <a:pt x="11026" y="4309"/>
                  </a:moveTo>
                  <a:lnTo>
                    <a:pt x="5450" y="8745"/>
                  </a:lnTo>
                  <a:lnTo>
                    <a:pt x="0" y="4309"/>
                  </a:lnTo>
                  <a:lnTo>
                    <a:pt x="5450" y="0"/>
                  </a:lnTo>
                  <a:lnTo>
                    <a:pt x="11026" y="430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2F46DBA0-BAC3-CD8D-7EC0-FEE63AB07D86}"/>
                </a:ext>
              </a:extLst>
            </p:cNvPr>
            <p:cNvSpPr/>
            <p:nvPr/>
          </p:nvSpPr>
          <p:spPr>
            <a:xfrm>
              <a:off x="3962527" y="3027372"/>
              <a:ext cx="10265" cy="7984"/>
            </a:xfrm>
            <a:custGeom>
              <a:avLst/>
              <a:gdLst>
                <a:gd name="connsiteX0" fmla="*/ 10266 w 10265"/>
                <a:gd name="connsiteY0" fmla="*/ 3929 h 7984"/>
                <a:gd name="connsiteX1" fmla="*/ 5069 w 10265"/>
                <a:gd name="connsiteY1" fmla="*/ 7984 h 7984"/>
                <a:gd name="connsiteX2" fmla="*/ 0 w 10265"/>
                <a:gd name="connsiteY2" fmla="*/ 3929 h 7984"/>
                <a:gd name="connsiteX3" fmla="*/ 5069 w 10265"/>
                <a:gd name="connsiteY3" fmla="*/ 0 h 7984"/>
                <a:gd name="connsiteX4" fmla="*/ 10266 w 10265"/>
                <a:gd name="connsiteY4" fmla="*/ 3929 h 7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5" h="7984">
                  <a:moveTo>
                    <a:pt x="10266" y="3929"/>
                  </a:moveTo>
                  <a:lnTo>
                    <a:pt x="5069" y="7984"/>
                  </a:lnTo>
                  <a:lnTo>
                    <a:pt x="0" y="3929"/>
                  </a:lnTo>
                  <a:lnTo>
                    <a:pt x="5069" y="0"/>
                  </a:lnTo>
                  <a:lnTo>
                    <a:pt x="10266" y="392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CFA43669-C427-14E7-2D24-41727B056937}"/>
                </a:ext>
              </a:extLst>
            </p:cNvPr>
            <p:cNvSpPr/>
            <p:nvPr/>
          </p:nvSpPr>
          <p:spPr>
            <a:xfrm>
              <a:off x="3997253" y="2927504"/>
              <a:ext cx="8617" cy="6843"/>
            </a:xfrm>
            <a:custGeom>
              <a:avLst/>
              <a:gdLst>
                <a:gd name="connsiteX0" fmla="*/ 8618 w 8617"/>
                <a:gd name="connsiteY0" fmla="*/ 3422 h 6843"/>
                <a:gd name="connsiteX1" fmla="*/ 4309 w 8617"/>
                <a:gd name="connsiteY1" fmla="*/ 6844 h 6843"/>
                <a:gd name="connsiteX2" fmla="*/ 0 w 8617"/>
                <a:gd name="connsiteY2" fmla="*/ 3422 h 6843"/>
                <a:gd name="connsiteX3" fmla="*/ 4309 w 8617"/>
                <a:gd name="connsiteY3" fmla="*/ 0 h 6843"/>
                <a:gd name="connsiteX4" fmla="*/ 8618 w 8617"/>
                <a:gd name="connsiteY4" fmla="*/ 3422 h 6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7" h="6843">
                  <a:moveTo>
                    <a:pt x="8618" y="3422"/>
                  </a:moveTo>
                  <a:lnTo>
                    <a:pt x="4309" y="6844"/>
                  </a:lnTo>
                  <a:lnTo>
                    <a:pt x="0" y="3422"/>
                  </a:lnTo>
                  <a:lnTo>
                    <a:pt x="4309" y="0"/>
                  </a:lnTo>
                  <a:lnTo>
                    <a:pt x="8618" y="342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BE792780-FDAF-9118-2DAA-F6BFA2ED9885}"/>
                </a:ext>
              </a:extLst>
            </p:cNvPr>
            <p:cNvSpPr/>
            <p:nvPr/>
          </p:nvSpPr>
          <p:spPr>
            <a:xfrm>
              <a:off x="4038822" y="2829030"/>
              <a:ext cx="7984" cy="6336"/>
            </a:xfrm>
            <a:custGeom>
              <a:avLst/>
              <a:gdLst>
                <a:gd name="connsiteX0" fmla="*/ 7984 w 7984"/>
                <a:gd name="connsiteY0" fmla="*/ 3168 h 6336"/>
                <a:gd name="connsiteX1" fmla="*/ 4056 w 7984"/>
                <a:gd name="connsiteY1" fmla="*/ 6337 h 6336"/>
                <a:gd name="connsiteX2" fmla="*/ 0 w 7984"/>
                <a:gd name="connsiteY2" fmla="*/ 3168 h 6336"/>
                <a:gd name="connsiteX3" fmla="*/ 4056 w 7984"/>
                <a:gd name="connsiteY3" fmla="*/ 0 h 6336"/>
                <a:gd name="connsiteX4" fmla="*/ 7984 w 7984"/>
                <a:gd name="connsiteY4" fmla="*/ 3168 h 6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84" h="6336">
                  <a:moveTo>
                    <a:pt x="7984" y="3168"/>
                  </a:moveTo>
                  <a:lnTo>
                    <a:pt x="4056" y="6337"/>
                  </a:lnTo>
                  <a:lnTo>
                    <a:pt x="0" y="3168"/>
                  </a:lnTo>
                  <a:lnTo>
                    <a:pt x="4056" y="0"/>
                  </a:lnTo>
                  <a:lnTo>
                    <a:pt x="7984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04AA660E-15DD-FD79-B3EC-CD45508B2E6A}"/>
                </a:ext>
              </a:extLst>
            </p:cNvPr>
            <p:cNvSpPr/>
            <p:nvPr/>
          </p:nvSpPr>
          <p:spPr>
            <a:xfrm>
              <a:off x="4087616" y="2732711"/>
              <a:ext cx="7224" cy="5703"/>
            </a:xfrm>
            <a:custGeom>
              <a:avLst/>
              <a:gdLst>
                <a:gd name="connsiteX0" fmla="*/ 7224 w 7224"/>
                <a:gd name="connsiteY0" fmla="*/ 2915 h 5703"/>
                <a:gd name="connsiteX1" fmla="*/ 3549 w 7224"/>
                <a:gd name="connsiteY1" fmla="*/ 5703 h 5703"/>
                <a:gd name="connsiteX2" fmla="*/ 0 w 7224"/>
                <a:gd name="connsiteY2" fmla="*/ 2915 h 5703"/>
                <a:gd name="connsiteX3" fmla="*/ 3549 w 7224"/>
                <a:gd name="connsiteY3" fmla="*/ 0 h 5703"/>
                <a:gd name="connsiteX4" fmla="*/ 7224 w 7224"/>
                <a:gd name="connsiteY4" fmla="*/ 2915 h 5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24" h="5703">
                  <a:moveTo>
                    <a:pt x="7224" y="2915"/>
                  </a:moveTo>
                  <a:lnTo>
                    <a:pt x="3549" y="5703"/>
                  </a:lnTo>
                  <a:lnTo>
                    <a:pt x="0" y="2915"/>
                  </a:lnTo>
                  <a:lnTo>
                    <a:pt x="3549" y="0"/>
                  </a:lnTo>
                  <a:lnTo>
                    <a:pt x="7224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D85859B3-AAA2-4791-3B56-74CF62487C85}"/>
                </a:ext>
              </a:extLst>
            </p:cNvPr>
            <p:cNvSpPr/>
            <p:nvPr/>
          </p:nvSpPr>
          <p:spPr>
            <a:xfrm>
              <a:off x="4143760" y="2639053"/>
              <a:ext cx="5703" cy="4562"/>
            </a:xfrm>
            <a:custGeom>
              <a:avLst/>
              <a:gdLst>
                <a:gd name="connsiteX0" fmla="*/ 5703 w 5703"/>
                <a:gd name="connsiteY0" fmla="*/ 2281 h 4562"/>
                <a:gd name="connsiteX1" fmla="*/ 2915 w 5703"/>
                <a:gd name="connsiteY1" fmla="*/ 4563 h 4562"/>
                <a:gd name="connsiteX2" fmla="*/ 0 w 5703"/>
                <a:gd name="connsiteY2" fmla="*/ 2281 h 4562"/>
                <a:gd name="connsiteX3" fmla="*/ 2915 w 5703"/>
                <a:gd name="connsiteY3" fmla="*/ 0 h 4562"/>
                <a:gd name="connsiteX4" fmla="*/ 5703 w 5703"/>
                <a:gd name="connsiteY4" fmla="*/ 2281 h 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03" h="4562">
                  <a:moveTo>
                    <a:pt x="5703" y="2281"/>
                  </a:moveTo>
                  <a:lnTo>
                    <a:pt x="2915" y="4563"/>
                  </a:lnTo>
                  <a:lnTo>
                    <a:pt x="0" y="2281"/>
                  </a:lnTo>
                  <a:lnTo>
                    <a:pt x="2915" y="0"/>
                  </a:lnTo>
                  <a:lnTo>
                    <a:pt x="5703" y="22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0AEF1C57-1842-5A0F-2EFB-7917635CDDD6}"/>
                </a:ext>
              </a:extLst>
            </p:cNvPr>
            <p:cNvSpPr/>
            <p:nvPr/>
          </p:nvSpPr>
          <p:spPr>
            <a:xfrm>
              <a:off x="4206241" y="2547803"/>
              <a:ext cx="5195" cy="4055"/>
            </a:xfrm>
            <a:custGeom>
              <a:avLst/>
              <a:gdLst>
                <a:gd name="connsiteX0" fmla="*/ 5196 w 5195"/>
                <a:gd name="connsiteY0" fmla="*/ 2028 h 4055"/>
                <a:gd name="connsiteX1" fmla="*/ 2534 w 5195"/>
                <a:gd name="connsiteY1" fmla="*/ 4055 h 4055"/>
                <a:gd name="connsiteX2" fmla="*/ 0 w 5195"/>
                <a:gd name="connsiteY2" fmla="*/ 2028 h 4055"/>
                <a:gd name="connsiteX3" fmla="*/ 2534 w 5195"/>
                <a:gd name="connsiteY3" fmla="*/ 0 h 4055"/>
                <a:gd name="connsiteX4" fmla="*/ 5196 w 5195"/>
                <a:gd name="connsiteY4" fmla="*/ 2028 h 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95" h="4055">
                  <a:moveTo>
                    <a:pt x="5196" y="2028"/>
                  </a:moveTo>
                  <a:lnTo>
                    <a:pt x="2534" y="4055"/>
                  </a:lnTo>
                  <a:lnTo>
                    <a:pt x="0" y="2028"/>
                  </a:lnTo>
                  <a:lnTo>
                    <a:pt x="2534" y="0"/>
                  </a:lnTo>
                  <a:lnTo>
                    <a:pt x="5196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74323DA4-755B-D753-BC3D-F4EEC1FBF0C4}"/>
                </a:ext>
              </a:extLst>
            </p:cNvPr>
            <p:cNvSpPr/>
            <p:nvPr/>
          </p:nvSpPr>
          <p:spPr>
            <a:xfrm>
              <a:off x="4275945" y="2459848"/>
              <a:ext cx="3548" cy="2788"/>
            </a:xfrm>
            <a:custGeom>
              <a:avLst/>
              <a:gdLst>
                <a:gd name="connsiteX0" fmla="*/ 3549 w 3548"/>
                <a:gd name="connsiteY0" fmla="*/ 1394 h 2788"/>
                <a:gd name="connsiteX1" fmla="*/ 1774 w 3548"/>
                <a:gd name="connsiteY1" fmla="*/ 2788 h 2788"/>
                <a:gd name="connsiteX2" fmla="*/ 0 w 3548"/>
                <a:gd name="connsiteY2" fmla="*/ 1394 h 2788"/>
                <a:gd name="connsiteX3" fmla="*/ 1774 w 3548"/>
                <a:gd name="connsiteY3" fmla="*/ 0 h 2788"/>
                <a:gd name="connsiteX4" fmla="*/ 3549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9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9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EBA87AE8-660C-9523-8BC7-2FCC961A7E5F}"/>
                </a:ext>
              </a:extLst>
            </p:cNvPr>
            <p:cNvSpPr/>
            <p:nvPr/>
          </p:nvSpPr>
          <p:spPr>
            <a:xfrm>
              <a:off x="4351733" y="2375315"/>
              <a:ext cx="2154" cy="1647"/>
            </a:xfrm>
            <a:custGeom>
              <a:avLst/>
              <a:gdLst>
                <a:gd name="connsiteX0" fmla="*/ 2155 w 2154"/>
                <a:gd name="connsiteY0" fmla="*/ 887 h 1647"/>
                <a:gd name="connsiteX1" fmla="*/ 1141 w 2154"/>
                <a:gd name="connsiteY1" fmla="*/ 1648 h 1647"/>
                <a:gd name="connsiteX2" fmla="*/ 0 w 2154"/>
                <a:gd name="connsiteY2" fmla="*/ 887 h 1647"/>
                <a:gd name="connsiteX3" fmla="*/ 1141 w 2154"/>
                <a:gd name="connsiteY3" fmla="*/ 0 h 1647"/>
                <a:gd name="connsiteX4" fmla="*/ 2155 w 2154"/>
                <a:gd name="connsiteY4" fmla="*/ 887 h 1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4" h="1647">
                  <a:moveTo>
                    <a:pt x="2155" y="887"/>
                  </a:moveTo>
                  <a:lnTo>
                    <a:pt x="1141" y="1648"/>
                  </a:lnTo>
                  <a:lnTo>
                    <a:pt x="0" y="887"/>
                  </a:lnTo>
                  <a:lnTo>
                    <a:pt x="1141" y="0"/>
                  </a:lnTo>
                  <a:lnTo>
                    <a:pt x="2155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BE595D53-AD58-4B4D-A7B5-935302CB45A6}"/>
                </a:ext>
              </a:extLst>
            </p:cNvPr>
            <p:cNvSpPr/>
            <p:nvPr/>
          </p:nvSpPr>
          <p:spPr>
            <a:xfrm>
              <a:off x="4433478" y="2294078"/>
              <a:ext cx="1393" cy="1013"/>
            </a:xfrm>
            <a:custGeom>
              <a:avLst/>
              <a:gdLst>
                <a:gd name="connsiteX0" fmla="*/ 1394 w 1393"/>
                <a:gd name="connsiteY0" fmla="*/ 507 h 1013"/>
                <a:gd name="connsiteX1" fmla="*/ 760 w 1393"/>
                <a:gd name="connsiteY1" fmla="*/ 1014 h 1013"/>
                <a:gd name="connsiteX2" fmla="*/ 0 w 1393"/>
                <a:gd name="connsiteY2" fmla="*/ 507 h 1013"/>
                <a:gd name="connsiteX3" fmla="*/ 760 w 1393"/>
                <a:gd name="connsiteY3" fmla="*/ 0 h 1013"/>
                <a:gd name="connsiteX4" fmla="*/ 1394 w 1393"/>
                <a:gd name="connsiteY4" fmla="*/ 507 h 1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3" h="1013">
                  <a:moveTo>
                    <a:pt x="1394" y="507"/>
                  </a:moveTo>
                  <a:lnTo>
                    <a:pt x="760" y="1014"/>
                  </a:lnTo>
                  <a:lnTo>
                    <a:pt x="0" y="507"/>
                  </a:lnTo>
                  <a:lnTo>
                    <a:pt x="760" y="0"/>
                  </a:lnTo>
                  <a:lnTo>
                    <a:pt x="1394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45136C07-FC87-A2AB-A160-6AF608EB11B0}"/>
                </a:ext>
              </a:extLst>
            </p:cNvPr>
            <p:cNvSpPr/>
            <p:nvPr/>
          </p:nvSpPr>
          <p:spPr>
            <a:xfrm>
              <a:off x="4613823" y="2143262"/>
              <a:ext cx="380" cy="253"/>
            </a:xfrm>
            <a:custGeom>
              <a:avLst/>
              <a:gdLst>
                <a:gd name="connsiteX0" fmla="*/ 380 w 380"/>
                <a:gd name="connsiteY0" fmla="*/ 127 h 253"/>
                <a:gd name="connsiteX1" fmla="*/ 254 w 380"/>
                <a:gd name="connsiteY1" fmla="*/ 254 h 253"/>
                <a:gd name="connsiteX2" fmla="*/ 0 w 380"/>
                <a:gd name="connsiteY2" fmla="*/ 127 h 253"/>
                <a:gd name="connsiteX3" fmla="*/ 254 w 380"/>
                <a:gd name="connsiteY3" fmla="*/ 0 h 253"/>
                <a:gd name="connsiteX4" fmla="*/ 380 w 380"/>
                <a:gd name="connsiteY4" fmla="*/ 127 h 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" h="253">
                  <a:moveTo>
                    <a:pt x="380" y="127"/>
                  </a:moveTo>
                  <a:lnTo>
                    <a:pt x="254" y="254"/>
                  </a:lnTo>
                  <a:lnTo>
                    <a:pt x="0" y="127"/>
                  </a:lnTo>
                  <a:lnTo>
                    <a:pt x="254" y="0"/>
                  </a:lnTo>
                  <a:lnTo>
                    <a:pt x="380" y="12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788A351F-8184-FC20-7B39-995F209998D7}"/>
                </a:ext>
              </a:extLst>
            </p:cNvPr>
            <p:cNvSpPr/>
            <p:nvPr/>
          </p:nvSpPr>
          <p:spPr>
            <a:xfrm>
              <a:off x="4711537" y="2073937"/>
              <a:ext cx="886" cy="633"/>
            </a:xfrm>
            <a:custGeom>
              <a:avLst/>
              <a:gdLst>
                <a:gd name="connsiteX0" fmla="*/ 887 w 886"/>
                <a:gd name="connsiteY0" fmla="*/ 380 h 633"/>
                <a:gd name="connsiteX1" fmla="*/ 380 w 886"/>
                <a:gd name="connsiteY1" fmla="*/ 634 h 633"/>
                <a:gd name="connsiteX2" fmla="*/ 0 w 886"/>
                <a:gd name="connsiteY2" fmla="*/ 380 h 633"/>
                <a:gd name="connsiteX3" fmla="*/ 380 w 886"/>
                <a:gd name="connsiteY3" fmla="*/ 0 h 633"/>
                <a:gd name="connsiteX4" fmla="*/ 887 w 886"/>
                <a:gd name="connsiteY4" fmla="*/ 380 h 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" h="633">
                  <a:moveTo>
                    <a:pt x="887" y="380"/>
                  </a:moveTo>
                  <a:lnTo>
                    <a:pt x="380" y="634"/>
                  </a:lnTo>
                  <a:lnTo>
                    <a:pt x="0" y="380"/>
                  </a:lnTo>
                  <a:lnTo>
                    <a:pt x="380" y="0"/>
                  </a:lnTo>
                  <a:lnTo>
                    <a:pt x="887" y="38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2821DAC7-A44C-AFE0-F254-3363F386E339}"/>
                </a:ext>
              </a:extLst>
            </p:cNvPr>
            <p:cNvSpPr/>
            <p:nvPr/>
          </p:nvSpPr>
          <p:spPr>
            <a:xfrm>
              <a:off x="4813813" y="2009048"/>
              <a:ext cx="1901" cy="1394"/>
            </a:xfrm>
            <a:custGeom>
              <a:avLst/>
              <a:gdLst>
                <a:gd name="connsiteX0" fmla="*/ 1901 w 1901"/>
                <a:gd name="connsiteY0" fmla="*/ 760 h 1394"/>
                <a:gd name="connsiteX1" fmla="*/ 1014 w 1901"/>
                <a:gd name="connsiteY1" fmla="*/ 1394 h 1394"/>
                <a:gd name="connsiteX2" fmla="*/ 0 w 1901"/>
                <a:gd name="connsiteY2" fmla="*/ 760 h 1394"/>
                <a:gd name="connsiteX3" fmla="*/ 1014 w 1901"/>
                <a:gd name="connsiteY3" fmla="*/ 0 h 1394"/>
                <a:gd name="connsiteX4" fmla="*/ 1901 w 1901"/>
                <a:gd name="connsiteY4" fmla="*/ 760 h 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1" h="1394">
                  <a:moveTo>
                    <a:pt x="1901" y="760"/>
                  </a:moveTo>
                  <a:lnTo>
                    <a:pt x="1014" y="1394"/>
                  </a:lnTo>
                  <a:lnTo>
                    <a:pt x="0" y="760"/>
                  </a:lnTo>
                  <a:lnTo>
                    <a:pt x="1014" y="0"/>
                  </a:lnTo>
                  <a:lnTo>
                    <a:pt x="1901" y="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0F0810F5-B419-4701-BE2C-4B6DC2DC9254}"/>
                </a:ext>
              </a:extLst>
            </p:cNvPr>
            <p:cNvSpPr/>
            <p:nvPr/>
          </p:nvSpPr>
          <p:spPr>
            <a:xfrm>
              <a:off x="4921031" y="1949229"/>
              <a:ext cx="2281" cy="1774"/>
            </a:xfrm>
            <a:custGeom>
              <a:avLst/>
              <a:gdLst>
                <a:gd name="connsiteX0" fmla="*/ 2281 w 2281"/>
                <a:gd name="connsiteY0" fmla="*/ 887 h 1774"/>
                <a:gd name="connsiteX1" fmla="*/ 1141 w 2281"/>
                <a:gd name="connsiteY1" fmla="*/ 1774 h 1774"/>
                <a:gd name="connsiteX2" fmla="*/ 0 w 2281"/>
                <a:gd name="connsiteY2" fmla="*/ 887 h 1774"/>
                <a:gd name="connsiteX3" fmla="*/ 1141 w 2281"/>
                <a:gd name="connsiteY3" fmla="*/ 0 h 1774"/>
                <a:gd name="connsiteX4" fmla="*/ 2281 w 2281"/>
                <a:gd name="connsiteY4" fmla="*/ 887 h 1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1" h="1774">
                  <a:moveTo>
                    <a:pt x="2281" y="887"/>
                  </a:moveTo>
                  <a:lnTo>
                    <a:pt x="1141" y="1774"/>
                  </a:lnTo>
                  <a:lnTo>
                    <a:pt x="0" y="887"/>
                  </a:lnTo>
                  <a:lnTo>
                    <a:pt x="1141" y="0"/>
                  </a:lnTo>
                  <a:lnTo>
                    <a:pt x="2281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77837026-B240-ACB2-06CA-5049EC8AB587}"/>
                </a:ext>
              </a:extLst>
            </p:cNvPr>
            <p:cNvSpPr/>
            <p:nvPr/>
          </p:nvSpPr>
          <p:spPr>
            <a:xfrm>
              <a:off x="5031925" y="1894099"/>
              <a:ext cx="3548" cy="2788"/>
            </a:xfrm>
            <a:custGeom>
              <a:avLst/>
              <a:gdLst>
                <a:gd name="connsiteX0" fmla="*/ 3549 w 3548"/>
                <a:gd name="connsiteY0" fmla="*/ 1394 h 2788"/>
                <a:gd name="connsiteX1" fmla="*/ 1774 w 3548"/>
                <a:gd name="connsiteY1" fmla="*/ 2788 h 2788"/>
                <a:gd name="connsiteX2" fmla="*/ 0 w 3548"/>
                <a:gd name="connsiteY2" fmla="*/ 1394 h 2788"/>
                <a:gd name="connsiteX3" fmla="*/ 1774 w 3548"/>
                <a:gd name="connsiteY3" fmla="*/ 0 h 2788"/>
                <a:gd name="connsiteX4" fmla="*/ 3549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9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9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5A1DB323-B93F-9DE5-7413-8DE6115FBD9F}"/>
                </a:ext>
              </a:extLst>
            </p:cNvPr>
            <p:cNvSpPr/>
            <p:nvPr/>
          </p:nvSpPr>
          <p:spPr>
            <a:xfrm>
              <a:off x="5147128" y="1844545"/>
              <a:ext cx="4055" cy="3295"/>
            </a:xfrm>
            <a:custGeom>
              <a:avLst/>
              <a:gdLst>
                <a:gd name="connsiteX0" fmla="*/ 4056 w 4055"/>
                <a:gd name="connsiteY0" fmla="*/ 1648 h 3295"/>
                <a:gd name="connsiteX1" fmla="*/ 2028 w 4055"/>
                <a:gd name="connsiteY1" fmla="*/ 3295 h 3295"/>
                <a:gd name="connsiteX2" fmla="*/ 0 w 4055"/>
                <a:gd name="connsiteY2" fmla="*/ 1648 h 3295"/>
                <a:gd name="connsiteX3" fmla="*/ 2028 w 4055"/>
                <a:gd name="connsiteY3" fmla="*/ 0 h 3295"/>
                <a:gd name="connsiteX4" fmla="*/ 4056 w 4055"/>
                <a:gd name="connsiteY4" fmla="*/ 1648 h 3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5" h="3295">
                  <a:moveTo>
                    <a:pt x="4056" y="1648"/>
                  </a:moveTo>
                  <a:lnTo>
                    <a:pt x="2028" y="3295"/>
                  </a:lnTo>
                  <a:lnTo>
                    <a:pt x="0" y="1648"/>
                  </a:lnTo>
                  <a:lnTo>
                    <a:pt x="2028" y="0"/>
                  </a:lnTo>
                  <a:lnTo>
                    <a:pt x="4056" y="164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555B2250-6497-ED98-8DD3-9A94BF936102}"/>
                </a:ext>
              </a:extLst>
            </p:cNvPr>
            <p:cNvSpPr/>
            <p:nvPr/>
          </p:nvSpPr>
          <p:spPr>
            <a:xfrm>
              <a:off x="5265246" y="1800187"/>
              <a:ext cx="5322" cy="4182"/>
            </a:xfrm>
            <a:custGeom>
              <a:avLst/>
              <a:gdLst>
                <a:gd name="connsiteX0" fmla="*/ 5323 w 5322"/>
                <a:gd name="connsiteY0" fmla="*/ 2028 h 4182"/>
                <a:gd name="connsiteX1" fmla="*/ 2661 w 5322"/>
                <a:gd name="connsiteY1" fmla="*/ 4182 h 4182"/>
                <a:gd name="connsiteX2" fmla="*/ 0 w 5322"/>
                <a:gd name="connsiteY2" fmla="*/ 2028 h 4182"/>
                <a:gd name="connsiteX3" fmla="*/ 2661 w 5322"/>
                <a:gd name="connsiteY3" fmla="*/ 0 h 4182"/>
                <a:gd name="connsiteX4" fmla="*/ 5323 w 5322"/>
                <a:gd name="connsiteY4" fmla="*/ 2028 h 4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22" h="4182">
                  <a:moveTo>
                    <a:pt x="5323" y="2028"/>
                  </a:moveTo>
                  <a:lnTo>
                    <a:pt x="2661" y="4182"/>
                  </a:lnTo>
                  <a:lnTo>
                    <a:pt x="0" y="2028"/>
                  </a:lnTo>
                  <a:lnTo>
                    <a:pt x="2661" y="0"/>
                  </a:lnTo>
                  <a:lnTo>
                    <a:pt x="5323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DA7ECEC5-D016-1386-C7B3-F3EA1D19B9C2}"/>
                </a:ext>
              </a:extLst>
            </p:cNvPr>
            <p:cNvSpPr/>
            <p:nvPr/>
          </p:nvSpPr>
          <p:spPr>
            <a:xfrm>
              <a:off x="5386786" y="1761533"/>
              <a:ext cx="5956" cy="4689"/>
            </a:xfrm>
            <a:custGeom>
              <a:avLst/>
              <a:gdLst>
                <a:gd name="connsiteX0" fmla="*/ 5957 w 5956"/>
                <a:gd name="connsiteY0" fmla="*/ 2281 h 4689"/>
                <a:gd name="connsiteX1" fmla="*/ 3042 w 5956"/>
                <a:gd name="connsiteY1" fmla="*/ 4689 h 4689"/>
                <a:gd name="connsiteX2" fmla="*/ 0 w 5956"/>
                <a:gd name="connsiteY2" fmla="*/ 2281 h 4689"/>
                <a:gd name="connsiteX3" fmla="*/ 3042 w 5956"/>
                <a:gd name="connsiteY3" fmla="*/ 0 h 4689"/>
                <a:gd name="connsiteX4" fmla="*/ 5957 w 5956"/>
                <a:gd name="connsiteY4" fmla="*/ 2281 h 4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6" h="4689">
                  <a:moveTo>
                    <a:pt x="5957" y="2281"/>
                  </a:moveTo>
                  <a:lnTo>
                    <a:pt x="3042" y="4689"/>
                  </a:lnTo>
                  <a:lnTo>
                    <a:pt x="0" y="2281"/>
                  </a:lnTo>
                  <a:lnTo>
                    <a:pt x="3042" y="0"/>
                  </a:lnTo>
                  <a:lnTo>
                    <a:pt x="5957" y="22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5E278D98-2E6C-BEE9-F4EC-F7D1ABF34AF1}"/>
                </a:ext>
              </a:extLst>
            </p:cNvPr>
            <p:cNvSpPr/>
            <p:nvPr/>
          </p:nvSpPr>
          <p:spPr>
            <a:xfrm>
              <a:off x="5510607" y="1728202"/>
              <a:ext cx="7224" cy="5829"/>
            </a:xfrm>
            <a:custGeom>
              <a:avLst/>
              <a:gdLst>
                <a:gd name="connsiteX0" fmla="*/ 7224 w 7224"/>
                <a:gd name="connsiteY0" fmla="*/ 2915 h 5829"/>
                <a:gd name="connsiteX1" fmla="*/ 3675 w 7224"/>
                <a:gd name="connsiteY1" fmla="*/ 5830 h 5829"/>
                <a:gd name="connsiteX2" fmla="*/ 0 w 7224"/>
                <a:gd name="connsiteY2" fmla="*/ 2915 h 5829"/>
                <a:gd name="connsiteX3" fmla="*/ 3675 w 7224"/>
                <a:gd name="connsiteY3" fmla="*/ 0 h 5829"/>
                <a:gd name="connsiteX4" fmla="*/ 7224 w 7224"/>
                <a:gd name="connsiteY4" fmla="*/ 2915 h 5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24" h="5829">
                  <a:moveTo>
                    <a:pt x="7224" y="2915"/>
                  </a:moveTo>
                  <a:lnTo>
                    <a:pt x="3675" y="5830"/>
                  </a:lnTo>
                  <a:lnTo>
                    <a:pt x="0" y="2915"/>
                  </a:lnTo>
                  <a:lnTo>
                    <a:pt x="3675" y="0"/>
                  </a:lnTo>
                  <a:lnTo>
                    <a:pt x="7224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5ED510DC-A340-E5CB-1F5D-84C022DC5252}"/>
                </a:ext>
              </a:extLst>
            </p:cNvPr>
            <p:cNvSpPr/>
            <p:nvPr/>
          </p:nvSpPr>
          <p:spPr>
            <a:xfrm>
              <a:off x="5636963" y="1701080"/>
              <a:ext cx="7857" cy="6209"/>
            </a:xfrm>
            <a:custGeom>
              <a:avLst/>
              <a:gdLst>
                <a:gd name="connsiteX0" fmla="*/ 7858 w 7857"/>
                <a:gd name="connsiteY0" fmla="*/ 3168 h 6209"/>
                <a:gd name="connsiteX1" fmla="*/ 3929 w 7857"/>
                <a:gd name="connsiteY1" fmla="*/ 6210 h 6209"/>
                <a:gd name="connsiteX2" fmla="*/ 0 w 7857"/>
                <a:gd name="connsiteY2" fmla="*/ 3168 h 6209"/>
                <a:gd name="connsiteX3" fmla="*/ 3929 w 7857"/>
                <a:gd name="connsiteY3" fmla="*/ 0 h 6209"/>
                <a:gd name="connsiteX4" fmla="*/ 7858 w 7857"/>
                <a:gd name="connsiteY4" fmla="*/ 3168 h 6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57" h="6209">
                  <a:moveTo>
                    <a:pt x="7858" y="3168"/>
                  </a:moveTo>
                  <a:lnTo>
                    <a:pt x="3929" y="6210"/>
                  </a:lnTo>
                  <a:lnTo>
                    <a:pt x="0" y="3168"/>
                  </a:lnTo>
                  <a:lnTo>
                    <a:pt x="3929" y="0"/>
                  </a:lnTo>
                  <a:lnTo>
                    <a:pt x="7858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5A86F7D6-8067-1C79-BE68-4EDDB495C42D}"/>
                </a:ext>
              </a:extLst>
            </p:cNvPr>
            <p:cNvSpPr/>
            <p:nvPr/>
          </p:nvSpPr>
          <p:spPr>
            <a:xfrm>
              <a:off x="5765093" y="1679788"/>
              <a:ext cx="8364" cy="6716"/>
            </a:xfrm>
            <a:custGeom>
              <a:avLst/>
              <a:gdLst>
                <a:gd name="connsiteX0" fmla="*/ 8364 w 8364"/>
                <a:gd name="connsiteY0" fmla="*/ 3422 h 6716"/>
                <a:gd name="connsiteX1" fmla="*/ 4182 w 8364"/>
                <a:gd name="connsiteY1" fmla="*/ 6717 h 6716"/>
                <a:gd name="connsiteX2" fmla="*/ 0 w 8364"/>
                <a:gd name="connsiteY2" fmla="*/ 3422 h 6716"/>
                <a:gd name="connsiteX3" fmla="*/ 4182 w 8364"/>
                <a:gd name="connsiteY3" fmla="*/ 0 h 6716"/>
                <a:gd name="connsiteX4" fmla="*/ 8364 w 8364"/>
                <a:gd name="connsiteY4" fmla="*/ 3422 h 6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64" h="6716">
                  <a:moveTo>
                    <a:pt x="8364" y="3422"/>
                  </a:moveTo>
                  <a:lnTo>
                    <a:pt x="4182" y="6717"/>
                  </a:lnTo>
                  <a:lnTo>
                    <a:pt x="0" y="3422"/>
                  </a:lnTo>
                  <a:lnTo>
                    <a:pt x="4182" y="0"/>
                  </a:lnTo>
                  <a:lnTo>
                    <a:pt x="8364" y="342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DA6909EC-D2A1-7840-F782-80BCF9E26DB2}"/>
                </a:ext>
              </a:extLst>
            </p:cNvPr>
            <p:cNvSpPr/>
            <p:nvPr/>
          </p:nvSpPr>
          <p:spPr>
            <a:xfrm>
              <a:off x="5894364" y="1664453"/>
              <a:ext cx="9251" cy="7350"/>
            </a:xfrm>
            <a:custGeom>
              <a:avLst/>
              <a:gdLst>
                <a:gd name="connsiteX0" fmla="*/ 9252 w 9251"/>
                <a:gd name="connsiteY0" fmla="*/ 3675 h 7350"/>
                <a:gd name="connsiteX1" fmla="*/ 4563 w 9251"/>
                <a:gd name="connsiteY1" fmla="*/ 7351 h 7350"/>
                <a:gd name="connsiteX2" fmla="*/ 0 w 9251"/>
                <a:gd name="connsiteY2" fmla="*/ 3675 h 7350"/>
                <a:gd name="connsiteX3" fmla="*/ 4563 w 9251"/>
                <a:gd name="connsiteY3" fmla="*/ 0 h 7350"/>
                <a:gd name="connsiteX4" fmla="*/ 9252 w 9251"/>
                <a:gd name="connsiteY4" fmla="*/ 3675 h 7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51" h="7350">
                  <a:moveTo>
                    <a:pt x="9252" y="3675"/>
                  </a:moveTo>
                  <a:lnTo>
                    <a:pt x="4563" y="7351"/>
                  </a:lnTo>
                  <a:lnTo>
                    <a:pt x="0" y="3675"/>
                  </a:lnTo>
                  <a:lnTo>
                    <a:pt x="4563" y="0"/>
                  </a:lnTo>
                  <a:lnTo>
                    <a:pt x="9252" y="367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11BDF4ED-7126-C230-1939-67553C1EB99C}"/>
                </a:ext>
              </a:extLst>
            </p:cNvPr>
            <p:cNvSpPr/>
            <p:nvPr/>
          </p:nvSpPr>
          <p:spPr>
            <a:xfrm>
              <a:off x="6024648" y="1655202"/>
              <a:ext cx="9885" cy="7730"/>
            </a:xfrm>
            <a:custGeom>
              <a:avLst/>
              <a:gdLst>
                <a:gd name="connsiteX0" fmla="*/ 9885 w 9885"/>
                <a:gd name="connsiteY0" fmla="*/ 3802 h 7730"/>
                <a:gd name="connsiteX1" fmla="*/ 4943 w 9885"/>
                <a:gd name="connsiteY1" fmla="*/ 7731 h 7730"/>
                <a:gd name="connsiteX2" fmla="*/ 0 w 9885"/>
                <a:gd name="connsiteY2" fmla="*/ 3802 h 7730"/>
                <a:gd name="connsiteX3" fmla="*/ 4943 w 9885"/>
                <a:gd name="connsiteY3" fmla="*/ 0 h 7730"/>
                <a:gd name="connsiteX4" fmla="*/ 9885 w 9885"/>
                <a:gd name="connsiteY4" fmla="*/ 3802 h 7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85" h="7730">
                  <a:moveTo>
                    <a:pt x="9885" y="3802"/>
                  </a:moveTo>
                  <a:lnTo>
                    <a:pt x="4943" y="7731"/>
                  </a:lnTo>
                  <a:lnTo>
                    <a:pt x="0" y="3802"/>
                  </a:lnTo>
                  <a:lnTo>
                    <a:pt x="4943" y="0"/>
                  </a:lnTo>
                  <a:lnTo>
                    <a:pt x="9885" y="380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835D3472-962D-D508-C9DD-91D6AAE4A390}"/>
                </a:ext>
              </a:extLst>
            </p:cNvPr>
            <p:cNvSpPr/>
            <p:nvPr/>
          </p:nvSpPr>
          <p:spPr>
            <a:xfrm>
              <a:off x="6155313" y="1651780"/>
              <a:ext cx="10645" cy="8491"/>
            </a:xfrm>
            <a:custGeom>
              <a:avLst/>
              <a:gdLst>
                <a:gd name="connsiteX0" fmla="*/ 10646 w 10645"/>
                <a:gd name="connsiteY0" fmla="*/ 4182 h 8491"/>
                <a:gd name="connsiteX1" fmla="*/ 5323 w 10645"/>
                <a:gd name="connsiteY1" fmla="*/ 8491 h 8491"/>
                <a:gd name="connsiteX2" fmla="*/ 0 w 10645"/>
                <a:gd name="connsiteY2" fmla="*/ 4182 h 8491"/>
                <a:gd name="connsiteX3" fmla="*/ 5323 w 10645"/>
                <a:gd name="connsiteY3" fmla="*/ 0 h 8491"/>
                <a:gd name="connsiteX4" fmla="*/ 10646 w 10645"/>
                <a:gd name="connsiteY4" fmla="*/ 4182 h 8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45" h="8491">
                  <a:moveTo>
                    <a:pt x="10646" y="4182"/>
                  </a:moveTo>
                  <a:lnTo>
                    <a:pt x="5323" y="8491"/>
                  </a:lnTo>
                  <a:lnTo>
                    <a:pt x="0" y="4182"/>
                  </a:lnTo>
                  <a:lnTo>
                    <a:pt x="5323" y="0"/>
                  </a:lnTo>
                  <a:lnTo>
                    <a:pt x="10646" y="41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7753D737-7B82-E988-733B-287DF538AC07}"/>
                </a:ext>
              </a:extLst>
            </p:cNvPr>
            <p:cNvSpPr/>
            <p:nvPr/>
          </p:nvSpPr>
          <p:spPr>
            <a:xfrm>
              <a:off x="6286104" y="1654695"/>
              <a:ext cx="11152" cy="8871"/>
            </a:xfrm>
            <a:custGeom>
              <a:avLst/>
              <a:gdLst>
                <a:gd name="connsiteX0" fmla="*/ 11153 w 11152"/>
                <a:gd name="connsiteY0" fmla="*/ 4309 h 8871"/>
                <a:gd name="connsiteX1" fmla="*/ 5576 w 11152"/>
                <a:gd name="connsiteY1" fmla="*/ 8871 h 8871"/>
                <a:gd name="connsiteX2" fmla="*/ 0 w 11152"/>
                <a:gd name="connsiteY2" fmla="*/ 4309 h 8871"/>
                <a:gd name="connsiteX3" fmla="*/ 5576 w 11152"/>
                <a:gd name="connsiteY3" fmla="*/ 0 h 8871"/>
                <a:gd name="connsiteX4" fmla="*/ 11153 w 11152"/>
                <a:gd name="connsiteY4" fmla="*/ 4309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52" h="8871">
                  <a:moveTo>
                    <a:pt x="11153" y="4309"/>
                  </a:moveTo>
                  <a:lnTo>
                    <a:pt x="5576" y="8871"/>
                  </a:lnTo>
                  <a:lnTo>
                    <a:pt x="0" y="4309"/>
                  </a:lnTo>
                  <a:lnTo>
                    <a:pt x="5576" y="0"/>
                  </a:lnTo>
                  <a:lnTo>
                    <a:pt x="11153" y="430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C1DCB542-5A2C-B61B-E743-B9904328CD91}"/>
                </a:ext>
              </a:extLst>
            </p:cNvPr>
            <p:cNvSpPr/>
            <p:nvPr/>
          </p:nvSpPr>
          <p:spPr>
            <a:xfrm>
              <a:off x="6416262" y="1663439"/>
              <a:ext cx="12040" cy="9505"/>
            </a:xfrm>
            <a:custGeom>
              <a:avLst/>
              <a:gdLst>
                <a:gd name="connsiteX0" fmla="*/ 12040 w 12040"/>
                <a:gd name="connsiteY0" fmla="*/ 4689 h 9505"/>
                <a:gd name="connsiteX1" fmla="*/ 6083 w 12040"/>
                <a:gd name="connsiteY1" fmla="*/ 9505 h 9505"/>
                <a:gd name="connsiteX2" fmla="*/ 0 w 12040"/>
                <a:gd name="connsiteY2" fmla="*/ 4689 h 9505"/>
                <a:gd name="connsiteX3" fmla="*/ 6083 w 12040"/>
                <a:gd name="connsiteY3" fmla="*/ 0 h 9505"/>
                <a:gd name="connsiteX4" fmla="*/ 12040 w 12040"/>
                <a:gd name="connsiteY4" fmla="*/ 4689 h 9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40" h="9505">
                  <a:moveTo>
                    <a:pt x="12040" y="4689"/>
                  </a:moveTo>
                  <a:lnTo>
                    <a:pt x="6083" y="9505"/>
                  </a:lnTo>
                  <a:lnTo>
                    <a:pt x="0" y="4689"/>
                  </a:lnTo>
                  <a:lnTo>
                    <a:pt x="6083" y="0"/>
                  </a:lnTo>
                  <a:lnTo>
                    <a:pt x="12040" y="468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BA135602-A74D-1272-282F-A20DA34416F4}"/>
                </a:ext>
              </a:extLst>
            </p:cNvPr>
            <p:cNvSpPr/>
            <p:nvPr/>
          </p:nvSpPr>
          <p:spPr>
            <a:xfrm>
              <a:off x="6545659" y="1678141"/>
              <a:ext cx="12673" cy="10012"/>
            </a:xfrm>
            <a:custGeom>
              <a:avLst/>
              <a:gdLst>
                <a:gd name="connsiteX0" fmla="*/ 12674 w 12673"/>
                <a:gd name="connsiteY0" fmla="*/ 5069 h 10012"/>
                <a:gd name="connsiteX1" fmla="*/ 6337 w 12673"/>
                <a:gd name="connsiteY1" fmla="*/ 10012 h 10012"/>
                <a:gd name="connsiteX2" fmla="*/ 0 w 12673"/>
                <a:gd name="connsiteY2" fmla="*/ 5069 h 10012"/>
                <a:gd name="connsiteX3" fmla="*/ 6337 w 12673"/>
                <a:gd name="connsiteY3" fmla="*/ 0 h 10012"/>
                <a:gd name="connsiteX4" fmla="*/ 12674 w 12673"/>
                <a:gd name="connsiteY4" fmla="*/ 5069 h 1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73" h="10012">
                  <a:moveTo>
                    <a:pt x="12674" y="5069"/>
                  </a:moveTo>
                  <a:lnTo>
                    <a:pt x="6337" y="10012"/>
                  </a:lnTo>
                  <a:lnTo>
                    <a:pt x="0" y="5069"/>
                  </a:lnTo>
                  <a:lnTo>
                    <a:pt x="6337" y="0"/>
                  </a:lnTo>
                  <a:lnTo>
                    <a:pt x="12674" y="506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7314F33E-F758-7198-29C7-20EC80E96381}"/>
                </a:ext>
              </a:extLst>
            </p:cNvPr>
            <p:cNvSpPr/>
            <p:nvPr/>
          </p:nvSpPr>
          <p:spPr>
            <a:xfrm>
              <a:off x="6673663" y="1698926"/>
              <a:ext cx="13433" cy="10645"/>
            </a:xfrm>
            <a:custGeom>
              <a:avLst/>
              <a:gdLst>
                <a:gd name="connsiteX0" fmla="*/ 13434 w 13433"/>
                <a:gd name="connsiteY0" fmla="*/ 5323 h 10645"/>
                <a:gd name="connsiteX1" fmla="*/ 6717 w 13433"/>
                <a:gd name="connsiteY1" fmla="*/ 10646 h 10645"/>
                <a:gd name="connsiteX2" fmla="*/ 0 w 13433"/>
                <a:gd name="connsiteY2" fmla="*/ 5323 h 10645"/>
                <a:gd name="connsiteX3" fmla="*/ 6717 w 13433"/>
                <a:gd name="connsiteY3" fmla="*/ 0 h 10645"/>
                <a:gd name="connsiteX4" fmla="*/ 13434 w 13433"/>
                <a:gd name="connsiteY4" fmla="*/ 5323 h 1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33" h="10645">
                  <a:moveTo>
                    <a:pt x="13434" y="5323"/>
                  </a:moveTo>
                  <a:cubicBezTo>
                    <a:pt x="13434" y="8238"/>
                    <a:pt x="10392" y="10646"/>
                    <a:pt x="6717" y="10646"/>
                  </a:cubicBezTo>
                  <a:cubicBezTo>
                    <a:pt x="3042" y="10646"/>
                    <a:pt x="0" y="8238"/>
                    <a:pt x="0" y="5323"/>
                  </a:cubicBezTo>
                  <a:cubicBezTo>
                    <a:pt x="0" y="2408"/>
                    <a:pt x="3042" y="0"/>
                    <a:pt x="6717" y="0"/>
                  </a:cubicBezTo>
                  <a:cubicBezTo>
                    <a:pt x="10392" y="0"/>
                    <a:pt x="13434" y="2408"/>
                    <a:pt x="13434" y="532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BA4BD97D-3F0E-E769-9178-E64559398689}"/>
                </a:ext>
              </a:extLst>
            </p:cNvPr>
            <p:cNvSpPr/>
            <p:nvPr/>
          </p:nvSpPr>
          <p:spPr>
            <a:xfrm>
              <a:off x="6800019" y="1725540"/>
              <a:ext cx="13941" cy="11152"/>
            </a:xfrm>
            <a:custGeom>
              <a:avLst/>
              <a:gdLst>
                <a:gd name="connsiteX0" fmla="*/ 13941 w 13941"/>
                <a:gd name="connsiteY0" fmla="*/ 5576 h 11152"/>
                <a:gd name="connsiteX1" fmla="*/ 6970 w 13941"/>
                <a:gd name="connsiteY1" fmla="*/ 11153 h 11152"/>
                <a:gd name="connsiteX2" fmla="*/ 0 w 13941"/>
                <a:gd name="connsiteY2" fmla="*/ 5576 h 11152"/>
                <a:gd name="connsiteX3" fmla="*/ 6970 w 13941"/>
                <a:gd name="connsiteY3" fmla="*/ 0 h 11152"/>
                <a:gd name="connsiteX4" fmla="*/ 13941 w 13941"/>
                <a:gd name="connsiteY4" fmla="*/ 5576 h 11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1" h="11152">
                  <a:moveTo>
                    <a:pt x="13941" y="5576"/>
                  </a:moveTo>
                  <a:cubicBezTo>
                    <a:pt x="13941" y="8618"/>
                    <a:pt x="10773" y="11153"/>
                    <a:pt x="6970" y="11153"/>
                  </a:cubicBezTo>
                  <a:cubicBezTo>
                    <a:pt x="3168" y="11153"/>
                    <a:pt x="0" y="8745"/>
                    <a:pt x="0" y="5576"/>
                  </a:cubicBezTo>
                  <a:cubicBezTo>
                    <a:pt x="0" y="2408"/>
                    <a:pt x="3168" y="0"/>
                    <a:pt x="6970" y="0"/>
                  </a:cubicBezTo>
                  <a:cubicBezTo>
                    <a:pt x="10773" y="0"/>
                    <a:pt x="13941" y="2408"/>
                    <a:pt x="13941" y="55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D8265AA7-D325-5977-0F19-3B15F30C2FAF}"/>
                </a:ext>
              </a:extLst>
            </p:cNvPr>
            <p:cNvSpPr/>
            <p:nvPr/>
          </p:nvSpPr>
          <p:spPr>
            <a:xfrm>
              <a:off x="6924473" y="1758238"/>
              <a:ext cx="13940" cy="11152"/>
            </a:xfrm>
            <a:custGeom>
              <a:avLst/>
              <a:gdLst>
                <a:gd name="connsiteX0" fmla="*/ 13941 w 13940"/>
                <a:gd name="connsiteY0" fmla="*/ 5576 h 11152"/>
                <a:gd name="connsiteX1" fmla="*/ 6970 w 13940"/>
                <a:gd name="connsiteY1" fmla="*/ 11153 h 11152"/>
                <a:gd name="connsiteX2" fmla="*/ 0 w 13940"/>
                <a:gd name="connsiteY2" fmla="*/ 5576 h 11152"/>
                <a:gd name="connsiteX3" fmla="*/ 6970 w 13940"/>
                <a:gd name="connsiteY3" fmla="*/ 0 h 11152"/>
                <a:gd name="connsiteX4" fmla="*/ 13941 w 13940"/>
                <a:gd name="connsiteY4" fmla="*/ 5576 h 11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0" h="11152">
                  <a:moveTo>
                    <a:pt x="13941" y="5576"/>
                  </a:moveTo>
                  <a:cubicBezTo>
                    <a:pt x="13941" y="8618"/>
                    <a:pt x="10772" y="11153"/>
                    <a:pt x="6970" y="11153"/>
                  </a:cubicBezTo>
                  <a:cubicBezTo>
                    <a:pt x="3168" y="11153"/>
                    <a:pt x="0" y="8618"/>
                    <a:pt x="0" y="5576"/>
                  </a:cubicBezTo>
                  <a:cubicBezTo>
                    <a:pt x="0" y="2535"/>
                    <a:pt x="3168" y="0"/>
                    <a:pt x="6970" y="0"/>
                  </a:cubicBezTo>
                  <a:cubicBezTo>
                    <a:pt x="10772" y="0"/>
                    <a:pt x="13941" y="2408"/>
                    <a:pt x="13941" y="55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760E52D0-22D7-4F9F-93FF-A93DCA975DDB}"/>
                </a:ext>
              </a:extLst>
            </p:cNvPr>
            <p:cNvSpPr/>
            <p:nvPr/>
          </p:nvSpPr>
          <p:spPr>
            <a:xfrm>
              <a:off x="7045887" y="1796385"/>
              <a:ext cx="14701" cy="11659"/>
            </a:xfrm>
            <a:custGeom>
              <a:avLst/>
              <a:gdLst>
                <a:gd name="connsiteX0" fmla="*/ 14701 w 14701"/>
                <a:gd name="connsiteY0" fmla="*/ 5830 h 11659"/>
                <a:gd name="connsiteX1" fmla="*/ 7351 w 14701"/>
                <a:gd name="connsiteY1" fmla="*/ 11660 h 11659"/>
                <a:gd name="connsiteX2" fmla="*/ 0 w 14701"/>
                <a:gd name="connsiteY2" fmla="*/ 5830 h 11659"/>
                <a:gd name="connsiteX3" fmla="*/ 7351 w 14701"/>
                <a:gd name="connsiteY3" fmla="*/ 0 h 11659"/>
                <a:gd name="connsiteX4" fmla="*/ 14701 w 14701"/>
                <a:gd name="connsiteY4" fmla="*/ 5830 h 11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01" h="11659">
                  <a:moveTo>
                    <a:pt x="14701" y="5830"/>
                  </a:moveTo>
                  <a:cubicBezTo>
                    <a:pt x="14701" y="8998"/>
                    <a:pt x="11406" y="11660"/>
                    <a:pt x="7351" y="11660"/>
                  </a:cubicBezTo>
                  <a:cubicBezTo>
                    <a:pt x="3295" y="11660"/>
                    <a:pt x="0" y="8998"/>
                    <a:pt x="0" y="5830"/>
                  </a:cubicBezTo>
                  <a:cubicBezTo>
                    <a:pt x="0" y="2662"/>
                    <a:pt x="3295" y="0"/>
                    <a:pt x="7351" y="0"/>
                  </a:cubicBezTo>
                  <a:cubicBezTo>
                    <a:pt x="11406" y="0"/>
                    <a:pt x="14701" y="2662"/>
                    <a:pt x="14701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00E7DB70-C767-C339-C799-A5AD5D405AD9}"/>
                </a:ext>
              </a:extLst>
            </p:cNvPr>
            <p:cNvSpPr/>
            <p:nvPr/>
          </p:nvSpPr>
          <p:spPr>
            <a:xfrm>
              <a:off x="7164765" y="1840363"/>
              <a:ext cx="14701" cy="11659"/>
            </a:xfrm>
            <a:custGeom>
              <a:avLst/>
              <a:gdLst>
                <a:gd name="connsiteX0" fmla="*/ 14701 w 14701"/>
                <a:gd name="connsiteY0" fmla="*/ 5830 h 11659"/>
                <a:gd name="connsiteX1" fmla="*/ 7350 w 14701"/>
                <a:gd name="connsiteY1" fmla="*/ 11660 h 11659"/>
                <a:gd name="connsiteX2" fmla="*/ 0 w 14701"/>
                <a:gd name="connsiteY2" fmla="*/ 5830 h 11659"/>
                <a:gd name="connsiteX3" fmla="*/ 7350 w 14701"/>
                <a:gd name="connsiteY3" fmla="*/ 0 h 11659"/>
                <a:gd name="connsiteX4" fmla="*/ 14701 w 14701"/>
                <a:gd name="connsiteY4" fmla="*/ 5830 h 11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01" h="11659">
                  <a:moveTo>
                    <a:pt x="14701" y="5830"/>
                  </a:moveTo>
                  <a:cubicBezTo>
                    <a:pt x="14701" y="8998"/>
                    <a:pt x="11406" y="11660"/>
                    <a:pt x="7350" y="11660"/>
                  </a:cubicBezTo>
                  <a:cubicBezTo>
                    <a:pt x="3295" y="11660"/>
                    <a:pt x="0" y="8998"/>
                    <a:pt x="0" y="5830"/>
                  </a:cubicBezTo>
                  <a:cubicBezTo>
                    <a:pt x="0" y="2662"/>
                    <a:pt x="3295" y="0"/>
                    <a:pt x="7350" y="0"/>
                  </a:cubicBezTo>
                  <a:cubicBezTo>
                    <a:pt x="11406" y="0"/>
                    <a:pt x="14701" y="2662"/>
                    <a:pt x="14701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08BDB393-0003-3472-296E-65907C479814}"/>
                </a:ext>
              </a:extLst>
            </p:cNvPr>
            <p:cNvSpPr/>
            <p:nvPr/>
          </p:nvSpPr>
          <p:spPr>
            <a:xfrm>
              <a:off x="7279715" y="1889283"/>
              <a:ext cx="15461" cy="12420"/>
            </a:xfrm>
            <a:custGeom>
              <a:avLst/>
              <a:gdLst>
                <a:gd name="connsiteX0" fmla="*/ 15461 w 15461"/>
                <a:gd name="connsiteY0" fmla="*/ 6210 h 12420"/>
                <a:gd name="connsiteX1" fmla="*/ 7731 w 15461"/>
                <a:gd name="connsiteY1" fmla="*/ 12420 h 12420"/>
                <a:gd name="connsiteX2" fmla="*/ 0 w 15461"/>
                <a:gd name="connsiteY2" fmla="*/ 6210 h 12420"/>
                <a:gd name="connsiteX3" fmla="*/ 7731 w 15461"/>
                <a:gd name="connsiteY3" fmla="*/ 0 h 12420"/>
                <a:gd name="connsiteX4" fmla="*/ 15461 w 15461"/>
                <a:gd name="connsiteY4" fmla="*/ 6210 h 12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61" h="12420">
                  <a:moveTo>
                    <a:pt x="15461" y="6210"/>
                  </a:moveTo>
                  <a:cubicBezTo>
                    <a:pt x="15461" y="9632"/>
                    <a:pt x="11913" y="12420"/>
                    <a:pt x="7731" y="12420"/>
                  </a:cubicBezTo>
                  <a:cubicBezTo>
                    <a:pt x="3548" y="12420"/>
                    <a:pt x="0" y="9632"/>
                    <a:pt x="0" y="6210"/>
                  </a:cubicBezTo>
                  <a:cubicBezTo>
                    <a:pt x="0" y="2788"/>
                    <a:pt x="3421" y="0"/>
                    <a:pt x="7731" y="0"/>
                  </a:cubicBezTo>
                  <a:cubicBezTo>
                    <a:pt x="12039" y="0"/>
                    <a:pt x="15461" y="2788"/>
                    <a:pt x="15461" y="621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E7A2269E-3D1F-FE04-6AF3-5D85A67731BD}"/>
                </a:ext>
              </a:extLst>
            </p:cNvPr>
            <p:cNvSpPr/>
            <p:nvPr/>
          </p:nvSpPr>
          <p:spPr>
            <a:xfrm>
              <a:off x="7391369" y="1944033"/>
              <a:ext cx="15461" cy="12293"/>
            </a:xfrm>
            <a:custGeom>
              <a:avLst/>
              <a:gdLst>
                <a:gd name="connsiteX0" fmla="*/ 15461 w 15461"/>
                <a:gd name="connsiteY0" fmla="*/ 6083 h 12293"/>
                <a:gd name="connsiteX1" fmla="*/ 7731 w 15461"/>
                <a:gd name="connsiteY1" fmla="*/ 12293 h 12293"/>
                <a:gd name="connsiteX2" fmla="*/ 0 w 15461"/>
                <a:gd name="connsiteY2" fmla="*/ 6083 h 12293"/>
                <a:gd name="connsiteX3" fmla="*/ 7731 w 15461"/>
                <a:gd name="connsiteY3" fmla="*/ 0 h 12293"/>
                <a:gd name="connsiteX4" fmla="*/ 15461 w 15461"/>
                <a:gd name="connsiteY4" fmla="*/ 6083 h 1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61" h="12293">
                  <a:moveTo>
                    <a:pt x="15461" y="6083"/>
                  </a:moveTo>
                  <a:cubicBezTo>
                    <a:pt x="15461" y="9505"/>
                    <a:pt x="11913" y="12293"/>
                    <a:pt x="7731" y="12293"/>
                  </a:cubicBezTo>
                  <a:cubicBezTo>
                    <a:pt x="3548" y="12293"/>
                    <a:pt x="0" y="9505"/>
                    <a:pt x="0" y="6083"/>
                  </a:cubicBezTo>
                  <a:cubicBezTo>
                    <a:pt x="0" y="2661"/>
                    <a:pt x="3421" y="0"/>
                    <a:pt x="7731" y="0"/>
                  </a:cubicBezTo>
                  <a:cubicBezTo>
                    <a:pt x="12039" y="0"/>
                    <a:pt x="15461" y="2788"/>
                    <a:pt x="15461" y="60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8680CDFD-1839-F5CD-3361-635C0A99B227}"/>
                </a:ext>
              </a:extLst>
            </p:cNvPr>
            <p:cNvSpPr/>
            <p:nvPr/>
          </p:nvSpPr>
          <p:spPr>
            <a:xfrm>
              <a:off x="7498460" y="2003472"/>
              <a:ext cx="15968" cy="12673"/>
            </a:xfrm>
            <a:custGeom>
              <a:avLst/>
              <a:gdLst>
                <a:gd name="connsiteX0" fmla="*/ 15969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9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9" y="6337"/>
                  </a:moveTo>
                  <a:cubicBezTo>
                    <a:pt x="15969" y="9885"/>
                    <a:pt x="12421" y="12674"/>
                    <a:pt x="7984" y="12674"/>
                  </a:cubicBezTo>
                  <a:cubicBezTo>
                    <a:pt x="3549" y="12674"/>
                    <a:pt x="0" y="9759"/>
                    <a:pt x="0" y="6337"/>
                  </a:cubicBezTo>
                  <a:cubicBezTo>
                    <a:pt x="0" y="2915"/>
                    <a:pt x="3549" y="0"/>
                    <a:pt x="7984" y="0"/>
                  </a:cubicBezTo>
                  <a:cubicBezTo>
                    <a:pt x="12421" y="0"/>
                    <a:pt x="15969" y="2788"/>
                    <a:pt x="15969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8A206D68-AA96-C4F9-48DB-762D3066520D}"/>
                </a:ext>
              </a:extLst>
            </p:cNvPr>
            <p:cNvSpPr/>
            <p:nvPr/>
          </p:nvSpPr>
          <p:spPr>
            <a:xfrm>
              <a:off x="7601244" y="2067981"/>
              <a:ext cx="16094" cy="12673"/>
            </a:xfrm>
            <a:custGeom>
              <a:avLst/>
              <a:gdLst>
                <a:gd name="connsiteX0" fmla="*/ 16095 w 16094"/>
                <a:gd name="connsiteY0" fmla="*/ 6337 h 12673"/>
                <a:gd name="connsiteX1" fmla="*/ 7984 w 16094"/>
                <a:gd name="connsiteY1" fmla="*/ 12674 h 12673"/>
                <a:gd name="connsiteX2" fmla="*/ 0 w 16094"/>
                <a:gd name="connsiteY2" fmla="*/ 6337 h 12673"/>
                <a:gd name="connsiteX3" fmla="*/ 7984 w 16094"/>
                <a:gd name="connsiteY3" fmla="*/ 0 h 12673"/>
                <a:gd name="connsiteX4" fmla="*/ 16095 w 16094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94" h="12673">
                  <a:moveTo>
                    <a:pt x="16095" y="6337"/>
                  </a:moveTo>
                  <a:cubicBezTo>
                    <a:pt x="16095" y="9885"/>
                    <a:pt x="12420" y="12674"/>
                    <a:pt x="7984" y="12674"/>
                  </a:cubicBezTo>
                  <a:cubicBezTo>
                    <a:pt x="3548" y="12674"/>
                    <a:pt x="0" y="9759"/>
                    <a:pt x="0" y="6337"/>
                  </a:cubicBezTo>
                  <a:cubicBezTo>
                    <a:pt x="0" y="2915"/>
                    <a:pt x="3675" y="0"/>
                    <a:pt x="7984" y="0"/>
                  </a:cubicBezTo>
                  <a:cubicBezTo>
                    <a:pt x="12293" y="0"/>
                    <a:pt x="16095" y="2788"/>
                    <a:pt x="16095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6EAC3317-6FAB-3EFE-5C8A-D4AD64BCE9B2}"/>
                </a:ext>
              </a:extLst>
            </p:cNvPr>
            <p:cNvSpPr/>
            <p:nvPr/>
          </p:nvSpPr>
          <p:spPr>
            <a:xfrm>
              <a:off x="7699464" y="2137305"/>
              <a:ext cx="15461" cy="12293"/>
            </a:xfrm>
            <a:custGeom>
              <a:avLst/>
              <a:gdLst>
                <a:gd name="connsiteX0" fmla="*/ 15461 w 15461"/>
                <a:gd name="connsiteY0" fmla="*/ 6083 h 12293"/>
                <a:gd name="connsiteX1" fmla="*/ 7731 w 15461"/>
                <a:gd name="connsiteY1" fmla="*/ 12293 h 12293"/>
                <a:gd name="connsiteX2" fmla="*/ 0 w 15461"/>
                <a:gd name="connsiteY2" fmla="*/ 6083 h 12293"/>
                <a:gd name="connsiteX3" fmla="*/ 7731 w 15461"/>
                <a:gd name="connsiteY3" fmla="*/ 0 h 12293"/>
                <a:gd name="connsiteX4" fmla="*/ 15461 w 15461"/>
                <a:gd name="connsiteY4" fmla="*/ 6083 h 1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61" h="12293">
                  <a:moveTo>
                    <a:pt x="15461" y="6083"/>
                  </a:moveTo>
                  <a:cubicBezTo>
                    <a:pt x="15461" y="9505"/>
                    <a:pt x="11913" y="12293"/>
                    <a:pt x="7731" y="12293"/>
                  </a:cubicBezTo>
                  <a:cubicBezTo>
                    <a:pt x="3548" y="12293"/>
                    <a:pt x="0" y="9505"/>
                    <a:pt x="0" y="6083"/>
                  </a:cubicBezTo>
                  <a:cubicBezTo>
                    <a:pt x="0" y="2661"/>
                    <a:pt x="3421" y="0"/>
                    <a:pt x="7731" y="0"/>
                  </a:cubicBezTo>
                  <a:cubicBezTo>
                    <a:pt x="12039" y="0"/>
                    <a:pt x="15461" y="2788"/>
                    <a:pt x="15461" y="60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C707DB96-5FB7-6361-7ED9-1F3E24E89150}"/>
                </a:ext>
              </a:extLst>
            </p:cNvPr>
            <p:cNvSpPr/>
            <p:nvPr/>
          </p:nvSpPr>
          <p:spPr>
            <a:xfrm>
              <a:off x="7791981" y="2210559"/>
              <a:ext cx="15968" cy="12800"/>
            </a:xfrm>
            <a:custGeom>
              <a:avLst/>
              <a:gdLst>
                <a:gd name="connsiteX0" fmla="*/ 15969 w 15968"/>
                <a:gd name="connsiteY0" fmla="*/ 6337 h 12800"/>
                <a:gd name="connsiteX1" fmla="*/ 7984 w 15968"/>
                <a:gd name="connsiteY1" fmla="*/ 12800 h 12800"/>
                <a:gd name="connsiteX2" fmla="*/ 0 w 15968"/>
                <a:gd name="connsiteY2" fmla="*/ 6337 h 12800"/>
                <a:gd name="connsiteX3" fmla="*/ 7984 w 15968"/>
                <a:gd name="connsiteY3" fmla="*/ 0 h 12800"/>
                <a:gd name="connsiteX4" fmla="*/ 15969 w 15968"/>
                <a:gd name="connsiteY4" fmla="*/ 6337 h 1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800">
                  <a:moveTo>
                    <a:pt x="15969" y="6337"/>
                  </a:moveTo>
                  <a:cubicBezTo>
                    <a:pt x="15969" y="9885"/>
                    <a:pt x="12420" y="12800"/>
                    <a:pt x="7984" y="12800"/>
                  </a:cubicBezTo>
                  <a:cubicBezTo>
                    <a:pt x="3548" y="12800"/>
                    <a:pt x="0" y="9885"/>
                    <a:pt x="0" y="6337"/>
                  </a:cubicBezTo>
                  <a:cubicBezTo>
                    <a:pt x="0" y="2788"/>
                    <a:pt x="3548" y="0"/>
                    <a:pt x="7984" y="0"/>
                  </a:cubicBezTo>
                  <a:cubicBezTo>
                    <a:pt x="12420" y="0"/>
                    <a:pt x="15969" y="2915"/>
                    <a:pt x="15969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8E106330-8ACD-C878-528C-0D166A21D5C2}"/>
                </a:ext>
              </a:extLst>
            </p:cNvPr>
            <p:cNvSpPr/>
            <p:nvPr/>
          </p:nvSpPr>
          <p:spPr>
            <a:xfrm>
              <a:off x="7879049" y="2288248"/>
              <a:ext cx="16095" cy="12673"/>
            </a:xfrm>
            <a:custGeom>
              <a:avLst/>
              <a:gdLst>
                <a:gd name="connsiteX0" fmla="*/ 16096 w 16095"/>
                <a:gd name="connsiteY0" fmla="*/ 6337 h 12673"/>
                <a:gd name="connsiteX1" fmla="*/ 7984 w 16095"/>
                <a:gd name="connsiteY1" fmla="*/ 12674 h 12673"/>
                <a:gd name="connsiteX2" fmla="*/ 0 w 16095"/>
                <a:gd name="connsiteY2" fmla="*/ 6337 h 12673"/>
                <a:gd name="connsiteX3" fmla="*/ 7984 w 16095"/>
                <a:gd name="connsiteY3" fmla="*/ 0 h 12673"/>
                <a:gd name="connsiteX4" fmla="*/ 16096 w 16095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95" h="12673">
                  <a:moveTo>
                    <a:pt x="16096" y="6337"/>
                  </a:moveTo>
                  <a:cubicBezTo>
                    <a:pt x="16096" y="9885"/>
                    <a:pt x="12420" y="12674"/>
                    <a:pt x="7984" y="12674"/>
                  </a:cubicBezTo>
                  <a:cubicBezTo>
                    <a:pt x="3548" y="12674"/>
                    <a:pt x="0" y="9759"/>
                    <a:pt x="0" y="6337"/>
                  </a:cubicBezTo>
                  <a:cubicBezTo>
                    <a:pt x="0" y="2915"/>
                    <a:pt x="3675" y="0"/>
                    <a:pt x="7984" y="0"/>
                  </a:cubicBezTo>
                  <a:cubicBezTo>
                    <a:pt x="12293" y="0"/>
                    <a:pt x="16096" y="2788"/>
                    <a:pt x="16096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B3B85260-DD04-E4AF-60B8-592450D5A2DD}"/>
                </a:ext>
              </a:extLst>
            </p:cNvPr>
            <p:cNvSpPr/>
            <p:nvPr/>
          </p:nvSpPr>
          <p:spPr>
            <a:xfrm>
              <a:off x="7960667" y="2370119"/>
              <a:ext cx="15461" cy="12293"/>
            </a:xfrm>
            <a:custGeom>
              <a:avLst/>
              <a:gdLst>
                <a:gd name="connsiteX0" fmla="*/ 15461 w 15461"/>
                <a:gd name="connsiteY0" fmla="*/ 6083 h 12293"/>
                <a:gd name="connsiteX1" fmla="*/ 7731 w 15461"/>
                <a:gd name="connsiteY1" fmla="*/ 12293 h 12293"/>
                <a:gd name="connsiteX2" fmla="*/ 0 w 15461"/>
                <a:gd name="connsiteY2" fmla="*/ 6083 h 12293"/>
                <a:gd name="connsiteX3" fmla="*/ 7731 w 15461"/>
                <a:gd name="connsiteY3" fmla="*/ 0 h 12293"/>
                <a:gd name="connsiteX4" fmla="*/ 15461 w 15461"/>
                <a:gd name="connsiteY4" fmla="*/ 6083 h 1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61" h="12293">
                  <a:moveTo>
                    <a:pt x="15461" y="6083"/>
                  </a:moveTo>
                  <a:cubicBezTo>
                    <a:pt x="15461" y="9505"/>
                    <a:pt x="12040" y="12293"/>
                    <a:pt x="7731" y="12293"/>
                  </a:cubicBezTo>
                  <a:cubicBezTo>
                    <a:pt x="3422" y="12293"/>
                    <a:pt x="0" y="9505"/>
                    <a:pt x="0" y="6083"/>
                  </a:cubicBezTo>
                  <a:cubicBezTo>
                    <a:pt x="0" y="2662"/>
                    <a:pt x="3548" y="0"/>
                    <a:pt x="7731" y="0"/>
                  </a:cubicBezTo>
                  <a:cubicBezTo>
                    <a:pt x="11913" y="0"/>
                    <a:pt x="15461" y="2788"/>
                    <a:pt x="15461" y="60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B3075DF6-AC1F-BDCC-FB8E-6BD0FCA1C7FE}"/>
                </a:ext>
              </a:extLst>
            </p:cNvPr>
            <p:cNvSpPr/>
            <p:nvPr/>
          </p:nvSpPr>
          <p:spPr>
            <a:xfrm>
              <a:off x="8035821" y="2455032"/>
              <a:ext cx="15462" cy="12420"/>
            </a:xfrm>
            <a:custGeom>
              <a:avLst/>
              <a:gdLst>
                <a:gd name="connsiteX0" fmla="*/ 15462 w 15462"/>
                <a:gd name="connsiteY0" fmla="*/ 6210 h 12420"/>
                <a:gd name="connsiteX1" fmla="*/ 7731 w 15462"/>
                <a:gd name="connsiteY1" fmla="*/ 12420 h 12420"/>
                <a:gd name="connsiteX2" fmla="*/ 0 w 15462"/>
                <a:gd name="connsiteY2" fmla="*/ 6210 h 12420"/>
                <a:gd name="connsiteX3" fmla="*/ 7731 w 15462"/>
                <a:gd name="connsiteY3" fmla="*/ 0 h 12420"/>
                <a:gd name="connsiteX4" fmla="*/ 15462 w 15462"/>
                <a:gd name="connsiteY4" fmla="*/ 6210 h 12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62" h="12420">
                  <a:moveTo>
                    <a:pt x="15462" y="6210"/>
                  </a:moveTo>
                  <a:cubicBezTo>
                    <a:pt x="15462" y="9632"/>
                    <a:pt x="11913" y="12420"/>
                    <a:pt x="7731" y="12420"/>
                  </a:cubicBezTo>
                  <a:cubicBezTo>
                    <a:pt x="3549" y="12420"/>
                    <a:pt x="0" y="9632"/>
                    <a:pt x="0" y="6210"/>
                  </a:cubicBezTo>
                  <a:cubicBezTo>
                    <a:pt x="0" y="2788"/>
                    <a:pt x="3422" y="0"/>
                    <a:pt x="7731" y="0"/>
                  </a:cubicBezTo>
                  <a:cubicBezTo>
                    <a:pt x="12040" y="0"/>
                    <a:pt x="15462" y="2788"/>
                    <a:pt x="15462" y="621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179B793D-F196-993D-F58E-3AA8E3D35522}"/>
                </a:ext>
              </a:extLst>
            </p:cNvPr>
            <p:cNvSpPr/>
            <p:nvPr/>
          </p:nvSpPr>
          <p:spPr>
            <a:xfrm>
              <a:off x="8104639" y="2543621"/>
              <a:ext cx="15462" cy="12420"/>
            </a:xfrm>
            <a:custGeom>
              <a:avLst/>
              <a:gdLst>
                <a:gd name="connsiteX0" fmla="*/ 15462 w 15462"/>
                <a:gd name="connsiteY0" fmla="*/ 6210 h 12420"/>
                <a:gd name="connsiteX1" fmla="*/ 7731 w 15462"/>
                <a:gd name="connsiteY1" fmla="*/ 12420 h 12420"/>
                <a:gd name="connsiteX2" fmla="*/ 0 w 15462"/>
                <a:gd name="connsiteY2" fmla="*/ 6210 h 12420"/>
                <a:gd name="connsiteX3" fmla="*/ 7731 w 15462"/>
                <a:gd name="connsiteY3" fmla="*/ 0 h 12420"/>
                <a:gd name="connsiteX4" fmla="*/ 15462 w 15462"/>
                <a:gd name="connsiteY4" fmla="*/ 6210 h 12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62" h="12420">
                  <a:moveTo>
                    <a:pt x="15462" y="6210"/>
                  </a:moveTo>
                  <a:cubicBezTo>
                    <a:pt x="15462" y="9632"/>
                    <a:pt x="12040" y="12420"/>
                    <a:pt x="7731" y="12420"/>
                  </a:cubicBezTo>
                  <a:cubicBezTo>
                    <a:pt x="3422" y="12420"/>
                    <a:pt x="0" y="9632"/>
                    <a:pt x="0" y="6210"/>
                  </a:cubicBezTo>
                  <a:cubicBezTo>
                    <a:pt x="0" y="2788"/>
                    <a:pt x="3549" y="0"/>
                    <a:pt x="7731" y="0"/>
                  </a:cubicBezTo>
                  <a:cubicBezTo>
                    <a:pt x="11913" y="0"/>
                    <a:pt x="15462" y="2788"/>
                    <a:pt x="15462" y="621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CCF54689-E680-ADC1-B84F-512F76114BFC}"/>
                </a:ext>
              </a:extLst>
            </p:cNvPr>
            <p:cNvSpPr/>
            <p:nvPr/>
          </p:nvSpPr>
          <p:spPr>
            <a:xfrm>
              <a:off x="8167246" y="2635504"/>
              <a:ext cx="14701" cy="11659"/>
            </a:xfrm>
            <a:custGeom>
              <a:avLst/>
              <a:gdLst>
                <a:gd name="connsiteX0" fmla="*/ 14702 w 14701"/>
                <a:gd name="connsiteY0" fmla="*/ 5830 h 11659"/>
                <a:gd name="connsiteX1" fmla="*/ 7351 w 14701"/>
                <a:gd name="connsiteY1" fmla="*/ 11660 h 11659"/>
                <a:gd name="connsiteX2" fmla="*/ 0 w 14701"/>
                <a:gd name="connsiteY2" fmla="*/ 5830 h 11659"/>
                <a:gd name="connsiteX3" fmla="*/ 7351 w 14701"/>
                <a:gd name="connsiteY3" fmla="*/ 0 h 11659"/>
                <a:gd name="connsiteX4" fmla="*/ 14702 w 14701"/>
                <a:gd name="connsiteY4" fmla="*/ 5830 h 11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01" h="11659">
                  <a:moveTo>
                    <a:pt x="14702" y="5830"/>
                  </a:moveTo>
                  <a:cubicBezTo>
                    <a:pt x="14702" y="8998"/>
                    <a:pt x="11407" y="11660"/>
                    <a:pt x="7351" y="11660"/>
                  </a:cubicBezTo>
                  <a:cubicBezTo>
                    <a:pt x="3295" y="11660"/>
                    <a:pt x="0" y="8998"/>
                    <a:pt x="0" y="5830"/>
                  </a:cubicBezTo>
                  <a:cubicBezTo>
                    <a:pt x="0" y="2662"/>
                    <a:pt x="3295" y="0"/>
                    <a:pt x="7351" y="0"/>
                  </a:cubicBezTo>
                  <a:cubicBezTo>
                    <a:pt x="11407" y="0"/>
                    <a:pt x="14702" y="2662"/>
                    <a:pt x="14702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9582B14E-C281-9836-EC65-7878E28EDE4A}"/>
                </a:ext>
              </a:extLst>
            </p:cNvPr>
            <p:cNvSpPr/>
            <p:nvPr/>
          </p:nvSpPr>
          <p:spPr>
            <a:xfrm>
              <a:off x="8222630" y="2729796"/>
              <a:ext cx="14701" cy="11659"/>
            </a:xfrm>
            <a:custGeom>
              <a:avLst/>
              <a:gdLst>
                <a:gd name="connsiteX0" fmla="*/ 14702 w 14701"/>
                <a:gd name="connsiteY0" fmla="*/ 5830 h 11659"/>
                <a:gd name="connsiteX1" fmla="*/ 7351 w 14701"/>
                <a:gd name="connsiteY1" fmla="*/ 11660 h 11659"/>
                <a:gd name="connsiteX2" fmla="*/ 0 w 14701"/>
                <a:gd name="connsiteY2" fmla="*/ 5830 h 11659"/>
                <a:gd name="connsiteX3" fmla="*/ 7351 w 14701"/>
                <a:gd name="connsiteY3" fmla="*/ 0 h 11659"/>
                <a:gd name="connsiteX4" fmla="*/ 14702 w 14701"/>
                <a:gd name="connsiteY4" fmla="*/ 5830 h 11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01" h="11659">
                  <a:moveTo>
                    <a:pt x="14702" y="5830"/>
                  </a:moveTo>
                  <a:cubicBezTo>
                    <a:pt x="14702" y="8998"/>
                    <a:pt x="11407" y="11660"/>
                    <a:pt x="7351" y="11660"/>
                  </a:cubicBezTo>
                  <a:cubicBezTo>
                    <a:pt x="3295" y="11660"/>
                    <a:pt x="0" y="8998"/>
                    <a:pt x="0" y="5830"/>
                  </a:cubicBezTo>
                  <a:cubicBezTo>
                    <a:pt x="0" y="2661"/>
                    <a:pt x="3295" y="0"/>
                    <a:pt x="7351" y="0"/>
                  </a:cubicBezTo>
                  <a:cubicBezTo>
                    <a:pt x="11407" y="0"/>
                    <a:pt x="14702" y="2661"/>
                    <a:pt x="14702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B8D51ACA-61F8-6573-B874-53AAC97B96F8}"/>
                </a:ext>
              </a:extLst>
            </p:cNvPr>
            <p:cNvSpPr/>
            <p:nvPr/>
          </p:nvSpPr>
          <p:spPr>
            <a:xfrm>
              <a:off x="8271424" y="2826622"/>
              <a:ext cx="13940" cy="11152"/>
            </a:xfrm>
            <a:custGeom>
              <a:avLst/>
              <a:gdLst>
                <a:gd name="connsiteX0" fmla="*/ 13941 w 13940"/>
                <a:gd name="connsiteY0" fmla="*/ 5576 h 11152"/>
                <a:gd name="connsiteX1" fmla="*/ 6970 w 13940"/>
                <a:gd name="connsiteY1" fmla="*/ 11153 h 11152"/>
                <a:gd name="connsiteX2" fmla="*/ 0 w 13940"/>
                <a:gd name="connsiteY2" fmla="*/ 5576 h 11152"/>
                <a:gd name="connsiteX3" fmla="*/ 6970 w 13940"/>
                <a:gd name="connsiteY3" fmla="*/ 0 h 11152"/>
                <a:gd name="connsiteX4" fmla="*/ 13941 w 13940"/>
                <a:gd name="connsiteY4" fmla="*/ 5576 h 11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0" h="11152">
                  <a:moveTo>
                    <a:pt x="13941" y="5576"/>
                  </a:moveTo>
                  <a:cubicBezTo>
                    <a:pt x="13941" y="8618"/>
                    <a:pt x="10772" y="11153"/>
                    <a:pt x="6970" y="11153"/>
                  </a:cubicBezTo>
                  <a:cubicBezTo>
                    <a:pt x="3168" y="11153"/>
                    <a:pt x="0" y="8618"/>
                    <a:pt x="0" y="5576"/>
                  </a:cubicBezTo>
                  <a:cubicBezTo>
                    <a:pt x="0" y="2535"/>
                    <a:pt x="3168" y="0"/>
                    <a:pt x="6970" y="0"/>
                  </a:cubicBezTo>
                  <a:cubicBezTo>
                    <a:pt x="10772" y="0"/>
                    <a:pt x="13941" y="2408"/>
                    <a:pt x="13941" y="55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ACD3EC96-8769-4DDA-D4CB-B3E1153B5D72}"/>
                </a:ext>
              </a:extLst>
            </p:cNvPr>
            <p:cNvSpPr/>
            <p:nvPr/>
          </p:nvSpPr>
          <p:spPr>
            <a:xfrm>
              <a:off x="8312866" y="2925603"/>
              <a:ext cx="13433" cy="10645"/>
            </a:xfrm>
            <a:custGeom>
              <a:avLst/>
              <a:gdLst>
                <a:gd name="connsiteX0" fmla="*/ 13434 w 13433"/>
                <a:gd name="connsiteY0" fmla="*/ 5323 h 10645"/>
                <a:gd name="connsiteX1" fmla="*/ 6717 w 13433"/>
                <a:gd name="connsiteY1" fmla="*/ 10646 h 10645"/>
                <a:gd name="connsiteX2" fmla="*/ 0 w 13433"/>
                <a:gd name="connsiteY2" fmla="*/ 5323 h 10645"/>
                <a:gd name="connsiteX3" fmla="*/ 6717 w 13433"/>
                <a:gd name="connsiteY3" fmla="*/ 0 h 10645"/>
                <a:gd name="connsiteX4" fmla="*/ 13434 w 13433"/>
                <a:gd name="connsiteY4" fmla="*/ 5323 h 1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33" h="10645">
                  <a:moveTo>
                    <a:pt x="13434" y="5323"/>
                  </a:moveTo>
                  <a:cubicBezTo>
                    <a:pt x="13434" y="8238"/>
                    <a:pt x="10392" y="10646"/>
                    <a:pt x="6717" y="10646"/>
                  </a:cubicBezTo>
                  <a:lnTo>
                    <a:pt x="0" y="5323"/>
                  </a:lnTo>
                  <a:cubicBezTo>
                    <a:pt x="0" y="2408"/>
                    <a:pt x="3042" y="0"/>
                    <a:pt x="6717" y="0"/>
                  </a:cubicBezTo>
                  <a:cubicBezTo>
                    <a:pt x="10392" y="0"/>
                    <a:pt x="13434" y="2408"/>
                    <a:pt x="13434" y="532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5594FB44-6301-29A1-76B0-633E32CE5A09}"/>
                </a:ext>
              </a:extLst>
            </p:cNvPr>
            <p:cNvSpPr/>
            <p:nvPr/>
          </p:nvSpPr>
          <p:spPr>
            <a:xfrm>
              <a:off x="8346831" y="3025978"/>
              <a:ext cx="13433" cy="10645"/>
            </a:xfrm>
            <a:custGeom>
              <a:avLst/>
              <a:gdLst>
                <a:gd name="connsiteX0" fmla="*/ 13434 w 13433"/>
                <a:gd name="connsiteY0" fmla="*/ 5323 h 10645"/>
                <a:gd name="connsiteX1" fmla="*/ 6717 w 13433"/>
                <a:gd name="connsiteY1" fmla="*/ 10646 h 10645"/>
                <a:gd name="connsiteX2" fmla="*/ 0 w 13433"/>
                <a:gd name="connsiteY2" fmla="*/ 5323 h 10645"/>
                <a:gd name="connsiteX3" fmla="*/ 6717 w 13433"/>
                <a:gd name="connsiteY3" fmla="*/ 0 h 10645"/>
                <a:gd name="connsiteX4" fmla="*/ 13434 w 13433"/>
                <a:gd name="connsiteY4" fmla="*/ 5323 h 1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33" h="10645">
                  <a:moveTo>
                    <a:pt x="13434" y="5323"/>
                  </a:moveTo>
                  <a:cubicBezTo>
                    <a:pt x="13434" y="8238"/>
                    <a:pt x="10392" y="10646"/>
                    <a:pt x="6717" y="10646"/>
                  </a:cubicBezTo>
                  <a:lnTo>
                    <a:pt x="0" y="5323"/>
                  </a:lnTo>
                  <a:cubicBezTo>
                    <a:pt x="0" y="2408"/>
                    <a:pt x="3042" y="0"/>
                    <a:pt x="6717" y="0"/>
                  </a:cubicBezTo>
                  <a:cubicBezTo>
                    <a:pt x="10392" y="0"/>
                    <a:pt x="13434" y="2408"/>
                    <a:pt x="13434" y="532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80416759-7331-B2F3-D8F2-5CC37C2F2749}"/>
                </a:ext>
              </a:extLst>
            </p:cNvPr>
            <p:cNvSpPr/>
            <p:nvPr/>
          </p:nvSpPr>
          <p:spPr>
            <a:xfrm>
              <a:off x="8373826" y="3128127"/>
              <a:ext cx="12546" cy="10012"/>
            </a:xfrm>
            <a:custGeom>
              <a:avLst/>
              <a:gdLst>
                <a:gd name="connsiteX0" fmla="*/ 12547 w 12546"/>
                <a:gd name="connsiteY0" fmla="*/ 5070 h 10012"/>
                <a:gd name="connsiteX1" fmla="*/ 6210 w 12546"/>
                <a:gd name="connsiteY1" fmla="*/ 10012 h 10012"/>
                <a:gd name="connsiteX2" fmla="*/ 0 w 12546"/>
                <a:gd name="connsiteY2" fmla="*/ 5070 h 10012"/>
                <a:gd name="connsiteX3" fmla="*/ 6210 w 12546"/>
                <a:gd name="connsiteY3" fmla="*/ 0 h 10012"/>
                <a:gd name="connsiteX4" fmla="*/ 12547 w 12546"/>
                <a:gd name="connsiteY4" fmla="*/ 5070 h 1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46" h="10012">
                  <a:moveTo>
                    <a:pt x="12547" y="5070"/>
                  </a:moveTo>
                  <a:lnTo>
                    <a:pt x="6210" y="10012"/>
                  </a:lnTo>
                  <a:lnTo>
                    <a:pt x="0" y="5070"/>
                  </a:lnTo>
                  <a:lnTo>
                    <a:pt x="6210" y="0"/>
                  </a:lnTo>
                  <a:lnTo>
                    <a:pt x="12547" y="507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E55190FF-D5FD-B317-80D6-F4078A088C63}"/>
                </a:ext>
              </a:extLst>
            </p:cNvPr>
            <p:cNvSpPr/>
            <p:nvPr/>
          </p:nvSpPr>
          <p:spPr>
            <a:xfrm>
              <a:off x="8393090" y="3231290"/>
              <a:ext cx="12040" cy="9505"/>
            </a:xfrm>
            <a:custGeom>
              <a:avLst/>
              <a:gdLst>
                <a:gd name="connsiteX0" fmla="*/ 12040 w 12040"/>
                <a:gd name="connsiteY0" fmla="*/ 4816 h 9505"/>
                <a:gd name="connsiteX1" fmla="*/ 5956 w 12040"/>
                <a:gd name="connsiteY1" fmla="*/ 9505 h 9505"/>
                <a:gd name="connsiteX2" fmla="*/ 0 w 12040"/>
                <a:gd name="connsiteY2" fmla="*/ 4816 h 9505"/>
                <a:gd name="connsiteX3" fmla="*/ 5956 w 12040"/>
                <a:gd name="connsiteY3" fmla="*/ 0 h 9505"/>
                <a:gd name="connsiteX4" fmla="*/ 12040 w 12040"/>
                <a:gd name="connsiteY4" fmla="*/ 4816 h 9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40" h="9505">
                  <a:moveTo>
                    <a:pt x="12040" y="4816"/>
                  </a:moveTo>
                  <a:lnTo>
                    <a:pt x="5956" y="9505"/>
                  </a:lnTo>
                  <a:lnTo>
                    <a:pt x="0" y="4816"/>
                  </a:lnTo>
                  <a:lnTo>
                    <a:pt x="5956" y="0"/>
                  </a:lnTo>
                  <a:lnTo>
                    <a:pt x="12040" y="481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967F784D-4470-C661-6DFF-BDC2E185562D}"/>
                </a:ext>
              </a:extLst>
            </p:cNvPr>
            <p:cNvSpPr/>
            <p:nvPr/>
          </p:nvSpPr>
          <p:spPr>
            <a:xfrm>
              <a:off x="8404876" y="3335213"/>
              <a:ext cx="11279" cy="8871"/>
            </a:xfrm>
            <a:custGeom>
              <a:avLst/>
              <a:gdLst>
                <a:gd name="connsiteX0" fmla="*/ 11280 w 11279"/>
                <a:gd name="connsiteY0" fmla="*/ 4436 h 8871"/>
                <a:gd name="connsiteX1" fmla="*/ 5576 w 11279"/>
                <a:gd name="connsiteY1" fmla="*/ 8871 h 8871"/>
                <a:gd name="connsiteX2" fmla="*/ 0 w 11279"/>
                <a:gd name="connsiteY2" fmla="*/ 4436 h 8871"/>
                <a:gd name="connsiteX3" fmla="*/ 5576 w 11279"/>
                <a:gd name="connsiteY3" fmla="*/ 0 h 8871"/>
                <a:gd name="connsiteX4" fmla="*/ 11280 w 11279"/>
                <a:gd name="connsiteY4" fmla="*/ 4436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79" h="8871">
                  <a:moveTo>
                    <a:pt x="11280" y="4436"/>
                  </a:moveTo>
                  <a:lnTo>
                    <a:pt x="5576" y="8871"/>
                  </a:lnTo>
                  <a:lnTo>
                    <a:pt x="0" y="4436"/>
                  </a:lnTo>
                  <a:lnTo>
                    <a:pt x="5576" y="0"/>
                  </a:lnTo>
                  <a:lnTo>
                    <a:pt x="11280" y="44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80F81E66-0D7D-77B2-4623-77C88021C26E}"/>
                </a:ext>
              </a:extLst>
            </p:cNvPr>
            <p:cNvSpPr/>
            <p:nvPr/>
          </p:nvSpPr>
          <p:spPr>
            <a:xfrm>
              <a:off x="8533893" y="3439137"/>
              <a:ext cx="11279" cy="8871"/>
            </a:xfrm>
            <a:custGeom>
              <a:avLst/>
              <a:gdLst>
                <a:gd name="connsiteX0" fmla="*/ 11280 w 11279"/>
                <a:gd name="connsiteY0" fmla="*/ 4436 h 8871"/>
                <a:gd name="connsiteX1" fmla="*/ 5576 w 11279"/>
                <a:gd name="connsiteY1" fmla="*/ 8872 h 8871"/>
                <a:gd name="connsiteX2" fmla="*/ 0 w 11279"/>
                <a:gd name="connsiteY2" fmla="*/ 4436 h 8871"/>
                <a:gd name="connsiteX3" fmla="*/ 5576 w 11279"/>
                <a:gd name="connsiteY3" fmla="*/ 0 h 8871"/>
                <a:gd name="connsiteX4" fmla="*/ 11280 w 11279"/>
                <a:gd name="connsiteY4" fmla="*/ 4436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79" h="8871">
                  <a:moveTo>
                    <a:pt x="11280" y="4436"/>
                  </a:moveTo>
                  <a:lnTo>
                    <a:pt x="5576" y="8872"/>
                  </a:lnTo>
                  <a:lnTo>
                    <a:pt x="0" y="4436"/>
                  </a:lnTo>
                  <a:lnTo>
                    <a:pt x="5576" y="0"/>
                  </a:lnTo>
                  <a:lnTo>
                    <a:pt x="11280" y="44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67AB89B0-789B-8F5B-97C5-76BEAD0AD7C1}"/>
                </a:ext>
              </a:extLst>
            </p:cNvPr>
            <p:cNvSpPr/>
            <p:nvPr/>
          </p:nvSpPr>
          <p:spPr>
            <a:xfrm>
              <a:off x="8530598" y="3543314"/>
              <a:ext cx="10646" cy="8491"/>
            </a:xfrm>
            <a:custGeom>
              <a:avLst/>
              <a:gdLst>
                <a:gd name="connsiteX0" fmla="*/ 10646 w 10646"/>
                <a:gd name="connsiteY0" fmla="*/ 4309 h 8491"/>
                <a:gd name="connsiteX1" fmla="*/ 5323 w 10646"/>
                <a:gd name="connsiteY1" fmla="*/ 8491 h 8491"/>
                <a:gd name="connsiteX2" fmla="*/ 0 w 10646"/>
                <a:gd name="connsiteY2" fmla="*/ 4309 h 8491"/>
                <a:gd name="connsiteX3" fmla="*/ 5323 w 10646"/>
                <a:gd name="connsiteY3" fmla="*/ 0 h 8491"/>
                <a:gd name="connsiteX4" fmla="*/ 10646 w 10646"/>
                <a:gd name="connsiteY4" fmla="*/ 4309 h 8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46" h="8491">
                  <a:moveTo>
                    <a:pt x="10646" y="4309"/>
                  </a:moveTo>
                  <a:lnTo>
                    <a:pt x="5323" y="8491"/>
                  </a:lnTo>
                  <a:lnTo>
                    <a:pt x="0" y="4309"/>
                  </a:lnTo>
                  <a:lnTo>
                    <a:pt x="5323" y="0"/>
                  </a:lnTo>
                  <a:lnTo>
                    <a:pt x="10646" y="430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5FCC7F4B-4BA9-1AB2-5BAE-87EC32DC052E}"/>
                </a:ext>
              </a:extLst>
            </p:cNvPr>
            <p:cNvSpPr/>
            <p:nvPr/>
          </p:nvSpPr>
          <p:spPr>
            <a:xfrm>
              <a:off x="8520206" y="3647364"/>
              <a:ext cx="9758" cy="7730"/>
            </a:xfrm>
            <a:custGeom>
              <a:avLst/>
              <a:gdLst>
                <a:gd name="connsiteX0" fmla="*/ 9758 w 9758"/>
                <a:gd name="connsiteY0" fmla="*/ 3802 h 7730"/>
                <a:gd name="connsiteX1" fmla="*/ 4942 w 9758"/>
                <a:gd name="connsiteY1" fmla="*/ 7731 h 7730"/>
                <a:gd name="connsiteX2" fmla="*/ 0 w 9758"/>
                <a:gd name="connsiteY2" fmla="*/ 3802 h 7730"/>
                <a:gd name="connsiteX3" fmla="*/ 4942 w 9758"/>
                <a:gd name="connsiteY3" fmla="*/ 0 h 7730"/>
                <a:gd name="connsiteX4" fmla="*/ 9758 w 9758"/>
                <a:gd name="connsiteY4" fmla="*/ 3802 h 7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58" h="7730">
                  <a:moveTo>
                    <a:pt x="9758" y="3802"/>
                  </a:moveTo>
                  <a:lnTo>
                    <a:pt x="4942" y="7731"/>
                  </a:lnTo>
                  <a:lnTo>
                    <a:pt x="0" y="3802"/>
                  </a:lnTo>
                  <a:lnTo>
                    <a:pt x="4942" y="0"/>
                  </a:lnTo>
                  <a:lnTo>
                    <a:pt x="9758" y="380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BDDF17E6-CE4D-643B-C7C8-B7F46FCA0227}"/>
                </a:ext>
              </a:extLst>
            </p:cNvPr>
            <p:cNvSpPr/>
            <p:nvPr/>
          </p:nvSpPr>
          <p:spPr>
            <a:xfrm>
              <a:off x="8502463" y="3750527"/>
              <a:ext cx="9251" cy="7350"/>
            </a:xfrm>
            <a:custGeom>
              <a:avLst/>
              <a:gdLst>
                <a:gd name="connsiteX0" fmla="*/ 9251 w 9251"/>
                <a:gd name="connsiteY0" fmla="*/ 3675 h 7350"/>
                <a:gd name="connsiteX1" fmla="*/ 4689 w 9251"/>
                <a:gd name="connsiteY1" fmla="*/ 7351 h 7350"/>
                <a:gd name="connsiteX2" fmla="*/ 0 w 9251"/>
                <a:gd name="connsiteY2" fmla="*/ 3675 h 7350"/>
                <a:gd name="connsiteX3" fmla="*/ 4689 w 9251"/>
                <a:gd name="connsiteY3" fmla="*/ 0 h 7350"/>
                <a:gd name="connsiteX4" fmla="*/ 9251 w 9251"/>
                <a:gd name="connsiteY4" fmla="*/ 3675 h 7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51" h="7350">
                  <a:moveTo>
                    <a:pt x="9251" y="3675"/>
                  </a:moveTo>
                  <a:lnTo>
                    <a:pt x="4689" y="7351"/>
                  </a:lnTo>
                  <a:lnTo>
                    <a:pt x="0" y="3675"/>
                  </a:lnTo>
                  <a:lnTo>
                    <a:pt x="4689" y="0"/>
                  </a:lnTo>
                  <a:lnTo>
                    <a:pt x="9251" y="367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8C00A4D4-5958-EDCA-EC82-F34C28973869}"/>
                </a:ext>
              </a:extLst>
            </p:cNvPr>
            <p:cNvSpPr/>
            <p:nvPr/>
          </p:nvSpPr>
          <p:spPr>
            <a:xfrm>
              <a:off x="8477749" y="3852930"/>
              <a:ext cx="8491" cy="6716"/>
            </a:xfrm>
            <a:custGeom>
              <a:avLst/>
              <a:gdLst>
                <a:gd name="connsiteX0" fmla="*/ 8491 w 8491"/>
                <a:gd name="connsiteY0" fmla="*/ 3295 h 6716"/>
                <a:gd name="connsiteX1" fmla="*/ 4183 w 8491"/>
                <a:gd name="connsiteY1" fmla="*/ 6717 h 6716"/>
                <a:gd name="connsiteX2" fmla="*/ 0 w 8491"/>
                <a:gd name="connsiteY2" fmla="*/ 3295 h 6716"/>
                <a:gd name="connsiteX3" fmla="*/ 4183 w 8491"/>
                <a:gd name="connsiteY3" fmla="*/ 0 h 6716"/>
                <a:gd name="connsiteX4" fmla="*/ 8491 w 8491"/>
                <a:gd name="connsiteY4" fmla="*/ 3295 h 6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91" h="6716">
                  <a:moveTo>
                    <a:pt x="8491" y="3295"/>
                  </a:moveTo>
                  <a:lnTo>
                    <a:pt x="4183" y="6717"/>
                  </a:lnTo>
                  <a:lnTo>
                    <a:pt x="0" y="3295"/>
                  </a:lnTo>
                  <a:lnTo>
                    <a:pt x="4183" y="0"/>
                  </a:lnTo>
                  <a:lnTo>
                    <a:pt x="8491" y="32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AB3957E4-7220-5D04-D8A6-DD94BF938275}"/>
                </a:ext>
              </a:extLst>
            </p:cNvPr>
            <p:cNvSpPr/>
            <p:nvPr/>
          </p:nvSpPr>
          <p:spPr>
            <a:xfrm>
              <a:off x="8446192" y="3954192"/>
              <a:ext cx="7224" cy="5703"/>
            </a:xfrm>
            <a:custGeom>
              <a:avLst/>
              <a:gdLst>
                <a:gd name="connsiteX0" fmla="*/ 7224 w 7224"/>
                <a:gd name="connsiteY0" fmla="*/ 2915 h 5703"/>
                <a:gd name="connsiteX1" fmla="*/ 3548 w 7224"/>
                <a:gd name="connsiteY1" fmla="*/ 5703 h 5703"/>
                <a:gd name="connsiteX2" fmla="*/ 0 w 7224"/>
                <a:gd name="connsiteY2" fmla="*/ 2915 h 5703"/>
                <a:gd name="connsiteX3" fmla="*/ 3548 w 7224"/>
                <a:gd name="connsiteY3" fmla="*/ 0 h 5703"/>
                <a:gd name="connsiteX4" fmla="*/ 7224 w 7224"/>
                <a:gd name="connsiteY4" fmla="*/ 2915 h 5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24" h="5703">
                  <a:moveTo>
                    <a:pt x="7224" y="2915"/>
                  </a:moveTo>
                  <a:lnTo>
                    <a:pt x="3548" y="5703"/>
                  </a:lnTo>
                  <a:lnTo>
                    <a:pt x="0" y="2915"/>
                  </a:lnTo>
                  <a:lnTo>
                    <a:pt x="3548" y="0"/>
                  </a:lnTo>
                  <a:lnTo>
                    <a:pt x="7224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1C8A7781-B867-E5B7-F4C5-C409E2AC4309}"/>
                </a:ext>
              </a:extLst>
            </p:cNvPr>
            <p:cNvSpPr/>
            <p:nvPr/>
          </p:nvSpPr>
          <p:spPr>
            <a:xfrm>
              <a:off x="8407411" y="4053680"/>
              <a:ext cx="6463" cy="5196"/>
            </a:xfrm>
            <a:custGeom>
              <a:avLst/>
              <a:gdLst>
                <a:gd name="connsiteX0" fmla="*/ 6464 w 6463"/>
                <a:gd name="connsiteY0" fmla="*/ 2661 h 5196"/>
                <a:gd name="connsiteX1" fmla="*/ 3168 w 6463"/>
                <a:gd name="connsiteY1" fmla="*/ 5196 h 5196"/>
                <a:gd name="connsiteX2" fmla="*/ 0 w 6463"/>
                <a:gd name="connsiteY2" fmla="*/ 2661 h 5196"/>
                <a:gd name="connsiteX3" fmla="*/ 3168 w 6463"/>
                <a:gd name="connsiteY3" fmla="*/ 0 h 5196"/>
                <a:gd name="connsiteX4" fmla="*/ 6464 w 6463"/>
                <a:gd name="connsiteY4" fmla="*/ 2661 h 5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196">
                  <a:moveTo>
                    <a:pt x="6464" y="2661"/>
                  </a:moveTo>
                  <a:lnTo>
                    <a:pt x="3168" y="5196"/>
                  </a:lnTo>
                  <a:lnTo>
                    <a:pt x="0" y="2661"/>
                  </a:lnTo>
                  <a:lnTo>
                    <a:pt x="3168" y="0"/>
                  </a:lnTo>
                  <a:lnTo>
                    <a:pt x="6464" y="266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A9634F1C-FDBB-60A7-C12D-CC10680853D3}"/>
                </a:ext>
              </a:extLst>
            </p:cNvPr>
            <p:cNvSpPr/>
            <p:nvPr/>
          </p:nvSpPr>
          <p:spPr>
            <a:xfrm>
              <a:off x="8361786" y="4151266"/>
              <a:ext cx="5829" cy="4689"/>
            </a:xfrm>
            <a:custGeom>
              <a:avLst/>
              <a:gdLst>
                <a:gd name="connsiteX0" fmla="*/ 5829 w 5829"/>
                <a:gd name="connsiteY0" fmla="*/ 2408 h 4689"/>
                <a:gd name="connsiteX1" fmla="*/ 2915 w 5829"/>
                <a:gd name="connsiteY1" fmla="*/ 4689 h 4689"/>
                <a:gd name="connsiteX2" fmla="*/ 0 w 5829"/>
                <a:gd name="connsiteY2" fmla="*/ 2408 h 4689"/>
                <a:gd name="connsiteX3" fmla="*/ 2915 w 5829"/>
                <a:gd name="connsiteY3" fmla="*/ 0 h 4689"/>
                <a:gd name="connsiteX4" fmla="*/ 5829 w 5829"/>
                <a:gd name="connsiteY4" fmla="*/ 2408 h 4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29" h="4689">
                  <a:moveTo>
                    <a:pt x="5829" y="2408"/>
                  </a:moveTo>
                  <a:lnTo>
                    <a:pt x="2915" y="4689"/>
                  </a:lnTo>
                  <a:lnTo>
                    <a:pt x="0" y="2408"/>
                  </a:lnTo>
                  <a:lnTo>
                    <a:pt x="2915" y="0"/>
                  </a:lnTo>
                  <a:lnTo>
                    <a:pt x="5829" y="240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22C21BE2-5550-0869-D1EE-015E7BEF7223}"/>
                </a:ext>
              </a:extLst>
            </p:cNvPr>
            <p:cNvSpPr/>
            <p:nvPr/>
          </p:nvSpPr>
          <p:spPr>
            <a:xfrm>
              <a:off x="8309697" y="4246952"/>
              <a:ext cx="4689" cy="3801"/>
            </a:xfrm>
            <a:custGeom>
              <a:avLst/>
              <a:gdLst>
                <a:gd name="connsiteX0" fmla="*/ 4689 w 4689"/>
                <a:gd name="connsiteY0" fmla="*/ 1901 h 3801"/>
                <a:gd name="connsiteX1" fmla="*/ 2281 w 4689"/>
                <a:gd name="connsiteY1" fmla="*/ 3802 h 3801"/>
                <a:gd name="connsiteX2" fmla="*/ 0 w 4689"/>
                <a:gd name="connsiteY2" fmla="*/ 1901 h 3801"/>
                <a:gd name="connsiteX3" fmla="*/ 2281 w 4689"/>
                <a:gd name="connsiteY3" fmla="*/ 0 h 3801"/>
                <a:gd name="connsiteX4" fmla="*/ 4689 w 4689"/>
                <a:gd name="connsiteY4" fmla="*/ 1901 h 3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89" h="3801">
                  <a:moveTo>
                    <a:pt x="4689" y="1901"/>
                  </a:moveTo>
                  <a:lnTo>
                    <a:pt x="2281" y="3802"/>
                  </a:lnTo>
                  <a:lnTo>
                    <a:pt x="0" y="1901"/>
                  </a:lnTo>
                  <a:lnTo>
                    <a:pt x="2281" y="0"/>
                  </a:lnTo>
                  <a:lnTo>
                    <a:pt x="4689" y="190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806B3077-FFCD-8F69-1688-BA23D112C176}"/>
                </a:ext>
              </a:extLst>
            </p:cNvPr>
            <p:cNvSpPr/>
            <p:nvPr/>
          </p:nvSpPr>
          <p:spPr>
            <a:xfrm>
              <a:off x="8250766" y="4339976"/>
              <a:ext cx="4055" cy="3295"/>
            </a:xfrm>
            <a:custGeom>
              <a:avLst/>
              <a:gdLst>
                <a:gd name="connsiteX0" fmla="*/ 4056 w 4055"/>
                <a:gd name="connsiteY0" fmla="*/ 1648 h 3295"/>
                <a:gd name="connsiteX1" fmla="*/ 2027 w 4055"/>
                <a:gd name="connsiteY1" fmla="*/ 3295 h 3295"/>
                <a:gd name="connsiteX2" fmla="*/ 0 w 4055"/>
                <a:gd name="connsiteY2" fmla="*/ 1648 h 3295"/>
                <a:gd name="connsiteX3" fmla="*/ 2027 w 4055"/>
                <a:gd name="connsiteY3" fmla="*/ 0 h 3295"/>
                <a:gd name="connsiteX4" fmla="*/ 4056 w 4055"/>
                <a:gd name="connsiteY4" fmla="*/ 1648 h 3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5" h="3295">
                  <a:moveTo>
                    <a:pt x="4056" y="1648"/>
                  </a:moveTo>
                  <a:lnTo>
                    <a:pt x="2027" y="3295"/>
                  </a:lnTo>
                  <a:lnTo>
                    <a:pt x="0" y="1648"/>
                  </a:lnTo>
                  <a:lnTo>
                    <a:pt x="2027" y="0"/>
                  </a:lnTo>
                  <a:lnTo>
                    <a:pt x="4056" y="164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48172DA8-4DE7-FE8B-FD7B-C773F86D7921}"/>
                </a:ext>
              </a:extLst>
            </p:cNvPr>
            <p:cNvSpPr/>
            <p:nvPr/>
          </p:nvSpPr>
          <p:spPr>
            <a:xfrm>
              <a:off x="8185750" y="4430592"/>
              <a:ext cx="3041" cy="2281"/>
            </a:xfrm>
            <a:custGeom>
              <a:avLst/>
              <a:gdLst>
                <a:gd name="connsiteX0" fmla="*/ 3042 w 3041"/>
                <a:gd name="connsiteY0" fmla="*/ 1141 h 2281"/>
                <a:gd name="connsiteX1" fmla="*/ 1521 w 3041"/>
                <a:gd name="connsiteY1" fmla="*/ 2281 h 2281"/>
                <a:gd name="connsiteX2" fmla="*/ 0 w 3041"/>
                <a:gd name="connsiteY2" fmla="*/ 1141 h 2281"/>
                <a:gd name="connsiteX3" fmla="*/ 1521 w 3041"/>
                <a:gd name="connsiteY3" fmla="*/ 0 h 2281"/>
                <a:gd name="connsiteX4" fmla="*/ 3042 w 3041"/>
                <a:gd name="connsiteY4" fmla="*/ 1141 h 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1" h="2281">
                  <a:moveTo>
                    <a:pt x="3042" y="1141"/>
                  </a:moveTo>
                  <a:lnTo>
                    <a:pt x="1521" y="2281"/>
                  </a:lnTo>
                  <a:lnTo>
                    <a:pt x="0" y="1141"/>
                  </a:lnTo>
                  <a:lnTo>
                    <a:pt x="1521" y="0"/>
                  </a:lnTo>
                  <a:lnTo>
                    <a:pt x="3042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78D69C37-62B3-1CC9-7FEA-7994BCC86B6F}"/>
                </a:ext>
              </a:extLst>
            </p:cNvPr>
            <p:cNvSpPr/>
            <p:nvPr/>
          </p:nvSpPr>
          <p:spPr>
            <a:xfrm>
              <a:off x="8114144" y="4517660"/>
              <a:ext cx="2914" cy="2281"/>
            </a:xfrm>
            <a:custGeom>
              <a:avLst/>
              <a:gdLst>
                <a:gd name="connsiteX0" fmla="*/ 2915 w 2914"/>
                <a:gd name="connsiteY0" fmla="*/ 1141 h 2281"/>
                <a:gd name="connsiteX1" fmla="*/ 1394 w 2914"/>
                <a:gd name="connsiteY1" fmla="*/ 2281 h 2281"/>
                <a:gd name="connsiteX2" fmla="*/ 0 w 2914"/>
                <a:gd name="connsiteY2" fmla="*/ 1141 h 2281"/>
                <a:gd name="connsiteX3" fmla="*/ 1394 w 2914"/>
                <a:gd name="connsiteY3" fmla="*/ 0 h 2281"/>
                <a:gd name="connsiteX4" fmla="*/ 2915 w 2914"/>
                <a:gd name="connsiteY4" fmla="*/ 1141 h 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" h="2281">
                  <a:moveTo>
                    <a:pt x="2915" y="1141"/>
                  </a:moveTo>
                  <a:lnTo>
                    <a:pt x="1394" y="2281"/>
                  </a:lnTo>
                  <a:lnTo>
                    <a:pt x="0" y="1141"/>
                  </a:lnTo>
                  <a:lnTo>
                    <a:pt x="1394" y="0"/>
                  </a:lnTo>
                  <a:lnTo>
                    <a:pt x="2915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0D25FAC2-F2EE-AE53-4D6B-2CB336B3C847}"/>
                </a:ext>
              </a:extLst>
            </p:cNvPr>
            <p:cNvSpPr/>
            <p:nvPr/>
          </p:nvSpPr>
          <p:spPr>
            <a:xfrm>
              <a:off x="8037088" y="4601939"/>
              <a:ext cx="1647" cy="1267"/>
            </a:xfrm>
            <a:custGeom>
              <a:avLst/>
              <a:gdLst>
                <a:gd name="connsiteX0" fmla="*/ 1648 w 1647"/>
                <a:gd name="connsiteY0" fmla="*/ 634 h 1267"/>
                <a:gd name="connsiteX1" fmla="*/ 887 w 1647"/>
                <a:gd name="connsiteY1" fmla="*/ 1267 h 1267"/>
                <a:gd name="connsiteX2" fmla="*/ 0 w 1647"/>
                <a:gd name="connsiteY2" fmla="*/ 634 h 1267"/>
                <a:gd name="connsiteX3" fmla="*/ 887 w 1647"/>
                <a:gd name="connsiteY3" fmla="*/ 0 h 1267"/>
                <a:gd name="connsiteX4" fmla="*/ 1648 w 1647"/>
                <a:gd name="connsiteY4" fmla="*/ 634 h 1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7" h="1267">
                  <a:moveTo>
                    <a:pt x="1648" y="634"/>
                  </a:moveTo>
                  <a:lnTo>
                    <a:pt x="887" y="1267"/>
                  </a:lnTo>
                  <a:lnTo>
                    <a:pt x="0" y="634"/>
                  </a:lnTo>
                  <a:lnTo>
                    <a:pt x="887" y="0"/>
                  </a:lnTo>
                  <a:lnTo>
                    <a:pt x="1648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4A93421E-0F1E-F5C6-96AD-E9D2BB7F51D2}"/>
                </a:ext>
              </a:extLst>
            </p:cNvPr>
            <p:cNvSpPr/>
            <p:nvPr/>
          </p:nvSpPr>
          <p:spPr>
            <a:xfrm>
              <a:off x="7954203" y="4682543"/>
              <a:ext cx="760" cy="633"/>
            </a:xfrm>
            <a:custGeom>
              <a:avLst/>
              <a:gdLst>
                <a:gd name="connsiteX0" fmla="*/ 760 w 760"/>
                <a:gd name="connsiteY0" fmla="*/ 253 h 633"/>
                <a:gd name="connsiteX1" fmla="*/ 381 w 760"/>
                <a:gd name="connsiteY1" fmla="*/ 634 h 633"/>
                <a:gd name="connsiteX2" fmla="*/ 0 w 760"/>
                <a:gd name="connsiteY2" fmla="*/ 253 h 633"/>
                <a:gd name="connsiteX3" fmla="*/ 381 w 760"/>
                <a:gd name="connsiteY3" fmla="*/ 0 h 633"/>
                <a:gd name="connsiteX4" fmla="*/ 760 w 760"/>
                <a:gd name="connsiteY4" fmla="*/ 253 h 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0" h="633">
                  <a:moveTo>
                    <a:pt x="760" y="253"/>
                  </a:moveTo>
                  <a:lnTo>
                    <a:pt x="381" y="634"/>
                  </a:lnTo>
                  <a:lnTo>
                    <a:pt x="0" y="253"/>
                  </a:lnTo>
                  <a:lnTo>
                    <a:pt x="381" y="0"/>
                  </a:lnTo>
                  <a:lnTo>
                    <a:pt x="760" y="25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86E7C5CB-B569-7CE2-E4F4-FF0BE795CF55}"/>
                </a:ext>
              </a:extLst>
            </p:cNvPr>
            <p:cNvSpPr/>
            <p:nvPr/>
          </p:nvSpPr>
          <p:spPr>
            <a:xfrm>
              <a:off x="7865615" y="4759218"/>
              <a:ext cx="379" cy="253"/>
            </a:xfrm>
            <a:custGeom>
              <a:avLst/>
              <a:gdLst>
                <a:gd name="connsiteX0" fmla="*/ 380 w 379"/>
                <a:gd name="connsiteY0" fmla="*/ 127 h 253"/>
                <a:gd name="connsiteX1" fmla="*/ 127 w 379"/>
                <a:gd name="connsiteY1" fmla="*/ 254 h 253"/>
                <a:gd name="connsiteX2" fmla="*/ 0 w 379"/>
                <a:gd name="connsiteY2" fmla="*/ 127 h 253"/>
                <a:gd name="connsiteX3" fmla="*/ 127 w 379"/>
                <a:gd name="connsiteY3" fmla="*/ 0 h 253"/>
                <a:gd name="connsiteX4" fmla="*/ 380 w 379"/>
                <a:gd name="connsiteY4" fmla="*/ 127 h 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" h="253">
                  <a:moveTo>
                    <a:pt x="380" y="127"/>
                  </a:moveTo>
                  <a:lnTo>
                    <a:pt x="127" y="254"/>
                  </a:lnTo>
                  <a:lnTo>
                    <a:pt x="0" y="127"/>
                  </a:lnTo>
                  <a:lnTo>
                    <a:pt x="127" y="0"/>
                  </a:lnTo>
                  <a:lnTo>
                    <a:pt x="380" y="12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898A4DCE-FA6B-1382-8C17-B4C07AFB8C35}"/>
                </a:ext>
              </a:extLst>
            </p:cNvPr>
            <p:cNvSpPr/>
            <p:nvPr/>
          </p:nvSpPr>
          <p:spPr>
            <a:xfrm>
              <a:off x="7771577" y="4831585"/>
              <a:ext cx="506" cy="506"/>
            </a:xfrm>
            <a:custGeom>
              <a:avLst/>
              <a:gdLst>
                <a:gd name="connsiteX0" fmla="*/ 507 w 506"/>
                <a:gd name="connsiteY0" fmla="*/ 253 h 506"/>
                <a:gd name="connsiteX1" fmla="*/ 253 w 506"/>
                <a:gd name="connsiteY1" fmla="*/ 507 h 506"/>
                <a:gd name="connsiteX2" fmla="*/ 0 w 506"/>
                <a:gd name="connsiteY2" fmla="*/ 253 h 506"/>
                <a:gd name="connsiteX3" fmla="*/ 253 w 506"/>
                <a:gd name="connsiteY3" fmla="*/ 0 h 506"/>
                <a:gd name="connsiteX4" fmla="*/ 507 w 506"/>
                <a:gd name="connsiteY4" fmla="*/ 253 h 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" h="506">
                  <a:moveTo>
                    <a:pt x="507" y="253"/>
                  </a:moveTo>
                  <a:lnTo>
                    <a:pt x="253" y="507"/>
                  </a:lnTo>
                  <a:lnTo>
                    <a:pt x="0" y="253"/>
                  </a:lnTo>
                  <a:lnTo>
                    <a:pt x="253" y="0"/>
                  </a:lnTo>
                  <a:lnTo>
                    <a:pt x="507" y="25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0FD150EC-92A0-0082-8E1C-6078E8F7B2D8}"/>
                </a:ext>
              </a:extLst>
            </p:cNvPr>
            <p:cNvSpPr/>
            <p:nvPr/>
          </p:nvSpPr>
          <p:spPr>
            <a:xfrm>
              <a:off x="7672216" y="4899515"/>
              <a:ext cx="1393" cy="1140"/>
            </a:xfrm>
            <a:custGeom>
              <a:avLst/>
              <a:gdLst>
                <a:gd name="connsiteX0" fmla="*/ 1394 w 1393"/>
                <a:gd name="connsiteY0" fmla="*/ 634 h 1140"/>
                <a:gd name="connsiteX1" fmla="*/ 760 w 1393"/>
                <a:gd name="connsiteY1" fmla="*/ 1141 h 1140"/>
                <a:gd name="connsiteX2" fmla="*/ 0 w 1393"/>
                <a:gd name="connsiteY2" fmla="*/ 634 h 1140"/>
                <a:gd name="connsiteX3" fmla="*/ 760 w 1393"/>
                <a:gd name="connsiteY3" fmla="*/ 0 h 1140"/>
                <a:gd name="connsiteX4" fmla="*/ 1394 w 1393"/>
                <a:gd name="connsiteY4" fmla="*/ 634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3" h="1140">
                  <a:moveTo>
                    <a:pt x="1394" y="634"/>
                  </a:moveTo>
                  <a:lnTo>
                    <a:pt x="760" y="1141"/>
                  </a:lnTo>
                  <a:lnTo>
                    <a:pt x="0" y="634"/>
                  </a:lnTo>
                  <a:lnTo>
                    <a:pt x="760" y="0"/>
                  </a:lnTo>
                  <a:lnTo>
                    <a:pt x="1394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CD8E25BE-EF40-BE9C-FA94-CA6F151EA186}"/>
                </a:ext>
              </a:extLst>
            </p:cNvPr>
            <p:cNvSpPr/>
            <p:nvPr/>
          </p:nvSpPr>
          <p:spPr>
            <a:xfrm>
              <a:off x="7568039" y="4962883"/>
              <a:ext cx="2914" cy="2281"/>
            </a:xfrm>
            <a:custGeom>
              <a:avLst/>
              <a:gdLst>
                <a:gd name="connsiteX0" fmla="*/ 2915 w 2914"/>
                <a:gd name="connsiteY0" fmla="*/ 1141 h 2281"/>
                <a:gd name="connsiteX1" fmla="*/ 1394 w 2914"/>
                <a:gd name="connsiteY1" fmla="*/ 2281 h 2281"/>
                <a:gd name="connsiteX2" fmla="*/ 0 w 2914"/>
                <a:gd name="connsiteY2" fmla="*/ 1141 h 2281"/>
                <a:gd name="connsiteX3" fmla="*/ 1394 w 2914"/>
                <a:gd name="connsiteY3" fmla="*/ 0 h 2281"/>
                <a:gd name="connsiteX4" fmla="*/ 2915 w 2914"/>
                <a:gd name="connsiteY4" fmla="*/ 1141 h 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" h="2281">
                  <a:moveTo>
                    <a:pt x="2915" y="1141"/>
                  </a:moveTo>
                  <a:lnTo>
                    <a:pt x="1394" y="2281"/>
                  </a:lnTo>
                  <a:lnTo>
                    <a:pt x="0" y="1141"/>
                  </a:lnTo>
                  <a:lnTo>
                    <a:pt x="1394" y="0"/>
                  </a:lnTo>
                  <a:lnTo>
                    <a:pt x="2915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B00BD814-CB49-07BF-357C-26562B8030ED}"/>
                </a:ext>
              </a:extLst>
            </p:cNvPr>
            <p:cNvSpPr/>
            <p:nvPr/>
          </p:nvSpPr>
          <p:spPr>
            <a:xfrm>
              <a:off x="7459553" y="5021562"/>
              <a:ext cx="4308" cy="3421"/>
            </a:xfrm>
            <a:custGeom>
              <a:avLst/>
              <a:gdLst>
                <a:gd name="connsiteX0" fmla="*/ 4309 w 4308"/>
                <a:gd name="connsiteY0" fmla="*/ 1648 h 3421"/>
                <a:gd name="connsiteX1" fmla="*/ 2154 w 4308"/>
                <a:gd name="connsiteY1" fmla="*/ 3422 h 3421"/>
                <a:gd name="connsiteX2" fmla="*/ 0 w 4308"/>
                <a:gd name="connsiteY2" fmla="*/ 1648 h 3421"/>
                <a:gd name="connsiteX3" fmla="*/ 2154 w 4308"/>
                <a:gd name="connsiteY3" fmla="*/ 0 h 3421"/>
                <a:gd name="connsiteX4" fmla="*/ 4309 w 4308"/>
                <a:gd name="connsiteY4" fmla="*/ 1648 h 3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8" h="3421">
                  <a:moveTo>
                    <a:pt x="4309" y="1648"/>
                  </a:moveTo>
                  <a:lnTo>
                    <a:pt x="2154" y="3422"/>
                  </a:lnTo>
                  <a:lnTo>
                    <a:pt x="0" y="1648"/>
                  </a:lnTo>
                  <a:lnTo>
                    <a:pt x="2154" y="0"/>
                  </a:lnTo>
                  <a:lnTo>
                    <a:pt x="4309" y="164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8E85A6BD-D0FD-1602-6180-4BEB40A560F0}"/>
                </a:ext>
              </a:extLst>
            </p:cNvPr>
            <p:cNvSpPr/>
            <p:nvPr/>
          </p:nvSpPr>
          <p:spPr>
            <a:xfrm>
              <a:off x="7347899" y="5075932"/>
              <a:ext cx="4308" cy="3421"/>
            </a:xfrm>
            <a:custGeom>
              <a:avLst/>
              <a:gdLst>
                <a:gd name="connsiteX0" fmla="*/ 4309 w 4308"/>
                <a:gd name="connsiteY0" fmla="*/ 1774 h 3421"/>
                <a:gd name="connsiteX1" fmla="*/ 2154 w 4308"/>
                <a:gd name="connsiteY1" fmla="*/ 3422 h 3421"/>
                <a:gd name="connsiteX2" fmla="*/ 0 w 4308"/>
                <a:gd name="connsiteY2" fmla="*/ 1774 h 3421"/>
                <a:gd name="connsiteX3" fmla="*/ 2154 w 4308"/>
                <a:gd name="connsiteY3" fmla="*/ 0 h 3421"/>
                <a:gd name="connsiteX4" fmla="*/ 4309 w 4308"/>
                <a:gd name="connsiteY4" fmla="*/ 1774 h 3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8" h="3421">
                  <a:moveTo>
                    <a:pt x="4309" y="1774"/>
                  </a:moveTo>
                  <a:lnTo>
                    <a:pt x="2154" y="3422"/>
                  </a:lnTo>
                  <a:lnTo>
                    <a:pt x="0" y="1774"/>
                  </a:lnTo>
                  <a:lnTo>
                    <a:pt x="2154" y="0"/>
                  </a:lnTo>
                  <a:lnTo>
                    <a:pt x="4309" y="177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8FFF8C1D-27FD-464E-2566-FEDBA57CAD5C}"/>
                </a:ext>
              </a:extLst>
            </p:cNvPr>
            <p:cNvSpPr/>
            <p:nvPr/>
          </p:nvSpPr>
          <p:spPr>
            <a:xfrm>
              <a:off x="7231935" y="5124979"/>
              <a:ext cx="5703" cy="4435"/>
            </a:xfrm>
            <a:custGeom>
              <a:avLst/>
              <a:gdLst>
                <a:gd name="connsiteX0" fmla="*/ 5703 w 5703"/>
                <a:gd name="connsiteY0" fmla="*/ 2154 h 4435"/>
                <a:gd name="connsiteX1" fmla="*/ 2788 w 5703"/>
                <a:gd name="connsiteY1" fmla="*/ 4436 h 4435"/>
                <a:gd name="connsiteX2" fmla="*/ 0 w 5703"/>
                <a:gd name="connsiteY2" fmla="*/ 2154 h 4435"/>
                <a:gd name="connsiteX3" fmla="*/ 2788 w 5703"/>
                <a:gd name="connsiteY3" fmla="*/ 0 h 4435"/>
                <a:gd name="connsiteX4" fmla="*/ 5703 w 5703"/>
                <a:gd name="connsiteY4" fmla="*/ 2154 h 4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03" h="4435">
                  <a:moveTo>
                    <a:pt x="5703" y="2154"/>
                  </a:moveTo>
                  <a:lnTo>
                    <a:pt x="2788" y="4436"/>
                  </a:lnTo>
                  <a:lnTo>
                    <a:pt x="0" y="2154"/>
                  </a:lnTo>
                  <a:lnTo>
                    <a:pt x="2788" y="0"/>
                  </a:lnTo>
                  <a:lnTo>
                    <a:pt x="5703" y="21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B5276A00-F339-B378-D403-F3AC6CB2D871}"/>
                </a:ext>
              </a:extLst>
            </p:cNvPr>
            <p:cNvSpPr/>
            <p:nvPr/>
          </p:nvSpPr>
          <p:spPr>
            <a:xfrm>
              <a:off x="7112930" y="5168956"/>
              <a:ext cx="6463" cy="5196"/>
            </a:xfrm>
            <a:custGeom>
              <a:avLst/>
              <a:gdLst>
                <a:gd name="connsiteX0" fmla="*/ 6464 w 6463"/>
                <a:gd name="connsiteY0" fmla="*/ 2661 h 5196"/>
                <a:gd name="connsiteX1" fmla="*/ 3295 w 6463"/>
                <a:gd name="connsiteY1" fmla="*/ 5196 h 5196"/>
                <a:gd name="connsiteX2" fmla="*/ 0 w 6463"/>
                <a:gd name="connsiteY2" fmla="*/ 2661 h 5196"/>
                <a:gd name="connsiteX3" fmla="*/ 3295 w 6463"/>
                <a:gd name="connsiteY3" fmla="*/ 0 h 5196"/>
                <a:gd name="connsiteX4" fmla="*/ 6464 w 6463"/>
                <a:gd name="connsiteY4" fmla="*/ 2661 h 5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196">
                  <a:moveTo>
                    <a:pt x="6464" y="2661"/>
                  </a:moveTo>
                  <a:lnTo>
                    <a:pt x="3295" y="5196"/>
                  </a:lnTo>
                  <a:lnTo>
                    <a:pt x="0" y="2661"/>
                  </a:lnTo>
                  <a:lnTo>
                    <a:pt x="3295" y="0"/>
                  </a:lnTo>
                  <a:lnTo>
                    <a:pt x="6464" y="266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84678D3F-04C9-1E0E-C2A4-B4F4E5430E68}"/>
                </a:ext>
              </a:extLst>
            </p:cNvPr>
            <p:cNvSpPr/>
            <p:nvPr/>
          </p:nvSpPr>
          <p:spPr>
            <a:xfrm>
              <a:off x="6991137" y="5207864"/>
              <a:ext cx="7224" cy="5703"/>
            </a:xfrm>
            <a:custGeom>
              <a:avLst/>
              <a:gdLst>
                <a:gd name="connsiteX0" fmla="*/ 7224 w 7224"/>
                <a:gd name="connsiteY0" fmla="*/ 2788 h 5703"/>
                <a:gd name="connsiteX1" fmla="*/ 3548 w 7224"/>
                <a:gd name="connsiteY1" fmla="*/ 5703 h 5703"/>
                <a:gd name="connsiteX2" fmla="*/ 0 w 7224"/>
                <a:gd name="connsiteY2" fmla="*/ 2788 h 5703"/>
                <a:gd name="connsiteX3" fmla="*/ 3548 w 7224"/>
                <a:gd name="connsiteY3" fmla="*/ 0 h 5703"/>
                <a:gd name="connsiteX4" fmla="*/ 7224 w 7224"/>
                <a:gd name="connsiteY4" fmla="*/ 2788 h 5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24" h="5703">
                  <a:moveTo>
                    <a:pt x="7224" y="2788"/>
                  </a:moveTo>
                  <a:lnTo>
                    <a:pt x="3548" y="5703"/>
                  </a:lnTo>
                  <a:lnTo>
                    <a:pt x="0" y="2788"/>
                  </a:lnTo>
                  <a:lnTo>
                    <a:pt x="3548" y="0"/>
                  </a:lnTo>
                  <a:lnTo>
                    <a:pt x="7224" y="278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FCBE9895-F343-61F8-4F31-D44442264D34}"/>
                </a:ext>
              </a:extLst>
            </p:cNvPr>
            <p:cNvSpPr/>
            <p:nvPr/>
          </p:nvSpPr>
          <p:spPr>
            <a:xfrm>
              <a:off x="6866428" y="5241069"/>
              <a:ext cx="8617" cy="6843"/>
            </a:xfrm>
            <a:custGeom>
              <a:avLst/>
              <a:gdLst>
                <a:gd name="connsiteX0" fmla="*/ 8618 w 8617"/>
                <a:gd name="connsiteY0" fmla="*/ 3422 h 6843"/>
                <a:gd name="connsiteX1" fmla="*/ 4309 w 8617"/>
                <a:gd name="connsiteY1" fmla="*/ 6843 h 6843"/>
                <a:gd name="connsiteX2" fmla="*/ 0 w 8617"/>
                <a:gd name="connsiteY2" fmla="*/ 3422 h 6843"/>
                <a:gd name="connsiteX3" fmla="*/ 4309 w 8617"/>
                <a:gd name="connsiteY3" fmla="*/ 0 h 6843"/>
                <a:gd name="connsiteX4" fmla="*/ 8618 w 8617"/>
                <a:gd name="connsiteY4" fmla="*/ 3422 h 6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7" h="6843">
                  <a:moveTo>
                    <a:pt x="8618" y="3422"/>
                  </a:moveTo>
                  <a:lnTo>
                    <a:pt x="4309" y="6843"/>
                  </a:lnTo>
                  <a:lnTo>
                    <a:pt x="0" y="3422"/>
                  </a:lnTo>
                  <a:lnTo>
                    <a:pt x="4309" y="0"/>
                  </a:lnTo>
                  <a:lnTo>
                    <a:pt x="8618" y="342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684B5E2F-0567-B782-CBBD-EE0542CF2B15}"/>
                </a:ext>
              </a:extLst>
            </p:cNvPr>
            <p:cNvSpPr/>
            <p:nvPr/>
          </p:nvSpPr>
          <p:spPr>
            <a:xfrm>
              <a:off x="6739946" y="5269077"/>
              <a:ext cx="9378" cy="7350"/>
            </a:xfrm>
            <a:custGeom>
              <a:avLst/>
              <a:gdLst>
                <a:gd name="connsiteX0" fmla="*/ 9378 w 9378"/>
                <a:gd name="connsiteY0" fmla="*/ 3675 h 7350"/>
                <a:gd name="connsiteX1" fmla="*/ 4689 w 9378"/>
                <a:gd name="connsiteY1" fmla="*/ 7351 h 7350"/>
                <a:gd name="connsiteX2" fmla="*/ 0 w 9378"/>
                <a:gd name="connsiteY2" fmla="*/ 3675 h 7350"/>
                <a:gd name="connsiteX3" fmla="*/ 4689 w 9378"/>
                <a:gd name="connsiteY3" fmla="*/ 0 h 7350"/>
                <a:gd name="connsiteX4" fmla="*/ 9378 w 9378"/>
                <a:gd name="connsiteY4" fmla="*/ 3675 h 7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78" h="7350">
                  <a:moveTo>
                    <a:pt x="9378" y="3675"/>
                  </a:moveTo>
                  <a:lnTo>
                    <a:pt x="4689" y="7351"/>
                  </a:lnTo>
                  <a:lnTo>
                    <a:pt x="0" y="3675"/>
                  </a:lnTo>
                  <a:lnTo>
                    <a:pt x="4689" y="0"/>
                  </a:lnTo>
                  <a:lnTo>
                    <a:pt x="9378" y="367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F02CA78F-0CA7-FA16-3D74-4A5871C3ED42}"/>
                </a:ext>
              </a:extLst>
            </p:cNvPr>
            <p:cNvSpPr/>
            <p:nvPr/>
          </p:nvSpPr>
          <p:spPr>
            <a:xfrm>
              <a:off x="6611562" y="5291509"/>
              <a:ext cx="10265" cy="8111"/>
            </a:xfrm>
            <a:custGeom>
              <a:avLst/>
              <a:gdLst>
                <a:gd name="connsiteX0" fmla="*/ 10266 w 10265"/>
                <a:gd name="connsiteY0" fmla="*/ 3929 h 8111"/>
                <a:gd name="connsiteX1" fmla="*/ 5070 w 10265"/>
                <a:gd name="connsiteY1" fmla="*/ 8111 h 8111"/>
                <a:gd name="connsiteX2" fmla="*/ 0 w 10265"/>
                <a:gd name="connsiteY2" fmla="*/ 3929 h 8111"/>
                <a:gd name="connsiteX3" fmla="*/ 5070 w 10265"/>
                <a:gd name="connsiteY3" fmla="*/ 0 h 8111"/>
                <a:gd name="connsiteX4" fmla="*/ 10266 w 10265"/>
                <a:gd name="connsiteY4" fmla="*/ 3929 h 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5" h="8111">
                  <a:moveTo>
                    <a:pt x="10266" y="3929"/>
                  </a:moveTo>
                  <a:lnTo>
                    <a:pt x="5070" y="8111"/>
                  </a:lnTo>
                  <a:lnTo>
                    <a:pt x="0" y="3929"/>
                  </a:lnTo>
                  <a:lnTo>
                    <a:pt x="5070" y="0"/>
                  </a:lnTo>
                  <a:lnTo>
                    <a:pt x="10266" y="392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5E722662-D23B-6E69-4BF4-1AFB3755B949}"/>
                </a:ext>
              </a:extLst>
            </p:cNvPr>
            <p:cNvSpPr/>
            <p:nvPr/>
          </p:nvSpPr>
          <p:spPr>
            <a:xfrm>
              <a:off x="6481912" y="5308239"/>
              <a:ext cx="11025" cy="8744"/>
            </a:xfrm>
            <a:custGeom>
              <a:avLst/>
              <a:gdLst>
                <a:gd name="connsiteX0" fmla="*/ 11026 w 11025"/>
                <a:gd name="connsiteY0" fmla="*/ 4436 h 8744"/>
                <a:gd name="connsiteX1" fmla="*/ 5450 w 11025"/>
                <a:gd name="connsiteY1" fmla="*/ 8745 h 8744"/>
                <a:gd name="connsiteX2" fmla="*/ 0 w 11025"/>
                <a:gd name="connsiteY2" fmla="*/ 4436 h 8744"/>
                <a:gd name="connsiteX3" fmla="*/ 5450 w 11025"/>
                <a:gd name="connsiteY3" fmla="*/ 0 h 8744"/>
                <a:gd name="connsiteX4" fmla="*/ 11026 w 11025"/>
                <a:gd name="connsiteY4" fmla="*/ 4436 h 8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25" h="8744">
                  <a:moveTo>
                    <a:pt x="11026" y="4436"/>
                  </a:moveTo>
                  <a:lnTo>
                    <a:pt x="5450" y="8745"/>
                  </a:lnTo>
                  <a:lnTo>
                    <a:pt x="0" y="4436"/>
                  </a:lnTo>
                  <a:lnTo>
                    <a:pt x="5450" y="0"/>
                  </a:lnTo>
                  <a:lnTo>
                    <a:pt x="11026" y="44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90000C27-C986-5CD0-C6AF-284A5F18E4F3}"/>
                </a:ext>
              </a:extLst>
            </p:cNvPr>
            <p:cNvSpPr/>
            <p:nvPr/>
          </p:nvSpPr>
          <p:spPr>
            <a:xfrm>
              <a:off x="6350866" y="5319138"/>
              <a:ext cx="12420" cy="9885"/>
            </a:xfrm>
            <a:custGeom>
              <a:avLst/>
              <a:gdLst>
                <a:gd name="connsiteX0" fmla="*/ 12420 w 12420"/>
                <a:gd name="connsiteY0" fmla="*/ 4943 h 9885"/>
                <a:gd name="connsiteX1" fmla="*/ 6210 w 12420"/>
                <a:gd name="connsiteY1" fmla="*/ 9885 h 9885"/>
                <a:gd name="connsiteX2" fmla="*/ 0 w 12420"/>
                <a:gd name="connsiteY2" fmla="*/ 4943 h 9885"/>
                <a:gd name="connsiteX3" fmla="*/ 6210 w 12420"/>
                <a:gd name="connsiteY3" fmla="*/ 0 h 9885"/>
                <a:gd name="connsiteX4" fmla="*/ 12420 w 12420"/>
                <a:gd name="connsiteY4" fmla="*/ 4943 h 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20" h="9885">
                  <a:moveTo>
                    <a:pt x="12420" y="4943"/>
                  </a:moveTo>
                  <a:lnTo>
                    <a:pt x="6210" y="9885"/>
                  </a:lnTo>
                  <a:lnTo>
                    <a:pt x="0" y="4943"/>
                  </a:lnTo>
                  <a:lnTo>
                    <a:pt x="6210" y="0"/>
                  </a:lnTo>
                  <a:lnTo>
                    <a:pt x="12420" y="494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A066356E-F10C-1A47-89BF-D905E89E1F02}"/>
                </a:ext>
              </a:extLst>
            </p:cNvPr>
            <p:cNvSpPr/>
            <p:nvPr/>
          </p:nvSpPr>
          <p:spPr>
            <a:xfrm>
              <a:off x="6219568" y="5324588"/>
              <a:ext cx="13180" cy="10392"/>
            </a:xfrm>
            <a:custGeom>
              <a:avLst/>
              <a:gdLst>
                <a:gd name="connsiteX0" fmla="*/ 13181 w 13180"/>
                <a:gd name="connsiteY0" fmla="*/ 5196 h 10392"/>
                <a:gd name="connsiteX1" fmla="*/ 6590 w 13180"/>
                <a:gd name="connsiteY1" fmla="*/ 10392 h 10392"/>
                <a:gd name="connsiteX2" fmla="*/ 0 w 13180"/>
                <a:gd name="connsiteY2" fmla="*/ 5196 h 10392"/>
                <a:gd name="connsiteX3" fmla="*/ 6590 w 13180"/>
                <a:gd name="connsiteY3" fmla="*/ 0 h 10392"/>
                <a:gd name="connsiteX4" fmla="*/ 13181 w 13180"/>
                <a:gd name="connsiteY4" fmla="*/ 5196 h 1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80" h="10392">
                  <a:moveTo>
                    <a:pt x="13181" y="5196"/>
                  </a:moveTo>
                  <a:lnTo>
                    <a:pt x="6590" y="10392"/>
                  </a:lnTo>
                  <a:lnTo>
                    <a:pt x="0" y="5196"/>
                  </a:lnTo>
                  <a:lnTo>
                    <a:pt x="6590" y="0"/>
                  </a:lnTo>
                  <a:lnTo>
                    <a:pt x="13181" y="519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23C9867E-2B35-0718-C021-2BFD6E169CFC}"/>
                </a:ext>
              </a:extLst>
            </p:cNvPr>
            <p:cNvSpPr/>
            <p:nvPr/>
          </p:nvSpPr>
          <p:spPr>
            <a:xfrm>
              <a:off x="6087889" y="5323954"/>
              <a:ext cx="14448" cy="11533"/>
            </a:xfrm>
            <a:custGeom>
              <a:avLst/>
              <a:gdLst>
                <a:gd name="connsiteX0" fmla="*/ 14448 w 14448"/>
                <a:gd name="connsiteY0" fmla="*/ 5830 h 11533"/>
                <a:gd name="connsiteX1" fmla="*/ 7224 w 14448"/>
                <a:gd name="connsiteY1" fmla="*/ 11533 h 11533"/>
                <a:gd name="connsiteX2" fmla="*/ 0 w 14448"/>
                <a:gd name="connsiteY2" fmla="*/ 5830 h 11533"/>
                <a:gd name="connsiteX3" fmla="*/ 7224 w 14448"/>
                <a:gd name="connsiteY3" fmla="*/ 0 h 11533"/>
                <a:gd name="connsiteX4" fmla="*/ 14448 w 14448"/>
                <a:gd name="connsiteY4" fmla="*/ 5830 h 11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48" h="11533">
                  <a:moveTo>
                    <a:pt x="14448" y="5830"/>
                  </a:moveTo>
                  <a:cubicBezTo>
                    <a:pt x="14448" y="8999"/>
                    <a:pt x="11153" y="11533"/>
                    <a:pt x="7224" y="11533"/>
                  </a:cubicBezTo>
                  <a:cubicBezTo>
                    <a:pt x="3295" y="11533"/>
                    <a:pt x="0" y="8999"/>
                    <a:pt x="0" y="5830"/>
                  </a:cubicBezTo>
                  <a:cubicBezTo>
                    <a:pt x="0" y="2662"/>
                    <a:pt x="3295" y="0"/>
                    <a:pt x="7224" y="0"/>
                  </a:cubicBezTo>
                  <a:cubicBezTo>
                    <a:pt x="11153" y="0"/>
                    <a:pt x="14448" y="2535"/>
                    <a:pt x="14448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F6A68EA2-2BA9-BBA8-1218-BFD4C396FE79}"/>
                </a:ext>
              </a:extLst>
            </p:cNvPr>
            <p:cNvSpPr/>
            <p:nvPr/>
          </p:nvSpPr>
          <p:spPr>
            <a:xfrm>
              <a:off x="5956464" y="5317997"/>
              <a:ext cx="15335" cy="12166"/>
            </a:xfrm>
            <a:custGeom>
              <a:avLst/>
              <a:gdLst>
                <a:gd name="connsiteX0" fmla="*/ 15335 w 15335"/>
                <a:gd name="connsiteY0" fmla="*/ 6083 h 12166"/>
                <a:gd name="connsiteX1" fmla="*/ 7604 w 15335"/>
                <a:gd name="connsiteY1" fmla="*/ 12167 h 12166"/>
                <a:gd name="connsiteX2" fmla="*/ 0 w 15335"/>
                <a:gd name="connsiteY2" fmla="*/ 6083 h 12166"/>
                <a:gd name="connsiteX3" fmla="*/ 7604 w 15335"/>
                <a:gd name="connsiteY3" fmla="*/ 0 h 12166"/>
                <a:gd name="connsiteX4" fmla="*/ 15335 w 15335"/>
                <a:gd name="connsiteY4" fmla="*/ 6083 h 1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35" h="12166">
                  <a:moveTo>
                    <a:pt x="15335" y="6083"/>
                  </a:moveTo>
                  <a:cubicBezTo>
                    <a:pt x="15335" y="9505"/>
                    <a:pt x="11913" y="12167"/>
                    <a:pt x="7604" y="12167"/>
                  </a:cubicBezTo>
                  <a:cubicBezTo>
                    <a:pt x="3295" y="12167"/>
                    <a:pt x="0" y="9505"/>
                    <a:pt x="0" y="6083"/>
                  </a:cubicBezTo>
                  <a:cubicBezTo>
                    <a:pt x="0" y="2662"/>
                    <a:pt x="3422" y="0"/>
                    <a:pt x="7604" y="0"/>
                  </a:cubicBezTo>
                  <a:cubicBezTo>
                    <a:pt x="11787" y="0"/>
                    <a:pt x="15335" y="2662"/>
                    <a:pt x="15335" y="60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FAA88D4A-A104-7D08-52AD-2A62C3371E76}"/>
                </a:ext>
              </a:extLst>
            </p:cNvPr>
            <p:cNvSpPr/>
            <p:nvPr/>
          </p:nvSpPr>
          <p:spPr>
            <a:xfrm>
              <a:off x="5826180" y="5306591"/>
              <a:ext cx="15335" cy="12166"/>
            </a:xfrm>
            <a:custGeom>
              <a:avLst/>
              <a:gdLst>
                <a:gd name="connsiteX0" fmla="*/ 15335 w 15335"/>
                <a:gd name="connsiteY0" fmla="*/ 6083 h 12166"/>
                <a:gd name="connsiteX1" fmla="*/ 7731 w 15335"/>
                <a:gd name="connsiteY1" fmla="*/ 12167 h 12166"/>
                <a:gd name="connsiteX2" fmla="*/ 0 w 15335"/>
                <a:gd name="connsiteY2" fmla="*/ 6083 h 12166"/>
                <a:gd name="connsiteX3" fmla="*/ 7731 w 15335"/>
                <a:gd name="connsiteY3" fmla="*/ 0 h 12166"/>
                <a:gd name="connsiteX4" fmla="*/ 15335 w 15335"/>
                <a:gd name="connsiteY4" fmla="*/ 6083 h 1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35" h="12166">
                  <a:moveTo>
                    <a:pt x="15335" y="6083"/>
                  </a:moveTo>
                  <a:cubicBezTo>
                    <a:pt x="15335" y="9505"/>
                    <a:pt x="11913" y="12167"/>
                    <a:pt x="7731" y="12167"/>
                  </a:cubicBezTo>
                  <a:cubicBezTo>
                    <a:pt x="3549" y="12167"/>
                    <a:pt x="0" y="9505"/>
                    <a:pt x="0" y="6083"/>
                  </a:cubicBezTo>
                  <a:cubicBezTo>
                    <a:pt x="0" y="2661"/>
                    <a:pt x="3422" y="0"/>
                    <a:pt x="7731" y="0"/>
                  </a:cubicBezTo>
                  <a:cubicBezTo>
                    <a:pt x="12040" y="0"/>
                    <a:pt x="15335" y="2661"/>
                    <a:pt x="15335" y="60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F48593C6-55E6-68BB-F251-6D93D3B5FE38}"/>
                </a:ext>
              </a:extLst>
            </p:cNvPr>
            <p:cNvSpPr/>
            <p:nvPr/>
          </p:nvSpPr>
          <p:spPr>
            <a:xfrm>
              <a:off x="5696529" y="5289101"/>
              <a:ext cx="15968" cy="12673"/>
            </a:xfrm>
            <a:custGeom>
              <a:avLst/>
              <a:gdLst>
                <a:gd name="connsiteX0" fmla="*/ 15968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8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8" y="6337"/>
                  </a:moveTo>
                  <a:cubicBezTo>
                    <a:pt x="15968" y="9885"/>
                    <a:pt x="12420" y="12674"/>
                    <a:pt x="7984" y="12674"/>
                  </a:cubicBezTo>
                  <a:cubicBezTo>
                    <a:pt x="3549" y="12674"/>
                    <a:pt x="0" y="9885"/>
                    <a:pt x="0" y="6337"/>
                  </a:cubicBezTo>
                  <a:cubicBezTo>
                    <a:pt x="0" y="2788"/>
                    <a:pt x="3549" y="0"/>
                    <a:pt x="7984" y="0"/>
                  </a:cubicBezTo>
                  <a:cubicBezTo>
                    <a:pt x="12420" y="0"/>
                    <a:pt x="15968" y="2788"/>
                    <a:pt x="15968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5ABAA1D3-5F15-80F5-46D2-04A686521862}"/>
                </a:ext>
              </a:extLst>
            </p:cNvPr>
            <p:cNvSpPr/>
            <p:nvPr/>
          </p:nvSpPr>
          <p:spPr>
            <a:xfrm>
              <a:off x="5568272" y="5266162"/>
              <a:ext cx="16729" cy="13180"/>
            </a:xfrm>
            <a:custGeom>
              <a:avLst/>
              <a:gdLst>
                <a:gd name="connsiteX0" fmla="*/ 16729 w 16729"/>
                <a:gd name="connsiteY0" fmla="*/ 6591 h 13180"/>
                <a:gd name="connsiteX1" fmla="*/ 8365 w 16729"/>
                <a:gd name="connsiteY1" fmla="*/ 13181 h 13180"/>
                <a:gd name="connsiteX2" fmla="*/ 0 w 16729"/>
                <a:gd name="connsiteY2" fmla="*/ 6591 h 13180"/>
                <a:gd name="connsiteX3" fmla="*/ 8365 w 16729"/>
                <a:gd name="connsiteY3" fmla="*/ 0 h 13180"/>
                <a:gd name="connsiteX4" fmla="*/ 16729 w 16729"/>
                <a:gd name="connsiteY4" fmla="*/ 6591 h 13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9" h="13180">
                  <a:moveTo>
                    <a:pt x="16729" y="6591"/>
                  </a:moveTo>
                  <a:cubicBezTo>
                    <a:pt x="16729" y="10266"/>
                    <a:pt x="12927" y="13181"/>
                    <a:pt x="8365" y="13181"/>
                  </a:cubicBezTo>
                  <a:cubicBezTo>
                    <a:pt x="3802" y="13181"/>
                    <a:pt x="0" y="10266"/>
                    <a:pt x="0" y="6591"/>
                  </a:cubicBezTo>
                  <a:cubicBezTo>
                    <a:pt x="0" y="2915"/>
                    <a:pt x="3802" y="0"/>
                    <a:pt x="8365" y="0"/>
                  </a:cubicBezTo>
                  <a:cubicBezTo>
                    <a:pt x="12927" y="0"/>
                    <a:pt x="16729" y="3042"/>
                    <a:pt x="16729" y="65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0244C3DF-894C-AB43-CA03-6F5B9574250B}"/>
                </a:ext>
              </a:extLst>
            </p:cNvPr>
            <p:cNvSpPr/>
            <p:nvPr/>
          </p:nvSpPr>
          <p:spPr>
            <a:xfrm>
              <a:off x="5441663" y="5237520"/>
              <a:ext cx="17489" cy="13940"/>
            </a:xfrm>
            <a:custGeom>
              <a:avLst/>
              <a:gdLst>
                <a:gd name="connsiteX0" fmla="*/ 17490 w 17489"/>
                <a:gd name="connsiteY0" fmla="*/ 6970 h 13940"/>
                <a:gd name="connsiteX1" fmla="*/ 8745 w 17489"/>
                <a:gd name="connsiteY1" fmla="*/ 13941 h 13940"/>
                <a:gd name="connsiteX2" fmla="*/ 0 w 17489"/>
                <a:gd name="connsiteY2" fmla="*/ 6970 h 13940"/>
                <a:gd name="connsiteX3" fmla="*/ 8745 w 17489"/>
                <a:gd name="connsiteY3" fmla="*/ 0 h 13940"/>
                <a:gd name="connsiteX4" fmla="*/ 17490 w 17489"/>
                <a:gd name="connsiteY4" fmla="*/ 6970 h 13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89" h="13940">
                  <a:moveTo>
                    <a:pt x="17490" y="6970"/>
                  </a:moveTo>
                  <a:cubicBezTo>
                    <a:pt x="17490" y="10772"/>
                    <a:pt x="13561" y="13941"/>
                    <a:pt x="8745" y="13941"/>
                  </a:cubicBezTo>
                  <a:cubicBezTo>
                    <a:pt x="3929" y="13941"/>
                    <a:pt x="0" y="10772"/>
                    <a:pt x="0" y="6970"/>
                  </a:cubicBezTo>
                  <a:cubicBezTo>
                    <a:pt x="0" y="3168"/>
                    <a:pt x="3929" y="0"/>
                    <a:pt x="8745" y="0"/>
                  </a:cubicBezTo>
                  <a:cubicBezTo>
                    <a:pt x="13561" y="0"/>
                    <a:pt x="17490" y="3042"/>
                    <a:pt x="17490" y="69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7296D347-713A-C172-3574-1447F58EF0F2}"/>
                </a:ext>
              </a:extLst>
            </p:cNvPr>
            <p:cNvSpPr/>
            <p:nvPr/>
          </p:nvSpPr>
          <p:spPr>
            <a:xfrm>
              <a:off x="5317715" y="5203682"/>
              <a:ext cx="17489" cy="13941"/>
            </a:xfrm>
            <a:custGeom>
              <a:avLst/>
              <a:gdLst>
                <a:gd name="connsiteX0" fmla="*/ 17490 w 17489"/>
                <a:gd name="connsiteY0" fmla="*/ 6970 h 13941"/>
                <a:gd name="connsiteX1" fmla="*/ 8745 w 17489"/>
                <a:gd name="connsiteY1" fmla="*/ 13941 h 13941"/>
                <a:gd name="connsiteX2" fmla="*/ 0 w 17489"/>
                <a:gd name="connsiteY2" fmla="*/ 6970 h 13941"/>
                <a:gd name="connsiteX3" fmla="*/ 8745 w 17489"/>
                <a:gd name="connsiteY3" fmla="*/ 0 h 13941"/>
                <a:gd name="connsiteX4" fmla="*/ 17490 w 17489"/>
                <a:gd name="connsiteY4" fmla="*/ 6970 h 1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89" h="13941">
                  <a:moveTo>
                    <a:pt x="17490" y="6970"/>
                  </a:moveTo>
                  <a:cubicBezTo>
                    <a:pt x="17490" y="10773"/>
                    <a:pt x="13561" y="13941"/>
                    <a:pt x="8745" y="13941"/>
                  </a:cubicBezTo>
                  <a:cubicBezTo>
                    <a:pt x="3929" y="13941"/>
                    <a:pt x="0" y="10899"/>
                    <a:pt x="0" y="6970"/>
                  </a:cubicBezTo>
                  <a:cubicBezTo>
                    <a:pt x="0" y="3042"/>
                    <a:pt x="3929" y="0"/>
                    <a:pt x="8745" y="0"/>
                  </a:cubicBezTo>
                  <a:cubicBezTo>
                    <a:pt x="13561" y="0"/>
                    <a:pt x="17490" y="3042"/>
                    <a:pt x="17490" y="69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B1761EF7-7982-745A-CB2E-A06EF59FABCC}"/>
                </a:ext>
              </a:extLst>
            </p:cNvPr>
            <p:cNvSpPr/>
            <p:nvPr/>
          </p:nvSpPr>
          <p:spPr>
            <a:xfrm>
              <a:off x="5195922" y="5164393"/>
              <a:ext cx="18250" cy="14448"/>
            </a:xfrm>
            <a:custGeom>
              <a:avLst/>
              <a:gdLst>
                <a:gd name="connsiteX0" fmla="*/ 18250 w 18250"/>
                <a:gd name="connsiteY0" fmla="*/ 7224 h 14448"/>
                <a:gd name="connsiteX1" fmla="*/ 9125 w 18250"/>
                <a:gd name="connsiteY1" fmla="*/ 14448 h 14448"/>
                <a:gd name="connsiteX2" fmla="*/ 0 w 18250"/>
                <a:gd name="connsiteY2" fmla="*/ 7224 h 14448"/>
                <a:gd name="connsiteX3" fmla="*/ 9125 w 18250"/>
                <a:gd name="connsiteY3" fmla="*/ 0 h 14448"/>
                <a:gd name="connsiteX4" fmla="*/ 18250 w 18250"/>
                <a:gd name="connsiteY4" fmla="*/ 7224 h 14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8">
                  <a:moveTo>
                    <a:pt x="18250" y="7224"/>
                  </a:moveTo>
                  <a:cubicBezTo>
                    <a:pt x="18250" y="11153"/>
                    <a:pt x="14194" y="14448"/>
                    <a:pt x="9125" y="14448"/>
                  </a:cubicBezTo>
                  <a:cubicBezTo>
                    <a:pt x="4055" y="14448"/>
                    <a:pt x="0" y="11153"/>
                    <a:pt x="0" y="7224"/>
                  </a:cubicBezTo>
                  <a:cubicBezTo>
                    <a:pt x="0" y="3295"/>
                    <a:pt x="4055" y="0"/>
                    <a:pt x="9125" y="0"/>
                  </a:cubicBezTo>
                  <a:cubicBezTo>
                    <a:pt x="14194" y="0"/>
                    <a:pt x="18250" y="3295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B378C34D-BFD5-242C-7DD0-C538ADE3AA81}"/>
                </a:ext>
              </a:extLst>
            </p:cNvPr>
            <p:cNvSpPr/>
            <p:nvPr/>
          </p:nvSpPr>
          <p:spPr>
            <a:xfrm>
              <a:off x="5077043" y="5119656"/>
              <a:ext cx="18883" cy="14954"/>
            </a:xfrm>
            <a:custGeom>
              <a:avLst/>
              <a:gdLst>
                <a:gd name="connsiteX0" fmla="*/ 18884 w 18883"/>
                <a:gd name="connsiteY0" fmla="*/ 7477 h 14954"/>
                <a:gd name="connsiteX1" fmla="*/ 9505 w 18883"/>
                <a:gd name="connsiteY1" fmla="*/ 14955 h 14954"/>
                <a:gd name="connsiteX2" fmla="*/ 0 w 18883"/>
                <a:gd name="connsiteY2" fmla="*/ 7477 h 14954"/>
                <a:gd name="connsiteX3" fmla="*/ 9505 w 18883"/>
                <a:gd name="connsiteY3" fmla="*/ 0 h 14954"/>
                <a:gd name="connsiteX4" fmla="*/ 18884 w 18883"/>
                <a:gd name="connsiteY4" fmla="*/ 7477 h 14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83" h="14954">
                  <a:moveTo>
                    <a:pt x="18884" y="7477"/>
                  </a:moveTo>
                  <a:cubicBezTo>
                    <a:pt x="18884" y="11660"/>
                    <a:pt x="14701" y="14955"/>
                    <a:pt x="9505" y="14955"/>
                  </a:cubicBezTo>
                  <a:cubicBezTo>
                    <a:pt x="4309" y="14955"/>
                    <a:pt x="0" y="11660"/>
                    <a:pt x="0" y="7477"/>
                  </a:cubicBezTo>
                  <a:cubicBezTo>
                    <a:pt x="0" y="3295"/>
                    <a:pt x="4182" y="0"/>
                    <a:pt x="9505" y="0"/>
                  </a:cubicBezTo>
                  <a:cubicBezTo>
                    <a:pt x="14828" y="0"/>
                    <a:pt x="18884" y="3422"/>
                    <a:pt x="18884" y="747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AA2BB660-18CD-CA29-357F-B09C760C1349}"/>
                </a:ext>
              </a:extLst>
            </p:cNvPr>
            <p:cNvSpPr/>
            <p:nvPr/>
          </p:nvSpPr>
          <p:spPr>
            <a:xfrm>
              <a:off x="4961840" y="5070229"/>
              <a:ext cx="18756" cy="14954"/>
            </a:xfrm>
            <a:custGeom>
              <a:avLst/>
              <a:gdLst>
                <a:gd name="connsiteX0" fmla="*/ 18757 w 18756"/>
                <a:gd name="connsiteY0" fmla="*/ 7477 h 14954"/>
                <a:gd name="connsiteX1" fmla="*/ 9378 w 18756"/>
                <a:gd name="connsiteY1" fmla="*/ 14955 h 14954"/>
                <a:gd name="connsiteX2" fmla="*/ 0 w 18756"/>
                <a:gd name="connsiteY2" fmla="*/ 7477 h 14954"/>
                <a:gd name="connsiteX3" fmla="*/ 9378 w 18756"/>
                <a:gd name="connsiteY3" fmla="*/ 0 h 14954"/>
                <a:gd name="connsiteX4" fmla="*/ 18757 w 18756"/>
                <a:gd name="connsiteY4" fmla="*/ 7477 h 14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56" h="14954">
                  <a:moveTo>
                    <a:pt x="18757" y="7477"/>
                  </a:moveTo>
                  <a:cubicBezTo>
                    <a:pt x="18757" y="11660"/>
                    <a:pt x="14575" y="14955"/>
                    <a:pt x="9378" y="14955"/>
                  </a:cubicBezTo>
                  <a:cubicBezTo>
                    <a:pt x="4182" y="14955"/>
                    <a:pt x="0" y="11660"/>
                    <a:pt x="0" y="7477"/>
                  </a:cubicBezTo>
                  <a:cubicBezTo>
                    <a:pt x="0" y="3295"/>
                    <a:pt x="4182" y="0"/>
                    <a:pt x="9378" y="0"/>
                  </a:cubicBezTo>
                  <a:cubicBezTo>
                    <a:pt x="14575" y="0"/>
                    <a:pt x="18757" y="3422"/>
                    <a:pt x="18757" y="747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B342C528-89BE-7B21-ACBC-8A1B9CBC5BD1}"/>
                </a:ext>
              </a:extLst>
            </p:cNvPr>
            <p:cNvSpPr/>
            <p:nvPr/>
          </p:nvSpPr>
          <p:spPr>
            <a:xfrm>
              <a:off x="4849932" y="5015732"/>
              <a:ext cx="18883" cy="14954"/>
            </a:xfrm>
            <a:custGeom>
              <a:avLst/>
              <a:gdLst>
                <a:gd name="connsiteX0" fmla="*/ 18884 w 18883"/>
                <a:gd name="connsiteY0" fmla="*/ 7477 h 14954"/>
                <a:gd name="connsiteX1" fmla="*/ 9505 w 18883"/>
                <a:gd name="connsiteY1" fmla="*/ 14955 h 14954"/>
                <a:gd name="connsiteX2" fmla="*/ 0 w 18883"/>
                <a:gd name="connsiteY2" fmla="*/ 7477 h 14954"/>
                <a:gd name="connsiteX3" fmla="*/ 9505 w 18883"/>
                <a:gd name="connsiteY3" fmla="*/ 0 h 14954"/>
                <a:gd name="connsiteX4" fmla="*/ 18884 w 18883"/>
                <a:gd name="connsiteY4" fmla="*/ 7477 h 14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83" h="14954">
                  <a:moveTo>
                    <a:pt x="18884" y="7477"/>
                  </a:moveTo>
                  <a:cubicBezTo>
                    <a:pt x="18884" y="11533"/>
                    <a:pt x="14701" y="14955"/>
                    <a:pt x="9505" y="14955"/>
                  </a:cubicBezTo>
                  <a:cubicBezTo>
                    <a:pt x="4309" y="14955"/>
                    <a:pt x="0" y="11533"/>
                    <a:pt x="0" y="7477"/>
                  </a:cubicBezTo>
                  <a:cubicBezTo>
                    <a:pt x="0" y="3422"/>
                    <a:pt x="4183" y="0"/>
                    <a:pt x="9505" y="0"/>
                  </a:cubicBezTo>
                  <a:cubicBezTo>
                    <a:pt x="14828" y="0"/>
                    <a:pt x="18884" y="3295"/>
                    <a:pt x="18884" y="747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5F10A441-38EA-665C-BABD-103FEAC08118}"/>
                </a:ext>
              </a:extLst>
            </p:cNvPr>
            <p:cNvSpPr/>
            <p:nvPr/>
          </p:nvSpPr>
          <p:spPr>
            <a:xfrm>
              <a:off x="4742461" y="4956546"/>
              <a:ext cx="18756" cy="14954"/>
            </a:xfrm>
            <a:custGeom>
              <a:avLst/>
              <a:gdLst>
                <a:gd name="connsiteX0" fmla="*/ 18757 w 18756"/>
                <a:gd name="connsiteY0" fmla="*/ 7477 h 14954"/>
                <a:gd name="connsiteX1" fmla="*/ 9378 w 18756"/>
                <a:gd name="connsiteY1" fmla="*/ 14955 h 14954"/>
                <a:gd name="connsiteX2" fmla="*/ 0 w 18756"/>
                <a:gd name="connsiteY2" fmla="*/ 7477 h 14954"/>
                <a:gd name="connsiteX3" fmla="*/ 9378 w 18756"/>
                <a:gd name="connsiteY3" fmla="*/ 0 h 14954"/>
                <a:gd name="connsiteX4" fmla="*/ 18757 w 18756"/>
                <a:gd name="connsiteY4" fmla="*/ 7477 h 14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56" h="14954">
                  <a:moveTo>
                    <a:pt x="18757" y="7477"/>
                  </a:moveTo>
                  <a:cubicBezTo>
                    <a:pt x="18757" y="11660"/>
                    <a:pt x="14575" y="14955"/>
                    <a:pt x="9378" y="14955"/>
                  </a:cubicBezTo>
                  <a:cubicBezTo>
                    <a:pt x="4182" y="14955"/>
                    <a:pt x="0" y="11660"/>
                    <a:pt x="0" y="7477"/>
                  </a:cubicBezTo>
                  <a:cubicBezTo>
                    <a:pt x="0" y="3295"/>
                    <a:pt x="4182" y="0"/>
                    <a:pt x="9378" y="0"/>
                  </a:cubicBezTo>
                  <a:cubicBezTo>
                    <a:pt x="14575" y="0"/>
                    <a:pt x="18757" y="3422"/>
                    <a:pt x="18757" y="747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D42FC551-E467-A480-688C-671447D3D7FB}"/>
                </a:ext>
              </a:extLst>
            </p:cNvPr>
            <p:cNvSpPr/>
            <p:nvPr/>
          </p:nvSpPr>
          <p:spPr>
            <a:xfrm>
              <a:off x="4638790" y="4892671"/>
              <a:ext cx="18883" cy="14955"/>
            </a:xfrm>
            <a:custGeom>
              <a:avLst/>
              <a:gdLst>
                <a:gd name="connsiteX0" fmla="*/ 18884 w 18883"/>
                <a:gd name="connsiteY0" fmla="*/ 7477 h 14955"/>
                <a:gd name="connsiteX1" fmla="*/ 9505 w 18883"/>
                <a:gd name="connsiteY1" fmla="*/ 14955 h 14955"/>
                <a:gd name="connsiteX2" fmla="*/ 0 w 18883"/>
                <a:gd name="connsiteY2" fmla="*/ 7477 h 14955"/>
                <a:gd name="connsiteX3" fmla="*/ 9505 w 18883"/>
                <a:gd name="connsiteY3" fmla="*/ 0 h 14955"/>
                <a:gd name="connsiteX4" fmla="*/ 18884 w 18883"/>
                <a:gd name="connsiteY4" fmla="*/ 7477 h 14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83" h="14955">
                  <a:moveTo>
                    <a:pt x="18884" y="7477"/>
                  </a:moveTo>
                  <a:cubicBezTo>
                    <a:pt x="18884" y="11533"/>
                    <a:pt x="14701" y="14955"/>
                    <a:pt x="9505" y="14955"/>
                  </a:cubicBezTo>
                  <a:cubicBezTo>
                    <a:pt x="4309" y="14955"/>
                    <a:pt x="0" y="11533"/>
                    <a:pt x="0" y="7477"/>
                  </a:cubicBezTo>
                  <a:cubicBezTo>
                    <a:pt x="0" y="3422"/>
                    <a:pt x="4183" y="0"/>
                    <a:pt x="9505" y="0"/>
                  </a:cubicBezTo>
                  <a:cubicBezTo>
                    <a:pt x="14828" y="0"/>
                    <a:pt x="18884" y="3295"/>
                    <a:pt x="18884" y="747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60807BC0-473C-8325-FE31-ADEA7C25FEFA}"/>
                </a:ext>
              </a:extLst>
            </p:cNvPr>
            <p:cNvSpPr/>
            <p:nvPr/>
          </p:nvSpPr>
          <p:spPr>
            <a:xfrm>
              <a:off x="4539556" y="4823981"/>
              <a:ext cx="19643" cy="15588"/>
            </a:xfrm>
            <a:custGeom>
              <a:avLst/>
              <a:gdLst>
                <a:gd name="connsiteX0" fmla="*/ 19644 w 19643"/>
                <a:gd name="connsiteY0" fmla="*/ 7858 h 15588"/>
                <a:gd name="connsiteX1" fmla="*/ 9759 w 19643"/>
                <a:gd name="connsiteY1" fmla="*/ 15588 h 15588"/>
                <a:gd name="connsiteX2" fmla="*/ 0 w 19643"/>
                <a:gd name="connsiteY2" fmla="*/ 7858 h 15588"/>
                <a:gd name="connsiteX3" fmla="*/ 9759 w 19643"/>
                <a:gd name="connsiteY3" fmla="*/ 0 h 15588"/>
                <a:gd name="connsiteX4" fmla="*/ 19644 w 19643"/>
                <a:gd name="connsiteY4" fmla="*/ 7858 h 1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43" h="15588">
                  <a:moveTo>
                    <a:pt x="19644" y="7858"/>
                  </a:moveTo>
                  <a:cubicBezTo>
                    <a:pt x="19644" y="12167"/>
                    <a:pt x="15208" y="15588"/>
                    <a:pt x="9759" y="15588"/>
                  </a:cubicBezTo>
                  <a:cubicBezTo>
                    <a:pt x="4309" y="15588"/>
                    <a:pt x="0" y="12167"/>
                    <a:pt x="0" y="7858"/>
                  </a:cubicBezTo>
                  <a:cubicBezTo>
                    <a:pt x="0" y="3549"/>
                    <a:pt x="4436" y="0"/>
                    <a:pt x="9759" y="0"/>
                  </a:cubicBezTo>
                  <a:cubicBezTo>
                    <a:pt x="15082" y="0"/>
                    <a:pt x="19644" y="3422"/>
                    <a:pt x="19644" y="785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48836A9A-57E8-59E0-E3FC-1B1176DDA9E3}"/>
                </a:ext>
              </a:extLst>
            </p:cNvPr>
            <p:cNvSpPr/>
            <p:nvPr/>
          </p:nvSpPr>
          <p:spPr>
            <a:xfrm>
              <a:off x="4445518" y="4751614"/>
              <a:ext cx="19770" cy="15588"/>
            </a:xfrm>
            <a:custGeom>
              <a:avLst/>
              <a:gdLst>
                <a:gd name="connsiteX0" fmla="*/ 19771 w 19770"/>
                <a:gd name="connsiteY0" fmla="*/ 7731 h 15588"/>
                <a:gd name="connsiteX1" fmla="*/ 9885 w 19770"/>
                <a:gd name="connsiteY1" fmla="*/ 15589 h 15588"/>
                <a:gd name="connsiteX2" fmla="*/ 0 w 19770"/>
                <a:gd name="connsiteY2" fmla="*/ 7731 h 15588"/>
                <a:gd name="connsiteX3" fmla="*/ 9885 w 19770"/>
                <a:gd name="connsiteY3" fmla="*/ 0 h 15588"/>
                <a:gd name="connsiteX4" fmla="*/ 19771 w 19770"/>
                <a:gd name="connsiteY4" fmla="*/ 7731 h 1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70" h="15588">
                  <a:moveTo>
                    <a:pt x="19771" y="7731"/>
                  </a:moveTo>
                  <a:cubicBezTo>
                    <a:pt x="19771" y="12040"/>
                    <a:pt x="15335" y="15589"/>
                    <a:pt x="9885" y="15589"/>
                  </a:cubicBezTo>
                  <a:cubicBezTo>
                    <a:pt x="4436" y="15589"/>
                    <a:pt x="0" y="12040"/>
                    <a:pt x="0" y="7731"/>
                  </a:cubicBezTo>
                  <a:cubicBezTo>
                    <a:pt x="0" y="3422"/>
                    <a:pt x="4436" y="0"/>
                    <a:pt x="9885" y="0"/>
                  </a:cubicBezTo>
                  <a:cubicBezTo>
                    <a:pt x="15335" y="0"/>
                    <a:pt x="19771" y="3422"/>
                    <a:pt x="19771" y="773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80ED38AE-DB70-D16A-09DD-7DC919575B8B}"/>
                </a:ext>
              </a:extLst>
            </p:cNvPr>
            <p:cNvSpPr/>
            <p:nvPr/>
          </p:nvSpPr>
          <p:spPr>
            <a:xfrm>
              <a:off x="4357310" y="4675319"/>
              <a:ext cx="18757" cy="14954"/>
            </a:xfrm>
            <a:custGeom>
              <a:avLst/>
              <a:gdLst>
                <a:gd name="connsiteX0" fmla="*/ 18757 w 18757"/>
                <a:gd name="connsiteY0" fmla="*/ 7477 h 14954"/>
                <a:gd name="connsiteX1" fmla="*/ 9378 w 18757"/>
                <a:gd name="connsiteY1" fmla="*/ 14955 h 14954"/>
                <a:gd name="connsiteX2" fmla="*/ 0 w 18757"/>
                <a:gd name="connsiteY2" fmla="*/ 7477 h 14954"/>
                <a:gd name="connsiteX3" fmla="*/ 9378 w 18757"/>
                <a:gd name="connsiteY3" fmla="*/ 0 h 14954"/>
                <a:gd name="connsiteX4" fmla="*/ 18757 w 18757"/>
                <a:gd name="connsiteY4" fmla="*/ 7477 h 14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57" h="14954">
                  <a:moveTo>
                    <a:pt x="18757" y="7477"/>
                  </a:moveTo>
                  <a:cubicBezTo>
                    <a:pt x="18757" y="11533"/>
                    <a:pt x="14575" y="14955"/>
                    <a:pt x="9378" y="14955"/>
                  </a:cubicBezTo>
                  <a:cubicBezTo>
                    <a:pt x="4183" y="14955"/>
                    <a:pt x="0" y="11533"/>
                    <a:pt x="0" y="7477"/>
                  </a:cubicBezTo>
                  <a:cubicBezTo>
                    <a:pt x="0" y="3422"/>
                    <a:pt x="4183" y="0"/>
                    <a:pt x="9378" y="0"/>
                  </a:cubicBezTo>
                  <a:cubicBezTo>
                    <a:pt x="14575" y="0"/>
                    <a:pt x="18757" y="3295"/>
                    <a:pt x="18757" y="747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1ACEDB55-F145-66DB-9677-3FA01F89C5F1}"/>
                </a:ext>
              </a:extLst>
            </p:cNvPr>
            <p:cNvSpPr/>
            <p:nvPr/>
          </p:nvSpPr>
          <p:spPr>
            <a:xfrm>
              <a:off x="4274044" y="4595096"/>
              <a:ext cx="18757" cy="14954"/>
            </a:xfrm>
            <a:custGeom>
              <a:avLst/>
              <a:gdLst>
                <a:gd name="connsiteX0" fmla="*/ 18757 w 18757"/>
                <a:gd name="connsiteY0" fmla="*/ 7477 h 14954"/>
                <a:gd name="connsiteX1" fmla="*/ 9379 w 18757"/>
                <a:gd name="connsiteY1" fmla="*/ 14955 h 14954"/>
                <a:gd name="connsiteX2" fmla="*/ 0 w 18757"/>
                <a:gd name="connsiteY2" fmla="*/ 7477 h 14954"/>
                <a:gd name="connsiteX3" fmla="*/ 9379 w 18757"/>
                <a:gd name="connsiteY3" fmla="*/ 0 h 14954"/>
                <a:gd name="connsiteX4" fmla="*/ 18757 w 18757"/>
                <a:gd name="connsiteY4" fmla="*/ 7477 h 14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57" h="14954">
                  <a:moveTo>
                    <a:pt x="18757" y="7477"/>
                  </a:moveTo>
                  <a:cubicBezTo>
                    <a:pt x="18757" y="11533"/>
                    <a:pt x="14575" y="14955"/>
                    <a:pt x="9379" y="14955"/>
                  </a:cubicBezTo>
                  <a:cubicBezTo>
                    <a:pt x="4183" y="14955"/>
                    <a:pt x="0" y="11659"/>
                    <a:pt x="0" y="7477"/>
                  </a:cubicBezTo>
                  <a:cubicBezTo>
                    <a:pt x="0" y="3295"/>
                    <a:pt x="4183" y="0"/>
                    <a:pt x="9379" y="0"/>
                  </a:cubicBezTo>
                  <a:cubicBezTo>
                    <a:pt x="14575" y="0"/>
                    <a:pt x="18757" y="3295"/>
                    <a:pt x="18757" y="747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1EA944DD-E2CC-5E92-6D9C-3B1C8DCFBB67}"/>
                </a:ext>
              </a:extLst>
            </p:cNvPr>
            <p:cNvSpPr/>
            <p:nvPr/>
          </p:nvSpPr>
          <p:spPr>
            <a:xfrm>
              <a:off x="4196355" y="4511323"/>
              <a:ext cx="18757" cy="14954"/>
            </a:xfrm>
            <a:custGeom>
              <a:avLst/>
              <a:gdLst>
                <a:gd name="connsiteX0" fmla="*/ 18757 w 18757"/>
                <a:gd name="connsiteY0" fmla="*/ 7477 h 14954"/>
                <a:gd name="connsiteX1" fmla="*/ 9379 w 18757"/>
                <a:gd name="connsiteY1" fmla="*/ 14955 h 14954"/>
                <a:gd name="connsiteX2" fmla="*/ 0 w 18757"/>
                <a:gd name="connsiteY2" fmla="*/ 7477 h 14954"/>
                <a:gd name="connsiteX3" fmla="*/ 9379 w 18757"/>
                <a:gd name="connsiteY3" fmla="*/ 0 h 14954"/>
                <a:gd name="connsiteX4" fmla="*/ 18757 w 18757"/>
                <a:gd name="connsiteY4" fmla="*/ 7477 h 14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57" h="14954">
                  <a:moveTo>
                    <a:pt x="18757" y="7477"/>
                  </a:moveTo>
                  <a:cubicBezTo>
                    <a:pt x="18757" y="11660"/>
                    <a:pt x="14575" y="14955"/>
                    <a:pt x="9379" y="14955"/>
                  </a:cubicBezTo>
                  <a:cubicBezTo>
                    <a:pt x="4183" y="14955"/>
                    <a:pt x="0" y="11660"/>
                    <a:pt x="0" y="7477"/>
                  </a:cubicBezTo>
                  <a:cubicBezTo>
                    <a:pt x="0" y="3295"/>
                    <a:pt x="4183" y="0"/>
                    <a:pt x="9379" y="0"/>
                  </a:cubicBezTo>
                  <a:cubicBezTo>
                    <a:pt x="14575" y="0"/>
                    <a:pt x="18757" y="3295"/>
                    <a:pt x="18757" y="747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C3A89BDB-6E0C-2BB7-7005-DA751EEF61C6}"/>
                </a:ext>
              </a:extLst>
            </p:cNvPr>
            <p:cNvSpPr/>
            <p:nvPr/>
          </p:nvSpPr>
          <p:spPr>
            <a:xfrm>
              <a:off x="4124496" y="4424255"/>
              <a:ext cx="18883" cy="14954"/>
            </a:xfrm>
            <a:custGeom>
              <a:avLst/>
              <a:gdLst>
                <a:gd name="connsiteX0" fmla="*/ 18884 w 18883"/>
                <a:gd name="connsiteY0" fmla="*/ 7477 h 14954"/>
                <a:gd name="connsiteX1" fmla="*/ 9505 w 18883"/>
                <a:gd name="connsiteY1" fmla="*/ 14955 h 14954"/>
                <a:gd name="connsiteX2" fmla="*/ 0 w 18883"/>
                <a:gd name="connsiteY2" fmla="*/ 7477 h 14954"/>
                <a:gd name="connsiteX3" fmla="*/ 9505 w 18883"/>
                <a:gd name="connsiteY3" fmla="*/ 0 h 14954"/>
                <a:gd name="connsiteX4" fmla="*/ 18884 w 18883"/>
                <a:gd name="connsiteY4" fmla="*/ 7477 h 14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83" h="14954">
                  <a:moveTo>
                    <a:pt x="18884" y="7477"/>
                  </a:moveTo>
                  <a:cubicBezTo>
                    <a:pt x="18884" y="11660"/>
                    <a:pt x="14701" y="14955"/>
                    <a:pt x="9505" y="14955"/>
                  </a:cubicBezTo>
                  <a:cubicBezTo>
                    <a:pt x="4309" y="14955"/>
                    <a:pt x="0" y="11660"/>
                    <a:pt x="0" y="7477"/>
                  </a:cubicBezTo>
                  <a:cubicBezTo>
                    <a:pt x="0" y="3295"/>
                    <a:pt x="4182" y="0"/>
                    <a:pt x="9505" y="0"/>
                  </a:cubicBezTo>
                  <a:cubicBezTo>
                    <a:pt x="14828" y="0"/>
                    <a:pt x="18884" y="3422"/>
                    <a:pt x="18884" y="747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0E11D4C7-A730-F31B-264B-185CA54C5E79}"/>
                </a:ext>
              </a:extLst>
            </p:cNvPr>
            <p:cNvSpPr/>
            <p:nvPr/>
          </p:nvSpPr>
          <p:spPr>
            <a:xfrm>
              <a:off x="4058973" y="4334146"/>
              <a:ext cx="18883" cy="14954"/>
            </a:xfrm>
            <a:custGeom>
              <a:avLst/>
              <a:gdLst>
                <a:gd name="connsiteX0" fmla="*/ 18884 w 18883"/>
                <a:gd name="connsiteY0" fmla="*/ 7477 h 14954"/>
                <a:gd name="connsiteX1" fmla="*/ 9505 w 18883"/>
                <a:gd name="connsiteY1" fmla="*/ 14955 h 14954"/>
                <a:gd name="connsiteX2" fmla="*/ 0 w 18883"/>
                <a:gd name="connsiteY2" fmla="*/ 7477 h 14954"/>
                <a:gd name="connsiteX3" fmla="*/ 9505 w 18883"/>
                <a:gd name="connsiteY3" fmla="*/ 0 h 14954"/>
                <a:gd name="connsiteX4" fmla="*/ 18884 w 18883"/>
                <a:gd name="connsiteY4" fmla="*/ 7477 h 14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83" h="14954">
                  <a:moveTo>
                    <a:pt x="18884" y="7477"/>
                  </a:moveTo>
                  <a:cubicBezTo>
                    <a:pt x="18884" y="11533"/>
                    <a:pt x="14701" y="14955"/>
                    <a:pt x="9505" y="14955"/>
                  </a:cubicBezTo>
                  <a:cubicBezTo>
                    <a:pt x="4309" y="14955"/>
                    <a:pt x="0" y="11533"/>
                    <a:pt x="0" y="7477"/>
                  </a:cubicBezTo>
                  <a:cubicBezTo>
                    <a:pt x="0" y="3422"/>
                    <a:pt x="4183" y="0"/>
                    <a:pt x="9505" y="0"/>
                  </a:cubicBezTo>
                  <a:cubicBezTo>
                    <a:pt x="14828" y="0"/>
                    <a:pt x="18884" y="3295"/>
                    <a:pt x="18884" y="747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2E6FFA04-FD6B-6C92-F2E0-0E9A318865C0}"/>
                </a:ext>
              </a:extLst>
            </p:cNvPr>
            <p:cNvSpPr/>
            <p:nvPr/>
          </p:nvSpPr>
          <p:spPr>
            <a:xfrm>
              <a:off x="4000041" y="4241629"/>
              <a:ext cx="18250" cy="14448"/>
            </a:xfrm>
            <a:custGeom>
              <a:avLst/>
              <a:gdLst>
                <a:gd name="connsiteX0" fmla="*/ 18250 w 18250"/>
                <a:gd name="connsiteY0" fmla="*/ 7224 h 14448"/>
                <a:gd name="connsiteX1" fmla="*/ 9125 w 18250"/>
                <a:gd name="connsiteY1" fmla="*/ 14448 h 14448"/>
                <a:gd name="connsiteX2" fmla="*/ 0 w 18250"/>
                <a:gd name="connsiteY2" fmla="*/ 7224 h 14448"/>
                <a:gd name="connsiteX3" fmla="*/ 9125 w 18250"/>
                <a:gd name="connsiteY3" fmla="*/ 0 h 14448"/>
                <a:gd name="connsiteX4" fmla="*/ 18250 w 18250"/>
                <a:gd name="connsiteY4" fmla="*/ 7224 h 14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8">
                  <a:moveTo>
                    <a:pt x="18250" y="7224"/>
                  </a:moveTo>
                  <a:cubicBezTo>
                    <a:pt x="18250" y="11280"/>
                    <a:pt x="14194" y="14448"/>
                    <a:pt x="9125" y="14448"/>
                  </a:cubicBezTo>
                  <a:cubicBezTo>
                    <a:pt x="4056" y="14448"/>
                    <a:pt x="0" y="11153"/>
                    <a:pt x="0" y="7224"/>
                  </a:cubicBezTo>
                  <a:cubicBezTo>
                    <a:pt x="0" y="3295"/>
                    <a:pt x="4056" y="0"/>
                    <a:pt x="9125" y="0"/>
                  </a:cubicBezTo>
                  <a:cubicBezTo>
                    <a:pt x="14194" y="0"/>
                    <a:pt x="18250" y="3168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AE4A2CD2-A793-3388-5909-860285D0221D}"/>
                </a:ext>
              </a:extLst>
            </p:cNvPr>
            <p:cNvSpPr/>
            <p:nvPr/>
          </p:nvSpPr>
          <p:spPr>
            <a:xfrm>
              <a:off x="3947446" y="4146450"/>
              <a:ext cx="18250" cy="14448"/>
            </a:xfrm>
            <a:custGeom>
              <a:avLst/>
              <a:gdLst>
                <a:gd name="connsiteX0" fmla="*/ 18250 w 18250"/>
                <a:gd name="connsiteY0" fmla="*/ 7224 h 14448"/>
                <a:gd name="connsiteX1" fmla="*/ 9125 w 18250"/>
                <a:gd name="connsiteY1" fmla="*/ 14448 h 14448"/>
                <a:gd name="connsiteX2" fmla="*/ 0 w 18250"/>
                <a:gd name="connsiteY2" fmla="*/ 7224 h 14448"/>
                <a:gd name="connsiteX3" fmla="*/ 9125 w 18250"/>
                <a:gd name="connsiteY3" fmla="*/ 0 h 14448"/>
                <a:gd name="connsiteX4" fmla="*/ 18250 w 18250"/>
                <a:gd name="connsiteY4" fmla="*/ 7224 h 14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8">
                  <a:moveTo>
                    <a:pt x="18250" y="7224"/>
                  </a:moveTo>
                  <a:cubicBezTo>
                    <a:pt x="18250" y="11280"/>
                    <a:pt x="14194" y="14448"/>
                    <a:pt x="9125" y="14448"/>
                  </a:cubicBezTo>
                  <a:cubicBezTo>
                    <a:pt x="4056" y="14448"/>
                    <a:pt x="0" y="11153"/>
                    <a:pt x="0" y="7224"/>
                  </a:cubicBezTo>
                  <a:cubicBezTo>
                    <a:pt x="0" y="3295"/>
                    <a:pt x="4056" y="0"/>
                    <a:pt x="9125" y="0"/>
                  </a:cubicBezTo>
                  <a:cubicBezTo>
                    <a:pt x="14194" y="0"/>
                    <a:pt x="18250" y="3295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26B083BF-3EF6-3B70-CE3C-4F4AAC362CB3}"/>
                </a:ext>
              </a:extLst>
            </p:cNvPr>
            <p:cNvSpPr/>
            <p:nvPr/>
          </p:nvSpPr>
          <p:spPr>
            <a:xfrm>
              <a:off x="3901821" y="4049371"/>
              <a:ext cx="17489" cy="13940"/>
            </a:xfrm>
            <a:custGeom>
              <a:avLst/>
              <a:gdLst>
                <a:gd name="connsiteX0" fmla="*/ 17490 w 17489"/>
                <a:gd name="connsiteY0" fmla="*/ 6970 h 13940"/>
                <a:gd name="connsiteX1" fmla="*/ 8745 w 17489"/>
                <a:gd name="connsiteY1" fmla="*/ 13941 h 13940"/>
                <a:gd name="connsiteX2" fmla="*/ 0 w 17489"/>
                <a:gd name="connsiteY2" fmla="*/ 6970 h 13940"/>
                <a:gd name="connsiteX3" fmla="*/ 8745 w 17489"/>
                <a:gd name="connsiteY3" fmla="*/ 0 h 13940"/>
                <a:gd name="connsiteX4" fmla="*/ 17490 w 17489"/>
                <a:gd name="connsiteY4" fmla="*/ 6970 h 13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89" h="13940">
                  <a:moveTo>
                    <a:pt x="17490" y="6970"/>
                  </a:moveTo>
                  <a:cubicBezTo>
                    <a:pt x="17490" y="10772"/>
                    <a:pt x="13561" y="13941"/>
                    <a:pt x="8745" y="13941"/>
                  </a:cubicBezTo>
                  <a:cubicBezTo>
                    <a:pt x="3929" y="13941"/>
                    <a:pt x="0" y="10772"/>
                    <a:pt x="0" y="6970"/>
                  </a:cubicBezTo>
                  <a:cubicBezTo>
                    <a:pt x="0" y="3168"/>
                    <a:pt x="3929" y="0"/>
                    <a:pt x="8745" y="0"/>
                  </a:cubicBezTo>
                  <a:cubicBezTo>
                    <a:pt x="13561" y="0"/>
                    <a:pt x="17490" y="3042"/>
                    <a:pt x="17490" y="69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0EA48094-69E5-8D39-962A-4966197407D1}"/>
                </a:ext>
              </a:extLst>
            </p:cNvPr>
            <p:cNvSpPr/>
            <p:nvPr/>
          </p:nvSpPr>
          <p:spPr>
            <a:xfrm>
              <a:off x="3863039" y="3950516"/>
              <a:ext cx="16729" cy="13180"/>
            </a:xfrm>
            <a:custGeom>
              <a:avLst/>
              <a:gdLst>
                <a:gd name="connsiteX0" fmla="*/ 16729 w 16729"/>
                <a:gd name="connsiteY0" fmla="*/ 6591 h 13180"/>
                <a:gd name="connsiteX1" fmla="*/ 8365 w 16729"/>
                <a:gd name="connsiteY1" fmla="*/ 13181 h 13180"/>
                <a:gd name="connsiteX2" fmla="*/ 0 w 16729"/>
                <a:gd name="connsiteY2" fmla="*/ 6591 h 13180"/>
                <a:gd name="connsiteX3" fmla="*/ 8365 w 16729"/>
                <a:gd name="connsiteY3" fmla="*/ 0 h 13180"/>
                <a:gd name="connsiteX4" fmla="*/ 16729 w 16729"/>
                <a:gd name="connsiteY4" fmla="*/ 6591 h 13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9" h="13180">
                  <a:moveTo>
                    <a:pt x="16729" y="6591"/>
                  </a:moveTo>
                  <a:cubicBezTo>
                    <a:pt x="16729" y="10266"/>
                    <a:pt x="12927" y="13181"/>
                    <a:pt x="8365" y="13181"/>
                  </a:cubicBezTo>
                  <a:cubicBezTo>
                    <a:pt x="3802" y="13181"/>
                    <a:pt x="0" y="10139"/>
                    <a:pt x="0" y="6591"/>
                  </a:cubicBezTo>
                  <a:cubicBezTo>
                    <a:pt x="0" y="3042"/>
                    <a:pt x="3802" y="0"/>
                    <a:pt x="8365" y="0"/>
                  </a:cubicBezTo>
                  <a:cubicBezTo>
                    <a:pt x="12927" y="0"/>
                    <a:pt x="16729" y="2915"/>
                    <a:pt x="16729" y="65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13248E43-9510-8CA6-7A7D-514C46CC09D7}"/>
                </a:ext>
              </a:extLst>
            </p:cNvPr>
            <p:cNvSpPr/>
            <p:nvPr/>
          </p:nvSpPr>
          <p:spPr>
            <a:xfrm>
              <a:off x="3830848" y="3849635"/>
              <a:ext cx="16729" cy="13180"/>
            </a:xfrm>
            <a:custGeom>
              <a:avLst/>
              <a:gdLst>
                <a:gd name="connsiteX0" fmla="*/ 16729 w 16729"/>
                <a:gd name="connsiteY0" fmla="*/ 6590 h 13180"/>
                <a:gd name="connsiteX1" fmla="*/ 8365 w 16729"/>
                <a:gd name="connsiteY1" fmla="*/ 13181 h 13180"/>
                <a:gd name="connsiteX2" fmla="*/ 0 w 16729"/>
                <a:gd name="connsiteY2" fmla="*/ 6590 h 13180"/>
                <a:gd name="connsiteX3" fmla="*/ 8365 w 16729"/>
                <a:gd name="connsiteY3" fmla="*/ 0 h 13180"/>
                <a:gd name="connsiteX4" fmla="*/ 16729 w 16729"/>
                <a:gd name="connsiteY4" fmla="*/ 6590 h 13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9" h="13180">
                  <a:moveTo>
                    <a:pt x="16729" y="6590"/>
                  </a:moveTo>
                  <a:cubicBezTo>
                    <a:pt x="16729" y="10266"/>
                    <a:pt x="12927" y="13181"/>
                    <a:pt x="8365" y="13181"/>
                  </a:cubicBezTo>
                  <a:cubicBezTo>
                    <a:pt x="3802" y="13181"/>
                    <a:pt x="0" y="10266"/>
                    <a:pt x="0" y="6590"/>
                  </a:cubicBezTo>
                  <a:cubicBezTo>
                    <a:pt x="0" y="2915"/>
                    <a:pt x="3675" y="0"/>
                    <a:pt x="8365" y="0"/>
                  </a:cubicBezTo>
                  <a:cubicBezTo>
                    <a:pt x="13054" y="0"/>
                    <a:pt x="16729" y="2915"/>
                    <a:pt x="16729" y="659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71218997-3044-46B9-02EA-1B7EC6F01592}"/>
                </a:ext>
              </a:extLst>
            </p:cNvPr>
            <p:cNvSpPr/>
            <p:nvPr/>
          </p:nvSpPr>
          <p:spPr>
            <a:xfrm>
              <a:off x="3806135" y="3747866"/>
              <a:ext cx="15968" cy="12673"/>
            </a:xfrm>
            <a:custGeom>
              <a:avLst/>
              <a:gdLst>
                <a:gd name="connsiteX0" fmla="*/ 15968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8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8" y="6337"/>
                  </a:moveTo>
                  <a:cubicBezTo>
                    <a:pt x="15968" y="9885"/>
                    <a:pt x="12420" y="12674"/>
                    <a:pt x="7984" y="12674"/>
                  </a:cubicBezTo>
                  <a:cubicBezTo>
                    <a:pt x="3549" y="12674"/>
                    <a:pt x="0" y="9885"/>
                    <a:pt x="0" y="6337"/>
                  </a:cubicBezTo>
                  <a:cubicBezTo>
                    <a:pt x="0" y="2788"/>
                    <a:pt x="3549" y="0"/>
                    <a:pt x="7984" y="0"/>
                  </a:cubicBezTo>
                  <a:cubicBezTo>
                    <a:pt x="12420" y="0"/>
                    <a:pt x="15968" y="2788"/>
                    <a:pt x="15968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3AA7B60B-F532-56CF-163E-357446CF520B}"/>
                </a:ext>
              </a:extLst>
            </p:cNvPr>
            <p:cNvSpPr/>
            <p:nvPr/>
          </p:nvSpPr>
          <p:spPr>
            <a:xfrm>
              <a:off x="3788392" y="3645083"/>
              <a:ext cx="15334" cy="12166"/>
            </a:xfrm>
            <a:custGeom>
              <a:avLst/>
              <a:gdLst>
                <a:gd name="connsiteX0" fmla="*/ 15335 w 15334"/>
                <a:gd name="connsiteY0" fmla="*/ 6083 h 12166"/>
                <a:gd name="connsiteX1" fmla="*/ 7731 w 15334"/>
                <a:gd name="connsiteY1" fmla="*/ 12167 h 12166"/>
                <a:gd name="connsiteX2" fmla="*/ 0 w 15334"/>
                <a:gd name="connsiteY2" fmla="*/ 6083 h 12166"/>
                <a:gd name="connsiteX3" fmla="*/ 7731 w 15334"/>
                <a:gd name="connsiteY3" fmla="*/ 0 h 12166"/>
                <a:gd name="connsiteX4" fmla="*/ 15335 w 15334"/>
                <a:gd name="connsiteY4" fmla="*/ 6083 h 1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34" h="12166">
                  <a:moveTo>
                    <a:pt x="15335" y="6083"/>
                  </a:moveTo>
                  <a:cubicBezTo>
                    <a:pt x="15335" y="9379"/>
                    <a:pt x="11913" y="12167"/>
                    <a:pt x="7731" y="12167"/>
                  </a:cubicBezTo>
                  <a:cubicBezTo>
                    <a:pt x="3549" y="12167"/>
                    <a:pt x="0" y="9505"/>
                    <a:pt x="0" y="6083"/>
                  </a:cubicBezTo>
                  <a:cubicBezTo>
                    <a:pt x="0" y="2662"/>
                    <a:pt x="3422" y="0"/>
                    <a:pt x="7731" y="0"/>
                  </a:cubicBezTo>
                  <a:cubicBezTo>
                    <a:pt x="12040" y="0"/>
                    <a:pt x="15335" y="2662"/>
                    <a:pt x="15335" y="60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1D248E41-C3CA-F085-F6ED-594498115412}"/>
                </a:ext>
              </a:extLst>
            </p:cNvPr>
            <p:cNvSpPr/>
            <p:nvPr/>
          </p:nvSpPr>
          <p:spPr>
            <a:xfrm>
              <a:off x="3778126" y="3541793"/>
              <a:ext cx="14448" cy="11659"/>
            </a:xfrm>
            <a:custGeom>
              <a:avLst/>
              <a:gdLst>
                <a:gd name="connsiteX0" fmla="*/ 14448 w 14448"/>
                <a:gd name="connsiteY0" fmla="*/ 5830 h 11659"/>
                <a:gd name="connsiteX1" fmla="*/ 7224 w 14448"/>
                <a:gd name="connsiteY1" fmla="*/ 11660 h 11659"/>
                <a:gd name="connsiteX2" fmla="*/ 0 w 14448"/>
                <a:gd name="connsiteY2" fmla="*/ 5830 h 11659"/>
                <a:gd name="connsiteX3" fmla="*/ 7224 w 14448"/>
                <a:gd name="connsiteY3" fmla="*/ 0 h 11659"/>
                <a:gd name="connsiteX4" fmla="*/ 14448 w 14448"/>
                <a:gd name="connsiteY4" fmla="*/ 5830 h 11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48" h="11659">
                  <a:moveTo>
                    <a:pt x="14448" y="5830"/>
                  </a:moveTo>
                  <a:cubicBezTo>
                    <a:pt x="14448" y="8998"/>
                    <a:pt x="11153" y="11660"/>
                    <a:pt x="7224" y="11660"/>
                  </a:cubicBezTo>
                  <a:cubicBezTo>
                    <a:pt x="3295" y="11660"/>
                    <a:pt x="0" y="9125"/>
                    <a:pt x="0" y="5830"/>
                  </a:cubicBezTo>
                  <a:cubicBezTo>
                    <a:pt x="0" y="2535"/>
                    <a:pt x="3295" y="0"/>
                    <a:pt x="7224" y="0"/>
                  </a:cubicBezTo>
                  <a:cubicBezTo>
                    <a:pt x="11153" y="0"/>
                    <a:pt x="14448" y="2535"/>
                    <a:pt x="14448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7827B557-68A7-9F29-6A62-CB0F9A3CAA8A}"/>
                </a:ext>
              </a:extLst>
            </p:cNvPr>
            <p:cNvSpPr/>
            <p:nvPr/>
          </p:nvSpPr>
          <p:spPr>
            <a:xfrm>
              <a:off x="3774831" y="3438123"/>
              <a:ext cx="13687" cy="10899"/>
            </a:xfrm>
            <a:custGeom>
              <a:avLst/>
              <a:gdLst>
                <a:gd name="connsiteX0" fmla="*/ 13687 w 13687"/>
                <a:gd name="connsiteY0" fmla="*/ 5450 h 10899"/>
                <a:gd name="connsiteX1" fmla="*/ 6844 w 13687"/>
                <a:gd name="connsiteY1" fmla="*/ 10899 h 10899"/>
                <a:gd name="connsiteX2" fmla="*/ 0 w 13687"/>
                <a:gd name="connsiteY2" fmla="*/ 5450 h 10899"/>
                <a:gd name="connsiteX3" fmla="*/ 6844 w 13687"/>
                <a:gd name="connsiteY3" fmla="*/ 0 h 10899"/>
                <a:gd name="connsiteX4" fmla="*/ 13687 w 13687"/>
                <a:gd name="connsiteY4" fmla="*/ 5450 h 10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87" h="10899">
                  <a:moveTo>
                    <a:pt x="13687" y="5450"/>
                  </a:moveTo>
                  <a:cubicBezTo>
                    <a:pt x="13687" y="8491"/>
                    <a:pt x="10646" y="10899"/>
                    <a:pt x="6844" y="10899"/>
                  </a:cubicBezTo>
                  <a:cubicBezTo>
                    <a:pt x="3042" y="10899"/>
                    <a:pt x="0" y="8491"/>
                    <a:pt x="0" y="5450"/>
                  </a:cubicBezTo>
                  <a:cubicBezTo>
                    <a:pt x="0" y="2408"/>
                    <a:pt x="3168" y="0"/>
                    <a:pt x="6844" y="0"/>
                  </a:cubicBezTo>
                  <a:cubicBezTo>
                    <a:pt x="10519" y="0"/>
                    <a:pt x="13687" y="2535"/>
                    <a:pt x="13687" y="545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B4A8C31B-C428-949B-4AD8-B2388554DF3D}"/>
                </a:ext>
              </a:extLst>
            </p:cNvPr>
            <p:cNvSpPr/>
            <p:nvPr/>
          </p:nvSpPr>
          <p:spPr>
            <a:xfrm>
              <a:off x="3778760" y="3334453"/>
              <a:ext cx="13180" cy="10392"/>
            </a:xfrm>
            <a:custGeom>
              <a:avLst/>
              <a:gdLst>
                <a:gd name="connsiteX0" fmla="*/ 13181 w 13180"/>
                <a:gd name="connsiteY0" fmla="*/ 5196 h 10392"/>
                <a:gd name="connsiteX1" fmla="*/ 6590 w 13180"/>
                <a:gd name="connsiteY1" fmla="*/ 10392 h 10392"/>
                <a:gd name="connsiteX2" fmla="*/ 0 w 13180"/>
                <a:gd name="connsiteY2" fmla="*/ 5196 h 10392"/>
                <a:gd name="connsiteX3" fmla="*/ 6590 w 13180"/>
                <a:gd name="connsiteY3" fmla="*/ 0 h 10392"/>
                <a:gd name="connsiteX4" fmla="*/ 13181 w 13180"/>
                <a:gd name="connsiteY4" fmla="*/ 5196 h 1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80" h="10392">
                  <a:moveTo>
                    <a:pt x="13181" y="5196"/>
                  </a:moveTo>
                  <a:lnTo>
                    <a:pt x="6590" y="10392"/>
                  </a:lnTo>
                  <a:lnTo>
                    <a:pt x="0" y="5196"/>
                  </a:lnTo>
                  <a:lnTo>
                    <a:pt x="6590" y="0"/>
                  </a:lnTo>
                  <a:lnTo>
                    <a:pt x="13181" y="519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4E88DE4D-9E3F-9E31-93EC-0B2A13ACAFEC}"/>
                </a:ext>
              </a:extLst>
            </p:cNvPr>
            <p:cNvSpPr/>
            <p:nvPr/>
          </p:nvSpPr>
          <p:spPr>
            <a:xfrm>
              <a:off x="3789913" y="3231163"/>
              <a:ext cx="12419" cy="9758"/>
            </a:xfrm>
            <a:custGeom>
              <a:avLst/>
              <a:gdLst>
                <a:gd name="connsiteX0" fmla="*/ 12420 w 12419"/>
                <a:gd name="connsiteY0" fmla="*/ 4816 h 9758"/>
                <a:gd name="connsiteX1" fmla="*/ 6210 w 12419"/>
                <a:gd name="connsiteY1" fmla="*/ 9759 h 9758"/>
                <a:gd name="connsiteX2" fmla="*/ 0 w 12419"/>
                <a:gd name="connsiteY2" fmla="*/ 4816 h 9758"/>
                <a:gd name="connsiteX3" fmla="*/ 6210 w 12419"/>
                <a:gd name="connsiteY3" fmla="*/ 0 h 9758"/>
                <a:gd name="connsiteX4" fmla="*/ 12420 w 12419"/>
                <a:gd name="connsiteY4" fmla="*/ 4816 h 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19" h="9758">
                  <a:moveTo>
                    <a:pt x="12420" y="4816"/>
                  </a:moveTo>
                  <a:lnTo>
                    <a:pt x="6210" y="9759"/>
                  </a:lnTo>
                  <a:lnTo>
                    <a:pt x="0" y="4816"/>
                  </a:lnTo>
                  <a:lnTo>
                    <a:pt x="6210" y="0"/>
                  </a:lnTo>
                  <a:lnTo>
                    <a:pt x="12420" y="481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A5AD53C8-497A-562F-67F3-F25C82430A97}"/>
                </a:ext>
              </a:extLst>
            </p:cNvPr>
            <p:cNvSpPr/>
            <p:nvPr/>
          </p:nvSpPr>
          <p:spPr>
            <a:xfrm>
              <a:off x="3808289" y="3128380"/>
              <a:ext cx="11659" cy="9251"/>
            </a:xfrm>
            <a:custGeom>
              <a:avLst/>
              <a:gdLst>
                <a:gd name="connsiteX0" fmla="*/ 11660 w 11659"/>
                <a:gd name="connsiteY0" fmla="*/ 4689 h 9251"/>
                <a:gd name="connsiteX1" fmla="*/ 5830 w 11659"/>
                <a:gd name="connsiteY1" fmla="*/ 9252 h 9251"/>
                <a:gd name="connsiteX2" fmla="*/ 0 w 11659"/>
                <a:gd name="connsiteY2" fmla="*/ 4689 h 9251"/>
                <a:gd name="connsiteX3" fmla="*/ 5830 w 11659"/>
                <a:gd name="connsiteY3" fmla="*/ 0 h 9251"/>
                <a:gd name="connsiteX4" fmla="*/ 11660 w 11659"/>
                <a:gd name="connsiteY4" fmla="*/ 4689 h 9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59" h="9251">
                  <a:moveTo>
                    <a:pt x="11660" y="4689"/>
                  </a:moveTo>
                  <a:lnTo>
                    <a:pt x="5830" y="9252"/>
                  </a:lnTo>
                  <a:lnTo>
                    <a:pt x="0" y="4689"/>
                  </a:lnTo>
                  <a:lnTo>
                    <a:pt x="5830" y="0"/>
                  </a:lnTo>
                  <a:lnTo>
                    <a:pt x="11660" y="468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BCF3BDAA-FAFC-226F-893A-7D03624E496E}"/>
                </a:ext>
              </a:extLst>
            </p:cNvPr>
            <p:cNvSpPr/>
            <p:nvPr/>
          </p:nvSpPr>
          <p:spPr>
            <a:xfrm>
              <a:off x="3833763" y="3026611"/>
              <a:ext cx="11025" cy="8744"/>
            </a:xfrm>
            <a:custGeom>
              <a:avLst/>
              <a:gdLst>
                <a:gd name="connsiteX0" fmla="*/ 11026 w 11025"/>
                <a:gd name="connsiteY0" fmla="*/ 4309 h 8744"/>
                <a:gd name="connsiteX1" fmla="*/ 5450 w 11025"/>
                <a:gd name="connsiteY1" fmla="*/ 8745 h 8744"/>
                <a:gd name="connsiteX2" fmla="*/ 0 w 11025"/>
                <a:gd name="connsiteY2" fmla="*/ 4309 h 8744"/>
                <a:gd name="connsiteX3" fmla="*/ 5450 w 11025"/>
                <a:gd name="connsiteY3" fmla="*/ 0 h 8744"/>
                <a:gd name="connsiteX4" fmla="*/ 11026 w 11025"/>
                <a:gd name="connsiteY4" fmla="*/ 4309 h 8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25" h="8744">
                  <a:moveTo>
                    <a:pt x="11026" y="4309"/>
                  </a:moveTo>
                  <a:lnTo>
                    <a:pt x="5450" y="8745"/>
                  </a:lnTo>
                  <a:lnTo>
                    <a:pt x="0" y="4309"/>
                  </a:lnTo>
                  <a:lnTo>
                    <a:pt x="5450" y="0"/>
                  </a:lnTo>
                  <a:lnTo>
                    <a:pt x="11026" y="430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408682B8-91FE-973C-03C1-B6D512F0FDDE}"/>
                </a:ext>
              </a:extLst>
            </p:cNvPr>
            <p:cNvSpPr/>
            <p:nvPr/>
          </p:nvSpPr>
          <p:spPr>
            <a:xfrm>
              <a:off x="3867095" y="2926743"/>
              <a:ext cx="8744" cy="6843"/>
            </a:xfrm>
            <a:custGeom>
              <a:avLst/>
              <a:gdLst>
                <a:gd name="connsiteX0" fmla="*/ 8745 w 8744"/>
                <a:gd name="connsiteY0" fmla="*/ 3422 h 6843"/>
                <a:gd name="connsiteX1" fmla="*/ 4309 w 8744"/>
                <a:gd name="connsiteY1" fmla="*/ 6844 h 6843"/>
                <a:gd name="connsiteX2" fmla="*/ 0 w 8744"/>
                <a:gd name="connsiteY2" fmla="*/ 3422 h 6843"/>
                <a:gd name="connsiteX3" fmla="*/ 4309 w 8744"/>
                <a:gd name="connsiteY3" fmla="*/ 0 h 6843"/>
                <a:gd name="connsiteX4" fmla="*/ 8745 w 8744"/>
                <a:gd name="connsiteY4" fmla="*/ 3422 h 6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44" h="6843">
                  <a:moveTo>
                    <a:pt x="8745" y="3422"/>
                  </a:moveTo>
                  <a:lnTo>
                    <a:pt x="4309" y="6844"/>
                  </a:lnTo>
                  <a:lnTo>
                    <a:pt x="0" y="3422"/>
                  </a:lnTo>
                  <a:lnTo>
                    <a:pt x="4309" y="0"/>
                  </a:lnTo>
                  <a:lnTo>
                    <a:pt x="8745" y="342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6E75F4AD-E309-5B1B-A8B9-4A84D7A111AF}"/>
                </a:ext>
              </a:extLst>
            </p:cNvPr>
            <p:cNvSpPr/>
            <p:nvPr/>
          </p:nvSpPr>
          <p:spPr>
            <a:xfrm>
              <a:off x="3906510" y="2827763"/>
              <a:ext cx="8111" cy="6336"/>
            </a:xfrm>
            <a:custGeom>
              <a:avLst/>
              <a:gdLst>
                <a:gd name="connsiteX0" fmla="*/ 8111 w 8111"/>
                <a:gd name="connsiteY0" fmla="*/ 3168 h 6336"/>
                <a:gd name="connsiteX1" fmla="*/ 4056 w 8111"/>
                <a:gd name="connsiteY1" fmla="*/ 6337 h 6336"/>
                <a:gd name="connsiteX2" fmla="*/ 0 w 8111"/>
                <a:gd name="connsiteY2" fmla="*/ 3168 h 6336"/>
                <a:gd name="connsiteX3" fmla="*/ 4056 w 8111"/>
                <a:gd name="connsiteY3" fmla="*/ 0 h 6336"/>
                <a:gd name="connsiteX4" fmla="*/ 8111 w 8111"/>
                <a:gd name="connsiteY4" fmla="*/ 3168 h 6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11" h="6336">
                  <a:moveTo>
                    <a:pt x="8111" y="3168"/>
                  </a:moveTo>
                  <a:lnTo>
                    <a:pt x="4056" y="6337"/>
                  </a:lnTo>
                  <a:lnTo>
                    <a:pt x="0" y="3168"/>
                  </a:lnTo>
                  <a:lnTo>
                    <a:pt x="4056" y="0"/>
                  </a:lnTo>
                  <a:lnTo>
                    <a:pt x="8111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3F2EF74C-FFF4-CF63-1BA9-D65AAFC6CF80}"/>
                </a:ext>
              </a:extLst>
            </p:cNvPr>
            <p:cNvSpPr/>
            <p:nvPr/>
          </p:nvSpPr>
          <p:spPr>
            <a:xfrm>
              <a:off x="3952515" y="2730303"/>
              <a:ext cx="8111" cy="6463"/>
            </a:xfrm>
            <a:custGeom>
              <a:avLst/>
              <a:gdLst>
                <a:gd name="connsiteX0" fmla="*/ 8111 w 8111"/>
                <a:gd name="connsiteY0" fmla="*/ 3295 h 6463"/>
                <a:gd name="connsiteX1" fmla="*/ 4056 w 8111"/>
                <a:gd name="connsiteY1" fmla="*/ 6464 h 6463"/>
                <a:gd name="connsiteX2" fmla="*/ 0 w 8111"/>
                <a:gd name="connsiteY2" fmla="*/ 3295 h 6463"/>
                <a:gd name="connsiteX3" fmla="*/ 4056 w 8111"/>
                <a:gd name="connsiteY3" fmla="*/ 0 h 6463"/>
                <a:gd name="connsiteX4" fmla="*/ 8111 w 8111"/>
                <a:gd name="connsiteY4" fmla="*/ 3295 h 6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11" h="6463">
                  <a:moveTo>
                    <a:pt x="8111" y="3295"/>
                  </a:moveTo>
                  <a:lnTo>
                    <a:pt x="4056" y="6464"/>
                  </a:lnTo>
                  <a:lnTo>
                    <a:pt x="0" y="3295"/>
                  </a:lnTo>
                  <a:lnTo>
                    <a:pt x="4056" y="0"/>
                  </a:lnTo>
                  <a:lnTo>
                    <a:pt x="8111" y="32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D12BD5A5-AC34-0E7E-20D1-DD6E0439D4CC}"/>
                </a:ext>
              </a:extLst>
            </p:cNvPr>
            <p:cNvSpPr/>
            <p:nvPr/>
          </p:nvSpPr>
          <p:spPr>
            <a:xfrm>
              <a:off x="4005998" y="2635758"/>
              <a:ext cx="6463" cy="5069"/>
            </a:xfrm>
            <a:custGeom>
              <a:avLst/>
              <a:gdLst>
                <a:gd name="connsiteX0" fmla="*/ 6464 w 6463"/>
                <a:gd name="connsiteY0" fmla="*/ 2535 h 5069"/>
                <a:gd name="connsiteX1" fmla="*/ 3168 w 6463"/>
                <a:gd name="connsiteY1" fmla="*/ 5069 h 5069"/>
                <a:gd name="connsiteX2" fmla="*/ 0 w 6463"/>
                <a:gd name="connsiteY2" fmla="*/ 2535 h 5069"/>
                <a:gd name="connsiteX3" fmla="*/ 3168 w 6463"/>
                <a:gd name="connsiteY3" fmla="*/ 0 h 5069"/>
                <a:gd name="connsiteX4" fmla="*/ 6464 w 6463"/>
                <a:gd name="connsiteY4" fmla="*/ 2535 h 5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069">
                  <a:moveTo>
                    <a:pt x="6464" y="2535"/>
                  </a:moveTo>
                  <a:lnTo>
                    <a:pt x="3168" y="5069"/>
                  </a:lnTo>
                  <a:lnTo>
                    <a:pt x="0" y="2535"/>
                  </a:lnTo>
                  <a:lnTo>
                    <a:pt x="3168" y="0"/>
                  </a:lnTo>
                  <a:lnTo>
                    <a:pt x="6464" y="253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7CE82249-593B-DB96-3596-3B7096D26596}"/>
                </a:ext>
              </a:extLst>
            </p:cNvPr>
            <p:cNvSpPr/>
            <p:nvPr/>
          </p:nvSpPr>
          <p:spPr>
            <a:xfrm>
              <a:off x="4065564" y="2543240"/>
              <a:ext cx="5702" cy="4562"/>
            </a:xfrm>
            <a:custGeom>
              <a:avLst/>
              <a:gdLst>
                <a:gd name="connsiteX0" fmla="*/ 5703 w 5702"/>
                <a:gd name="connsiteY0" fmla="*/ 2281 h 4562"/>
                <a:gd name="connsiteX1" fmla="*/ 2915 w 5702"/>
                <a:gd name="connsiteY1" fmla="*/ 4563 h 4562"/>
                <a:gd name="connsiteX2" fmla="*/ 0 w 5702"/>
                <a:gd name="connsiteY2" fmla="*/ 2281 h 4562"/>
                <a:gd name="connsiteX3" fmla="*/ 2915 w 5702"/>
                <a:gd name="connsiteY3" fmla="*/ 0 h 4562"/>
                <a:gd name="connsiteX4" fmla="*/ 5703 w 5702"/>
                <a:gd name="connsiteY4" fmla="*/ 2281 h 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02" h="4562">
                  <a:moveTo>
                    <a:pt x="5703" y="2281"/>
                  </a:moveTo>
                  <a:lnTo>
                    <a:pt x="2915" y="4563"/>
                  </a:lnTo>
                  <a:lnTo>
                    <a:pt x="0" y="2281"/>
                  </a:lnTo>
                  <a:lnTo>
                    <a:pt x="2915" y="0"/>
                  </a:lnTo>
                  <a:lnTo>
                    <a:pt x="5703" y="22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26405529-E96E-4115-7CFA-4D5046B81156}"/>
                </a:ext>
              </a:extLst>
            </p:cNvPr>
            <p:cNvSpPr/>
            <p:nvPr/>
          </p:nvSpPr>
          <p:spPr>
            <a:xfrm>
              <a:off x="4131846" y="2453765"/>
              <a:ext cx="4308" cy="3421"/>
            </a:xfrm>
            <a:custGeom>
              <a:avLst/>
              <a:gdLst>
                <a:gd name="connsiteX0" fmla="*/ 4309 w 4308"/>
                <a:gd name="connsiteY0" fmla="*/ 1774 h 3421"/>
                <a:gd name="connsiteX1" fmla="*/ 2155 w 4308"/>
                <a:gd name="connsiteY1" fmla="*/ 3422 h 3421"/>
                <a:gd name="connsiteX2" fmla="*/ 0 w 4308"/>
                <a:gd name="connsiteY2" fmla="*/ 1774 h 3421"/>
                <a:gd name="connsiteX3" fmla="*/ 2155 w 4308"/>
                <a:gd name="connsiteY3" fmla="*/ 0 h 3421"/>
                <a:gd name="connsiteX4" fmla="*/ 4309 w 4308"/>
                <a:gd name="connsiteY4" fmla="*/ 1774 h 3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8" h="3421">
                  <a:moveTo>
                    <a:pt x="4309" y="1774"/>
                  </a:moveTo>
                  <a:lnTo>
                    <a:pt x="2155" y="3422"/>
                  </a:lnTo>
                  <a:lnTo>
                    <a:pt x="0" y="1774"/>
                  </a:lnTo>
                  <a:lnTo>
                    <a:pt x="2155" y="0"/>
                  </a:lnTo>
                  <a:lnTo>
                    <a:pt x="4309" y="177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AD3D8483-36F1-0C13-BC15-65A8D135AEA0}"/>
                </a:ext>
              </a:extLst>
            </p:cNvPr>
            <p:cNvSpPr/>
            <p:nvPr/>
          </p:nvSpPr>
          <p:spPr>
            <a:xfrm>
              <a:off x="4203959" y="2367078"/>
              <a:ext cx="3548" cy="2788"/>
            </a:xfrm>
            <a:custGeom>
              <a:avLst/>
              <a:gdLst>
                <a:gd name="connsiteX0" fmla="*/ 3549 w 3548"/>
                <a:gd name="connsiteY0" fmla="*/ 1394 h 2788"/>
                <a:gd name="connsiteX1" fmla="*/ 1774 w 3548"/>
                <a:gd name="connsiteY1" fmla="*/ 2788 h 2788"/>
                <a:gd name="connsiteX2" fmla="*/ 0 w 3548"/>
                <a:gd name="connsiteY2" fmla="*/ 1394 h 2788"/>
                <a:gd name="connsiteX3" fmla="*/ 1774 w 3548"/>
                <a:gd name="connsiteY3" fmla="*/ 0 h 2788"/>
                <a:gd name="connsiteX4" fmla="*/ 3549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9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9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C0FF6EAE-7A42-445A-5187-0B0A244C921C}"/>
                </a:ext>
              </a:extLst>
            </p:cNvPr>
            <p:cNvSpPr/>
            <p:nvPr/>
          </p:nvSpPr>
          <p:spPr>
            <a:xfrm>
              <a:off x="4282282" y="2283812"/>
              <a:ext cx="2154" cy="1774"/>
            </a:xfrm>
            <a:custGeom>
              <a:avLst/>
              <a:gdLst>
                <a:gd name="connsiteX0" fmla="*/ 2154 w 2154"/>
                <a:gd name="connsiteY0" fmla="*/ 887 h 1774"/>
                <a:gd name="connsiteX1" fmla="*/ 1014 w 2154"/>
                <a:gd name="connsiteY1" fmla="*/ 1774 h 1774"/>
                <a:gd name="connsiteX2" fmla="*/ 0 w 2154"/>
                <a:gd name="connsiteY2" fmla="*/ 887 h 1774"/>
                <a:gd name="connsiteX3" fmla="*/ 1014 w 2154"/>
                <a:gd name="connsiteY3" fmla="*/ 0 h 1774"/>
                <a:gd name="connsiteX4" fmla="*/ 2154 w 2154"/>
                <a:gd name="connsiteY4" fmla="*/ 887 h 1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4" h="1774">
                  <a:moveTo>
                    <a:pt x="2154" y="887"/>
                  </a:moveTo>
                  <a:lnTo>
                    <a:pt x="1014" y="1774"/>
                  </a:lnTo>
                  <a:lnTo>
                    <a:pt x="0" y="887"/>
                  </a:lnTo>
                  <a:lnTo>
                    <a:pt x="1014" y="0"/>
                  </a:lnTo>
                  <a:lnTo>
                    <a:pt x="2154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6C2A67BD-86D4-D03B-13CF-0AC0F45B89F7}"/>
                </a:ext>
              </a:extLst>
            </p:cNvPr>
            <p:cNvSpPr/>
            <p:nvPr/>
          </p:nvSpPr>
          <p:spPr>
            <a:xfrm>
              <a:off x="4366308" y="2204222"/>
              <a:ext cx="633" cy="380"/>
            </a:xfrm>
            <a:custGeom>
              <a:avLst/>
              <a:gdLst>
                <a:gd name="connsiteX0" fmla="*/ 634 w 633"/>
                <a:gd name="connsiteY0" fmla="*/ 127 h 380"/>
                <a:gd name="connsiteX1" fmla="*/ 380 w 633"/>
                <a:gd name="connsiteY1" fmla="*/ 380 h 380"/>
                <a:gd name="connsiteX2" fmla="*/ 0 w 633"/>
                <a:gd name="connsiteY2" fmla="*/ 127 h 380"/>
                <a:gd name="connsiteX3" fmla="*/ 380 w 633"/>
                <a:gd name="connsiteY3" fmla="*/ 0 h 380"/>
                <a:gd name="connsiteX4" fmla="*/ 634 w 633"/>
                <a:gd name="connsiteY4" fmla="*/ 127 h 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" h="380">
                  <a:moveTo>
                    <a:pt x="634" y="127"/>
                  </a:moveTo>
                  <a:lnTo>
                    <a:pt x="380" y="380"/>
                  </a:lnTo>
                  <a:lnTo>
                    <a:pt x="0" y="127"/>
                  </a:lnTo>
                  <a:lnTo>
                    <a:pt x="380" y="0"/>
                  </a:lnTo>
                  <a:lnTo>
                    <a:pt x="634" y="12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85F44FF9-AB2D-9C45-D82D-18B912E2AD2B}"/>
                </a:ext>
              </a:extLst>
            </p:cNvPr>
            <p:cNvSpPr/>
            <p:nvPr/>
          </p:nvSpPr>
          <p:spPr>
            <a:xfrm>
              <a:off x="4549188" y="2055307"/>
              <a:ext cx="380" cy="253"/>
            </a:xfrm>
            <a:custGeom>
              <a:avLst/>
              <a:gdLst>
                <a:gd name="connsiteX0" fmla="*/ 380 w 380"/>
                <a:gd name="connsiteY0" fmla="*/ 127 h 253"/>
                <a:gd name="connsiteX1" fmla="*/ 253 w 380"/>
                <a:gd name="connsiteY1" fmla="*/ 254 h 253"/>
                <a:gd name="connsiteX2" fmla="*/ 0 w 380"/>
                <a:gd name="connsiteY2" fmla="*/ 127 h 253"/>
                <a:gd name="connsiteX3" fmla="*/ 253 w 380"/>
                <a:gd name="connsiteY3" fmla="*/ 0 h 253"/>
                <a:gd name="connsiteX4" fmla="*/ 380 w 380"/>
                <a:gd name="connsiteY4" fmla="*/ 127 h 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" h="253">
                  <a:moveTo>
                    <a:pt x="380" y="127"/>
                  </a:moveTo>
                  <a:lnTo>
                    <a:pt x="253" y="254"/>
                  </a:lnTo>
                  <a:lnTo>
                    <a:pt x="0" y="127"/>
                  </a:lnTo>
                  <a:lnTo>
                    <a:pt x="253" y="0"/>
                  </a:lnTo>
                  <a:lnTo>
                    <a:pt x="380" y="12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BCF15CD0-3FD4-3417-179C-DD82237147A4}"/>
                </a:ext>
              </a:extLst>
            </p:cNvPr>
            <p:cNvSpPr/>
            <p:nvPr/>
          </p:nvSpPr>
          <p:spPr>
            <a:xfrm>
              <a:off x="4647662" y="1986489"/>
              <a:ext cx="1267" cy="1140"/>
            </a:xfrm>
            <a:custGeom>
              <a:avLst/>
              <a:gdLst>
                <a:gd name="connsiteX0" fmla="*/ 1267 w 1267"/>
                <a:gd name="connsiteY0" fmla="*/ 634 h 1140"/>
                <a:gd name="connsiteX1" fmla="*/ 634 w 1267"/>
                <a:gd name="connsiteY1" fmla="*/ 1141 h 1140"/>
                <a:gd name="connsiteX2" fmla="*/ 0 w 1267"/>
                <a:gd name="connsiteY2" fmla="*/ 634 h 1140"/>
                <a:gd name="connsiteX3" fmla="*/ 634 w 1267"/>
                <a:gd name="connsiteY3" fmla="*/ 0 h 1140"/>
                <a:gd name="connsiteX4" fmla="*/ 1267 w 1267"/>
                <a:gd name="connsiteY4" fmla="*/ 634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7" h="1140">
                  <a:moveTo>
                    <a:pt x="1267" y="634"/>
                  </a:moveTo>
                  <a:lnTo>
                    <a:pt x="634" y="1141"/>
                  </a:lnTo>
                  <a:lnTo>
                    <a:pt x="0" y="634"/>
                  </a:lnTo>
                  <a:lnTo>
                    <a:pt x="634" y="0"/>
                  </a:lnTo>
                  <a:lnTo>
                    <a:pt x="1267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22607639-285F-9322-303C-0B18BFFEA8CD}"/>
                </a:ext>
              </a:extLst>
            </p:cNvPr>
            <p:cNvSpPr/>
            <p:nvPr/>
          </p:nvSpPr>
          <p:spPr>
            <a:xfrm>
              <a:off x="4750571" y="1922234"/>
              <a:ext cx="2408" cy="1900"/>
            </a:xfrm>
            <a:custGeom>
              <a:avLst/>
              <a:gdLst>
                <a:gd name="connsiteX0" fmla="*/ 2408 w 2408"/>
                <a:gd name="connsiteY0" fmla="*/ 1014 h 1900"/>
                <a:gd name="connsiteX1" fmla="*/ 1141 w 2408"/>
                <a:gd name="connsiteY1" fmla="*/ 1901 h 1900"/>
                <a:gd name="connsiteX2" fmla="*/ 0 w 2408"/>
                <a:gd name="connsiteY2" fmla="*/ 1014 h 1900"/>
                <a:gd name="connsiteX3" fmla="*/ 1141 w 2408"/>
                <a:gd name="connsiteY3" fmla="*/ 0 h 1900"/>
                <a:gd name="connsiteX4" fmla="*/ 2408 w 2408"/>
                <a:gd name="connsiteY4" fmla="*/ 1014 h 1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8" h="1900">
                  <a:moveTo>
                    <a:pt x="2408" y="1014"/>
                  </a:moveTo>
                  <a:lnTo>
                    <a:pt x="1141" y="1901"/>
                  </a:lnTo>
                  <a:lnTo>
                    <a:pt x="0" y="1014"/>
                  </a:lnTo>
                  <a:lnTo>
                    <a:pt x="1141" y="0"/>
                  </a:lnTo>
                  <a:lnTo>
                    <a:pt x="2408" y="101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CC4DAE62-D0A9-E5D8-8EE4-6479A0ED1C69}"/>
                </a:ext>
              </a:extLst>
            </p:cNvPr>
            <p:cNvSpPr/>
            <p:nvPr/>
          </p:nvSpPr>
          <p:spPr>
            <a:xfrm>
              <a:off x="4857917" y="1862795"/>
              <a:ext cx="3041" cy="2408"/>
            </a:xfrm>
            <a:custGeom>
              <a:avLst/>
              <a:gdLst>
                <a:gd name="connsiteX0" fmla="*/ 3042 w 3041"/>
                <a:gd name="connsiteY0" fmla="*/ 1141 h 2408"/>
                <a:gd name="connsiteX1" fmla="*/ 1521 w 3041"/>
                <a:gd name="connsiteY1" fmla="*/ 2408 h 2408"/>
                <a:gd name="connsiteX2" fmla="*/ 0 w 3041"/>
                <a:gd name="connsiteY2" fmla="*/ 1141 h 2408"/>
                <a:gd name="connsiteX3" fmla="*/ 1521 w 3041"/>
                <a:gd name="connsiteY3" fmla="*/ 0 h 2408"/>
                <a:gd name="connsiteX4" fmla="*/ 3042 w 3041"/>
                <a:gd name="connsiteY4" fmla="*/ 1141 h 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1" h="2408">
                  <a:moveTo>
                    <a:pt x="3042" y="1141"/>
                  </a:moveTo>
                  <a:lnTo>
                    <a:pt x="1521" y="2408"/>
                  </a:lnTo>
                  <a:lnTo>
                    <a:pt x="0" y="1141"/>
                  </a:lnTo>
                  <a:lnTo>
                    <a:pt x="1521" y="0"/>
                  </a:lnTo>
                  <a:lnTo>
                    <a:pt x="3042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9ECD9648-39DB-B696-7BA1-D816A13DE019}"/>
                </a:ext>
              </a:extLst>
            </p:cNvPr>
            <p:cNvSpPr/>
            <p:nvPr/>
          </p:nvSpPr>
          <p:spPr>
            <a:xfrm>
              <a:off x="4969064" y="1807918"/>
              <a:ext cx="4182" cy="3295"/>
            </a:xfrm>
            <a:custGeom>
              <a:avLst/>
              <a:gdLst>
                <a:gd name="connsiteX0" fmla="*/ 4183 w 4182"/>
                <a:gd name="connsiteY0" fmla="*/ 1648 h 3295"/>
                <a:gd name="connsiteX1" fmla="*/ 2028 w 4182"/>
                <a:gd name="connsiteY1" fmla="*/ 3295 h 3295"/>
                <a:gd name="connsiteX2" fmla="*/ 0 w 4182"/>
                <a:gd name="connsiteY2" fmla="*/ 1648 h 3295"/>
                <a:gd name="connsiteX3" fmla="*/ 2028 w 4182"/>
                <a:gd name="connsiteY3" fmla="*/ 0 h 3295"/>
                <a:gd name="connsiteX4" fmla="*/ 4183 w 4182"/>
                <a:gd name="connsiteY4" fmla="*/ 1648 h 3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2" h="3295">
                  <a:moveTo>
                    <a:pt x="4183" y="1648"/>
                  </a:moveTo>
                  <a:lnTo>
                    <a:pt x="2028" y="3295"/>
                  </a:lnTo>
                  <a:lnTo>
                    <a:pt x="0" y="1648"/>
                  </a:lnTo>
                  <a:lnTo>
                    <a:pt x="2028" y="0"/>
                  </a:lnTo>
                  <a:lnTo>
                    <a:pt x="4183" y="164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EACE0AB9-0FB6-4495-D1FD-9F4569E5CD1E}"/>
                </a:ext>
              </a:extLst>
            </p:cNvPr>
            <p:cNvSpPr/>
            <p:nvPr/>
          </p:nvSpPr>
          <p:spPr>
            <a:xfrm>
              <a:off x="5084394" y="1758365"/>
              <a:ext cx="4055" cy="3295"/>
            </a:xfrm>
            <a:custGeom>
              <a:avLst/>
              <a:gdLst>
                <a:gd name="connsiteX0" fmla="*/ 4056 w 4055"/>
                <a:gd name="connsiteY0" fmla="*/ 1648 h 3295"/>
                <a:gd name="connsiteX1" fmla="*/ 2028 w 4055"/>
                <a:gd name="connsiteY1" fmla="*/ 3295 h 3295"/>
                <a:gd name="connsiteX2" fmla="*/ 0 w 4055"/>
                <a:gd name="connsiteY2" fmla="*/ 1648 h 3295"/>
                <a:gd name="connsiteX3" fmla="*/ 2028 w 4055"/>
                <a:gd name="connsiteY3" fmla="*/ 0 h 3295"/>
                <a:gd name="connsiteX4" fmla="*/ 4056 w 4055"/>
                <a:gd name="connsiteY4" fmla="*/ 1648 h 3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5" h="3295">
                  <a:moveTo>
                    <a:pt x="4056" y="1648"/>
                  </a:moveTo>
                  <a:lnTo>
                    <a:pt x="2028" y="3295"/>
                  </a:lnTo>
                  <a:lnTo>
                    <a:pt x="0" y="1648"/>
                  </a:lnTo>
                  <a:lnTo>
                    <a:pt x="2028" y="0"/>
                  </a:lnTo>
                  <a:lnTo>
                    <a:pt x="4056" y="164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5DD9C801-9975-14B6-D40E-1186EADAF538}"/>
                </a:ext>
              </a:extLst>
            </p:cNvPr>
            <p:cNvSpPr/>
            <p:nvPr/>
          </p:nvSpPr>
          <p:spPr>
            <a:xfrm>
              <a:off x="5202385" y="1713500"/>
              <a:ext cx="5323" cy="4182"/>
            </a:xfrm>
            <a:custGeom>
              <a:avLst/>
              <a:gdLst>
                <a:gd name="connsiteX0" fmla="*/ 5323 w 5323"/>
                <a:gd name="connsiteY0" fmla="*/ 2154 h 4182"/>
                <a:gd name="connsiteX1" fmla="*/ 2535 w 5323"/>
                <a:gd name="connsiteY1" fmla="*/ 4182 h 4182"/>
                <a:gd name="connsiteX2" fmla="*/ 0 w 5323"/>
                <a:gd name="connsiteY2" fmla="*/ 2154 h 4182"/>
                <a:gd name="connsiteX3" fmla="*/ 2535 w 5323"/>
                <a:gd name="connsiteY3" fmla="*/ 0 h 4182"/>
                <a:gd name="connsiteX4" fmla="*/ 5323 w 5323"/>
                <a:gd name="connsiteY4" fmla="*/ 2154 h 4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23" h="4182">
                  <a:moveTo>
                    <a:pt x="5323" y="2154"/>
                  </a:moveTo>
                  <a:lnTo>
                    <a:pt x="2535" y="4182"/>
                  </a:lnTo>
                  <a:lnTo>
                    <a:pt x="0" y="2154"/>
                  </a:lnTo>
                  <a:lnTo>
                    <a:pt x="2535" y="0"/>
                  </a:lnTo>
                  <a:lnTo>
                    <a:pt x="5323" y="21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CF1BEB6D-4C18-2CF7-E5BE-9A94A53FF5B2}"/>
                </a:ext>
              </a:extLst>
            </p:cNvPr>
            <p:cNvSpPr/>
            <p:nvPr/>
          </p:nvSpPr>
          <p:spPr>
            <a:xfrm>
              <a:off x="5323545" y="1674212"/>
              <a:ext cx="5830" cy="4689"/>
            </a:xfrm>
            <a:custGeom>
              <a:avLst/>
              <a:gdLst>
                <a:gd name="connsiteX0" fmla="*/ 5830 w 5830"/>
                <a:gd name="connsiteY0" fmla="*/ 2281 h 4689"/>
                <a:gd name="connsiteX1" fmla="*/ 2915 w 5830"/>
                <a:gd name="connsiteY1" fmla="*/ 4689 h 4689"/>
                <a:gd name="connsiteX2" fmla="*/ 0 w 5830"/>
                <a:gd name="connsiteY2" fmla="*/ 2281 h 4689"/>
                <a:gd name="connsiteX3" fmla="*/ 2915 w 5830"/>
                <a:gd name="connsiteY3" fmla="*/ 0 h 4689"/>
                <a:gd name="connsiteX4" fmla="*/ 5830 w 5830"/>
                <a:gd name="connsiteY4" fmla="*/ 2281 h 4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30" h="4689">
                  <a:moveTo>
                    <a:pt x="5830" y="2281"/>
                  </a:moveTo>
                  <a:lnTo>
                    <a:pt x="2915" y="4689"/>
                  </a:lnTo>
                  <a:lnTo>
                    <a:pt x="0" y="2281"/>
                  </a:lnTo>
                  <a:lnTo>
                    <a:pt x="2915" y="0"/>
                  </a:lnTo>
                  <a:lnTo>
                    <a:pt x="5830" y="22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E70BAFEC-7A85-C9A1-6A9B-10B17CEE1883}"/>
                </a:ext>
              </a:extLst>
            </p:cNvPr>
            <p:cNvSpPr/>
            <p:nvPr/>
          </p:nvSpPr>
          <p:spPr>
            <a:xfrm>
              <a:off x="5447239" y="1640247"/>
              <a:ext cx="6463" cy="5069"/>
            </a:xfrm>
            <a:custGeom>
              <a:avLst/>
              <a:gdLst>
                <a:gd name="connsiteX0" fmla="*/ 6464 w 6463"/>
                <a:gd name="connsiteY0" fmla="*/ 2535 h 5069"/>
                <a:gd name="connsiteX1" fmla="*/ 3295 w 6463"/>
                <a:gd name="connsiteY1" fmla="*/ 5069 h 5069"/>
                <a:gd name="connsiteX2" fmla="*/ 0 w 6463"/>
                <a:gd name="connsiteY2" fmla="*/ 2535 h 5069"/>
                <a:gd name="connsiteX3" fmla="*/ 3295 w 6463"/>
                <a:gd name="connsiteY3" fmla="*/ 0 h 5069"/>
                <a:gd name="connsiteX4" fmla="*/ 6464 w 6463"/>
                <a:gd name="connsiteY4" fmla="*/ 2535 h 5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069">
                  <a:moveTo>
                    <a:pt x="6464" y="2535"/>
                  </a:moveTo>
                  <a:lnTo>
                    <a:pt x="3295" y="5069"/>
                  </a:lnTo>
                  <a:lnTo>
                    <a:pt x="0" y="2535"/>
                  </a:lnTo>
                  <a:lnTo>
                    <a:pt x="3295" y="0"/>
                  </a:lnTo>
                  <a:lnTo>
                    <a:pt x="6464" y="253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49E26F9B-3E22-AB6B-72AE-808F6358202A}"/>
                </a:ext>
              </a:extLst>
            </p:cNvPr>
            <p:cNvSpPr/>
            <p:nvPr/>
          </p:nvSpPr>
          <p:spPr>
            <a:xfrm>
              <a:off x="5572708" y="1611351"/>
              <a:ext cx="7857" cy="6210"/>
            </a:xfrm>
            <a:custGeom>
              <a:avLst/>
              <a:gdLst>
                <a:gd name="connsiteX0" fmla="*/ 7858 w 7857"/>
                <a:gd name="connsiteY0" fmla="*/ 3168 h 6210"/>
                <a:gd name="connsiteX1" fmla="*/ 3929 w 7857"/>
                <a:gd name="connsiteY1" fmla="*/ 6210 h 6210"/>
                <a:gd name="connsiteX2" fmla="*/ 0 w 7857"/>
                <a:gd name="connsiteY2" fmla="*/ 3168 h 6210"/>
                <a:gd name="connsiteX3" fmla="*/ 3929 w 7857"/>
                <a:gd name="connsiteY3" fmla="*/ 0 h 6210"/>
                <a:gd name="connsiteX4" fmla="*/ 7858 w 7857"/>
                <a:gd name="connsiteY4" fmla="*/ 3168 h 6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57" h="6210">
                  <a:moveTo>
                    <a:pt x="7858" y="3168"/>
                  </a:moveTo>
                  <a:lnTo>
                    <a:pt x="3929" y="6210"/>
                  </a:lnTo>
                  <a:lnTo>
                    <a:pt x="0" y="3168"/>
                  </a:lnTo>
                  <a:lnTo>
                    <a:pt x="3929" y="0"/>
                  </a:lnTo>
                  <a:lnTo>
                    <a:pt x="7858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910AEA4C-11AC-8EA2-017E-20312DA51AAD}"/>
                </a:ext>
              </a:extLst>
            </p:cNvPr>
            <p:cNvSpPr/>
            <p:nvPr/>
          </p:nvSpPr>
          <p:spPr>
            <a:xfrm>
              <a:off x="5700331" y="1588412"/>
              <a:ext cx="8364" cy="6590"/>
            </a:xfrm>
            <a:custGeom>
              <a:avLst/>
              <a:gdLst>
                <a:gd name="connsiteX0" fmla="*/ 8365 w 8364"/>
                <a:gd name="connsiteY0" fmla="*/ 3295 h 6590"/>
                <a:gd name="connsiteX1" fmla="*/ 4182 w 8364"/>
                <a:gd name="connsiteY1" fmla="*/ 6590 h 6590"/>
                <a:gd name="connsiteX2" fmla="*/ 0 w 8364"/>
                <a:gd name="connsiteY2" fmla="*/ 3295 h 6590"/>
                <a:gd name="connsiteX3" fmla="*/ 4182 w 8364"/>
                <a:gd name="connsiteY3" fmla="*/ 0 h 6590"/>
                <a:gd name="connsiteX4" fmla="*/ 8365 w 8364"/>
                <a:gd name="connsiteY4" fmla="*/ 3295 h 6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64" h="6590">
                  <a:moveTo>
                    <a:pt x="8365" y="3295"/>
                  </a:moveTo>
                  <a:lnTo>
                    <a:pt x="4182" y="6590"/>
                  </a:lnTo>
                  <a:lnTo>
                    <a:pt x="0" y="3295"/>
                  </a:lnTo>
                  <a:lnTo>
                    <a:pt x="4182" y="0"/>
                  </a:lnTo>
                  <a:lnTo>
                    <a:pt x="8365" y="32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5837F4D6-671C-11FA-3BE2-799D6F29F4C4}"/>
                </a:ext>
              </a:extLst>
            </p:cNvPr>
            <p:cNvSpPr/>
            <p:nvPr/>
          </p:nvSpPr>
          <p:spPr>
            <a:xfrm>
              <a:off x="5829221" y="1570922"/>
              <a:ext cx="9251" cy="7350"/>
            </a:xfrm>
            <a:custGeom>
              <a:avLst/>
              <a:gdLst>
                <a:gd name="connsiteX0" fmla="*/ 9251 w 9251"/>
                <a:gd name="connsiteY0" fmla="*/ 3675 h 7350"/>
                <a:gd name="connsiteX1" fmla="*/ 4689 w 9251"/>
                <a:gd name="connsiteY1" fmla="*/ 7351 h 7350"/>
                <a:gd name="connsiteX2" fmla="*/ 0 w 9251"/>
                <a:gd name="connsiteY2" fmla="*/ 3675 h 7350"/>
                <a:gd name="connsiteX3" fmla="*/ 4689 w 9251"/>
                <a:gd name="connsiteY3" fmla="*/ 0 h 7350"/>
                <a:gd name="connsiteX4" fmla="*/ 9251 w 9251"/>
                <a:gd name="connsiteY4" fmla="*/ 3675 h 7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51" h="7350">
                  <a:moveTo>
                    <a:pt x="9251" y="3675"/>
                  </a:moveTo>
                  <a:lnTo>
                    <a:pt x="4689" y="7351"/>
                  </a:lnTo>
                  <a:lnTo>
                    <a:pt x="0" y="3675"/>
                  </a:lnTo>
                  <a:lnTo>
                    <a:pt x="4689" y="0"/>
                  </a:lnTo>
                  <a:lnTo>
                    <a:pt x="9251" y="367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CB02C5BC-ADE4-71FF-DFE5-FC8B6C7C7F17}"/>
                </a:ext>
              </a:extLst>
            </p:cNvPr>
            <p:cNvSpPr/>
            <p:nvPr/>
          </p:nvSpPr>
          <p:spPr>
            <a:xfrm>
              <a:off x="5959252" y="1559263"/>
              <a:ext cx="9885" cy="7730"/>
            </a:xfrm>
            <a:custGeom>
              <a:avLst/>
              <a:gdLst>
                <a:gd name="connsiteX0" fmla="*/ 9885 w 9885"/>
                <a:gd name="connsiteY0" fmla="*/ 3929 h 7730"/>
                <a:gd name="connsiteX1" fmla="*/ 4943 w 9885"/>
                <a:gd name="connsiteY1" fmla="*/ 7731 h 7730"/>
                <a:gd name="connsiteX2" fmla="*/ 0 w 9885"/>
                <a:gd name="connsiteY2" fmla="*/ 3929 h 7730"/>
                <a:gd name="connsiteX3" fmla="*/ 4943 w 9885"/>
                <a:gd name="connsiteY3" fmla="*/ 0 h 7730"/>
                <a:gd name="connsiteX4" fmla="*/ 9885 w 9885"/>
                <a:gd name="connsiteY4" fmla="*/ 3929 h 7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85" h="7730">
                  <a:moveTo>
                    <a:pt x="9885" y="3929"/>
                  </a:moveTo>
                  <a:lnTo>
                    <a:pt x="4943" y="7731"/>
                  </a:lnTo>
                  <a:lnTo>
                    <a:pt x="0" y="3929"/>
                  </a:lnTo>
                  <a:lnTo>
                    <a:pt x="4943" y="0"/>
                  </a:lnTo>
                  <a:lnTo>
                    <a:pt x="9885" y="392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C43897EF-2F0D-B9F8-9187-C47A84E1515F}"/>
                </a:ext>
              </a:extLst>
            </p:cNvPr>
            <p:cNvSpPr/>
            <p:nvPr/>
          </p:nvSpPr>
          <p:spPr>
            <a:xfrm>
              <a:off x="6089791" y="1553306"/>
              <a:ext cx="10645" cy="8364"/>
            </a:xfrm>
            <a:custGeom>
              <a:avLst/>
              <a:gdLst>
                <a:gd name="connsiteX0" fmla="*/ 10646 w 10645"/>
                <a:gd name="connsiteY0" fmla="*/ 4182 h 8364"/>
                <a:gd name="connsiteX1" fmla="*/ 5323 w 10645"/>
                <a:gd name="connsiteY1" fmla="*/ 8365 h 8364"/>
                <a:gd name="connsiteX2" fmla="*/ 0 w 10645"/>
                <a:gd name="connsiteY2" fmla="*/ 4182 h 8364"/>
                <a:gd name="connsiteX3" fmla="*/ 5323 w 10645"/>
                <a:gd name="connsiteY3" fmla="*/ 0 h 8364"/>
                <a:gd name="connsiteX4" fmla="*/ 10646 w 10645"/>
                <a:gd name="connsiteY4" fmla="*/ 4182 h 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45" h="8364">
                  <a:moveTo>
                    <a:pt x="10646" y="4182"/>
                  </a:moveTo>
                  <a:lnTo>
                    <a:pt x="5323" y="8365"/>
                  </a:lnTo>
                  <a:lnTo>
                    <a:pt x="0" y="4182"/>
                  </a:lnTo>
                  <a:lnTo>
                    <a:pt x="5323" y="0"/>
                  </a:lnTo>
                  <a:lnTo>
                    <a:pt x="10646" y="41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B009C557-6674-24AB-9EAD-A79CD476F9D3}"/>
                </a:ext>
              </a:extLst>
            </p:cNvPr>
            <p:cNvSpPr/>
            <p:nvPr/>
          </p:nvSpPr>
          <p:spPr>
            <a:xfrm>
              <a:off x="6220202" y="1552672"/>
              <a:ext cx="12040" cy="9505"/>
            </a:xfrm>
            <a:custGeom>
              <a:avLst/>
              <a:gdLst>
                <a:gd name="connsiteX0" fmla="*/ 12040 w 12040"/>
                <a:gd name="connsiteY0" fmla="*/ 4816 h 9505"/>
                <a:gd name="connsiteX1" fmla="*/ 5957 w 12040"/>
                <a:gd name="connsiteY1" fmla="*/ 9505 h 9505"/>
                <a:gd name="connsiteX2" fmla="*/ 0 w 12040"/>
                <a:gd name="connsiteY2" fmla="*/ 4816 h 9505"/>
                <a:gd name="connsiteX3" fmla="*/ 5957 w 12040"/>
                <a:gd name="connsiteY3" fmla="*/ 0 h 9505"/>
                <a:gd name="connsiteX4" fmla="*/ 12040 w 12040"/>
                <a:gd name="connsiteY4" fmla="*/ 4816 h 9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40" h="9505">
                  <a:moveTo>
                    <a:pt x="12040" y="4816"/>
                  </a:moveTo>
                  <a:lnTo>
                    <a:pt x="5957" y="9505"/>
                  </a:lnTo>
                  <a:lnTo>
                    <a:pt x="0" y="4816"/>
                  </a:lnTo>
                  <a:lnTo>
                    <a:pt x="5957" y="0"/>
                  </a:lnTo>
                  <a:lnTo>
                    <a:pt x="12040" y="481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9671969D-D572-38A9-D947-06DEA450334E}"/>
                </a:ext>
              </a:extLst>
            </p:cNvPr>
            <p:cNvSpPr/>
            <p:nvPr/>
          </p:nvSpPr>
          <p:spPr>
            <a:xfrm>
              <a:off x="6350866" y="1558122"/>
              <a:ext cx="12547" cy="10012"/>
            </a:xfrm>
            <a:custGeom>
              <a:avLst/>
              <a:gdLst>
                <a:gd name="connsiteX0" fmla="*/ 12547 w 12547"/>
                <a:gd name="connsiteY0" fmla="*/ 5069 h 10012"/>
                <a:gd name="connsiteX1" fmla="*/ 6210 w 12547"/>
                <a:gd name="connsiteY1" fmla="*/ 10012 h 10012"/>
                <a:gd name="connsiteX2" fmla="*/ 0 w 12547"/>
                <a:gd name="connsiteY2" fmla="*/ 5069 h 10012"/>
                <a:gd name="connsiteX3" fmla="*/ 6210 w 12547"/>
                <a:gd name="connsiteY3" fmla="*/ 0 h 10012"/>
                <a:gd name="connsiteX4" fmla="*/ 12547 w 12547"/>
                <a:gd name="connsiteY4" fmla="*/ 5069 h 1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47" h="10012">
                  <a:moveTo>
                    <a:pt x="12547" y="5069"/>
                  </a:moveTo>
                  <a:lnTo>
                    <a:pt x="6210" y="10012"/>
                  </a:lnTo>
                  <a:lnTo>
                    <a:pt x="0" y="5069"/>
                  </a:lnTo>
                  <a:lnTo>
                    <a:pt x="6210" y="0"/>
                  </a:lnTo>
                  <a:lnTo>
                    <a:pt x="12547" y="506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2AC7E464-0783-A8C6-3E49-403D2122AC05}"/>
                </a:ext>
              </a:extLst>
            </p:cNvPr>
            <p:cNvSpPr/>
            <p:nvPr/>
          </p:nvSpPr>
          <p:spPr>
            <a:xfrm>
              <a:off x="6480644" y="1569275"/>
              <a:ext cx="13433" cy="10645"/>
            </a:xfrm>
            <a:custGeom>
              <a:avLst/>
              <a:gdLst>
                <a:gd name="connsiteX0" fmla="*/ 13434 w 13433"/>
                <a:gd name="connsiteY0" fmla="*/ 5323 h 10645"/>
                <a:gd name="connsiteX1" fmla="*/ 6717 w 13433"/>
                <a:gd name="connsiteY1" fmla="*/ 10646 h 10645"/>
                <a:gd name="connsiteX2" fmla="*/ 0 w 13433"/>
                <a:gd name="connsiteY2" fmla="*/ 5323 h 10645"/>
                <a:gd name="connsiteX3" fmla="*/ 6717 w 13433"/>
                <a:gd name="connsiteY3" fmla="*/ 0 h 10645"/>
                <a:gd name="connsiteX4" fmla="*/ 13434 w 13433"/>
                <a:gd name="connsiteY4" fmla="*/ 5323 h 1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33" h="10645">
                  <a:moveTo>
                    <a:pt x="13434" y="5323"/>
                  </a:moveTo>
                  <a:cubicBezTo>
                    <a:pt x="13434" y="8238"/>
                    <a:pt x="10392" y="10646"/>
                    <a:pt x="6717" y="10646"/>
                  </a:cubicBezTo>
                  <a:cubicBezTo>
                    <a:pt x="3042" y="10646"/>
                    <a:pt x="0" y="8238"/>
                    <a:pt x="0" y="5323"/>
                  </a:cubicBezTo>
                  <a:cubicBezTo>
                    <a:pt x="0" y="2408"/>
                    <a:pt x="3042" y="0"/>
                    <a:pt x="6717" y="0"/>
                  </a:cubicBezTo>
                  <a:lnTo>
                    <a:pt x="13434" y="532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29C5BAF4-5F0D-8910-5789-97412FFB2AFD}"/>
                </a:ext>
              </a:extLst>
            </p:cNvPr>
            <p:cNvSpPr/>
            <p:nvPr/>
          </p:nvSpPr>
          <p:spPr>
            <a:xfrm>
              <a:off x="6609662" y="1586130"/>
              <a:ext cx="13940" cy="11152"/>
            </a:xfrm>
            <a:custGeom>
              <a:avLst/>
              <a:gdLst>
                <a:gd name="connsiteX0" fmla="*/ 13941 w 13940"/>
                <a:gd name="connsiteY0" fmla="*/ 5576 h 11152"/>
                <a:gd name="connsiteX1" fmla="*/ 6970 w 13940"/>
                <a:gd name="connsiteY1" fmla="*/ 11153 h 11152"/>
                <a:gd name="connsiteX2" fmla="*/ 0 w 13940"/>
                <a:gd name="connsiteY2" fmla="*/ 5576 h 11152"/>
                <a:gd name="connsiteX3" fmla="*/ 6970 w 13940"/>
                <a:gd name="connsiteY3" fmla="*/ 0 h 11152"/>
                <a:gd name="connsiteX4" fmla="*/ 13941 w 13940"/>
                <a:gd name="connsiteY4" fmla="*/ 5576 h 11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0" h="11152">
                  <a:moveTo>
                    <a:pt x="13941" y="5576"/>
                  </a:moveTo>
                  <a:cubicBezTo>
                    <a:pt x="13941" y="8618"/>
                    <a:pt x="10772" y="11153"/>
                    <a:pt x="6970" y="11153"/>
                  </a:cubicBezTo>
                  <a:cubicBezTo>
                    <a:pt x="3168" y="11153"/>
                    <a:pt x="0" y="8745"/>
                    <a:pt x="0" y="5576"/>
                  </a:cubicBezTo>
                  <a:cubicBezTo>
                    <a:pt x="0" y="2408"/>
                    <a:pt x="3168" y="0"/>
                    <a:pt x="6970" y="0"/>
                  </a:cubicBezTo>
                  <a:cubicBezTo>
                    <a:pt x="10772" y="0"/>
                    <a:pt x="13941" y="2535"/>
                    <a:pt x="13941" y="55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375F4650-71E8-08C8-3839-C389EFF076EB}"/>
                </a:ext>
              </a:extLst>
            </p:cNvPr>
            <p:cNvSpPr/>
            <p:nvPr/>
          </p:nvSpPr>
          <p:spPr>
            <a:xfrm>
              <a:off x="6737284" y="1608690"/>
              <a:ext cx="14701" cy="11659"/>
            </a:xfrm>
            <a:custGeom>
              <a:avLst/>
              <a:gdLst>
                <a:gd name="connsiteX0" fmla="*/ 14702 w 14701"/>
                <a:gd name="connsiteY0" fmla="*/ 5830 h 11659"/>
                <a:gd name="connsiteX1" fmla="*/ 7351 w 14701"/>
                <a:gd name="connsiteY1" fmla="*/ 11660 h 11659"/>
                <a:gd name="connsiteX2" fmla="*/ 0 w 14701"/>
                <a:gd name="connsiteY2" fmla="*/ 5830 h 11659"/>
                <a:gd name="connsiteX3" fmla="*/ 7351 w 14701"/>
                <a:gd name="connsiteY3" fmla="*/ 0 h 11659"/>
                <a:gd name="connsiteX4" fmla="*/ 14702 w 14701"/>
                <a:gd name="connsiteY4" fmla="*/ 5830 h 11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01" h="11659">
                  <a:moveTo>
                    <a:pt x="14702" y="5830"/>
                  </a:moveTo>
                  <a:cubicBezTo>
                    <a:pt x="14702" y="8998"/>
                    <a:pt x="11407" y="11660"/>
                    <a:pt x="7351" y="11660"/>
                  </a:cubicBezTo>
                  <a:cubicBezTo>
                    <a:pt x="3295" y="11660"/>
                    <a:pt x="0" y="8998"/>
                    <a:pt x="0" y="5830"/>
                  </a:cubicBezTo>
                  <a:cubicBezTo>
                    <a:pt x="0" y="2661"/>
                    <a:pt x="3295" y="0"/>
                    <a:pt x="7351" y="0"/>
                  </a:cubicBezTo>
                  <a:cubicBezTo>
                    <a:pt x="11407" y="0"/>
                    <a:pt x="14702" y="2661"/>
                    <a:pt x="14702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C57F40F0-55C4-7642-1797-FE3B79D5E06E}"/>
                </a:ext>
              </a:extLst>
            </p:cNvPr>
            <p:cNvSpPr/>
            <p:nvPr/>
          </p:nvSpPr>
          <p:spPr>
            <a:xfrm>
              <a:off x="6863387" y="1636952"/>
              <a:ext cx="14701" cy="11659"/>
            </a:xfrm>
            <a:custGeom>
              <a:avLst/>
              <a:gdLst>
                <a:gd name="connsiteX0" fmla="*/ 14702 w 14701"/>
                <a:gd name="connsiteY0" fmla="*/ 5830 h 11659"/>
                <a:gd name="connsiteX1" fmla="*/ 7351 w 14701"/>
                <a:gd name="connsiteY1" fmla="*/ 11660 h 11659"/>
                <a:gd name="connsiteX2" fmla="*/ 0 w 14701"/>
                <a:gd name="connsiteY2" fmla="*/ 5830 h 11659"/>
                <a:gd name="connsiteX3" fmla="*/ 7351 w 14701"/>
                <a:gd name="connsiteY3" fmla="*/ 0 h 11659"/>
                <a:gd name="connsiteX4" fmla="*/ 14702 w 14701"/>
                <a:gd name="connsiteY4" fmla="*/ 5830 h 11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01" h="11659">
                  <a:moveTo>
                    <a:pt x="14702" y="5830"/>
                  </a:moveTo>
                  <a:cubicBezTo>
                    <a:pt x="14702" y="8998"/>
                    <a:pt x="11407" y="11660"/>
                    <a:pt x="7351" y="11660"/>
                  </a:cubicBezTo>
                  <a:cubicBezTo>
                    <a:pt x="3295" y="11660"/>
                    <a:pt x="0" y="8998"/>
                    <a:pt x="0" y="5830"/>
                  </a:cubicBezTo>
                  <a:cubicBezTo>
                    <a:pt x="0" y="2661"/>
                    <a:pt x="3295" y="0"/>
                    <a:pt x="7351" y="0"/>
                  </a:cubicBezTo>
                  <a:cubicBezTo>
                    <a:pt x="11407" y="0"/>
                    <a:pt x="14702" y="2661"/>
                    <a:pt x="14702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1E64A97C-9586-17A8-C790-644C8A7EE5D0}"/>
                </a:ext>
              </a:extLst>
            </p:cNvPr>
            <p:cNvSpPr/>
            <p:nvPr/>
          </p:nvSpPr>
          <p:spPr>
            <a:xfrm>
              <a:off x="6987081" y="1670283"/>
              <a:ext cx="15462" cy="12420"/>
            </a:xfrm>
            <a:custGeom>
              <a:avLst/>
              <a:gdLst>
                <a:gd name="connsiteX0" fmla="*/ 15462 w 15462"/>
                <a:gd name="connsiteY0" fmla="*/ 6210 h 12420"/>
                <a:gd name="connsiteX1" fmla="*/ 7731 w 15462"/>
                <a:gd name="connsiteY1" fmla="*/ 12420 h 12420"/>
                <a:gd name="connsiteX2" fmla="*/ 0 w 15462"/>
                <a:gd name="connsiteY2" fmla="*/ 6210 h 12420"/>
                <a:gd name="connsiteX3" fmla="*/ 7731 w 15462"/>
                <a:gd name="connsiteY3" fmla="*/ 0 h 12420"/>
                <a:gd name="connsiteX4" fmla="*/ 15462 w 15462"/>
                <a:gd name="connsiteY4" fmla="*/ 6210 h 12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62" h="12420">
                  <a:moveTo>
                    <a:pt x="15462" y="6210"/>
                  </a:moveTo>
                  <a:cubicBezTo>
                    <a:pt x="15462" y="9632"/>
                    <a:pt x="11913" y="12420"/>
                    <a:pt x="7731" y="12420"/>
                  </a:cubicBezTo>
                  <a:cubicBezTo>
                    <a:pt x="3549" y="12420"/>
                    <a:pt x="0" y="9632"/>
                    <a:pt x="0" y="6210"/>
                  </a:cubicBezTo>
                  <a:cubicBezTo>
                    <a:pt x="0" y="2788"/>
                    <a:pt x="3422" y="0"/>
                    <a:pt x="7731" y="0"/>
                  </a:cubicBezTo>
                  <a:cubicBezTo>
                    <a:pt x="12040" y="0"/>
                    <a:pt x="15462" y="2788"/>
                    <a:pt x="15462" y="621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4FA92E17-4E56-E998-DAE9-A6357083A962}"/>
                </a:ext>
              </a:extLst>
            </p:cNvPr>
            <p:cNvSpPr/>
            <p:nvPr/>
          </p:nvSpPr>
          <p:spPr>
            <a:xfrm>
              <a:off x="7108241" y="1709318"/>
              <a:ext cx="16095" cy="12673"/>
            </a:xfrm>
            <a:custGeom>
              <a:avLst/>
              <a:gdLst>
                <a:gd name="connsiteX0" fmla="*/ 16096 w 16095"/>
                <a:gd name="connsiteY0" fmla="*/ 6337 h 12673"/>
                <a:gd name="connsiteX1" fmla="*/ 7984 w 16095"/>
                <a:gd name="connsiteY1" fmla="*/ 12674 h 12673"/>
                <a:gd name="connsiteX2" fmla="*/ 0 w 16095"/>
                <a:gd name="connsiteY2" fmla="*/ 6337 h 12673"/>
                <a:gd name="connsiteX3" fmla="*/ 7984 w 16095"/>
                <a:gd name="connsiteY3" fmla="*/ 0 h 12673"/>
                <a:gd name="connsiteX4" fmla="*/ 16096 w 16095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95" h="12673">
                  <a:moveTo>
                    <a:pt x="16096" y="6337"/>
                  </a:moveTo>
                  <a:cubicBezTo>
                    <a:pt x="16096" y="9885"/>
                    <a:pt x="12420" y="12674"/>
                    <a:pt x="7984" y="12674"/>
                  </a:cubicBezTo>
                  <a:cubicBezTo>
                    <a:pt x="3549" y="12674"/>
                    <a:pt x="0" y="9885"/>
                    <a:pt x="0" y="6337"/>
                  </a:cubicBezTo>
                  <a:cubicBezTo>
                    <a:pt x="0" y="2788"/>
                    <a:pt x="3675" y="0"/>
                    <a:pt x="7984" y="0"/>
                  </a:cubicBezTo>
                  <a:cubicBezTo>
                    <a:pt x="12294" y="0"/>
                    <a:pt x="16096" y="2788"/>
                    <a:pt x="16096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802C47B4-4C94-C1EE-92FA-22889E784165}"/>
                </a:ext>
              </a:extLst>
            </p:cNvPr>
            <p:cNvSpPr/>
            <p:nvPr/>
          </p:nvSpPr>
          <p:spPr>
            <a:xfrm>
              <a:off x="7226738" y="1753675"/>
              <a:ext cx="16095" cy="12673"/>
            </a:xfrm>
            <a:custGeom>
              <a:avLst/>
              <a:gdLst>
                <a:gd name="connsiteX0" fmla="*/ 16096 w 16095"/>
                <a:gd name="connsiteY0" fmla="*/ 6337 h 12673"/>
                <a:gd name="connsiteX1" fmla="*/ 8111 w 16095"/>
                <a:gd name="connsiteY1" fmla="*/ 12674 h 12673"/>
                <a:gd name="connsiteX2" fmla="*/ 0 w 16095"/>
                <a:gd name="connsiteY2" fmla="*/ 6337 h 12673"/>
                <a:gd name="connsiteX3" fmla="*/ 8111 w 16095"/>
                <a:gd name="connsiteY3" fmla="*/ 0 h 12673"/>
                <a:gd name="connsiteX4" fmla="*/ 16096 w 16095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95" h="12673">
                  <a:moveTo>
                    <a:pt x="16096" y="6337"/>
                  </a:moveTo>
                  <a:cubicBezTo>
                    <a:pt x="16096" y="9885"/>
                    <a:pt x="12421" y="12674"/>
                    <a:pt x="8111" y="12674"/>
                  </a:cubicBezTo>
                  <a:cubicBezTo>
                    <a:pt x="3803" y="12674"/>
                    <a:pt x="0" y="9885"/>
                    <a:pt x="0" y="6337"/>
                  </a:cubicBezTo>
                  <a:cubicBezTo>
                    <a:pt x="0" y="2788"/>
                    <a:pt x="3676" y="0"/>
                    <a:pt x="8111" y="0"/>
                  </a:cubicBezTo>
                  <a:cubicBezTo>
                    <a:pt x="12548" y="0"/>
                    <a:pt x="16096" y="2915"/>
                    <a:pt x="16096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977021F9-A721-608D-3659-BA56D91CA57F}"/>
                </a:ext>
              </a:extLst>
            </p:cNvPr>
            <p:cNvSpPr/>
            <p:nvPr/>
          </p:nvSpPr>
          <p:spPr>
            <a:xfrm>
              <a:off x="7341562" y="1802849"/>
              <a:ext cx="16982" cy="13433"/>
            </a:xfrm>
            <a:custGeom>
              <a:avLst/>
              <a:gdLst>
                <a:gd name="connsiteX0" fmla="*/ 16982 w 16982"/>
                <a:gd name="connsiteY0" fmla="*/ 6717 h 13433"/>
                <a:gd name="connsiteX1" fmla="*/ 8491 w 16982"/>
                <a:gd name="connsiteY1" fmla="*/ 13434 h 13433"/>
                <a:gd name="connsiteX2" fmla="*/ 0 w 16982"/>
                <a:gd name="connsiteY2" fmla="*/ 6717 h 13433"/>
                <a:gd name="connsiteX3" fmla="*/ 8491 w 16982"/>
                <a:gd name="connsiteY3" fmla="*/ 0 h 13433"/>
                <a:gd name="connsiteX4" fmla="*/ 16982 w 16982"/>
                <a:gd name="connsiteY4" fmla="*/ 6717 h 13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82" h="13433">
                  <a:moveTo>
                    <a:pt x="16982" y="6717"/>
                  </a:moveTo>
                  <a:cubicBezTo>
                    <a:pt x="16982" y="10392"/>
                    <a:pt x="13180" y="13434"/>
                    <a:pt x="8491" y="13434"/>
                  </a:cubicBezTo>
                  <a:cubicBezTo>
                    <a:pt x="3802" y="13434"/>
                    <a:pt x="0" y="10392"/>
                    <a:pt x="0" y="6717"/>
                  </a:cubicBezTo>
                  <a:cubicBezTo>
                    <a:pt x="0" y="3042"/>
                    <a:pt x="3802" y="0"/>
                    <a:pt x="8491" y="0"/>
                  </a:cubicBezTo>
                  <a:cubicBezTo>
                    <a:pt x="13180" y="0"/>
                    <a:pt x="16982" y="3042"/>
                    <a:pt x="16982" y="671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CDF11A63-4257-0D98-F072-A64C2DC747B9}"/>
                </a:ext>
              </a:extLst>
            </p:cNvPr>
            <p:cNvSpPr/>
            <p:nvPr/>
          </p:nvSpPr>
          <p:spPr>
            <a:xfrm>
              <a:off x="7453850" y="1857599"/>
              <a:ext cx="15968" cy="12673"/>
            </a:xfrm>
            <a:custGeom>
              <a:avLst/>
              <a:gdLst>
                <a:gd name="connsiteX0" fmla="*/ 15969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9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9" y="6337"/>
                  </a:moveTo>
                  <a:cubicBezTo>
                    <a:pt x="15969" y="9885"/>
                    <a:pt x="12420" y="12674"/>
                    <a:pt x="7984" y="12674"/>
                  </a:cubicBezTo>
                  <a:cubicBezTo>
                    <a:pt x="3548" y="12674"/>
                    <a:pt x="0" y="9885"/>
                    <a:pt x="0" y="6337"/>
                  </a:cubicBezTo>
                  <a:cubicBezTo>
                    <a:pt x="0" y="2788"/>
                    <a:pt x="3675" y="0"/>
                    <a:pt x="7984" y="0"/>
                  </a:cubicBezTo>
                  <a:cubicBezTo>
                    <a:pt x="12293" y="0"/>
                    <a:pt x="15969" y="2915"/>
                    <a:pt x="15969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91672F80-1BCA-8C09-46AE-0463262B6DA2}"/>
                </a:ext>
              </a:extLst>
            </p:cNvPr>
            <p:cNvSpPr/>
            <p:nvPr/>
          </p:nvSpPr>
          <p:spPr>
            <a:xfrm>
              <a:off x="7561068" y="1916531"/>
              <a:ext cx="16856" cy="13433"/>
            </a:xfrm>
            <a:custGeom>
              <a:avLst/>
              <a:gdLst>
                <a:gd name="connsiteX0" fmla="*/ 16856 w 16856"/>
                <a:gd name="connsiteY0" fmla="*/ 6717 h 13433"/>
                <a:gd name="connsiteX1" fmla="*/ 8365 w 16856"/>
                <a:gd name="connsiteY1" fmla="*/ 13434 h 13433"/>
                <a:gd name="connsiteX2" fmla="*/ 0 w 16856"/>
                <a:gd name="connsiteY2" fmla="*/ 6717 h 13433"/>
                <a:gd name="connsiteX3" fmla="*/ 8365 w 16856"/>
                <a:gd name="connsiteY3" fmla="*/ 0 h 13433"/>
                <a:gd name="connsiteX4" fmla="*/ 16856 w 16856"/>
                <a:gd name="connsiteY4" fmla="*/ 6717 h 13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56" h="13433">
                  <a:moveTo>
                    <a:pt x="16856" y="6717"/>
                  </a:moveTo>
                  <a:cubicBezTo>
                    <a:pt x="16856" y="10392"/>
                    <a:pt x="13054" y="13434"/>
                    <a:pt x="8365" y="13434"/>
                  </a:cubicBezTo>
                  <a:cubicBezTo>
                    <a:pt x="3676" y="13434"/>
                    <a:pt x="0" y="10392"/>
                    <a:pt x="0" y="6717"/>
                  </a:cubicBezTo>
                  <a:cubicBezTo>
                    <a:pt x="0" y="3042"/>
                    <a:pt x="3803" y="0"/>
                    <a:pt x="8365" y="0"/>
                  </a:cubicBezTo>
                  <a:cubicBezTo>
                    <a:pt x="12927" y="0"/>
                    <a:pt x="16856" y="3042"/>
                    <a:pt x="16856" y="671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EE97B4A2-E314-3C27-3430-C42C655B1135}"/>
                </a:ext>
              </a:extLst>
            </p:cNvPr>
            <p:cNvSpPr/>
            <p:nvPr/>
          </p:nvSpPr>
          <p:spPr>
            <a:xfrm>
              <a:off x="7664485" y="1980406"/>
              <a:ext cx="16982" cy="13433"/>
            </a:xfrm>
            <a:custGeom>
              <a:avLst/>
              <a:gdLst>
                <a:gd name="connsiteX0" fmla="*/ 16982 w 16982"/>
                <a:gd name="connsiteY0" fmla="*/ 6717 h 13433"/>
                <a:gd name="connsiteX1" fmla="*/ 8491 w 16982"/>
                <a:gd name="connsiteY1" fmla="*/ 13434 h 13433"/>
                <a:gd name="connsiteX2" fmla="*/ 0 w 16982"/>
                <a:gd name="connsiteY2" fmla="*/ 6717 h 13433"/>
                <a:gd name="connsiteX3" fmla="*/ 8491 w 16982"/>
                <a:gd name="connsiteY3" fmla="*/ 0 h 13433"/>
                <a:gd name="connsiteX4" fmla="*/ 16982 w 16982"/>
                <a:gd name="connsiteY4" fmla="*/ 6717 h 13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82" h="13433">
                  <a:moveTo>
                    <a:pt x="16982" y="6717"/>
                  </a:moveTo>
                  <a:cubicBezTo>
                    <a:pt x="16982" y="10392"/>
                    <a:pt x="13180" y="13434"/>
                    <a:pt x="8491" y="13434"/>
                  </a:cubicBezTo>
                  <a:cubicBezTo>
                    <a:pt x="3802" y="13434"/>
                    <a:pt x="0" y="10392"/>
                    <a:pt x="0" y="6717"/>
                  </a:cubicBezTo>
                  <a:cubicBezTo>
                    <a:pt x="0" y="3042"/>
                    <a:pt x="3802" y="0"/>
                    <a:pt x="8491" y="0"/>
                  </a:cubicBezTo>
                  <a:cubicBezTo>
                    <a:pt x="13180" y="0"/>
                    <a:pt x="16982" y="3042"/>
                    <a:pt x="16982" y="671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3FDBFAA9-F794-886C-5304-6D0540F1E39F}"/>
                </a:ext>
              </a:extLst>
            </p:cNvPr>
            <p:cNvSpPr/>
            <p:nvPr/>
          </p:nvSpPr>
          <p:spPr>
            <a:xfrm>
              <a:off x="7763212" y="2048717"/>
              <a:ext cx="16982" cy="13433"/>
            </a:xfrm>
            <a:custGeom>
              <a:avLst/>
              <a:gdLst>
                <a:gd name="connsiteX0" fmla="*/ 16983 w 16982"/>
                <a:gd name="connsiteY0" fmla="*/ 6717 h 13433"/>
                <a:gd name="connsiteX1" fmla="*/ 8491 w 16982"/>
                <a:gd name="connsiteY1" fmla="*/ 13434 h 13433"/>
                <a:gd name="connsiteX2" fmla="*/ 0 w 16982"/>
                <a:gd name="connsiteY2" fmla="*/ 6717 h 13433"/>
                <a:gd name="connsiteX3" fmla="*/ 8491 w 16982"/>
                <a:gd name="connsiteY3" fmla="*/ 0 h 13433"/>
                <a:gd name="connsiteX4" fmla="*/ 16983 w 16982"/>
                <a:gd name="connsiteY4" fmla="*/ 6717 h 13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82" h="13433">
                  <a:moveTo>
                    <a:pt x="16983" y="6717"/>
                  </a:moveTo>
                  <a:cubicBezTo>
                    <a:pt x="16983" y="10392"/>
                    <a:pt x="13181" y="13434"/>
                    <a:pt x="8491" y="13434"/>
                  </a:cubicBezTo>
                  <a:cubicBezTo>
                    <a:pt x="3802" y="13434"/>
                    <a:pt x="0" y="10392"/>
                    <a:pt x="0" y="6717"/>
                  </a:cubicBezTo>
                  <a:cubicBezTo>
                    <a:pt x="0" y="3042"/>
                    <a:pt x="3802" y="0"/>
                    <a:pt x="8491" y="0"/>
                  </a:cubicBezTo>
                  <a:cubicBezTo>
                    <a:pt x="13181" y="0"/>
                    <a:pt x="16983" y="3042"/>
                    <a:pt x="16983" y="671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FD4D49F6-11D9-7176-1735-B17531DBCE22}"/>
                </a:ext>
              </a:extLst>
            </p:cNvPr>
            <p:cNvSpPr/>
            <p:nvPr/>
          </p:nvSpPr>
          <p:spPr>
            <a:xfrm>
              <a:off x="7856870" y="2120956"/>
              <a:ext cx="17743" cy="13941"/>
            </a:xfrm>
            <a:custGeom>
              <a:avLst/>
              <a:gdLst>
                <a:gd name="connsiteX0" fmla="*/ 17743 w 17743"/>
                <a:gd name="connsiteY0" fmla="*/ 6971 h 13941"/>
                <a:gd name="connsiteX1" fmla="*/ 8872 w 17743"/>
                <a:gd name="connsiteY1" fmla="*/ 13941 h 13941"/>
                <a:gd name="connsiteX2" fmla="*/ 0 w 17743"/>
                <a:gd name="connsiteY2" fmla="*/ 6971 h 13941"/>
                <a:gd name="connsiteX3" fmla="*/ 8872 w 17743"/>
                <a:gd name="connsiteY3" fmla="*/ 0 h 13941"/>
                <a:gd name="connsiteX4" fmla="*/ 17743 w 17743"/>
                <a:gd name="connsiteY4" fmla="*/ 6971 h 1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3" h="13941">
                  <a:moveTo>
                    <a:pt x="17743" y="6971"/>
                  </a:moveTo>
                  <a:cubicBezTo>
                    <a:pt x="17743" y="10899"/>
                    <a:pt x="13815" y="13941"/>
                    <a:pt x="8872" y="13941"/>
                  </a:cubicBezTo>
                  <a:cubicBezTo>
                    <a:pt x="3929" y="13941"/>
                    <a:pt x="0" y="10773"/>
                    <a:pt x="0" y="6971"/>
                  </a:cubicBezTo>
                  <a:cubicBezTo>
                    <a:pt x="0" y="3168"/>
                    <a:pt x="3929" y="0"/>
                    <a:pt x="8872" y="0"/>
                  </a:cubicBezTo>
                  <a:cubicBezTo>
                    <a:pt x="13815" y="0"/>
                    <a:pt x="17743" y="3168"/>
                    <a:pt x="17743" y="697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62AD041A-121B-744C-ED57-6EEF086C0C11}"/>
                </a:ext>
              </a:extLst>
            </p:cNvPr>
            <p:cNvSpPr/>
            <p:nvPr/>
          </p:nvSpPr>
          <p:spPr>
            <a:xfrm>
              <a:off x="7946219" y="2197758"/>
              <a:ext cx="16856" cy="13433"/>
            </a:xfrm>
            <a:custGeom>
              <a:avLst/>
              <a:gdLst>
                <a:gd name="connsiteX0" fmla="*/ 16856 w 16856"/>
                <a:gd name="connsiteY0" fmla="*/ 6717 h 13433"/>
                <a:gd name="connsiteX1" fmla="*/ 8365 w 16856"/>
                <a:gd name="connsiteY1" fmla="*/ 13434 h 13433"/>
                <a:gd name="connsiteX2" fmla="*/ 0 w 16856"/>
                <a:gd name="connsiteY2" fmla="*/ 6717 h 13433"/>
                <a:gd name="connsiteX3" fmla="*/ 8365 w 16856"/>
                <a:gd name="connsiteY3" fmla="*/ 0 h 13433"/>
                <a:gd name="connsiteX4" fmla="*/ 16856 w 16856"/>
                <a:gd name="connsiteY4" fmla="*/ 6717 h 13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56" h="13433">
                  <a:moveTo>
                    <a:pt x="16856" y="6717"/>
                  </a:moveTo>
                  <a:cubicBezTo>
                    <a:pt x="16856" y="10392"/>
                    <a:pt x="13054" y="13434"/>
                    <a:pt x="8365" y="13434"/>
                  </a:cubicBezTo>
                  <a:cubicBezTo>
                    <a:pt x="3676" y="13434"/>
                    <a:pt x="0" y="10392"/>
                    <a:pt x="0" y="6717"/>
                  </a:cubicBezTo>
                  <a:cubicBezTo>
                    <a:pt x="0" y="3042"/>
                    <a:pt x="3802" y="0"/>
                    <a:pt x="8365" y="0"/>
                  </a:cubicBezTo>
                  <a:cubicBezTo>
                    <a:pt x="12927" y="0"/>
                    <a:pt x="16856" y="3042"/>
                    <a:pt x="16856" y="671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E5C43551-5E41-93D5-02BF-37C06850CDA4}"/>
                </a:ext>
              </a:extLst>
            </p:cNvPr>
            <p:cNvSpPr/>
            <p:nvPr/>
          </p:nvSpPr>
          <p:spPr>
            <a:xfrm>
              <a:off x="8029358" y="2277982"/>
              <a:ext cx="16982" cy="13434"/>
            </a:xfrm>
            <a:custGeom>
              <a:avLst/>
              <a:gdLst>
                <a:gd name="connsiteX0" fmla="*/ 16983 w 16982"/>
                <a:gd name="connsiteY0" fmla="*/ 6717 h 13434"/>
                <a:gd name="connsiteX1" fmla="*/ 8491 w 16982"/>
                <a:gd name="connsiteY1" fmla="*/ 13434 h 13434"/>
                <a:gd name="connsiteX2" fmla="*/ 0 w 16982"/>
                <a:gd name="connsiteY2" fmla="*/ 6717 h 13434"/>
                <a:gd name="connsiteX3" fmla="*/ 8491 w 16982"/>
                <a:gd name="connsiteY3" fmla="*/ 0 h 13434"/>
                <a:gd name="connsiteX4" fmla="*/ 16983 w 16982"/>
                <a:gd name="connsiteY4" fmla="*/ 6717 h 13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82" h="13434">
                  <a:moveTo>
                    <a:pt x="16983" y="6717"/>
                  </a:moveTo>
                  <a:cubicBezTo>
                    <a:pt x="16983" y="10392"/>
                    <a:pt x="13181" y="13434"/>
                    <a:pt x="8491" y="13434"/>
                  </a:cubicBezTo>
                  <a:cubicBezTo>
                    <a:pt x="3802" y="13434"/>
                    <a:pt x="0" y="10392"/>
                    <a:pt x="0" y="6717"/>
                  </a:cubicBezTo>
                  <a:cubicBezTo>
                    <a:pt x="0" y="3042"/>
                    <a:pt x="3802" y="0"/>
                    <a:pt x="8491" y="0"/>
                  </a:cubicBezTo>
                  <a:cubicBezTo>
                    <a:pt x="13181" y="0"/>
                    <a:pt x="16983" y="3042"/>
                    <a:pt x="16983" y="671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C8767600-BDD7-E1E7-17FB-9EA7E4B97502}"/>
                </a:ext>
              </a:extLst>
            </p:cNvPr>
            <p:cNvSpPr/>
            <p:nvPr/>
          </p:nvSpPr>
          <p:spPr>
            <a:xfrm>
              <a:off x="8107047" y="2361754"/>
              <a:ext cx="16982" cy="13434"/>
            </a:xfrm>
            <a:custGeom>
              <a:avLst/>
              <a:gdLst>
                <a:gd name="connsiteX0" fmla="*/ 16983 w 16982"/>
                <a:gd name="connsiteY0" fmla="*/ 6717 h 13434"/>
                <a:gd name="connsiteX1" fmla="*/ 8491 w 16982"/>
                <a:gd name="connsiteY1" fmla="*/ 13434 h 13434"/>
                <a:gd name="connsiteX2" fmla="*/ 0 w 16982"/>
                <a:gd name="connsiteY2" fmla="*/ 6717 h 13434"/>
                <a:gd name="connsiteX3" fmla="*/ 8491 w 16982"/>
                <a:gd name="connsiteY3" fmla="*/ 0 h 13434"/>
                <a:gd name="connsiteX4" fmla="*/ 16983 w 16982"/>
                <a:gd name="connsiteY4" fmla="*/ 6717 h 13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82" h="13434">
                  <a:moveTo>
                    <a:pt x="16983" y="6717"/>
                  </a:moveTo>
                  <a:cubicBezTo>
                    <a:pt x="16983" y="10392"/>
                    <a:pt x="13180" y="13434"/>
                    <a:pt x="8491" y="13434"/>
                  </a:cubicBezTo>
                  <a:cubicBezTo>
                    <a:pt x="3802" y="13434"/>
                    <a:pt x="0" y="10392"/>
                    <a:pt x="0" y="6717"/>
                  </a:cubicBezTo>
                  <a:cubicBezTo>
                    <a:pt x="0" y="3042"/>
                    <a:pt x="3802" y="0"/>
                    <a:pt x="8491" y="0"/>
                  </a:cubicBezTo>
                  <a:cubicBezTo>
                    <a:pt x="13180" y="0"/>
                    <a:pt x="16983" y="3042"/>
                    <a:pt x="16983" y="671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10D0779B-2111-2AFF-3E75-7C003C48CFB2}"/>
                </a:ext>
              </a:extLst>
            </p:cNvPr>
            <p:cNvSpPr/>
            <p:nvPr/>
          </p:nvSpPr>
          <p:spPr>
            <a:xfrm>
              <a:off x="8179413" y="2449202"/>
              <a:ext cx="15968" cy="12673"/>
            </a:xfrm>
            <a:custGeom>
              <a:avLst/>
              <a:gdLst>
                <a:gd name="connsiteX0" fmla="*/ 15969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9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9" y="6337"/>
                  </a:moveTo>
                  <a:cubicBezTo>
                    <a:pt x="15969" y="9885"/>
                    <a:pt x="12293" y="12674"/>
                    <a:pt x="7984" y="12674"/>
                  </a:cubicBezTo>
                  <a:cubicBezTo>
                    <a:pt x="3675" y="12674"/>
                    <a:pt x="0" y="9885"/>
                    <a:pt x="0" y="6337"/>
                  </a:cubicBezTo>
                  <a:cubicBezTo>
                    <a:pt x="0" y="2788"/>
                    <a:pt x="3548" y="0"/>
                    <a:pt x="7984" y="0"/>
                  </a:cubicBezTo>
                  <a:cubicBezTo>
                    <a:pt x="12420" y="0"/>
                    <a:pt x="15969" y="2915"/>
                    <a:pt x="15969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350F3DE3-7BF8-F676-C5B9-263DCEC91CB0}"/>
                </a:ext>
              </a:extLst>
            </p:cNvPr>
            <p:cNvSpPr/>
            <p:nvPr/>
          </p:nvSpPr>
          <p:spPr>
            <a:xfrm>
              <a:off x="8244936" y="2539185"/>
              <a:ext cx="15968" cy="12673"/>
            </a:xfrm>
            <a:custGeom>
              <a:avLst/>
              <a:gdLst>
                <a:gd name="connsiteX0" fmla="*/ 15969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9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9" y="6337"/>
                  </a:moveTo>
                  <a:cubicBezTo>
                    <a:pt x="15969" y="9886"/>
                    <a:pt x="12294" y="12674"/>
                    <a:pt x="7984" y="12674"/>
                  </a:cubicBezTo>
                  <a:cubicBezTo>
                    <a:pt x="3675" y="12674"/>
                    <a:pt x="0" y="9886"/>
                    <a:pt x="0" y="6337"/>
                  </a:cubicBezTo>
                  <a:cubicBezTo>
                    <a:pt x="0" y="2788"/>
                    <a:pt x="3549" y="0"/>
                    <a:pt x="7984" y="0"/>
                  </a:cubicBezTo>
                  <a:cubicBezTo>
                    <a:pt x="12420" y="0"/>
                    <a:pt x="15969" y="2915"/>
                    <a:pt x="15969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2E48BC21-A553-8B6F-D4F4-6EB09E7FB7EF}"/>
                </a:ext>
              </a:extLst>
            </p:cNvPr>
            <p:cNvSpPr/>
            <p:nvPr/>
          </p:nvSpPr>
          <p:spPr>
            <a:xfrm>
              <a:off x="8304248" y="2632082"/>
              <a:ext cx="15462" cy="12420"/>
            </a:xfrm>
            <a:custGeom>
              <a:avLst/>
              <a:gdLst>
                <a:gd name="connsiteX0" fmla="*/ 15462 w 15462"/>
                <a:gd name="connsiteY0" fmla="*/ 6210 h 12420"/>
                <a:gd name="connsiteX1" fmla="*/ 7731 w 15462"/>
                <a:gd name="connsiteY1" fmla="*/ 12420 h 12420"/>
                <a:gd name="connsiteX2" fmla="*/ 0 w 15462"/>
                <a:gd name="connsiteY2" fmla="*/ 6210 h 12420"/>
                <a:gd name="connsiteX3" fmla="*/ 7731 w 15462"/>
                <a:gd name="connsiteY3" fmla="*/ 0 h 12420"/>
                <a:gd name="connsiteX4" fmla="*/ 15462 w 15462"/>
                <a:gd name="connsiteY4" fmla="*/ 6210 h 12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62" h="12420">
                  <a:moveTo>
                    <a:pt x="15462" y="6210"/>
                  </a:moveTo>
                  <a:cubicBezTo>
                    <a:pt x="15462" y="9632"/>
                    <a:pt x="12040" y="12420"/>
                    <a:pt x="7731" y="12420"/>
                  </a:cubicBezTo>
                  <a:cubicBezTo>
                    <a:pt x="3422" y="12420"/>
                    <a:pt x="0" y="9632"/>
                    <a:pt x="0" y="6210"/>
                  </a:cubicBezTo>
                  <a:cubicBezTo>
                    <a:pt x="0" y="2788"/>
                    <a:pt x="3549" y="0"/>
                    <a:pt x="7731" y="0"/>
                  </a:cubicBezTo>
                  <a:cubicBezTo>
                    <a:pt x="11913" y="0"/>
                    <a:pt x="15462" y="2788"/>
                    <a:pt x="15462" y="621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725FA6A9-B266-90B9-F7A1-AB20BEC48E80}"/>
                </a:ext>
              </a:extLst>
            </p:cNvPr>
            <p:cNvSpPr/>
            <p:nvPr/>
          </p:nvSpPr>
          <p:spPr>
            <a:xfrm>
              <a:off x="8356970" y="2727388"/>
              <a:ext cx="15461" cy="12420"/>
            </a:xfrm>
            <a:custGeom>
              <a:avLst/>
              <a:gdLst>
                <a:gd name="connsiteX0" fmla="*/ 15461 w 15461"/>
                <a:gd name="connsiteY0" fmla="*/ 6210 h 12420"/>
                <a:gd name="connsiteX1" fmla="*/ 7731 w 15461"/>
                <a:gd name="connsiteY1" fmla="*/ 12420 h 12420"/>
                <a:gd name="connsiteX2" fmla="*/ 0 w 15461"/>
                <a:gd name="connsiteY2" fmla="*/ 6210 h 12420"/>
                <a:gd name="connsiteX3" fmla="*/ 7731 w 15461"/>
                <a:gd name="connsiteY3" fmla="*/ 0 h 12420"/>
                <a:gd name="connsiteX4" fmla="*/ 15461 w 15461"/>
                <a:gd name="connsiteY4" fmla="*/ 6210 h 12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61" h="12420">
                  <a:moveTo>
                    <a:pt x="15461" y="6210"/>
                  </a:moveTo>
                  <a:cubicBezTo>
                    <a:pt x="15461" y="9632"/>
                    <a:pt x="11913" y="12420"/>
                    <a:pt x="7731" y="12420"/>
                  </a:cubicBezTo>
                  <a:cubicBezTo>
                    <a:pt x="3548" y="12420"/>
                    <a:pt x="0" y="9632"/>
                    <a:pt x="0" y="6210"/>
                  </a:cubicBezTo>
                  <a:cubicBezTo>
                    <a:pt x="0" y="2788"/>
                    <a:pt x="3421" y="0"/>
                    <a:pt x="7731" y="0"/>
                  </a:cubicBezTo>
                  <a:cubicBezTo>
                    <a:pt x="12039" y="0"/>
                    <a:pt x="15461" y="2788"/>
                    <a:pt x="15461" y="621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EE546C05-0C34-CF9F-CA70-0ABEFAA51A9C}"/>
                </a:ext>
              </a:extLst>
            </p:cNvPr>
            <p:cNvSpPr/>
            <p:nvPr/>
          </p:nvSpPr>
          <p:spPr>
            <a:xfrm>
              <a:off x="8402976" y="2824721"/>
              <a:ext cx="15461" cy="12420"/>
            </a:xfrm>
            <a:custGeom>
              <a:avLst/>
              <a:gdLst>
                <a:gd name="connsiteX0" fmla="*/ 15461 w 15461"/>
                <a:gd name="connsiteY0" fmla="*/ 6210 h 12420"/>
                <a:gd name="connsiteX1" fmla="*/ 7731 w 15461"/>
                <a:gd name="connsiteY1" fmla="*/ 12420 h 12420"/>
                <a:gd name="connsiteX2" fmla="*/ 0 w 15461"/>
                <a:gd name="connsiteY2" fmla="*/ 6210 h 12420"/>
                <a:gd name="connsiteX3" fmla="*/ 7731 w 15461"/>
                <a:gd name="connsiteY3" fmla="*/ 0 h 12420"/>
                <a:gd name="connsiteX4" fmla="*/ 15461 w 15461"/>
                <a:gd name="connsiteY4" fmla="*/ 6210 h 12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61" h="12420">
                  <a:moveTo>
                    <a:pt x="15461" y="6210"/>
                  </a:moveTo>
                  <a:cubicBezTo>
                    <a:pt x="15461" y="9632"/>
                    <a:pt x="12039" y="12420"/>
                    <a:pt x="7731" y="12420"/>
                  </a:cubicBezTo>
                  <a:cubicBezTo>
                    <a:pt x="3421" y="12420"/>
                    <a:pt x="0" y="9632"/>
                    <a:pt x="0" y="6210"/>
                  </a:cubicBezTo>
                  <a:cubicBezTo>
                    <a:pt x="0" y="2788"/>
                    <a:pt x="3548" y="0"/>
                    <a:pt x="7731" y="0"/>
                  </a:cubicBezTo>
                  <a:cubicBezTo>
                    <a:pt x="11912" y="0"/>
                    <a:pt x="15461" y="2788"/>
                    <a:pt x="15461" y="621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2A46AB93-549E-BE5B-87FA-43F711B49D50}"/>
                </a:ext>
              </a:extLst>
            </p:cNvPr>
            <p:cNvSpPr/>
            <p:nvPr/>
          </p:nvSpPr>
          <p:spPr>
            <a:xfrm>
              <a:off x="8442390" y="2924335"/>
              <a:ext cx="14701" cy="11659"/>
            </a:xfrm>
            <a:custGeom>
              <a:avLst/>
              <a:gdLst>
                <a:gd name="connsiteX0" fmla="*/ 14701 w 14701"/>
                <a:gd name="connsiteY0" fmla="*/ 5830 h 11659"/>
                <a:gd name="connsiteX1" fmla="*/ 7350 w 14701"/>
                <a:gd name="connsiteY1" fmla="*/ 11660 h 11659"/>
                <a:gd name="connsiteX2" fmla="*/ 0 w 14701"/>
                <a:gd name="connsiteY2" fmla="*/ 5830 h 11659"/>
                <a:gd name="connsiteX3" fmla="*/ 7350 w 14701"/>
                <a:gd name="connsiteY3" fmla="*/ 0 h 11659"/>
                <a:gd name="connsiteX4" fmla="*/ 14701 w 14701"/>
                <a:gd name="connsiteY4" fmla="*/ 5830 h 11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01" h="11659">
                  <a:moveTo>
                    <a:pt x="14701" y="5830"/>
                  </a:moveTo>
                  <a:cubicBezTo>
                    <a:pt x="14701" y="8998"/>
                    <a:pt x="11406" y="11660"/>
                    <a:pt x="7350" y="11660"/>
                  </a:cubicBezTo>
                  <a:cubicBezTo>
                    <a:pt x="3295" y="11660"/>
                    <a:pt x="0" y="8998"/>
                    <a:pt x="0" y="5830"/>
                  </a:cubicBezTo>
                  <a:cubicBezTo>
                    <a:pt x="0" y="2662"/>
                    <a:pt x="3295" y="0"/>
                    <a:pt x="7350" y="0"/>
                  </a:cubicBezTo>
                  <a:cubicBezTo>
                    <a:pt x="11406" y="0"/>
                    <a:pt x="14701" y="2535"/>
                    <a:pt x="14701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48FE14F3-CB48-CC90-0F94-4C3983A91E1C}"/>
                </a:ext>
              </a:extLst>
            </p:cNvPr>
            <p:cNvSpPr/>
            <p:nvPr/>
          </p:nvSpPr>
          <p:spPr>
            <a:xfrm>
              <a:off x="8474962" y="3025344"/>
              <a:ext cx="13940" cy="11152"/>
            </a:xfrm>
            <a:custGeom>
              <a:avLst/>
              <a:gdLst>
                <a:gd name="connsiteX0" fmla="*/ 13941 w 13940"/>
                <a:gd name="connsiteY0" fmla="*/ 5576 h 11152"/>
                <a:gd name="connsiteX1" fmla="*/ 6970 w 13940"/>
                <a:gd name="connsiteY1" fmla="*/ 11153 h 11152"/>
                <a:gd name="connsiteX2" fmla="*/ 0 w 13940"/>
                <a:gd name="connsiteY2" fmla="*/ 5576 h 11152"/>
                <a:gd name="connsiteX3" fmla="*/ 6970 w 13940"/>
                <a:gd name="connsiteY3" fmla="*/ 0 h 11152"/>
                <a:gd name="connsiteX4" fmla="*/ 13941 w 13940"/>
                <a:gd name="connsiteY4" fmla="*/ 5576 h 11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0" h="11152">
                  <a:moveTo>
                    <a:pt x="13941" y="5576"/>
                  </a:moveTo>
                  <a:cubicBezTo>
                    <a:pt x="13941" y="8618"/>
                    <a:pt x="10772" y="11153"/>
                    <a:pt x="6970" y="11153"/>
                  </a:cubicBezTo>
                  <a:cubicBezTo>
                    <a:pt x="3168" y="11153"/>
                    <a:pt x="0" y="8745"/>
                    <a:pt x="0" y="5576"/>
                  </a:cubicBezTo>
                  <a:cubicBezTo>
                    <a:pt x="0" y="2408"/>
                    <a:pt x="3042" y="0"/>
                    <a:pt x="6970" y="0"/>
                  </a:cubicBezTo>
                  <a:cubicBezTo>
                    <a:pt x="10899" y="0"/>
                    <a:pt x="13941" y="2408"/>
                    <a:pt x="13941" y="55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4B2E79BC-7846-671C-62EB-929D7782B606}"/>
                </a:ext>
              </a:extLst>
            </p:cNvPr>
            <p:cNvSpPr/>
            <p:nvPr/>
          </p:nvSpPr>
          <p:spPr>
            <a:xfrm>
              <a:off x="8500435" y="3127747"/>
              <a:ext cx="13307" cy="10645"/>
            </a:xfrm>
            <a:custGeom>
              <a:avLst/>
              <a:gdLst>
                <a:gd name="connsiteX0" fmla="*/ 13308 w 13307"/>
                <a:gd name="connsiteY0" fmla="*/ 5323 h 10645"/>
                <a:gd name="connsiteX1" fmla="*/ 6717 w 13307"/>
                <a:gd name="connsiteY1" fmla="*/ 10646 h 10645"/>
                <a:gd name="connsiteX2" fmla="*/ 0 w 13307"/>
                <a:gd name="connsiteY2" fmla="*/ 5323 h 10645"/>
                <a:gd name="connsiteX3" fmla="*/ 6717 w 13307"/>
                <a:gd name="connsiteY3" fmla="*/ 0 h 10645"/>
                <a:gd name="connsiteX4" fmla="*/ 13308 w 13307"/>
                <a:gd name="connsiteY4" fmla="*/ 5323 h 1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07" h="10645">
                  <a:moveTo>
                    <a:pt x="13308" y="5323"/>
                  </a:moveTo>
                  <a:lnTo>
                    <a:pt x="6717" y="10646"/>
                  </a:lnTo>
                  <a:cubicBezTo>
                    <a:pt x="3042" y="10646"/>
                    <a:pt x="0" y="8238"/>
                    <a:pt x="0" y="5323"/>
                  </a:cubicBezTo>
                  <a:cubicBezTo>
                    <a:pt x="0" y="2408"/>
                    <a:pt x="3042" y="0"/>
                    <a:pt x="6717" y="0"/>
                  </a:cubicBezTo>
                  <a:cubicBezTo>
                    <a:pt x="10392" y="0"/>
                    <a:pt x="13308" y="2408"/>
                    <a:pt x="13308" y="532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FF42E19A-12AD-EF54-0FCE-9472B7A4CB9F}"/>
                </a:ext>
              </a:extLst>
            </p:cNvPr>
            <p:cNvSpPr/>
            <p:nvPr/>
          </p:nvSpPr>
          <p:spPr>
            <a:xfrm>
              <a:off x="8518812" y="3231037"/>
              <a:ext cx="12546" cy="10012"/>
            </a:xfrm>
            <a:custGeom>
              <a:avLst/>
              <a:gdLst>
                <a:gd name="connsiteX0" fmla="*/ 12547 w 12546"/>
                <a:gd name="connsiteY0" fmla="*/ 5069 h 10012"/>
                <a:gd name="connsiteX1" fmla="*/ 6337 w 12546"/>
                <a:gd name="connsiteY1" fmla="*/ 10012 h 10012"/>
                <a:gd name="connsiteX2" fmla="*/ 0 w 12546"/>
                <a:gd name="connsiteY2" fmla="*/ 5069 h 10012"/>
                <a:gd name="connsiteX3" fmla="*/ 6337 w 12546"/>
                <a:gd name="connsiteY3" fmla="*/ 0 h 10012"/>
                <a:gd name="connsiteX4" fmla="*/ 12547 w 12546"/>
                <a:gd name="connsiteY4" fmla="*/ 5069 h 1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46" h="10012">
                  <a:moveTo>
                    <a:pt x="12547" y="5069"/>
                  </a:moveTo>
                  <a:lnTo>
                    <a:pt x="6337" y="10012"/>
                  </a:lnTo>
                  <a:lnTo>
                    <a:pt x="0" y="5069"/>
                  </a:lnTo>
                  <a:lnTo>
                    <a:pt x="6337" y="0"/>
                  </a:lnTo>
                  <a:lnTo>
                    <a:pt x="12547" y="506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8DE84A73-60CA-FBA8-7054-9A5DBAA3909F}"/>
                </a:ext>
              </a:extLst>
            </p:cNvPr>
            <p:cNvSpPr/>
            <p:nvPr/>
          </p:nvSpPr>
          <p:spPr>
            <a:xfrm>
              <a:off x="8529965" y="3334960"/>
              <a:ext cx="11913" cy="9505"/>
            </a:xfrm>
            <a:custGeom>
              <a:avLst/>
              <a:gdLst>
                <a:gd name="connsiteX0" fmla="*/ 11913 w 11913"/>
                <a:gd name="connsiteY0" fmla="*/ 4690 h 9505"/>
                <a:gd name="connsiteX1" fmla="*/ 5957 w 11913"/>
                <a:gd name="connsiteY1" fmla="*/ 9505 h 9505"/>
                <a:gd name="connsiteX2" fmla="*/ 0 w 11913"/>
                <a:gd name="connsiteY2" fmla="*/ 4690 h 9505"/>
                <a:gd name="connsiteX3" fmla="*/ 5957 w 11913"/>
                <a:gd name="connsiteY3" fmla="*/ 0 h 9505"/>
                <a:gd name="connsiteX4" fmla="*/ 11913 w 11913"/>
                <a:gd name="connsiteY4" fmla="*/ 4690 h 9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13" h="9505">
                  <a:moveTo>
                    <a:pt x="11913" y="4690"/>
                  </a:moveTo>
                  <a:lnTo>
                    <a:pt x="5957" y="9505"/>
                  </a:lnTo>
                  <a:lnTo>
                    <a:pt x="0" y="4690"/>
                  </a:lnTo>
                  <a:lnTo>
                    <a:pt x="5957" y="0"/>
                  </a:lnTo>
                  <a:lnTo>
                    <a:pt x="11913" y="469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506FDEBC-910B-5EA9-0D61-04A6372D4634}"/>
                </a:ext>
              </a:extLst>
            </p:cNvPr>
            <p:cNvSpPr/>
            <p:nvPr/>
          </p:nvSpPr>
          <p:spPr>
            <a:xfrm>
              <a:off x="8658729" y="3438883"/>
              <a:ext cx="12039" cy="9505"/>
            </a:xfrm>
            <a:custGeom>
              <a:avLst/>
              <a:gdLst>
                <a:gd name="connsiteX0" fmla="*/ 12039 w 12039"/>
                <a:gd name="connsiteY0" fmla="*/ 4689 h 9505"/>
                <a:gd name="connsiteX1" fmla="*/ 6083 w 12039"/>
                <a:gd name="connsiteY1" fmla="*/ 9505 h 9505"/>
                <a:gd name="connsiteX2" fmla="*/ 0 w 12039"/>
                <a:gd name="connsiteY2" fmla="*/ 4689 h 9505"/>
                <a:gd name="connsiteX3" fmla="*/ 6083 w 12039"/>
                <a:gd name="connsiteY3" fmla="*/ 0 h 9505"/>
                <a:gd name="connsiteX4" fmla="*/ 12039 w 12039"/>
                <a:gd name="connsiteY4" fmla="*/ 4689 h 9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39" h="9505">
                  <a:moveTo>
                    <a:pt x="12039" y="4689"/>
                  </a:moveTo>
                  <a:lnTo>
                    <a:pt x="6083" y="9505"/>
                  </a:lnTo>
                  <a:lnTo>
                    <a:pt x="0" y="4689"/>
                  </a:lnTo>
                  <a:lnTo>
                    <a:pt x="6083" y="0"/>
                  </a:lnTo>
                  <a:lnTo>
                    <a:pt x="12039" y="468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F2A45C12-63FD-439D-0F17-5E7770D09F75}"/>
                </a:ext>
              </a:extLst>
            </p:cNvPr>
            <p:cNvSpPr/>
            <p:nvPr/>
          </p:nvSpPr>
          <p:spPr>
            <a:xfrm>
              <a:off x="8655686" y="3543060"/>
              <a:ext cx="11279" cy="8998"/>
            </a:xfrm>
            <a:custGeom>
              <a:avLst/>
              <a:gdLst>
                <a:gd name="connsiteX0" fmla="*/ 11280 w 11279"/>
                <a:gd name="connsiteY0" fmla="*/ 4562 h 8998"/>
                <a:gd name="connsiteX1" fmla="*/ 5703 w 11279"/>
                <a:gd name="connsiteY1" fmla="*/ 8998 h 8998"/>
                <a:gd name="connsiteX2" fmla="*/ 0 w 11279"/>
                <a:gd name="connsiteY2" fmla="*/ 4562 h 8998"/>
                <a:gd name="connsiteX3" fmla="*/ 5703 w 11279"/>
                <a:gd name="connsiteY3" fmla="*/ 0 h 8998"/>
                <a:gd name="connsiteX4" fmla="*/ 11280 w 11279"/>
                <a:gd name="connsiteY4" fmla="*/ 4562 h 8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79" h="8998">
                  <a:moveTo>
                    <a:pt x="11280" y="4562"/>
                  </a:moveTo>
                  <a:lnTo>
                    <a:pt x="5703" y="8998"/>
                  </a:lnTo>
                  <a:lnTo>
                    <a:pt x="0" y="4562"/>
                  </a:lnTo>
                  <a:lnTo>
                    <a:pt x="5703" y="0"/>
                  </a:lnTo>
                  <a:lnTo>
                    <a:pt x="11280" y="456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73E615DD-33F0-0F6F-EF34-9AE5F0C91D0F}"/>
                </a:ext>
              </a:extLst>
            </p:cNvPr>
            <p:cNvSpPr/>
            <p:nvPr/>
          </p:nvSpPr>
          <p:spPr>
            <a:xfrm>
              <a:off x="8645675" y="3646984"/>
              <a:ext cx="10646" cy="8491"/>
            </a:xfrm>
            <a:custGeom>
              <a:avLst/>
              <a:gdLst>
                <a:gd name="connsiteX0" fmla="*/ 10646 w 10646"/>
                <a:gd name="connsiteY0" fmla="*/ 4182 h 8491"/>
                <a:gd name="connsiteX1" fmla="*/ 5323 w 10646"/>
                <a:gd name="connsiteY1" fmla="*/ 8491 h 8491"/>
                <a:gd name="connsiteX2" fmla="*/ 0 w 10646"/>
                <a:gd name="connsiteY2" fmla="*/ 4182 h 8491"/>
                <a:gd name="connsiteX3" fmla="*/ 5323 w 10646"/>
                <a:gd name="connsiteY3" fmla="*/ 0 h 8491"/>
                <a:gd name="connsiteX4" fmla="*/ 10646 w 10646"/>
                <a:gd name="connsiteY4" fmla="*/ 4182 h 8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46" h="8491">
                  <a:moveTo>
                    <a:pt x="10646" y="4182"/>
                  </a:moveTo>
                  <a:lnTo>
                    <a:pt x="5323" y="8491"/>
                  </a:lnTo>
                  <a:lnTo>
                    <a:pt x="0" y="4182"/>
                  </a:lnTo>
                  <a:lnTo>
                    <a:pt x="5323" y="0"/>
                  </a:lnTo>
                  <a:lnTo>
                    <a:pt x="10646" y="41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78B14DE4-16F4-BD4A-C5A3-6ECA97654DF9}"/>
                </a:ext>
              </a:extLst>
            </p:cNvPr>
            <p:cNvSpPr/>
            <p:nvPr/>
          </p:nvSpPr>
          <p:spPr>
            <a:xfrm>
              <a:off x="8628945" y="3750400"/>
              <a:ext cx="9885" cy="7857"/>
            </a:xfrm>
            <a:custGeom>
              <a:avLst/>
              <a:gdLst>
                <a:gd name="connsiteX0" fmla="*/ 9886 w 9885"/>
                <a:gd name="connsiteY0" fmla="*/ 3929 h 7857"/>
                <a:gd name="connsiteX1" fmla="*/ 4943 w 9885"/>
                <a:gd name="connsiteY1" fmla="*/ 7858 h 7857"/>
                <a:gd name="connsiteX2" fmla="*/ 0 w 9885"/>
                <a:gd name="connsiteY2" fmla="*/ 3929 h 7857"/>
                <a:gd name="connsiteX3" fmla="*/ 4943 w 9885"/>
                <a:gd name="connsiteY3" fmla="*/ 0 h 7857"/>
                <a:gd name="connsiteX4" fmla="*/ 9886 w 9885"/>
                <a:gd name="connsiteY4" fmla="*/ 3929 h 7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85" h="7857">
                  <a:moveTo>
                    <a:pt x="9886" y="3929"/>
                  </a:moveTo>
                  <a:lnTo>
                    <a:pt x="4943" y="7858"/>
                  </a:lnTo>
                  <a:lnTo>
                    <a:pt x="0" y="3929"/>
                  </a:lnTo>
                  <a:lnTo>
                    <a:pt x="4943" y="0"/>
                  </a:lnTo>
                  <a:lnTo>
                    <a:pt x="9886" y="392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A2F25ED5-A81C-0402-DD4B-95FE0360FD56}"/>
                </a:ext>
              </a:extLst>
            </p:cNvPr>
            <p:cNvSpPr/>
            <p:nvPr/>
          </p:nvSpPr>
          <p:spPr>
            <a:xfrm>
              <a:off x="8605373" y="3852930"/>
              <a:ext cx="9251" cy="7350"/>
            </a:xfrm>
            <a:custGeom>
              <a:avLst/>
              <a:gdLst>
                <a:gd name="connsiteX0" fmla="*/ 9251 w 9251"/>
                <a:gd name="connsiteY0" fmla="*/ 3675 h 7350"/>
                <a:gd name="connsiteX1" fmla="*/ 4689 w 9251"/>
                <a:gd name="connsiteY1" fmla="*/ 7351 h 7350"/>
                <a:gd name="connsiteX2" fmla="*/ 0 w 9251"/>
                <a:gd name="connsiteY2" fmla="*/ 3675 h 7350"/>
                <a:gd name="connsiteX3" fmla="*/ 4689 w 9251"/>
                <a:gd name="connsiteY3" fmla="*/ 0 h 7350"/>
                <a:gd name="connsiteX4" fmla="*/ 9251 w 9251"/>
                <a:gd name="connsiteY4" fmla="*/ 3675 h 7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51" h="7350">
                  <a:moveTo>
                    <a:pt x="9251" y="3675"/>
                  </a:moveTo>
                  <a:lnTo>
                    <a:pt x="4689" y="7351"/>
                  </a:lnTo>
                  <a:lnTo>
                    <a:pt x="0" y="3675"/>
                  </a:lnTo>
                  <a:lnTo>
                    <a:pt x="4689" y="0"/>
                  </a:lnTo>
                  <a:lnTo>
                    <a:pt x="9251" y="367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4354289D-98A9-7A30-A214-7FDA426F6FBA}"/>
                </a:ext>
              </a:extLst>
            </p:cNvPr>
            <p:cNvSpPr/>
            <p:nvPr/>
          </p:nvSpPr>
          <p:spPr>
            <a:xfrm>
              <a:off x="8575463" y="3954572"/>
              <a:ext cx="7857" cy="6209"/>
            </a:xfrm>
            <a:custGeom>
              <a:avLst/>
              <a:gdLst>
                <a:gd name="connsiteX0" fmla="*/ 7858 w 7857"/>
                <a:gd name="connsiteY0" fmla="*/ 3168 h 6209"/>
                <a:gd name="connsiteX1" fmla="*/ 3929 w 7857"/>
                <a:gd name="connsiteY1" fmla="*/ 6210 h 6209"/>
                <a:gd name="connsiteX2" fmla="*/ 0 w 7857"/>
                <a:gd name="connsiteY2" fmla="*/ 3168 h 6209"/>
                <a:gd name="connsiteX3" fmla="*/ 3929 w 7857"/>
                <a:gd name="connsiteY3" fmla="*/ 0 h 6209"/>
                <a:gd name="connsiteX4" fmla="*/ 7858 w 7857"/>
                <a:gd name="connsiteY4" fmla="*/ 3168 h 6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57" h="6209">
                  <a:moveTo>
                    <a:pt x="7858" y="3168"/>
                  </a:moveTo>
                  <a:lnTo>
                    <a:pt x="3929" y="6210"/>
                  </a:lnTo>
                  <a:lnTo>
                    <a:pt x="0" y="3168"/>
                  </a:lnTo>
                  <a:lnTo>
                    <a:pt x="3929" y="0"/>
                  </a:lnTo>
                  <a:lnTo>
                    <a:pt x="7858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8182639F-7A08-300C-212E-69E97B20F46C}"/>
                </a:ext>
              </a:extLst>
            </p:cNvPr>
            <p:cNvSpPr/>
            <p:nvPr/>
          </p:nvSpPr>
          <p:spPr>
            <a:xfrm>
              <a:off x="8538583" y="4054566"/>
              <a:ext cx="7224" cy="5703"/>
            </a:xfrm>
            <a:custGeom>
              <a:avLst/>
              <a:gdLst>
                <a:gd name="connsiteX0" fmla="*/ 7224 w 7224"/>
                <a:gd name="connsiteY0" fmla="*/ 2788 h 5703"/>
                <a:gd name="connsiteX1" fmla="*/ 3676 w 7224"/>
                <a:gd name="connsiteY1" fmla="*/ 5703 h 5703"/>
                <a:gd name="connsiteX2" fmla="*/ 0 w 7224"/>
                <a:gd name="connsiteY2" fmla="*/ 2788 h 5703"/>
                <a:gd name="connsiteX3" fmla="*/ 3676 w 7224"/>
                <a:gd name="connsiteY3" fmla="*/ 0 h 5703"/>
                <a:gd name="connsiteX4" fmla="*/ 7224 w 7224"/>
                <a:gd name="connsiteY4" fmla="*/ 2788 h 5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24" h="5703">
                  <a:moveTo>
                    <a:pt x="7224" y="2788"/>
                  </a:moveTo>
                  <a:lnTo>
                    <a:pt x="3676" y="5703"/>
                  </a:lnTo>
                  <a:lnTo>
                    <a:pt x="0" y="2788"/>
                  </a:lnTo>
                  <a:lnTo>
                    <a:pt x="3676" y="0"/>
                  </a:lnTo>
                  <a:lnTo>
                    <a:pt x="7224" y="278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D6AFD36C-3616-10E5-9026-85D2FBD8B560}"/>
                </a:ext>
              </a:extLst>
            </p:cNvPr>
            <p:cNvSpPr/>
            <p:nvPr/>
          </p:nvSpPr>
          <p:spPr>
            <a:xfrm>
              <a:off x="8495112" y="4152787"/>
              <a:ext cx="6590" cy="5196"/>
            </a:xfrm>
            <a:custGeom>
              <a:avLst/>
              <a:gdLst>
                <a:gd name="connsiteX0" fmla="*/ 6591 w 6590"/>
                <a:gd name="connsiteY0" fmla="*/ 2535 h 5196"/>
                <a:gd name="connsiteX1" fmla="*/ 3295 w 6590"/>
                <a:gd name="connsiteY1" fmla="*/ 5196 h 5196"/>
                <a:gd name="connsiteX2" fmla="*/ 0 w 6590"/>
                <a:gd name="connsiteY2" fmla="*/ 2535 h 5196"/>
                <a:gd name="connsiteX3" fmla="*/ 3295 w 6590"/>
                <a:gd name="connsiteY3" fmla="*/ 0 h 5196"/>
                <a:gd name="connsiteX4" fmla="*/ 6591 w 6590"/>
                <a:gd name="connsiteY4" fmla="*/ 2535 h 5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90" h="5196">
                  <a:moveTo>
                    <a:pt x="6591" y="2535"/>
                  </a:moveTo>
                  <a:lnTo>
                    <a:pt x="3295" y="5196"/>
                  </a:lnTo>
                  <a:lnTo>
                    <a:pt x="0" y="2535"/>
                  </a:lnTo>
                  <a:lnTo>
                    <a:pt x="3295" y="0"/>
                  </a:lnTo>
                  <a:lnTo>
                    <a:pt x="6591" y="253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822DC9F6-1C25-452B-2AD2-9906C377982F}"/>
                </a:ext>
              </a:extLst>
            </p:cNvPr>
            <p:cNvSpPr/>
            <p:nvPr/>
          </p:nvSpPr>
          <p:spPr>
            <a:xfrm>
              <a:off x="8445559" y="4249360"/>
              <a:ext cx="5322" cy="4182"/>
            </a:xfrm>
            <a:custGeom>
              <a:avLst/>
              <a:gdLst>
                <a:gd name="connsiteX0" fmla="*/ 5323 w 5322"/>
                <a:gd name="connsiteY0" fmla="*/ 2028 h 4182"/>
                <a:gd name="connsiteX1" fmla="*/ 2661 w 5322"/>
                <a:gd name="connsiteY1" fmla="*/ 4182 h 4182"/>
                <a:gd name="connsiteX2" fmla="*/ 0 w 5322"/>
                <a:gd name="connsiteY2" fmla="*/ 2028 h 4182"/>
                <a:gd name="connsiteX3" fmla="*/ 2661 w 5322"/>
                <a:gd name="connsiteY3" fmla="*/ 0 h 4182"/>
                <a:gd name="connsiteX4" fmla="*/ 5323 w 5322"/>
                <a:gd name="connsiteY4" fmla="*/ 2028 h 4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22" h="4182">
                  <a:moveTo>
                    <a:pt x="5323" y="2028"/>
                  </a:moveTo>
                  <a:lnTo>
                    <a:pt x="2661" y="4182"/>
                  </a:lnTo>
                  <a:lnTo>
                    <a:pt x="0" y="2028"/>
                  </a:lnTo>
                  <a:lnTo>
                    <a:pt x="2661" y="0"/>
                  </a:lnTo>
                  <a:lnTo>
                    <a:pt x="5323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F0E62805-C6CE-EE55-328C-7C63E535F890}"/>
                </a:ext>
              </a:extLst>
            </p:cNvPr>
            <p:cNvSpPr/>
            <p:nvPr/>
          </p:nvSpPr>
          <p:spPr>
            <a:xfrm>
              <a:off x="8389415" y="4343398"/>
              <a:ext cx="4816" cy="3802"/>
            </a:xfrm>
            <a:custGeom>
              <a:avLst/>
              <a:gdLst>
                <a:gd name="connsiteX0" fmla="*/ 4816 w 4816"/>
                <a:gd name="connsiteY0" fmla="*/ 1901 h 3802"/>
                <a:gd name="connsiteX1" fmla="*/ 2408 w 4816"/>
                <a:gd name="connsiteY1" fmla="*/ 3802 h 3802"/>
                <a:gd name="connsiteX2" fmla="*/ 0 w 4816"/>
                <a:gd name="connsiteY2" fmla="*/ 1901 h 3802"/>
                <a:gd name="connsiteX3" fmla="*/ 2408 w 4816"/>
                <a:gd name="connsiteY3" fmla="*/ 0 h 3802"/>
                <a:gd name="connsiteX4" fmla="*/ 4816 w 4816"/>
                <a:gd name="connsiteY4" fmla="*/ 1901 h 3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16" h="3802">
                  <a:moveTo>
                    <a:pt x="4816" y="1901"/>
                  </a:moveTo>
                  <a:lnTo>
                    <a:pt x="2408" y="3802"/>
                  </a:lnTo>
                  <a:lnTo>
                    <a:pt x="0" y="1901"/>
                  </a:lnTo>
                  <a:lnTo>
                    <a:pt x="2408" y="0"/>
                  </a:lnTo>
                  <a:lnTo>
                    <a:pt x="4816" y="190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13E8B03C-5B7B-A423-0CD2-342EA035B607}"/>
                </a:ext>
              </a:extLst>
            </p:cNvPr>
            <p:cNvSpPr/>
            <p:nvPr/>
          </p:nvSpPr>
          <p:spPr>
            <a:xfrm>
              <a:off x="8327441" y="4435281"/>
              <a:ext cx="3548" cy="2788"/>
            </a:xfrm>
            <a:custGeom>
              <a:avLst/>
              <a:gdLst>
                <a:gd name="connsiteX0" fmla="*/ 3548 w 3548"/>
                <a:gd name="connsiteY0" fmla="*/ 1394 h 2788"/>
                <a:gd name="connsiteX1" fmla="*/ 1774 w 3548"/>
                <a:gd name="connsiteY1" fmla="*/ 2788 h 2788"/>
                <a:gd name="connsiteX2" fmla="*/ 0 w 3548"/>
                <a:gd name="connsiteY2" fmla="*/ 1394 h 2788"/>
                <a:gd name="connsiteX3" fmla="*/ 1774 w 3548"/>
                <a:gd name="connsiteY3" fmla="*/ 0 h 2788"/>
                <a:gd name="connsiteX4" fmla="*/ 3548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8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8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2479DF0F-ADC6-CD0E-DCF9-CEA385665B46}"/>
                </a:ext>
              </a:extLst>
            </p:cNvPr>
            <p:cNvSpPr/>
            <p:nvPr/>
          </p:nvSpPr>
          <p:spPr>
            <a:xfrm>
              <a:off x="8259257" y="4524123"/>
              <a:ext cx="2914" cy="2408"/>
            </a:xfrm>
            <a:custGeom>
              <a:avLst/>
              <a:gdLst>
                <a:gd name="connsiteX0" fmla="*/ 2915 w 2914"/>
                <a:gd name="connsiteY0" fmla="*/ 1267 h 2408"/>
                <a:gd name="connsiteX1" fmla="*/ 1521 w 2914"/>
                <a:gd name="connsiteY1" fmla="*/ 2408 h 2408"/>
                <a:gd name="connsiteX2" fmla="*/ 0 w 2914"/>
                <a:gd name="connsiteY2" fmla="*/ 1267 h 2408"/>
                <a:gd name="connsiteX3" fmla="*/ 1521 w 2914"/>
                <a:gd name="connsiteY3" fmla="*/ 0 h 2408"/>
                <a:gd name="connsiteX4" fmla="*/ 2915 w 2914"/>
                <a:gd name="connsiteY4" fmla="*/ 1267 h 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" h="2408">
                  <a:moveTo>
                    <a:pt x="2915" y="1267"/>
                  </a:moveTo>
                  <a:lnTo>
                    <a:pt x="1521" y="2408"/>
                  </a:lnTo>
                  <a:lnTo>
                    <a:pt x="0" y="1267"/>
                  </a:lnTo>
                  <a:lnTo>
                    <a:pt x="1521" y="0"/>
                  </a:lnTo>
                  <a:lnTo>
                    <a:pt x="2915" y="126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E11E88F9-28F7-3350-71CF-D99F4FD79B0D}"/>
                </a:ext>
              </a:extLst>
            </p:cNvPr>
            <p:cNvSpPr/>
            <p:nvPr/>
          </p:nvSpPr>
          <p:spPr>
            <a:xfrm>
              <a:off x="8185369" y="4610177"/>
              <a:ext cx="2281" cy="1774"/>
            </a:xfrm>
            <a:custGeom>
              <a:avLst/>
              <a:gdLst>
                <a:gd name="connsiteX0" fmla="*/ 2281 w 2281"/>
                <a:gd name="connsiteY0" fmla="*/ 887 h 1774"/>
                <a:gd name="connsiteX1" fmla="*/ 1141 w 2281"/>
                <a:gd name="connsiteY1" fmla="*/ 1774 h 1774"/>
                <a:gd name="connsiteX2" fmla="*/ 0 w 2281"/>
                <a:gd name="connsiteY2" fmla="*/ 887 h 1774"/>
                <a:gd name="connsiteX3" fmla="*/ 1141 w 2281"/>
                <a:gd name="connsiteY3" fmla="*/ 0 h 1774"/>
                <a:gd name="connsiteX4" fmla="*/ 2281 w 2281"/>
                <a:gd name="connsiteY4" fmla="*/ 887 h 1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1" h="1774">
                  <a:moveTo>
                    <a:pt x="2281" y="887"/>
                  </a:moveTo>
                  <a:lnTo>
                    <a:pt x="1141" y="1774"/>
                  </a:lnTo>
                  <a:lnTo>
                    <a:pt x="0" y="887"/>
                  </a:lnTo>
                  <a:lnTo>
                    <a:pt x="1141" y="0"/>
                  </a:lnTo>
                  <a:lnTo>
                    <a:pt x="2281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319D2101-2F0A-E5F8-98EA-6750DCCA286C}"/>
                </a:ext>
              </a:extLst>
            </p:cNvPr>
            <p:cNvSpPr/>
            <p:nvPr/>
          </p:nvSpPr>
          <p:spPr>
            <a:xfrm>
              <a:off x="8105780" y="4692936"/>
              <a:ext cx="1773" cy="1267"/>
            </a:xfrm>
            <a:custGeom>
              <a:avLst/>
              <a:gdLst>
                <a:gd name="connsiteX0" fmla="*/ 1774 w 1773"/>
                <a:gd name="connsiteY0" fmla="*/ 634 h 1267"/>
                <a:gd name="connsiteX1" fmla="*/ 887 w 1773"/>
                <a:gd name="connsiteY1" fmla="*/ 1267 h 1267"/>
                <a:gd name="connsiteX2" fmla="*/ 0 w 1773"/>
                <a:gd name="connsiteY2" fmla="*/ 634 h 1267"/>
                <a:gd name="connsiteX3" fmla="*/ 887 w 1773"/>
                <a:gd name="connsiteY3" fmla="*/ 0 h 1267"/>
                <a:gd name="connsiteX4" fmla="*/ 1774 w 1773"/>
                <a:gd name="connsiteY4" fmla="*/ 634 h 1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3" h="1267">
                  <a:moveTo>
                    <a:pt x="1774" y="634"/>
                  </a:moveTo>
                  <a:lnTo>
                    <a:pt x="887" y="1267"/>
                  </a:lnTo>
                  <a:lnTo>
                    <a:pt x="0" y="634"/>
                  </a:lnTo>
                  <a:lnTo>
                    <a:pt x="887" y="0"/>
                  </a:lnTo>
                  <a:lnTo>
                    <a:pt x="1774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6F86A01E-8B92-8441-F5C3-FF47D3D35A19}"/>
                </a:ext>
              </a:extLst>
            </p:cNvPr>
            <p:cNvSpPr/>
            <p:nvPr/>
          </p:nvSpPr>
          <p:spPr>
            <a:xfrm>
              <a:off x="8021120" y="4772399"/>
              <a:ext cx="886" cy="507"/>
            </a:xfrm>
            <a:custGeom>
              <a:avLst/>
              <a:gdLst>
                <a:gd name="connsiteX0" fmla="*/ 886 w 886"/>
                <a:gd name="connsiteY0" fmla="*/ 253 h 507"/>
                <a:gd name="connsiteX1" fmla="*/ 380 w 886"/>
                <a:gd name="connsiteY1" fmla="*/ 507 h 507"/>
                <a:gd name="connsiteX2" fmla="*/ 0 w 886"/>
                <a:gd name="connsiteY2" fmla="*/ 253 h 507"/>
                <a:gd name="connsiteX3" fmla="*/ 380 w 886"/>
                <a:gd name="connsiteY3" fmla="*/ 0 h 507"/>
                <a:gd name="connsiteX4" fmla="*/ 886 w 886"/>
                <a:gd name="connsiteY4" fmla="*/ 253 h 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" h="507">
                  <a:moveTo>
                    <a:pt x="886" y="253"/>
                  </a:moveTo>
                  <a:lnTo>
                    <a:pt x="380" y="507"/>
                  </a:lnTo>
                  <a:lnTo>
                    <a:pt x="0" y="253"/>
                  </a:lnTo>
                  <a:lnTo>
                    <a:pt x="380" y="0"/>
                  </a:lnTo>
                  <a:lnTo>
                    <a:pt x="886" y="25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8B3F00B1-C4E9-9C16-F525-DA67FC1E88E9}"/>
                </a:ext>
              </a:extLst>
            </p:cNvPr>
            <p:cNvSpPr/>
            <p:nvPr/>
          </p:nvSpPr>
          <p:spPr>
            <a:xfrm>
              <a:off x="7835452" y="4919159"/>
              <a:ext cx="1393" cy="1014"/>
            </a:xfrm>
            <a:custGeom>
              <a:avLst/>
              <a:gdLst>
                <a:gd name="connsiteX0" fmla="*/ 1394 w 1393"/>
                <a:gd name="connsiteY0" fmla="*/ 507 h 1014"/>
                <a:gd name="connsiteX1" fmla="*/ 760 w 1393"/>
                <a:gd name="connsiteY1" fmla="*/ 1014 h 1014"/>
                <a:gd name="connsiteX2" fmla="*/ 0 w 1393"/>
                <a:gd name="connsiteY2" fmla="*/ 507 h 1014"/>
                <a:gd name="connsiteX3" fmla="*/ 760 w 1393"/>
                <a:gd name="connsiteY3" fmla="*/ 0 h 1014"/>
                <a:gd name="connsiteX4" fmla="*/ 1394 w 1393"/>
                <a:gd name="connsiteY4" fmla="*/ 507 h 1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3" h="1014">
                  <a:moveTo>
                    <a:pt x="1394" y="507"/>
                  </a:moveTo>
                  <a:lnTo>
                    <a:pt x="760" y="1014"/>
                  </a:lnTo>
                  <a:lnTo>
                    <a:pt x="0" y="507"/>
                  </a:lnTo>
                  <a:lnTo>
                    <a:pt x="760" y="0"/>
                  </a:lnTo>
                  <a:lnTo>
                    <a:pt x="1394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38C9B6F6-E4A0-A9F5-233F-265C7640CC97}"/>
                </a:ext>
              </a:extLst>
            </p:cNvPr>
            <p:cNvSpPr/>
            <p:nvPr/>
          </p:nvSpPr>
          <p:spPr>
            <a:xfrm>
              <a:off x="7735837" y="4986583"/>
              <a:ext cx="1393" cy="1140"/>
            </a:xfrm>
            <a:custGeom>
              <a:avLst/>
              <a:gdLst>
                <a:gd name="connsiteX0" fmla="*/ 1394 w 1393"/>
                <a:gd name="connsiteY0" fmla="*/ 634 h 1140"/>
                <a:gd name="connsiteX1" fmla="*/ 634 w 1393"/>
                <a:gd name="connsiteY1" fmla="*/ 1141 h 1140"/>
                <a:gd name="connsiteX2" fmla="*/ 0 w 1393"/>
                <a:gd name="connsiteY2" fmla="*/ 634 h 1140"/>
                <a:gd name="connsiteX3" fmla="*/ 634 w 1393"/>
                <a:gd name="connsiteY3" fmla="*/ 0 h 1140"/>
                <a:gd name="connsiteX4" fmla="*/ 1394 w 1393"/>
                <a:gd name="connsiteY4" fmla="*/ 634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3" h="1140">
                  <a:moveTo>
                    <a:pt x="1394" y="634"/>
                  </a:moveTo>
                  <a:lnTo>
                    <a:pt x="634" y="1141"/>
                  </a:lnTo>
                  <a:lnTo>
                    <a:pt x="0" y="634"/>
                  </a:lnTo>
                  <a:lnTo>
                    <a:pt x="634" y="0"/>
                  </a:lnTo>
                  <a:lnTo>
                    <a:pt x="1394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3C2C4C9C-9DC8-E4E5-5296-E952900DE096}"/>
                </a:ext>
              </a:extLst>
            </p:cNvPr>
            <p:cNvSpPr/>
            <p:nvPr/>
          </p:nvSpPr>
          <p:spPr>
            <a:xfrm>
              <a:off x="7631026" y="5049317"/>
              <a:ext cx="2914" cy="2281"/>
            </a:xfrm>
            <a:custGeom>
              <a:avLst/>
              <a:gdLst>
                <a:gd name="connsiteX0" fmla="*/ 2915 w 2914"/>
                <a:gd name="connsiteY0" fmla="*/ 1141 h 2281"/>
                <a:gd name="connsiteX1" fmla="*/ 1521 w 2914"/>
                <a:gd name="connsiteY1" fmla="*/ 2281 h 2281"/>
                <a:gd name="connsiteX2" fmla="*/ 0 w 2914"/>
                <a:gd name="connsiteY2" fmla="*/ 1141 h 2281"/>
                <a:gd name="connsiteX3" fmla="*/ 1521 w 2914"/>
                <a:gd name="connsiteY3" fmla="*/ 0 h 2281"/>
                <a:gd name="connsiteX4" fmla="*/ 2915 w 2914"/>
                <a:gd name="connsiteY4" fmla="*/ 1141 h 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" h="2281">
                  <a:moveTo>
                    <a:pt x="2915" y="1141"/>
                  </a:moveTo>
                  <a:lnTo>
                    <a:pt x="1521" y="2281"/>
                  </a:lnTo>
                  <a:lnTo>
                    <a:pt x="0" y="1141"/>
                  </a:lnTo>
                  <a:lnTo>
                    <a:pt x="1521" y="0"/>
                  </a:lnTo>
                  <a:lnTo>
                    <a:pt x="2915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92975251-7375-12CF-5D30-28DBEFE2D659}"/>
                </a:ext>
              </a:extLst>
            </p:cNvPr>
            <p:cNvSpPr/>
            <p:nvPr/>
          </p:nvSpPr>
          <p:spPr>
            <a:xfrm>
              <a:off x="7522667" y="5107996"/>
              <a:ext cx="3548" cy="2788"/>
            </a:xfrm>
            <a:custGeom>
              <a:avLst/>
              <a:gdLst>
                <a:gd name="connsiteX0" fmla="*/ 3548 w 3548"/>
                <a:gd name="connsiteY0" fmla="*/ 1394 h 2788"/>
                <a:gd name="connsiteX1" fmla="*/ 1774 w 3548"/>
                <a:gd name="connsiteY1" fmla="*/ 2788 h 2788"/>
                <a:gd name="connsiteX2" fmla="*/ 0 w 3548"/>
                <a:gd name="connsiteY2" fmla="*/ 1394 h 2788"/>
                <a:gd name="connsiteX3" fmla="*/ 1774 w 3548"/>
                <a:gd name="connsiteY3" fmla="*/ 0 h 2788"/>
                <a:gd name="connsiteX4" fmla="*/ 3548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8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8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F05CD3B6-2EC8-06BA-ED7C-C03D923A5644}"/>
                </a:ext>
              </a:extLst>
            </p:cNvPr>
            <p:cNvSpPr/>
            <p:nvPr/>
          </p:nvSpPr>
          <p:spPr>
            <a:xfrm>
              <a:off x="7410126" y="5161732"/>
              <a:ext cx="5069" cy="3928"/>
            </a:xfrm>
            <a:custGeom>
              <a:avLst/>
              <a:gdLst>
                <a:gd name="connsiteX0" fmla="*/ 5070 w 5069"/>
                <a:gd name="connsiteY0" fmla="*/ 1901 h 3928"/>
                <a:gd name="connsiteX1" fmla="*/ 2535 w 5069"/>
                <a:gd name="connsiteY1" fmla="*/ 3929 h 3928"/>
                <a:gd name="connsiteX2" fmla="*/ 0 w 5069"/>
                <a:gd name="connsiteY2" fmla="*/ 1901 h 3928"/>
                <a:gd name="connsiteX3" fmla="*/ 2535 w 5069"/>
                <a:gd name="connsiteY3" fmla="*/ 0 h 3928"/>
                <a:gd name="connsiteX4" fmla="*/ 5070 w 5069"/>
                <a:gd name="connsiteY4" fmla="*/ 1901 h 3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9" h="3928">
                  <a:moveTo>
                    <a:pt x="5070" y="1901"/>
                  </a:moveTo>
                  <a:lnTo>
                    <a:pt x="2535" y="3929"/>
                  </a:lnTo>
                  <a:lnTo>
                    <a:pt x="0" y="1901"/>
                  </a:lnTo>
                  <a:lnTo>
                    <a:pt x="2535" y="0"/>
                  </a:lnTo>
                  <a:lnTo>
                    <a:pt x="5070" y="190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91D8A2DE-A7DA-84B5-4082-4F51B3BFDEF5}"/>
                </a:ext>
              </a:extLst>
            </p:cNvPr>
            <p:cNvSpPr/>
            <p:nvPr/>
          </p:nvSpPr>
          <p:spPr>
            <a:xfrm>
              <a:off x="7294543" y="5211032"/>
              <a:ext cx="5703" cy="4562"/>
            </a:xfrm>
            <a:custGeom>
              <a:avLst/>
              <a:gdLst>
                <a:gd name="connsiteX0" fmla="*/ 5703 w 5703"/>
                <a:gd name="connsiteY0" fmla="*/ 2282 h 4562"/>
                <a:gd name="connsiteX1" fmla="*/ 2915 w 5703"/>
                <a:gd name="connsiteY1" fmla="*/ 4563 h 4562"/>
                <a:gd name="connsiteX2" fmla="*/ 0 w 5703"/>
                <a:gd name="connsiteY2" fmla="*/ 2282 h 4562"/>
                <a:gd name="connsiteX3" fmla="*/ 2915 w 5703"/>
                <a:gd name="connsiteY3" fmla="*/ 0 h 4562"/>
                <a:gd name="connsiteX4" fmla="*/ 5703 w 5703"/>
                <a:gd name="connsiteY4" fmla="*/ 2282 h 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03" h="4562">
                  <a:moveTo>
                    <a:pt x="5703" y="2282"/>
                  </a:moveTo>
                  <a:lnTo>
                    <a:pt x="2915" y="4563"/>
                  </a:lnTo>
                  <a:lnTo>
                    <a:pt x="0" y="2282"/>
                  </a:lnTo>
                  <a:lnTo>
                    <a:pt x="2915" y="0"/>
                  </a:lnTo>
                  <a:lnTo>
                    <a:pt x="5703" y="22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92AA5A71-8826-DA50-0915-BACE6CAECB75}"/>
                </a:ext>
              </a:extLst>
            </p:cNvPr>
            <p:cNvSpPr/>
            <p:nvPr/>
          </p:nvSpPr>
          <p:spPr>
            <a:xfrm>
              <a:off x="7175537" y="5255136"/>
              <a:ext cx="7224" cy="5829"/>
            </a:xfrm>
            <a:custGeom>
              <a:avLst/>
              <a:gdLst>
                <a:gd name="connsiteX0" fmla="*/ 7224 w 7224"/>
                <a:gd name="connsiteY0" fmla="*/ 2915 h 5829"/>
                <a:gd name="connsiteX1" fmla="*/ 3549 w 7224"/>
                <a:gd name="connsiteY1" fmla="*/ 5830 h 5829"/>
                <a:gd name="connsiteX2" fmla="*/ 0 w 7224"/>
                <a:gd name="connsiteY2" fmla="*/ 2915 h 5829"/>
                <a:gd name="connsiteX3" fmla="*/ 3549 w 7224"/>
                <a:gd name="connsiteY3" fmla="*/ 0 h 5829"/>
                <a:gd name="connsiteX4" fmla="*/ 7224 w 7224"/>
                <a:gd name="connsiteY4" fmla="*/ 2915 h 5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24" h="5829">
                  <a:moveTo>
                    <a:pt x="7224" y="2915"/>
                  </a:moveTo>
                  <a:lnTo>
                    <a:pt x="3549" y="5830"/>
                  </a:lnTo>
                  <a:lnTo>
                    <a:pt x="0" y="2915"/>
                  </a:lnTo>
                  <a:lnTo>
                    <a:pt x="3549" y="0"/>
                  </a:lnTo>
                  <a:lnTo>
                    <a:pt x="7224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75B1A69B-EBBD-0920-A80B-D5E0D4360C0B}"/>
                </a:ext>
              </a:extLst>
            </p:cNvPr>
            <p:cNvSpPr/>
            <p:nvPr/>
          </p:nvSpPr>
          <p:spPr>
            <a:xfrm>
              <a:off x="7053998" y="5294678"/>
              <a:ext cx="7983" cy="6463"/>
            </a:xfrm>
            <a:custGeom>
              <a:avLst/>
              <a:gdLst>
                <a:gd name="connsiteX0" fmla="*/ 7984 w 7983"/>
                <a:gd name="connsiteY0" fmla="*/ 3168 h 6463"/>
                <a:gd name="connsiteX1" fmla="*/ 3929 w 7983"/>
                <a:gd name="connsiteY1" fmla="*/ 6464 h 6463"/>
                <a:gd name="connsiteX2" fmla="*/ 0 w 7983"/>
                <a:gd name="connsiteY2" fmla="*/ 3168 h 6463"/>
                <a:gd name="connsiteX3" fmla="*/ 3929 w 7983"/>
                <a:gd name="connsiteY3" fmla="*/ 0 h 6463"/>
                <a:gd name="connsiteX4" fmla="*/ 7984 w 7983"/>
                <a:gd name="connsiteY4" fmla="*/ 3168 h 6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83" h="6463">
                  <a:moveTo>
                    <a:pt x="7984" y="3168"/>
                  </a:moveTo>
                  <a:lnTo>
                    <a:pt x="3929" y="6464"/>
                  </a:lnTo>
                  <a:lnTo>
                    <a:pt x="0" y="3168"/>
                  </a:lnTo>
                  <a:lnTo>
                    <a:pt x="3929" y="0"/>
                  </a:lnTo>
                  <a:lnTo>
                    <a:pt x="7984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00120D8C-B960-6CFB-3934-351D073F8AAE}"/>
                </a:ext>
              </a:extLst>
            </p:cNvPr>
            <p:cNvSpPr/>
            <p:nvPr/>
          </p:nvSpPr>
          <p:spPr>
            <a:xfrm>
              <a:off x="6929796" y="5328897"/>
              <a:ext cx="9379" cy="7477"/>
            </a:xfrm>
            <a:custGeom>
              <a:avLst/>
              <a:gdLst>
                <a:gd name="connsiteX0" fmla="*/ 9379 w 9379"/>
                <a:gd name="connsiteY0" fmla="*/ 3675 h 7477"/>
                <a:gd name="connsiteX1" fmla="*/ 4689 w 9379"/>
                <a:gd name="connsiteY1" fmla="*/ 7477 h 7477"/>
                <a:gd name="connsiteX2" fmla="*/ 0 w 9379"/>
                <a:gd name="connsiteY2" fmla="*/ 3675 h 7477"/>
                <a:gd name="connsiteX3" fmla="*/ 4689 w 9379"/>
                <a:gd name="connsiteY3" fmla="*/ 0 h 7477"/>
                <a:gd name="connsiteX4" fmla="*/ 9379 w 9379"/>
                <a:gd name="connsiteY4" fmla="*/ 3675 h 7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79" h="7477">
                  <a:moveTo>
                    <a:pt x="9379" y="3675"/>
                  </a:moveTo>
                  <a:lnTo>
                    <a:pt x="4689" y="7477"/>
                  </a:lnTo>
                  <a:lnTo>
                    <a:pt x="0" y="3675"/>
                  </a:lnTo>
                  <a:lnTo>
                    <a:pt x="4689" y="0"/>
                  </a:lnTo>
                  <a:lnTo>
                    <a:pt x="9379" y="367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D425EE6D-4425-4189-2907-7D9A578066AA}"/>
                </a:ext>
              </a:extLst>
            </p:cNvPr>
            <p:cNvSpPr/>
            <p:nvPr/>
          </p:nvSpPr>
          <p:spPr>
            <a:xfrm>
              <a:off x="6803694" y="5358046"/>
              <a:ext cx="10138" cy="8111"/>
            </a:xfrm>
            <a:custGeom>
              <a:avLst/>
              <a:gdLst>
                <a:gd name="connsiteX0" fmla="*/ 10139 w 10138"/>
                <a:gd name="connsiteY0" fmla="*/ 4056 h 8111"/>
                <a:gd name="connsiteX1" fmla="*/ 5069 w 10138"/>
                <a:gd name="connsiteY1" fmla="*/ 8111 h 8111"/>
                <a:gd name="connsiteX2" fmla="*/ 0 w 10138"/>
                <a:gd name="connsiteY2" fmla="*/ 4056 h 8111"/>
                <a:gd name="connsiteX3" fmla="*/ 5069 w 10138"/>
                <a:gd name="connsiteY3" fmla="*/ 0 h 8111"/>
                <a:gd name="connsiteX4" fmla="*/ 10139 w 10138"/>
                <a:gd name="connsiteY4" fmla="*/ 4056 h 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38" h="8111">
                  <a:moveTo>
                    <a:pt x="10139" y="4056"/>
                  </a:moveTo>
                  <a:lnTo>
                    <a:pt x="5069" y="8111"/>
                  </a:lnTo>
                  <a:lnTo>
                    <a:pt x="0" y="4056"/>
                  </a:lnTo>
                  <a:lnTo>
                    <a:pt x="5069" y="0"/>
                  </a:lnTo>
                  <a:lnTo>
                    <a:pt x="10139" y="405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3AEE2793-26A6-D95D-27A6-34FDE01E56F3}"/>
                </a:ext>
              </a:extLst>
            </p:cNvPr>
            <p:cNvSpPr/>
            <p:nvPr/>
          </p:nvSpPr>
          <p:spPr>
            <a:xfrm>
              <a:off x="6675691" y="5381999"/>
              <a:ext cx="11025" cy="8744"/>
            </a:xfrm>
            <a:custGeom>
              <a:avLst/>
              <a:gdLst>
                <a:gd name="connsiteX0" fmla="*/ 11026 w 11025"/>
                <a:gd name="connsiteY0" fmla="*/ 4436 h 8744"/>
                <a:gd name="connsiteX1" fmla="*/ 5576 w 11025"/>
                <a:gd name="connsiteY1" fmla="*/ 8745 h 8744"/>
                <a:gd name="connsiteX2" fmla="*/ 0 w 11025"/>
                <a:gd name="connsiteY2" fmla="*/ 4436 h 8744"/>
                <a:gd name="connsiteX3" fmla="*/ 5576 w 11025"/>
                <a:gd name="connsiteY3" fmla="*/ 0 h 8744"/>
                <a:gd name="connsiteX4" fmla="*/ 11026 w 11025"/>
                <a:gd name="connsiteY4" fmla="*/ 4436 h 8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25" h="8744">
                  <a:moveTo>
                    <a:pt x="11026" y="4436"/>
                  </a:moveTo>
                  <a:lnTo>
                    <a:pt x="5576" y="8745"/>
                  </a:lnTo>
                  <a:lnTo>
                    <a:pt x="0" y="4436"/>
                  </a:lnTo>
                  <a:lnTo>
                    <a:pt x="5576" y="0"/>
                  </a:lnTo>
                  <a:lnTo>
                    <a:pt x="11026" y="44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F2B96F0A-D7DA-E99C-13F9-D73E88E4F371}"/>
                </a:ext>
              </a:extLst>
            </p:cNvPr>
            <p:cNvSpPr/>
            <p:nvPr/>
          </p:nvSpPr>
          <p:spPr>
            <a:xfrm>
              <a:off x="6546547" y="5400756"/>
              <a:ext cx="11659" cy="9251"/>
            </a:xfrm>
            <a:custGeom>
              <a:avLst/>
              <a:gdLst>
                <a:gd name="connsiteX0" fmla="*/ 11659 w 11659"/>
                <a:gd name="connsiteY0" fmla="*/ 4563 h 9251"/>
                <a:gd name="connsiteX1" fmla="*/ 5830 w 11659"/>
                <a:gd name="connsiteY1" fmla="*/ 9252 h 9251"/>
                <a:gd name="connsiteX2" fmla="*/ 0 w 11659"/>
                <a:gd name="connsiteY2" fmla="*/ 4563 h 9251"/>
                <a:gd name="connsiteX3" fmla="*/ 5830 w 11659"/>
                <a:gd name="connsiteY3" fmla="*/ 0 h 9251"/>
                <a:gd name="connsiteX4" fmla="*/ 11659 w 11659"/>
                <a:gd name="connsiteY4" fmla="*/ 4563 h 9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59" h="9251">
                  <a:moveTo>
                    <a:pt x="11659" y="4563"/>
                  </a:moveTo>
                  <a:lnTo>
                    <a:pt x="5830" y="9252"/>
                  </a:lnTo>
                  <a:lnTo>
                    <a:pt x="0" y="4563"/>
                  </a:lnTo>
                  <a:lnTo>
                    <a:pt x="5830" y="0"/>
                  </a:lnTo>
                  <a:lnTo>
                    <a:pt x="11659" y="456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A5059B10-B4DA-C699-6CD3-1E043FE28A37}"/>
                </a:ext>
              </a:extLst>
            </p:cNvPr>
            <p:cNvSpPr/>
            <p:nvPr/>
          </p:nvSpPr>
          <p:spPr>
            <a:xfrm>
              <a:off x="6415755" y="5413683"/>
              <a:ext cx="13180" cy="10518"/>
            </a:xfrm>
            <a:custGeom>
              <a:avLst/>
              <a:gdLst>
                <a:gd name="connsiteX0" fmla="*/ 13180 w 13180"/>
                <a:gd name="connsiteY0" fmla="*/ 5196 h 10518"/>
                <a:gd name="connsiteX1" fmla="*/ 6590 w 13180"/>
                <a:gd name="connsiteY1" fmla="*/ 10519 h 10518"/>
                <a:gd name="connsiteX2" fmla="*/ 0 w 13180"/>
                <a:gd name="connsiteY2" fmla="*/ 5196 h 10518"/>
                <a:gd name="connsiteX3" fmla="*/ 6590 w 13180"/>
                <a:gd name="connsiteY3" fmla="*/ 0 h 10518"/>
                <a:gd name="connsiteX4" fmla="*/ 13180 w 13180"/>
                <a:gd name="connsiteY4" fmla="*/ 5196 h 10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80" h="10518">
                  <a:moveTo>
                    <a:pt x="13180" y="5196"/>
                  </a:moveTo>
                  <a:lnTo>
                    <a:pt x="6590" y="10519"/>
                  </a:lnTo>
                  <a:lnTo>
                    <a:pt x="0" y="5196"/>
                  </a:lnTo>
                  <a:lnTo>
                    <a:pt x="6590" y="0"/>
                  </a:lnTo>
                  <a:lnTo>
                    <a:pt x="13180" y="519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3A523B5C-E576-2200-AD3B-651CEEF8B25A}"/>
                </a:ext>
              </a:extLst>
            </p:cNvPr>
            <p:cNvSpPr/>
            <p:nvPr/>
          </p:nvSpPr>
          <p:spPr>
            <a:xfrm>
              <a:off x="6284837" y="5421668"/>
              <a:ext cx="13687" cy="10899"/>
            </a:xfrm>
            <a:custGeom>
              <a:avLst/>
              <a:gdLst>
                <a:gd name="connsiteX0" fmla="*/ 13688 w 13687"/>
                <a:gd name="connsiteY0" fmla="*/ 5450 h 10899"/>
                <a:gd name="connsiteX1" fmla="*/ 6844 w 13687"/>
                <a:gd name="connsiteY1" fmla="*/ 10899 h 10899"/>
                <a:gd name="connsiteX2" fmla="*/ 0 w 13687"/>
                <a:gd name="connsiteY2" fmla="*/ 5450 h 10899"/>
                <a:gd name="connsiteX3" fmla="*/ 6844 w 13687"/>
                <a:gd name="connsiteY3" fmla="*/ 0 h 10899"/>
                <a:gd name="connsiteX4" fmla="*/ 13688 w 13687"/>
                <a:gd name="connsiteY4" fmla="*/ 5450 h 10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87" h="10899">
                  <a:moveTo>
                    <a:pt x="13688" y="5450"/>
                  </a:moveTo>
                  <a:cubicBezTo>
                    <a:pt x="13688" y="8491"/>
                    <a:pt x="10519" y="10899"/>
                    <a:pt x="6844" y="10899"/>
                  </a:cubicBezTo>
                  <a:cubicBezTo>
                    <a:pt x="3168" y="10899"/>
                    <a:pt x="0" y="8491"/>
                    <a:pt x="0" y="5450"/>
                  </a:cubicBezTo>
                  <a:cubicBezTo>
                    <a:pt x="0" y="2408"/>
                    <a:pt x="3042" y="0"/>
                    <a:pt x="6844" y="0"/>
                  </a:cubicBezTo>
                  <a:cubicBezTo>
                    <a:pt x="10646" y="0"/>
                    <a:pt x="13688" y="2408"/>
                    <a:pt x="13688" y="545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80EED346-EBDE-755B-7DA0-93CA82AE2D2D}"/>
                </a:ext>
              </a:extLst>
            </p:cNvPr>
            <p:cNvSpPr/>
            <p:nvPr/>
          </p:nvSpPr>
          <p:spPr>
            <a:xfrm>
              <a:off x="6153412" y="5423949"/>
              <a:ext cx="14448" cy="11533"/>
            </a:xfrm>
            <a:custGeom>
              <a:avLst/>
              <a:gdLst>
                <a:gd name="connsiteX0" fmla="*/ 14448 w 14448"/>
                <a:gd name="connsiteY0" fmla="*/ 5830 h 11533"/>
                <a:gd name="connsiteX1" fmla="*/ 7224 w 14448"/>
                <a:gd name="connsiteY1" fmla="*/ 11533 h 11533"/>
                <a:gd name="connsiteX2" fmla="*/ 0 w 14448"/>
                <a:gd name="connsiteY2" fmla="*/ 5830 h 11533"/>
                <a:gd name="connsiteX3" fmla="*/ 7224 w 14448"/>
                <a:gd name="connsiteY3" fmla="*/ 0 h 11533"/>
                <a:gd name="connsiteX4" fmla="*/ 14448 w 14448"/>
                <a:gd name="connsiteY4" fmla="*/ 5830 h 11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48" h="11533">
                  <a:moveTo>
                    <a:pt x="14448" y="5830"/>
                  </a:moveTo>
                  <a:cubicBezTo>
                    <a:pt x="14448" y="8998"/>
                    <a:pt x="11153" y="11533"/>
                    <a:pt x="7224" y="11533"/>
                  </a:cubicBezTo>
                  <a:cubicBezTo>
                    <a:pt x="3295" y="11533"/>
                    <a:pt x="0" y="8998"/>
                    <a:pt x="0" y="5830"/>
                  </a:cubicBezTo>
                  <a:cubicBezTo>
                    <a:pt x="0" y="2661"/>
                    <a:pt x="3295" y="0"/>
                    <a:pt x="7224" y="0"/>
                  </a:cubicBezTo>
                  <a:cubicBezTo>
                    <a:pt x="11153" y="0"/>
                    <a:pt x="14448" y="2534"/>
                    <a:pt x="14448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BA8D3BB7-C3E1-8274-453E-98A04F603408}"/>
                </a:ext>
              </a:extLst>
            </p:cNvPr>
            <p:cNvSpPr/>
            <p:nvPr/>
          </p:nvSpPr>
          <p:spPr>
            <a:xfrm>
              <a:off x="6021860" y="5421034"/>
              <a:ext cx="15334" cy="12166"/>
            </a:xfrm>
            <a:custGeom>
              <a:avLst/>
              <a:gdLst>
                <a:gd name="connsiteX0" fmla="*/ 15335 w 15334"/>
                <a:gd name="connsiteY0" fmla="*/ 6083 h 12166"/>
                <a:gd name="connsiteX1" fmla="*/ 7604 w 15334"/>
                <a:gd name="connsiteY1" fmla="*/ 12167 h 12166"/>
                <a:gd name="connsiteX2" fmla="*/ 0 w 15334"/>
                <a:gd name="connsiteY2" fmla="*/ 6083 h 12166"/>
                <a:gd name="connsiteX3" fmla="*/ 7604 w 15334"/>
                <a:gd name="connsiteY3" fmla="*/ 0 h 12166"/>
                <a:gd name="connsiteX4" fmla="*/ 15335 w 15334"/>
                <a:gd name="connsiteY4" fmla="*/ 6083 h 1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34" h="12166">
                  <a:moveTo>
                    <a:pt x="15335" y="6083"/>
                  </a:moveTo>
                  <a:cubicBezTo>
                    <a:pt x="15335" y="9379"/>
                    <a:pt x="11913" y="12167"/>
                    <a:pt x="7604" y="12167"/>
                  </a:cubicBezTo>
                  <a:cubicBezTo>
                    <a:pt x="3295" y="12167"/>
                    <a:pt x="0" y="9505"/>
                    <a:pt x="0" y="6083"/>
                  </a:cubicBezTo>
                  <a:cubicBezTo>
                    <a:pt x="0" y="2662"/>
                    <a:pt x="3422" y="0"/>
                    <a:pt x="7604" y="0"/>
                  </a:cubicBezTo>
                  <a:cubicBezTo>
                    <a:pt x="11786" y="0"/>
                    <a:pt x="15335" y="2662"/>
                    <a:pt x="15335" y="60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5225593C-4E39-41A9-81C1-7FEC941DD31D}"/>
                </a:ext>
              </a:extLst>
            </p:cNvPr>
            <p:cNvSpPr/>
            <p:nvPr/>
          </p:nvSpPr>
          <p:spPr>
            <a:xfrm>
              <a:off x="5890815" y="5412543"/>
              <a:ext cx="15968" cy="12673"/>
            </a:xfrm>
            <a:custGeom>
              <a:avLst/>
              <a:gdLst>
                <a:gd name="connsiteX0" fmla="*/ 15969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9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9" y="6337"/>
                  </a:moveTo>
                  <a:cubicBezTo>
                    <a:pt x="15969" y="9885"/>
                    <a:pt x="12420" y="12674"/>
                    <a:pt x="7984" y="12674"/>
                  </a:cubicBezTo>
                  <a:cubicBezTo>
                    <a:pt x="3549" y="12674"/>
                    <a:pt x="0" y="9885"/>
                    <a:pt x="0" y="6337"/>
                  </a:cubicBezTo>
                  <a:cubicBezTo>
                    <a:pt x="0" y="2788"/>
                    <a:pt x="3549" y="0"/>
                    <a:pt x="7984" y="0"/>
                  </a:cubicBezTo>
                  <a:cubicBezTo>
                    <a:pt x="12420" y="0"/>
                    <a:pt x="15969" y="2788"/>
                    <a:pt x="15969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B1F41707-32CB-022C-AD1D-B65D61C87D6D}"/>
                </a:ext>
              </a:extLst>
            </p:cNvPr>
            <p:cNvSpPr/>
            <p:nvPr/>
          </p:nvSpPr>
          <p:spPr>
            <a:xfrm>
              <a:off x="5760911" y="5398982"/>
              <a:ext cx="15968" cy="12673"/>
            </a:xfrm>
            <a:custGeom>
              <a:avLst/>
              <a:gdLst>
                <a:gd name="connsiteX0" fmla="*/ 15969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9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9" y="6337"/>
                  </a:moveTo>
                  <a:cubicBezTo>
                    <a:pt x="15969" y="9885"/>
                    <a:pt x="12420" y="12674"/>
                    <a:pt x="7984" y="12674"/>
                  </a:cubicBezTo>
                  <a:cubicBezTo>
                    <a:pt x="3549" y="12674"/>
                    <a:pt x="0" y="9885"/>
                    <a:pt x="0" y="6337"/>
                  </a:cubicBezTo>
                  <a:cubicBezTo>
                    <a:pt x="0" y="2788"/>
                    <a:pt x="3549" y="0"/>
                    <a:pt x="7984" y="0"/>
                  </a:cubicBezTo>
                  <a:cubicBezTo>
                    <a:pt x="12420" y="0"/>
                    <a:pt x="15969" y="2788"/>
                    <a:pt x="15969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6D0FB19E-5C18-DF09-A4AA-57793141383E}"/>
                </a:ext>
              </a:extLst>
            </p:cNvPr>
            <p:cNvSpPr/>
            <p:nvPr/>
          </p:nvSpPr>
          <p:spPr>
            <a:xfrm>
              <a:off x="5631513" y="5379844"/>
              <a:ext cx="16729" cy="13180"/>
            </a:xfrm>
            <a:custGeom>
              <a:avLst/>
              <a:gdLst>
                <a:gd name="connsiteX0" fmla="*/ 16729 w 16729"/>
                <a:gd name="connsiteY0" fmla="*/ 6591 h 13180"/>
                <a:gd name="connsiteX1" fmla="*/ 8365 w 16729"/>
                <a:gd name="connsiteY1" fmla="*/ 13181 h 13180"/>
                <a:gd name="connsiteX2" fmla="*/ 0 w 16729"/>
                <a:gd name="connsiteY2" fmla="*/ 6591 h 13180"/>
                <a:gd name="connsiteX3" fmla="*/ 8365 w 16729"/>
                <a:gd name="connsiteY3" fmla="*/ 0 h 13180"/>
                <a:gd name="connsiteX4" fmla="*/ 16729 w 16729"/>
                <a:gd name="connsiteY4" fmla="*/ 6591 h 13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9" h="13180">
                  <a:moveTo>
                    <a:pt x="16729" y="6591"/>
                  </a:moveTo>
                  <a:cubicBezTo>
                    <a:pt x="16729" y="10266"/>
                    <a:pt x="12927" y="13181"/>
                    <a:pt x="8365" y="13181"/>
                  </a:cubicBezTo>
                  <a:cubicBezTo>
                    <a:pt x="3802" y="13181"/>
                    <a:pt x="0" y="10266"/>
                    <a:pt x="0" y="6591"/>
                  </a:cubicBezTo>
                  <a:cubicBezTo>
                    <a:pt x="0" y="2915"/>
                    <a:pt x="3802" y="0"/>
                    <a:pt x="8365" y="0"/>
                  </a:cubicBezTo>
                  <a:cubicBezTo>
                    <a:pt x="12927" y="0"/>
                    <a:pt x="16729" y="2915"/>
                    <a:pt x="16729" y="65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D267100A-B057-C244-4282-7728AC32DD39}"/>
                </a:ext>
              </a:extLst>
            </p:cNvPr>
            <p:cNvSpPr/>
            <p:nvPr/>
          </p:nvSpPr>
          <p:spPr>
            <a:xfrm>
              <a:off x="5503763" y="5355131"/>
              <a:ext cx="17489" cy="13940"/>
            </a:xfrm>
            <a:custGeom>
              <a:avLst/>
              <a:gdLst>
                <a:gd name="connsiteX0" fmla="*/ 17490 w 17489"/>
                <a:gd name="connsiteY0" fmla="*/ 6970 h 13940"/>
                <a:gd name="connsiteX1" fmla="*/ 8745 w 17489"/>
                <a:gd name="connsiteY1" fmla="*/ 13941 h 13940"/>
                <a:gd name="connsiteX2" fmla="*/ 0 w 17489"/>
                <a:gd name="connsiteY2" fmla="*/ 6970 h 13940"/>
                <a:gd name="connsiteX3" fmla="*/ 8745 w 17489"/>
                <a:gd name="connsiteY3" fmla="*/ 0 h 13940"/>
                <a:gd name="connsiteX4" fmla="*/ 17490 w 17489"/>
                <a:gd name="connsiteY4" fmla="*/ 6970 h 13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89" h="13940">
                  <a:moveTo>
                    <a:pt x="17490" y="6970"/>
                  </a:moveTo>
                  <a:cubicBezTo>
                    <a:pt x="17490" y="10772"/>
                    <a:pt x="13561" y="13941"/>
                    <a:pt x="8745" y="13941"/>
                  </a:cubicBezTo>
                  <a:cubicBezTo>
                    <a:pt x="3929" y="13941"/>
                    <a:pt x="0" y="10899"/>
                    <a:pt x="0" y="6970"/>
                  </a:cubicBezTo>
                  <a:cubicBezTo>
                    <a:pt x="0" y="3042"/>
                    <a:pt x="3929" y="0"/>
                    <a:pt x="8745" y="0"/>
                  </a:cubicBezTo>
                  <a:cubicBezTo>
                    <a:pt x="13561" y="0"/>
                    <a:pt x="17490" y="3168"/>
                    <a:pt x="17490" y="69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8C3B24D2-65CE-54BE-EA9C-BA926F174211}"/>
                </a:ext>
              </a:extLst>
            </p:cNvPr>
            <p:cNvSpPr/>
            <p:nvPr/>
          </p:nvSpPr>
          <p:spPr>
            <a:xfrm>
              <a:off x="5377661" y="5325348"/>
              <a:ext cx="18250" cy="14447"/>
            </a:xfrm>
            <a:custGeom>
              <a:avLst/>
              <a:gdLst>
                <a:gd name="connsiteX0" fmla="*/ 18250 w 18250"/>
                <a:gd name="connsiteY0" fmla="*/ 7224 h 14447"/>
                <a:gd name="connsiteX1" fmla="*/ 9125 w 18250"/>
                <a:gd name="connsiteY1" fmla="*/ 14448 h 14447"/>
                <a:gd name="connsiteX2" fmla="*/ 0 w 18250"/>
                <a:gd name="connsiteY2" fmla="*/ 7224 h 14447"/>
                <a:gd name="connsiteX3" fmla="*/ 9125 w 18250"/>
                <a:gd name="connsiteY3" fmla="*/ 0 h 14447"/>
                <a:gd name="connsiteX4" fmla="*/ 18250 w 18250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7">
                  <a:moveTo>
                    <a:pt x="18250" y="7224"/>
                  </a:moveTo>
                  <a:cubicBezTo>
                    <a:pt x="18250" y="11279"/>
                    <a:pt x="14194" y="14448"/>
                    <a:pt x="9125" y="14448"/>
                  </a:cubicBezTo>
                  <a:cubicBezTo>
                    <a:pt x="4056" y="14448"/>
                    <a:pt x="0" y="11279"/>
                    <a:pt x="0" y="7224"/>
                  </a:cubicBezTo>
                  <a:cubicBezTo>
                    <a:pt x="0" y="3168"/>
                    <a:pt x="4056" y="0"/>
                    <a:pt x="9125" y="0"/>
                  </a:cubicBezTo>
                  <a:cubicBezTo>
                    <a:pt x="14194" y="0"/>
                    <a:pt x="18250" y="3168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743A949C-D96E-EBE3-8172-68DAA573294E}"/>
                </a:ext>
              </a:extLst>
            </p:cNvPr>
            <p:cNvSpPr/>
            <p:nvPr/>
          </p:nvSpPr>
          <p:spPr>
            <a:xfrm>
              <a:off x="5254094" y="5290623"/>
              <a:ext cx="18250" cy="14447"/>
            </a:xfrm>
            <a:custGeom>
              <a:avLst/>
              <a:gdLst>
                <a:gd name="connsiteX0" fmla="*/ 18250 w 18250"/>
                <a:gd name="connsiteY0" fmla="*/ 7224 h 14447"/>
                <a:gd name="connsiteX1" fmla="*/ 9125 w 18250"/>
                <a:gd name="connsiteY1" fmla="*/ 14448 h 14447"/>
                <a:gd name="connsiteX2" fmla="*/ 0 w 18250"/>
                <a:gd name="connsiteY2" fmla="*/ 7224 h 14447"/>
                <a:gd name="connsiteX3" fmla="*/ 9125 w 18250"/>
                <a:gd name="connsiteY3" fmla="*/ 0 h 14447"/>
                <a:gd name="connsiteX4" fmla="*/ 18250 w 18250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7">
                  <a:moveTo>
                    <a:pt x="18250" y="7224"/>
                  </a:moveTo>
                  <a:cubicBezTo>
                    <a:pt x="18250" y="11279"/>
                    <a:pt x="14194" y="14448"/>
                    <a:pt x="9125" y="14448"/>
                  </a:cubicBezTo>
                  <a:cubicBezTo>
                    <a:pt x="4056" y="14448"/>
                    <a:pt x="0" y="11152"/>
                    <a:pt x="0" y="7224"/>
                  </a:cubicBezTo>
                  <a:cubicBezTo>
                    <a:pt x="0" y="3295"/>
                    <a:pt x="4056" y="0"/>
                    <a:pt x="9125" y="0"/>
                  </a:cubicBezTo>
                  <a:cubicBezTo>
                    <a:pt x="14194" y="0"/>
                    <a:pt x="18250" y="3295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F2805F17-73BD-BE95-13CB-54AD3E6B5DF7}"/>
                </a:ext>
              </a:extLst>
            </p:cNvPr>
            <p:cNvSpPr/>
            <p:nvPr/>
          </p:nvSpPr>
          <p:spPr>
            <a:xfrm>
              <a:off x="5132807" y="5250574"/>
              <a:ext cx="18757" cy="14954"/>
            </a:xfrm>
            <a:custGeom>
              <a:avLst/>
              <a:gdLst>
                <a:gd name="connsiteX0" fmla="*/ 18757 w 18757"/>
                <a:gd name="connsiteY0" fmla="*/ 7477 h 14954"/>
                <a:gd name="connsiteX1" fmla="*/ 9378 w 18757"/>
                <a:gd name="connsiteY1" fmla="*/ 14955 h 14954"/>
                <a:gd name="connsiteX2" fmla="*/ 0 w 18757"/>
                <a:gd name="connsiteY2" fmla="*/ 7477 h 14954"/>
                <a:gd name="connsiteX3" fmla="*/ 9378 w 18757"/>
                <a:gd name="connsiteY3" fmla="*/ 0 h 14954"/>
                <a:gd name="connsiteX4" fmla="*/ 18757 w 18757"/>
                <a:gd name="connsiteY4" fmla="*/ 7477 h 14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57" h="14954">
                  <a:moveTo>
                    <a:pt x="18757" y="7477"/>
                  </a:moveTo>
                  <a:cubicBezTo>
                    <a:pt x="18757" y="11533"/>
                    <a:pt x="14575" y="14955"/>
                    <a:pt x="9378" y="14955"/>
                  </a:cubicBezTo>
                  <a:cubicBezTo>
                    <a:pt x="4182" y="14955"/>
                    <a:pt x="0" y="11659"/>
                    <a:pt x="0" y="7477"/>
                  </a:cubicBezTo>
                  <a:cubicBezTo>
                    <a:pt x="0" y="3295"/>
                    <a:pt x="4182" y="0"/>
                    <a:pt x="9378" y="0"/>
                  </a:cubicBezTo>
                  <a:cubicBezTo>
                    <a:pt x="14575" y="0"/>
                    <a:pt x="18757" y="3295"/>
                    <a:pt x="18757" y="747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E36CC335-E646-8D96-1F97-8452484989B1}"/>
                </a:ext>
              </a:extLst>
            </p:cNvPr>
            <p:cNvSpPr/>
            <p:nvPr/>
          </p:nvSpPr>
          <p:spPr>
            <a:xfrm>
              <a:off x="5014309" y="5205836"/>
              <a:ext cx="18883" cy="14954"/>
            </a:xfrm>
            <a:custGeom>
              <a:avLst/>
              <a:gdLst>
                <a:gd name="connsiteX0" fmla="*/ 18884 w 18883"/>
                <a:gd name="connsiteY0" fmla="*/ 7477 h 14954"/>
                <a:gd name="connsiteX1" fmla="*/ 9505 w 18883"/>
                <a:gd name="connsiteY1" fmla="*/ 14955 h 14954"/>
                <a:gd name="connsiteX2" fmla="*/ 0 w 18883"/>
                <a:gd name="connsiteY2" fmla="*/ 7477 h 14954"/>
                <a:gd name="connsiteX3" fmla="*/ 9505 w 18883"/>
                <a:gd name="connsiteY3" fmla="*/ 0 h 14954"/>
                <a:gd name="connsiteX4" fmla="*/ 18884 w 18883"/>
                <a:gd name="connsiteY4" fmla="*/ 7477 h 14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83" h="14954">
                  <a:moveTo>
                    <a:pt x="18884" y="7477"/>
                  </a:moveTo>
                  <a:cubicBezTo>
                    <a:pt x="18884" y="11659"/>
                    <a:pt x="14701" y="14955"/>
                    <a:pt x="9505" y="14955"/>
                  </a:cubicBezTo>
                  <a:cubicBezTo>
                    <a:pt x="4309" y="14955"/>
                    <a:pt x="0" y="11659"/>
                    <a:pt x="0" y="7477"/>
                  </a:cubicBezTo>
                  <a:cubicBezTo>
                    <a:pt x="0" y="3295"/>
                    <a:pt x="4183" y="0"/>
                    <a:pt x="9505" y="0"/>
                  </a:cubicBezTo>
                  <a:cubicBezTo>
                    <a:pt x="14828" y="0"/>
                    <a:pt x="18884" y="3422"/>
                    <a:pt x="18884" y="747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4316D2D0-199F-B234-8492-DBE46285C959}"/>
                </a:ext>
              </a:extLst>
            </p:cNvPr>
            <p:cNvSpPr/>
            <p:nvPr/>
          </p:nvSpPr>
          <p:spPr>
            <a:xfrm>
              <a:off x="4898726" y="5155902"/>
              <a:ext cx="19643" cy="15588"/>
            </a:xfrm>
            <a:custGeom>
              <a:avLst/>
              <a:gdLst>
                <a:gd name="connsiteX0" fmla="*/ 19644 w 19643"/>
                <a:gd name="connsiteY0" fmla="*/ 7731 h 15588"/>
                <a:gd name="connsiteX1" fmla="*/ 9759 w 19643"/>
                <a:gd name="connsiteY1" fmla="*/ 15588 h 15588"/>
                <a:gd name="connsiteX2" fmla="*/ 0 w 19643"/>
                <a:gd name="connsiteY2" fmla="*/ 7731 h 15588"/>
                <a:gd name="connsiteX3" fmla="*/ 9759 w 19643"/>
                <a:gd name="connsiteY3" fmla="*/ 0 h 15588"/>
                <a:gd name="connsiteX4" fmla="*/ 19644 w 19643"/>
                <a:gd name="connsiteY4" fmla="*/ 7731 h 1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43" h="15588">
                  <a:moveTo>
                    <a:pt x="19644" y="7731"/>
                  </a:moveTo>
                  <a:cubicBezTo>
                    <a:pt x="19644" y="12040"/>
                    <a:pt x="15208" y="15588"/>
                    <a:pt x="9759" y="15588"/>
                  </a:cubicBezTo>
                  <a:cubicBezTo>
                    <a:pt x="4309" y="15588"/>
                    <a:pt x="0" y="12040"/>
                    <a:pt x="0" y="7731"/>
                  </a:cubicBezTo>
                  <a:cubicBezTo>
                    <a:pt x="0" y="3422"/>
                    <a:pt x="4436" y="0"/>
                    <a:pt x="9759" y="0"/>
                  </a:cubicBezTo>
                  <a:cubicBezTo>
                    <a:pt x="15082" y="0"/>
                    <a:pt x="19644" y="3422"/>
                    <a:pt x="19644" y="773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70A91BEF-4203-42F8-064D-27422FE6050E}"/>
                </a:ext>
              </a:extLst>
            </p:cNvPr>
            <p:cNvSpPr/>
            <p:nvPr/>
          </p:nvSpPr>
          <p:spPr>
            <a:xfrm>
              <a:off x="4786818" y="5101659"/>
              <a:ext cx="19770" cy="15588"/>
            </a:xfrm>
            <a:custGeom>
              <a:avLst/>
              <a:gdLst>
                <a:gd name="connsiteX0" fmla="*/ 19771 w 19770"/>
                <a:gd name="connsiteY0" fmla="*/ 7731 h 15588"/>
                <a:gd name="connsiteX1" fmla="*/ 9885 w 19770"/>
                <a:gd name="connsiteY1" fmla="*/ 15588 h 15588"/>
                <a:gd name="connsiteX2" fmla="*/ 0 w 19770"/>
                <a:gd name="connsiteY2" fmla="*/ 7731 h 15588"/>
                <a:gd name="connsiteX3" fmla="*/ 9885 w 19770"/>
                <a:gd name="connsiteY3" fmla="*/ 0 h 15588"/>
                <a:gd name="connsiteX4" fmla="*/ 19771 w 19770"/>
                <a:gd name="connsiteY4" fmla="*/ 7731 h 1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70" h="15588">
                  <a:moveTo>
                    <a:pt x="19771" y="7731"/>
                  </a:moveTo>
                  <a:cubicBezTo>
                    <a:pt x="19771" y="12040"/>
                    <a:pt x="15335" y="15588"/>
                    <a:pt x="9885" y="15588"/>
                  </a:cubicBezTo>
                  <a:cubicBezTo>
                    <a:pt x="4435" y="15588"/>
                    <a:pt x="0" y="12040"/>
                    <a:pt x="0" y="7731"/>
                  </a:cubicBezTo>
                  <a:cubicBezTo>
                    <a:pt x="0" y="3422"/>
                    <a:pt x="4435" y="0"/>
                    <a:pt x="9885" y="0"/>
                  </a:cubicBezTo>
                  <a:cubicBezTo>
                    <a:pt x="15335" y="0"/>
                    <a:pt x="19771" y="3422"/>
                    <a:pt x="19771" y="773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C0EA52E4-E7D5-9D09-D232-6CE0EC215AB5}"/>
                </a:ext>
              </a:extLst>
            </p:cNvPr>
            <p:cNvSpPr/>
            <p:nvPr/>
          </p:nvSpPr>
          <p:spPr>
            <a:xfrm>
              <a:off x="4678585" y="5042347"/>
              <a:ext cx="20404" cy="16222"/>
            </a:xfrm>
            <a:custGeom>
              <a:avLst/>
              <a:gdLst>
                <a:gd name="connsiteX0" fmla="*/ 20404 w 20404"/>
                <a:gd name="connsiteY0" fmla="*/ 8111 h 16222"/>
                <a:gd name="connsiteX1" fmla="*/ 10266 w 20404"/>
                <a:gd name="connsiteY1" fmla="*/ 16222 h 16222"/>
                <a:gd name="connsiteX2" fmla="*/ 0 w 20404"/>
                <a:gd name="connsiteY2" fmla="*/ 8111 h 16222"/>
                <a:gd name="connsiteX3" fmla="*/ 10266 w 20404"/>
                <a:gd name="connsiteY3" fmla="*/ 0 h 16222"/>
                <a:gd name="connsiteX4" fmla="*/ 20404 w 20404"/>
                <a:gd name="connsiteY4" fmla="*/ 8111 h 1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04" h="16222">
                  <a:moveTo>
                    <a:pt x="20404" y="8111"/>
                  </a:moveTo>
                  <a:cubicBezTo>
                    <a:pt x="20404" y="12547"/>
                    <a:pt x="15842" y="16222"/>
                    <a:pt x="10266" y="16222"/>
                  </a:cubicBezTo>
                  <a:cubicBezTo>
                    <a:pt x="4689" y="16222"/>
                    <a:pt x="0" y="12547"/>
                    <a:pt x="0" y="8111"/>
                  </a:cubicBezTo>
                  <a:cubicBezTo>
                    <a:pt x="0" y="3675"/>
                    <a:pt x="4562" y="0"/>
                    <a:pt x="10266" y="0"/>
                  </a:cubicBezTo>
                  <a:cubicBezTo>
                    <a:pt x="15969" y="0"/>
                    <a:pt x="20404" y="3675"/>
                    <a:pt x="20404" y="811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8C57D1AD-67D5-A755-1525-7ED56C72FA47}"/>
                </a:ext>
              </a:extLst>
            </p:cNvPr>
            <p:cNvSpPr/>
            <p:nvPr/>
          </p:nvSpPr>
          <p:spPr>
            <a:xfrm>
              <a:off x="4574535" y="4979105"/>
              <a:ext cx="20404" cy="16222"/>
            </a:xfrm>
            <a:custGeom>
              <a:avLst/>
              <a:gdLst>
                <a:gd name="connsiteX0" fmla="*/ 20404 w 20404"/>
                <a:gd name="connsiteY0" fmla="*/ 8111 h 16222"/>
                <a:gd name="connsiteX1" fmla="*/ 10266 w 20404"/>
                <a:gd name="connsiteY1" fmla="*/ 16222 h 16222"/>
                <a:gd name="connsiteX2" fmla="*/ 0 w 20404"/>
                <a:gd name="connsiteY2" fmla="*/ 8111 h 16222"/>
                <a:gd name="connsiteX3" fmla="*/ 10266 w 20404"/>
                <a:gd name="connsiteY3" fmla="*/ 0 h 16222"/>
                <a:gd name="connsiteX4" fmla="*/ 20404 w 20404"/>
                <a:gd name="connsiteY4" fmla="*/ 8111 h 1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04" h="16222">
                  <a:moveTo>
                    <a:pt x="20404" y="8111"/>
                  </a:moveTo>
                  <a:cubicBezTo>
                    <a:pt x="20404" y="12547"/>
                    <a:pt x="15842" y="16222"/>
                    <a:pt x="10266" y="16222"/>
                  </a:cubicBezTo>
                  <a:cubicBezTo>
                    <a:pt x="4689" y="16222"/>
                    <a:pt x="0" y="12547"/>
                    <a:pt x="0" y="8111"/>
                  </a:cubicBezTo>
                  <a:cubicBezTo>
                    <a:pt x="0" y="3675"/>
                    <a:pt x="4562" y="0"/>
                    <a:pt x="10266" y="0"/>
                  </a:cubicBezTo>
                  <a:cubicBezTo>
                    <a:pt x="15968" y="0"/>
                    <a:pt x="20404" y="3549"/>
                    <a:pt x="20404" y="811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B8ECCF5F-8932-6296-E93F-5FCF09D75178}"/>
                </a:ext>
              </a:extLst>
            </p:cNvPr>
            <p:cNvSpPr/>
            <p:nvPr/>
          </p:nvSpPr>
          <p:spPr>
            <a:xfrm>
              <a:off x="4474921" y="4911555"/>
              <a:ext cx="20404" cy="16222"/>
            </a:xfrm>
            <a:custGeom>
              <a:avLst/>
              <a:gdLst>
                <a:gd name="connsiteX0" fmla="*/ 20405 w 20404"/>
                <a:gd name="connsiteY0" fmla="*/ 8111 h 16222"/>
                <a:gd name="connsiteX1" fmla="*/ 10139 w 20404"/>
                <a:gd name="connsiteY1" fmla="*/ 16222 h 16222"/>
                <a:gd name="connsiteX2" fmla="*/ 0 w 20404"/>
                <a:gd name="connsiteY2" fmla="*/ 8111 h 16222"/>
                <a:gd name="connsiteX3" fmla="*/ 10139 w 20404"/>
                <a:gd name="connsiteY3" fmla="*/ 0 h 16222"/>
                <a:gd name="connsiteX4" fmla="*/ 20405 w 20404"/>
                <a:gd name="connsiteY4" fmla="*/ 8111 h 1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04" h="16222">
                  <a:moveTo>
                    <a:pt x="20405" y="8111"/>
                  </a:moveTo>
                  <a:cubicBezTo>
                    <a:pt x="20405" y="12547"/>
                    <a:pt x="15842" y="16222"/>
                    <a:pt x="10139" y="16222"/>
                  </a:cubicBezTo>
                  <a:cubicBezTo>
                    <a:pt x="4436" y="16222"/>
                    <a:pt x="0" y="12674"/>
                    <a:pt x="0" y="8111"/>
                  </a:cubicBezTo>
                  <a:cubicBezTo>
                    <a:pt x="0" y="3549"/>
                    <a:pt x="4563" y="0"/>
                    <a:pt x="10139" y="0"/>
                  </a:cubicBezTo>
                  <a:cubicBezTo>
                    <a:pt x="15715" y="0"/>
                    <a:pt x="20405" y="3549"/>
                    <a:pt x="20405" y="811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2F970B87-0B72-482D-22E6-E5B4C0F1FCE0}"/>
                </a:ext>
              </a:extLst>
            </p:cNvPr>
            <p:cNvSpPr/>
            <p:nvPr/>
          </p:nvSpPr>
          <p:spPr>
            <a:xfrm>
              <a:off x="4379869" y="4839949"/>
              <a:ext cx="20277" cy="16222"/>
            </a:xfrm>
            <a:custGeom>
              <a:avLst/>
              <a:gdLst>
                <a:gd name="connsiteX0" fmla="*/ 20278 w 20277"/>
                <a:gd name="connsiteY0" fmla="*/ 8111 h 16222"/>
                <a:gd name="connsiteX1" fmla="*/ 10139 w 20277"/>
                <a:gd name="connsiteY1" fmla="*/ 16222 h 16222"/>
                <a:gd name="connsiteX2" fmla="*/ 0 w 20277"/>
                <a:gd name="connsiteY2" fmla="*/ 8111 h 16222"/>
                <a:gd name="connsiteX3" fmla="*/ 10139 w 20277"/>
                <a:gd name="connsiteY3" fmla="*/ 0 h 16222"/>
                <a:gd name="connsiteX4" fmla="*/ 20278 w 20277"/>
                <a:gd name="connsiteY4" fmla="*/ 8111 h 1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277" h="16222">
                  <a:moveTo>
                    <a:pt x="20278" y="8111"/>
                  </a:moveTo>
                  <a:cubicBezTo>
                    <a:pt x="20278" y="12547"/>
                    <a:pt x="15715" y="16222"/>
                    <a:pt x="10139" y="16222"/>
                  </a:cubicBezTo>
                  <a:cubicBezTo>
                    <a:pt x="4563" y="16222"/>
                    <a:pt x="0" y="12547"/>
                    <a:pt x="0" y="8111"/>
                  </a:cubicBezTo>
                  <a:cubicBezTo>
                    <a:pt x="0" y="3675"/>
                    <a:pt x="4563" y="0"/>
                    <a:pt x="10139" y="0"/>
                  </a:cubicBezTo>
                  <a:cubicBezTo>
                    <a:pt x="15715" y="0"/>
                    <a:pt x="20278" y="3675"/>
                    <a:pt x="20278" y="811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ED41D136-8B7F-F680-EF21-2FF48FFBA3DC}"/>
                </a:ext>
              </a:extLst>
            </p:cNvPr>
            <p:cNvSpPr/>
            <p:nvPr/>
          </p:nvSpPr>
          <p:spPr>
            <a:xfrm>
              <a:off x="4289506" y="4764542"/>
              <a:ext cx="20404" cy="16222"/>
            </a:xfrm>
            <a:custGeom>
              <a:avLst/>
              <a:gdLst>
                <a:gd name="connsiteX0" fmla="*/ 20405 w 20404"/>
                <a:gd name="connsiteY0" fmla="*/ 8111 h 16222"/>
                <a:gd name="connsiteX1" fmla="*/ 10266 w 20404"/>
                <a:gd name="connsiteY1" fmla="*/ 16222 h 16222"/>
                <a:gd name="connsiteX2" fmla="*/ 0 w 20404"/>
                <a:gd name="connsiteY2" fmla="*/ 8111 h 16222"/>
                <a:gd name="connsiteX3" fmla="*/ 10266 w 20404"/>
                <a:gd name="connsiteY3" fmla="*/ 0 h 16222"/>
                <a:gd name="connsiteX4" fmla="*/ 20405 w 20404"/>
                <a:gd name="connsiteY4" fmla="*/ 8111 h 1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04" h="16222">
                  <a:moveTo>
                    <a:pt x="20405" y="8111"/>
                  </a:moveTo>
                  <a:cubicBezTo>
                    <a:pt x="20405" y="12547"/>
                    <a:pt x="15842" y="16222"/>
                    <a:pt x="10266" y="16222"/>
                  </a:cubicBezTo>
                  <a:cubicBezTo>
                    <a:pt x="4689" y="16222"/>
                    <a:pt x="0" y="12547"/>
                    <a:pt x="0" y="8111"/>
                  </a:cubicBezTo>
                  <a:cubicBezTo>
                    <a:pt x="0" y="3675"/>
                    <a:pt x="4563" y="0"/>
                    <a:pt x="10266" y="0"/>
                  </a:cubicBezTo>
                  <a:cubicBezTo>
                    <a:pt x="15969" y="0"/>
                    <a:pt x="20405" y="3675"/>
                    <a:pt x="20405" y="811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FB7FB7F9-EA94-49B6-67DB-CF9BDC5ADEFA}"/>
                </a:ext>
              </a:extLst>
            </p:cNvPr>
            <p:cNvSpPr/>
            <p:nvPr/>
          </p:nvSpPr>
          <p:spPr>
            <a:xfrm>
              <a:off x="4204339" y="4685458"/>
              <a:ext cx="20404" cy="16222"/>
            </a:xfrm>
            <a:custGeom>
              <a:avLst/>
              <a:gdLst>
                <a:gd name="connsiteX0" fmla="*/ 20405 w 20404"/>
                <a:gd name="connsiteY0" fmla="*/ 8111 h 16222"/>
                <a:gd name="connsiteX1" fmla="*/ 10139 w 20404"/>
                <a:gd name="connsiteY1" fmla="*/ 16222 h 16222"/>
                <a:gd name="connsiteX2" fmla="*/ 0 w 20404"/>
                <a:gd name="connsiteY2" fmla="*/ 8111 h 16222"/>
                <a:gd name="connsiteX3" fmla="*/ 10139 w 20404"/>
                <a:gd name="connsiteY3" fmla="*/ 0 h 16222"/>
                <a:gd name="connsiteX4" fmla="*/ 20405 w 20404"/>
                <a:gd name="connsiteY4" fmla="*/ 8111 h 1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04" h="16222">
                  <a:moveTo>
                    <a:pt x="20405" y="8111"/>
                  </a:moveTo>
                  <a:cubicBezTo>
                    <a:pt x="20405" y="12547"/>
                    <a:pt x="15842" y="16222"/>
                    <a:pt x="10139" y="16222"/>
                  </a:cubicBezTo>
                  <a:cubicBezTo>
                    <a:pt x="4436" y="16222"/>
                    <a:pt x="0" y="12674"/>
                    <a:pt x="0" y="8111"/>
                  </a:cubicBezTo>
                  <a:cubicBezTo>
                    <a:pt x="0" y="3549"/>
                    <a:pt x="4563" y="0"/>
                    <a:pt x="10139" y="0"/>
                  </a:cubicBezTo>
                  <a:cubicBezTo>
                    <a:pt x="15716" y="0"/>
                    <a:pt x="20405" y="3675"/>
                    <a:pt x="20405" y="811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45E8CE63-570B-79BF-541F-A8876E1BFC95}"/>
                </a:ext>
              </a:extLst>
            </p:cNvPr>
            <p:cNvSpPr/>
            <p:nvPr/>
          </p:nvSpPr>
          <p:spPr>
            <a:xfrm>
              <a:off x="4124749" y="4603207"/>
              <a:ext cx="19770" cy="15588"/>
            </a:xfrm>
            <a:custGeom>
              <a:avLst/>
              <a:gdLst>
                <a:gd name="connsiteX0" fmla="*/ 19771 w 19770"/>
                <a:gd name="connsiteY0" fmla="*/ 7858 h 15588"/>
                <a:gd name="connsiteX1" fmla="*/ 9885 w 19770"/>
                <a:gd name="connsiteY1" fmla="*/ 15589 h 15588"/>
                <a:gd name="connsiteX2" fmla="*/ 0 w 19770"/>
                <a:gd name="connsiteY2" fmla="*/ 7858 h 15588"/>
                <a:gd name="connsiteX3" fmla="*/ 9885 w 19770"/>
                <a:gd name="connsiteY3" fmla="*/ 0 h 15588"/>
                <a:gd name="connsiteX4" fmla="*/ 19771 w 19770"/>
                <a:gd name="connsiteY4" fmla="*/ 7858 h 1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70" h="15588">
                  <a:moveTo>
                    <a:pt x="19771" y="7858"/>
                  </a:moveTo>
                  <a:cubicBezTo>
                    <a:pt x="19771" y="12167"/>
                    <a:pt x="15335" y="15589"/>
                    <a:pt x="9885" y="15589"/>
                  </a:cubicBezTo>
                  <a:cubicBezTo>
                    <a:pt x="4436" y="15589"/>
                    <a:pt x="0" y="12167"/>
                    <a:pt x="0" y="7858"/>
                  </a:cubicBezTo>
                  <a:cubicBezTo>
                    <a:pt x="0" y="3549"/>
                    <a:pt x="4436" y="0"/>
                    <a:pt x="9885" y="0"/>
                  </a:cubicBezTo>
                  <a:cubicBezTo>
                    <a:pt x="15335" y="0"/>
                    <a:pt x="19771" y="3549"/>
                    <a:pt x="19771" y="785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E39B0831-CC9C-7994-65BF-6BFB1E1CD0D9}"/>
                </a:ext>
              </a:extLst>
            </p:cNvPr>
            <p:cNvSpPr/>
            <p:nvPr/>
          </p:nvSpPr>
          <p:spPr>
            <a:xfrm>
              <a:off x="4050355" y="4517280"/>
              <a:ext cx="20404" cy="16222"/>
            </a:xfrm>
            <a:custGeom>
              <a:avLst/>
              <a:gdLst>
                <a:gd name="connsiteX0" fmla="*/ 20405 w 20404"/>
                <a:gd name="connsiteY0" fmla="*/ 8111 h 16222"/>
                <a:gd name="connsiteX1" fmla="*/ 10139 w 20404"/>
                <a:gd name="connsiteY1" fmla="*/ 16222 h 16222"/>
                <a:gd name="connsiteX2" fmla="*/ 0 w 20404"/>
                <a:gd name="connsiteY2" fmla="*/ 8111 h 16222"/>
                <a:gd name="connsiteX3" fmla="*/ 10139 w 20404"/>
                <a:gd name="connsiteY3" fmla="*/ 0 h 16222"/>
                <a:gd name="connsiteX4" fmla="*/ 20405 w 20404"/>
                <a:gd name="connsiteY4" fmla="*/ 8111 h 1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04" h="16222">
                  <a:moveTo>
                    <a:pt x="20405" y="8111"/>
                  </a:moveTo>
                  <a:cubicBezTo>
                    <a:pt x="20405" y="12547"/>
                    <a:pt x="15842" y="16222"/>
                    <a:pt x="10139" y="16222"/>
                  </a:cubicBezTo>
                  <a:cubicBezTo>
                    <a:pt x="4436" y="16222"/>
                    <a:pt x="0" y="12547"/>
                    <a:pt x="0" y="8111"/>
                  </a:cubicBezTo>
                  <a:cubicBezTo>
                    <a:pt x="0" y="3675"/>
                    <a:pt x="4563" y="0"/>
                    <a:pt x="10139" y="0"/>
                  </a:cubicBezTo>
                  <a:cubicBezTo>
                    <a:pt x="15715" y="0"/>
                    <a:pt x="20405" y="3675"/>
                    <a:pt x="20405" y="811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1AED5029-1DEA-9C99-CCA7-2B51E55BD7C6}"/>
                </a:ext>
              </a:extLst>
            </p:cNvPr>
            <p:cNvSpPr/>
            <p:nvPr/>
          </p:nvSpPr>
          <p:spPr>
            <a:xfrm>
              <a:off x="3982045" y="4428945"/>
              <a:ext cx="19770" cy="15588"/>
            </a:xfrm>
            <a:custGeom>
              <a:avLst/>
              <a:gdLst>
                <a:gd name="connsiteX0" fmla="*/ 19771 w 19770"/>
                <a:gd name="connsiteY0" fmla="*/ 7731 h 15588"/>
                <a:gd name="connsiteX1" fmla="*/ 9885 w 19770"/>
                <a:gd name="connsiteY1" fmla="*/ 15589 h 15588"/>
                <a:gd name="connsiteX2" fmla="*/ 0 w 19770"/>
                <a:gd name="connsiteY2" fmla="*/ 7731 h 15588"/>
                <a:gd name="connsiteX3" fmla="*/ 9885 w 19770"/>
                <a:gd name="connsiteY3" fmla="*/ 0 h 15588"/>
                <a:gd name="connsiteX4" fmla="*/ 19771 w 19770"/>
                <a:gd name="connsiteY4" fmla="*/ 7731 h 1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70" h="15588">
                  <a:moveTo>
                    <a:pt x="19771" y="7731"/>
                  </a:moveTo>
                  <a:cubicBezTo>
                    <a:pt x="19771" y="12040"/>
                    <a:pt x="15335" y="15589"/>
                    <a:pt x="9885" y="15589"/>
                  </a:cubicBezTo>
                  <a:cubicBezTo>
                    <a:pt x="4435" y="15589"/>
                    <a:pt x="0" y="12040"/>
                    <a:pt x="0" y="7731"/>
                  </a:cubicBezTo>
                  <a:cubicBezTo>
                    <a:pt x="0" y="3422"/>
                    <a:pt x="4435" y="0"/>
                    <a:pt x="9885" y="0"/>
                  </a:cubicBezTo>
                  <a:cubicBezTo>
                    <a:pt x="15335" y="0"/>
                    <a:pt x="19771" y="3422"/>
                    <a:pt x="19771" y="773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7A510554-C8DB-3BC5-4341-EF6BB31635B5}"/>
                </a:ext>
              </a:extLst>
            </p:cNvPr>
            <p:cNvSpPr/>
            <p:nvPr/>
          </p:nvSpPr>
          <p:spPr>
            <a:xfrm>
              <a:off x="3919437" y="4337441"/>
              <a:ext cx="19770" cy="15715"/>
            </a:xfrm>
            <a:custGeom>
              <a:avLst/>
              <a:gdLst>
                <a:gd name="connsiteX0" fmla="*/ 19771 w 19770"/>
                <a:gd name="connsiteY0" fmla="*/ 7858 h 15715"/>
                <a:gd name="connsiteX1" fmla="*/ 9885 w 19770"/>
                <a:gd name="connsiteY1" fmla="*/ 15716 h 15715"/>
                <a:gd name="connsiteX2" fmla="*/ 0 w 19770"/>
                <a:gd name="connsiteY2" fmla="*/ 7858 h 15715"/>
                <a:gd name="connsiteX3" fmla="*/ 9885 w 19770"/>
                <a:gd name="connsiteY3" fmla="*/ 0 h 15715"/>
                <a:gd name="connsiteX4" fmla="*/ 19771 w 19770"/>
                <a:gd name="connsiteY4" fmla="*/ 7858 h 1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70" h="15715">
                  <a:moveTo>
                    <a:pt x="19771" y="7858"/>
                  </a:moveTo>
                  <a:cubicBezTo>
                    <a:pt x="19771" y="12167"/>
                    <a:pt x="15335" y="15716"/>
                    <a:pt x="9885" y="15716"/>
                  </a:cubicBezTo>
                  <a:cubicBezTo>
                    <a:pt x="4435" y="15716"/>
                    <a:pt x="0" y="12167"/>
                    <a:pt x="0" y="7858"/>
                  </a:cubicBezTo>
                  <a:cubicBezTo>
                    <a:pt x="0" y="3549"/>
                    <a:pt x="4435" y="0"/>
                    <a:pt x="9885" y="0"/>
                  </a:cubicBezTo>
                  <a:cubicBezTo>
                    <a:pt x="15335" y="0"/>
                    <a:pt x="19771" y="3549"/>
                    <a:pt x="19771" y="785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1CEE8351-9BDD-A076-2039-EC567D8687B5}"/>
                </a:ext>
              </a:extLst>
            </p:cNvPr>
            <p:cNvSpPr/>
            <p:nvPr/>
          </p:nvSpPr>
          <p:spPr>
            <a:xfrm>
              <a:off x="3863547" y="4243910"/>
              <a:ext cx="18883" cy="14955"/>
            </a:xfrm>
            <a:custGeom>
              <a:avLst/>
              <a:gdLst>
                <a:gd name="connsiteX0" fmla="*/ 18884 w 18883"/>
                <a:gd name="connsiteY0" fmla="*/ 7478 h 14955"/>
                <a:gd name="connsiteX1" fmla="*/ 9505 w 18883"/>
                <a:gd name="connsiteY1" fmla="*/ 14955 h 14955"/>
                <a:gd name="connsiteX2" fmla="*/ 0 w 18883"/>
                <a:gd name="connsiteY2" fmla="*/ 7478 h 14955"/>
                <a:gd name="connsiteX3" fmla="*/ 9505 w 18883"/>
                <a:gd name="connsiteY3" fmla="*/ 0 h 14955"/>
                <a:gd name="connsiteX4" fmla="*/ 18884 w 18883"/>
                <a:gd name="connsiteY4" fmla="*/ 7478 h 14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83" h="14955">
                  <a:moveTo>
                    <a:pt x="18884" y="7478"/>
                  </a:moveTo>
                  <a:cubicBezTo>
                    <a:pt x="18884" y="11660"/>
                    <a:pt x="14701" y="14955"/>
                    <a:pt x="9505" y="14955"/>
                  </a:cubicBezTo>
                  <a:cubicBezTo>
                    <a:pt x="4309" y="14955"/>
                    <a:pt x="0" y="11660"/>
                    <a:pt x="0" y="7478"/>
                  </a:cubicBezTo>
                  <a:cubicBezTo>
                    <a:pt x="0" y="3295"/>
                    <a:pt x="4182" y="0"/>
                    <a:pt x="9505" y="0"/>
                  </a:cubicBezTo>
                  <a:cubicBezTo>
                    <a:pt x="14828" y="0"/>
                    <a:pt x="18884" y="3422"/>
                    <a:pt x="18884" y="747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53CBA804-D601-01A6-A823-79DDCCB0C8C8}"/>
                </a:ext>
              </a:extLst>
            </p:cNvPr>
            <p:cNvSpPr/>
            <p:nvPr/>
          </p:nvSpPr>
          <p:spPr>
            <a:xfrm>
              <a:off x="3813359" y="4147844"/>
              <a:ext cx="18883" cy="14954"/>
            </a:xfrm>
            <a:custGeom>
              <a:avLst/>
              <a:gdLst>
                <a:gd name="connsiteX0" fmla="*/ 18884 w 18883"/>
                <a:gd name="connsiteY0" fmla="*/ 7477 h 14954"/>
                <a:gd name="connsiteX1" fmla="*/ 9505 w 18883"/>
                <a:gd name="connsiteY1" fmla="*/ 14955 h 14954"/>
                <a:gd name="connsiteX2" fmla="*/ 0 w 18883"/>
                <a:gd name="connsiteY2" fmla="*/ 7477 h 14954"/>
                <a:gd name="connsiteX3" fmla="*/ 9505 w 18883"/>
                <a:gd name="connsiteY3" fmla="*/ 0 h 14954"/>
                <a:gd name="connsiteX4" fmla="*/ 18884 w 18883"/>
                <a:gd name="connsiteY4" fmla="*/ 7477 h 14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83" h="14954">
                  <a:moveTo>
                    <a:pt x="18884" y="7477"/>
                  </a:moveTo>
                  <a:cubicBezTo>
                    <a:pt x="18884" y="11660"/>
                    <a:pt x="14701" y="14955"/>
                    <a:pt x="9505" y="14955"/>
                  </a:cubicBezTo>
                  <a:cubicBezTo>
                    <a:pt x="4309" y="14955"/>
                    <a:pt x="0" y="11660"/>
                    <a:pt x="0" y="7477"/>
                  </a:cubicBezTo>
                  <a:cubicBezTo>
                    <a:pt x="0" y="3295"/>
                    <a:pt x="4182" y="0"/>
                    <a:pt x="9505" y="0"/>
                  </a:cubicBezTo>
                  <a:cubicBezTo>
                    <a:pt x="14828" y="0"/>
                    <a:pt x="18884" y="3422"/>
                    <a:pt x="18884" y="747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C736AD40-D0F5-24F7-2F50-978DA7355A7A}"/>
                </a:ext>
              </a:extLst>
            </p:cNvPr>
            <p:cNvSpPr/>
            <p:nvPr/>
          </p:nvSpPr>
          <p:spPr>
            <a:xfrm>
              <a:off x="3769888" y="4050131"/>
              <a:ext cx="18250" cy="14447"/>
            </a:xfrm>
            <a:custGeom>
              <a:avLst/>
              <a:gdLst>
                <a:gd name="connsiteX0" fmla="*/ 18250 w 18250"/>
                <a:gd name="connsiteY0" fmla="*/ 7224 h 14447"/>
                <a:gd name="connsiteX1" fmla="*/ 9125 w 18250"/>
                <a:gd name="connsiteY1" fmla="*/ 14448 h 14447"/>
                <a:gd name="connsiteX2" fmla="*/ 0 w 18250"/>
                <a:gd name="connsiteY2" fmla="*/ 7224 h 14447"/>
                <a:gd name="connsiteX3" fmla="*/ 9125 w 18250"/>
                <a:gd name="connsiteY3" fmla="*/ 0 h 14447"/>
                <a:gd name="connsiteX4" fmla="*/ 18250 w 18250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7">
                  <a:moveTo>
                    <a:pt x="18250" y="7224"/>
                  </a:moveTo>
                  <a:cubicBezTo>
                    <a:pt x="18250" y="11279"/>
                    <a:pt x="14194" y="14448"/>
                    <a:pt x="9125" y="14448"/>
                  </a:cubicBezTo>
                  <a:cubicBezTo>
                    <a:pt x="4056" y="14448"/>
                    <a:pt x="0" y="11279"/>
                    <a:pt x="0" y="7224"/>
                  </a:cubicBezTo>
                  <a:cubicBezTo>
                    <a:pt x="0" y="3168"/>
                    <a:pt x="4056" y="0"/>
                    <a:pt x="9125" y="0"/>
                  </a:cubicBezTo>
                  <a:cubicBezTo>
                    <a:pt x="14194" y="0"/>
                    <a:pt x="18250" y="3168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A5F2403A-54E3-BF14-1FCB-237713AC2510}"/>
                </a:ext>
              </a:extLst>
            </p:cNvPr>
            <p:cNvSpPr/>
            <p:nvPr/>
          </p:nvSpPr>
          <p:spPr>
            <a:xfrm>
              <a:off x="3733008" y="3950770"/>
              <a:ext cx="17489" cy="13940"/>
            </a:xfrm>
            <a:custGeom>
              <a:avLst/>
              <a:gdLst>
                <a:gd name="connsiteX0" fmla="*/ 17490 w 17489"/>
                <a:gd name="connsiteY0" fmla="*/ 6970 h 13940"/>
                <a:gd name="connsiteX1" fmla="*/ 8745 w 17489"/>
                <a:gd name="connsiteY1" fmla="*/ 13941 h 13940"/>
                <a:gd name="connsiteX2" fmla="*/ 0 w 17489"/>
                <a:gd name="connsiteY2" fmla="*/ 6970 h 13940"/>
                <a:gd name="connsiteX3" fmla="*/ 8745 w 17489"/>
                <a:gd name="connsiteY3" fmla="*/ 0 h 13940"/>
                <a:gd name="connsiteX4" fmla="*/ 17490 w 17489"/>
                <a:gd name="connsiteY4" fmla="*/ 6970 h 13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89" h="13940">
                  <a:moveTo>
                    <a:pt x="17490" y="6970"/>
                  </a:moveTo>
                  <a:cubicBezTo>
                    <a:pt x="17490" y="10772"/>
                    <a:pt x="13561" y="13941"/>
                    <a:pt x="8745" y="13941"/>
                  </a:cubicBezTo>
                  <a:cubicBezTo>
                    <a:pt x="3929" y="13941"/>
                    <a:pt x="0" y="10899"/>
                    <a:pt x="0" y="6970"/>
                  </a:cubicBezTo>
                  <a:cubicBezTo>
                    <a:pt x="0" y="3042"/>
                    <a:pt x="3929" y="0"/>
                    <a:pt x="8745" y="0"/>
                  </a:cubicBezTo>
                  <a:cubicBezTo>
                    <a:pt x="13561" y="0"/>
                    <a:pt x="17490" y="3042"/>
                    <a:pt x="17490" y="69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1F316DD2-12D4-AB58-46AC-3689B0992A17}"/>
                </a:ext>
              </a:extLst>
            </p:cNvPr>
            <p:cNvSpPr/>
            <p:nvPr/>
          </p:nvSpPr>
          <p:spPr>
            <a:xfrm>
              <a:off x="3702465" y="3849635"/>
              <a:ext cx="17489" cy="13941"/>
            </a:xfrm>
            <a:custGeom>
              <a:avLst/>
              <a:gdLst>
                <a:gd name="connsiteX0" fmla="*/ 17489 w 17489"/>
                <a:gd name="connsiteY0" fmla="*/ 6970 h 13941"/>
                <a:gd name="connsiteX1" fmla="*/ 8744 w 17489"/>
                <a:gd name="connsiteY1" fmla="*/ 13941 h 13941"/>
                <a:gd name="connsiteX2" fmla="*/ 0 w 17489"/>
                <a:gd name="connsiteY2" fmla="*/ 6970 h 13941"/>
                <a:gd name="connsiteX3" fmla="*/ 8744 w 17489"/>
                <a:gd name="connsiteY3" fmla="*/ 0 h 13941"/>
                <a:gd name="connsiteX4" fmla="*/ 17489 w 17489"/>
                <a:gd name="connsiteY4" fmla="*/ 6970 h 1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89" h="13941">
                  <a:moveTo>
                    <a:pt x="17489" y="6970"/>
                  </a:moveTo>
                  <a:cubicBezTo>
                    <a:pt x="17489" y="10773"/>
                    <a:pt x="13560" y="13941"/>
                    <a:pt x="8744" y="13941"/>
                  </a:cubicBezTo>
                  <a:cubicBezTo>
                    <a:pt x="3929" y="13941"/>
                    <a:pt x="0" y="10899"/>
                    <a:pt x="0" y="6970"/>
                  </a:cubicBezTo>
                  <a:cubicBezTo>
                    <a:pt x="0" y="3042"/>
                    <a:pt x="3929" y="0"/>
                    <a:pt x="8744" y="0"/>
                  </a:cubicBezTo>
                  <a:cubicBezTo>
                    <a:pt x="13560" y="0"/>
                    <a:pt x="17489" y="3042"/>
                    <a:pt x="17489" y="69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48F1CFCA-8BA3-9BCA-66D7-DE04D0B4FE03}"/>
                </a:ext>
              </a:extLst>
            </p:cNvPr>
            <p:cNvSpPr/>
            <p:nvPr/>
          </p:nvSpPr>
          <p:spPr>
            <a:xfrm>
              <a:off x="3678892" y="3747739"/>
              <a:ext cx="16729" cy="13180"/>
            </a:xfrm>
            <a:custGeom>
              <a:avLst/>
              <a:gdLst>
                <a:gd name="connsiteX0" fmla="*/ 16729 w 16729"/>
                <a:gd name="connsiteY0" fmla="*/ 6591 h 13180"/>
                <a:gd name="connsiteX1" fmla="*/ 8365 w 16729"/>
                <a:gd name="connsiteY1" fmla="*/ 13181 h 13180"/>
                <a:gd name="connsiteX2" fmla="*/ 0 w 16729"/>
                <a:gd name="connsiteY2" fmla="*/ 6591 h 13180"/>
                <a:gd name="connsiteX3" fmla="*/ 8365 w 16729"/>
                <a:gd name="connsiteY3" fmla="*/ 0 h 13180"/>
                <a:gd name="connsiteX4" fmla="*/ 16729 w 16729"/>
                <a:gd name="connsiteY4" fmla="*/ 6591 h 13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9" h="13180">
                  <a:moveTo>
                    <a:pt x="16729" y="6591"/>
                  </a:moveTo>
                  <a:cubicBezTo>
                    <a:pt x="16729" y="10266"/>
                    <a:pt x="12927" y="13181"/>
                    <a:pt x="8365" y="13181"/>
                  </a:cubicBezTo>
                  <a:cubicBezTo>
                    <a:pt x="3802" y="13181"/>
                    <a:pt x="0" y="10266"/>
                    <a:pt x="0" y="6591"/>
                  </a:cubicBezTo>
                  <a:cubicBezTo>
                    <a:pt x="0" y="2915"/>
                    <a:pt x="3675" y="0"/>
                    <a:pt x="8365" y="0"/>
                  </a:cubicBezTo>
                  <a:cubicBezTo>
                    <a:pt x="13054" y="0"/>
                    <a:pt x="16729" y="2915"/>
                    <a:pt x="16729" y="65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35291B8E-116B-402A-9348-CCD990AB9735}"/>
                </a:ext>
              </a:extLst>
            </p:cNvPr>
            <p:cNvSpPr/>
            <p:nvPr/>
          </p:nvSpPr>
          <p:spPr>
            <a:xfrm>
              <a:off x="3662163" y="3644956"/>
              <a:ext cx="15968" cy="12673"/>
            </a:xfrm>
            <a:custGeom>
              <a:avLst/>
              <a:gdLst>
                <a:gd name="connsiteX0" fmla="*/ 15969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9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9" y="6337"/>
                  </a:moveTo>
                  <a:cubicBezTo>
                    <a:pt x="15969" y="9759"/>
                    <a:pt x="12420" y="12674"/>
                    <a:pt x="7984" y="12674"/>
                  </a:cubicBezTo>
                  <a:cubicBezTo>
                    <a:pt x="3549" y="12674"/>
                    <a:pt x="0" y="9885"/>
                    <a:pt x="0" y="6337"/>
                  </a:cubicBezTo>
                  <a:cubicBezTo>
                    <a:pt x="0" y="2788"/>
                    <a:pt x="3549" y="0"/>
                    <a:pt x="7984" y="0"/>
                  </a:cubicBezTo>
                  <a:cubicBezTo>
                    <a:pt x="12420" y="0"/>
                    <a:pt x="15969" y="2788"/>
                    <a:pt x="15969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E4A6B18B-22FF-95ED-D925-49F85717EE72}"/>
                </a:ext>
              </a:extLst>
            </p:cNvPr>
            <p:cNvSpPr/>
            <p:nvPr/>
          </p:nvSpPr>
          <p:spPr>
            <a:xfrm>
              <a:off x="3652404" y="3541540"/>
              <a:ext cx="15208" cy="12166"/>
            </a:xfrm>
            <a:custGeom>
              <a:avLst/>
              <a:gdLst>
                <a:gd name="connsiteX0" fmla="*/ 15208 w 15208"/>
                <a:gd name="connsiteY0" fmla="*/ 6083 h 12166"/>
                <a:gd name="connsiteX1" fmla="*/ 7604 w 15208"/>
                <a:gd name="connsiteY1" fmla="*/ 12167 h 12166"/>
                <a:gd name="connsiteX2" fmla="*/ 0 w 15208"/>
                <a:gd name="connsiteY2" fmla="*/ 6083 h 12166"/>
                <a:gd name="connsiteX3" fmla="*/ 7604 w 15208"/>
                <a:gd name="connsiteY3" fmla="*/ 0 h 12166"/>
                <a:gd name="connsiteX4" fmla="*/ 15208 w 15208"/>
                <a:gd name="connsiteY4" fmla="*/ 6083 h 1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08" h="12166">
                  <a:moveTo>
                    <a:pt x="15208" y="6083"/>
                  </a:moveTo>
                  <a:cubicBezTo>
                    <a:pt x="15208" y="9378"/>
                    <a:pt x="11786" y="12167"/>
                    <a:pt x="7604" y="12167"/>
                  </a:cubicBezTo>
                  <a:cubicBezTo>
                    <a:pt x="3422" y="12167"/>
                    <a:pt x="0" y="9505"/>
                    <a:pt x="0" y="6083"/>
                  </a:cubicBezTo>
                  <a:cubicBezTo>
                    <a:pt x="0" y="2661"/>
                    <a:pt x="3422" y="0"/>
                    <a:pt x="7604" y="0"/>
                  </a:cubicBezTo>
                  <a:cubicBezTo>
                    <a:pt x="11786" y="0"/>
                    <a:pt x="15208" y="2661"/>
                    <a:pt x="15208" y="60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0281861C-12B6-57F6-1181-D580E9B42B74}"/>
                </a:ext>
              </a:extLst>
            </p:cNvPr>
            <p:cNvSpPr/>
            <p:nvPr/>
          </p:nvSpPr>
          <p:spPr>
            <a:xfrm>
              <a:off x="3649109" y="3437870"/>
              <a:ext cx="14574" cy="11406"/>
            </a:xfrm>
            <a:custGeom>
              <a:avLst/>
              <a:gdLst>
                <a:gd name="connsiteX0" fmla="*/ 14575 w 14574"/>
                <a:gd name="connsiteY0" fmla="*/ 5703 h 11406"/>
                <a:gd name="connsiteX1" fmla="*/ 7351 w 14574"/>
                <a:gd name="connsiteY1" fmla="*/ 11406 h 11406"/>
                <a:gd name="connsiteX2" fmla="*/ 0 w 14574"/>
                <a:gd name="connsiteY2" fmla="*/ 5703 h 11406"/>
                <a:gd name="connsiteX3" fmla="*/ 7351 w 14574"/>
                <a:gd name="connsiteY3" fmla="*/ 0 h 11406"/>
                <a:gd name="connsiteX4" fmla="*/ 14575 w 14574"/>
                <a:gd name="connsiteY4" fmla="*/ 5703 h 11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574" h="11406">
                  <a:moveTo>
                    <a:pt x="14575" y="5703"/>
                  </a:moveTo>
                  <a:cubicBezTo>
                    <a:pt x="14575" y="8871"/>
                    <a:pt x="11280" y="11406"/>
                    <a:pt x="7351" y="11406"/>
                  </a:cubicBezTo>
                  <a:cubicBezTo>
                    <a:pt x="3422" y="11406"/>
                    <a:pt x="0" y="8871"/>
                    <a:pt x="0" y="5703"/>
                  </a:cubicBezTo>
                  <a:cubicBezTo>
                    <a:pt x="0" y="2534"/>
                    <a:pt x="3295" y="0"/>
                    <a:pt x="7351" y="0"/>
                  </a:cubicBezTo>
                  <a:cubicBezTo>
                    <a:pt x="11406" y="0"/>
                    <a:pt x="14575" y="2534"/>
                    <a:pt x="14575" y="570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8AAF7BE0-2EDA-1265-4642-6C034235F499}"/>
                </a:ext>
              </a:extLst>
            </p:cNvPr>
            <p:cNvSpPr/>
            <p:nvPr/>
          </p:nvSpPr>
          <p:spPr>
            <a:xfrm>
              <a:off x="3653165" y="3334199"/>
              <a:ext cx="13687" cy="10899"/>
            </a:xfrm>
            <a:custGeom>
              <a:avLst/>
              <a:gdLst>
                <a:gd name="connsiteX0" fmla="*/ 13687 w 13687"/>
                <a:gd name="connsiteY0" fmla="*/ 5450 h 10899"/>
                <a:gd name="connsiteX1" fmla="*/ 6844 w 13687"/>
                <a:gd name="connsiteY1" fmla="*/ 10899 h 10899"/>
                <a:gd name="connsiteX2" fmla="*/ 0 w 13687"/>
                <a:gd name="connsiteY2" fmla="*/ 5450 h 10899"/>
                <a:gd name="connsiteX3" fmla="*/ 6844 w 13687"/>
                <a:gd name="connsiteY3" fmla="*/ 0 h 10899"/>
                <a:gd name="connsiteX4" fmla="*/ 13687 w 13687"/>
                <a:gd name="connsiteY4" fmla="*/ 5450 h 10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87" h="10899">
                  <a:moveTo>
                    <a:pt x="13687" y="5450"/>
                  </a:moveTo>
                  <a:cubicBezTo>
                    <a:pt x="13687" y="8491"/>
                    <a:pt x="10519" y="10899"/>
                    <a:pt x="6844" y="10899"/>
                  </a:cubicBezTo>
                  <a:cubicBezTo>
                    <a:pt x="3168" y="10899"/>
                    <a:pt x="0" y="8491"/>
                    <a:pt x="0" y="5450"/>
                  </a:cubicBezTo>
                  <a:cubicBezTo>
                    <a:pt x="0" y="2408"/>
                    <a:pt x="3168" y="0"/>
                    <a:pt x="6844" y="0"/>
                  </a:cubicBezTo>
                  <a:cubicBezTo>
                    <a:pt x="10519" y="0"/>
                    <a:pt x="13687" y="2408"/>
                    <a:pt x="13687" y="545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CAE6403D-CA5D-D8CD-8E55-06BDE8CF79B9}"/>
                </a:ext>
              </a:extLst>
            </p:cNvPr>
            <p:cNvSpPr/>
            <p:nvPr/>
          </p:nvSpPr>
          <p:spPr>
            <a:xfrm>
              <a:off x="3663557" y="3230783"/>
              <a:ext cx="13180" cy="10392"/>
            </a:xfrm>
            <a:custGeom>
              <a:avLst/>
              <a:gdLst>
                <a:gd name="connsiteX0" fmla="*/ 13180 w 13180"/>
                <a:gd name="connsiteY0" fmla="*/ 5196 h 10392"/>
                <a:gd name="connsiteX1" fmla="*/ 6590 w 13180"/>
                <a:gd name="connsiteY1" fmla="*/ 10392 h 10392"/>
                <a:gd name="connsiteX2" fmla="*/ 0 w 13180"/>
                <a:gd name="connsiteY2" fmla="*/ 5196 h 10392"/>
                <a:gd name="connsiteX3" fmla="*/ 6590 w 13180"/>
                <a:gd name="connsiteY3" fmla="*/ 0 h 10392"/>
                <a:gd name="connsiteX4" fmla="*/ 13180 w 13180"/>
                <a:gd name="connsiteY4" fmla="*/ 5196 h 1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80" h="10392">
                  <a:moveTo>
                    <a:pt x="13180" y="5196"/>
                  </a:moveTo>
                  <a:lnTo>
                    <a:pt x="6590" y="10392"/>
                  </a:lnTo>
                  <a:lnTo>
                    <a:pt x="0" y="5196"/>
                  </a:lnTo>
                  <a:lnTo>
                    <a:pt x="6590" y="0"/>
                  </a:lnTo>
                  <a:lnTo>
                    <a:pt x="13180" y="519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DDA60083-D44D-9879-552D-F707E3D53CF4}"/>
                </a:ext>
              </a:extLst>
            </p:cNvPr>
            <p:cNvSpPr/>
            <p:nvPr/>
          </p:nvSpPr>
          <p:spPr>
            <a:xfrm>
              <a:off x="3681173" y="3128000"/>
              <a:ext cx="12293" cy="9758"/>
            </a:xfrm>
            <a:custGeom>
              <a:avLst/>
              <a:gdLst>
                <a:gd name="connsiteX0" fmla="*/ 12293 w 12293"/>
                <a:gd name="connsiteY0" fmla="*/ 4943 h 9758"/>
                <a:gd name="connsiteX1" fmla="*/ 6083 w 12293"/>
                <a:gd name="connsiteY1" fmla="*/ 9759 h 9758"/>
                <a:gd name="connsiteX2" fmla="*/ 0 w 12293"/>
                <a:gd name="connsiteY2" fmla="*/ 4943 h 9758"/>
                <a:gd name="connsiteX3" fmla="*/ 6083 w 12293"/>
                <a:gd name="connsiteY3" fmla="*/ 0 h 9758"/>
                <a:gd name="connsiteX4" fmla="*/ 12293 w 12293"/>
                <a:gd name="connsiteY4" fmla="*/ 4943 h 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93" h="9758">
                  <a:moveTo>
                    <a:pt x="12293" y="4943"/>
                  </a:moveTo>
                  <a:lnTo>
                    <a:pt x="6083" y="9759"/>
                  </a:lnTo>
                  <a:lnTo>
                    <a:pt x="0" y="4943"/>
                  </a:lnTo>
                  <a:lnTo>
                    <a:pt x="6083" y="0"/>
                  </a:lnTo>
                  <a:lnTo>
                    <a:pt x="12293" y="494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DD213927-3BA5-4068-08AF-94EE1714871F}"/>
                </a:ext>
              </a:extLst>
            </p:cNvPr>
            <p:cNvSpPr/>
            <p:nvPr/>
          </p:nvSpPr>
          <p:spPr>
            <a:xfrm>
              <a:off x="3705380" y="3026104"/>
              <a:ext cx="11659" cy="9124"/>
            </a:xfrm>
            <a:custGeom>
              <a:avLst/>
              <a:gdLst>
                <a:gd name="connsiteX0" fmla="*/ 11660 w 11659"/>
                <a:gd name="connsiteY0" fmla="*/ 4563 h 9124"/>
                <a:gd name="connsiteX1" fmla="*/ 5830 w 11659"/>
                <a:gd name="connsiteY1" fmla="*/ 9125 h 9124"/>
                <a:gd name="connsiteX2" fmla="*/ 0 w 11659"/>
                <a:gd name="connsiteY2" fmla="*/ 4563 h 9124"/>
                <a:gd name="connsiteX3" fmla="*/ 5830 w 11659"/>
                <a:gd name="connsiteY3" fmla="*/ 0 h 9124"/>
                <a:gd name="connsiteX4" fmla="*/ 11660 w 11659"/>
                <a:gd name="connsiteY4" fmla="*/ 4563 h 9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59" h="9124">
                  <a:moveTo>
                    <a:pt x="11660" y="4563"/>
                  </a:moveTo>
                  <a:lnTo>
                    <a:pt x="5830" y="9125"/>
                  </a:lnTo>
                  <a:lnTo>
                    <a:pt x="0" y="4563"/>
                  </a:lnTo>
                  <a:lnTo>
                    <a:pt x="5830" y="0"/>
                  </a:lnTo>
                  <a:lnTo>
                    <a:pt x="11660" y="456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2367353B-8493-7813-EB00-F34152F0F6A1}"/>
                </a:ext>
              </a:extLst>
            </p:cNvPr>
            <p:cNvSpPr/>
            <p:nvPr/>
          </p:nvSpPr>
          <p:spPr>
            <a:xfrm>
              <a:off x="3737064" y="2925856"/>
              <a:ext cx="9505" cy="7477"/>
            </a:xfrm>
            <a:custGeom>
              <a:avLst/>
              <a:gdLst>
                <a:gd name="connsiteX0" fmla="*/ 9505 w 9505"/>
                <a:gd name="connsiteY0" fmla="*/ 3675 h 7477"/>
                <a:gd name="connsiteX1" fmla="*/ 4816 w 9505"/>
                <a:gd name="connsiteY1" fmla="*/ 7477 h 7477"/>
                <a:gd name="connsiteX2" fmla="*/ 0 w 9505"/>
                <a:gd name="connsiteY2" fmla="*/ 3675 h 7477"/>
                <a:gd name="connsiteX3" fmla="*/ 4816 w 9505"/>
                <a:gd name="connsiteY3" fmla="*/ 0 h 7477"/>
                <a:gd name="connsiteX4" fmla="*/ 9505 w 9505"/>
                <a:gd name="connsiteY4" fmla="*/ 3675 h 7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05" h="7477">
                  <a:moveTo>
                    <a:pt x="9505" y="3675"/>
                  </a:moveTo>
                  <a:lnTo>
                    <a:pt x="4816" y="7477"/>
                  </a:lnTo>
                  <a:lnTo>
                    <a:pt x="0" y="3675"/>
                  </a:lnTo>
                  <a:lnTo>
                    <a:pt x="4816" y="0"/>
                  </a:lnTo>
                  <a:lnTo>
                    <a:pt x="9505" y="367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A06F2153-8B28-9E68-23C0-A19DDDE03A5F}"/>
                </a:ext>
              </a:extLst>
            </p:cNvPr>
            <p:cNvSpPr/>
            <p:nvPr/>
          </p:nvSpPr>
          <p:spPr>
            <a:xfrm>
              <a:off x="3774704" y="2826369"/>
              <a:ext cx="8617" cy="6843"/>
            </a:xfrm>
            <a:custGeom>
              <a:avLst/>
              <a:gdLst>
                <a:gd name="connsiteX0" fmla="*/ 8618 w 8617"/>
                <a:gd name="connsiteY0" fmla="*/ 3422 h 6843"/>
                <a:gd name="connsiteX1" fmla="*/ 4309 w 8617"/>
                <a:gd name="connsiteY1" fmla="*/ 6844 h 6843"/>
                <a:gd name="connsiteX2" fmla="*/ 0 w 8617"/>
                <a:gd name="connsiteY2" fmla="*/ 3422 h 6843"/>
                <a:gd name="connsiteX3" fmla="*/ 4309 w 8617"/>
                <a:gd name="connsiteY3" fmla="*/ 0 h 6843"/>
                <a:gd name="connsiteX4" fmla="*/ 8618 w 8617"/>
                <a:gd name="connsiteY4" fmla="*/ 3422 h 6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7" h="6843">
                  <a:moveTo>
                    <a:pt x="8618" y="3422"/>
                  </a:moveTo>
                  <a:lnTo>
                    <a:pt x="4309" y="6844"/>
                  </a:lnTo>
                  <a:lnTo>
                    <a:pt x="0" y="3422"/>
                  </a:lnTo>
                  <a:lnTo>
                    <a:pt x="4309" y="0"/>
                  </a:lnTo>
                  <a:lnTo>
                    <a:pt x="8618" y="342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3A95B622-76A9-E1ED-46D1-D6DEE41D8757}"/>
                </a:ext>
              </a:extLst>
            </p:cNvPr>
            <p:cNvSpPr/>
            <p:nvPr/>
          </p:nvSpPr>
          <p:spPr>
            <a:xfrm>
              <a:off x="3818809" y="2728655"/>
              <a:ext cx="7984" cy="6336"/>
            </a:xfrm>
            <a:custGeom>
              <a:avLst/>
              <a:gdLst>
                <a:gd name="connsiteX0" fmla="*/ 7984 w 7984"/>
                <a:gd name="connsiteY0" fmla="*/ 3168 h 6336"/>
                <a:gd name="connsiteX1" fmla="*/ 4056 w 7984"/>
                <a:gd name="connsiteY1" fmla="*/ 6337 h 6336"/>
                <a:gd name="connsiteX2" fmla="*/ 0 w 7984"/>
                <a:gd name="connsiteY2" fmla="*/ 3168 h 6336"/>
                <a:gd name="connsiteX3" fmla="*/ 4056 w 7984"/>
                <a:gd name="connsiteY3" fmla="*/ 0 h 6336"/>
                <a:gd name="connsiteX4" fmla="*/ 7984 w 7984"/>
                <a:gd name="connsiteY4" fmla="*/ 3168 h 6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84" h="6336">
                  <a:moveTo>
                    <a:pt x="7984" y="3168"/>
                  </a:moveTo>
                  <a:lnTo>
                    <a:pt x="4056" y="6337"/>
                  </a:lnTo>
                  <a:lnTo>
                    <a:pt x="0" y="3168"/>
                  </a:lnTo>
                  <a:lnTo>
                    <a:pt x="4056" y="0"/>
                  </a:lnTo>
                  <a:lnTo>
                    <a:pt x="7984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0225B760-F0F3-1B3E-2853-CF1A338B9927}"/>
                </a:ext>
              </a:extLst>
            </p:cNvPr>
            <p:cNvSpPr/>
            <p:nvPr/>
          </p:nvSpPr>
          <p:spPr>
            <a:xfrm>
              <a:off x="3869376" y="2632843"/>
              <a:ext cx="7224" cy="5829"/>
            </a:xfrm>
            <a:custGeom>
              <a:avLst/>
              <a:gdLst>
                <a:gd name="connsiteX0" fmla="*/ 7224 w 7224"/>
                <a:gd name="connsiteY0" fmla="*/ 2915 h 5829"/>
                <a:gd name="connsiteX1" fmla="*/ 3675 w 7224"/>
                <a:gd name="connsiteY1" fmla="*/ 5830 h 5829"/>
                <a:gd name="connsiteX2" fmla="*/ 0 w 7224"/>
                <a:gd name="connsiteY2" fmla="*/ 2915 h 5829"/>
                <a:gd name="connsiteX3" fmla="*/ 3675 w 7224"/>
                <a:gd name="connsiteY3" fmla="*/ 0 h 5829"/>
                <a:gd name="connsiteX4" fmla="*/ 7224 w 7224"/>
                <a:gd name="connsiteY4" fmla="*/ 2915 h 5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24" h="5829">
                  <a:moveTo>
                    <a:pt x="7224" y="2915"/>
                  </a:moveTo>
                  <a:lnTo>
                    <a:pt x="3675" y="5830"/>
                  </a:lnTo>
                  <a:lnTo>
                    <a:pt x="0" y="2915"/>
                  </a:lnTo>
                  <a:lnTo>
                    <a:pt x="3675" y="0"/>
                  </a:lnTo>
                  <a:lnTo>
                    <a:pt x="7224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A1EF3448-93FC-53F3-C91E-1F2F882788DE}"/>
                </a:ext>
              </a:extLst>
            </p:cNvPr>
            <p:cNvSpPr/>
            <p:nvPr/>
          </p:nvSpPr>
          <p:spPr>
            <a:xfrm>
              <a:off x="3926154" y="2539312"/>
              <a:ext cx="6463" cy="5196"/>
            </a:xfrm>
            <a:custGeom>
              <a:avLst/>
              <a:gdLst>
                <a:gd name="connsiteX0" fmla="*/ 6463 w 6463"/>
                <a:gd name="connsiteY0" fmla="*/ 2535 h 5196"/>
                <a:gd name="connsiteX1" fmla="*/ 3295 w 6463"/>
                <a:gd name="connsiteY1" fmla="*/ 5196 h 5196"/>
                <a:gd name="connsiteX2" fmla="*/ 0 w 6463"/>
                <a:gd name="connsiteY2" fmla="*/ 2535 h 5196"/>
                <a:gd name="connsiteX3" fmla="*/ 3295 w 6463"/>
                <a:gd name="connsiteY3" fmla="*/ 0 h 5196"/>
                <a:gd name="connsiteX4" fmla="*/ 6463 w 6463"/>
                <a:gd name="connsiteY4" fmla="*/ 2535 h 5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196">
                  <a:moveTo>
                    <a:pt x="6463" y="2535"/>
                  </a:moveTo>
                  <a:lnTo>
                    <a:pt x="3295" y="5196"/>
                  </a:lnTo>
                  <a:lnTo>
                    <a:pt x="0" y="2535"/>
                  </a:lnTo>
                  <a:lnTo>
                    <a:pt x="3295" y="0"/>
                  </a:lnTo>
                  <a:lnTo>
                    <a:pt x="6463" y="253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05FAB61E-BCEE-49CD-8D87-7B1807C597E6}"/>
                </a:ext>
              </a:extLst>
            </p:cNvPr>
            <p:cNvSpPr/>
            <p:nvPr/>
          </p:nvSpPr>
          <p:spPr>
            <a:xfrm>
              <a:off x="3989395" y="2448442"/>
              <a:ext cx="5069" cy="4055"/>
            </a:xfrm>
            <a:custGeom>
              <a:avLst/>
              <a:gdLst>
                <a:gd name="connsiteX0" fmla="*/ 5069 w 5069"/>
                <a:gd name="connsiteY0" fmla="*/ 2028 h 4055"/>
                <a:gd name="connsiteX1" fmla="*/ 2535 w 5069"/>
                <a:gd name="connsiteY1" fmla="*/ 4055 h 4055"/>
                <a:gd name="connsiteX2" fmla="*/ 0 w 5069"/>
                <a:gd name="connsiteY2" fmla="*/ 2028 h 4055"/>
                <a:gd name="connsiteX3" fmla="*/ 2535 w 5069"/>
                <a:gd name="connsiteY3" fmla="*/ 0 h 4055"/>
                <a:gd name="connsiteX4" fmla="*/ 5069 w 5069"/>
                <a:gd name="connsiteY4" fmla="*/ 2028 h 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9" h="4055">
                  <a:moveTo>
                    <a:pt x="5069" y="2028"/>
                  </a:moveTo>
                  <a:lnTo>
                    <a:pt x="2535" y="4055"/>
                  </a:lnTo>
                  <a:lnTo>
                    <a:pt x="0" y="2028"/>
                  </a:lnTo>
                  <a:lnTo>
                    <a:pt x="2535" y="0"/>
                  </a:lnTo>
                  <a:lnTo>
                    <a:pt x="5069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C1B201B9-B30F-65A1-21BF-BBE4CA365284}"/>
                </a:ext>
              </a:extLst>
            </p:cNvPr>
            <p:cNvSpPr/>
            <p:nvPr/>
          </p:nvSpPr>
          <p:spPr>
            <a:xfrm>
              <a:off x="4058340" y="2360107"/>
              <a:ext cx="4308" cy="3421"/>
            </a:xfrm>
            <a:custGeom>
              <a:avLst/>
              <a:gdLst>
                <a:gd name="connsiteX0" fmla="*/ 4309 w 4308"/>
                <a:gd name="connsiteY0" fmla="*/ 1774 h 3421"/>
                <a:gd name="connsiteX1" fmla="*/ 2155 w 4308"/>
                <a:gd name="connsiteY1" fmla="*/ 3422 h 3421"/>
                <a:gd name="connsiteX2" fmla="*/ 0 w 4308"/>
                <a:gd name="connsiteY2" fmla="*/ 1774 h 3421"/>
                <a:gd name="connsiteX3" fmla="*/ 2155 w 4308"/>
                <a:gd name="connsiteY3" fmla="*/ 0 h 3421"/>
                <a:gd name="connsiteX4" fmla="*/ 4309 w 4308"/>
                <a:gd name="connsiteY4" fmla="*/ 1774 h 3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8" h="3421">
                  <a:moveTo>
                    <a:pt x="4309" y="1774"/>
                  </a:moveTo>
                  <a:lnTo>
                    <a:pt x="2155" y="3422"/>
                  </a:lnTo>
                  <a:lnTo>
                    <a:pt x="0" y="1774"/>
                  </a:lnTo>
                  <a:lnTo>
                    <a:pt x="2155" y="0"/>
                  </a:lnTo>
                  <a:lnTo>
                    <a:pt x="4309" y="177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F3885AAD-80E4-7315-3827-C041A22AD827}"/>
                </a:ext>
              </a:extLst>
            </p:cNvPr>
            <p:cNvSpPr/>
            <p:nvPr/>
          </p:nvSpPr>
          <p:spPr>
            <a:xfrm>
              <a:off x="4133241" y="2274940"/>
              <a:ext cx="2914" cy="2408"/>
            </a:xfrm>
            <a:custGeom>
              <a:avLst/>
              <a:gdLst>
                <a:gd name="connsiteX0" fmla="*/ 2915 w 2914"/>
                <a:gd name="connsiteY0" fmla="*/ 1267 h 2408"/>
                <a:gd name="connsiteX1" fmla="*/ 1521 w 2914"/>
                <a:gd name="connsiteY1" fmla="*/ 2408 h 2408"/>
                <a:gd name="connsiteX2" fmla="*/ 0 w 2914"/>
                <a:gd name="connsiteY2" fmla="*/ 1267 h 2408"/>
                <a:gd name="connsiteX3" fmla="*/ 1521 w 2914"/>
                <a:gd name="connsiteY3" fmla="*/ 0 h 2408"/>
                <a:gd name="connsiteX4" fmla="*/ 2915 w 2914"/>
                <a:gd name="connsiteY4" fmla="*/ 1267 h 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" h="2408">
                  <a:moveTo>
                    <a:pt x="2915" y="1267"/>
                  </a:moveTo>
                  <a:lnTo>
                    <a:pt x="1521" y="2408"/>
                  </a:lnTo>
                  <a:lnTo>
                    <a:pt x="0" y="1267"/>
                  </a:lnTo>
                  <a:lnTo>
                    <a:pt x="1521" y="0"/>
                  </a:lnTo>
                  <a:lnTo>
                    <a:pt x="2915" y="126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E9153490-A47B-418F-927B-3E2ACD6E92AA}"/>
                </a:ext>
              </a:extLst>
            </p:cNvPr>
            <p:cNvSpPr/>
            <p:nvPr/>
          </p:nvSpPr>
          <p:spPr>
            <a:xfrm>
              <a:off x="4213464" y="2192816"/>
              <a:ext cx="2154" cy="1774"/>
            </a:xfrm>
            <a:custGeom>
              <a:avLst/>
              <a:gdLst>
                <a:gd name="connsiteX0" fmla="*/ 2155 w 2154"/>
                <a:gd name="connsiteY0" fmla="*/ 887 h 1774"/>
                <a:gd name="connsiteX1" fmla="*/ 1014 w 2154"/>
                <a:gd name="connsiteY1" fmla="*/ 1774 h 1774"/>
                <a:gd name="connsiteX2" fmla="*/ 0 w 2154"/>
                <a:gd name="connsiteY2" fmla="*/ 887 h 1774"/>
                <a:gd name="connsiteX3" fmla="*/ 1014 w 2154"/>
                <a:gd name="connsiteY3" fmla="*/ 0 h 1774"/>
                <a:gd name="connsiteX4" fmla="*/ 2155 w 2154"/>
                <a:gd name="connsiteY4" fmla="*/ 887 h 1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4" h="1774">
                  <a:moveTo>
                    <a:pt x="2155" y="887"/>
                  </a:moveTo>
                  <a:lnTo>
                    <a:pt x="1014" y="1774"/>
                  </a:lnTo>
                  <a:lnTo>
                    <a:pt x="0" y="887"/>
                  </a:lnTo>
                  <a:lnTo>
                    <a:pt x="1014" y="0"/>
                  </a:lnTo>
                  <a:lnTo>
                    <a:pt x="2155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05AE2453-1AFC-2064-5C7F-74E1D961C92E}"/>
                </a:ext>
              </a:extLst>
            </p:cNvPr>
            <p:cNvSpPr/>
            <p:nvPr/>
          </p:nvSpPr>
          <p:spPr>
            <a:xfrm>
              <a:off x="4299391" y="2114366"/>
              <a:ext cx="633" cy="506"/>
            </a:xfrm>
            <a:custGeom>
              <a:avLst/>
              <a:gdLst>
                <a:gd name="connsiteX0" fmla="*/ 634 w 633"/>
                <a:gd name="connsiteY0" fmla="*/ 253 h 506"/>
                <a:gd name="connsiteX1" fmla="*/ 254 w 633"/>
                <a:gd name="connsiteY1" fmla="*/ 507 h 506"/>
                <a:gd name="connsiteX2" fmla="*/ 0 w 633"/>
                <a:gd name="connsiteY2" fmla="*/ 253 h 506"/>
                <a:gd name="connsiteX3" fmla="*/ 254 w 633"/>
                <a:gd name="connsiteY3" fmla="*/ 0 h 506"/>
                <a:gd name="connsiteX4" fmla="*/ 634 w 633"/>
                <a:gd name="connsiteY4" fmla="*/ 253 h 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" h="506">
                  <a:moveTo>
                    <a:pt x="634" y="253"/>
                  </a:moveTo>
                  <a:lnTo>
                    <a:pt x="254" y="507"/>
                  </a:lnTo>
                  <a:lnTo>
                    <a:pt x="0" y="253"/>
                  </a:lnTo>
                  <a:lnTo>
                    <a:pt x="254" y="0"/>
                  </a:lnTo>
                  <a:lnTo>
                    <a:pt x="634" y="25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CDFA0193-9FAA-809C-4B59-ECB8A1CEB49F}"/>
                </a:ext>
              </a:extLst>
            </p:cNvPr>
            <p:cNvSpPr/>
            <p:nvPr/>
          </p:nvSpPr>
          <p:spPr>
            <a:xfrm>
              <a:off x="4484679" y="1967226"/>
              <a:ext cx="760" cy="633"/>
            </a:xfrm>
            <a:custGeom>
              <a:avLst/>
              <a:gdLst>
                <a:gd name="connsiteX0" fmla="*/ 761 w 760"/>
                <a:gd name="connsiteY0" fmla="*/ 380 h 633"/>
                <a:gd name="connsiteX1" fmla="*/ 381 w 760"/>
                <a:gd name="connsiteY1" fmla="*/ 634 h 633"/>
                <a:gd name="connsiteX2" fmla="*/ 0 w 760"/>
                <a:gd name="connsiteY2" fmla="*/ 380 h 633"/>
                <a:gd name="connsiteX3" fmla="*/ 381 w 760"/>
                <a:gd name="connsiteY3" fmla="*/ 0 h 633"/>
                <a:gd name="connsiteX4" fmla="*/ 761 w 760"/>
                <a:gd name="connsiteY4" fmla="*/ 380 h 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0" h="633">
                  <a:moveTo>
                    <a:pt x="761" y="380"/>
                  </a:moveTo>
                  <a:lnTo>
                    <a:pt x="381" y="634"/>
                  </a:lnTo>
                  <a:lnTo>
                    <a:pt x="0" y="380"/>
                  </a:lnTo>
                  <a:lnTo>
                    <a:pt x="381" y="0"/>
                  </a:lnTo>
                  <a:lnTo>
                    <a:pt x="761" y="38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3176EFF5-8490-E4A0-25B5-28B834CD82F9}"/>
                </a:ext>
              </a:extLst>
            </p:cNvPr>
            <p:cNvSpPr/>
            <p:nvPr/>
          </p:nvSpPr>
          <p:spPr>
            <a:xfrm>
              <a:off x="4584041" y="1899549"/>
              <a:ext cx="1393" cy="1013"/>
            </a:xfrm>
            <a:custGeom>
              <a:avLst/>
              <a:gdLst>
                <a:gd name="connsiteX0" fmla="*/ 1394 w 1393"/>
                <a:gd name="connsiteY0" fmla="*/ 507 h 1013"/>
                <a:gd name="connsiteX1" fmla="*/ 760 w 1393"/>
                <a:gd name="connsiteY1" fmla="*/ 1014 h 1013"/>
                <a:gd name="connsiteX2" fmla="*/ 0 w 1393"/>
                <a:gd name="connsiteY2" fmla="*/ 507 h 1013"/>
                <a:gd name="connsiteX3" fmla="*/ 760 w 1393"/>
                <a:gd name="connsiteY3" fmla="*/ 0 h 1013"/>
                <a:gd name="connsiteX4" fmla="*/ 1394 w 1393"/>
                <a:gd name="connsiteY4" fmla="*/ 507 h 1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3" h="1013">
                  <a:moveTo>
                    <a:pt x="1394" y="507"/>
                  </a:moveTo>
                  <a:lnTo>
                    <a:pt x="760" y="1014"/>
                  </a:lnTo>
                  <a:lnTo>
                    <a:pt x="0" y="507"/>
                  </a:lnTo>
                  <a:lnTo>
                    <a:pt x="760" y="0"/>
                  </a:lnTo>
                  <a:lnTo>
                    <a:pt x="1394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A6C8BB8C-4757-3132-3D0D-E10242D306FD}"/>
                </a:ext>
              </a:extLst>
            </p:cNvPr>
            <p:cNvSpPr/>
            <p:nvPr/>
          </p:nvSpPr>
          <p:spPr>
            <a:xfrm>
              <a:off x="4687584" y="1835800"/>
              <a:ext cx="2281" cy="1901"/>
            </a:xfrm>
            <a:custGeom>
              <a:avLst/>
              <a:gdLst>
                <a:gd name="connsiteX0" fmla="*/ 2281 w 2281"/>
                <a:gd name="connsiteY0" fmla="*/ 887 h 1901"/>
                <a:gd name="connsiteX1" fmla="*/ 1141 w 2281"/>
                <a:gd name="connsiteY1" fmla="*/ 1901 h 1901"/>
                <a:gd name="connsiteX2" fmla="*/ 0 w 2281"/>
                <a:gd name="connsiteY2" fmla="*/ 887 h 1901"/>
                <a:gd name="connsiteX3" fmla="*/ 1141 w 2281"/>
                <a:gd name="connsiteY3" fmla="*/ 0 h 1901"/>
                <a:gd name="connsiteX4" fmla="*/ 2281 w 2281"/>
                <a:gd name="connsiteY4" fmla="*/ 887 h 1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1" h="1901">
                  <a:moveTo>
                    <a:pt x="2281" y="887"/>
                  </a:moveTo>
                  <a:lnTo>
                    <a:pt x="1141" y="1901"/>
                  </a:lnTo>
                  <a:lnTo>
                    <a:pt x="0" y="887"/>
                  </a:lnTo>
                  <a:lnTo>
                    <a:pt x="1141" y="0"/>
                  </a:lnTo>
                  <a:lnTo>
                    <a:pt x="2281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AB066505-2045-4393-55A6-53DE9CCEAEBE}"/>
                </a:ext>
              </a:extLst>
            </p:cNvPr>
            <p:cNvSpPr/>
            <p:nvPr/>
          </p:nvSpPr>
          <p:spPr>
            <a:xfrm>
              <a:off x="4795309" y="1776615"/>
              <a:ext cx="2915" cy="2408"/>
            </a:xfrm>
            <a:custGeom>
              <a:avLst/>
              <a:gdLst>
                <a:gd name="connsiteX0" fmla="*/ 2915 w 2915"/>
                <a:gd name="connsiteY0" fmla="*/ 1267 h 2408"/>
                <a:gd name="connsiteX1" fmla="*/ 1521 w 2915"/>
                <a:gd name="connsiteY1" fmla="*/ 2408 h 2408"/>
                <a:gd name="connsiteX2" fmla="*/ 0 w 2915"/>
                <a:gd name="connsiteY2" fmla="*/ 1267 h 2408"/>
                <a:gd name="connsiteX3" fmla="*/ 1521 w 2915"/>
                <a:gd name="connsiteY3" fmla="*/ 0 h 2408"/>
                <a:gd name="connsiteX4" fmla="*/ 2915 w 2915"/>
                <a:gd name="connsiteY4" fmla="*/ 1267 h 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5" h="2408">
                  <a:moveTo>
                    <a:pt x="2915" y="1267"/>
                  </a:moveTo>
                  <a:lnTo>
                    <a:pt x="1521" y="2408"/>
                  </a:lnTo>
                  <a:lnTo>
                    <a:pt x="0" y="1267"/>
                  </a:lnTo>
                  <a:lnTo>
                    <a:pt x="1521" y="0"/>
                  </a:lnTo>
                  <a:lnTo>
                    <a:pt x="2915" y="126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B5C2740C-AD38-368C-124D-AE2A1E25BCE9}"/>
                </a:ext>
              </a:extLst>
            </p:cNvPr>
            <p:cNvSpPr/>
            <p:nvPr/>
          </p:nvSpPr>
          <p:spPr>
            <a:xfrm>
              <a:off x="4906457" y="1721865"/>
              <a:ext cx="4182" cy="3295"/>
            </a:xfrm>
            <a:custGeom>
              <a:avLst/>
              <a:gdLst>
                <a:gd name="connsiteX0" fmla="*/ 4182 w 4182"/>
                <a:gd name="connsiteY0" fmla="*/ 1647 h 3295"/>
                <a:gd name="connsiteX1" fmla="*/ 2027 w 4182"/>
                <a:gd name="connsiteY1" fmla="*/ 3295 h 3295"/>
                <a:gd name="connsiteX2" fmla="*/ 0 w 4182"/>
                <a:gd name="connsiteY2" fmla="*/ 1647 h 3295"/>
                <a:gd name="connsiteX3" fmla="*/ 2027 w 4182"/>
                <a:gd name="connsiteY3" fmla="*/ 0 h 3295"/>
                <a:gd name="connsiteX4" fmla="*/ 4182 w 4182"/>
                <a:gd name="connsiteY4" fmla="*/ 1647 h 3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2" h="3295">
                  <a:moveTo>
                    <a:pt x="4182" y="1647"/>
                  </a:moveTo>
                  <a:lnTo>
                    <a:pt x="2027" y="3295"/>
                  </a:lnTo>
                  <a:lnTo>
                    <a:pt x="0" y="1647"/>
                  </a:lnTo>
                  <a:lnTo>
                    <a:pt x="2027" y="0"/>
                  </a:lnTo>
                  <a:lnTo>
                    <a:pt x="4182" y="164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7034CB1E-860A-B24E-C752-FA36F3F2EE5C}"/>
                </a:ext>
              </a:extLst>
            </p:cNvPr>
            <p:cNvSpPr/>
            <p:nvPr/>
          </p:nvSpPr>
          <p:spPr>
            <a:xfrm>
              <a:off x="5021406" y="1672057"/>
              <a:ext cx="4689" cy="3675"/>
            </a:xfrm>
            <a:custGeom>
              <a:avLst/>
              <a:gdLst>
                <a:gd name="connsiteX0" fmla="*/ 4689 w 4689"/>
                <a:gd name="connsiteY0" fmla="*/ 1901 h 3675"/>
                <a:gd name="connsiteX1" fmla="*/ 2408 w 4689"/>
                <a:gd name="connsiteY1" fmla="*/ 3675 h 3675"/>
                <a:gd name="connsiteX2" fmla="*/ 0 w 4689"/>
                <a:gd name="connsiteY2" fmla="*/ 1901 h 3675"/>
                <a:gd name="connsiteX3" fmla="*/ 2408 w 4689"/>
                <a:gd name="connsiteY3" fmla="*/ 0 h 3675"/>
                <a:gd name="connsiteX4" fmla="*/ 4689 w 4689"/>
                <a:gd name="connsiteY4" fmla="*/ 1901 h 3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89" h="3675">
                  <a:moveTo>
                    <a:pt x="4689" y="1901"/>
                  </a:moveTo>
                  <a:lnTo>
                    <a:pt x="2408" y="3675"/>
                  </a:lnTo>
                  <a:lnTo>
                    <a:pt x="0" y="1901"/>
                  </a:lnTo>
                  <a:lnTo>
                    <a:pt x="2408" y="0"/>
                  </a:lnTo>
                  <a:lnTo>
                    <a:pt x="4689" y="190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CD6DC8A1-554E-DD1B-B662-979C80C6C6C8}"/>
                </a:ext>
              </a:extLst>
            </p:cNvPr>
            <p:cNvSpPr/>
            <p:nvPr/>
          </p:nvSpPr>
          <p:spPr>
            <a:xfrm>
              <a:off x="5139144" y="1626813"/>
              <a:ext cx="5829" cy="4689"/>
            </a:xfrm>
            <a:custGeom>
              <a:avLst/>
              <a:gdLst>
                <a:gd name="connsiteX0" fmla="*/ 5830 w 5829"/>
                <a:gd name="connsiteY0" fmla="*/ 2281 h 4689"/>
                <a:gd name="connsiteX1" fmla="*/ 2915 w 5829"/>
                <a:gd name="connsiteY1" fmla="*/ 4689 h 4689"/>
                <a:gd name="connsiteX2" fmla="*/ 0 w 5829"/>
                <a:gd name="connsiteY2" fmla="*/ 2281 h 4689"/>
                <a:gd name="connsiteX3" fmla="*/ 2915 w 5829"/>
                <a:gd name="connsiteY3" fmla="*/ 0 h 4689"/>
                <a:gd name="connsiteX4" fmla="*/ 5830 w 5829"/>
                <a:gd name="connsiteY4" fmla="*/ 2281 h 4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29" h="4689">
                  <a:moveTo>
                    <a:pt x="5830" y="2281"/>
                  </a:moveTo>
                  <a:lnTo>
                    <a:pt x="2915" y="4689"/>
                  </a:lnTo>
                  <a:lnTo>
                    <a:pt x="0" y="2281"/>
                  </a:lnTo>
                  <a:lnTo>
                    <a:pt x="2915" y="0"/>
                  </a:lnTo>
                  <a:lnTo>
                    <a:pt x="5830" y="22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B241881C-1F58-1028-48EE-AA0C0B0F34A0}"/>
                </a:ext>
              </a:extLst>
            </p:cNvPr>
            <p:cNvSpPr/>
            <p:nvPr/>
          </p:nvSpPr>
          <p:spPr>
            <a:xfrm>
              <a:off x="5259923" y="1586764"/>
              <a:ext cx="6463" cy="5196"/>
            </a:xfrm>
            <a:custGeom>
              <a:avLst/>
              <a:gdLst>
                <a:gd name="connsiteX0" fmla="*/ 6464 w 6463"/>
                <a:gd name="connsiteY0" fmla="*/ 2535 h 5196"/>
                <a:gd name="connsiteX1" fmla="*/ 3295 w 6463"/>
                <a:gd name="connsiteY1" fmla="*/ 5196 h 5196"/>
                <a:gd name="connsiteX2" fmla="*/ 0 w 6463"/>
                <a:gd name="connsiteY2" fmla="*/ 2535 h 5196"/>
                <a:gd name="connsiteX3" fmla="*/ 3295 w 6463"/>
                <a:gd name="connsiteY3" fmla="*/ 0 h 5196"/>
                <a:gd name="connsiteX4" fmla="*/ 6464 w 6463"/>
                <a:gd name="connsiteY4" fmla="*/ 2535 h 5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196">
                  <a:moveTo>
                    <a:pt x="6464" y="2535"/>
                  </a:moveTo>
                  <a:lnTo>
                    <a:pt x="3295" y="5196"/>
                  </a:lnTo>
                  <a:lnTo>
                    <a:pt x="0" y="2535"/>
                  </a:lnTo>
                  <a:lnTo>
                    <a:pt x="3295" y="0"/>
                  </a:lnTo>
                  <a:lnTo>
                    <a:pt x="6464" y="253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88F7106F-EE37-AB53-E477-D910ECF9F2F0}"/>
                </a:ext>
              </a:extLst>
            </p:cNvPr>
            <p:cNvSpPr/>
            <p:nvPr/>
          </p:nvSpPr>
          <p:spPr>
            <a:xfrm>
              <a:off x="5383111" y="1551785"/>
              <a:ext cx="7350" cy="5703"/>
            </a:xfrm>
            <a:custGeom>
              <a:avLst/>
              <a:gdLst>
                <a:gd name="connsiteX0" fmla="*/ 7351 w 7350"/>
                <a:gd name="connsiteY0" fmla="*/ 2788 h 5703"/>
                <a:gd name="connsiteX1" fmla="*/ 3675 w 7350"/>
                <a:gd name="connsiteY1" fmla="*/ 5703 h 5703"/>
                <a:gd name="connsiteX2" fmla="*/ 0 w 7350"/>
                <a:gd name="connsiteY2" fmla="*/ 2788 h 5703"/>
                <a:gd name="connsiteX3" fmla="*/ 3675 w 7350"/>
                <a:gd name="connsiteY3" fmla="*/ 0 h 5703"/>
                <a:gd name="connsiteX4" fmla="*/ 7351 w 7350"/>
                <a:gd name="connsiteY4" fmla="*/ 2788 h 5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0" h="5703">
                  <a:moveTo>
                    <a:pt x="7351" y="2788"/>
                  </a:moveTo>
                  <a:lnTo>
                    <a:pt x="3675" y="5703"/>
                  </a:lnTo>
                  <a:lnTo>
                    <a:pt x="0" y="2788"/>
                  </a:lnTo>
                  <a:lnTo>
                    <a:pt x="3675" y="0"/>
                  </a:lnTo>
                  <a:lnTo>
                    <a:pt x="7351" y="278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AEB1A674-ACDC-9D86-2EC8-8C2420BCDA3D}"/>
                </a:ext>
              </a:extLst>
            </p:cNvPr>
            <p:cNvSpPr/>
            <p:nvPr/>
          </p:nvSpPr>
          <p:spPr>
            <a:xfrm>
              <a:off x="5508199" y="1521749"/>
              <a:ext cx="8491" cy="6716"/>
            </a:xfrm>
            <a:custGeom>
              <a:avLst/>
              <a:gdLst>
                <a:gd name="connsiteX0" fmla="*/ 8491 w 8491"/>
                <a:gd name="connsiteY0" fmla="*/ 3295 h 6716"/>
                <a:gd name="connsiteX1" fmla="*/ 4309 w 8491"/>
                <a:gd name="connsiteY1" fmla="*/ 6717 h 6716"/>
                <a:gd name="connsiteX2" fmla="*/ 0 w 8491"/>
                <a:gd name="connsiteY2" fmla="*/ 3295 h 6716"/>
                <a:gd name="connsiteX3" fmla="*/ 4309 w 8491"/>
                <a:gd name="connsiteY3" fmla="*/ 0 h 6716"/>
                <a:gd name="connsiteX4" fmla="*/ 8491 w 8491"/>
                <a:gd name="connsiteY4" fmla="*/ 3295 h 6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91" h="6716">
                  <a:moveTo>
                    <a:pt x="8491" y="3295"/>
                  </a:moveTo>
                  <a:lnTo>
                    <a:pt x="4309" y="6717"/>
                  </a:lnTo>
                  <a:lnTo>
                    <a:pt x="0" y="3295"/>
                  </a:lnTo>
                  <a:lnTo>
                    <a:pt x="4309" y="0"/>
                  </a:lnTo>
                  <a:lnTo>
                    <a:pt x="8491" y="32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EF8B4F49-3B50-82AB-C8E8-519F8F1F2305}"/>
                </a:ext>
              </a:extLst>
            </p:cNvPr>
            <p:cNvSpPr/>
            <p:nvPr/>
          </p:nvSpPr>
          <p:spPr>
            <a:xfrm>
              <a:off x="5635315" y="1497162"/>
              <a:ext cx="9251" cy="7350"/>
            </a:xfrm>
            <a:custGeom>
              <a:avLst/>
              <a:gdLst>
                <a:gd name="connsiteX0" fmla="*/ 9252 w 9251"/>
                <a:gd name="connsiteY0" fmla="*/ 3675 h 7350"/>
                <a:gd name="connsiteX1" fmla="*/ 4689 w 9251"/>
                <a:gd name="connsiteY1" fmla="*/ 7351 h 7350"/>
                <a:gd name="connsiteX2" fmla="*/ 0 w 9251"/>
                <a:gd name="connsiteY2" fmla="*/ 3675 h 7350"/>
                <a:gd name="connsiteX3" fmla="*/ 4689 w 9251"/>
                <a:gd name="connsiteY3" fmla="*/ 0 h 7350"/>
                <a:gd name="connsiteX4" fmla="*/ 9252 w 9251"/>
                <a:gd name="connsiteY4" fmla="*/ 3675 h 7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51" h="7350">
                  <a:moveTo>
                    <a:pt x="9252" y="3675"/>
                  </a:moveTo>
                  <a:lnTo>
                    <a:pt x="4689" y="7351"/>
                  </a:lnTo>
                  <a:lnTo>
                    <a:pt x="0" y="3675"/>
                  </a:lnTo>
                  <a:lnTo>
                    <a:pt x="4689" y="0"/>
                  </a:lnTo>
                  <a:lnTo>
                    <a:pt x="9252" y="367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E0F28E9B-866D-8FCB-2992-C808984730B4}"/>
                </a:ext>
              </a:extLst>
            </p:cNvPr>
            <p:cNvSpPr/>
            <p:nvPr/>
          </p:nvSpPr>
          <p:spPr>
            <a:xfrm>
              <a:off x="5763952" y="1478025"/>
              <a:ext cx="9885" cy="7730"/>
            </a:xfrm>
            <a:custGeom>
              <a:avLst/>
              <a:gdLst>
                <a:gd name="connsiteX0" fmla="*/ 9885 w 9885"/>
                <a:gd name="connsiteY0" fmla="*/ 3802 h 7730"/>
                <a:gd name="connsiteX1" fmla="*/ 4943 w 9885"/>
                <a:gd name="connsiteY1" fmla="*/ 7731 h 7730"/>
                <a:gd name="connsiteX2" fmla="*/ 0 w 9885"/>
                <a:gd name="connsiteY2" fmla="*/ 3802 h 7730"/>
                <a:gd name="connsiteX3" fmla="*/ 4943 w 9885"/>
                <a:gd name="connsiteY3" fmla="*/ 0 h 7730"/>
                <a:gd name="connsiteX4" fmla="*/ 9885 w 9885"/>
                <a:gd name="connsiteY4" fmla="*/ 3802 h 7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85" h="7730">
                  <a:moveTo>
                    <a:pt x="9885" y="3802"/>
                  </a:moveTo>
                  <a:lnTo>
                    <a:pt x="4943" y="7731"/>
                  </a:lnTo>
                  <a:lnTo>
                    <a:pt x="0" y="3802"/>
                  </a:lnTo>
                  <a:lnTo>
                    <a:pt x="4943" y="0"/>
                  </a:lnTo>
                  <a:lnTo>
                    <a:pt x="9885" y="380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1014C41D-B880-17D4-0DF4-8674C3001FC1}"/>
                </a:ext>
              </a:extLst>
            </p:cNvPr>
            <p:cNvSpPr/>
            <p:nvPr/>
          </p:nvSpPr>
          <p:spPr>
            <a:xfrm>
              <a:off x="5893603" y="1464084"/>
              <a:ext cx="10518" cy="8364"/>
            </a:xfrm>
            <a:custGeom>
              <a:avLst/>
              <a:gdLst>
                <a:gd name="connsiteX0" fmla="*/ 10519 w 10518"/>
                <a:gd name="connsiteY0" fmla="*/ 4182 h 8364"/>
                <a:gd name="connsiteX1" fmla="*/ 5196 w 10518"/>
                <a:gd name="connsiteY1" fmla="*/ 8365 h 8364"/>
                <a:gd name="connsiteX2" fmla="*/ 0 w 10518"/>
                <a:gd name="connsiteY2" fmla="*/ 4182 h 8364"/>
                <a:gd name="connsiteX3" fmla="*/ 5196 w 10518"/>
                <a:gd name="connsiteY3" fmla="*/ 0 h 8364"/>
                <a:gd name="connsiteX4" fmla="*/ 10519 w 10518"/>
                <a:gd name="connsiteY4" fmla="*/ 4182 h 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18" h="8364">
                  <a:moveTo>
                    <a:pt x="10519" y="4182"/>
                  </a:moveTo>
                  <a:lnTo>
                    <a:pt x="5196" y="8365"/>
                  </a:lnTo>
                  <a:lnTo>
                    <a:pt x="0" y="4182"/>
                  </a:lnTo>
                  <a:lnTo>
                    <a:pt x="5196" y="0"/>
                  </a:lnTo>
                  <a:lnTo>
                    <a:pt x="10519" y="41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DA91D6B6-0389-E417-8C70-F3FB8AF52668}"/>
                </a:ext>
              </a:extLst>
            </p:cNvPr>
            <p:cNvSpPr/>
            <p:nvPr/>
          </p:nvSpPr>
          <p:spPr>
            <a:xfrm>
              <a:off x="6024015" y="1455719"/>
              <a:ext cx="11152" cy="8871"/>
            </a:xfrm>
            <a:custGeom>
              <a:avLst/>
              <a:gdLst>
                <a:gd name="connsiteX0" fmla="*/ 11153 w 11152"/>
                <a:gd name="connsiteY0" fmla="*/ 4436 h 8871"/>
                <a:gd name="connsiteX1" fmla="*/ 5576 w 11152"/>
                <a:gd name="connsiteY1" fmla="*/ 8871 h 8871"/>
                <a:gd name="connsiteX2" fmla="*/ 0 w 11152"/>
                <a:gd name="connsiteY2" fmla="*/ 4436 h 8871"/>
                <a:gd name="connsiteX3" fmla="*/ 5576 w 11152"/>
                <a:gd name="connsiteY3" fmla="*/ 0 h 8871"/>
                <a:gd name="connsiteX4" fmla="*/ 11153 w 11152"/>
                <a:gd name="connsiteY4" fmla="*/ 4436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52" h="8871">
                  <a:moveTo>
                    <a:pt x="11153" y="4436"/>
                  </a:moveTo>
                  <a:lnTo>
                    <a:pt x="5576" y="8871"/>
                  </a:lnTo>
                  <a:lnTo>
                    <a:pt x="0" y="4436"/>
                  </a:lnTo>
                  <a:lnTo>
                    <a:pt x="5576" y="0"/>
                  </a:lnTo>
                  <a:lnTo>
                    <a:pt x="11153" y="44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1AFAAD79-A9E7-FF32-5A73-B509BFFD0241}"/>
                </a:ext>
              </a:extLst>
            </p:cNvPr>
            <p:cNvSpPr/>
            <p:nvPr/>
          </p:nvSpPr>
          <p:spPr>
            <a:xfrm>
              <a:off x="6154552" y="1452678"/>
              <a:ext cx="12040" cy="9505"/>
            </a:xfrm>
            <a:custGeom>
              <a:avLst/>
              <a:gdLst>
                <a:gd name="connsiteX0" fmla="*/ 12040 w 12040"/>
                <a:gd name="connsiteY0" fmla="*/ 4689 h 9505"/>
                <a:gd name="connsiteX1" fmla="*/ 6083 w 12040"/>
                <a:gd name="connsiteY1" fmla="*/ 9505 h 9505"/>
                <a:gd name="connsiteX2" fmla="*/ 0 w 12040"/>
                <a:gd name="connsiteY2" fmla="*/ 4689 h 9505"/>
                <a:gd name="connsiteX3" fmla="*/ 6083 w 12040"/>
                <a:gd name="connsiteY3" fmla="*/ 0 h 9505"/>
                <a:gd name="connsiteX4" fmla="*/ 12040 w 12040"/>
                <a:gd name="connsiteY4" fmla="*/ 4689 h 9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40" h="9505">
                  <a:moveTo>
                    <a:pt x="12040" y="4689"/>
                  </a:moveTo>
                  <a:lnTo>
                    <a:pt x="6083" y="9505"/>
                  </a:lnTo>
                  <a:lnTo>
                    <a:pt x="0" y="4689"/>
                  </a:lnTo>
                  <a:lnTo>
                    <a:pt x="6083" y="0"/>
                  </a:lnTo>
                  <a:lnTo>
                    <a:pt x="12040" y="468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64EC4B1E-3CDB-DCBA-68DA-AD15E47E721F}"/>
                </a:ext>
              </a:extLst>
            </p:cNvPr>
            <p:cNvSpPr/>
            <p:nvPr/>
          </p:nvSpPr>
          <p:spPr>
            <a:xfrm>
              <a:off x="6285344" y="1455086"/>
              <a:ext cx="12673" cy="10012"/>
            </a:xfrm>
            <a:custGeom>
              <a:avLst/>
              <a:gdLst>
                <a:gd name="connsiteX0" fmla="*/ 12674 w 12673"/>
                <a:gd name="connsiteY0" fmla="*/ 5069 h 10012"/>
                <a:gd name="connsiteX1" fmla="*/ 6337 w 12673"/>
                <a:gd name="connsiteY1" fmla="*/ 10012 h 10012"/>
                <a:gd name="connsiteX2" fmla="*/ 0 w 12673"/>
                <a:gd name="connsiteY2" fmla="*/ 5069 h 10012"/>
                <a:gd name="connsiteX3" fmla="*/ 6337 w 12673"/>
                <a:gd name="connsiteY3" fmla="*/ 0 h 10012"/>
                <a:gd name="connsiteX4" fmla="*/ 12674 w 12673"/>
                <a:gd name="connsiteY4" fmla="*/ 5069 h 1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73" h="10012">
                  <a:moveTo>
                    <a:pt x="12674" y="5069"/>
                  </a:moveTo>
                  <a:lnTo>
                    <a:pt x="6337" y="10012"/>
                  </a:lnTo>
                  <a:lnTo>
                    <a:pt x="0" y="5069"/>
                  </a:lnTo>
                  <a:lnTo>
                    <a:pt x="6337" y="0"/>
                  </a:lnTo>
                  <a:lnTo>
                    <a:pt x="12674" y="506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BFEE82B3-4832-BCED-6BEC-3C8B114939D4}"/>
                </a:ext>
              </a:extLst>
            </p:cNvPr>
            <p:cNvSpPr/>
            <p:nvPr/>
          </p:nvSpPr>
          <p:spPr>
            <a:xfrm>
              <a:off x="6415629" y="1462943"/>
              <a:ext cx="13433" cy="10645"/>
            </a:xfrm>
            <a:custGeom>
              <a:avLst/>
              <a:gdLst>
                <a:gd name="connsiteX0" fmla="*/ 13434 w 13433"/>
                <a:gd name="connsiteY0" fmla="*/ 5323 h 10645"/>
                <a:gd name="connsiteX1" fmla="*/ 6717 w 13433"/>
                <a:gd name="connsiteY1" fmla="*/ 10646 h 10645"/>
                <a:gd name="connsiteX2" fmla="*/ 0 w 13433"/>
                <a:gd name="connsiteY2" fmla="*/ 5323 h 10645"/>
                <a:gd name="connsiteX3" fmla="*/ 6717 w 13433"/>
                <a:gd name="connsiteY3" fmla="*/ 0 h 10645"/>
                <a:gd name="connsiteX4" fmla="*/ 13434 w 13433"/>
                <a:gd name="connsiteY4" fmla="*/ 5323 h 1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33" h="10645">
                  <a:moveTo>
                    <a:pt x="13434" y="5323"/>
                  </a:moveTo>
                  <a:cubicBezTo>
                    <a:pt x="13434" y="8238"/>
                    <a:pt x="10392" y="10646"/>
                    <a:pt x="6717" y="10646"/>
                  </a:cubicBezTo>
                  <a:cubicBezTo>
                    <a:pt x="3042" y="10646"/>
                    <a:pt x="0" y="8238"/>
                    <a:pt x="0" y="5323"/>
                  </a:cubicBezTo>
                  <a:cubicBezTo>
                    <a:pt x="0" y="2408"/>
                    <a:pt x="3042" y="0"/>
                    <a:pt x="6717" y="0"/>
                  </a:cubicBezTo>
                  <a:cubicBezTo>
                    <a:pt x="10392" y="0"/>
                    <a:pt x="13434" y="2408"/>
                    <a:pt x="13434" y="532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402A1400-0965-D2D5-16C9-BD33941B36C0}"/>
                </a:ext>
              </a:extLst>
            </p:cNvPr>
            <p:cNvSpPr/>
            <p:nvPr/>
          </p:nvSpPr>
          <p:spPr>
            <a:xfrm>
              <a:off x="6545407" y="1476250"/>
              <a:ext cx="13940" cy="11152"/>
            </a:xfrm>
            <a:custGeom>
              <a:avLst/>
              <a:gdLst>
                <a:gd name="connsiteX0" fmla="*/ 13941 w 13940"/>
                <a:gd name="connsiteY0" fmla="*/ 5576 h 11152"/>
                <a:gd name="connsiteX1" fmla="*/ 6970 w 13940"/>
                <a:gd name="connsiteY1" fmla="*/ 11153 h 11152"/>
                <a:gd name="connsiteX2" fmla="*/ 0 w 13940"/>
                <a:gd name="connsiteY2" fmla="*/ 5576 h 11152"/>
                <a:gd name="connsiteX3" fmla="*/ 6970 w 13940"/>
                <a:gd name="connsiteY3" fmla="*/ 0 h 11152"/>
                <a:gd name="connsiteX4" fmla="*/ 13941 w 13940"/>
                <a:gd name="connsiteY4" fmla="*/ 5576 h 11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0" h="11152">
                  <a:moveTo>
                    <a:pt x="13941" y="5576"/>
                  </a:moveTo>
                  <a:cubicBezTo>
                    <a:pt x="13941" y="8618"/>
                    <a:pt x="10772" y="11153"/>
                    <a:pt x="6970" y="11153"/>
                  </a:cubicBezTo>
                  <a:cubicBezTo>
                    <a:pt x="3168" y="11153"/>
                    <a:pt x="0" y="8745"/>
                    <a:pt x="0" y="5576"/>
                  </a:cubicBezTo>
                  <a:cubicBezTo>
                    <a:pt x="0" y="2408"/>
                    <a:pt x="3168" y="0"/>
                    <a:pt x="6970" y="0"/>
                  </a:cubicBezTo>
                  <a:cubicBezTo>
                    <a:pt x="10772" y="0"/>
                    <a:pt x="13941" y="2408"/>
                    <a:pt x="13941" y="55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98840CAB-1183-EA46-6F78-D2C1F0268E37}"/>
                </a:ext>
              </a:extLst>
            </p:cNvPr>
            <p:cNvSpPr/>
            <p:nvPr/>
          </p:nvSpPr>
          <p:spPr>
            <a:xfrm>
              <a:off x="6673916" y="1495007"/>
              <a:ext cx="14701" cy="11659"/>
            </a:xfrm>
            <a:custGeom>
              <a:avLst/>
              <a:gdLst>
                <a:gd name="connsiteX0" fmla="*/ 14702 w 14701"/>
                <a:gd name="connsiteY0" fmla="*/ 5830 h 11659"/>
                <a:gd name="connsiteX1" fmla="*/ 7351 w 14701"/>
                <a:gd name="connsiteY1" fmla="*/ 11660 h 11659"/>
                <a:gd name="connsiteX2" fmla="*/ 0 w 14701"/>
                <a:gd name="connsiteY2" fmla="*/ 5830 h 11659"/>
                <a:gd name="connsiteX3" fmla="*/ 7351 w 14701"/>
                <a:gd name="connsiteY3" fmla="*/ 0 h 11659"/>
                <a:gd name="connsiteX4" fmla="*/ 14702 w 14701"/>
                <a:gd name="connsiteY4" fmla="*/ 5830 h 11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01" h="11659">
                  <a:moveTo>
                    <a:pt x="14702" y="5830"/>
                  </a:moveTo>
                  <a:cubicBezTo>
                    <a:pt x="14702" y="8998"/>
                    <a:pt x="11407" y="11660"/>
                    <a:pt x="7351" y="11660"/>
                  </a:cubicBezTo>
                  <a:cubicBezTo>
                    <a:pt x="3295" y="11660"/>
                    <a:pt x="0" y="8998"/>
                    <a:pt x="0" y="5830"/>
                  </a:cubicBezTo>
                  <a:cubicBezTo>
                    <a:pt x="0" y="2661"/>
                    <a:pt x="3295" y="0"/>
                    <a:pt x="7351" y="0"/>
                  </a:cubicBezTo>
                  <a:cubicBezTo>
                    <a:pt x="11407" y="0"/>
                    <a:pt x="14702" y="2661"/>
                    <a:pt x="14702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155CA577-3A93-3953-D51B-44F41D2D1140}"/>
                </a:ext>
              </a:extLst>
            </p:cNvPr>
            <p:cNvSpPr/>
            <p:nvPr/>
          </p:nvSpPr>
          <p:spPr>
            <a:xfrm>
              <a:off x="6801033" y="1518960"/>
              <a:ext cx="15461" cy="12293"/>
            </a:xfrm>
            <a:custGeom>
              <a:avLst/>
              <a:gdLst>
                <a:gd name="connsiteX0" fmla="*/ 15461 w 15461"/>
                <a:gd name="connsiteY0" fmla="*/ 6083 h 12293"/>
                <a:gd name="connsiteX1" fmla="*/ 7731 w 15461"/>
                <a:gd name="connsiteY1" fmla="*/ 12293 h 12293"/>
                <a:gd name="connsiteX2" fmla="*/ 0 w 15461"/>
                <a:gd name="connsiteY2" fmla="*/ 6083 h 12293"/>
                <a:gd name="connsiteX3" fmla="*/ 7731 w 15461"/>
                <a:gd name="connsiteY3" fmla="*/ 0 h 12293"/>
                <a:gd name="connsiteX4" fmla="*/ 15461 w 15461"/>
                <a:gd name="connsiteY4" fmla="*/ 6083 h 1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61" h="12293">
                  <a:moveTo>
                    <a:pt x="15461" y="6083"/>
                  </a:moveTo>
                  <a:cubicBezTo>
                    <a:pt x="15461" y="9505"/>
                    <a:pt x="12040" y="12293"/>
                    <a:pt x="7731" y="12293"/>
                  </a:cubicBezTo>
                  <a:cubicBezTo>
                    <a:pt x="3422" y="12293"/>
                    <a:pt x="0" y="9505"/>
                    <a:pt x="0" y="6083"/>
                  </a:cubicBezTo>
                  <a:cubicBezTo>
                    <a:pt x="0" y="2661"/>
                    <a:pt x="3548" y="0"/>
                    <a:pt x="7731" y="0"/>
                  </a:cubicBezTo>
                  <a:cubicBezTo>
                    <a:pt x="11913" y="0"/>
                    <a:pt x="15461" y="2788"/>
                    <a:pt x="15461" y="60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891A81DD-2C34-24CA-6CF5-D2A10940A9C9}"/>
                </a:ext>
              </a:extLst>
            </p:cNvPr>
            <p:cNvSpPr/>
            <p:nvPr/>
          </p:nvSpPr>
          <p:spPr>
            <a:xfrm>
              <a:off x="6926755" y="1548490"/>
              <a:ext cx="15462" cy="12293"/>
            </a:xfrm>
            <a:custGeom>
              <a:avLst/>
              <a:gdLst>
                <a:gd name="connsiteX0" fmla="*/ 15462 w 15462"/>
                <a:gd name="connsiteY0" fmla="*/ 6083 h 12293"/>
                <a:gd name="connsiteX1" fmla="*/ 7731 w 15462"/>
                <a:gd name="connsiteY1" fmla="*/ 12293 h 12293"/>
                <a:gd name="connsiteX2" fmla="*/ 0 w 15462"/>
                <a:gd name="connsiteY2" fmla="*/ 6083 h 12293"/>
                <a:gd name="connsiteX3" fmla="*/ 7731 w 15462"/>
                <a:gd name="connsiteY3" fmla="*/ 0 h 12293"/>
                <a:gd name="connsiteX4" fmla="*/ 15462 w 15462"/>
                <a:gd name="connsiteY4" fmla="*/ 6083 h 1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62" h="12293">
                  <a:moveTo>
                    <a:pt x="15462" y="6083"/>
                  </a:moveTo>
                  <a:cubicBezTo>
                    <a:pt x="15462" y="9505"/>
                    <a:pt x="11913" y="12293"/>
                    <a:pt x="7731" y="12293"/>
                  </a:cubicBezTo>
                  <a:cubicBezTo>
                    <a:pt x="3549" y="12293"/>
                    <a:pt x="0" y="9505"/>
                    <a:pt x="0" y="6083"/>
                  </a:cubicBezTo>
                  <a:cubicBezTo>
                    <a:pt x="0" y="2661"/>
                    <a:pt x="3422" y="0"/>
                    <a:pt x="7731" y="0"/>
                  </a:cubicBezTo>
                  <a:cubicBezTo>
                    <a:pt x="12040" y="0"/>
                    <a:pt x="15462" y="2788"/>
                    <a:pt x="15462" y="60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2098455D-499D-D860-286E-A7B9CFA03A09}"/>
                </a:ext>
              </a:extLst>
            </p:cNvPr>
            <p:cNvSpPr/>
            <p:nvPr/>
          </p:nvSpPr>
          <p:spPr>
            <a:xfrm>
              <a:off x="7049942" y="1582835"/>
              <a:ext cx="16094" cy="12800"/>
            </a:xfrm>
            <a:custGeom>
              <a:avLst/>
              <a:gdLst>
                <a:gd name="connsiteX0" fmla="*/ 16095 w 16094"/>
                <a:gd name="connsiteY0" fmla="*/ 6463 h 12800"/>
                <a:gd name="connsiteX1" fmla="*/ 7984 w 16094"/>
                <a:gd name="connsiteY1" fmla="*/ 12800 h 12800"/>
                <a:gd name="connsiteX2" fmla="*/ 0 w 16094"/>
                <a:gd name="connsiteY2" fmla="*/ 6463 h 12800"/>
                <a:gd name="connsiteX3" fmla="*/ 7984 w 16094"/>
                <a:gd name="connsiteY3" fmla="*/ 0 h 12800"/>
                <a:gd name="connsiteX4" fmla="*/ 16095 w 16094"/>
                <a:gd name="connsiteY4" fmla="*/ 6463 h 1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94" h="12800">
                  <a:moveTo>
                    <a:pt x="16095" y="6463"/>
                  </a:moveTo>
                  <a:cubicBezTo>
                    <a:pt x="16095" y="10012"/>
                    <a:pt x="12420" y="12800"/>
                    <a:pt x="7984" y="12800"/>
                  </a:cubicBezTo>
                  <a:cubicBezTo>
                    <a:pt x="3548" y="12800"/>
                    <a:pt x="0" y="9885"/>
                    <a:pt x="0" y="6463"/>
                  </a:cubicBezTo>
                  <a:cubicBezTo>
                    <a:pt x="0" y="3042"/>
                    <a:pt x="3675" y="0"/>
                    <a:pt x="7984" y="0"/>
                  </a:cubicBezTo>
                  <a:cubicBezTo>
                    <a:pt x="12293" y="0"/>
                    <a:pt x="16095" y="2915"/>
                    <a:pt x="16095" y="646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245E6FFC-C3D7-CCCB-EC27-DACD3D4FF8A9}"/>
                </a:ext>
              </a:extLst>
            </p:cNvPr>
            <p:cNvSpPr/>
            <p:nvPr/>
          </p:nvSpPr>
          <p:spPr>
            <a:xfrm>
              <a:off x="7170594" y="1622377"/>
              <a:ext cx="16982" cy="13433"/>
            </a:xfrm>
            <a:custGeom>
              <a:avLst/>
              <a:gdLst>
                <a:gd name="connsiteX0" fmla="*/ 16983 w 16982"/>
                <a:gd name="connsiteY0" fmla="*/ 6717 h 13433"/>
                <a:gd name="connsiteX1" fmla="*/ 8492 w 16982"/>
                <a:gd name="connsiteY1" fmla="*/ 13434 h 13433"/>
                <a:gd name="connsiteX2" fmla="*/ 0 w 16982"/>
                <a:gd name="connsiteY2" fmla="*/ 6717 h 13433"/>
                <a:gd name="connsiteX3" fmla="*/ 8492 w 16982"/>
                <a:gd name="connsiteY3" fmla="*/ 0 h 13433"/>
                <a:gd name="connsiteX4" fmla="*/ 16983 w 16982"/>
                <a:gd name="connsiteY4" fmla="*/ 6717 h 13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82" h="13433">
                  <a:moveTo>
                    <a:pt x="16983" y="6717"/>
                  </a:moveTo>
                  <a:cubicBezTo>
                    <a:pt x="16983" y="10392"/>
                    <a:pt x="13181" y="13434"/>
                    <a:pt x="8492" y="13434"/>
                  </a:cubicBezTo>
                  <a:cubicBezTo>
                    <a:pt x="3803" y="13434"/>
                    <a:pt x="0" y="10392"/>
                    <a:pt x="0" y="6717"/>
                  </a:cubicBezTo>
                  <a:cubicBezTo>
                    <a:pt x="0" y="3042"/>
                    <a:pt x="3803" y="0"/>
                    <a:pt x="8492" y="0"/>
                  </a:cubicBezTo>
                  <a:cubicBezTo>
                    <a:pt x="13181" y="0"/>
                    <a:pt x="16983" y="3042"/>
                    <a:pt x="16983" y="671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69DFE065-1EFD-8344-C600-B2D62A1BD16A}"/>
                </a:ext>
              </a:extLst>
            </p:cNvPr>
            <p:cNvSpPr/>
            <p:nvPr/>
          </p:nvSpPr>
          <p:spPr>
            <a:xfrm>
              <a:off x="7288966" y="1667242"/>
              <a:ext cx="16982" cy="13433"/>
            </a:xfrm>
            <a:custGeom>
              <a:avLst/>
              <a:gdLst>
                <a:gd name="connsiteX0" fmla="*/ 16982 w 16982"/>
                <a:gd name="connsiteY0" fmla="*/ 6717 h 13433"/>
                <a:gd name="connsiteX1" fmla="*/ 8491 w 16982"/>
                <a:gd name="connsiteY1" fmla="*/ 13434 h 13433"/>
                <a:gd name="connsiteX2" fmla="*/ 0 w 16982"/>
                <a:gd name="connsiteY2" fmla="*/ 6717 h 13433"/>
                <a:gd name="connsiteX3" fmla="*/ 8491 w 16982"/>
                <a:gd name="connsiteY3" fmla="*/ 0 h 13433"/>
                <a:gd name="connsiteX4" fmla="*/ 16982 w 16982"/>
                <a:gd name="connsiteY4" fmla="*/ 6717 h 13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82" h="13433">
                  <a:moveTo>
                    <a:pt x="16982" y="6717"/>
                  </a:moveTo>
                  <a:cubicBezTo>
                    <a:pt x="16982" y="10392"/>
                    <a:pt x="13180" y="13434"/>
                    <a:pt x="8491" y="13434"/>
                  </a:cubicBezTo>
                  <a:cubicBezTo>
                    <a:pt x="3802" y="13434"/>
                    <a:pt x="0" y="10392"/>
                    <a:pt x="0" y="6717"/>
                  </a:cubicBezTo>
                  <a:cubicBezTo>
                    <a:pt x="0" y="3042"/>
                    <a:pt x="3802" y="0"/>
                    <a:pt x="8491" y="0"/>
                  </a:cubicBezTo>
                  <a:cubicBezTo>
                    <a:pt x="13180" y="0"/>
                    <a:pt x="16982" y="3042"/>
                    <a:pt x="16982" y="671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C57508DB-7FD5-1859-9385-18AA3449D339}"/>
                </a:ext>
              </a:extLst>
            </p:cNvPr>
            <p:cNvSpPr/>
            <p:nvPr/>
          </p:nvSpPr>
          <p:spPr>
            <a:xfrm>
              <a:off x="7403789" y="1716542"/>
              <a:ext cx="17743" cy="13940"/>
            </a:xfrm>
            <a:custGeom>
              <a:avLst/>
              <a:gdLst>
                <a:gd name="connsiteX0" fmla="*/ 17743 w 17743"/>
                <a:gd name="connsiteY0" fmla="*/ 6970 h 13940"/>
                <a:gd name="connsiteX1" fmla="*/ 8872 w 17743"/>
                <a:gd name="connsiteY1" fmla="*/ 13941 h 13940"/>
                <a:gd name="connsiteX2" fmla="*/ 0 w 17743"/>
                <a:gd name="connsiteY2" fmla="*/ 6970 h 13940"/>
                <a:gd name="connsiteX3" fmla="*/ 8872 w 17743"/>
                <a:gd name="connsiteY3" fmla="*/ 0 h 13940"/>
                <a:gd name="connsiteX4" fmla="*/ 17743 w 17743"/>
                <a:gd name="connsiteY4" fmla="*/ 6970 h 13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3" h="13940">
                  <a:moveTo>
                    <a:pt x="17743" y="6970"/>
                  </a:moveTo>
                  <a:cubicBezTo>
                    <a:pt x="17743" y="10899"/>
                    <a:pt x="13815" y="13941"/>
                    <a:pt x="8872" y="13941"/>
                  </a:cubicBezTo>
                  <a:cubicBezTo>
                    <a:pt x="3929" y="13941"/>
                    <a:pt x="0" y="10772"/>
                    <a:pt x="0" y="6970"/>
                  </a:cubicBezTo>
                  <a:cubicBezTo>
                    <a:pt x="0" y="3168"/>
                    <a:pt x="3929" y="0"/>
                    <a:pt x="8872" y="0"/>
                  </a:cubicBezTo>
                  <a:cubicBezTo>
                    <a:pt x="13815" y="0"/>
                    <a:pt x="17743" y="3168"/>
                    <a:pt x="17743" y="69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A3B4DEE1-2997-34D8-C3D1-03DD030752A2}"/>
                </a:ext>
              </a:extLst>
            </p:cNvPr>
            <p:cNvSpPr/>
            <p:nvPr/>
          </p:nvSpPr>
          <p:spPr>
            <a:xfrm>
              <a:off x="7515570" y="1770912"/>
              <a:ext cx="17742" cy="13941"/>
            </a:xfrm>
            <a:custGeom>
              <a:avLst/>
              <a:gdLst>
                <a:gd name="connsiteX0" fmla="*/ 17743 w 17742"/>
                <a:gd name="connsiteY0" fmla="*/ 6971 h 13941"/>
                <a:gd name="connsiteX1" fmla="*/ 8872 w 17742"/>
                <a:gd name="connsiteY1" fmla="*/ 13941 h 13941"/>
                <a:gd name="connsiteX2" fmla="*/ 0 w 17742"/>
                <a:gd name="connsiteY2" fmla="*/ 6971 h 13941"/>
                <a:gd name="connsiteX3" fmla="*/ 8872 w 17742"/>
                <a:gd name="connsiteY3" fmla="*/ 0 h 13941"/>
                <a:gd name="connsiteX4" fmla="*/ 17743 w 17742"/>
                <a:gd name="connsiteY4" fmla="*/ 6971 h 1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2" h="13941">
                  <a:moveTo>
                    <a:pt x="17743" y="6971"/>
                  </a:moveTo>
                  <a:cubicBezTo>
                    <a:pt x="17743" y="10899"/>
                    <a:pt x="13814" y="13941"/>
                    <a:pt x="8872" y="13941"/>
                  </a:cubicBezTo>
                  <a:cubicBezTo>
                    <a:pt x="3929" y="13941"/>
                    <a:pt x="0" y="10773"/>
                    <a:pt x="0" y="6971"/>
                  </a:cubicBezTo>
                  <a:cubicBezTo>
                    <a:pt x="0" y="3168"/>
                    <a:pt x="3929" y="0"/>
                    <a:pt x="8872" y="0"/>
                  </a:cubicBezTo>
                  <a:cubicBezTo>
                    <a:pt x="13814" y="0"/>
                    <a:pt x="17743" y="3168"/>
                    <a:pt x="17743" y="697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BA93452A-ED29-CF1E-EB5E-8E6A9B91688D}"/>
                </a:ext>
              </a:extLst>
            </p:cNvPr>
            <p:cNvSpPr/>
            <p:nvPr/>
          </p:nvSpPr>
          <p:spPr>
            <a:xfrm>
              <a:off x="7623423" y="1829463"/>
              <a:ext cx="18250" cy="14447"/>
            </a:xfrm>
            <a:custGeom>
              <a:avLst/>
              <a:gdLst>
                <a:gd name="connsiteX0" fmla="*/ 18250 w 18250"/>
                <a:gd name="connsiteY0" fmla="*/ 7224 h 14447"/>
                <a:gd name="connsiteX1" fmla="*/ 9125 w 18250"/>
                <a:gd name="connsiteY1" fmla="*/ 14448 h 14447"/>
                <a:gd name="connsiteX2" fmla="*/ 0 w 18250"/>
                <a:gd name="connsiteY2" fmla="*/ 7224 h 14447"/>
                <a:gd name="connsiteX3" fmla="*/ 9125 w 18250"/>
                <a:gd name="connsiteY3" fmla="*/ 0 h 14447"/>
                <a:gd name="connsiteX4" fmla="*/ 18250 w 18250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7">
                  <a:moveTo>
                    <a:pt x="18250" y="7224"/>
                  </a:moveTo>
                  <a:cubicBezTo>
                    <a:pt x="18250" y="11279"/>
                    <a:pt x="14194" y="14448"/>
                    <a:pt x="9125" y="14448"/>
                  </a:cubicBezTo>
                  <a:cubicBezTo>
                    <a:pt x="4056" y="14448"/>
                    <a:pt x="0" y="11279"/>
                    <a:pt x="0" y="7224"/>
                  </a:cubicBezTo>
                  <a:cubicBezTo>
                    <a:pt x="0" y="3168"/>
                    <a:pt x="4056" y="0"/>
                    <a:pt x="9125" y="0"/>
                  </a:cubicBezTo>
                  <a:cubicBezTo>
                    <a:pt x="14194" y="0"/>
                    <a:pt x="18250" y="3168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BFC6D41D-1F80-9FAD-8F23-C4BB081A3B07}"/>
                </a:ext>
              </a:extLst>
            </p:cNvPr>
            <p:cNvSpPr/>
            <p:nvPr/>
          </p:nvSpPr>
          <p:spPr>
            <a:xfrm>
              <a:off x="7727345" y="1892831"/>
              <a:ext cx="18250" cy="14447"/>
            </a:xfrm>
            <a:custGeom>
              <a:avLst/>
              <a:gdLst>
                <a:gd name="connsiteX0" fmla="*/ 18250 w 18250"/>
                <a:gd name="connsiteY0" fmla="*/ 7224 h 14447"/>
                <a:gd name="connsiteX1" fmla="*/ 9125 w 18250"/>
                <a:gd name="connsiteY1" fmla="*/ 14448 h 14447"/>
                <a:gd name="connsiteX2" fmla="*/ 0 w 18250"/>
                <a:gd name="connsiteY2" fmla="*/ 7224 h 14447"/>
                <a:gd name="connsiteX3" fmla="*/ 9125 w 18250"/>
                <a:gd name="connsiteY3" fmla="*/ 0 h 14447"/>
                <a:gd name="connsiteX4" fmla="*/ 18250 w 18250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7">
                  <a:moveTo>
                    <a:pt x="18250" y="7224"/>
                  </a:moveTo>
                  <a:cubicBezTo>
                    <a:pt x="18250" y="11279"/>
                    <a:pt x="14195" y="14448"/>
                    <a:pt x="9125" y="14448"/>
                  </a:cubicBezTo>
                  <a:cubicBezTo>
                    <a:pt x="4056" y="14448"/>
                    <a:pt x="0" y="11153"/>
                    <a:pt x="0" y="7224"/>
                  </a:cubicBezTo>
                  <a:cubicBezTo>
                    <a:pt x="0" y="3295"/>
                    <a:pt x="4056" y="0"/>
                    <a:pt x="9125" y="0"/>
                  </a:cubicBezTo>
                  <a:cubicBezTo>
                    <a:pt x="14195" y="0"/>
                    <a:pt x="18250" y="3295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65F39C0E-9F1A-6F71-5909-0022A578000C}"/>
                </a:ext>
              </a:extLst>
            </p:cNvPr>
            <p:cNvSpPr/>
            <p:nvPr/>
          </p:nvSpPr>
          <p:spPr>
            <a:xfrm>
              <a:off x="7827340" y="1960635"/>
              <a:ext cx="17743" cy="13941"/>
            </a:xfrm>
            <a:custGeom>
              <a:avLst/>
              <a:gdLst>
                <a:gd name="connsiteX0" fmla="*/ 17743 w 17743"/>
                <a:gd name="connsiteY0" fmla="*/ 6971 h 13941"/>
                <a:gd name="connsiteX1" fmla="*/ 8872 w 17743"/>
                <a:gd name="connsiteY1" fmla="*/ 13941 h 13941"/>
                <a:gd name="connsiteX2" fmla="*/ 0 w 17743"/>
                <a:gd name="connsiteY2" fmla="*/ 6971 h 13941"/>
                <a:gd name="connsiteX3" fmla="*/ 8872 w 17743"/>
                <a:gd name="connsiteY3" fmla="*/ 0 h 13941"/>
                <a:gd name="connsiteX4" fmla="*/ 17743 w 17743"/>
                <a:gd name="connsiteY4" fmla="*/ 6971 h 1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3" h="13941">
                  <a:moveTo>
                    <a:pt x="17743" y="6971"/>
                  </a:moveTo>
                  <a:cubicBezTo>
                    <a:pt x="17743" y="10773"/>
                    <a:pt x="13815" y="13941"/>
                    <a:pt x="8872" y="13941"/>
                  </a:cubicBezTo>
                  <a:cubicBezTo>
                    <a:pt x="3929" y="13941"/>
                    <a:pt x="0" y="10773"/>
                    <a:pt x="0" y="6971"/>
                  </a:cubicBezTo>
                  <a:cubicBezTo>
                    <a:pt x="0" y="3168"/>
                    <a:pt x="3929" y="0"/>
                    <a:pt x="8872" y="0"/>
                  </a:cubicBezTo>
                  <a:cubicBezTo>
                    <a:pt x="13815" y="0"/>
                    <a:pt x="17743" y="3168"/>
                    <a:pt x="17743" y="697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C058C23E-3B60-99CF-B7A4-4FC5E3726EFD}"/>
                </a:ext>
              </a:extLst>
            </p:cNvPr>
            <p:cNvSpPr/>
            <p:nvPr/>
          </p:nvSpPr>
          <p:spPr>
            <a:xfrm>
              <a:off x="7922392" y="2032241"/>
              <a:ext cx="17743" cy="13941"/>
            </a:xfrm>
            <a:custGeom>
              <a:avLst/>
              <a:gdLst>
                <a:gd name="connsiteX0" fmla="*/ 17743 w 17743"/>
                <a:gd name="connsiteY0" fmla="*/ 6971 h 13941"/>
                <a:gd name="connsiteX1" fmla="*/ 8872 w 17743"/>
                <a:gd name="connsiteY1" fmla="*/ 13941 h 13941"/>
                <a:gd name="connsiteX2" fmla="*/ 0 w 17743"/>
                <a:gd name="connsiteY2" fmla="*/ 6971 h 13941"/>
                <a:gd name="connsiteX3" fmla="*/ 8872 w 17743"/>
                <a:gd name="connsiteY3" fmla="*/ 0 h 13941"/>
                <a:gd name="connsiteX4" fmla="*/ 17743 w 17743"/>
                <a:gd name="connsiteY4" fmla="*/ 6971 h 1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3" h="13941">
                  <a:moveTo>
                    <a:pt x="17743" y="6971"/>
                  </a:moveTo>
                  <a:cubicBezTo>
                    <a:pt x="17743" y="10899"/>
                    <a:pt x="13815" y="13941"/>
                    <a:pt x="8872" y="13941"/>
                  </a:cubicBezTo>
                  <a:cubicBezTo>
                    <a:pt x="3929" y="13941"/>
                    <a:pt x="0" y="10773"/>
                    <a:pt x="0" y="6971"/>
                  </a:cubicBezTo>
                  <a:cubicBezTo>
                    <a:pt x="0" y="3168"/>
                    <a:pt x="3929" y="0"/>
                    <a:pt x="8872" y="0"/>
                  </a:cubicBezTo>
                  <a:cubicBezTo>
                    <a:pt x="13815" y="0"/>
                    <a:pt x="17743" y="3168"/>
                    <a:pt x="17743" y="697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2B50F831-CF7E-B772-B4CB-03B17E655A10}"/>
                </a:ext>
              </a:extLst>
            </p:cNvPr>
            <p:cNvSpPr/>
            <p:nvPr/>
          </p:nvSpPr>
          <p:spPr>
            <a:xfrm>
              <a:off x="8012375" y="2107396"/>
              <a:ext cx="18250" cy="14447"/>
            </a:xfrm>
            <a:custGeom>
              <a:avLst/>
              <a:gdLst>
                <a:gd name="connsiteX0" fmla="*/ 18250 w 18250"/>
                <a:gd name="connsiteY0" fmla="*/ 7224 h 14447"/>
                <a:gd name="connsiteX1" fmla="*/ 9125 w 18250"/>
                <a:gd name="connsiteY1" fmla="*/ 14448 h 14447"/>
                <a:gd name="connsiteX2" fmla="*/ 0 w 18250"/>
                <a:gd name="connsiteY2" fmla="*/ 7224 h 14447"/>
                <a:gd name="connsiteX3" fmla="*/ 9125 w 18250"/>
                <a:gd name="connsiteY3" fmla="*/ 0 h 14447"/>
                <a:gd name="connsiteX4" fmla="*/ 18250 w 18250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7">
                  <a:moveTo>
                    <a:pt x="18250" y="7224"/>
                  </a:moveTo>
                  <a:cubicBezTo>
                    <a:pt x="18250" y="11279"/>
                    <a:pt x="14194" y="14448"/>
                    <a:pt x="9125" y="14448"/>
                  </a:cubicBezTo>
                  <a:cubicBezTo>
                    <a:pt x="4056" y="14448"/>
                    <a:pt x="0" y="11279"/>
                    <a:pt x="0" y="7224"/>
                  </a:cubicBezTo>
                  <a:cubicBezTo>
                    <a:pt x="0" y="3168"/>
                    <a:pt x="4056" y="0"/>
                    <a:pt x="9125" y="0"/>
                  </a:cubicBezTo>
                  <a:cubicBezTo>
                    <a:pt x="14194" y="0"/>
                    <a:pt x="18250" y="3168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7BF0FE95-A96E-C22B-5DCF-1A4E75E7C5E6}"/>
                </a:ext>
              </a:extLst>
            </p:cNvPr>
            <p:cNvSpPr/>
            <p:nvPr/>
          </p:nvSpPr>
          <p:spPr>
            <a:xfrm>
              <a:off x="8097542" y="2186479"/>
              <a:ext cx="18250" cy="14447"/>
            </a:xfrm>
            <a:custGeom>
              <a:avLst/>
              <a:gdLst>
                <a:gd name="connsiteX0" fmla="*/ 18250 w 18250"/>
                <a:gd name="connsiteY0" fmla="*/ 7224 h 14447"/>
                <a:gd name="connsiteX1" fmla="*/ 9125 w 18250"/>
                <a:gd name="connsiteY1" fmla="*/ 14448 h 14447"/>
                <a:gd name="connsiteX2" fmla="*/ 0 w 18250"/>
                <a:gd name="connsiteY2" fmla="*/ 7224 h 14447"/>
                <a:gd name="connsiteX3" fmla="*/ 9125 w 18250"/>
                <a:gd name="connsiteY3" fmla="*/ 0 h 14447"/>
                <a:gd name="connsiteX4" fmla="*/ 18250 w 18250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7">
                  <a:moveTo>
                    <a:pt x="18250" y="7224"/>
                  </a:moveTo>
                  <a:cubicBezTo>
                    <a:pt x="18250" y="11153"/>
                    <a:pt x="14194" y="14448"/>
                    <a:pt x="9125" y="14448"/>
                  </a:cubicBezTo>
                  <a:cubicBezTo>
                    <a:pt x="4056" y="14448"/>
                    <a:pt x="0" y="11153"/>
                    <a:pt x="0" y="7224"/>
                  </a:cubicBezTo>
                  <a:cubicBezTo>
                    <a:pt x="0" y="3295"/>
                    <a:pt x="4056" y="0"/>
                    <a:pt x="9125" y="0"/>
                  </a:cubicBezTo>
                  <a:cubicBezTo>
                    <a:pt x="14194" y="0"/>
                    <a:pt x="18250" y="3295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D9BC34B5-13E3-A470-5F7D-8F6B11118A2A}"/>
                </a:ext>
              </a:extLst>
            </p:cNvPr>
            <p:cNvSpPr/>
            <p:nvPr/>
          </p:nvSpPr>
          <p:spPr>
            <a:xfrm>
              <a:off x="8177639" y="2269237"/>
              <a:ext cx="17743" cy="13940"/>
            </a:xfrm>
            <a:custGeom>
              <a:avLst/>
              <a:gdLst>
                <a:gd name="connsiteX0" fmla="*/ 17743 w 17743"/>
                <a:gd name="connsiteY0" fmla="*/ 6970 h 13940"/>
                <a:gd name="connsiteX1" fmla="*/ 8872 w 17743"/>
                <a:gd name="connsiteY1" fmla="*/ 13941 h 13940"/>
                <a:gd name="connsiteX2" fmla="*/ 0 w 17743"/>
                <a:gd name="connsiteY2" fmla="*/ 6970 h 13940"/>
                <a:gd name="connsiteX3" fmla="*/ 8872 w 17743"/>
                <a:gd name="connsiteY3" fmla="*/ 0 h 13940"/>
                <a:gd name="connsiteX4" fmla="*/ 17743 w 17743"/>
                <a:gd name="connsiteY4" fmla="*/ 6970 h 13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3" h="13940">
                  <a:moveTo>
                    <a:pt x="17743" y="6970"/>
                  </a:moveTo>
                  <a:cubicBezTo>
                    <a:pt x="17743" y="10772"/>
                    <a:pt x="13815" y="13941"/>
                    <a:pt x="8872" y="13941"/>
                  </a:cubicBezTo>
                  <a:cubicBezTo>
                    <a:pt x="3929" y="13941"/>
                    <a:pt x="0" y="10772"/>
                    <a:pt x="0" y="6970"/>
                  </a:cubicBezTo>
                  <a:cubicBezTo>
                    <a:pt x="0" y="3168"/>
                    <a:pt x="3929" y="0"/>
                    <a:pt x="8872" y="0"/>
                  </a:cubicBezTo>
                  <a:cubicBezTo>
                    <a:pt x="13815" y="0"/>
                    <a:pt x="17743" y="3168"/>
                    <a:pt x="17743" y="69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B8175A8D-7699-C6A1-0D1A-5379171E5061}"/>
                </a:ext>
              </a:extLst>
            </p:cNvPr>
            <p:cNvSpPr/>
            <p:nvPr/>
          </p:nvSpPr>
          <p:spPr>
            <a:xfrm>
              <a:off x="8251906" y="2354911"/>
              <a:ext cx="17743" cy="13941"/>
            </a:xfrm>
            <a:custGeom>
              <a:avLst/>
              <a:gdLst>
                <a:gd name="connsiteX0" fmla="*/ 17743 w 17743"/>
                <a:gd name="connsiteY0" fmla="*/ 6971 h 13941"/>
                <a:gd name="connsiteX1" fmla="*/ 8872 w 17743"/>
                <a:gd name="connsiteY1" fmla="*/ 13941 h 13941"/>
                <a:gd name="connsiteX2" fmla="*/ 0 w 17743"/>
                <a:gd name="connsiteY2" fmla="*/ 6971 h 13941"/>
                <a:gd name="connsiteX3" fmla="*/ 8872 w 17743"/>
                <a:gd name="connsiteY3" fmla="*/ 0 h 13941"/>
                <a:gd name="connsiteX4" fmla="*/ 17743 w 17743"/>
                <a:gd name="connsiteY4" fmla="*/ 6971 h 1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3" h="13941">
                  <a:moveTo>
                    <a:pt x="17743" y="6971"/>
                  </a:moveTo>
                  <a:cubicBezTo>
                    <a:pt x="17743" y="10899"/>
                    <a:pt x="13815" y="13941"/>
                    <a:pt x="8872" y="13941"/>
                  </a:cubicBezTo>
                  <a:cubicBezTo>
                    <a:pt x="3929" y="13941"/>
                    <a:pt x="0" y="10773"/>
                    <a:pt x="0" y="6971"/>
                  </a:cubicBezTo>
                  <a:cubicBezTo>
                    <a:pt x="0" y="3168"/>
                    <a:pt x="3929" y="0"/>
                    <a:pt x="8872" y="0"/>
                  </a:cubicBezTo>
                  <a:cubicBezTo>
                    <a:pt x="13815" y="0"/>
                    <a:pt x="17743" y="3168"/>
                    <a:pt x="17743" y="697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4466CC18-1E46-FD59-76FD-969DD3670403}"/>
                </a:ext>
              </a:extLst>
            </p:cNvPr>
            <p:cNvSpPr/>
            <p:nvPr/>
          </p:nvSpPr>
          <p:spPr>
            <a:xfrm>
              <a:off x="8320723" y="2443753"/>
              <a:ext cx="16982" cy="13434"/>
            </a:xfrm>
            <a:custGeom>
              <a:avLst/>
              <a:gdLst>
                <a:gd name="connsiteX0" fmla="*/ 16983 w 16982"/>
                <a:gd name="connsiteY0" fmla="*/ 6717 h 13434"/>
                <a:gd name="connsiteX1" fmla="*/ 8492 w 16982"/>
                <a:gd name="connsiteY1" fmla="*/ 13434 h 13434"/>
                <a:gd name="connsiteX2" fmla="*/ 0 w 16982"/>
                <a:gd name="connsiteY2" fmla="*/ 6717 h 13434"/>
                <a:gd name="connsiteX3" fmla="*/ 8492 w 16982"/>
                <a:gd name="connsiteY3" fmla="*/ 0 h 13434"/>
                <a:gd name="connsiteX4" fmla="*/ 16983 w 16982"/>
                <a:gd name="connsiteY4" fmla="*/ 6717 h 13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82" h="13434">
                  <a:moveTo>
                    <a:pt x="16983" y="6717"/>
                  </a:moveTo>
                  <a:cubicBezTo>
                    <a:pt x="16983" y="10392"/>
                    <a:pt x="13181" y="13434"/>
                    <a:pt x="8492" y="13434"/>
                  </a:cubicBezTo>
                  <a:cubicBezTo>
                    <a:pt x="3803" y="13434"/>
                    <a:pt x="0" y="10519"/>
                    <a:pt x="0" y="6717"/>
                  </a:cubicBezTo>
                  <a:cubicBezTo>
                    <a:pt x="0" y="2915"/>
                    <a:pt x="3803" y="0"/>
                    <a:pt x="8492" y="0"/>
                  </a:cubicBezTo>
                  <a:cubicBezTo>
                    <a:pt x="13181" y="0"/>
                    <a:pt x="16983" y="3042"/>
                    <a:pt x="16983" y="671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C86ED39D-48AB-6179-5861-E32A6C3ABE72}"/>
                </a:ext>
              </a:extLst>
            </p:cNvPr>
            <p:cNvSpPr/>
            <p:nvPr/>
          </p:nvSpPr>
          <p:spPr>
            <a:xfrm>
              <a:off x="8383331" y="2535129"/>
              <a:ext cx="16856" cy="13433"/>
            </a:xfrm>
            <a:custGeom>
              <a:avLst/>
              <a:gdLst>
                <a:gd name="connsiteX0" fmla="*/ 16856 w 16856"/>
                <a:gd name="connsiteY0" fmla="*/ 6717 h 13433"/>
                <a:gd name="connsiteX1" fmla="*/ 8492 w 16856"/>
                <a:gd name="connsiteY1" fmla="*/ 13434 h 13433"/>
                <a:gd name="connsiteX2" fmla="*/ 0 w 16856"/>
                <a:gd name="connsiteY2" fmla="*/ 6717 h 13433"/>
                <a:gd name="connsiteX3" fmla="*/ 8492 w 16856"/>
                <a:gd name="connsiteY3" fmla="*/ 0 h 13433"/>
                <a:gd name="connsiteX4" fmla="*/ 16856 w 16856"/>
                <a:gd name="connsiteY4" fmla="*/ 6717 h 13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56" h="13433">
                  <a:moveTo>
                    <a:pt x="16856" y="6717"/>
                  </a:moveTo>
                  <a:cubicBezTo>
                    <a:pt x="16856" y="10392"/>
                    <a:pt x="13054" y="13434"/>
                    <a:pt x="8492" y="13434"/>
                  </a:cubicBezTo>
                  <a:cubicBezTo>
                    <a:pt x="3929" y="13434"/>
                    <a:pt x="0" y="10392"/>
                    <a:pt x="0" y="6717"/>
                  </a:cubicBezTo>
                  <a:cubicBezTo>
                    <a:pt x="0" y="3042"/>
                    <a:pt x="3803" y="0"/>
                    <a:pt x="8492" y="0"/>
                  </a:cubicBezTo>
                  <a:cubicBezTo>
                    <a:pt x="13181" y="0"/>
                    <a:pt x="16856" y="2915"/>
                    <a:pt x="16856" y="671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A8296D22-9BF5-E427-02DC-E78343E69B05}"/>
                </a:ext>
              </a:extLst>
            </p:cNvPr>
            <p:cNvSpPr/>
            <p:nvPr/>
          </p:nvSpPr>
          <p:spPr>
            <a:xfrm>
              <a:off x="8440362" y="2629421"/>
              <a:ext cx="15968" cy="12673"/>
            </a:xfrm>
            <a:custGeom>
              <a:avLst/>
              <a:gdLst>
                <a:gd name="connsiteX0" fmla="*/ 15969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9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9" y="6337"/>
                  </a:moveTo>
                  <a:cubicBezTo>
                    <a:pt x="15969" y="9885"/>
                    <a:pt x="12421" y="12674"/>
                    <a:pt x="7984" y="12674"/>
                  </a:cubicBezTo>
                  <a:cubicBezTo>
                    <a:pt x="3549" y="12674"/>
                    <a:pt x="0" y="9885"/>
                    <a:pt x="0" y="6337"/>
                  </a:cubicBezTo>
                  <a:cubicBezTo>
                    <a:pt x="0" y="2788"/>
                    <a:pt x="3676" y="0"/>
                    <a:pt x="7984" y="0"/>
                  </a:cubicBezTo>
                  <a:cubicBezTo>
                    <a:pt x="12294" y="0"/>
                    <a:pt x="15969" y="2915"/>
                    <a:pt x="15969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0003CB78-6A07-AD4E-3EE4-9D08F0EB0E0F}"/>
                </a:ext>
              </a:extLst>
            </p:cNvPr>
            <p:cNvSpPr/>
            <p:nvPr/>
          </p:nvSpPr>
          <p:spPr>
            <a:xfrm>
              <a:off x="8490043" y="2725107"/>
              <a:ext cx="16855" cy="13433"/>
            </a:xfrm>
            <a:custGeom>
              <a:avLst/>
              <a:gdLst>
                <a:gd name="connsiteX0" fmla="*/ 16855 w 16855"/>
                <a:gd name="connsiteY0" fmla="*/ 6717 h 13433"/>
                <a:gd name="connsiteX1" fmla="*/ 8491 w 16855"/>
                <a:gd name="connsiteY1" fmla="*/ 13434 h 13433"/>
                <a:gd name="connsiteX2" fmla="*/ 0 w 16855"/>
                <a:gd name="connsiteY2" fmla="*/ 6717 h 13433"/>
                <a:gd name="connsiteX3" fmla="*/ 8491 w 16855"/>
                <a:gd name="connsiteY3" fmla="*/ 0 h 13433"/>
                <a:gd name="connsiteX4" fmla="*/ 16855 w 16855"/>
                <a:gd name="connsiteY4" fmla="*/ 6717 h 13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55" h="13433">
                  <a:moveTo>
                    <a:pt x="16855" y="6717"/>
                  </a:moveTo>
                  <a:cubicBezTo>
                    <a:pt x="16855" y="10392"/>
                    <a:pt x="13053" y="13434"/>
                    <a:pt x="8491" y="13434"/>
                  </a:cubicBezTo>
                  <a:cubicBezTo>
                    <a:pt x="3929" y="13434"/>
                    <a:pt x="0" y="10392"/>
                    <a:pt x="0" y="6717"/>
                  </a:cubicBezTo>
                  <a:cubicBezTo>
                    <a:pt x="0" y="3042"/>
                    <a:pt x="3802" y="0"/>
                    <a:pt x="8491" y="0"/>
                  </a:cubicBezTo>
                  <a:cubicBezTo>
                    <a:pt x="13180" y="0"/>
                    <a:pt x="16855" y="3042"/>
                    <a:pt x="16855" y="671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5B8269ED-792F-B243-F00A-4727FDC00C18}"/>
                </a:ext>
              </a:extLst>
            </p:cNvPr>
            <p:cNvSpPr/>
            <p:nvPr/>
          </p:nvSpPr>
          <p:spPr>
            <a:xfrm>
              <a:off x="8534274" y="2823454"/>
              <a:ext cx="15968" cy="12673"/>
            </a:xfrm>
            <a:custGeom>
              <a:avLst/>
              <a:gdLst>
                <a:gd name="connsiteX0" fmla="*/ 15969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9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9" y="6337"/>
                  </a:moveTo>
                  <a:cubicBezTo>
                    <a:pt x="15969" y="9885"/>
                    <a:pt x="12293" y="12674"/>
                    <a:pt x="7984" y="12674"/>
                  </a:cubicBezTo>
                  <a:cubicBezTo>
                    <a:pt x="3675" y="12674"/>
                    <a:pt x="0" y="9759"/>
                    <a:pt x="0" y="6337"/>
                  </a:cubicBezTo>
                  <a:cubicBezTo>
                    <a:pt x="0" y="2915"/>
                    <a:pt x="3548" y="0"/>
                    <a:pt x="7984" y="0"/>
                  </a:cubicBezTo>
                  <a:cubicBezTo>
                    <a:pt x="12420" y="0"/>
                    <a:pt x="15969" y="2788"/>
                    <a:pt x="15969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C658E17A-B968-7271-82AB-2BBEC4DEB111}"/>
                </a:ext>
              </a:extLst>
            </p:cNvPr>
            <p:cNvSpPr/>
            <p:nvPr/>
          </p:nvSpPr>
          <p:spPr>
            <a:xfrm>
              <a:off x="8571787" y="2923448"/>
              <a:ext cx="15462" cy="12293"/>
            </a:xfrm>
            <a:custGeom>
              <a:avLst/>
              <a:gdLst>
                <a:gd name="connsiteX0" fmla="*/ 15462 w 15462"/>
                <a:gd name="connsiteY0" fmla="*/ 6083 h 12293"/>
                <a:gd name="connsiteX1" fmla="*/ 7731 w 15462"/>
                <a:gd name="connsiteY1" fmla="*/ 12293 h 12293"/>
                <a:gd name="connsiteX2" fmla="*/ 0 w 15462"/>
                <a:gd name="connsiteY2" fmla="*/ 6083 h 12293"/>
                <a:gd name="connsiteX3" fmla="*/ 7731 w 15462"/>
                <a:gd name="connsiteY3" fmla="*/ 0 h 12293"/>
                <a:gd name="connsiteX4" fmla="*/ 15462 w 15462"/>
                <a:gd name="connsiteY4" fmla="*/ 6083 h 1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62" h="12293">
                  <a:moveTo>
                    <a:pt x="15462" y="6083"/>
                  </a:moveTo>
                  <a:cubicBezTo>
                    <a:pt x="15462" y="9505"/>
                    <a:pt x="11913" y="12293"/>
                    <a:pt x="7731" y="12293"/>
                  </a:cubicBezTo>
                  <a:cubicBezTo>
                    <a:pt x="3549" y="12293"/>
                    <a:pt x="0" y="9505"/>
                    <a:pt x="0" y="6083"/>
                  </a:cubicBezTo>
                  <a:cubicBezTo>
                    <a:pt x="0" y="2662"/>
                    <a:pt x="3422" y="0"/>
                    <a:pt x="7731" y="0"/>
                  </a:cubicBezTo>
                  <a:cubicBezTo>
                    <a:pt x="12040" y="0"/>
                    <a:pt x="15462" y="2788"/>
                    <a:pt x="15462" y="60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18CC99BF-6AEE-E9B5-536B-D1320533AA1D}"/>
                </a:ext>
              </a:extLst>
            </p:cNvPr>
            <p:cNvSpPr/>
            <p:nvPr/>
          </p:nvSpPr>
          <p:spPr>
            <a:xfrm>
              <a:off x="8602711" y="3024837"/>
              <a:ext cx="14701" cy="11659"/>
            </a:xfrm>
            <a:custGeom>
              <a:avLst/>
              <a:gdLst>
                <a:gd name="connsiteX0" fmla="*/ 14702 w 14701"/>
                <a:gd name="connsiteY0" fmla="*/ 5830 h 11659"/>
                <a:gd name="connsiteX1" fmla="*/ 7351 w 14701"/>
                <a:gd name="connsiteY1" fmla="*/ 11660 h 11659"/>
                <a:gd name="connsiteX2" fmla="*/ 0 w 14701"/>
                <a:gd name="connsiteY2" fmla="*/ 5830 h 11659"/>
                <a:gd name="connsiteX3" fmla="*/ 7351 w 14701"/>
                <a:gd name="connsiteY3" fmla="*/ 0 h 11659"/>
                <a:gd name="connsiteX4" fmla="*/ 14702 w 14701"/>
                <a:gd name="connsiteY4" fmla="*/ 5830 h 11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01" h="11659">
                  <a:moveTo>
                    <a:pt x="14702" y="5830"/>
                  </a:moveTo>
                  <a:cubicBezTo>
                    <a:pt x="14702" y="8998"/>
                    <a:pt x="11407" y="11660"/>
                    <a:pt x="7351" y="11660"/>
                  </a:cubicBezTo>
                  <a:cubicBezTo>
                    <a:pt x="3295" y="11660"/>
                    <a:pt x="0" y="8998"/>
                    <a:pt x="0" y="5830"/>
                  </a:cubicBezTo>
                  <a:cubicBezTo>
                    <a:pt x="0" y="2662"/>
                    <a:pt x="3295" y="0"/>
                    <a:pt x="7351" y="0"/>
                  </a:cubicBezTo>
                  <a:cubicBezTo>
                    <a:pt x="11407" y="0"/>
                    <a:pt x="14702" y="2662"/>
                    <a:pt x="14702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A5E5224E-2CB9-4010-5BE6-45B95D6ADFF0}"/>
                </a:ext>
              </a:extLst>
            </p:cNvPr>
            <p:cNvSpPr/>
            <p:nvPr/>
          </p:nvSpPr>
          <p:spPr>
            <a:xfrm>
              <a:off x="8626918" y="3127366"/>
              <a:ext cx="13940" cy="11152"/>
            </a:xfrm>
            <a:custGeom>
              <a:avLst/>
              <a:gdLst>
                <a:gd name="connsiteX0" fmla="*/ 13941 w 13940"/>
                <a:gd name="connsiteY0" fmla="*/ 5576 h 11152"/>
                <a:gd name="connsiteX1" fmla="*/ 6970 w 13940"/>
                <a:gd name="connsiteY1" fmla="*/ 11153 h 11152"/>
                <a:gd name="connsiteX2" fmla="*/ 0 w 13940"/>
                <a:gd name="connsiteY2" fmla="*/ 5576 h 11152"/>
                <a:gd name="connsiteX3" fmla="*/ 6970 w 13940"/>
                <a:gd name="connsiteY3" fmla="*/ 0 h 11152"/>
                <a:gd name="connsiteX4" fmla="*/ 13941 w 13940"/>
                <a:gd name="connsiteY4" fmla="*/ 5576 h 11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0" h="11152">
                  <a:moveTo>
                    <a:pt x="13941" y="5576"/>
                  </a:moveTo>
                  <a:cubicBezTo>
                    <a:pt x="13941" y="8618"/>
                    <a:pt x="10772" y="11153"/>
                    <a:pt x="6970" y="11153"/>
                  </a:cubicBezTo>
                  <a:cubicBezTo>
                    <a:pt x="3168" y="11153"/>
                    <a:pt x="0" y="8745"/>
                    <a:pt x="0" y="5576"/>
                  </a:cubicBezTo>
                  <a:cubicBezTo>
                    <a:pt x="0" y="2408"/>
                    <a:pt x="3168" y="0"/>
                    <a:pt x="6970" y="0"/>
                  </a:cubicBezTo>
                  <a:cubicBezTo>
                    <a:pt x="10772" y="0"/>
                    <a:pt x="13941" y="2408"/>
                    <a:pt x="13941" y="55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2BC45955-34E1-6147-CC88-F09F682639B7}"/>
                </a:ext>
              </a:extLst>
            </p:cNvPr>
            <p:cNvSpPr/>
            <p:nvPr/>
          </p:nvSpPr>
          <p:spPr>
            <a:xfrm>
              <a:off x="8644281" y="3230656"/>
              <a:ext cx="13433" cy="10645"/>
            </a:xfrm>
            <a:custGeom>
              <a:avLst/>
              <a:gdLst>
                <a:gd name="connsiteX0" fmla="*/ 13434 w 13433"/>
                <a:gd name="connsiteY0" fmla="*/ 5323 h 10645"/>
                <a:gd name="connsiteX1" fmla="*/ 6717 w 13433"/>
                <a:gd name="connsiteY1" fmla="*/ 10646 h 10645"/>
                <a:gd name="connsiteX2" fmla="*/ 0 w 13433"/>
                <a:gd name="connsiteY2" fmla="*/ 5323 h 10645"/>
                <a:gd name="connsiteX3" fmla="*/ 6717 w 13433"/>
                <a:gd name="connsiteY3" fmla="*/ 0 h 10645"/>
                <a:gd name="connsiteX4" fmla="*/ 13434 w 13433"/>
                <a:gd name="connsiteY4" fmla="*/ 5323 h 1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33" h="10645">
                  <a:moveTo>
                    <a:pt x="13434" y="5323"/>
                  </a:moveTo>
                  <a:cubicBezTo>
                    <a:pt x="13434" y="8238"/>
                    <a:pt x="10392" y="10646"/>
                    <a:pt x="6717" y="10646"/>
                  </a:cubicBezTo>
                  <a:cubicBezTo>
                    <a:pt x="3042" y="10646"/>
                    <a:pt x="0" y="8238"/>
                    <a:pt x="0" y="5323"/>
                  </a:cubicBezTo>
                  <a:lnTo>
                    <a:pt x="6717" y="0"/>
                  </a:lnTo>
                  <a:cubicBezTo>
                    <a:pt x="10392" y="0"/>
                    <a:pt x="13434" y="2408"/>
                    <a:pt x="13434" y="532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28B25CCF-C798-2888-0504-D89EA3AC0E55}"/>
                </a:ext>
              </a:extLst>
            </p:cNvPr>
            <p:cNvSpPr/>
            <p:nvPr/>
          </p:nvSpPr>
          <p:spPr>
            <a:xfrm>
              <a:off x="8655053" y="3334706"/>
              <a:ext cx="12546" cy="9885"/>
            </a:xfrm>
            <a:custGeom>
              <a:avLst/>
              <a:gdLst>
                <a:gd name="connsiteX0" fmla="*/ 12547 w 12546"/>
                <a:gd name="connsiteY0" fmla="*/ 4943 h 9885"/>
                <a:gd name="connsiteX1" fmla="*/ 6337 w 12546"/>
                <a:gd name="connsiteY1" fmla="*/ 9885 h 9885"/>
                <a:gd name="connsiteX2" fmla="*/ 0 w 12546"/>
                <a:gd name="connsiteY2" fmla="*/ 4943 h 9885"/>
                <a:gd name="connsiteX3" fmla="*/ 6337 w 12546"/>
                <a:gd name="connsiteY3" fmla="*/ 0 h 9885"/>
                <a:gd name="connsiteX4" fmla="*/ 12547 w 12546"/>
                <a:gd name="connsiteY4" fmla="*/ 4943 h 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46" h="9885">
                  <a:moveTo>
                    <a:pt x="12547" y="4943"/>
                  </a:moveTo>
                  <a:lnTo>
                    <a:pt x="6337" y="9885"/>
                  </a:lnTo>
                  <a:lnTo>
                    <a:pt x="0" y="4943"/>
                  </a:lnTo>
                  <a:lnTo>
                    <a:pt x="6337" y="0"/>
                  </a:lnTo>
                  <a:lnTo>
                    <a:pt x="12547" y="494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65747492-EFC2-E39D-3DB7-79617108E03A}"/>
                </a:ext>
              </a:extLst>
            </p:cNvPr>
            <p:cNvSpPr/>
            <p:nvPr/>
          </p:nvSpPr>
          <p:spPr>
            <a:xfrm>
              <a:off x="8783690" y="3438630"/>
              <a:ext cx="12546" cy="10011"/>
            </a:xfrm>
            <a:custGeom>
              <a:avLst/>
              <a:gdLst>
                <a:gd name="connsiteX0" fmla="*/ 12547 w 12546"/>
                <a:gd name="connsiteY0" fmla="*/ 4943 h 10011"/>
                <a:gd name="connsiteX1" fmla="*/ 6210 w 12546"/>
                <a:gd name="connsiteY1" fmla="*/ 10012 h 10011"/>
                <a:gd name="connsiteX2" fmla="*/ 0 w 12546"/>
                <a:gd name="connsiteY2" fmla="*/ 4943 h 10011"/>
                <a:gd name="connsiteX3" fmla="*/ 6210 w 12546"/>
                <a:gd name="connsiteY3" fmla="*/ 0 h 10011"/>
                <a:gd name="connsiteX4" fmla="*/ 12547 w 12546"/>
                <a:gd name="connsiteY4" fmla="*/ 4943 h 10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46" h="10011">
                  <a:moveTo>
                    <a:pt x="12547" y="4943"/>
                  </a:moveTo>
                  <a:lnTo>
                    <a:pt x="6210" y="10012"/>
                  </a:lnTo>
                  <a:lnTo>
                    <a:pt x="0" y="4943"/>
                  </a:lnTo>
                  <a:lnTo>
                    <a:pt x="6210" y="0"/>
                  </a:lnTo>
                  <a:lnTo>
                    <a:pt x="12547" y="494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02DD11AB-0C2C-8785-EDFF-B3DB4B77385A}"/>
                </a:ext>
              </a:extLst>
            </p:cNvPr>
            <p:cNvSpPr/>
            <p:nvPr/>
          </p:nvSpPr>
          <p:spPr>
            <a:xfrm>
              <a:off x="8780649" y="3542807"/>
              <a:ext cx="12040" cy="9505"/>
            </a:xfrm>
            <a:custGeom>
              <a:avLst/>
              <a:gdLst>
                <a:gd name="connsiteX0" fmla="*/ 12040 w 12040"/>
                <a:gd name="connsiteY0" fmla="*/ 4816 h 9505"/>
                <a:gd name="connsiteX1" fmla="*/ 5956 w 12040"/>
                <a:gd name="connsiteY1" fmla="*/ 9505 h 9505"/>
                <a:gd name="connsiteX2" fmla="*/ 0 w 12040"/>
                <a:gd name="connsiteY2" fmla="*/ 4816 h 9505"/>
                <a:gd name="connsiteX3" fmla="*/ 5956 w 12040"/>
                <a:gd name="connsiteY3" fmla="*/ 0 h 9505"/>
                <a:gd name="connsiteX4" fmla="*/ 12040 w 12040"/>
                <a:gd name="connsiteY4" fmla="*/ 4816 h 9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40" h="9505">
                  <a:moveTo>
                    <a:pt x="12040" y="4816"/>
                  </a:moveTo>
                  <a:lnTo>
                    <a:pt x="5956" y="9505"/>
                  </a:lnTo>
                  <a:lnTo>
                    <a:pt x="0" y="4816"/>
                  </a:lnTo>
                  <a:lnTo>
                    <a:pt x="5956" y="0"/>
                  </a:lnTo>
                  <a:lnTo>
                    <a:pt x="12040" y="481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430F4F25-8330-0F1C-67BA-47873C5B1B58}"/>
                </a:ext>
              </a:extLst>
            </p:cNvPr>
            <p:cNvSpPr/>
            <p:nvPr/>
          </p:nvSpPr>
          <p:spPr>
            <a:xfrm>
              <a:off x="8771270" y="3646857"/>
              <a:ext cx="11152" cy="8871"/>
            </a:xfrm>
            <a:custGeom>
              <a:avLst/>
              <a:gdLst>
                <a:gd name="connsiteX0" fmla="*/ 11152 w 11152"/>
                <a:gd name="connsiteY0" fmla="*/ 4436 h 8871"/>
                <a:gd name="connsiteX1" fmla="*/ 5576 w 11152"/>
                <a:gd name="connsiteY1" fmla="*/ 8872 h 8871"/>
                <a:gd name="connsiteX2" fmla="*/ 0 w 11152"/>
                <a:gd name="connsiteY2" fmla="*/ 4436 h 8871"/>
                <a:gd name="connsiteX3" fmla="*/ 5576 w 11152"/>
                <a:gd name="connsiteY3" fmla="*/ 0 h 8871"/>
                <a:gd name="connsiteX4" fmla="*/ 11152 w 11152"/>
                <a:gd name="connsiteY4" fmla="*/ 4436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52" h="8871">
                  <a:moveTo>
                    <a:pt x="11152" y="4436"/>
                  </a:moveTo>
                  <a:lnTo>
                    <a:pt x="5576" y="8872"/>
                  </a:lnTo>
                  <a:lnTo>
                    <a:pt x="0" y="4436"/>
                  </a:lnTo>
                  <a:lnTo>
                    <a:pt x="5576" y="0"/>
                  </a:lnTo>
                  <a:lnTo>
                    <a:pt x="11152" y="44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5963E64B-BB7E-2BAA-C262-E6B5748724AD}"/>
                </a:ext>
              </a:extLst>
            </p:cNvPr>
            <p:cNvSpPr/>
            <p:nvPr/>
          </p:nvSpPr>
          <p:spPr>
            <a:xfrm>
              <a:off x="8755302" y="3750274"/>
              <a:ext cx="10518" cy="8364"/>
            </a:xfrm>
            <a:custGeom>
              <a:avLst/>
              <a:gdLst>
                <a:gd name="connsiteX0" fmla="*/ 10519 w 10518"/>
                <a:gd name="connsiteY0" fmla="*/ 4182 h 8364"/>
                <a:gd name="connsiteX1" fmla="*/ 5323 w 10518"/>
                <a:gd name="connsiteY1" fmla="*/ 8365 h 8364"/>
                <a:gd name="connsiteX2" fmla="*/ 0 w 10518"/>
                <a:gd name="connsiteY2" fmla="*/ 4182 h 8364"/>
                <a:gd name="connsiteX3" fmla="*/ 5323 w 10518"/>
                <a:gd name="connsiteY3" fmla="*/ 0 h 8364"/>
                <a:gd name="connsiteX4" fmla="*/ 10519 w 10518"/>
                <a:gd name="connsiteY4" fmla="*/ 4182 h 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18" h="8364">
                  <a:moveTo>
                    <a:pt x="10519" y="4182"/>
                  </a:moveTo>
                  <a:lnTo>
                    <a:pt x="5323" y="8365"/>
                  </a:lnTo>
                  <a:lnTo>
                    <a:pt x="0" y="4182"/>
                  </a:lnTo>
                  <a:lnTo>
                    <a:pt x="5323" y="0"/>
                  </a:lnTo>
                  <a:lnTo>
                    <a:pt x="10519" y="41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7293ADFB-6C67-8CF7-09FF-BAFC851B9A60}"/>
                </a:ext>
              </a:extLst>
            </p:cNvPr>
            <p:cNvSpPr/>
            <p:nvPr/>
          </p:nvSpPr>
          <p:spPr>
            <a:xfrm>
              <a:off x="8732869" y="3852930"/>
              <a:ext cx="9885" cy="7857"/>
            </a:xfrm>
            <a:custGeom>
              <a:avLst/>
              <a:gdLst>
                <a:gd name="connsiteX0" fmla="*/ 9886 w 9885"/>
                <a:gd name="connsiteY0" fmla="*/ 3929 h 7857"/>
                <a:gd name="connsiteX1" fmla="*/ 4943 w 9885"/>
                <a:gd name="connsiteY1" fmla="*/ 7858 h 7857"/>
                <a:gd name="connsiteX2" fmla="*/ 0 w 9885"/>
                <a:gd name="connsiteY2" fmla="*/ 3929 h 7857"/>
                <a:gd name="connsiteX3" fmla="*/ 4943 w 9885"/>
                <a:gd name="connsiteY3" fmla="*/ 0 h 7857"/>
                <a:gd name="connsiteX4" fmla="*/ 9886 w 9885"/>
                <a:gd name="connsiteY4" fmla="*/ 3929 h 7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85" h="7857">
                  <a:moveTo>
                    <a:pt x="9886" y="3929"/>
                  </a:moveTo>
                  <a:lnTo>
                    <a:pt x="4943" y="7858"/>
                  </a:lnTo>
                  <a:lnTo>
                    <a:pt x="0" y="3929"/>
                  </a:lnTo>
                  <a:lnTo>
                    <a:pt x="4943" y="0"/>
                  </a:lnTo>
                  <a:lnTo>
                    <a:pt x="9886" y="392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FF17E1F9-6A0A-E5E0-BB23-5897F6BC8478}"/>
                </a:ext>
              </a:extLst>
            </p:cNvPr>
            <p:cNvSpPr/>
            <p:nvPr/>
          </p:nvSpPr>
          <p:spPr>
            <a:xfrm>
              <a:off x="8704353" y="3954952"/>
              <a:ext cx="8491" cy="6590"/>
            </a:xfrm>
            <a:custGeom>
              <a:avLst/>
              <a:gdLst>
                <a:gd name="connsiteX0" fmla="*/ 8491 w 8491"/>
                <a:gd name="connsiteY0" fmla="*/ 3295 h 6590"/>
                <a:gd name="connsiteX1" fmla="*/ 4309 w 8491"/>
                <a:gd name="connsiteY1" fmla="*/ 6590 h 6590"/>
                <a:gd name="connsiteX2" fmla="*/ 0 w 8491"/>
                <a:gd name="connsiteY2" fmla="*/ 3295 h 6590"/>
                <a:gd name="connsiteX3" fmla="*/ 4309 w 8491"/>
                <a:gd name="connsiteY3" fmla="*/ 0 h 6590"/>
                <a:gd name="connsiteX4" fmla="*/ 8491 w 8491"/>
                <a:gd name="connsiteY4" fmla="*/ 3295 h 6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91" h="6590">
                  <a:moveTo>
                    <a:pt x="8491" y="3295"/>
                  </a:moveTo>
                  <a:lnTo>
                    <a:pt x="4309" y="6590"/>
                  </a:lnTo>
                  <a:lnTo>
                    <a:pt x="0" y="3295"/>
                  </a:lnTo>
                  <a:lnTo>
                    <a:pt x="4309" y="0"/>
                  </a:lnTo>
                  <a:lnTo>
                    <a:pt x="8491" y="32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78670846-A900-C1F2-136B-4824F2CF0715}"/>
                </a:ext>
              </a:extLst>
            </p:cNvPr>
            <p:cNvSpPr/>
            <p:nvPr/>
          </p:nvSpPr>
          <p:spPr>
            <a:xfrm>
              <a:off x="8669247" y="4055200"/>
              <a:ext cx="7857" cy="6209"/>
            </a:xfrm>
            <a:custGeom>
              <a:avLst/>
              <a:gdLst>
                <a:gd name="connsiteX0" fmla="*/ 7858 w 7857"/>
                <a:gd name="connsiteY0" fmla="*/ 3168 h 6209"/>
                <a:gd name="connsiteX1" fmla="*/ 3929 w 7857"/>
                <a:gd name="connsiteY1" fmla="*/ 6210 h 6209"/>
                <a:gd name="connsiteX2" fmla="*/ 0 w 7857"/>
                <a:gd name="connsiteY2" fmla="*/ 3168 h 6209"/>
                <a:gd name="connsiteX3" fmla="*/ 3929 w 7857"/>
                <a:gd name="connsiteY3" fmla="*/ 0 h 6209"/>
                <a:gd name="connsiteX4" fmla="*/ 7858 w 7857"/>
                <a:gd name="connsiteY4" fmla="*/ 3168 h 6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57" h="6209">
                  <a:moveTo>
                    <a:pt x="7858" y="3168"/>
                  </a:moveTo>
                  <a:lnTo>
                    <a:pt x="3929" y="6210"/>
                  </a:lnTo>
                  <a:lnTo>
                    <a:pt x="0" y="3168"/>
                  </a:lnTo>
                  <a:lnTo>
                    <a:pt x="3929" y="0"/>
                  </a:lnTo>
                  <a:lnTo>
                    <a:pt x="7858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3F4AE125-0CE3-98E3-8BC0-ADEE6F0D38AC}"/>
                </a:ext>
              </a:extLst>
            </p:cNvPr>
            <p:cNvSpPr/>
            <p:nvPr/>
          </p:nvSpPr>
          <p:spPr>
            <a:xfrm>
              <a:off x="8627805" y="4154054"/>
              <a:ext cx="7224" cy="5703"/>
            </a:xfrm>
            <a:custGeom>
              <a:avLst/>
              <a:gdLst>
                <a:gd name="connsiteX0" fmla="*/ 7224 w 7224"/>
                <a:gd name="connsiteY0" fmla="*/ 2788 h 5703"/>
                <a:gd name="connsiteX1" fmla="*/ 3548 w 7224"/>
                <a:gd name="connsiteY1" fmla="*/ 5703 h 5703"/>
                <a:gd name="connsiteX2" fmla="*/ 0 w 7224"/>
                <a:gd name="connsiteY2" fmla="*/ 2788 h 5703"/>
                <a:gd name="connsiteX3" fmla="*/ 3548 w 7224"/>
                <a:gd name="connsiteY3" fmla="*/ 0 h 5703"/>
                <a:gd name="connsiteX4" fmla="*/ 7224 w 7224"/>
                <a:gd name="connsiteY4" fmla="*/ 2788 h 5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24" h="5703">
                  <a:moveTo>
                    <a:pt x="7224" y="2788"/>
                  </a:moveTo>
                  <a:lnTo>
                    <a:pt x="3548" y="5703"/>
                  </a:lnTo>
                  <a:lnTo>
                    <a:pt x="0" y="2788"/>
                  </a:lnTo>
                  <a:lnTo>
                    <a:pt x="3548" y="0"/>
                  </a:lnTo>
                  <a:lnTo>
                    <a:pt x="7224" y="278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48E181B8-8717-0013-A888-499C8E726353}"/>
                </a:ext>
              </a:extLst>
            </p:cNvPr>
            <p:cNvSpPr/>
            <p:nvPr/>
          </p:nvSpPr>
          <p:spPr>
            <a:xfrm>
              <a:off x="8580532" y="4251388"/>
              <a:ext cx="5956" cy="4689"/>
            </a:xfrm>
            <a:custGeom>
              <a:avLst/>
              <a:gdLst>
                <a:gd name="connsiteX0" fmla="*/ 5957 w 5956"/>
                <a:gd name="connsiteY0" fmla="*/ 2281 h 4689"/>
                <a:gd name="connsiteX1" fmla="*/ 2915 w 5956"/>
                <a:gd name="connsiteY1" fmla="*/ 4689 h 4689"/>
                <a:gd name="connsiteX2" fmla="*/ 0 w 5956"/>
                <a:gd name="connsiteY2" fmla="*/ 2281 h 4689"/>
                <a:gd name="connsiteX3" fmla="*/ 2915 w 5956"/>
                <a:gd name="connsiteY3" fmla="*/ 0 h 4689"/>
                <a:gd name="connsiteX4" fmla="*/ 5957 w 5956"/>
                <a:gd name="connsiteY4" fmla="*/ 2281 h 4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6" h="4689">
                  <a:moveTo>
                    <a:pt x="5957" y="2281"/>
                  </a:moveTo>
                  <a:lnTo>
                    <a:pt x="2915" y="4689"/>
                  </a:lnTo>
                  <a:lnTo>
                    <a:pt x="0" y="2281"/>
                  </a:lnTo>
                  <a:lnTo>
                    <a:pt x="2915" y="0"/>
                  </a:lnTo>
                  <a:lnTo>
                    <a:pt x="5957" y="22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673D24A7-FFB9-7986-7389-8CD1404F2FB5}"/>
                </a:ext>
              </a:extLst>
            </p:cNvPr>
            <p:cNvSpPr/>
            <p:nvPr/>
          </p:nvSpPr>
          <p:spPr>
            <a:xfrm>
              <a:off x="8526923" y="4346313"/>
              <a:ext cx="5322" cy="4308"/>
            </a:xfrm>
            <a:custGeom>
              <a:avLst/>
              <a:gdLst>
                <a:gd name="connsiteX0" fmla="*/ 5323 w 5322"/>
                <a:gd name="connsiteY0" fmla="*/ 2154 h 4308"/>
                <a:gd name="connsiteX1" fmla="*/ 2662 w 5322"/>
                <a:gd name="connsiteY1" fmla="*/ 4309 h 4308"/>
                <a:gd name="connsiteX2" fmla="*/ 0 w 5322"/>
                <a:gd name="connsiteY2" fmla="*/ 2154 h 4308"/>
                <a:gd name="connsiteX3" fmla="*/ 2662 w 5322"/>
                <a:gd name="connsiteY3" fmla="*/ 0 h 4308"/>
                <a:gd name="connsiteX4" fmla="*/ 5323 w 5322"/>
                <a:gd name="connsiteY4" fmla="*/ 2154 h 4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22" h="4308">
                  <a:moveTo>
                    <a:pt x="5323" y="2154"/>
                  </a:moveTo>
                  <a:lnTo>
                    <a:pt x="2662" y="4309"/>
                  </a:lnTo>
                  <a:lnTo>
                    <a:pt x="0" y="2154"/>
                  </a:lnTo>
                  <a:lnTo>
                    <a:pt x="2662" y="0"/>
                  </a:lnTo>
                  <a:lnTo>
                    <a:pt x="5323" y="21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24F89A7B-92CA-CF80-F7F5-16697E965587}"/>
                </a:ext>
              </a:extLst>
            </p:cNvPr>
            <p:cNvSpPr/>
            <p:nvPr/>
          </p:nvSpPr>
          <p:spPr>
            <a:xfrm>
              <a:off x="8467738" y="4439337"/>
              <a:ext cx="4055" cy="3295"/>
            </a:xfrm>
            <a:custGeom>
              <a:avLst/>
              <a:gdLst>
                <a:gd name="connsiteX0" fmla="*/ 4056 w 4055"/>
                <a:gd name="connsiteY0" fmla="*/ 1648 h 3295"/>
                <a:gd name="connsiteX1" fmla="*/ 2027 w 4055"/>
                <a:gd name="connsiteY1" fmla="*/ 3295 h 3295"/>
                <a:gd name="connsiteX2" fmla="*/ 0 w 4055"/>
                <a:gd name="connsiteY2" fmla="*/ 1648 h 3295"/>
                <a:gd name="connsiteX3" fmla="*/ 2027 w 4055"/>
                <a:gd name="connsiteY3" fmla="*/ 0 h 3295"/>
                <a:gd name="connsiteX4" fmla="*/ 4056 w 4055"/>
                <a:gd name="connsiteY4" fmla="*/ 1648 h 3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5" h="3295">
                  <a:moveTo>
                    <a:pt x="4056" y="1648"/>
                  </a:moveTo>
                  <a:lnTo>
                    <a:pt x="2027" y="3295"/>
                  </a:lnTo>
                  <a:lnTo>
                    <a:pt x="0" y="1648"/>
                  </a:lnTo>
                  <a:lnTo>
                    <a:pt x="2027" y="0"/>
                  </a:lnTo>
                  <a:lnTo>
                    <a:pt x="4056" y="164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A871CC2B-C235-489B-C8BB-97E3A0996EEA}"/>
                </a:ext>
              </a:extLst>
            </p:cNvPr>
            <p:cNvSpPr/>
            <p:nvPr/>
          </p:nvSpPr>
          <p:spPr>
            <a:xfrm>
              <a:off x="8402468" y="4529700"/>
              <a:ext cx="3548" cy="2788"/>
            </a:xfrm>
            <a:custGeom>
              <a:avLst/>
              <a:gdLst>
                <a:gd name="connsiteX0" fmla="*/ 3549 w 3548"/>
                <a:gd name="connsiteY0" fmla="*/ 1394 h 2788"/>
                <a:gd name="connsiteX1" fmla="*/ 1774 w 3548"/>
                <a:gd name="connsiteY1" fmla="*/ 2788 h 2788"/>
                <a:gd name="connsiteX2" fmla="*/ 0 w 3548"/>
                <a:gd name="connsiteY2" fmla="*/ 1394 h 2788"/>
                <a:gd name="connsiteX3" fmla="*/ 1774 w 3548"/>
                <a:gd name="connsiteY3" fmla="*/ 0 h 2788"/>
                <a:gd name="connsiteX4" fmla="*/ 3549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9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9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E3D009C1-E40F-2947-2688-FAFDA01029F0}"/>
                </a:ext>
              </a:extLst>
            </p:cNvPr>
            <p:cNvSpPr/>
            <p:nvPr/>
          </p:nvSpPr>
          <p:spPr>
            <a:xfrm>
              <a:off x="8331623" y="4617274"/>
              <a:ext cx="2914" cy="2281"/>
            </a:xfrm>
            <a:custGeom>
              <a:avLst/>
              <a:gdLst>
                <a:gd name="connsiteX0" fmla="*/ 2915 w 2914"/>
                <a:gd name="connsiteY0" fmla="*/ 1141 h 2281"/>
                <a:gd name="connsiteX1" fmla="*/ 1521 w 2914"/>
                <a:gd name="connsiteY1" fmla="*/ 2281 h 2281"/>
                <a:gd name="connsiteX2" fmla="*/ 0 w 2914"/>
                <a:gd name="connsiteY2" fmla="*/ 1141 h 2281"/>
                <a:gd name="connsiteX3" fmla="*/ 1521 w 2914"/>
                <a:gd name="connsiteY3" fmla="*/ 0 h 2281"/>
                <a:gd name="connsiteX4" fmla="*/ 2915 w 2914"/>
                <a:gd name="connsiteY4" fmla="*/ 1141 h 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" h="2281">
                  <a:moveTo>
                    <a:pt x="2915" y="1141"/>
                  </a:moveTo>
                  <a:lnTo>
                    <a:pt x="1521" y="2281"/>
                  </a:lnTo>
                  <a:lnTo>
                    <a:pt x="0" y="1141"/>
                  </a:lnTo>
                  <a:lnTo>
                    <a:pt x="1521" y="0"/>
                  </a:lnTo>
                  <a:lnTo>
                    <a:pt x="2915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ACF2FB86-405A-A626-7CA8-E1BA00CDAB4F}"/>
                </a:ext>
              </a:extLst>
            </p:cNvPr>
            <p:cNvSpPr/>
            <p:nvPr/>
          </p:nvSpPr>
          <p:spPr>
            <a:xfrm>
              <a:off x="8255328" y="4701934"/>
              <a:ext cx="2408" cy="1774"/>
            </a:xfrm>
            <a:custGeom>
              <a:avLst/>
              <a:gdLst>
                <a:gd name="connsiteX0" fmla="*/ 2408 w 2408"/>
                <a:gd name="connsiteY0" fmla="*/ 887 h 1774"/>
                <a:gd name="connsiteX1" fmla="*/ 1140 w 2408"/>
                <a:gd name="connsiteY1" fmla="*/ 1774 h 1774"/>
                <a:gd name="connsiteX2" fmla="*/ 0 w 2408"/>
                <a:gd name="connsiteY2" fmla="*/ 887 h 1774"/>
                <a:gd name="connsiteX3" fmla="*/ 1140 w 2408"/>
                <a:gd name="connsiteY3" fmla="*/ 0 h 1774"/>
                <a:gd name="connsiteX4" fmla="*/ 2408 w 2408"/>
                <a:gd name="connsiteY4" fmla="*/ 887 h 1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8" h="1774">
                  <a:moveTo>
                    <a:pt x="2408" y="887"/>
                  </a:moveTo>
                  <a:lnTo>
                    <a:pt x="1140" y="1774"/>
                  </a:lnTo>
                  <a:lnTo>
                    <a:pt x="0" y="887"/>
                  </a:lnTo>
                  <a:lnTo>
                    <a:pt x="1140" y="0"/>
                  </a:lnTo>
                  <a:lnTo>
                    <a:pt x="2408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D8D86381-A157-8A45-206E-E305E1C38645}"/>
                </a:ext>
              </a:extLst>
            </p:cNvPr>
            <p:cNvSpPr/>
            <p:nvPr/>
          </p:nvSpPr>
          <p:spPr>
            <a:xfrm>
              <a:off x="8174090" y="4783552"/>
              <a:ext cx="1394" cy="1140"/>
            </a:xfrm>
            <a:custGeom>
              <a:avLst/>
              <a:gdLst>
                <a:gd name="connsiteX0" fmla="*/ 1395 w 1394"/>
                <a:gd name="connsiteY0" fmla="*/ 634 h 1140"/>
                <a:gd name="connsiteX1" fmla="*/ 761 w 1394"/>
                <a:gd name="connsiteY1" fmla="*/ 1141 h 1140"/>
                <a:gd name="connsiteX2" fmla="*/ 0 w 1394"/>
                <a:gd name="connsiteY2" fmla="*/ 634 h 1140"/>
                <a:gd name="connsiteX3" fmla="*/ 761 w 1394"/>
                <a:gd name="connsiteY3" fmla="*/ 0 h 1140"/>
                <a:gd name="connsiteX4" fmla="*/ 1395 w 1394"/>
                <a:gd name="connsiteY4" fmla="*/ 634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" h="1140">
                  <a:moveTo>
                    <a:pt x="1395" y="634"/>
                  </a:moveTo>
                  <a:lnTo>
                    <a:pt x="761" y="1141"/>
                  </a:lnTo>
                  <a:lnTo>
                    <a:pt x="0" y="634"/>
                  </a:lnTo>
                  <a:lnTo>
                    <a:pt x="761" y="0"/>
                  </a:lnTo>
                  <a:lnTo>
                    <a:pt x="1395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97D4B88C-C332-6228-671D-F3B5455F9E1B}"/>
                </a:ext>
              </a:extLst>
            </p:cNvPr>
            <p:cNvSpPr/>
            <p:nvPr/>
          </p:nvSpPr>
          <p:spPr>
            <a:xfrm>
              <a:off x="8087783" y="4862002"/>
              <a:ext cx="507" cy="253"/>
            </a:xfrm>
            <a:custGeom>
              <a:avLst/>
              <a:gdLst>
                <a:gd name="connsiteX0" fmla="*/ 507 w 507"/>
                <a:gd name="connsiteY0" fmla="*/ 126 h 253"/>
                <a:gd name="connsiteX1" fmla="*/ 254 w 507"/>
                <a:gd name="connsiteY1" fmla="*/ 253 h 253"/>
                <a:gd name="connsiteX2" fmla="*/ 0 w 507"/>
                <a:gd name="connsiteY2" fmla="*/ 126 h 253"/>
                <a:gd name="connsiteX3" fmla="*/ 254 w 507"/>
                <a:gd name="connsiteY3" fmla="*/ 0 h 253"/>
                <a:gd name="connsiteX4" fmla="*/ 507 w 507"/>
                <a:gd name="connsiteY4" fmla="*/ 126 h 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7" h="253">
                  <a:moveTo>
                    <a:pt x="507" y="126"/>
                  </a:moveTo>
                  <a:lnTo>
                    <a:pt x="254" y="253"/>
                  </a:lnTo>
                  <a:lnTo>
                    <a:pt x="0" y="126"/>
                  </a:lnTo>
                  <a:lnTo>
                    <a:pt x="254" y="0"/>
                  </a:lnTo>
                  <a:lnTo>
                    <a:pt x="507" y="12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7B737B43-CE44-DBD3-75A2-912FFE83F5B9}"/>
                </a:ext>
              </a:extLst>
            </p:cNvPr>
            <p:cNvSpPr/>
            <p:nvPr/>
          </p:nvSpPr>
          <p:spPr>
            <a:xfrm>
              <a:off x="7900087" y="5007114"/>
              <a:ext cx="634" cy="380"/>
            </a:xfrm>
            <a:custGeom>
              <a:avLst/>
              <a:gdLst>
                <a:gd name="connsiteX0" fmla="*/ 634 w 634"/>
                <a:gd name="connsiteY0" fmla="*/ 127 h 380"/>
                <a:gd name="connsiteX1" fmla="*/ 381 w 634"/>
                <a:gd name="connsiteY1" fmla="*/ 380 h 380"/>
                <a:gd name="connsiteX2" fmla="*/ 0 w 634"/>
                <a:gd name="connsiteY2" fmla="*/ 127 h 380"/>
                <a:gd name="connsiteX3" fmla="*/ 381 w 634"/>
                <a:gd name="connsiteY3" fmla="*/ 0 h 380"/>
                <a:gd name="connsiteX4" fmla="*/ 634 w 634"/>
                <a:gd name="connsiteY4" fmla="*/ 127 h 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4" h="380">
                  <a:moveTo>
                    <a:pt x="634" y="127"/>
                  </a:moveTo>
                  <a:lnTo>
                    <a:pt x="381" y="380"/>
                  </a:lnTo>
                  <a:lnTo>
                    <a:pt x="0" y="127"/>
                  </a:lnTo>
                  <a:lnTo>
                    <a:pt x="381" y="0"/>
                  </a:lnTo>
                  <a:lnTo>
                    <a:pt x="634" y="12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B8393EC6-1BEB-EA2A-FB7F-D3C68027A0D3}"/>
                </a:ext>
              </a:extLst>
            </p:cNvPr>
            <p:cNvSpPr/>
            <p:nvPr/>
          </p:nvSpPr>
          <p:spPr>
            <a:xfrm>
              <a:off x="7798825" y="5073270"/>
              <a:ext cx="2281" cy="1774"/>
            </a:xfrm>
            <a:custGeom>
              <a:avLst/>
              <a:gdLst>
                <a:gd name="connsiteX0" fmla="*/ 2281 w 2281"/>
                <a:gd name="connsiteY0" fmla="*/ 887 h 1774"/>
                <a:gd name="connsiteX1" fmla="*/ 1141 w 2281"/>
                <a:gd name="connsiteY1" fmla="*/ 1774 h 1774"/>
                <a:gd name="connsiteX2" fmla="*/ 0 w 2281"/>
                <a:gd name="connsiteY2" fmla="*/ 887 h 1774"/>
                <a:gd name="connsiteX3" fmla="*/ 1141 w 2281"/>
                <a:gd name="connsiteY3" fmla="*/ 0 h 1774"/>
                <a:gd name="connsiteX4" fmla="*/ 2281 w 2281"/>
                <a:gd name="connsiteY4" fmla="*/ 887 h 1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1" h="1774">
                  <a:moveTo>
                    <a:pt x="2281" y="887"/>
                  </a:moveTo>
                  <a:lnTo>
                    <a:pt x="1141" y="1774"/>
                  </a:lnTo>
                  <a:lnTo>
                    <a:pt x="0" y="887"/>
                  </a:lnTo>
                  <a:lnTo>
                    <a:pt x="1141" y="0"/>
                  </a:lnTo>
                  <a:lnTo>
                    <a:pt x="2281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7988531B-0A23-BEBC-F5F1-AAAC819B068F}"/>
                </a:ext>
              </a:extLst>
            </p:cNvPr>
            <p:cNvSpPr/>
            <p:nvPr/>
          </p:nvSpPr>
          <p:spPr>
            <a:xfrm>
              <a:off x="7693761" y="5135498"/>
              <a:ext cx="3548" cy="2788"/>
            </a:xfrm>
            <a:custGeom>
              <a:avLst/>
              <a:gdLst>
                <a:gd name="connsiteX0" fmla="*/ 3548 w 3548"/>
                <a:gd name="connsiteY0" fmla="*/ 1394 h 2788"/>
                <a:gd name="connsiteX1" fmla="*/ 1648 w 3548"/>
                <a:gd name="connsiteY1" fmla="*/ 2788 h 2788"/>
                <a:gd name="connsiteX2" fmla="*/ 0 w 3548"/>
                <a:gd name="connsiteY2" fmla="*/ 1394 h 2788"/>
                <a:gd name="connsiteX3" fmla="*/ 1648 w 3548"/>
                <a:gd name="connsiteY3" fmla="*/ 0 h 2788"/>
                <a:gd name="connsiteX4" fmla="*/ 3548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8" y="1394"/>
                  </a:moveTo>
                  <a:lnTo>
                    <a:pt x="1648" y="2788"/>
                  </a:lnTo>
                  <a:lnTo>
                    <a:pt x="0" y="1394"/>
                  </a:lnTo>
                  <a:lnTo>
                    <a:pt x="1648" y="0"/>
                  </a:lnTo>
                  <a:lnTo>
                    <a:pt x="3548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B08C84D6-F696-5F9F-F9B6-756D8F9080CD}"/>
                </a:ext>
              </a:extLst>
            </p:cNvPr>
            <p:cNvSpPr/>
            <p:nvPr/>
          </p:nvSpPr>
          <p:spPr>
            <a:xfrm>
              <a:off x="7585021" y="5193796"/>
              <a:ext cx="4309" cy="3421"/>
            </a:xfrm>
            <a:custGeom>
              <a:avLst/>
              <a:gdLst>
                <a:gd name="connsiteX0" fmla="*/ 4309 w 4309"/>
                <a:gd name="connsiteY0" fmla="*/ 1648 h 3421"/>
                <a:gd name="connsiteX1" fmla="*/ 2154 w 4309"/>
                <a:gd name="connsiteY1" fmla="*/ 3422 h 3421"/>
                <a:gd name="connsiteX2" fmla="*/ 0 w 4309"/>
                <a:gd name="connsiteY2" fmla="*/ 1648 h 3421"/>
                <a:gd name="connsiteX3" fmla="*/ 2154 w 4309"/>
                <a:gd name="connsiteY3" fmla="*/ 0 h 3421"/>
                <a:gd name="connsiteX4" fmla="*/ 4309 w 4309"/>
                <a:gd name="connsiteY4" fmla="*/ 1648 h 3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9" h="3421">
                  <a:moveTo>
                    <a:pt x="4309" y="1648"/>
                  </a:moveTo>
                  <a:lnTo>
                    <a:pt x="2154" y="3422"/>
                  </a:lnTo>
                  <a:lnTo>
                    <a:pt x="0" y="1648"/>
                  </a:lnTo>
                  <a:lnTo>
                    <a:pt x="2154" y="0"/>
                  </a:lnTo>
                  <a:lnTo>
                    <a:pt x="4309" y="164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168FC3F8-7F32-DDE6-ABFF-79E5F3955387}"/>
                </a:ext>
              </a:extLst>
            </p:cNvPr>
            <p:cNvSpPr/>
            <p:nvPr/>
          </p:nvSpPr>
          <p:spPr>
            <a:xfrm>
              <a:off x="7472733" y="5247659"/>
              <a:ext cx="5069" cy="4055"/>
            </a:xfrm>
            <a:custGeom>
              <a:avLst/>
              <a:gdLst>
                <a:gd name="connsiteX0" fmla="*/ 5070 w 5069"/>
                <a:gd name="connsiteY0" fmla="*/ 2028 h 4055"/>
                <a:gd name="connsiteX1" fmla="*/ 2535 w 5069"/>
                <a:gd name="connsiteY1" fmla="*/ 4056 h 4055"/>
                <a:gd name="connsiteX2" fmla="*/ 0 w 5069"/>
                <a:gd name="connsiteY2" fmla="*/ 2028 h 4055"/>
                <a:gd name="connsiteX3" fmla="*/ 2535 w 5069"/>
                <a:gd name="connsiteY3" fmla="*/ 0 h 4055"/>
                <a:gd name="connsiteX4" fmla="*/ 5070 w 5069"/>
                <a:gd name="connsiteY4" fmla="*/ 2028 h 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9" h="4055">
                  <a:moveTo>
                    <a:pt x="5070" y="2028"/>
                  </a:moveTo>
                  <a:lnTo>
                    <a:pt x="2535" y="4056"/>
                  </a:lnTo>
                  <a:lnTo>
                    <a:pt x="0" y="2028"/>
                  </a:lnTo>
                  <a:lnTo>
                    <a:pt x="2535" y="0"/>
                  </a:lnTo>
                  <a:lnTo>
                    <a:pt x="5070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2288409E-E382-A062-4115-7783DB9283DA}"/>
                </a:ext>
              </a:extLst>
            </p:cNvPr>
            <p:cNvSpPr/>
            <p:nvPr/>
          </p:nvSpPr>
          <p:spPr>
            <a:xfrm>
              <a:off x="7357277" y="5297213"/>
              <a:ext cx="5702" cy="4562"/>
            </a:xfrm>
            <a:custGeom>
              <a:avLst/>
              <a:gdLst>
                <a:gd name="connsiteX0" fmla="*/ 5702 w 5702"/>
                <a:gd name="connsiteY0" fmla="*/ 2281 h 4562"/>
                <a:gd name="connsiteX1" fmla="*/ 2915 w 5702"/>
                <a:gd name="connsiteY1" fmla="*/ 4562 h 4562"/>
                <a:gd name="connsiteX2" fmla="*/ 0 w 5702"/>
                <a:gd name="connsiteY2" fmla="*/ 2281 h 4562"/>
                <a:gd name="connsiteX3" fmla="*/ 2915 w 5702"/>
                <a:gd name="connsiteY3" fmla="*/ 0 h 4562"/>
                <a:gd name="connsiteX4" fmla="*/ 5702 w 5702"/>
                <a:gd name="connsiteY4" fmla="*/ 2281 h 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02" h="4562">
                  <a:moveTo>
                    <a:pt x="5702" y="2281"/>
                  </a:moveTo>
                  <a:lnTo>
                    <a:pt x="2915" y="4562"/>
                  </a:lnTo>
                  <a:lnTo>
                    <a:pt x="0" y="2281"/>
                  </a:lnTo>
                  <a:lnTo>
                    <a:pt x="2915" y="0"/>
                  </a:lnTo>
                  <a:lnTo>
                    <a:pt x="5702" y="22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09A3BFEB-7100-09BC-64DC-F520D9551D49}"/>
                </a:ext>
              </a:extLst>
            </p:cNvPr>
            <p:cNvSpPr/>
            <p:nvPr/>
          </p:nvSpPr>
          <p:spPr>
            <a:xfrm>
              <a:off x="7238399" y="5341697"/>
              <a:ext cx="7224" cy="5702"/>
            </a:xfrm>
            <a:custGeom>
              <a:avLst/>
              <a:gdLst>
                <a:gd name="connsiteX0" fmla="*/ 7224 w 7224"/>
                <a:gd name="connsiteY0" fmla="*/ 2915 h 5702"/>
                <a:gd name="connsiteX1" fmla="*/ 3675 w 7224"/>
                <a:gd name="connsiteY1" fmla="*/ 5703 h 5702"/>
                <a:gd name="connsiteX2" fmla="*/ 0 w 7224"/>
                <a:gd name="connsiteY2" fmla="*/ 2915 h 5702"/>
                <a:gd name="connsiteX3" fmla="*/ 3675 w 7224"/>
                <a:gd name="connsiteY3" fmla="*/ 0 h 5702"/>
                <a:gd name="connsiteX4" fmla="*/ 7224 w 7224"/>
                <a:gd name="connsiteY4" fmla="*/ 2915 h 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24" h="5702">
                  <a:moveTo>
                    <a:pt x="7224" y="2915"/>
                  </a:moveTo>
                  <a:lnTo>
                    <a:pt x="3675" y="5703"/>
                  </a:lnTo>
                  <a:lnTo>
                    <a:pt x="0" y="2915"/>
                  </a:lnTo>
                  <a:lnTo>
                    <a:pt x="3675" y="0"/>
                  </a:lnTo>
                  <a:lnTo>
                    <a:pt x="7224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24EB9AFD-B3A9-8182-F8C3-D87CCE52F741}"/>
                </a:ext>
              </a:extLst>
            </p:cNvPr>
            <p:cNvSpPr/>
            <p:nvPr/>
          </p:nvSpPr>
          <p:spPr>
            <a:xfrm>
              <a:off x="7117239" y="5381745"/>
              <a:ext cx="7984" cy="6463"/>
            </a:xfrm>
            <a:custGeom>
              <a:avLst/>
              <a:gdLst>
                <a:gd name="connsiteX0" fmla="*/ 7984 w 7984"/>
                <a:gd name="connsiteY0" fmla="*/ 3168 h 6463"/>
                <a:gd name="connsiteX1" fmla="*/ 3929 w 7984"/>
                <a:gd name="connsiteY1" fmla="*/ 6464 h 6463"/>
                <a:gd name="connsiteX2" fmla="*/ 0 w 7984"/>
                <a:gd name="connsiteY2" fmla="*/ 3168 h 6463"/>
                <a:gd name="connsiteX3" fmla="*/ 3929 w 7984"/>
                <a:gd name="connsiteY3" fmla="*/ 0 h 6463"/>
                <a:gd name="connsiteX4" fmla="*/ 7984 w 7984"/>
                <a:gd name="connsiteY4" fmla="*/ 3168 h 6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84" h="6463">
                  <a:moveTo>
                    <a:pt x="7984" y="3168"/>
                  </a:moveTo>
                  <a:lnTo>
                    <a:pt x="3929" y="6464"/>
                  </a:lnTo>
                  <a:lnTo>
                    <a:pt x="0" y="3168"/>
                  </a:lnTo>
                  <a:lnTo>
                    <a:pt x="3929" y="0"/>
                  </a:lnTo>
                  <a:lnTo>
                    <a:pt x="7984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0E091205-0EF7-85CC-8528-9138983BCB10}"/>
                </a:ext>
              </a:extLst>
            </p:cNvPr>
            <p:cNvSpPr/>
            <p:nvPr/>
          </p:nvSpPr>
          <p:spPr>
            <a:xfrm>
              <a:off x="6993291" y="5416725"/>
              <a:ext cx="9378" cy="7604"/>
            </a:xfrm>
            <a:custGeom>
              <a:avLst/>
              <a:gdLst>
                <a:gd name="connsiteX0" fmla="*/ 9378 w 9378"/>
                <a:gd name="connsiteY0" fmla="*/ 3802 h 7604"/>
                <a:gd name="connsiteX1" fmla="*/ 4689 w 9378"/>
                <a:gd name="connsiteY1" fmla="*/ 7604 h 7604"/>
                <a:gd name="connsiteX2" fmla="*/ 0 w 9378"/>
                <a:gd name="connsiteY2" fmla="*/ 3802 h 7604"/>
                <a:gd name="connsiteX3" fmla="*/ 4689 w 9378"/>
                <a:gd name="connsiteY3" fmla="*/ 0 h 7604"/>
                <a:gd name="connsiteX4" fmla="*/ 9378 w 9378"/>
                <a:gd name="connsiteY4" fmla="*/ 3802 h 7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78" h="7604">
                  <a:moveTo>
                    <a:pt x="9378" y="3802"/>
                  </a:moveTo>
                  <a:lnTo>
                    <a:pt x="4689" y="7604"/>
                  </a:lnTo>
                  <a:lnTo>
                    <a:pt x="0" y="3802"/>
                  </a:lnTo>
                  <a:lnTo>
                    <a:pt x="4689" y="0"/>
                  </a:lnTo>
                  <a:lnTo>
                    <a:pt x="9378" y="380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A3E68B71-A9A3-B590-87E0-2DCC1A10001C}"/>
                </a:ext>
              </a:extLst>
            </p:cNvPr>
            <p:cNvSpPr/>
            <p:nvPr/>
          </p:nvSpPr>
          <p:spPr>
            <a:xfrm>
              <a:off x="6867696" y="5447141"/>
              <a:ext cx="10138" cy="8111"/>
            </a:xfrm>
            <a:custGeom>
              <a:avLst/>
              <a:gdLst>
                <a:gd name="connsiteX0" fmla="*/ 10139 w 10138"/>
                <a:gd name="connsiteY0" fmla="*/ 4056 h 8111"/>
                <a:gd name="connsiteX1" fmla="*/ 5069 w 10138"/>
                <a:gd name="connsiteY1" fmla="*/ 8111 h 8111"/>
                <a:gd name="connsiteX2" fmla="*/ 0 w 10138"/>
                <a:gd name="connsiteY2" fmla="*/ 4056 h 8111"/>
                <a:gd name="connsiteX3" fmla="*/ 5069 w 10138"/>
                <a:gd name="connsiteY3" fmla="*/ 0 h 8111"/>
                <a:gd name="connsiteX4" fmla="*/ 10139 w 10138"/>
                <a:gd name="connsiteY4" fmla="*/ 4056 h 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38" h="8111">
                  <a:moveTo>
                    <a:pt x="10139" y="4056"/>
                  </a:moveTo>
                  <a:lnTo>
                    <a:pt x="5069" y="8111"/>
                  </a:lnTo>
                  <a:lnTo>
                    <a:pt x="0" y="4056"/>
                  </a:lnTo>
                  <a:lnTo>
                    <a:pt x="5069" y="0"/>
                  </a:lnTo>
                  <a:lnTo>
                    <a:pt x="10139" y="405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46BC1C09-EA6B-24EF-1231-6C6B6C739A41}"/>
                </a:ext>
              </a:extLst>
            </p:cNvPr>
            <p:cNvSpPr/>
            <p:nvPr/>
          </p:nvSpPr>
          <p:spPr>
            <a:xfrm>
              <a:off x="6740200" y="5472488"/>
              <a:ext cx="11025" cy="8744"/>
            </a:xfrm>
            <a:custGeom>
              <a:avLst/>
              <a:gdLst>
                <a:gd name="connsiteX0" fmla="*/ 11026 w 11025"/>
                <a:gd name="connsiteY0" fmla="*/ 4309 h 8744"/>
                <a:gd name="connsiteX1" fmla="*/ 5450 w 11025"/>
                <a:gd name="connsiteY1" fmla="*/ 8745 h 8744"/>
                <a:gd name="connsiteX2" fmla="*/ 0 w 11025"/>
                <a:gd name="connsiteY2" fmla="*/ 4309 h 8744"/>
                <a:gd name="connsiteX3" fmla="*/ 5450 w 11025"/>
                <a:gd name="connsiteY3" fmla="*/ 0 h 8744"/>
                <a:gd name="connsiteX4" fmla="*/ 11026 w 11025"/>
                <a:gd name="connsiteY4" fmla="*/ 4309 h 8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25" h="8744">
                  <a:moveTo>
                    <a:pt x="11026" y="4309"/>
                  </a:moveTo>
                  <a:lnTo>
                    <a:pt x="5450" y="8745"/>
                  </a:lnTo>
                  <a:lnTo>
                    <a:pt x="0" y="4309"/>
                  </a:lnTo>
                  <a:lnTo>
                    <a:pt x="5450" y="0"/>
                  </a:lnTo>
                  <a:lnTo>
                    <a:pt x="11026" y="430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F5D69925-4A36-77D2-AE6E-5C0B74C0E9B3}"/>
                </a:ext>
              </a:extLst>
            </p:cNvPr>
            <p:cNvSpPr/>
            <p:nvPr/>
          </p:nvSpPr>
          <p:spPr>
            <a:xfrm>
              <a:off x="6611435" y="5492893"/>
              <a:ext cx="11533" cy="9125"/>
            </a:xfrm>
            <a:custGeom>
              <a:avLst/>
              <a:gdLst>
                <a:gd name="connsiteX0" fmla="*/ 11533 w 11533"/>
                <a:gd name="connsiteY0" fmla="*/ 4562 h 9125"/>
                <a:gd name="connsiteX1" fmla="*/ 5830 w 11533"/>
                <a:gd name="connsiteY1" fmla="*/ 9125 h 9125"/>
                <a:gd name="connsiteX2" fmla="*/ 0 w 11533"/>
                <a:gd name="connsiteY2" fmla="*/ 4562 h 9125"/>
                <a:gd name="connsiteX3" fmla="*/ 5830 w 11533"/>
                <a:gd name="connsiteY3" fmla="*/ 0 h 9125"/>
                <a:gd name="connsiteX4" fmla="*/ 11533 w 11533"/>
                <a:gd name="connsiteY4" fmla="*/ 4562 h 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33" h="9125">
                  <a:moveTo>
                    <a:pt x="11533" y="4562"/>
                  </a:moveTo>
                  <a:lnTo>
                    <a:pt x="5830" y="9125"/>
                  </a:lnTo>
                  <a:lnTo>
                    <a:pt x="0" y="4562"/>
                  </a:lnTo>
                  <a:lnTo>
                    <a:pt x="5830" y="0"/>
                  </a:lnTo>
                  <a:lnTo>
                    <a:pt x="11533" y="456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F81BECD3-AA17-880A-AA4C-626F4C48BC3C}"/>
                </a:ext>
              </a:extLst>
            </p:cNvPr>
            <p:cNvSpPr/>
            <p:nvPr/>
          </p:nvSpPr>
          <p:spPr>
            <a:xfrm>
              <a:off x="6481024" y="5507721"/>
              <a:ext cx="13180" cy="10392"/>
            </a:xfrm>
            <a:custGeom>
              <a:avLst/>
              <a:gdLst>
                <a:gd name="connsiteX0" fmla="*/ 13180 w 13180"/>
                <a:gd name="connsiteY0" fmla="*/ 5196 h 10392"/>
                <a:gd name="connsiteX1" fmla="*/ 6590 w 13180"/>
                <a:gd name="connsiteY1" fmla="*/ 10392 h 10392"/>
                <a:gd name="connsiteX2" fmla="*/ 0 w 13180"/>
                <a:gd name="connsiteY2" fmla="*/ 5196 h 10392"/>
                <a:gd name="connsiteX3" fmla="*/ 6590 w 13180"/>
                <a:gd name="connsiteY3" fmla="*/ 0 h 10392"/>
                <a:gd name="connsiteX4" fmla="*/ 13180 w 13180"/>
                <a:gd name="connsiteY4" fmla="*/ 5196 h 1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80" h="10392">
                  <a:moveTo>
                    <a:pt x="13180" y="5196"/>
                  </a:moveTo>
                  <a:lnTo>
                    <a:pt x="6590" y="10392"/>
                  </a:lnTo>
                  <a:lnTo>
                    <a:pt x="0" y="5196"/>
                  </a:lnTo>
                  <a:lnTo>
                    <a:pt x="6590" y="0"/>
                  </a:lnTo>
                  <a:lnTo>
                    <a:pt x="13180" y="519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44F174B9-3285-EB6C-D4A3-5ABF64CC049D}"/>
                </a:ext>
              </a:extLst>
            </p:cNvPr>
            <p:cNvSpPr/>
            <p:nvPr/>
          </p:nvSpPr>
          <p:spPr>
            <a:xfrm>
              <a:off x="6350360" y="5517860"/>
              <a:ext cx="13687" cy="10899"/>
            </a:xfrm>
            <a:custGeom>
              <a:avLst/>
              <a:gdLst>
                <a:gd name="connsiteX0" fmla="*/ 13687 w 13687"/>
                <a:gd name="connsiteY0" fmla="*/ 5450 h 10899"/>
                <a:gd name="connsiteX1" fmla="*/ 6843 w 13687"/>
                <a:gd name="connsiteY1" fmla="*/ 10899 h 10899"/>
                <a:gd name="connsiteX2" fmla="*/ 0 w 13687"/>
                <a:gd name="connsiteY2" fmla="*/ 5450 h 10899"/>
                <a:gd name="connsiteX3" fmla="*/ 6843 w 13687"/>
                <a:gd name="connsiteY3" fmla="*/ 0 h 10899"/>
                <a:gd name="connsiteX4" fmla="*/ 13687 w 13687"/>
                <a:gd name="connsiteY4" fmla="*/ 5450 h 10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87" h="10899">
                  <a:moveTo>
                    <a:pt x="13687" y="5450"/>
                  </a:moveTo>
                  <a:cubicBezTo>
                    <a:pt x="13687" y="8491"/>
                    <a:pt x="10646" y="10899"/>
                    <a:pt x="6843" y="10899"/>
                  </a:cubicBezTo>
                  <a:cubicBezTo>
                    <a:pt x="3042" y="10899"/>
                    <a:pt x="0" y="8491"/>
                    <a:pt x="0" y="5450"/>
                  </a:cubicBezTo>
                  <a:cubicBezTo>
                    <a:pt x="0" y="2408"/>
                    <a:pt x="3042" y="0"/>
                    <a:pt x="6843" y="0"/>
                  </a:cubicBezTo>
                  <a:cubicBezTo>
                    <a:pt x="10646" y="0"/>
                    <a:pt x="13687" y="2408"/>
                    <a:pt x="13687" y="545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3C99A4B3-C425-7555-7BDC-643D2416EEC0}"/>
                </a:ext>
              </a:extLst>
            </p:cNvPr>
            <p:cNvSpPr/>
            <p:nvPr/>
          </p:nvSpPr>
          <p:spPr>
            <a:xfrm>
              <a:off x="6219061" y="5522676"/>
              <a:ext cx="14448" cy="11532"/>
            </a:xfrm>
            <a:custGeom>
              <a:avLst/>
              <a:gdLst>
                <a:gd name="connsiteX0" fmla="*/ 14448 w 14448"/>
                <a:gd name="connsiteY0" fmla="*/ 5703 h 11532"/>
                <a:gd name="connsiteX1" fmla="*/ 7224 w 14448"/>
                <a:gd name="connsiteY1" fmla="*/ 11533 h 11532"/>
                <a:gd name="connsiteX2" fmla="*/ 0 w 14448"/>
                <a:gd name="connsiteY2" fmla="*/ 5703 h 11532"/>
                <a:gd name="connsiteX3" fmla="*/ 7224 w 14448"/>
                <a:gd name="connsiteY3" fmla="*/ 0 h 11532"/>
                <a:gd name="connsiteX4" fmla="*/ 14448 w 14448"/>
                <a:gd name="connsiteY4" fmla="*/ 5703 h 11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48" h="11532">
                  <a:moveTo>
                    <a:pt x="14448" y="5703"/>
                  </a:moveTo>
                  <a:cubicBezTo>
                    <a:pt x="14448" y="8871"/>
                    <a:pt x="11153" y="11533"/>
                    <a:pt x="7224" y="11533"/>
                  </a:cubicBezTo>
                  <a:cubicBezTo>
                    <a:pt x="3295" y="11533"/>
                    <a:pt x="0" y="8998"/>
                    <a:pt x="0" y="5703"/>
                  </a:cubicBezTo>
                  <a:cubicBezTo>
                    <a:pt x="0" y="2408"/>
                    <a:pt x="3295" y="0"/>
                    <a:pt x="7224" y="0"/>
                  </a:cubicBezTo>
                  <a:cubicBezTo>
                    <a:pt x="11153" y="0"/>
                    <a:pt x="14448" y="2534"/>
                    <a:pt x="14448" y="570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A82F57FB-3728-A1B8-7276-1CF554519D5E}"/>
                </a:ext>
              </a:extLst>
            </p:cNvPr>
            <p:cNvSpPr/>
            <p:nvPr/>
          </p:nvSpPr>
          <p:spPr>
            <a:xfrm>
              <a:off x="6087002" y="5522042"/>
              <a:ext cx="15968" cy="12673"/>
            </a:xfrm>
            <a:custGeom>
              <a:avLst/>
              <a:gdLst>
                <a:gd name="connsiteX0" fmla="*/ 15968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8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8" y="6337"/>
                  </a:moveTo>
                  <a:cubicBezTo>
                    <a:pt x="15968" y="9885"/>
                    <a:pt x="12420" y="12674"/>
                    <a:pt x="7984" y="12674"/>
                  </a:cubicBezTo>
                  <a:cubicBezTo>
                    <a:pt x="3549" y="12674"/>
                    <a:pt x="0" y="9885"/>
                    <a:pt x="0" y="6337"/>
                  </a:cubicBezTo>
                  <a:cubicBezTo>
                    <a:pt x="0" y="2788"/>
                    <a:pt x="3549" y="0"/>
                    <a:pt x="7984" y="0"/>
                  </a:cubicBezTo>
                  <a:cubicBezTo>
                    <a:pt x="12420" y="0"/>
                    <a:pt x="15968" y="2788"/>
                    <a:pt x="15968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6B57E343-F84D-850A-9AC3-CB88535C6068}"/>
                </a:ext>
              </a:extLst>
            </p:cNvPr>
            <p:cNvSpPr/>
            <p:nvPr/>
          </p:nvSpPr>
          <p:spPr>
            <a:xfrm>
              <a:off x="5955704" y="5516719"/>
              <a:ext cx="16729" cy="13180"/>
            </a:xfrm>
            <a:custGeom>
              <a:avLst/>
              <a:gdLst>
                <a:gd name="connsiteX0" fmla="*/ 16729 w 16729"/>
                <a:gd name="connsiteY0" fmla="*/ 6590 h 13180"/>
                <a:gd name="connsiteX1" fmla="*/ 8365 w 16729"/>
                <a:gd name="connsiteY1" fmla="*/ 13180 h 13180"/>
                <a:gd name="connsiteX2" fmla="*/ 0 w 16729"/>
                <a:gd name="connsiteY2" fmla="*/ 6590 h 13180"/>
                <a:gd name="connsiteX3" fmla="*/ 8365 w 16729"/>
                <a:gd name="connsiteY3" fmla="*/ 0 h 13180"/>
                <a:gd name="connsiteX4" fmla="*/ 16729 w 16729"/>
                <a:gd name="connsiteY4" fmla="*/ 6590 h 13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9" h="13180">
                  <a:moveTo>
                    <a:pt x="16729" y="6590"/>
                  </a:moveTo>
                  <a:cubicBezTo>
                    <a:pt x="16729" y="10266"/>
                    <a:pt x="12927" y="13180"/>
                    <a:pt x="8365" y="13180"/>
                  </a:cubicBezTo>
                  <a:cubicBezTo>
                    <a:pt x="3802" y="13180"/>
                    <a:pt x="0" y="10266"/>
                    <a:pt x="0" y="6590"/>
                  </a:cubicBezTo>
                  <a:cubicBezTo>
                    <a:pt x="0" y="2915"/>
                    <a:pt x="3675" y="0"/>
                    <a:pt x="8365" y="0"/>
                  </a:cubicBezTo>
                  <a:cubicBezTo>
                    <a:pt x="13054" y="0"/>
                    <a:pt x="16729" y="3042"/>
                    <a:pt x="16729" y="659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CDBF370B-E089-7A4B-C913-062AD9C17E3D}"/>
                </a:ext>
              </a:extLst>
            </p:cNvPr>
            <p:cNvSpPr/>
            <p:nvPr/>
          </p:nvSpPr>
          <p:spPr>
            <a:xfrm>
              <a:off x="5824912" y="5505947"/>
              <a:ext cx="17489" cy="13941"/>
            </a:xfrm>
            <a:custGeom>
              <a:avLst/>
              <a:gdLst>
                <a:gd name="connsiteX0" fmla="*/ 17490 w 17489"/>
                <a:gd name="connsiteY0" fmla="*/ 6970 h 13941"/>
                <a:gd name="connsiteX1" fmla="*/ 8745 w 17489"/>
                <a:gd name="connsiteY1" fmla="*/ 13941 h 13941"/>
                <a:gd name="connsiteX2" fmla="*/ 0 w 17489"/>
                <a:gd name="connsiteY2" fmla="*/ 6970 h 13941"/>
                <a:gd name="connsiteX3" fmla="*/ 8745 w 17489"/>
                <a:gd name="connsiteY3" fmla="*/ 0 h 13941"/>
                <a:gd name="connsiteX4" fmla="*/ 17490 w 17489"/>
                <a:gd name="connsiteY4" fmla="*/ 6970 h 1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89" h="13941">
                  <a:moveTo>
                    <a:pt x="17490" y="6970"/>
                  </a:moveTo>
                  <a:cubicBezTo>
                    <a:pt x="17490" y="10773"/>
                    <a:pt x="13561" y="13941"/>
                    <a:pt x="8745" y="13941"/>
                  </a:cubicBezTo>
                  <a:cubicBezTo>
                    <a:pt x="3929" y="13941"/>
                    <a:pt x="0" y="10899"/>
                    <a:pt x="0" y="6970"/>
                  </a:cubicBezTo>
                  <a:cubicBezTo>
                    <a:pt x="0" y="3042"/>
                    <a:pt x="3929" y="0"/>
                    <a:pt x="8745" y="0"/>
                  </a:cubicBezTo>
                  <a:cubicBezTo>
                    <a:pt x="13561" y="0"/>
                    <a:pt x="17490" y="3042"/>
                    <a:pt x="17490" y="69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E153B1EE-6DA5-C5E7-4D28-E22A9B37B70B}"/>
                </a:ext>
              </a:extLst>
            </p:cNvPr>
            <p:cNvSpPr/>
            <p:nvPr/>
          </p:nvSpPr>
          <p:spPr>
            <a:xfrm>
              <a:off x="5695261" y="5490485"/>
              <a:ext cx="17489" cy="13814"/>
            </a:xfrm>
            <a:custGeom>
              <a:avLst/>
              <a:gdLst>
                <a:gd name="connsiteX0" fmla="*/ 17490 w 17489"/>
                <a:gd name="connsiteY0" fmla="*/ 6970 h 13814"/>
                <a:gd name="connsiteX1" fmla="*/ 8745 w 17489"/>
                <a:gd name="connsiteY1" fmla="*/ 13814 h 13814"/>
                <a:gd name="connsiteX2" fmla="*/ 0 w 17489"/>
                <a:gd name="connsiteY2" fmla="*/ 6970 h 13814"/>
                <a:gd name="connsiteX3" fmla="*/ 8745 w 17489"/>
                <a:gd name="connsiteY3" fmla="*/ 0 h 13814"/>
                <a:gd name="connsiteX4" fmla="*/ 17490 w 17489"/>
                <a:gd name="connsiteY4" fmla="*/ 6970 h 13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89" h="13814">
                  <a:moveTo>
                    <a:pt x="17490" y="6970"/>
                  </a:moveTo>
                  <a:cubicBezTo>
                    <a:pt x="17490" y="10773"/>
                    <a:pt x="13561" y="13814"/>
                    <a:pt x="8745" y="13814"/>
                  </a:cubicBezTo>
                  <a:cubicBezTo>
                    <a:pt x="3929" y="13814"/>
                    <a:pt x="0" y="10773"/>
                    <a:pt x="0" y="6970"/>
                  </a:cubicBezTo>
                  <a:cubicBezTo>
                    <a:pt x="0" y="3168"/>
                    <a:pt x="3929" y="0"/>
                    <a:pt x="8745" y="0"/>
                  </a:cubicBezTo>
                  <a:cubicBezTo>
                    <a:pt x="13561" y="0"/>
                    <a:pt x="17490" y="3042"/>
                    <a:pt x="17490" y="69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372235F8-B28D-28D9-F16E-A2ED37DBD2F7}"/>
                </a:ext>
              </a:extLst>
            </p:cNvPr>
            <p:cNvSpPr/>
            <p:nvPr/>
          </p:nvSpPr>
          <p:spPr>
            <a:xfrm>
              <a:off x="5566371" y="5469574"/>
              <a:ext cx="18250" cy="14447"/>
            </a:xfrm>
            <a:custGeom>
              <a:avLst/>
              <a:gdLst>
                <a:gd name="connsiteX0" fmla="*/ 18250 w 18250"/>
                <a:gd name="connsiteY0" fmla="*/ 7224 h 14447"/>
                <a:gd name="connsiteX1" fmla="*/ 9125 w 18250"/>
                <a:gd name="connsiteY1" fmla="*/ 14448 h 14447"/>
                <a:gd name="connsiteX2" fmla="*/ 0 w 18250"/>
                <a:gd name="connsiteY2" fmla="*/ 7224 h 14447"/>
                <a:gd name="connsiteX3" fmla="*/ 9125 w 18250"/>
                <a:gd name="connsiteY3" fmla="*/ 0 h 14447"/>
                <a:gd name="connsiteX4" fmla="*/ 18250 w 18250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7">
                  <a:moveTo>
                    <a:pt x="18250" y="7224"/>
                  </a:moveTo>
                  <a:cubicBezTo>
                    <a:pt x="18250" y="11279"/>
                    <a:pt x="14194" y="14448"/>
                    <a:pt x="9125" y="14448"/>
                  </a:cubicBezTo>
                  <a:cubicBezTo>
                    <a:pt x="4056" y="14448"/>
                    <a:pt x="0" y="11279"/>
                    <a:pt x="0" y="7224"/>
                  </a:cubicBezTo>
                  <a:cubicBezTo>
                    <a:pt x="0" y="3168"/>
                    <a:pt x="4056" y="0"/>
                    <a:pt x="9125" y="0"/>
                  </a:cubicBezTo>
                  <a:cubicBezTo>
                    <a:pt x="14194" y="0"/>
                    <a:pt x="18250" y="3168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4A4C6169-0D2E-B71C-AFC3-DD2F3B136F26}"/>
                </a:ext>
              </a:extLst>
            </p:cNvPr>
            <p:cNvSpPr/>
            <p:nvPr/>
          </p:nvSpPr>
          <p:spPr>
            <a:xfrm>
              <a:off x="5439001" y="5443719"/>
              <a:ext cx="18883" cy="14954"/>
            </a:xfrm>
            <a:custGeom>
              <a:avLst/>
              <a:gdLst>
                <a:gd name="connsiteX0" fmla="*/ 18884 w 18883"/>
                <a:gd name="connsiteY0" fmla="*/ 7477 h 14954"/>
                <a:gd name="connsiteX1" fmla="*/ 9505 w 18883"/>
                <a:gd name="connsiteY1" fmla="*/ 14955 h 14954"/>
                <a:gd name="connsiteX2" fmla="*/ 0 w 18883"/>
                <a:gd name="connsiteY2" fmla="*/ 7477 h 14954"/>
                <a:gd name="connsiteX3" fmla="*/ 9505 w 18883"/>
                <a:gd name="connsiteY3" fmla="*/ 0 h 14954"/>
                <a:gd name="connsiteX4" fmla="*/ 18884 w 18883"/>
                <a:gd name="connsiteY4" fmla="*/ 7477 h 14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83" h="14954">
                  <a:moveTo>
                    <a:pt x="18884" y="7477"/>
                  </a:moveTo>
                  <a:cubicBezTo>
                    <a:pt x="18884" y="11660"/>
                    <a:pt x="14701" y="14955"/>
                    <a:pt x="9505" y="14955"/>
                  </a:cubicBezTo>
                  <a:cubicBezTo>
                    <a:pt x="4309" y="14955"/>
                    <a:pt x="0" y="11660"/>
                    <a:pt x="0" y="7477"/>
                  </a:cubicBezTo>
                  <a:cubicBezTo>
                    <a:pt x="0" y="3295"/>
                    <a:pt x="4182" y="0"/>
                    <a:pt x="9505" y="0"/>
                  </a:cubicBezTo>
                  <a:cubicBezTo>
                    <a:pt x="14828" y="0"/>
                    <a:pt x="18884" y="3422"/>
                    <a:pt x="18884" y="747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C32478A4-6FEC-222D-3D8C-770F0DA56F82}"/>
                </a:ext>
              </a:extLst>
            </p:cNvPr>
            <p:cNvSpPr/>
            <p:nvPr/>
          </p:nvSpPr>
          <p:spPr>
            <a:xfrm>
              <a:off x="5313406" y="5412796"/>
              <a:ext cx="19643" cy="15588"/>
            </a:xfrm>
            <a:custGeom>
              <a:avLst/>
              <a:gdLst>
                <a:gd name="connsiteX0" fmla="*/ 19644 w 19643"/>
                <a:gd name="connsiteY0" fmla="*/ 7731 h 15588"/>
                <a:gd name="connsiteX1" fmla="*/ 9885 w 19643"/>
                <a:gd name="connsiteY1" fmla="*/ 15589 h 15588"/>
                <a:gd name="connsiteX2" fmla="*/ 0 w 19643"/>
                <a:gd name="connsiteY2" fmla="*/ 7731 h 15588"/>
                <a:gd name="connsiteX3" fmla="*/ 9885 w 19643"/>
                <a:gd name="connsiteY3" fmla="*/ 0 h 15588"/>
                <a:gd name="connsiteX4" fmla="*/ 19644 w 19643"/>
                <a:gd name="connsiteY4" fmla="*/ 7731 h 1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43" h="15588">
                  <a:moveTo>
                    <a:pt x="19644" y="7731"/>
                  </a:moveTo>
                  <a:cubicBezTo>
                    <a:pt x="19644" y="12040"/>
                    <a:pt x="15208" y="15589"/>
                    <a:pt x="9885" y="15589"/>
                  </a:cubicBezTo>
                  <a:cubicBezTo>
                    <a:pt x="4562" y="15589"/>
                    <a:pt x="0" y="12040"/>
                    <a:pt x="0" y="7731"/>
                  </a:cubicBezTo>
                  <a:cubicBezTo>
                    <a:pt x="0" y="3422"/>
                    <a:pt x="4436" y="0"/>
                    <a:pt x="9885" y="0"/>
                  </a:cubicBezTo>
                  <a:cubicBezTo>
                    <a:pt x="15335" y="0"/>
                    <a:pt x="19644" y="3422"/>
                    <a:pt x="19644" y="773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D78F7B8B-7E98-0BC8-6F46-A3627A4A676D}"/>
                </a:ext>
              </a:extLst>
            </p:cNvPr>
            <p:cNvSpPr/>
            <p:nvPr/>
          </p:nvSpPr>
          <p:spPr>
            <a:xfrm>
              <a:off x="5190219" y="5377183"/>
              <a:ext cx="19643" cy="15588"/>
            </a:xfrm>
            <a:custGeom>
              <a:avLst/>
              <a:gdLst>
                <a:gd name="connsiteX0" fmla="*/ 19644 w 19643"/>
                <a:gd name="connsiteY0" fmla="*/ 7731 h 15588"/>
                <a:gd name="connsiteX1" fmla="*/ 9885 w 19643"/>
                <a:gd name="connsiteY1" fmla="*/ 15589 h 15588"/>
                <a:gd name="connsiteX2" fmla="*/ 0 w 19643"/>
                <a:gd name="connsiteY2" fmla="*/ 7731 h 15588"/>
                <a:gd name="connsiteX3" fmla="*/ 9885 w 19643"/>
                <a:gd name="connsiteY3" fmla="*/ 0 h 15588"/>
                <a:gd name="connsiteX4" fmla="*/ 19644 w 19643"/>
                <a:gd name="connsiteY4" fmla="*/ 7731 h 1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43" h="15588">
                  <a:moveTo>
                    <a:pt x="19644" y="7731"/>
                  </a:moveTo>
                  <a:cubicBezTo>
                    <a:pt x="19644" y="12040"/>
                    <a:pt x="15208" y="15589"/>
                    <a:pt x="9885" y="15589"/>
                  </a:cubicBezTo>
                  <a:cubicBezTo>
                    <a:pt x="4563" y="15589"/>
                    <a:pt x="0" y="12167"/>
                    <a:pt x="0" y="7731"/>
                  </a:cubicBezTo>
                  <a:cubicBezTo>
                    <a:pt x="0" y="3295"/>
                    <a:pt x="4436" y="0"/>
                    <a:pt x="9885" y="0"/>
                  </a:cubicBezTo>
                  <a:cubicBezTo>
                    <a:pt x="15335" y="0"/>
                    <a:pt x="19644" y="3422"/>
                    <a:pt x="19644" y="773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66E21B3D-805D-052C-8DD1-17571BE69FD8}"/>
                </a:ext>
              </a:extLst>
            </p:cNvPr>
            <p:cNvSpPr/>
            <p:nvPr/>
          </p:nvSpPr>
          <p:spPr>
            <a:xfrm>
              <a:off x="5068932" y="5336501"/>
              <a:ext cx="20404" cy="16222"/>
            </a:xfrm>
            <a:custGeom>
              <a:avLst/>
              <a:gdLst>
                <a:gd name="connsiteX0" fmla="*/ 20405 w 20404"/>
                <a:gd name="connsiteY0" fmla="*/ 8111 h 16222"/>
                <a:gd name="connsiteX1" fmla="*/ 10266 w 20404"/>
                <a:gd name="connsiteY1" fmla="*/ 16222 h 16222"/>
                <a:gd name="connsiteX2" fmla="*/ 0 w 20404"/>
                <a:gd name="connsiteY2" fmla="*/ 8111 h 16222"/>
                <a:gd name="connsiteX3" fmla="*/ 10266 w 20404"/>
                <a:gd name="connsiteY3" fmla="*/ 0 h 16222"/>
                <a:gd name="connsiteX4" fmla="*/ 20405 w 20404"/>
                <a:gd name="connsiteY4" fmla="*/ 8111 h 1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04" h="16222">
                  <a:moveTo>
                    <a:pt x="20405" y="8111"/>
                  </a:moveTo>
                  <a:cubicBezTo>
                    <a:pt x="20405" y="12547"/>
                    <a:pt x="15842" y="16222"/>
                    <a:pt x="10266" y="16222"/>
                  </a:cubicBezTo>
                  <a:cubicBezTo>
                    <a:pt x="4689" y="16222"/>
                    <a:pt x="0" y="12547"/>
                    <a:pt x="0" y="8111"/>
                  </a:cubicBezTo>
                  <a:cubicBezTo>
                    <a:pt x="0" y="3675"/>
                    <a:pt x="4563" y="0"/>
                    <a:pt x="10266" y="0"/>
                  </a:cubicBezTo>
                  <a:cubicBezTo>
                    <a:pt x="15969" y="0"/>
                    <a:pt x="20405" y="3675"/>
                    <a:pt x="20405" y="811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F1F60300-FFDA-8E11-7CBC-48A849CBABBC}"/>
                </a:ext>
              </a:extLst>
            </p:cNvPr>
            <p:cNvSpPr/>
            <p:nvPr/>
          </p:nvSpPr>
          <p:spPr>
            <a:xfrm>
              <a:off x="4950814" y="5291383"/>
              <a:ext cx="20404" cy="16222"/>
            </a:xfrm>
            <a:custGeom>
              <a:avLst/>
              <a:gdLst>
                <a:gd name="connsiteX0" fmla="*/ 20404 w 20404"/>
                <a:gd name="connsiteY0" fmla="*/ 8111 h 16222"/>
                <a:gd name="connsiteX1" fmla="*/ 10266 w 20404"/>
                <a:gd name="connsiteY1" fmla="*/ 16222 h 16222"/>
                <a:gd name="connsiteX2" fmla="*/ 0 w 20404"/>
                <a:gd name="connsiteY2" fmla="*/ 8111 h 16222"/>
                <a:gd name="connsiteX3" fmla="*/ 10266 w 20404"/>
                <a:gd name="connsiteY3" fmla="*/ 0 h 16222"/>
                <a:gd name="connsiteX4" fmla="*/ 20404 w 20404"/>
                <a:gd name="connsiteY4" fmla="*/ 8111 h 1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04" h="16222">
                  <a:moveTo>
                    <a:pt x="20404" y="8111"/>
                  </a:moveTo>
                  <a:cubicBezTo>
                    <a:pt x="20404" y="12547"/>
                    <a:pt x="15842" y="16222"/>
                    <a:pt x="10266" y="16222"/>
                  </a:cubicBezTo>
                  <a:cubicBezTo>
                    <a:pt x="4689" y="16222"/>
                    <a:pt x="0" y="12547"/>
                    <a:pt x="0" y="8111"/>
                  </a:cubicBezTo>
                  <a:cubicBezTo>
                    <a:pt x="0" y="3675"/>
                    <a:pt x="4562" y="0"/>
                    <a:pt x="10266" y="0"/>
                  </a:cubicBezTo>
                  <a:cubicBezTo>
                    <a:pt x="15968" y="0"/>
                    <a:pt x="20404" y="3549"/>
                    <a:pt x="20404" y="811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F395448A-3B5E-D4F6-7FD8-253C74B5B5BD}"/>
                </a:ext>
              </a:extLst>
            </p:cNvPr>
            <p:cNvSpPr/>
            <p:nvPr/>
          </p:nvSpPr>
          <p:spPr>
            <a:xfrm>
              <a:off x="4835865" y="5241575"/>
              <a:ext cx="20277" cy="16222"/>
            </a:xfrm>
            <a:custGeom>
              <a:avLst/>
              <a:gdLst>
                <a:gd name="connsiteX0" fmla="*/ 20278 w 20277"/>
                <a:gd name="connsiteY0" fmla="*/ 8111 h 16222"/>
                <a:gd name="connsiteX1" fmla="*/ 10139 w 20277"/>
                <a:gd name="connsiteY1" fmla="*/ 16222 h 16222"/>
                <a:gd name="connsiteX2" fmla="*/ 0 w 20277"/>
                <a:gd name="connsiteY2" fmla="*/ 8111 h 16222"/>
                <a:gd name="connsiteX3" fmla="*/ 10139 w 20277"/>
                <a:gd name="connsiteY3" fmla="*/ 0 h 16222"/>
                <a:gd name="connsiteX4" fmla="*/ 20278 w 20277"/>
                <a:gd name="connsiteY4" fmla="*/ 8111 h 1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277" h="16222">
                  <a:moveTo>
                    <a:pt x="20278" y="8111"/>
                  </a:moveTo>
                  <a:cubicBezTo>
                    <a:pt x="20278" y="12547"/>
                    <a:pt x="15715" y="16222"/>
                    <a:pt x="10139" y="16222"/>
                  </a:cubicBezTo>
                  <a:cubicBezTo>
                    <a:pt x="4562" y="16222"/>
                    <a:pt x="0" y="12547"/>
                    <a:pt x="0" y="8111"/>
                  </a:cubicBezTo>
                  <a:cubicBezTo>
                    <a:pt x="0" y="3675"/>
                    <a:pt x="4562" y="0"/>
                    <a:pt x="10139" y="0"/>
                  </a:cubicBezTo>
                  <a:cubicBezTo>
                    <a:pt x="15715" y="0"/>
                    <a:pt x="20278" y="3675"/>
                    <a:pt x="20278" y="811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2F54EB8D-1D3F-2BBB-0790-35620ED5F6C3}"/>
                </a:ext>
              </a:extLst>
            </p:cNvPr>
            <p:cNvSpPr/>
            <p:nvPr/>
          </p:nvSpPr>
          <p:spPr>
            <a:xfrm>
              <a:off x="4723957" y="5187332"/>
              <a:ext cx="20404" cy="16222"/>
            </a:xfrm>
            <a:custGeom>
              <a:avLst/>
              <a:gdLst>
                <a:gd name="connsiteX0" fmla="*/ 20405 w 20404"/>
                <a:gd name="connsiteY0" fmla="*/ 8111 h 16222"/>
                <a:gd name="connsiteX1" fmla="*/ 10266 w 20404"/>
                <a:gd name="connsiteY1" fmla="*/ 16222 h 16222"/>
                <a:gd name="connsiteX2" fmla="*/ 0 w 20404"/>
                <a:gd name="connsiteY2" fmla="*/ 8111 h 16222"/>
                <a:gd name="connsiteX3" fmla="*/ 10266 w 20404"/>
                <a:gd name="connsiteY3" fmla="*/ 0 h 16222"/>
                <a:gd name="connsiteX4" fmla="*/ 20405 w 20404"/>
                <a:gd name="connsiteY4" fmla="*/ 8111 h 1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04" h="16222">
                  <a:moveTo>
                    <a:pt x="20405" y="8111"/>
                  </a:moveTo>
                  <a:cubicBezTo>
                    <a:pt x="20405" y="12547"/>
                    <a:pt x="15842" y="16222"/>
                    <a:pt x="10266" y="16222"/>
                  </a:cubicBezTo>
                  <a:cubicBezTo>
                    <a:pt x="4689" y="16222"/>
                    <a:pt x="0" y="12674"/>
                    <a:pt x="0" y="8111"/>
                  </a:cubicBezTo>
                  <a:cubicBezTo>
                    <a:pt x="0" y="3549"/>
                    <a:pt x="4563" y="0"/>
                    <a:pt x="10266" y="0"/>
                  </a:cubicBezTo>
                  <a:cubicBezTo>
                    <a:pt x="15969" y="0"/>
                    <a:pt x="20405" y="3549"/>
                    <a:pt x="20405" y="811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38D16419-ED70-8D2F-47F4-B6B715C03B88}"/>
                </a:ext>
              </a:extLst>
            </p:cNvPr>
            <p:cNvSpPr/>
            <p:nvPr/>
          </p:nvSpPr>
          <p:spPr>
            <a:xfrm>
              <a:off x="4615091" y="5128527"/>
              <a:ext cx="21291" cy="16729"/>
            </a:xfrm>
            <a:custGeom>
              <a:avLst/>
              <a:gdLst>
                <a:gd name="connsiteX0" fmla="*/ 21292 w 21291"/>
                <a:gd name="connsiteY0" fmla="*/ 8365 h 16729"/>
                <a:gd name="connsiteX1" fmla="*/ 10646 w 21291"/>
                <a:gd name="connsiteY1" fmla="*/ 16729 h 16729"/>
                <a:gd name="connsiteX2" fmla="*/ 0 w 21291"/>
                <a:gd name="connsiteY2" fmla="*/ 8365 h 16729"/>
                <a:gd name="connsiteX3" fmla="*/ 10646 w 21291"/>
                <a:gd name="connsiteY3" fmla="*/ 0 h 16729"/>
                <a:gd name="connsiteX4" fmla="*/ 21292 w 21291"/>
                <a:gd name="connsiteY4" fmla="*/ 8365 h 16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291" h="16729">
                  <a:moveTo>
                    <a:pt x="21292" y="8365"/>
                  </a:moveTo>
                  <a:cubicBezTo>
                    <a:pt x="21292" y="13054"/>
                    <a:pt x="16476" y="16729"/>
                    <a:pt x="10646" y="16729"/>
                  </a:cubicBezTo>
                  <a:cubicBezTo>
                    <a:pt x="4816" y="16729"/>
                    <a:pt x="0" y="12927"/>
                    <a:pt x="0" y="8365"/>
                  </a:cubicBezTo>
                  <a:cubicBezTo>
                    <a:pt x="0" y="3802"/>
                    <a:pt x="4689" y="0"/>
                    <a:pt x="10646" y="0"/>
                  </a:cubicBezTo>
                  <a:cubicBezTo>
                    <a:pt x="16602" y="0"/>
                    <a:pt x="21292" y="3802"/>
                    <a:pt x="21292" y="836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674CD227-8F8C-8C82-2234-BC6BFC4FACB3}"/>
                </a:ext>
              </a:extLst>
            </p:cNvPr>
            <p:cNvSpPr/>
            <p:nvPr/>
          </p:nvSpPr>
          <p:spPr>
            <a:xfrm>
              <a:off x="4510533" y="5065793"/>
              <a:ext cx="21291" cy="16729"/>
            </a:xfrm>
            <a:custGeom>
              <a:avLst/>
              <a:gdLst>
                <a:gd name="connsiteX0" fmla="*/ 21292 w 21291"/>
                <a:gd name="connsiteY0" fmla="*/ 8365 h 16729"/>
                <a:gd name="connsiteX1" fmla="*/ 10646 w 21291"/>
                <a:gd name="connsiteY1" fmla="*/ 16729 h 16729"/>
                <a:gd name="connsiteX2" fmla="*/ 0 w 21291"/>
                <a:gd name="connsiteY2" fmla="*/ 8365 h 16729"/>
                <a:gd name="connsiteX3" fmla="*/ 10646 w 21291"/>
                <a:gd name="connsiteY3" fmla="*/ 0 h 16729"/>
                <a:gd name="connsiteX4" fmla="*/ 21292 w 21291"/>
                <a:gd name="connsiteY4" fmla="*/ 8365 h 16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291" h="16729">
                  <a:moveTo>
                    <a:pt x="21292" y="8365"/>
                  </a:moveTo>
                  <a:cubicBezTo>
                    <a:pt x="21292" y="13054"/>
                    <a:pt x="16602" y="16729"/>
                    <a:pt x="10646" y="16729"/>
                  </a:cubicBezTo>
                  <a:cubicBezTo>
                    <a:pt x="4689" y="16729"/>
                    <a:pt x="0" y="12927"/>
                    <a:pt x="0" y="8365"/>
                  </a:cubicBezTo>
                  <a:cubicBezTo>
                    <a:pt x="0" y="3802"/>
                    <a:pt x="4689" y="0"/>
                    <a:pt x="10646" y="0"/>
                  </a:cubicBezTo>
                  <a:cubicBezTo>
                    <a:pt x="16602" y="0"/>
                    <a:pt x="21292" y="3802"/>
                    <a:pt x="21292" y="836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93E5D345-A8CD-312C-5FBE-F8914FFE8DA5}"/>
                </a:ext>
              </a:extLst>
            </p:cNvPr>
            <p:cNvSpPr/>
            <p:nvPr/>
          </p:nvSpPr>
          <p:spPr>
            <a:xfrm>
              <a:off x="4410159" y="4998876"/>
              <a:ext cx="21291" cy="16729"/>
            </a:xfrm>
            <a:custGeom>
              <a:avLst/>
              <a:gdLst>
                <a:gd name="connsiteX0" fmla="*/ 21292 w 21291"/>
                <a:gd name="connsiteY0" fmla="*/ 8365 h 16729"/>
                <a:gd name="connsiteX1" fmla="*/ 10646 w 21291"/>
                <a:gd name="connsiteY1" fmla="*/ 16729 h 16729"/>
                <a:gd name="connsiteX2" fmla="*/ 0 w 21291"/>
                <a:gd name="connsiteY2" fmla="*/ 8365 h 16729"/>
                <a:gd name="connsiteX3" fmla="*/ 10646 w 21291"/>
                <a:gd name="connsiteY3" fmla="*/ 0 h 16729"/>
                <a:gd name="connsiteX4" fmla="*/ 21292 w 21291"/>
                <a:gd name="connsiteY4" fmla="*/ 8365 h 16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291" h="16729">
                  <a:moveTo>
                    <a:pt x="21292" y="8365"/>
                  </a:moveTo>
                  <a:cubicBezTo>
                    <a:pt x="21292" y="13054"/>
                    <a:pt x="16602" y="16729"/>
                    <a:pt x="10646" y="16729"/>
                  </a:cubicBezTo>
                  <a:cubicBezTo>
                    <a:pt x="4689" y="16729"/>
                    <a:pt x="0" y="12927"/>
                    <a:pt x="0" y="8365"/>
                  </a:cubicBezTo>
                  <a:cubicBezTo>
                    <a:pt x="0" y="3802"/>
                    <a:pt x="4816" y="0"/>
                    <a:pt x="10646" y="0"/>
                  </a:cubicBezTo>
                  <a:cubicBezTo>
                    <a:pt x="16476" y="0"/>
                    <a:pt x="21292" y="3802"/>
                    <a:pt x="21292" y="836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3F9A3BD6-F597-3435-8C6F-054A5D92D893}"/>
                </a:ext>
              </a:extLst>
            </p:cNvPr>
            <p:cNvSpPr/>
            <p:nvPr/>
          </p:nvSpPr>
          <p:spPr>
            <a:xfrm>
              <a:off x="4313839" y="4927904"/>
              <a:ext cx="21798" cy="17236"/>
            </a:xfrm>
            <a:custGeom>
              <a:avLst/>
              <a:gdLst>
                <a:gd name="connsiteX0" fmla="*/ 21799 w 21798"/>
                <a:gd name="connsiteY0" fmla="*/ 8618 h 17236"/>
                <a:gd name="connsiteX1" fmla="*/ 10899 w 21798"/>
                <a:gd name="connsiteY1" fmla="*/ 17236 h 17236"/>
                <a:gd name="connsiteX2" fmla="*/ 0 w 21798"/>
                <a:gd name="connsiteY2" fmla="*/ 8618 h 17236"/>
                <a:gd name="connsiteX3" fmla="*/ 10899 w 21798"/>
                <a:gd name="connsiteY3" fmla="*/ 0 h 17236"/>
                <a:gd name="connsiteX4" fmla="*/ 21799 w 21798"/>
                <a:gd name="connsiteY4" fmla="*/ 8618 h 17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798" h="17236">
                  <a:moveTo>
                    <a:pt x="21799" y="8618"/>
                  </a:moveTo>
                  <a:cubicBezTo>
                    <a:pt x="21799" y="13434"/>
                    <a:pt x="16856" y="17236"/>
                    <a:pt x="10899" y="17236"/>
                  </a:cubicBezTo>
                  <a:cubicBezTo>
                    <a:pt x="4943" y="17236"/>
                    <a:pt x="0" y="13308"/>
                    <a:pt x="0" y="8618"/>
                  </a:cubicBezTo>
                  <a:cubicBezTo>
                    <a:pt x="0" y="3929"/>
                    <a:pt x="4943" y="0"/>
                    <a:pt x="10899" y="0"/>
                  </a:cubicBezTo>
                  <a:cubicBezTo>
                    <a:pt x="16856" y="0"/>
                    <a:pt x="21799" y="3929"/>
                    <a:pt x="21799" y="86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D1FD78FD-0F13-7DE8-06C0-8B200563C2DF}"/>
                </a:ext>
              </a:extLst>
            </p:cNvPr>
            <p:cNvSpPr/>
            <p:nvPr/>
          </p:nvSpPr>
          <p:spPr>
            <a:xfrm>
              <a:off x="4222463" y="4853637"/>
              <a:ext cx="21291" cy="16855"/>
            </a:xfrm>
            <a:custGeom>
              <a:avLst/>
              <a:gdLst>
                <a:gd name="connsiteX0" fmla="*/ 21292 w 21291"/>
                <a:gd name="connsiteY0" fmla="*/ 8491 h 16855"/>
                <a:gd name="connsiteX1" fmla="*/ 10646 w 21291"/>
                <a:gd name="connsiteY1" fmla="*/ 16856 h 16855"/>
                <a:gd name="connsiteX2" fmla="*/ 0 w 21291"/>
                <a:gd name="connsiteY2" fmla="*/ 8491 h 16855"/>
                <a:gd name="connsiteX3" fmla="*/ 10646 w 21291"/>
                <a:gd name="connsiteY3" fmla="*/ 0 h 16855"/>
                <a:gd name="connsiteX4" fmla="*/ 21292 w 21291"/>
                <a:gd name="connsiteY4" fmla="*/ 8491 h 16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291" h="16855">
                  <a:moveTo>
                    <a:pt x="21292" y="8491"/>
                  </a:moveTo>
                  <a:cubicBezTo>
                    <a:pt x="21292" y="13054"/>
                    <a:pt x="16602" y="16856"/>
                    <a:pt x="10646" y="16856"/>
                  </a:cubicBezTo>
                  <a:cubicBezTo>
                    <a:pt x="4689" y="16856"/>
                    <a:pt x="0" y="13054"/>
                    <a:pt x="0" y="8491"/>
                  </a:cubicBezTo>
                  <a:cubicBezTo>
                    <a:pt x="0" y="3929"/>
                    <a:pt x="4689" y="0"/>
                    <a:pt x="10646" y="0"/>
                  </a:cubicBezTo>
                  <a:cubicBezTo>
                    <a:pt x="16602" y="0"/>
                    <a:pt x="21292" y="3802"/>
                    <a:pt x="21292" y="84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C0F116AA-5808-1968-F2B3-9374369A2C59}"/>
                </a:ext>
              </a:extLst>
            </p:cNvPr>
            <p:cNvSpPr/>
            <p:nvPr/>
          </p:nvSpPr>
          <p:spPr>
            <a:xfrm>
              <a:off x="4135775" y="4775821"/>
              <a:ext cx="21291" cy="16729"/>
            </a:xfrm>
            <a:custGeom>
              <a:avLst/>
              <a:gdLst>
                <a:gd name="connsiteX0" fmla="*/ 21292 w 21291"/>
                <a:gd name="connsiteY0" fmla="*/ 8365 h 16729"/>
                <a:gd name="connsiteX1" fmla="*/ 10646 w 21291"/>
                <a:gd name="connsiteY1" fmla="*/ 16729 h 16729"/>
                <a:gd name="connsiteX2" fmla="*/ 0 w 21291"/>
                <a:gd name="connsiteY2" fmla="*/ 8365 h 16729"/>
                <a:gd name="connsiteX3" fmla="*/ 10646 w 21291"/>
                <a:gd name="connsiteY3" fmla="*/ 0 h 16729"/>
                <a:gd name="connsiteX4" fmla="*/ 21292 w 21291"/>
                <a:gd name="connsiteY4" fmla="*/ 8365 h 16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291" h="16729">
                  <a:moveTo>
                    <a:pt x="21292" y="8365"/>
                  </a:moveTo>
                  <a:cubicBezTo>
                    <a:pt x="21292" y="13054"/>
                    <a:pt x="16603" y="16729"/>
                    <a:pt x="10646" y="16729"/>
                  </a:cubicBezTo>
                  <a:cubicBezTo>
                    <a:pt x="4690" y="16729"/>
                    <a:pt x="0" y="12927"/>
                    <a:pt x="0" y="8365"/>
                  </a:cubicBezTo>
                  <a:cubicBezTo>
                    <a:pt x="0" y="3802"/>
                    <a:pt x="4816" y="0"/>
                    <a:pt x="10646" y="0"/>
                  </a:cubicBezTo>
                  <a:cubicBezTo>
                    <a:pt x="16476" y="0"/>
                    <a:pt x="21292" y="3802"/>
                    <a:pt x="21292" y="836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651C9480-7DCC-3ADF-B519-7D6B4F740611}"/>
                </a:ext>
              </a:extLst>
            </p:cNvPr>
            <p:cNvSpPr/>
            <p:nvPr/>
          </p:nvSpPr>
          <p:spPr>
            <a:xfrm>
              <a:off x="4054031" y="4694330"/>
              <a:ext cx="21291" cy="16856"/>
            </a:xfrm>
            <a:custGeom>
              <a:avLst/>
              <a:gdLst>
                <a:gd name="connsiteX0" fmla="*/ 21292 w 21291"/>
                <a:gd name="connsiteY0" fmla="*/ 8491 h 16856"/>
                <a:gd name="connsiteX1" fmla="*/ 10646 w 21291"/>
                <a:gd name="connsiteY1" fmla="*/ 16856 h 16856"/>
                <a:gd name="connsiteX2" fmla="*/ 0 w 21291"/>
                <a:gd name="connsiteY2" fmla="*/ 8491 h 16856"/>
                <a:gd name="connsiteX3" fmla="*/ 10646 w 21291"/>
                <a:gd name="connsiteY3" fmla="*/ 0 h 16856"/>
                <a:gd name="connsiteX4" fmla="*/ 21292 w 21291"/>
                <a:gd name="connsiteY4" fmla="*/ 8491 h 16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291" h="16856">
                  <a:moveTo>
                    <a:pt x="21292" y="8491"/>
                  </a:moveTo>
                  <a:cubicBezTo>
                    <a:pt x="21292" y="13054"/>
                    <a:pt x="16476" y="16856"/>
                    <a:pt x="10646" y="16856"/>
                  </a:cubicBezTo>
                  <a:cubicBezTo>
                    <a:pt x="4816" y="16856"/>
                    <a:pt x="0" y="13054"/>
                    <a:pt x="0" y="8491"/>
                  </a:cubicBezTo>
                  <a:cubicBezTo>
                    <a:pt x="0" y="3929"/>
                    <a:pt x="4689" y="0"/>
                    <a:pt x="10646" y="0"/>
                  </a:cubicBezTo>
                  <a:cubicBezTo>
                    <a:pt x="16602" y="0"/>
                    <a:pt x="21292" y="3802"/>
                    <a:pt x="21292" y="84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8BFC01B9-8E1C-F185-B198-114FBB843F7F}"/>
                </a:ext>
              </a:extLst>
            </p:cNvPr>
            <p:cNvSpPr/>
            <p:nvPr/>
          </p:nvSpPr>
          <p:spPr>
            <a:xfrm>
              <a:off x="3977989" y="4610304"/>
              <a:ext cx="20404" cy="16222"/>
            </a:xfrm>
            <a:custGeom>
              <a:avLst/>
              <a:gdLst>
                <a:gd name="connsiteX0" fmla="*/ 20404 w 20404"/>
                <a:gd name="connsiteY0" fmla="*/ 8111 h 16222"/>
                <a:gd name="connsiteX1" fmla="*/ 10139 w 20404"/>
                <a:gd name="connsiteY1" fmla="*/ 16222 h 16222"/>
                <a:gd name="connsiteX2" fmla="*/ 0 w 20404"/>
                <a:gd name="connsiteY2" fmla="*/ 8111 h 16222"/>
                <a:gd name="connsiteX3" fmla="*/ 10139 w 20404"/>
                <a:gd name="connsiteY3" fmla="*/ 0 h 16222"/>
                <a:gd name="connsiteX4" fmla="*/ 20404 w 20404"/>
                <a:gd name="connsiteY4" fmla="*/ 8111 h 1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04" h="16222">
                  <a:moveTo>
                    <a:pt x="20404" y="8111"/>
                  </a:moveTo>
                  <a:cubicBezTo>
                    <a:pt x="20404" y="12547"/>
                    <a:pt x="15842" y="16222"/>
                    <a:pt x="10139" y="16222"/>
                  </a:cubicBezTo>
                  <a:cubicBezTo>
                    <a:pt x="4436" y="16222"/>
                    <a:pt x="0" y="12547"/>
                    <a:pt x="0" y="8111"/>
                  </a:cubicBezTo>
                  <a:cubicBezTo>
                    <a:pt x="0" y="3675"/>
                    <a:pt x="4562" y="0"/>
                    <a:pt x="10139" y="0"/>
                  </a:cubicBezTo>
                  <a:cubicBezTo>
                    <a:pt x="15715" y="0"/>
                    <a:pt x="20404" y="3675"/>
                    <a:pt x="20404" y="811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08B5385D-7697-3F0F-F9AB-C033EB297CA3}"/>
                </a:ext>
              </a:extLst>
            </p:cNvPr>
            <p:cNvSpPr/>
            <p:nvPr/>
          </p:nvSpPr>
          <p:spPr>
            <a:xfrm>
              <a:off x="3906383" y="4522729"/>
              <a:ext cx="21291" cy="16729"/>
            </a:xfrm>
            <a:custGeom>
              <a:avLst/>
              <a:gdLst>
                <a:gd name="connsiteX0" fmla="*/ 21292 w 21291"/>
                <a:gd name="connsiteY0" fmla="*/ 8365 h 16729"/>
                <a:gd name="connsiteX1" fmla="*/ 10646 w 21291"/>
                <a:gd name="connsiteY1" fmla="*/ 16729 h 16729"/>
                <a:gd name="connsiteX2" fmla="*/ 0 w 21291"/>
                <a:gd name="connsiteY2" fmla="*/ 8365 h 16729"/>
                <a:gd name="connsiteX3" fmla="*/ 10646 w 21291"/>
                <a:gd name="connsiteY3" fmla="*/ 0 h 16729"/>
                <a:gd name="connsiteX4" fmla="*/ 21292 w 21291"/>
                <a:gd name="connsiteY4" fmla="*/ 8365 h 16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291" h="16729">
                  <a:moveTo>
                    <a:pt x="21292" y="8365"/>
                  </a:moveTo>
                  <a:cubicBezTo>
                    <a:pt x="21292" y="13054"/>
                    <a:pt x="16602" y="16729"/>
                    <a:pt x="10646" y="16729"/>
                  </a:cubicBezTo>
                  <a:cubicBezTo>
                    <a:pt x="4689" y="16729"/>
                    <a:pt x="0" y="12927"/>
                    <a:pt x="0" y="8365"/>
                  </a:cubicBezTo>
                  <a:cubicBezTo>
                    <a:pt x="0" y="3802"/>
                    <a:pt x="4816" y="0"/>
                    <a:pt x="10646" y="0"/>
                  </a:cubicBezTo>
                  <a:cubicBezTo>
                    <a:pt x="16476" y="0"/>
                    <a:pt x="21292" y="3802"/>
                    <a:pt x="21292" y="836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78AA8CE6-7C21-8D10-8B95-F82091E20AB2}"/>
                </a:ext>
              </a:extLst>
            </p:cNvPr>
            <p:cNvSpPr/>
            <p:nvPr/>
          </p:nvSpPr>
          <p:spPr>
            <a:xfrm>
              <a:off x="3841241" y="4432873"/>
              <a:ext cx="20404" cy="16222"/>
            </a:xfrm>
            <a:custGeom>
              <a:avLst/>
              <a:gdLst>
                <a:gd name="connsiteX0" fmla="*/ 20405 w 20404"/>
                <a:gd name="connsiteY0" fmla="*/ 8111 h 16222"/>
                <a:gd name="connsiteX1" fmla="*/ 10266 w 20404"/>
                <a:gd name="connsiteY1" fmla="*/ 16222 h 16222"/>
                <a:gd name="connsiteX2" fmla="*/ 0 w 20404"/>
                <a:gd name="connsiteY2" fmla="*/ 8111 h 16222"/>
                <a:gd name="connsiteX3" fmla="*/ 10266 w 20404"/>
                <a:gd name="connsiteY3" fmla="*/ 0 h 16222"/>
                <a:gd name="connsiteX4" fmla="*/ 20405 w 20404"/>
                <a:gd name="connsiteY4" fmla="*/ 8111 h 1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04" h="16222">
                  <a:moveTo>
                    <a:pt x="20405" y="8111"/>
                  </a:moveTo>
                  <a:cubicBezTo>
                    <a:pt x="20405" y="12547"/>
                    <a:pt x="15842" y="16222"/>
                    <a:pt x="10266" y="16222"/>
                  </a:cubicBezTo>
                  <a:cubicBezTo>
                    <a:pt x="4689" y="16222"/>
                    <a:pt x="0" y="12547"/>
                    <a:pt x="0" y="8111"/>
                  </a:cubicBezTo>
                  <a:cubicBezTo>
                    <a:pt x="0" y="3675"/>
                    <a:pt x="4563" y="0"/>
                    <a:pt x="10266" y="0"/>
                  </a:cubicBezTo>
                  <a:cubicBezTo>
                    <a:pt x="15969" y="0"/>
                    <a:pt x="20405" y="3675"/>
                    <a:pt x="20405" y="811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2DC24FE2-260C-0A9F-DAAB-8B3095D8CA1F}"/>
                </a:ext>
              </a:extLst>
            </p:cNvPr>
            <p:cNvSpPr/>
            <p:nvPr/>
          </p:nvSpPr>
          <p:spPr>
            <a:xfrm>
              <a:off x="3781421" y="4340356"/>
              <a:ext cx="20404" cy="16222"/>
            </a:xfrm>
            <a:custGeom>
              <a:avLst/>
              <a:gdLst>
                <a:gd name="connsiteX0" fmla="*/ 20405 w 20404"/>
                <a:gd name="connsiteY0" fmla="*/ 8111 h 16222"/>
                <a:gd name="connsiteX1" fmla="*/ 10266 w 20404"/>
                <a:gd name="connsiteY1" fmla="*/ 16222 h 16222"/>
                <a:gd name="connsiteX2" fmla="*/ 0 w 20404"/>
                <a:gd name="connsiteY2" fmla="*/ 8111 h 16222"/>
                <a:gd name="connsiteX3" fmla="*/ 10266 w 20404"/>
                <a:gd name="connsiteY3" fmla="*/ 0 h 16222"/>
                <a:gd name="connsiteX4" fmla="*/ 20405 w 20404"/>
                <a:gd name="connsiteY4" fmla="*/ 8111 h 1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04" h="16222">
                  <a:moveTo>
                    <a:pt x="20405" y="8111"/>
                  </a:moveTo>
                  <a:cubicBezTo>
                    <a:pt x="20405" y="12547"/>
                    <a:pt x="15842" y="16222"/>
                    <a:pt x="10266" y="16222"/>
                  </a:cubicBezTo>
                  <a:cubicBezTo>
                    <a:pt x="4689" y="16222"/>
                    <a:pt x="0" y="12674"/>
                    <a:pt x="0" y="8111"/>
                  </a:cubicBezTo>
                  <a:cubicBezTo>
                    <a:pt x="0" y="3549"/>
                    <a:pt x="4563" y="0"/>
                    <a:pt x="10266" y="0"/>
                  </a:cubicBezTo>
                  <a:cubicBezTo>
                    <a:pt x="15969" y="0"/>
                    <a:pt x="20405" y="3549"/>
                    <a:pt x="20405" y="811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40CE8472-67DE-6D39-1B74-9B570A5F5E19}"/>
                </a:ext>
              </a:extLst>
            </p:cNvPr>
            <p:cNvSpPr/>
            <p:nvPr/>
          </p:nvSpPr>
          <p:spPr>
            <a:xfrm>
              <a:off x="3727939" y="4245811"/>
              <a:ext cx="19644" cy="15715"/>
            </a:xfrm>
            <a:custGeom>
              <a:avLst/>
              <a:gdLst>
                <a:gd name="connsiteX0" fmla="*/ 19644 w 19644"/>
                <a:gd name="connsiteY0" fmla="*/ 7858 h 15715"/>
                <a:gd name="connsiteX1" fmla="*/ 9759 w 19644"/>
                <a:gd name="connsiteY1" fmla="*/ 15715 h 15715"/>
                <a:gd name="connsiteX2" fmla="*/ 0 w 19644"/>
                <a:gd name="connsiteY2" fmla="*/ 7858 h 15715"/>
                <a:gd name="connsiteX3" fmla="*/ 9759 w 19644"/>
                <a:gd name="connsiteY3" fmla="*/ 0 h 15715"/>
                <a:gd name="connsiteX4" fmla="*/ 19644 w 19644"/>
                <a:gd name="connsiteY4" fmla="*/ 7858 h 1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44" h="15715">
                  <a:moveTo>
                    <a:pt x="19644" y="7858"/>
                  </a:moveTo>
                  <a:cubicBezTo>
                    <a:pt x="19644" y="12167"/>
                    <a:pt x="15208" y="15715"/>
                    <a:pt x="9759" y="15715"/>
                  </a:cubicBezTo>
                  <a:cubicBezTo>
                    <a:pt x="4309" y="15715"/>
                    <a:pt x="0" y="12167"/>
                    <a:pt x="0" y="7858"/>
                  </a:cubicBezTo>
                  <a:cubicBezTo>
                    <a:pt x="0" y="3549"/>
                    <a:pt x="4309" y="0"/>
                    <a:pt x="9759" y="0"/>
                  </a:cubicBezTo>
                  <a:cubicBezTo>
                    <a:pt x="15208" y="0"/>
                    <a:pt x="19644" y="3549"/>
                    <a:pt x="19644" y="785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804E952B-FE35-7DB5-B5C5-F4C7D1D191B3}"/>
                </a:ext>
              </a:extLst>
            </p:cNvPr>
            <p:cNvSpPr/>
            <p:nvPr/>
          </p:nvSpPr>
          <p:spPr>
            <a:xfrm>
              <a:off x="3680033" y="4148985"/>
              <a:ext cx="19644" cy="15715"/>
            </a:xfrm>
            <a:custGeom>
              <a:avLst/>
              <a:gdLst>
                <a:gd name="connsiteX0" fmla="*/ 19644 w 19644"/>
                <a:gd name="connsiteY0" fmla="*/ 7858 h 15715"/>
                <a:gd name="connsiteX1" fmla="*/ 9885 w 19644"/>
                <a:gd name="connsiteY1" fmla="*/ 15715 h 15715"/>
                <a:gd name="connsiteX2" fmla="*/ 0 w 19644"/>
                <a:gd name="connsiteY2" fmla="*/ 7858 h 15715"/>
                <a:gd name="connsiteX3" fmla="*/ 9885 w 19644"/>
                <a:gd name="connsiteY3" fmla="*/ 0 h 15715"/>
                <a:gd name="connsiteX4" fmla="*/ 19644 w 19644"/>
                <a:gd name="connsiteY4" fmla="*/ 7858 h 1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44" h="15715">
                  <a:moveTo>
                    <a:pt x="19644" y="7858"/>
                  </a:moveTo>
                  <a:cubicBezTo>
                    <a:pt x="19644" y="12167"/>
                    <a:pt x="15208" y="15715"/>
                    <a:pt x="9885" y="15715"/>
                  </a:cubicBezTo>
                  <a:cubicBezTo>
                    <a:pt x="4563" y="15715"/>
                    <a:pt x="0" y="12167"/>
                    <a:pt x="0" y="7858"/>
                  </a:cubicBezTo>
                  <a:cubicBezTo>
                    <a:pt x="0" y="3549"/>
                    <a:pt x="4436" y="0"/>
                    <a:pt x="9885" y="0"/>
                  </a:cubicBezTo>
                  <a:cubicBezTo>
                    <a:pt x="15335" y="0"/>
                    <a:pt x="19644" y="3549"/>
                    <a:pt x="19644" y="785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5F8E8A70-18C1-6B6E-748C-68261F0F49A5}"/>
                </a:ext>
              </a:extLst>
            </p:cNvPr>
            <p:cNvSpPr/>
            <p:nvPr/>
          </p:nvSpPr>
          <p:spPr>
            <a:xfrm>
              <a:off x="3638717" y="4050891"/>
              <a:ext cx="18757" cy="14954"/>
            </a:xfrm>
            <a:custGeom>
              <a:avLst/>
              <a:gdLst>
                <a:gd name="connsiteX0" fmla="*/ 18757 w 18757"/>
                <a:gd name="connsiteY0" fmla="*/ 7477 h 14954"/>
                <a:gd name="connsiteX1" fmla="*/ 9379 w 18757"/>
                <a:gd name="connsiteY1" fmla="*/ 14955 h 14954"/>
                <a:gd name="connsiteX2" fmla="*/ 0 w 18757"/>
                <a:gd name="connsiteY2" fmla="*/ 7477 h 14954"/>
                <a:gd name="connsiteX3" fmla="*/ 9379 w 18757"/>
                <a:gd name="connsiteY3" fmla="*/ 0 h 14954"/>
                <a:gd name="connsiteX4" fmla="*/ 18757 w 18757"/>
                <a:gd name="connsiteY4" fmla="*/ 7477 h 14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57" h="14954">
                  <a:moveTo>
                    <a:pt x="18757" y="7477"/>
                  </a:moveTo>
                  <a:cubicBezTo>
                    <a:pt x="18757" y="11659"/>
                    <a:pt x="14575" y="14955"/>
                    <a:pt x="9379" y="14955"/>
                  </a:cubicBezTo>
                  <a:cubicBezTo>
                    <a:pt x="4183" y="14955"/>
                    <a:pt x="0" y="11659"/>
                    <a:pt x="0" y="7477"/>
                  </a:cubicBezTo>
                  <a:cubicBezTo>
                    <a:pt x="0" y="3295"/>
                    <a:pt x="4183" y="0"/>
                    <a:pt x="9379" y="0"/>
                  </a:cubicBezTo>
                  <a:cubicBezTo>
                    <a:pt x="14575" y="0"/>
                    <a:pt x="18757" y="3422"/>
                    <a:pt x="18757" y="747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9866CB07-A4C5-1BF8-6E04-908CF0D37C52}"/>
                </a:ext>
              </a:extLst>
            </p:cNvPr>
            <p:cNvSpPr/>
            <p:nvPr/>
          </p:nvSpPr>
          <p:spPr>
            <a:xfrm>
              <a:off x="3603484" y="3951023"/>
              <a:ext cx="18250" cy="14447"/>
            </a:xfrm>
            <a:custGeom>
              <a:avLst/>
              <a:gdLst>
                <a:gd name="connsiteX0" fmla="*/ 18250 w 18250"/>
                <a:gd name="connsiteY0" fmla="*/ 7224 h 14447"/>
                <a:gd name="connsiteX1" fmla="*/ 9125 w 18250"/>
                <a:gd name="connsiteY1" fmla="*/ 14448 h 14447"/>
                <a:gd name="connsiteX2" fmla="*/ 0 w 18250"/>
                <a:gd name="connsiteY2" fmla="*/ 7224 h 14447"/>
                <a:gd name="connsiteX3" fmla="*/ 9125 w 18250"/>
                <a:gd name="connsiteY3" fmla="*/ 0 h 14447"/>
                <a:gd name="connsiteX4" fmla="*/ 18250 w 18250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7">
                  <a:moveTo>
                    <a:pt x="18250" y="7224"/>
                  </a:moveTo>
                  <a:cubicBezTo>
                    <a:pt x="18250" y="11279"/>
                    <a:pt x="14195" y="14448"/>
                    <a:pt x="9125" y="14448"/>
                  </a:cubicBezTo>
                  <a:cubicBezTo>
                    <a:pt x="4056" y="14448"/>
                    <a:pt x="0" y="11279"/>
                    <a:pt x="0" y="7224"/>
                  </a:cubicBezTo>
                  <a:cubicBezTo>
                    <a:pt x="0" y="3168"/>
                    <a:pt x="4056" y="0"/>
                    <a:pt x="9125" y="0"/>
                  </a:cubicBezTo>
                  <a:cubicBezTo>
                    <a:pt x="14195" y="0"/>
                    <a:pt x="18250" y="3295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8930E258-95FF-8DBE-6DB1-C0BA3819FCDA}"/>
                </a:ext>
              </a:extLst>
            </p:cNvPr>
            <p:cNvSpPr/>
            <p:nvPr/>
          </p:nvSpPr>
          <p:spPr>
            <a:xfrm>
              <a:off x="3574335" y="3849635"/>
              <a:ext cx="18250" cy="14447"/>
            </a:xfrm>
            <a:custGeom>
              <a:avLst/>
              <a:gdLst>
                <a:gd name="connsiteX0" fmla="*/ 18250 w 18250"/>
                <a:gd name="connsiteY0" fmla="*/ 7224 h 14447"/>
                <a:gd name="connsiteX1" fmla="*/ 9125 w 18250"/>
                <a:gd name="connsiteY1" fmla="*/ 14448 h 14447"/>
                <a:gd name="connsiteX2" fmla="*/ 0 w 18250"/>
                <a:gd name="connsiteY2" fmla="*/ 7224 h 14447"/>
                <a:gd name="connsiteX3" fmla="*/ 9125 w 18250"/>
                <a:gd name="connsiteY3" fmla="*/ 0 h 14447"/>
                <a:gd name="connsiteX4" fmla="*/ 18250 w 18250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7">
                  <a:moveTo>
                    <a:pt x="18250" y="7224"/>
                  </a:moveTo>
                  <a:cubicBezTo>
                    <a:pt x="18250" y="11279"/>
                    <a:pt x="14194" y="14448"/>
                    <a:pt x="9125" y="14448"/>
                  </a:cubicBezTo>
                  <a:cubicBezTo>
                    <a:pt x="4056" y="14448"/>
                    <a:pt x="0" y="11279"/>
                    <a:pt x="0" y="7224"/>
                  </a:cubicBezTo>
                  <a:cubicBezTo>
                    <a:pt x="0" y="3168"/>
                    <a:pt x="4056" y="0"/>
                    <a:pt x="9125" y="0"/>
                  </a:cubicBezTo>
                  <a:cubicBezTo>
                    <a:pt x="14194" y="0"/>
                    <a:pt x="18250" y="3168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6D0044FF-6FB5-5488-32FC-D66D35C20EFE}"/>
                </a:ext>
              </a:extLst>
            </p:cNvPr>
            <p:cNvSpPr/>
            <p:nvPr/>
          </p:nvSpPr>
          <p:spPr>
            <a:xfrm>
              <a:off x="3551903" y="3747486"/>
              <a:ext cx="17489" cy="13941"/>
            </a:xfrm>
            <a:custGeom>
              <a:avLst/>
              <a:gdLst>
                <a:gd name="connsiteX0" fmla="*/ 17490 w 17489"/>
                <a:gd name="connsiteY0" fmla="*/ 6970 h 13941"/>
                <a:gd name="connsiteX1" fmla="*/ 8745 w 17489"/>
                <a:gd name="connsiteY1" fmla="*/ 13941 h 13941"/>
                <a:gd name="connsiteX2" fmla="*/ 0 w 17489"/>
                <a:gd name="connsiteY2" fmla="*/ 6970 h 13941"/>
                <a:gd name="connsiteX3" fmla="*/ 8745 w 17489"/>
                <a:gd name="connsiteY3" fmla="*/ 0 h 13941"/>
                <a:gd name="connsiteX4" fmla="*/ 17490 w 17489"/>
                <a:gd name="connsiteY4" fmla="*/ 6970 h 1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89" h="13941">
                  <a:moveTo>
                    <a:pt x="17490" y="6970"/>
                  </a:moveTo>
                  <a:cubicBezTo>
                    <a:pt x="17490" y="10773"/>
                    <a:pt x="13560" y="13941"/>
                    <a:pt x="8745" y="13941"/>
                  </a:cubicBezTo>
                  <a:cubicBezTo>
                    <a:pt x="3929" y="13941"/>
                    <a:pt x="0" y="10773"/>
                    <a:pt x="0" y="6970"/>
                  </a:cubicBezTo>
                  <a:cubicBezTo>
                    <a:pt x="0" y="3168"/>
                    <a:pt x="3929" y="0"/>
                    <a:pt x="8745" y="0"/>
                  </a:cubicBezTo>
                  <a:cubicBezTo>
                    <a:pt x="13560" y="0"/>
                    <a:pt x="17490" y="3042"/>
                    <a:pt x="17490" y="69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BCF0469C-E32D-C810-0751-3AD46C280F27}"/>
                </a:ext>
              </a:extLst>
            </p:cNvPr>
            <p:cNvSpPr/>
            <p:nvPr/>
          </p:nvSpPr>
          <p:spPr>
            <a:xfrm>
              <a:off x="3535934" y="3644702"/>
              <a:ext cx="16729" cy="13180"/>
            </a:xfrm>
            <a:custGeom>
              <a:avLst/>
              <a:gdLst>
                <a:gd name="connsiteX0" fmla="*/ 16729 w 16729"/>
                <a:gd name="connsiteY0" fmla="*/ 6591 h 13180"/>
                <a:gd name="connsiteX1" fmla="*/ 8365 w 16729"/>
                <a:gd name="connsiteY1" fmla="*/ 13181 h 13180"/>
                <a:gd name="connsiteX2" fmla="*/ 0 w 16729"/>
                <a:gd name="connsiteY2" fmla="*/ 6591 h 13180"/>
                <a:gd name="connsiteX3" fmla="*/ 8365 w 16729"/>
                <a:gd name="connsiteY3" fmla="*/ 0 h 13180"/>
                <a:gd name="connsiteX4" fmla="*/ 16729 w 16729"/>
                <a:gd name="connsiteY4" fmla="*/ 6591 h 13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9" h="13180">
                  <a:moveTo>
                    <a:pt x="16729" y="6591"/>
                  </a:moveTo>
                  <a:cubicBezTo>
                    <a:pt x="16729" y="10266"/>
                    <a:pt x="12927" y="13181"/>
                    <a:pt x="8365" y="13181"/>
                  </a:cubicBezTo>
                  <a:cubicBezTo>
                    <a:pt x="3802" y="13181"/>
                    <a:pt x="0" y="10266"/>
                    <a:pt x="0" y="6591"/>
                  </a:cubicBezTo>
                  <a:cubicBezTo>
                    <a:pt x="0" y="2915"/>
                    <a:pt x="3802" y="0"/>
                    <a:pt x="8365" y="0"/>
                  </a:cubicBezTo>
                  <a:cubicBezTo>
                    <a:pt x="12927" y="0"/>
                    <a:pt x="16729" y="2915"/>
                    <a:pt x="16729" y="65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E469716A-1532-AA36-1324-D67017EFCAC8}"/>
                </a:ext>
              </a:extLst>
            </p:cNvPr>
            <p:cNvSpPr/>
            <p:nvPr/>
          </p:nvSpPr>
          <p:spPr>
            <a:xfrm>
              <a:off x="3526556" y="3541286"/>
              <a:ext cx="15968" cy="12673"/>
            </a:xfrm>
            <a:custGeom>
              <a:avLst/>
              <a:gdLst>
                <a:gd name="connsiteX0" fmla="*/ 15968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8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8" y="6337"/>
                  </a:moveTo>
                  <a:cubicBezTo>
                    <a:pt x="15968" y="9886"/>
                    <a:pt x="12420" y="12674"/>
                    <a:pt x="7984" y="12674"/>
                  </a:cubicBezTo>
                  <a:cubicBezTo>
                    <a:pt x="3549" y="12674"/>
                    <a:pt x="0" y="9886"/>
                    <a:pt x="0" y="6337"/>
                  </a:cubicBezTo>
                  <a:cubicBezTo>
                    <a:pt x="0" y="2788"/>
                    <a:pt x="3549" y="0"/>
                    <a:pt x="7984" y="0"/>
                  </a:cubicBezTo>
                  <a:cubicBezTo>
                    <a:pt x="12420" y="0"/>
                    <a:pt x="15968" y="2788"/>
                    <a:pt x="15968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1C9B1649-FE55-4A4E-9F82-9ADADD407AB8}"/>
                </a:ext>
              </a:extLst>
            </p:cNvPr>
            <p:cNvSpPr/>
            <p:nvPr/>
          </p:nvSpPr>
          <p:spPr>
            <a:xfrm>
              <a:off x="3523641" y="3437489"/>
              <a:ext cx="15334" cy="12166"/>
            </a:xfrm>
            <a:custGeom>
              <a:avLst/>
              <a:gdLst>
                <a:gd name="connsiteX0" fmla="*/ 15335 w 15334"/>
                <a:gd name="connsiteY0" fmla="*/ 6083 h 12166"/>
                <a:gd name="connsiteX1" fmla="*/ 7604 w 15334"/>
                <a:gd name="connsiteY1" fmla="*/ 12167 h 12166"/>
                <a:gd name="connsiteX2" fmla="*/ 0 w 15334"/>
                <a:gd name="connsiteY2" fmla="*/ 6083 h 12166"/>
                <a:gd name="connsiteX3" fmla="*/ 7604 w 15334"/>
                <a:gd name="connsiteY3" fmla="*/ 0 h 12166"/>
                <a:gd name="connsiteX4" fmla="*/ 15335 w 15334"/>
                <a:gd name="connsiteY4" fmla="*/ 6083 h 1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34" h="12166">
                  <a:moveTo>
                    <a:pt x="15335" y="6083"/>
                  </a:moveTo>
                  <a:cubicBezTo>
                    <a:pt x="15335" y="9378"/>
                    <a:pt x="11913" y="12167"/>
                    <a:pt x="7604" y="12167"/>
                  </a:cubicBezTo>
                  <a:cubicBezTo>
                    <a:pt x="3295" y="12167"/>
                    <a:pt x="0" y="9505"/>
                    <a:pt x="0" y="6083"/>
                  </a:cubicBezTo>
                  <a:cubicBezTo>
                    <a:pt x="0" y="2661"/>
                    <a:pt x="3422" y="0"/>
                    <a:pt x="7604" y="0"/>
                  </a:cubicBezTo>
                  <a:cubicBezTo>
                    <a:pt x="11786" y="0"/>
                    <a:pt x="15335" y="2788"/>
                    <a:pt x="15335" y="60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483ECD03-1721-DA5C-04F7-5D2002DD5392}"/>
                </a:ext>
              </a:extLst>
            </p:cNvPr>
            <p:cNvSpPr/>
            <p:nvPr/>
          </p:nvSpPr>
          <p:spPr>
            <a:xfrm>
              <a:off x="3527316" y="3333946"/>
              <a:ext cx="14447" cy="11533"/>
            </a:xfrm>
            <a:custGeom>
              <a:avLst/>
              <a:gdLst>
                <a:gd name="connsiteX0" fmla="*/ 14448 w 14447"/>
                <a:gd name="connsiteY0" fmla="*/ 5703 h 11533"/>
                <a:gd name="connsiteX1" fmla="*/ 7224 w 14447"/>
                <a:gd name="connsiteY1" fmla="*/ 11533 h 11533"/>
                <a:gd name="connsiteX2" fmla="*/ 0 w 14447"/>
                <a:gd name="connsiteY2" fmla="*/ 5703 h 11533"/>
                <a:gd name="connsiteX3" fmla="*/ 7224 w 14447"/>
                <a:gd name="connsiteY3" fmla="*/ 0 h 11533"/>
                <a:gd name="connsiteX4" fmla="*/ 14448 w 14447"/>
                <a:gd name="connsiteY4" fmla="*/ 5703 h 11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47" h="11533">
                  <a:moveTo>
                    <a:pt x="14448" y="5703"/>
                  </a:moveTo>
                  <a:cubicBezTo>
                    <a:pt x="14448" y="8872"/>
                    <a:pt x="11153" y="11533"/>
                    <a:pt x="7224" y="11533"/>
                  </a:cubicBezTo>
                  <a:cubicBezTo>
                    <a:pt x="3295" y="11533"/>
                    <a:pt x="0" y="8998"/>
                    <a:pt x="0" y="5703"/>
                  </a:cubicBezTo>
                  <a:cubicBezTo>
                    <a:pt x="0" y="2408"/>
                    <a:pt x="3295" y="0"/>
                    <a:pt x="7224" y="0"/>
                  </a:cubicBezTo>
                  <a:cubicBezTo>
                    <a:pt x="11153" y="0"/>
                    <a:pt x="14448" y="2535"/>
                    <a:pt x="14448" y="570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CDBD00E1-CFEA-4FA8-2985-E1484436EBDB}"/>
                </a:ext>
              </a:extLst>
            </p:cNvPr>
            <p:cNvSpPr/>
            <p:nvPr/>
          </p:nvSpPr>
          <p:spPr>
            <a:xfrm>
              <a:off x="3537455" y="3230529"/>
              <a:ext cx="13687" cy="10899"/>
            </a:xfrm>
            <a:custGeom>
              <a:avLst/>
              <a:gdLst>
                <a:gd name="connsiteX0" fmla="*/ 13688 w 13687"/>
                <a:gd name="connsiteY0" fmla="*/ 5450 h 10899"/>
                <a:gd name="connsiteX1" fmla="*/ 6844 w 13687"/>
                <a:gd name="connsiteY1" fmla="*/ 10899 h 10899"/>
                <a:gd name="connsiteX2" fmla="*/ 0 w 13687"/>
                <a:gd name="connsiteY2" fmla="*/ 5450 h 10899"/>
                <a:gd name="connsiteX3" fmla="*/ 6844 w 13687"/>
                <a:gd name="connsiteY3" fmla="*/ 0 h 10899"/>
                <a:gd name="connsiteX4" fmla="*/ 13688 w 13687"/>
                <a:gd name="connsiteY4" fmla="*/ 5450 h 10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87" h="10899">
                  <a:moveTo>
                    <a:pt x="13688" y="5450"/>
                  </a:moveTo>
                  <a:cubicBezTo>
                    <a:pt x="13688" y="8491"/>
                    <a:pt x="10646" y="10899"/>
                    <a:pt x="6844" y="10899"/>
                  </a:cubicBezTo>
                  <a:cubicBezTo>
                    <a:pt x="3042" y="10899"/>
                    <a:pt x="0" y="8365"/>
                    <a:pt x="0" y="5450"/>
                  </a:cubicBezTo>
                  <a:cubicBezTo>
                    <a:pt x="0" y="2535"/>
                    <a:pt x="3042" y="0"/>
                    <a:pt x="6844" y="0"/>
                  </a:cubicBezTo>
                  <a:cubicBezTo>
                    <a:pt x="10646" y="0"/>
                    <a:pt x="13688" y="2408"/>
                    <a:pt x="13688" y="545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6BD4B8B3-C411-35A6-C094-034FCB12B00B}"/>
                </a:ext>
              </a:extLst>
            </p:cNvPr>
            <p:cNvSpPr/>
            <p:nvPr/>
          </p:nvSpPr>
          <p:spPr>
            <a:xfrm>
              <a:off x="3554057" y="3127620"/>
              <a:ext cx="13180" cy="10392"/>
            </a:xfrm>
            <a:custGeom>
              <a:avLst/>
              <a:gdLst>
                <a:gd name="connsiteX0" fmla="*/ 13181 w 13180"/>
                <a:gd name="connsiteY0" fmla="*/ 5196 h 10392"/>
                <a:gd name="connsiteX1" fmla="*/ 6591 w 13180"/>
                <a:gd name="connsiteY1" fmla="*/ 10392 h 10392"/>
                <a:gd name="connsiteX2" fmla="*/ 0 w 13180"/>
                <a:gd name="connsiteY2" fmla="*/ 5196 h 10392"/>
                <a:gd name="connsiteX3" fmla="*/ 6591 w 13180"/>
                <a:gd name="connsiteY3" fmla="*/ 0 h 10392"/>
                <a:gd name="connsiteX4" fmla="*/ 13181 w 13180"/>
                <a:gd name="connsiteY4" fmla="*/ 5196 h 1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80" h="10392">
                  <a:moveTo>
                    <a:pt x="13181" y="5196"/>
                  </a:moveTo>
                  <a:lnTo>
                    <a:pt x="6591" y="10392"/>
                  </a:lnTo>
                  <a:lnTo>
                    <a:pt x="0" y="5196"/>
                  </a:lnTo>
                  <a:lnTo>
                    <a:pt x="6591" y="0"/>
                  </a:lnTo>
                  <a:lnTo>
                    <a:pt x="13181" y="519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73403B4E-73C4-1530-4CF5-72D8B02C623E}"/>
                </a:ext>
              </a:extLst>
            </p:cNvPr>
            <p:cNvSpPr/>
            <p:nvPr/>
          </p:nvSpPr>
          <p:spPr>
            <a:xfrm>
              <a:off x="3577250" y="3025471"/>
              <a:ext cx="12293" cy="9758"/>
            </a:xfrm>
            <a:custGeom>
              <a:avLst/>
              <a:gdLst>
                <a:gd name="connsiteX0" fmla="*/ 12293 w 12293"/>
                <a:gd name="connsiteY0" fmla="*/ 4943 h 9758"/>
                <a:gd name="connsiteX1" fmla="*/ 6210 w 12293"/>
                <a:gd name="connsiteY1" fmla="*/ 9759 h 9758"/>
                <a:gd name="connsiteX2" fmla="*/ 0 w 12293"/>
                <a:gd name="connsiteY2" fmla="*/ 4943 h 9758"/>
                <a:gd name="connsiteX3" fmla="*/ 6210 w 12293"/>
                <a:gd name="connsiteY3" fmla="*/ 0 h 9758"/>
                <a:gd name="connsiteX4" fmla="*/ 12293 w 12293"/>
                <a:gd name="connsiteY4" fmla="*/ 4943 h 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93" h="9758">
                  <a:moveTo>
                    <a:pt x="12293" y="4943"/>
                  </a:moveTo>
                  <a:lnTo>
                    <a:pt x="6210" y="9759"/>
                  </a:lnTo>
                  <a:lnTo>
                    <a:pt x="0" y="4943"/>
                  </a:lnTo>
                  <a:lnTo>
                    <a:pt x="6210" y="0"/>
                  </a:lnTo>
                  <a:lnTo>
                    <a:pt x="12293" y="494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C6D4C4EB-4D63-C571-2C6B-7BD2BF8EC2AE}"/>
                </a:ext>
              </a:extLst>
            </p:cNvPr>
            <p:cNvSpPr/>
            <p:nvPr/>
          </p:nvSpPr>
          <p:spPr>
            <a:xfrm>
              <a:off x="3607413" y="2924969"/>
              <a:ext cx="10265" cy="8111"/>
            </a:xfrm>
            <a:custGeom>
              <a:avLst/>
              <a:gdLst>
                <a:gd name="connsiteX0" fmla="*/ 10266 w 10265"/>
                <a:gd name="connsiteY0" fmla="*/ 4056 h 8111"/>
                <a:gd name="connsiteX1" fmla="*/ 5196 w 10265"/>
                <a:gd name="connsiteY1" fmla="*/ 8111 h 8111"/>
                <a:gd name="connsiteX2" fmla="*/ 0 w 10265"/>
                <a:gd name="connsiteY2" fmla="*/ 4056 h 8111"/>
                <a:gd name="connsiteX3" fmla="*/ 5196 w 10265"/>
                <a:gd name="connsiteY3" fmla="*/ 0 h 8111"/>
                <a:gd name="connsiteX4" fmla="*/ 10266 w 10265"/>
                <a:gd name="connsiteY4" fmla="*/ 4056 h 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5" h="8111">
                  <a:moveTo>
                    <a:pt x="10266" y="4056"/>
                  </a:moveTo>
                  <a:lnTo>
                    <a:pt x="5196" y="8111"/>
                  </a:lnTo>
                  <a:lnTo>
                    <a:pt x="0" y="4056"/>
                  </a:lnTo>
                  <a:lnTo>
                    <a:pt x="5196" y="0"/>
                  </a:lnTo>
                  <a:lnTo>
                    <a:pt x="10266" y="405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A35A7A3B-1F11-39C6-51AD-97D046B794A4}"/>
                </a:ext>
              </a:extLst>
            </p:cNvPr>
            <p:cNvSpPr/>
            <p:nvPr/>
          </p:nvSpPr>
          <p:spPr>
            <a:xfrm>
              <a:off x="3643406" y="2825101"/>
              <a:ext cx="9378" cy="7477"/>
            </a:xfrm>
            <a:custGeom>
              <a:avLst/>
              <a:gdLst>
                <a:gd name="connsiteX0" fmla="*/ 9378 w 9378"/>
                <a:gd name="connsiteY0" fmla="*/ 3802 h 7477"/>
                <a:gd name="connsiteX1" fmla="*/ 4689 w 9378"/>
                <a:gd name="connsiteY1" fmla="*/ 7477 h 7477"/>
                <a:gd name="connsiteX2" fmla="*/ 0 w 9378"/>
                <a:gd name="connsiteY2" fmla="*/ 3802 h 7477"/>
                <a:gd name="connsiteX3" fmla="*/ 4689 w 9378"/>
                <a:gd name="connsiteY3" fmla="*/ 0 h 7477"/>
                <a:gd name="connsiteX4" fmla="*/ 9378 w 9378"/>
                <a:gd name="connsiteY4" fmla="*/ 3802 h 7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78" h="7477">
                  <a:moveTo>
                    <a:pt x="9378" y="3802"/>
                  </a:moveTo>
                  <a:lnTo>
                    <a:pt x="4689" y="7477"/>
                  </a:lnTo>
                  <a:lnTo>
                    <a:pt x="0" y="3802"/>
                  </a:lnTo>
                  <a:lnTo>
                    <a:pt x="4689" y="0"/>
                  </a:lnTo>
                  <a:lnTo>
                    <a:pt x="9378" y="380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7DAB9F18-061E-2E5C-830B-1E74FEEB5F5D}"/>
                </a:ext>
              </a:extLst>
            </p:cNvPr>
            <p:cNvSpPr/>
            <p:nvPr/>
          </p:nvSpPr>
          <p:spPr>
            <a:xfrm>
              <a:off x="3685482" y="2726881"/>
              <a:ext cx="8618" cy="6843"/>
            </a:xfrm>
            <a:custGeom>
              <a:avLst/>
              <a:gdLst>
                <a:gd name="connsiteX0" fmla="*/ 8618 w 8618"/>
                <a:gd name="connsiteY0" fmla="*/ 3422 h 6843"/>
                <a:gd name="connsiteX1" fmla="*/ 4436 w 8618"/>
                <a:gd name="connsiteY1" fmla="*/ 6844 h 6843"/>
                <a:gd name="connsiteX2" fmla="*/ 0 w 8618"/>
                <a:gd name="connsiteY2" fmla="*/ 3422 h 6843"/>
                <a:gd name="connsiteX3" fmla="*/ 4436 w 8618"/>
                <a:gd name="connsiteY3" fmla="*/ 0 h 6843"/>
                <a:gd name="connsiteX4" fmla="*/ 8618 w 8618"/>
                <a:gd name="connsiteY4" fmla="*/ 3422 h 6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8" h="6843">
                  <a:moveTo>
                    <a:pt x="8618" y="3422"/>
                  </a:moveTo>
                  <a:lnTo>
                    <a:pt x="4436" y="6844"/>
                  </a:lnTo>
                  <a:lnTo>
                    <a:pt x="0" y="3422"/>
                  </a:lnTo>
                  <a:lnTo>
                    <a:pt x="4436" y="0"/>
                  </a:lnTo>
                  <a:lnTo>
                    <a:pt x="8618" y="342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C91D50F9-26AB-C489-A3C2-7CBF87152900}"/>
                </a:ext>
              </a:extLst>
            </p:cNvPr>
            <p:cNvSpPr/>
            <p:nvPr/>
          </p:nvSpPr>
          <p:spPr>
            <a:xfrm>
              <a:off x="3733642" y="2630308"/>
              <a:ext cx="8110" cy="6463"/>
            </a:xfrm>
            <a:custGeom>
              <a:avLst/>
              <a:gdLst>
                <a:gd name="connsiteX0" fmla="*/ 8111 w 8110"/>
                <a:gd name="connsiteY0" fmla="*/ 3168 h 6463"/>
                <a:gd name="connsiteX1" fmla="*/ 4056 w 8110"/>
                <a:gd name="connsiteY1" fmla="*/ 6464 h 6463"/>
                <a:gd name="connsiteX2" fmla="*/ 0 w 8110"/>
                <a:gd name="connsiteY2" fmla="*/ 3168 h 6463"/>
                <a:gd name="connsiteX3" fmla="*/ 4056 w 8110"/>
                <a:gd name="connsiteY3" fmla="*/ 0 h 6463"/>
                <a:gd name="connsiteX4" fmla="*/ 8111 w 8110"/>
                <a:gd name="connsiteY4" fmla="*/ 3168 h 6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10" h="6463">
                  <a:moveTo>
                    <a:pt x="8111" y="3168"/>
                  </a:moveTo>
                  <a:lnTo>
                    <a:pt x="4056" y="6464"/>
                  </a:lnTo>
                  <a:lnTo>
                    <a:pt x="0" y="3168"/>
                  </a:lnTo>
                  <a:lnTo>
                    <a:pt x="4056" y="0"/>
                  </a:lnTo>
                  <a:lnTo>
                    <a:pt x="8111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2AEA3EBE-7E5E-11D8-2A7F-3FA0AD7B63A5}"/>
                </a:ext>
              </a:extLst>
            </p:cNvPr>
            <p:cNvSpPr/>
            <p:nvPr/>
          </p:nvSpPr>
          <p:spPr>
            <a:xfrm>
              <a:off x="3788012" y="2535890"/>
              <a:ext cx="7350" cy="5703"/>
            </a:xfrm>
            <a:custGeom>
              <a:avLst/>
              <a:gdLst>
                <a:gd name="connsiteX0" fmla="*/ 7351 w 7350"/>
                <a:gd name="connsiteY0" fmla="*/ 2788 h 5703"/>
                <a:gd name="connsiteX1" fmla="*/ 3675 w 7350"/>
                <a:gd name="connsiteY1" fmla="*/ 5703 h 5703"/>
                <a:gd name="connsiteX2" fmla="*/ 0 w 7350"/>
                <a:gd name="connsiteY2" fmla="*/ 2788 h 5703"/>
                <a:gd name="connsiteX3" fmla="*/ 3675 w 7350"/>
                <a:gd name="connsiteY3" fmla="*/ 0 h 5703"/>
                <a:gd name="connsiteX4" fmla="*/ 7351 w 7350"/>
                <a:gd name="connsiteY4" fmla="*/ 2788 h 5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0" h="5703">
                  <a:moveTo>
                    <a:pt x="7351" y="2788"/>
                  </a:moveTo>
                  <a:lnTo>
                    <a:pt x="3675" y="5703"/>
                  </a:lnTo>
                  <a:lnTo>
                    <a:pt x="0" y="2788"/>
                  </a:lnTo>
                  <a:lnTo>
                    <a:pt x="3675" y="0"/>
                  </a:lnTo>
                  <a:lnTo>
                    <a:pt x="7351" y="278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8658278A-EF69-0A13-918A-81FE2F42E98D}"/>
                </a:ext>
              </a:extLst>
            </p:cNvPr>
            <p:cNvSpPr/>
            <p:nvPr/>
          </p:nvSpPr>
          <p:spPr>
            <a:xfrm>
              <a:off x="3848592" y="2444006"/>
              <a:ext cx="5702" cy="4435"/>
            </a:xfrm>
            <a:custGeom>
              <a:avLst/>
              <a:gdLst>
                <a:gd name="connsiteX0" fmla="*/ 5703 w 5702"/>
                <a:gd name="connsiteY0" fmla="*/ 2154 h 4435"/>
                <a:gd name="connsiteX1" fmla="*/ 2915 w 5702"/>
                <a:gd name="connsiteY1" fmla="*/ 4436 h 4435"/>
                <a:gd name="connsiteX2" fmla="*/ 0 w 5702"/>
                <a:gd name="connsiteY2" fmla="*/ 2154 h 4435"/>
                <a:gd name="connsiteX3" fmla="*/ 2915 w 5702"/>
                <a:gd name="connsiteY3" fmla="*/ 0 h 4435"/>
                <a:gd name="connsiteX4" fmla="*/ 5703 w 5702"/>
                <a:gd name="connsiteY4" fmla="*/ 2154 h 4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02" h="4435">
                  <a:moveTo>
                    <a:pt x="5703" y="2154"/>
                  </a:moveTo>
                  <a:lnTo>
                    <a:pt x="2915" y="4436"/>
                  </a:lnTo>
                  <a:lnTo>
                    <a:pt x="0" y="2154"/>
                  </a:lnTo>
                  <a:lnTo>
                    <a:pt x="2915" y="0"/>
                  </a:lnTo>
                  <a:lnTo>
                    <a:pt x="5703" y="21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70D458BE-9174-EF33-012F-907E6BBDE417}"/>
                </a:ext>
              </a:extLst>
            </p:cNvPr>
            <p:cNvSpPr/>
            <p:nvPr/>
          </p:nvSpPr>
          <p:spPr>
            <a:xfrm>
              <a:off x="3914494" y="2354150"/>
              <a:ext cx="5069" cy="4055"/>
            </a:xfrm>
            <a:custGeom>
              <a:avLst/>
              <a:gdLst>
                <a:gd name="connsiteX0" fmla="*/ 5069 w 5069"/>
                <a:gd name="connsiteY0" fmla="*/ 2028 h 4055"/>
                <a:gd name="connsiteX1" fmla="*/ 2535 w 5069"/>
                <a:gd name="connsiteY1" fmla="*/ 4055 h 4055"/>
                <a:gd name="connsiteX2" fmla="*/ 0 w 5069"/>
                <a:gd name="connsiteY2" fmla="*/ 2028 h 4055"/>
                <a:gd name="connsiteX3" fmla="*/ 2535 w 5069"/>
                <a:gd name="connsiteY3" fmla="*/ 0 h 4055"/>
                <a:gd name="connsiteX4" fmla="*/ 5069 w 5069"/>
                <a:gd name="connsiteY4" fmla="*/ 2028 h 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9" h="4055">
                  <a:moveTo>
                    <a:pt x="5069" y="2028"/>
                  </a:moveTo>
                  <a:lnTo>
                    <a:pt x="2535" y="4055"/>
                  </a:lnTo>
                  <a:lnTo>
                    <a:pt x="0" y="2028"/>
                  </a:lnTo>
                  <a:lnTo>
                    <a:pt x="2535" y="0"/>
                  </a:lnTo>
                  <a:lnTo>
                    <a:pt x="5069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7C83F5CD-53F0-D0D3-4042-E34CA7ED521E}"/>
                </a:ext>
              </a:extLst>
            </p:cNvPr>
            <p:cNvSpPr/>
            <p:nvPr/>
          </p:nvSpPr>
          <p:spPr>
            <a:xfrm>
              <a:off x="3986354" y="2267463"/>
              <a:ext cx="3548" cy="2788"/>
            </a:xfrm>
            <a:custGeom>
              <a:avLst/>
              <a:gdLst>
                <a:gd name="connsiteX0" fmla="*/ 3549 w 3548"/>
                <a:gd name="connsiteY0" fmla="*/ 1394 h 2788"/>
                <a:gd name="connsiteX1" fmla="*/ 1774 w 3548"/>
                <a:gd name="connsiteY1" fmla="*/ 2788 h 2788"/>
                <a:gd name="connsiteX2" fmla="*/ 0 w 3548"/>
                <a:gd name="connsiteY2" fmla="*/ 1394 h 2788"/>
                <a:gd name="connsiteX3" fmla="*/ 1774 w 3548"/>
                <a:gd name="connsiteY3" fmla="*/ 0 h 2788"/>
                <a:gd name="connsiteX4" fmla="*/ 3549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9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9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25F68891-337C-44D1-548C-44B06941A833}"/>
                </a:ext>
              </a:extLst>
            </p:cNvPr>
            <p:cNvSpPr/>
            <p:nvPr/>
          </p:nvSpPr>
          <p:spPr>
            <a:xfrm>
              <a:off x="4063282" y="2183184"/>
              <a:ext cx="2915" cy="2408"/>
            </a:xfrm>
            <a:custGeom>
              <a:avLst/>
              <a:gdLst>
                <a:gd name="connsiteX0" fmla="*/ 2915 w 2915"/>
                <a:gd name="connsiteY0" fmla="*/ 1267 h 2408"/>
                <a:gd name="connsiteX1" fmla="*/ 1394 w 2915"/>
                <a:gd name="connsiteY1" fmla="*/ 2408 h 2408"/>
                <a:gd name="connsiteX2" fmla="*/ 0 w 2915"/>
                <a:gd name="connsiteY2" fmla="*/ 1267 h 2408"/>
                <a:gd name="connsiteX3" fmla="*/ 1394 w 2915"/>
                <a:gd name="connsiteY3" fmla="*/ 0 h 2408"/>
                <a:gd name="connsiteX4" fmla="*/ 2915 w 2915"/>
                <a:gd name="connsiteY4" fmla="*/ 1267 h 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5" h="2408">
                  <a:moveTo>
                    <a:pt x="2915" y="1267"/>
                  </a:moveTo>
                  <a:lnTo>
                    <a:pt x="1394" y="2408"/>
                  </a:lnTo>
                  <a:lnTo>
                    <a:pt x="0" y="1267"/>
                  </a:lnTo>
                  <a:lnTo>
                    <a:pt x="1394" y="0"/>
                  </a:lnTo>
                  <a:lnTo>
                    <a:pt x="2915" y="126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B89F3AAA-CB3F-26EB-17C2-5AAAA252353E}"/>
                </a:ext>
              </a:extLst>
            </p:cNvPr>
            <p:cNvSpPr/>
            <p:nvPr/>
          </p:nvSpPr>
          <p:spPr>
            <a:xfrm>
              <a:off x="4145661" y="2102579"/>
              <a:ext cx="1394" cy="1013"/>
            </a:xfrm>
            <a:custGeom>
              <a:avLst/>
              <a:gdLst>
                <a:gd name="connsiteX0" fmla="*/ 1394 w 1394"/>
                <a:gd name="connsiteY0" fmla="*/ 507 h 1013"/>
                <a:gd name="connsiteX1" fmla="*/ 761 w 1394"/>
                <a:gd name="connsiteY1" fmla="*/ 1014 h 1013"/>
                <a:gd name="connsiteX2" fmla="*/ 0 w 1394"/>
                <a:gd name="connsiteY2" fmla="*/ 507 h 1013"/>
                <a:gd name="connsiteX3" fmla="*/ 761 w 1394"/>
                <a:gd name="connsiteY3" fmla="*/ 0 h 1013"/>
                <a:gd name="connsiteX4" fmla="*/ 1394 w 1394"/>
                <a:gd name="connsiteY4" fmla="*/ 507 h 1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" h="1013">
                  <a:moveTo>
                    <a:pt x="1394" y="507"/>
                  </a:moveTo>
                  <a:lnTo>
                    <a:pt x="761" y="1014"/>
                  </a:lnTo>
                  <a:lnTo>
                    <a:pt x="0" y="507"/>
                  </a:lnTo>
                  <a:lnTo>
                    <a:pt x="761" y="0"/>
                  </a:lnTo>
                  <a:lnTo>
                    <a:pt x="1394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EADC5D50-A701-0E2F-A9E4-2ABC7182AA95}"/>
                </a:ext>
              </a:extLst>
            </p:cNvPr>
            <p:cNvSpPr/>
            <p:nvPr/>
          </p:nvSpPr>
          <p:spPr>
            <a:xfrm>
              <a:off x="4420424" y="1879651"/>
              <a:ext cx="760" cy="633"/>
            </a:xfrm>
            <a:custGeom>
              <a:avLst/>
              <a:gdLst>
                <a:gd name="connsiteX0" fmla="*/ 760 w 760"/>
                <a:gd name="connsiteY0" fmla="*/ 254 h 633"/>
                <a:gd name="connsiteX1" fmla="*/ 380 w 760"/>
                <a:gd name="connsiteY1" fmla="*/ 634 h 633"/>
                <a:gd name="connsiteX2" fmla="*/ 0 w 760"/>
                <a:gd name="connsiteY2" fmla="*/ 254 h 633"/>
                <a:gd name="connsiteX3" fmla="*/ 380 w 760"/>
                <a:gd name="connsiteY3" fmla="*/ 0 h 633"/>
                <a:gd name="connsiteX4" fmla="*/ 760 w 760"/>
                <a:gd name="connsiteY4" fmla="*/ 254 h 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0" h="633">
                  <a:moveTo>
                    <a:pt x="760" y="254"/>
                  </a:moveTo>
                  <a:lnTo>
                    <a:pt x="380" y="634"/>
                  </a:lnTo>
                  <a:lnTo>
                    <a:pt x="0" y="254"/>
                  </a:lnTo>
                  <a:lnTo>
                    <a:pt x="380" y="0"/>
                  </a:lnTo>
                  <a:lnTo>
                    <a:pt x="760" y="2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027C667D-C535-0B1B-988F-0686577148C5}"/>
                </a:ext>
              </a:extLst>
            </p:cNvPr>
            <p:cNvSpPr/>
            <p:nvPr/>
          </p:nvSpPr>
          <p:spPr>
            <a:xfrm>
              <a:off x="4520292" y="1812354"/>
              <a:ext cx="1900" cy="1520"/>
            </a:xfrm>
            <a:custGeom>
              <a:avLst/>
              <a:gdLst>
                <a:gd name="connsiteX0" fmla="*/ 1901 w 1900"/>
                <a:gd name="connsiteY0" fmla="*/ 760 h 1520"/>
                <a:gd name="connsiteX1" fmla="*/ 1014 w 1900"/>
                <a:gd name="connsiteY1" fmla="*/ 1521 h 1520"/>
                <a:gd name="connsiteX2" fmla="*/ 0 w 1900"/>
                <a:gd name="connsiteY2" fmla="*/ 760 h 1520"/>
                <a:gd name="connsiteX3" fmla="*/ 1014 w 1900"/>
                <a:gd name="connsiteY3" fmla="*/ 0 h 1520"/>
                <a:gd name="connsiteX4" fmla="*/ 1901 w 1900"/>
                <a:gd name="connsiteY4" fmla="*/ 760 h 1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0" h="1520">
                  <a:moveTo>
                    <a:pt x="1901" y="760"/>
                  </a:moveTo>
                  <a:lnTo>
                    <a:pt x="1014" y="1521"/>
                  </a:lnTo>
                  <a:lnTo>
                    <a:pt x="0" y="760"/>
                  </a:lnTo>
                  <a:lnTo>
                    <a:pt x="1014" y="0"/>
                  </a:lnTo>
                  <a:lnTo>
                    <a:pt x="1901" y="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E7AA7748-9EB8-3F62-FE36-960D19BCDAC5}"/>
                </a:ext>
              </a:extLst>
            </p:cNvPr>
            <p:cNvSpPr/>
            <p:nvPr/>
          </p:nvSpPr>
          <p:spPr>
            <a:xfrm>
              <a:off x="4624596" y="1749366"/>
              <a:ext cx="2408" cy="1900"/>
            </a:xfrm>
            <a:custGeom>
              <a:avLst/>
              <a:gdLst>
                <a:gd name="connsiteX0" fmla="*/ 2408 w 2408"/>
                <a:gd name="connsiteY0" fmla="*/ 1014 h 1900"/>
                <a:gd name="connsiteX1" fmla="*/ 1141 w 2408"/>
                <a:gd name="connsiteY1" fmla="*/ 1901 h 1900"/>
                <a:gd name="connsiteX2" fmla="*/ 0 w 2408"/>
                <a:gd name="connsiteY2" fmla="*/ 1014 h 1900"/>
                <a:gd name="connsiteX3" fmla="*/ 1141 w 2408"/>
                <a:gd name="connsiteY3" fmla="*/ 0 h 1900"/>
                <a:gd name="connsiteX4" fmla="*/ 2408 w 2408"/>
                <a:gd name="connsiteY4" fmla="*/ 1014 h 1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8" h="1900">
                  <a:moveTo>
                    <a:pt x="2408" y="1014"/>
                  </a:moveTo>
                  <a:lnTo>
                    <a:pt x="1141" y="1901"/>
                  </a:lnTo>
                  <a:lnTo>
                    <a:pt x="0" y="1014"/>
                  </a:lnTo>
                  <a:lnTo>
                    <a:pt x="1141" y="0"/>
                  </a:lnTo>
                  <a:lnTo>
                    <a:pt x="2408" y="101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3CFA9211-FE48-0051-19E9-61D35480478D}"/>
                </a:ext>
              </a:extLst>
            </p:cNvPr>
            <p:cNvSpPr/>
            <p:nvPr/>
          </p:nvSpPr>
          <p:spPr>
            <a:xfrm>
              <a:off x="4732321" y="1690307"/>
              <a:ext cx="3548" cy="2788"/>
            </a:xfrm>
            <a:custGeom>
              <a:avLst/>
              <a:gdLst>
                <a:gd name="connsiteX0" fmla="*/ 3549 w 3548"/>
                <a:gd name="connsiteY0" fmla="*/ 1394 h 2788"/>
                <a:gd name="connsiteX1" fmla="*/ 1774 w 3548"/>
                <a:gd name="connsiteY1" fmla="*/ 2788 h 2788"/>
                <a:gd name="connsiteX2" fmla="*/ 0 w 3548"/>
                <a:gd name="connsiteY2" fmla="*/ 1394 h 2788"/>
                <a:gd name="connsiteX3" fmla="*/ 1774 w 3548"/>
                <a:gd name="connsiteY3" fmla="*/ 0 h 2788"/>
                <a:gd name="connsiteX4" fmla="*/ 3549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9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9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CC141BFF-2640-D8C5-D378-ED12F50A01D9}"/>
                </a:ext>
              </a:extLst>
            </p:cNvPr>
            <p:cNvSpPr/>
            <p:nvPr/>
          </p:nvSpPr>
          <p:spPr>
            <a:xfrm>
              <a:off x="4843849" y="1635938"/>
              <a:ext cx="4055" cy="3168"/>
            </a:xfrm>
            <a:custGeom>
              <a:avLst/>
              <a:gdLst>
                <a:gd name="connsiteX0" fmla="*/ 4055 w 4055"/>
                <a:gd name="connsiteY0" fmla="*/ 1521 h 3168"/>
                <a:gd name="connsiteX1" fmla="*/ 2027 w 4055"/>
                <a:gd name="connsiteY1" fmla="*/ 3168 h 3168"/>
                <a:gd name="connsiteX2" fmla="*/ 0 w 4055"/>
                <a:gd name="connsiteY2" fmla="*/ 1521 h 3168"/>
                <a:gd name="connsiteX3" fmla="*/ 2027 w 4055"/>
                <a:gd name="connsiteY3" fmla="*/ 0 h 3168"/>
                <a:gd name="connsiteX4" fmla="*/ 4055 w 4055"/>
                <a:gd name="connsiteY4" fmla="*/ 1521 h 3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5" h="3168">
                  <a:moveTo>
                    <a:pt x="4055" y="1521"/>
                  </a:moveTo>
                  <a:lnTo>
                    <a:pt x="2027" y="3168"/>
                  </a:lnTo>
                  <a:lnTo>
                    <a:pt x="0" y="1521"/>
                  </a:lnTo>
                  <a:lnTo>
                    <a:pt x="2027" y="0"/>
                  </a:lnTo>
                  <a:lnTo>
                    <a:pt x="4055" y="152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BB42705B-DFF4-D4C7-AB4A-E97FC90A1DD7}"/>
                </a:ext>
              </a:extLst>
            </p:cNvPr>
            <p:cNvSpPr/>
            <p:nvPr/>
          </p:nvSpPr>
          <p:spPr>
            <a:xfrm>
              <a:off x="4958672" y="1585877"/>
              <a:ext cx="4689" cy="3802"/>
            </a:xfrm>
            <a:custGeom>
              <a:avLst/>
              <a:gdLst>
                <a:gd name="connsiteX0" fmla="*/ 4689 w 4689"/>
                <a:gd name="connsiteY0" fmla="*/ 1901 h 3802"/>
                <a:gd name="connsiteX1" fmla="*/ 2408 w 4689"/>
                <a:gd name="connsiteY1" fmla="*/ 3802 h 3802"/>
                <a:gd name="connsiteX2" fmla="*/ 0 w 4689"/>
                <a:gd name="connsiteY2" fmla="*/ 1901 h 3802"/>
                <a:gd name="connsiteX3" fmla="*/ 2408 w 4689"/>
                <a:gd name="connsiteY3" fmla="*/ 0 h 3802"/>
                <a:gd name="connsiteX4" fmla="*/ 4689 w 4689"/>
                <a:gd name="connsiteY4" fmla="*/ 1901 h 3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89" h="3802">
                  <a:moveTo>
                    <a:pt x="4689" y="1901"/>
                  </a:moveTo>
                  <a:lnTo>
                    <a:pt x="2408" y="3802"/>
                  </a:lnTo>
                  <a:lnTo>
                    <a:pt x="0" y="1901"/>
                  </a:lnTo>
                  <a:lnTo>
                    <a:pt x="2408" y="0"/>
                  </a:lnTo>
                  <a:lnTo>
                    <a:pt x="4689" y="190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9B9F5432-1CEA-9986-93C4-A6CFDA3A8EED}"/>
                </a:ext>
              </a:extLst>
            </p:cNvPr>
            <p:cNvSpPr/>
            <p:nvPr/>
          </p:nvSpPr>
          <p:spPr>
            <a:xfrm>
              <a:off x="5076536" y="1540506"/>
              <a:ext cx="5323" cy="4182"/>
            </a:xfrm>
            <a:custGeom>
              <a:avLst/>
              <a:gdLst>
                <a:gd name="connsiteX0" fmla="*/ 5323 w 5323"/>
                <a:gd name="connsiteY0" fmla="*/ 2155 h 4182"/>
                <a:gd name="connsiteX1" fmla="*/ 2661 w 5323"/>
                <a:gd name="connsiteY1" fmla="*/ 4182 h 4182"/>
                <a:gd name="connsiteX2" fmla="*/ 0 w 5323"/>
                <a:gd name="connsiteY2" fmla="*/ 2155 h 4182"/>
                <a:gd name="connsiteX3" fmla="*/ 2661 w 5323"/>
                <a:gd name="connsiteY3" fmla="*/ 0 h 4182"/>
                <a:gd name="connsiteX4" fmla="*/ 5323 w 5323"/>
                <a:gd name="connsiteY4" fmla="*/ 2155 h 4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23" h="4182">
                  <a:moveTo>
                    <a:pt x="5323" y="2155"/>
                  </a:moveTo>
                  <a:lnTo>
                    <a:pt x="2661" y="4182"/>
                  </a:lnTo>
                  <a:lnTo>
                    <a:pt x="0" y="2155"/>
                  </a:lnTo>
                  <a:lnTo>
                    <a:pt x="2661" y="0"/>
                  </a:lnTo>
                  <a:lnTo>
                    <a:pt x="5323" y="215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C8FF5326-E1BE-D88C-DB4B-9CF8FF748380}"/>
                </a:ext>
              </a:extLst>
            </p:cNvPr>
            <p:cNvSpPr/>
            <p:nvPr/>
          </p:nvSpPr>
          <p:spPr>
            <a:xfrm>
              <a:off x="5196682" y="1499697"/>
              <a:ext cx="6590" cy="5069"/>
            </a:xfrm>
            <a:custGeom>
              <a:avLst/>
              <a:gdLst>
                <a:gd name="connsiteX0" fmla="*/ 6590 w 6590"/>
                <a:gd name="connsiteY0" fmla="*/ 2535 h 5069"/>
                <a:gd name="connsiteX1" fmla="*/ 3295 w 6590"/>
                <a:gd name="connsiteY1" fmla="*/ 5069 h 5069"/>
                <a:gd name="connsiteX2" fmla="*/ 0 w 6590"/>
                <a:gd name="connsiteY2" fmla="*/ 2535 h 5069"/>
                <a:gd name="connsiteX3" fmla="*/ 3295 w 6590"/>
                <a:gd name="connsiteY3" fmla="*/ 0 h 5069"/>
                <a:gd name="connsiteX4" fmla="*/ 6590 w 6590"/>
                <a:gd name="connsiteY4" fmla="*/ 2535 h 5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90" h="5069">
                  <a:moveTo>
                    <a:pt x="6590" y="2535"/>
                  </a:moveTo>
                  <a:lnTo>
                    <a:pt x="3295" y="5069"/>
                  </a:lnTo>
                  <a:lnTo>
                    <a:pt x="0" y="2535"/>
                  </a:lnTo>
                  <a:lnTo>
                    <a:pt x="3295" y="0"/>
                  </a:lnTo>
                  <a:lnTo>
                    <a:pt x="6590" y="253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68C367E1-D4D8-6DBE-91E3-985B16A34625}"/>
                </a:ext>
              </a:extLst>
            </p:cNvPr>
            <p:cNvSpPr/>
            <p:nvPr/>
          </p:nvSpPr>
          <p:spPr>
            <a:xfrm>
              <a:off x="5319489" y="1463830"/>
              <a:ext cx="7350" cy="5703"/>
            </a:xfrm>
            <a:custGeom>
              <a:avLst/>
              <a:gdLst>
                <a:gd name="connsiteX0" fmla="*/ 7351 w 7350"/>
                <a:gd name="connsiteY0" fmla="*/ 2915 h 5703"/>
                <a:gd name="connsiteX1" fmla="*/ 3675 w 7350"/>
                <a:gd name="connsiteY1" fmla="*/ 5703 h 5703"/>
                <a:gd name="connsiteX2" fmla="*/ 0 w 7350"/>
                <a:gd name="connsiteY2" fmla="*/ 2915 h 5703"/>
                <a:gd name="connsiteX3" fmla="*/ 3675 w 7350"/>
                <a:gd name="connsiteY3" fmla="*/ 0 h 5703"/>
                <a:gd name="connsiteX4" fmla="*/ 7351 w 7350"/>
                <a:gd name="connsiteY4" fmla="*/ 2915 h 5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0" h="5703">
                  <a:moveTo>
                    <a:pt x="7351" y="2915"/>
                  </a:moveTo>
                  <a:lnTo>
                    <a:pt x="3675" y="5703"/>
                  </a:lnTo>
                  <a:lnTo>
                    <a:pt x="0" y="2915"/>
                  </a:lnTo>
                  <a:lnTo>
                    <a:pt x="3675" y="0"/>
                  </a:lnTo>
                  <a:lnTo>
                    <a:pt x="7351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90987907-EB66-ACCA-C7B3-DF9F3FA2C37C}"/>
                </a:ext>
              </a:extLst>
            </p:cNvPr>
            <p:cNvSpPr/>
            <p:nvPr/>
          </p:nvSpPr>
          <p:spPr>
            <a:xfrm>
              <a:off x="5444198" y="1432653"/>
              <a:ext cx="8491" cy="6716"/>
            </a:xfrm>
            <a:custGeom>
              <a:avLst/>
              <a:gdLst>
                <a:gd name="connsiteX0" fmla="*/ 8491 w 8491"/>
                <a:gd name="connsiteY0" fmla="*/ 3422 h 6716"/>
                <a:gd name="connsiteX1" fmla="*/ 4182 w 8491"/>
                <a:gd name="connsiteY1" fmla="*/ 6717 h 6716"/>
                <a:gd name="connsiteX2" fmla="*/ 0 w 8491"/>
                <a:gd name="connsiteY2" fmla="*/ 3422 h 6716"/>
                <a:gd name="connsiteX3" fmla="*/ 4182 w 8491"/>
                <a:gd name="connsiteY3" fmla="*/ 0 h 6716"/>
                <a:gd name="connsiteX4" fmla="*/ 8491 w 8491"/>
                <a:gd name="connsiteY4" fmla="*/ 3422 h 6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91" h="6716">
                  <a:moveTo>
                    <a:pt x="8491" y="3422"/>
                  </a:moveTo>
                  <a:lnTo>
                    <a:pt x="4182" y="6717"/>
                  </a:lnTo>
                  <a:lnTo>
                    <a:pt x="0" y="3422"/>
                  </a:lnTo>
                  <a:lnTo>
                    <a:pt x="4182" y="0"/>
                  </a:lnTo>
                  <a:lnTo>
                    <a:pt x="8491" y="342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2348988A-20F8-04EE-A495-9DFDCE2A04B8}"/>
                </a:ext>
              </a:extLst>
            </p:cNvPr>
            <p:cNvSpPr/>
            <p:nvPr/>
          </p:nvSpPr>
          <p:spPr>
            <a:xfrm>
              <a:off x="5570933" y="1406672"/>
              <a:ext cx="9251" cy="7350"/>
            </a:xfrm>
            <a:custGeom>
              <a:avLst/>
              <a:gdLst>
                <a:gd name="connsiteX0" fmla="*/ 9251 w 9251"/>
                <a:gd name="connsiteY0" fmla="*/ 3675 h 7350"/>
                <a:gd name="connsiteX1" fmla="*/ 4562 w 9251"/>
                <a:gd name="connsiteY1" fmla="*/ 7351 h 7350"/>
                <a:gd name="connsiteX2" fmla="*/ 0 w 9251"/>
                <a:gd name="connsiteY2" fmla="*/ 3675 h 7350"/>
                <a:gd name="connsiteX3" fmla="*/ 4562 w 9251"/>
                <a:gd name="connsiteY3" fmla="*/ 0 h 7350"/>
                <a:gd name="connsiteX4" fmla="*/ 9251 w 9251"/>
                <a:gd name="connsiteY4" fmla="*/ 3675 h 7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51" h="7350">
                  <a:moveTo>
                    <a:pt x="9251" y="3675"/>
                  </a:moveTo>
                  <a:lnTo>
                    <a:pt x="4562" y="7351"/>
                  </a:lnTo>
                  <a:lnTo>
                    <a:pt x="0" y="3675"/>
                  </a:lnTo>
                  <a:lnTo>
                    <a:pt x="4562" y="0"/>
                  </a:lnTo>
                  <a:lnTo>
                    <a:pt x="9251" y="367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73EBC06E-4AE7-764E-3952-9F056AFBEF70}"/>
                </a:ext>
              </a:extLst>
            </p:cNvPr>
            <p:cNvSpPr/>
            <p:nvPr/>
          </p:nvSpPr>
          <p:spPr>
            <a:xfrm>
              <a:off x="5699063" y="1385888"/>
              <a:ext cx="9885" cy="7857"/>
            </a:xfrm>
            <a:custGeom>
              <a:avLst/>
              <a:gdLst>
                <a:gd name="connsiteX0" fmla="*/ 9885 w 9885"/>
                <a:gd name="connsiteY0" fmla="*/ 3929 h 7857"/>
                <a:gd name="connsiteX1" fmla="*/ 4943 w 9885"/>
                <a:gd name="connsiteY1" fmla="*/ 7858 h 7857"/>
                <a:gd name="connsiteX2" fmla="*/ 0 w 9885"/>
                <a:gd name="connsiteY2" fmla="*/ 3929 h 7857"/>
                <a:gd name="connsiteX3" fmla="*/ 4943 w 9885"/>
                <a:gd name="connsiteY3" fmla="*/ 0 h 7857"/>
                <a:gd name="connsiteX4" fmla="*/ 9885 w 9885"/>
                <a:gd name="connsiteY4" fmla="*/ 3929 h 7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85" h="7857">
                  <a:moveTo>
                    <a:pt x="9885" y="3929"/>
                  </a:moveTo>
                  <a:lnTo>
                    <a:pt x="4943" y="7858"/>
                  </a:lnTo>
                  <a:lnTo>
                    <a:pt x="0" y="3929"/>
                  </a:lnTo>
                  <a:lnTo>
                    <a:pt x="4943" y="0"/>
                  </a:lnTo>
                  <a:lnTo>
                    <a:pt x="9885" y="392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5EA050DA-E164-A3E2-DDC2-BFE76628B721}"/>
                </a:ext>
              </a:extLst>
            </p:cNvPr>
            <p:cNvSpPr/>
            <p:nvPr/>
          </p:nvSpPr>
          <p:spPr>
            <a:xfrm>
              <a:off x="5828334" y="1370046"/>
              <a:ext cx="10645" cy="8491"/>
            </a:xfrm>
            <a:custGeom>
              <a:avLst/>
              <a:gdLst>
                <a:gd name="connsiteX0" fmla="*/ 10646 w 10645"/>
                <a:gd name="connsiteY0" fmla="*/ 4309 h 8491"/>
                <a:gd name="connsiteX1" fmla="*/ 5323 w 10645"/>
                <a:gd name="connsiteY1" fmla="*/ 8491 h 8491"/>
                <a:gd name="connsiteX2" fmla="*/ 0 w 10645"/>
                <a:gd name="connsiteY2" fmla="*/ 4309 h 8491"/>
                <a:gd name="connsiteX3" fmla="*/ 5323 w 10645"/>
                <a:gd name="connsiteY3" fmla="*/ 0 h 8491"/>
                <a:gd name="connsiteX4" fmla="*/ 10646 w 10645"/>
                <a:gd name="connsiteY4" fmla="*/ 4309 h 8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45" h="8491">
                  <a:moveTo>
                    <a:pt x="10646" y="4309"/>
                  </a:moveTo>
                  <a:lnTo>
                    <a:pt x="5323" y="8491"/>
                  </a:lnTo>
                  <a:lnTo>
                    <a:pt x="0" y="4309"/>
                  </a:lnTo>
                  <a:lnTo>
                    <a:pt x="5323" y="0"/>
                  </a:lnTo>
                  <a:lnTo>
                    <a:pt x="10646" y="430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83F47E93-088B-B887-86B3-F3EE22989CBD}"/>
                </a:ext>
              </a:extLst>
            </p:cNvPr>
            <p:cNvSpPr/>
            <p:nvPr/>
          </p:nvSpPr>
          <p:spPr>
            <a:xfrm>
              <a:off x="5958492" y="1359527"/>
              <a:ext cx="11152" cy="8871"/>
            </a:xfrm>
            <a:custGeom>
              <a:avLst/>
              <a:gdLst>
                <a:gd name="connsiteX0" fmla="*/ 11153 w 11152"/>
                <a:gd name="connsiteY0" fmla="*/ 4436 h 8871"/>
                <a:gd name="connsiteX1" fmla="*/ 5576 w 11152"/>
                <a:gd name="connsiteY1" fmla="*/ 8872 h 8871"/>
                <a:gd name="connsiteX2" fmla="*/ 0 w 11152"/>
                <a:gd name="connsiteY2" fmla="*/ 4436 h 8871"/>
                <a:gd name="connsiteX3" fmla="*/ 5576 w 11152"/>
                <a:gd name="connsiteY3" fmla="*/ 0 h 8871"/>
                <a:gd name="connsiteX4" fmla="*/ 11153 w 11152"/>
                <a:gd name="connsiteY4" fmla="*/ 4436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52" h="8871">
                  <a:moveTo>
                    <a:pt x="11153" y="4436"/>
                  </a:moveTo>
                  <a:lnTo>
                    <a:pt x="5576" y="8872"/>
                  </a:lnTo>
                  <a:lnTo>
                    <a:pt x="0" y="4436"/>
                  </a:lnTo>
                  <a:lnTo>
                    <a:pt x="5576" y="0"/>
                  </a:lnTo>
                  <a:lnTo>
                    <a:pt x="11153" y="44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9C9E3DB1-457D-4198-89CC-1109ABCE30BB}"/>
                </a:ext>
              </a:extLst>
            </p:cNvPr>
            <p:cNvSpPr/>
            <p:nvPr/>
          </p:nvSpPr>
          <p:spPr>
            <a:xfrm>
              <a:off x="6089030" y="1353950"/>
              <a:ext cx="12039" cy="9505"/>
            </a:xfrm>
            <a:custGeom>
              <a:avLst/>
              <a:gdLst>
                <a:gd name="connsiteX0" fmla="*/ 12040 w 12039"/>
                <a:gd name="connsiteY0" fmla="*/ 4816 h 9505"/>
                <a:gd name="connsiteX1" fmla="*/ 5957 w 12039"/>
                <a:gd name="connsiteY1" fmla="*/ 9505 h 9505"/>
                <a:gd name="connsiteX2" fmla="*/ 0 w 12039"/>
                <a:gd name="connsiteY2" fmla="*/ 4816 h 9505"/>
                <a:gd name="connsiteX3" fmla="*/ 5957 w 12039"/>
                <a:gd name="connsiteY3" fmla="*/ 0 h 9505"/>
                <a:gd name="connsiteX4" fmla="*/ 12040 w 12039"/>
                <a:gd name="connsiteY4" fmla="*/ 4816 h 9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39" h="9505">
                  <a:moveTo>
                    <a:pt x="12040" y="4816"/>
                  </a:moveTo>
                  <a:lnTo>
                    <a:pt x="5957" y="9505"/>
                  </a:lnTo>
                  <a:lnTo>
                    <a:pt x="0" y="4816"/>
                  </a:lnTo>
                  <a:lnTo>
                    <a:pt x="5957" y="0"/>
                  </a:lnTo>
                  <a:lnTo>
                    <a:pt x="12040" y="481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2743A1DF-EBA3-8A45-52F7-44591016EAD1}"/>
                </a:ext>
              </a:extLst>
            </p:cNvPr>
            <p:cNvSpPr/>
            <p:nvPr/>
          </p:nvSpPr>
          <p:spPr>
            <a:xfrm>
              <a:off x="6219441" y="1353443"/>
              <a:ext cx="13433" cy="10645"/>
            </a:xfrm>
            <a:custGeom>
              <a:avLst/>
              <a:gdLst>
                <a:gd name="connsiteX0" fmla="*/ 13434 w 13433"/>
                <a:gd name="connsiteY0" fmla="*/ 5323 h 10645"/>
                <a:gd name="connsiteX1" fmla="*/ 6717 w 13433"/>
                <a:gd name="connsiteY1" fmla="*/ 10646 h 10645"/>
                <a:gd name="connsiteX2" fmla="*/ 0 w 13433"/>
                <a:gd name="connsiteY2" fmla="*/ 5323 h 10645"/>
                <a:gd name="connsiteX3" fmla="*/ 6717 w 13433"/>
                <a:gd name="connsiteY3" fmla="*/ 0 h 10645"/>
                <a:gd name="connsiteX4" fmla="*/ 13434 w 13433"/>
                <a:gd name="connsiteY4" fmla="*/ 5323 h 1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33" h="10645">
                  <a:moveTo>
                    <a:pt x="13434" y="5323"/>
                  </a:moveTo>
                  <a:lnTo>
                    <a:pt x="6717" y="10646"/>
                  </a:lnTo>
                  <a:cubicBezTo>
                    <a:pt x="3042" y="10646"/>
                    <a:pt x="0" y="8238"/>
                    <a:pt x="0" y="5323"/>
                  </a:cubicBezTo>
                  <a:cubicBezTo>
                    <a:pt x="0" y="2408"/>
                    <a:pt x="3042" y="0"/>
                    <a:pt x="6717" y="0"/>
                  </a:cubicBezTo>
                  <a:cubicBezTo>
                    <a:pt x="10392" y="0"/>
                    <a:pt x="13434" y="2408"/>
                    <a:pt x="13434" y="532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457B2947-7A93-E3AA-4F30-43281B47367C}"/>
                </a:ext>
              </a:extLst>
            </p:cNvPr>
            <p:cNvSpPr/>
            <p:nvPr/>
          </p:nvSpPr>
          <p:spPr>
            <a:xfrm>
              <a:off x="6350106" y="1358386"/>
              <a:ext cx="13941" cy="11152"/>
            </a:xfrm>
            <a:custGeom>
              <a:avLst/>
              <a:gdLst>
                <a:gd name="connsiteX0" fmla="*/ 13941 w 13941"/>
                <a:gd name="connsiteY0" fmla="*/ 5576 h 11152"/>
                <a:gd name="connsiteX1" fmla="*/ 6971 w 13941"/>
                <a:gd name="connsiteY1" fmla="*/ 11153 h 11152"/>
                <a:gd name="connsiteX2" fmla="*/ 0 w 13941"/>
                <a:gd name="connsiteY2" fmla="*/ 5576 h 11152"/>
                <a:gd name="connsiteX3" fmla="*/ 6971 w 13941"/>
                <a:gd name="connsiteY3" fmla="*/ 0 h 11152"/>
                <a:gd name="connsiteX4" fmla="*/ 13941 w 13941"/>
                <a:gd name="connsiteY4" fmla="*/ 5576 h 11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1" h="11152">
                  <a:moveTo>
                    <a:pt x="13941" y="5576"/>
                  </a:moveTo>
                  <a:cubicBezTo>
                    <a:pt x="13941" y="8618"/>
                    <a:pt x="10773" y="11153"/>
                    <a:pt x="6971" y="11153"/>
                  </a:cubicBezTo>
                  <a:cubicBezTo>
                    <a:pt x="3168" y="11153"/>
                    <a:pt x="0" y="8745"/>
                    <a:pt x="0" y="5576"/>
                  </a:cubicBezTo>
                  <a:cubicBezTo>
                    <a:pt x="0" y="2408"/>
                    <a:pt x="3168" y="0"/>
                    <a:pt x="6971" y="0"/>
                  </a:cubicBezTo>
                  <a:cubicBezTo>
                    <a:pt x="10773" y="0"/>
                    <a:pt x="13941" y="2408"/>
                    <a:pt x="13941" y="55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45045B31-B1A1-CA22-4524-0F47A879D6CB}"/>
                </a:ext>
              </a:extLst>
            </p:cNvPr>
            <p:cNvSpPr/>
            <p:nvPr/>
          </p:nvSpPr>
          <p:spPr>
            <a:xfrm>
              <a:off x="6480264" y="1368525"/>
              <a:ext cx="14701" cy="11659"/>
            </a:xfrm>
            <a:custGeom>
              <a:avLst/>
              <a:gdLst>
                <a:gd name="connsiteX0" fmla="*/ 14701 w 14701"/>
                <a:gd name="connsiteY0" fmla="*/ 5830 h 11659"/>
                <a:gd name="connsiteX1" fmla="*/ 7351 w 14701"/>
                <a:gd name="connsiteY1" fmla="*/ 11660 h 11659"/>
                <a:gd name="connsiteX2" fmla="*/ 0 w 14701"/>
                <a:gd name="connsiteY2" fmla="*/ 5830 h 11659"/>
                <a:gd name="connsiteX3" fmla="*/ 7351 w 14701"/>
                <a:gd name="connsiteY3" fmla="*/ 0 h 11659"/>
                <a:gd name="connsiteX4" fmla="*/ 14701 w 14701"/>
                <a:gd name="connsiteY4" fmla="*/ 5830 h 11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01" h="11659">
                  <a:moveTo>
                    <a:pt x="14701" y="5830"/>
                  </a:moveTo>
                  <a:cubicBezTo>
                    <a:pt x="14701" y="8998"/>
                    <a:pt x="11406" y="11660"/>
                    <a:pt x="7351" y="11660"/>
                  </a:cubicBezTo>
                  <a:cubicBezTo>
                    <a:pt x="3295" y="11660"/>
                    <a:pt x="0" y="8998"/>
                    <a:pt x="0" y="5830"/>
                  </a:cubicBezTo>
                  <a:cubicBezTo>
                    <a:pt x="0" y="2661"/>
                    <a:pt x="3295" y="0"/>
                    <a:pt x="7351" y="0"/>
                  </a:cubicBezTo>
                  <a:cubicBezTo>
                    <a:pt x="11406" y="0"/>
                    <a:pt x="14701" y="2661"/>
                    <a:pt x="14701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D7236A59-8A8D-C841-0EE9-01FB5FC17005}"/>
                </a:ext>
              </a:extLst>
            </p:cNvPr>
            <p:cNvSpPr/>
            <p:nvPr/>
          </p:nvSpPr>
          <p:spPr>
            <a:xfrm>
              <a:off x="6609535" y="1383733"/>
              <a:ext cx="15461" cy="12293"/>
            </a:xfrm>
            <a:custGeom>
              <a:avLst/>
              <a:gdLst>
                <a:gd name="connsiteX0" fmla="*/ 15461 w 15461"/>
                <a:gd name="connsiteY0" fmla="*/ 6083 h 12293"/>
                <a:gd name="connsiteX1" fmla="*/ 7731 w 15461"/>
                <a:gd name="connsiteY1" fmla="*/ 12293 h 12293"/>
                <a:gd name="connsiteX2" fmla="*/ 0 w 15461"/>
                <a:gd name="connsiteY2" fmla="*/ 6083 h 12293"/>
                <a:gd name="connsiteX3" fmla="*/ 7731 w 15461"/>
                <a:gd name="connsiteY3" fmla="*/ 0 h 12293"/>
                <a:gd name="connsiteX4" fmla="*/ 15461 w 15461"/>
                <a:gd name="connsiteY4" fmla="*/ 6083 h 1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61" h="12293">
                  <a:moveTo>
                    <a:pt x="15461" y="6083"/>
                  </a:moveTo>
                  <a:cubicBezTo>
                    <a:pt x="15461" y="9505"/>
                    <a:pt x="12039" y="12293"/>
                    <a:pt x="7731" y="12293"/>
                  </a:cubicBezTo>
                  <a:cubicBezTo>
                    <a:pt x="3421" y="12293"/>
                    <a:pt x="0" y="9505"/>
                    <a:pt x="0" y="6083"/>
                  </a:cubicBezTo>
                  <a:cubicBezTo>
                    <a:pt x="0" y="2661"/>
                    <a:pt x="3548" y="0"/>
                    <a:pt x="7731" y="0"/>
                  </a:cubicBezTo>
                  <a:cubicBezTo>
                    <a:pt x="11913" y="0"/>
                    <a:pt x="15461" y="2788"/>
                    <a:pt x="15461" y="60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926F8313-D01C-F39A-6D95-9DE75D018D66}"/>
                </a:ext>
              </a:extLst>
            </p:cNvPr>
            <p:cNvSpPr/>
            <p:nvPr/>
          </p:nvSpPr>
          <p:spPr>
            <a:xfrm>
              <a:off x="6737792" y="1404011"/>
              <a:ext cx="15968" cy="12673"/>
            </a:xfrm>
            <a:custGeom>
              <a:avLst/>
              <a:gdLst>
                <a:gd name="connsiteX0" fmla="*/ 15969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9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9" y="6337"/>
                  </a:moveTo>
                  <a:cubicBezTo>
                    <a:pt x="15969" y="9885"/>
                    <a:pt x="12293" y="12674"/>
                    <a:pt x="7984" y="12674"/>
                  </a:cubicBezTo>
                  <a:cubicBezTo>
                    <a:pt x="3675" y="12674"/>
                    <a:pt x="0" y="9759"/>
                    <a:pt x="0" y="6337"/>
                  </a:cubicBezTo>
                  <a:cubicBezTo>
                    <a:pt x="0" y="2915"/>
                    <a:pt x="3548" y="0"/>
                    <a:pt x="7984" y="0"/>
                  </a:cubicBezTo>
                  <a:cubicBezTo>
                    <a:pt x="12420" y="0"/>
                    <a:pt x="15969" y="2788"/>
                    <a:pt x="15969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A1D6530B-9A8E-7150-B200-2D72C608FC34}"/>
                </a:ext>
              </a:extLst>
            </p:cNvPr>
            <p:cNvSpPr/>
            <p:nvPr/>
          </p:nvSpPr>
          <p:spPr>
            <a:xfrm>
              <a:off x="6864274" y="1429358"/>
              <a:ext cx="16982" cy="13433"/>
            </a:xfrm>
            <a:custGeom>
              <a:avLst/>
              <a:gdLst>
                <a:gd name="connsiteX0" fmla="*/ 16983 w 16982"/>
                <a:gd name="connsiteY0" fmla="*/ 6717 h 13433"/>
                <a:gd name="connsiteX1" fmla="*/ 8491 w 16982"/>
                <a:gd name="connsiteY1" fmla="*/ 13434 h 13433"/>
                <a:gd name="connsiteX2" fmla="*/ 0 w 16982"/>
                <a:gd name="connsiteY2" fmla="*/ 6717 h 13433"/>
                <a:gd name="connsiteX3" fmla="*/ 8491 w 16982"/>
                <a:gd name="connsiteY3" fmla="*/ 0 h 13433"/>
                <a:gd name="connsiteX4" fmla="*/ 16983 w 16982"/>
                <a:gd name="connsiteY4" fmla="*/ 6717 h 13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82" h="13433">
                  <a:moveTo>
                    <a:pt x="16983" y="6717"/>
                  </a:moveTo>
                  <a:cubicBezTo>
                    <a:pt x="16983" y="10392"/>
                    <a:pt x="13180" y="13434"/>
                    <a:pt x="8491" y="13434"/>
                  </a:cubicBezTo>
                  <a:cubicBezTo>
                    <a:pt x="3802" y="13434"/>
                    <a:pt x="0" y="10519"/>
                    <a:pt x="0" y="6717"/>
                  </a:cubicBezTo>
                  <a:cubicBezTo>
                    <a:pt x="0" y="2915"/>
                    <a:pt x="3802" y="0"/>
                    <a:pt x="8491" y="0"/>
                  </a:cubicBezTo>
                  <a:cubicBezTo>
                    <a:pt x="13180" y="0"/>
                    <a:pt x="16983" y="3042"/>
                    <a:pt x="16983" y="671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58A0E6D6-467E-E008-1C58-DEB5FFCC50FD}"/>
                </a:ext>
              </a:extLst>
            </p:cNvPr>
            <p:cNvSpPr/>
            <p:nvPr/>
          </p:nvSpPr>
          <p:spPr>
            <a:xfrm>
              <a:off x="6989489" y="1460028"/>
              <a:ext cx="16982" cy="13433"/>
            </a:xfrm>
            <a:custGeom>
              <a:avLst/>
              <a:gdLst>
                <a:gd name="connsiteX0" fmla="*/ 16983 w 16982"/>
                <a:gd name="connsiteY0" fmla="*/ 6717 h 13433"/>
                <a:gd name="connsiteX1" fmla="*/ 8491 w 16982"/>
                <a:gd name="connsiteY1" fmla="*/ 13434 h 13433"/>
                <a:gd name="connsiteX2" fmla="*/ 0 w 16982"/>
                <a:gd name="connsiteY2" fmla="*/ 6717 h 13433"/>
                <a:gd name="connsiteX3" fmla="*/ 8491 w 16982"/>
                <a:gd name="connsiteY3" fmla="*/ 0 h 13433"/>
                <a:gd name="connsiteX4" fmla="*/ 16983 w 16982"/>
                <a:gd name="connsiteY4" fmla="*/ 6717 h 13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82" h="13433">
                  <a:moveTo>
                    <a:pt x="16983" y="6717"/>
                  </a:moveTo>
                  <a:cubicBezTo>
                    <a:pt x="16983" y="10392"/>
                    <a:pt x="13180" y="13434"/>
                    <a:pt x="8491" y="13434"/>
                  </a:cubicBezTo>
                  <a:cubicBezTo>
                    <a:pt x="3802" y="13434"/>
                    <a:pt x="0" y="10392"/>
                    <a:pt x="0" y="6717"/>
                  </a:cubicBezTo>
                  <a:cubicBezTo>
                    <a:pt x="0" y="3042"/>
                    <a:pt x="3802" y="0"/>
                    <a:pt x="8491" y="0"/>
                  </a:cubicBezTo>
                  <a:cubicBezTo>
                    <a:pt x="13180" y="0"/>
                    <a:pt x="16983" y="2915"/>
                    <a:pt x="16983" y="671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B269ADD2-FD7B-AE66-AD96-65F7A7C9C9A9}"/>
                </a:ext>
              </a:extLst>
            </p:cNvPr>
            <p:cNvSpPr/>
            <p:nvPr/>
          </p:nvSpPr>
          <p:spPr>
            <a:xfrm>
              <a:off x="7112296" y="1495261"/>
              <a:ext cx="17743" cy="13940"/>
            </a:xfrm>
            <a:custGeom>
              <a:avLst/>
              <a:gdLst>
                <a:gd name="connsiteX0" fmla="*/ 17743 w 17743"/>
                <a:gd name="connsiteY0" fmla="*/ 6971 h 13940"/>
                <a:gd name="connsiteX1" fmla="*/ 8872 w 17743"/>
                <a:gd name="connsiteY1" fmla="*/ 13941 h 13940"/>
                <a:gd name="connsiteX2" fmla="*/ 0 w 17743"/>
                <a:gd name="connsiteY2" fmla="*/ 6971 h 13940"/>
                <a:gd name="connsiteX3" fmla="*/ 8872 w 17743"/>
                <a:gd name="connsiteY3" fmla="*/ 0 h 13940"/>
                <a:gd name="connsiteX4" fmla="*/ 17743 w 17743"/>
                <a:gd name="connsiteY4" fmla="*/ 6971 h 13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3" h="13940">
                  <a:moveTo>
                    <a:pt x="17743" y="6971"/>
                  </a:moveTo>
                  <a:cubicBezTo>
                    <a:pt x="17743" y="10773"/>
                    <a:pt x="13815" y="13941"/>
                    <a:pt x="8872" y="13941"/>
                  </a:cubicBezTo>
                  <a:cubicBezTo>
                    <a:pt x="3929" y="13941"/>
                    <a:pt x="0" y="10773"/>
                    <a:pt x="0" y="6971"/>
                  </a:cubicBezTo>
                  <a:cubicBezTo>
                    <a:pt x="0" y="3168"/>
                    <a:pt x="3929" y="0"/>
                    <a:pt x="8872" y="0"/>
                  </a:cubicBezTo>
                  <a:cubicBezTo>
                    <a:pt x="13815" y="0"/>
                    <a:pt x="17743" y="3168"/>
                    <a:pt x="17743" y="697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F992CB8B-2915-FD4D-BD09-C577033F6C71}"/>
                </a:ext>
              </a:extLst>
            </p:cNvPr>
            <p:cNvSpPr/>
            <p:nvPr/>
          </p:nvSpPr>
          <p:spPr>
            <a:xfrm>
              <a:off x="7233075" y="1535690"/>
              <a:ext cx="17743" cy="13940"/>
            </a:xfrm>
            <a:custGeom>
              <a:avLst/>
              <a:gdLst>
                <a:gd name="connsiteX0" fmla="*/ 17743 w 17743"/>
                <a:gd name="connsiteY0" fmla="*/ 6971 h 13940"/>
                <a:gd name="connsiteX1" fmla="*/ 8872 w 17743"/>
                <a:gd name="connsiteY1" fmla="*/ 13941 h 13940"/>
                <a:gd name="connsiteX2" fmla="*/ 0 w 17743"/>
                <a:gd name="connsiteY2" fmla="*/ 6971 h 13940"/>
                <a:gd name="connsiteX3" fmla="*/ 8872 w 17743"/>
                <a:gd name="connsiteY3" fmla="*/ 0 h 13940"/>
                <a:gd name="connsiteX4" fmla="*/ 17743 w 17743"/>
                <a:gd name="connsiteY4" fmla="*/ 6971 h 13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3" h="13940">
                  <a:moveTo>
                    <a:pt x="17743" y="6971"/>
                  </a:moveTo>
                  <a:cubicBezTo>
                    <a:pt x="17743" y="10773"/>
                    <a:pt x="13815" y="13941"/>
                    <a:pt x="8872" y="13941"/>
                  </a:cubicBezTo>
                  <a:cubicBezTo>
                    <a:pt x="3930" y="13941"/>
                    <a:pt x="0" y="10773"/>
                    <a:pt x="0" y="6971"/>
                  </a:cubicBezTo>
                  <a:cubicBezTo>
                    <a:pt x="0" y="3168"/>
                    <a:pt x="3930" y="0"/>
                    <a:pt x="8872" y="0"/>
                  </a:cubicBezTo>
                  <a:cubicBezTo>
                    <a:pt x="13815" y="0"/>
                    <a:pt x="17743" y="3168"/>
                    <a:pt x="17743" y="697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6B85E74B-E5BC-972D-422C-44CE99AFBB5E}"/>
                </a:ext>
              </a:extLst>
            </p:cNvPr>
            <p:cNvSpPr/>
            <p:nvPr/>
          </p:nvSpPr>
          <p:spPr>
            <a:xfrm>
              <a:off x="7351067" y="1580554"/>
              <a:ext cx="18249" cy="14447"/>
            </a:xfrm>
            <a:custGeom>
              <a:avLst/>
              <a:gdLst>
                <a:gd name="connsiteX0" fmla="*/ 18249 w 18249"/>
                <a:gd name="connsiteY0" fmla="*/ 7224 h 14447"/>
                <a:gd name="connsiteX1" fmla="*/ 9125 w 18249"/>
                <a:gd name="connsiteY1" fmla="*/ 14448 h 14447"/>
                <a:gd name="connsiteX2" fmla="*/ 0 w 18249"/>
                <a:gd name="connsiteY2" fmla="*/ 7224 h 14447"/>
                <a:gd name="connsiteX3" fmla="*/ 9125 w 18249"/>
                <a:gd name="connsiteY3" fmla="*/ 0 h 14447"/>
                <a:gd name="connsiteX4" fmla="*/ 18249 w 18249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49" h="14447">
                  <a:moveTo>
                    <a:pt x="18249" y="7224"/>
                  </a:moveTo>
                  <a:cubicBezTo>
                    <a:pt x="18249" y="11279"/>
                    <a:pt x="14194" y="14448"/>
                    <a:pt x="9125" y="14448"/>
                  </a:cubicBezTo>
                  <a:cubicBezTo>
                    <a:pt x="4055" y="14448"/>
                    <a:pt x="0" y="11279"/>
                    <a:pt x="0" y="7224"/>
                  </a:cubicBezTo>
                  <a:cubicBezTo>
                    <a:pt x="0" y="3168"/>
                    <a:pt x="4055" y="0"/>
                    <a:pt x="9125" y="0"/>
                  </a:cubicBezTo>
                  <a:cubicBezTo>
                    <a:pt x="14194" y="0"/>
                    <a:pt x="18249" y="3168"/>
                    <a:pt x="18249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35486771-9E4E-EEB0-3C05-4B6D0940A795}"/>
                </a:ext>
              </a:extLst>
            </p:cNvPr>
            <p:cNvSpPr/>
            <p:nvPr/>
          </p:nvSpPr>
          <p:spPr>
            <a:xfrm>
              <a:off x="7466143" y="1630235"/>
              <a:ext cx="18250" cy="14447"/>
            </a:xfrm>
            <a:custGeom>
              <a:avLst/>
              <a:gdLst>
                <a:gd name="connsiteX0" fmla="*/ 18250 w 18250"/>
                <a:gd name="connsiteY0" fmla="*/ 7224 h 14447"/>
                <a:gd name="connsiteX1" fmla="*/ 9125 w 18250"/>
                <a:gd name="connsiteY1" fmla="*/ 14448 h 14447"/>
                <a:gd name="connsiteX2" fmla="*/ 0 w 18250"/>
                <a:gd name="connsiteY2" fmla="*/ 7224 h 14447"/>
                <a:gd name="connsiteX3" fmla="*/ 9125 w 18250"/>
                <a:gd name="connsiteY3" fmla="*/ 0 h 14447"/>
                <a:gd name="connsiteX4" fmla="*/ 18250 w 18250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7">
                  <a:moveTo>
                    <a:pt x="18250" y="7224"/>
                  </a:moveTo>
                  <a:cubicBezTo>
                    <a:pt x="18250" y="11279"/>
                    <a:pt x="14194" y="14448"/>
                    <a:pt x="9125" y="14448"/>
                  </a:cubicBezTo>
                  <a:cubicBezTo>
                    <a:pt x="4056" y="14448"/>
                    <a:pt x="0" y="11279"/>
                    <a:pt x="0" y="7224"/>
                  </a:cubicBezTo>
                  <a:cubicBezTo>
                    <a:pt x="0" y="3168"/>
                    <a:pt x="4056" y="0"/>
                    <a:pt x="9125" y="0"/>
                  </a:cubicBezTo>
                  <a:cubicBezTo>
                    <a:pt x="14194" y="0"/>
                    <a:pt x="18250" y="3168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EB8F7291-0611-DD51-48AA-6F3D1BAB0E46}"/>
                </a:ext>
              </a:extLst>
            </p:cNvPr>
            <p:cNvSpPr/>
            <p:nvPr/>
          </p:nvSpPr>
          <p:spPr>
            <a:xfrm>
              <a:off x="7578051" y="1684478"/>
              <a:ext cx="18250" cy="14447"/>
            </a:xfrm>
            <a:custGeom>
              <a:avLst/>
              <a:gdLst>
                <a:gd name="connsiteX0" fmla="*/ 18250 w 18250"/>
                <a:gd name="connsiteY0" fmla="*/ 7224 h 14447"/>
                <a:gd name="connsiteX1" fmla="*/ 9125 w 18250"/>
                <a:gd name="connsiteY1" fmla="*/ 14448 h 14447"/>
                <a:gd name="connsiteX2" fmla="*/ 0 w 18250"/>
                <a:gd name="connsiteY2" fmla="*/ 7224 h 14447"/>
                <a:gd name="connsiteX3" fmla="*/ 9125 w 18250"/>
                <a:gd name="connsiteY3" fmla="*/ 0 h 14447"/>
                <a:gd name="connsiteX4" fmla="*/ 18250 w 18250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7">
                  <a:moveTo>
                    <a:pt x="18250" y="7224"/>
                  </a:moveTo>
                  <a:cubicBezTo>
                    <a:pt x="18250" y="11153"/>
                    <a:pt x="14194" y="14448"/>
                    <a:pt x="9125" y="14448"/>
                  </a:cubicBezTo>
                  <a:cubicBezTo>
                    <a:pt x="4056" y="14448"/>
                    <a:pt x="0" y="11153"/>
                    <a:pt x="0" y="7224"/>
                  </a:cubicBezTo>
                  <a:cubicBezTo>
                    <a:pt x="0" y="3295"/>
                    <a:pt x="4056" y="0"/>
                    <a:pt x="9125" y="0"/>
                  </a:cubicBezTo>
                  <a:cubicBezTo>
                    <a:pt x="14194" y="0"/>
                    <a:pt x="18250" y="3295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DEF2D82B-1511-E731-149B-C0F2E6BC222A}"/>
                </a:ext>
              </a:extLst>
            </p:cNvPr>
            <p:cNvSpPr/>
            <p:nvPr/>
          </p:nvSpPr>
          <p:spPr>
            <a:xfrm>
              <a:off x="7686283" y="1743030"/>
              <a:ext cx="18250" cy="14447"/>
            </a:xfrm>
            <a:custGeom>
              <a:avLst/>
              <a:gdLst>
                <a:gd name="connsiteX0" fmla="*/ 18250 w 18250"/>
                <a:gd name="connsiteY0" fmla="*/ 7224 h 14447"/>
                <a:gd name="connsiteX1" fmla="*/ 9125 w 18250"/>
                <a:gd name="connsiteY1" fmla="*/ 14448 h 14447"/>
                <a:gd name="connsiteX2" fmla="*/ 0 w 18250"/>
                <a:gd name="connsiteY2" fmla="*/ 7224 h 14447"/>
                <a:gd name="connsiteX3" fmla="*/ 9125 w 18250"/>
                <a:gd name="connsiteY3" fmla="*/ 0 h 14447"/>
                <a:gd name="connsiteX4" fmla="*/ 18250 w 18250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7">
                  <a:moveTo>
                    <a:pt x="18250" y="7224"/>
                  </a:moveTo>
                  <a:cubicBezTo>
                    <a:pt x="18250" y="11279"/>
                    <a:pt x="14194" y="14448"/>
                    <a:pt x="9125" y="14448"/>
                  </a:cubicBezTo>
                  <a:cubicBezTo>
                    <a:pt x="4056" y="14448"/>
                    <a:pt x="0" y="11153"/>
                    <a:pt x="0" y="7224"/>
                  </a:cubicBezTo>
                  <a:cubicBezTo>
                    <a:pt x="0" y="3295"/>
                    <a:pt x="4056" y="0"/>
                    <a:pt x="9125" y="0"/>
                  </a:cubicBezTo>
                  <a:cubicBezTo>
                    <a:pt x="14194" y="0"/>
                    <a:pt x="18250" y="3295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D1E3ACAA-E80D-B6C4-F80D-4CB2C0D05AF8}"/>
                </a:ext>
              </a:extLst>
            </p:cNvPr>
            <p:cNvSpPr/>
            <p:nvPr/>
          </p:nvSpPr>
          <p:spPr>
            <a:xfrm>
              <a:off x="7790461" y="1805510"/>
              <a:ext cx="19010" cy="15208"/>
            </a:xfrm>
            <a:custGeom>
              <a:avLst/>
              <a:gdLst>
                <a:gd name="connsiteX0" fmla="*/ 19010 w 19010"/>
                <a:gd name="connsiteY0" fmla="*/ 7604 h 15208"/>
                <a:gd name="connsiteX1" fmla="*/ 9505 w 19010"/>
                <a:gd name="connsiteY1" fmla="*/ 15208 h 15208"/>
                <a:gd name="connsiteX2" fmla="*/ 0 w 19010"/>
                <a:gd name="connsiteY2" fmla="*/ 7604 h 15208"/>
                <a:gd name="connsiteX3" fmla="*/ 9505 w 19010"/>
                <a:gd name="connsiteY3" fmla="*/ 0 h 15208"/>
                <a:gd name="connsiteX4" fmla="*/ 19010 w 19010"/>
                <a:gd name="connsiteY4" fmla="*/ 7604 h 15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10" h="15208">
                  <a:moveTo>
                    <a:pt x="19010" y="7604"/>
                  </a:moveTo>
                  <a:cubicBezTo>
                    <a:pt x="19010" y="11787"/>
                    <a:pt x="14701" y="15208"/>
                    <a:pt x="9505" y="15208"/>
                  </a:cubicBezTo>
                  <a:cubicBezTo>
                    <a:pt x="4309" y="15208"/>
                    <a:pt x="0" y="11787"/>
                    <a:pt x="0" y="7604"/>
                  </a:cubicBezTo>
                  <a:cubicBezTo>
                    <a:pt x="0" y="3422"/>
                    <a:pt x="4309" y="0"/>
                    <a:pt x="9505" y="0"/>
                  </a:cubicBezTo>
                  <a:cubicBezTo>
                    <a:pt x="14701" y="0"/>
                    <a:pt x="19010" y="3422"/>
                    <a:pt x="19010" y="760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CE560DDC-C501-98BC-9D40-C40246F551CF}"/>
                </a:ext>
              </a:extLst>
            </p:cNvPr>
            <p:cNvSpPr/>
            <p:nvPr/>
          </p:nvSpPr>
          <p:spPr>
            <a:xfrm>
              <a:off x="7890962" y="1872300"/>
              <a:ext cx="19010" cy="15208"/>
            </a:xfrm>
            <a:custGeom>
              <a:avLst/>
              <a:gdLst>
                <a:gd name="connsiteX0" fmla="*/ 19010 w 19010"/>
                <a:gd name="connsiteY0" fmla="*/ 7604 h 15208"/>
                <a:gd name="connsiteX1" fmla="*/ 9505 w 19010"/>
                <a:gd name="connsiteY1" fmla="*/ 15208 h 15208"/>
                <a:gd name="connsiteX2" fmla="*/ 0 w 19010"/>
                <a:gd name="connsiteY2" fmla="*/ 7604 h 15208"/>
                <a:gd name="connsiteX3" fmla="*/ 9505 w 19010"/>
                <a:gd name="connsiteY3" fmla="*/ 0 h 15208"/>
                <a:gd name="connsiteX4" fmla="*/ 19010 w 19010"/>
                <a:gd name="connsiteY4" fmla="*/ 7604 h 15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10" h="15208">
                  <a:moveTo>
                    <a:pt x="19010" y="7604"/>
                  </a:moveTo>
                  <a:cubicBezTo>
                    <a:pt x="19010" y="11787"/>
                    <a:pt x="14701" y="15208"/>
                    <a:pt x="9505" y="15208"/>
                  </a:cubicBezTo>
                  <a:cubicBezTo>
                    <a:pt x="4309" y="15208"/>
                    <a:pt x="0" y="11787"/>
                    <a:pt x="0" y="7604"/>
                  </a:cubicBezTo>
                  <a:cubicBezTo>
                    <a:pt x="0" y="3422"/>
                    <a:pt x="4309" y="0"/>
                    <a:pt x="9505" y="0"/>
                  </a:cubicBezTo>
                  <a:cubicBezTo>
                    <a:pt x="14701" y="0"/>
                    <a:pt x="19010" y="3422"/>
                    <a:pt x="19010" y="760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9DF71A82-7C2D-D3A9-CA4B-BA283B0B538D}"/>
                </a:ext>
              </a:extLst>
            </p:cNvPr>
            <p:cNvSpPr/>
            <p:nvPr/>
          </p:nvSpPr>
          <p:spPr>
            <a:xfrm>
              <a:off x="7987028" y="1943019"/>
              <a:ext cx="19010" cy="15208"/>
            </a:xfrm>
            <a:custGeom>
              <a:avLst/>
              <a:gdLst>
                <a:gd name="connsiteX0" fmla="*/ 19010 w 19010"/>
                <a:gd name="connsiteY0" fmla="*/ 7604 h 15208"/>
                <a:gd name="connsiteX1" fmla="*/ 9505 w 19010"/>
                <a:gd name="connsiteY1" fmla="*/ 15208 h 15208"/>
                <a:gd name="connsiteX2" fmla="*/ 0 w 19010"/>
                <a:gd name="connsiteY2" fmla="*/ 7604 h 15208"/>
                <a:gd name="connsiteX3" fmla="*/ 9505 w 19010"/>
                <a:gd name="connsiteY3" fmla="*/ 0 h 15208"/>
                <a:gd name="connsiteX4" fmla="*/ 19010 w 19010"/>
                <a:gd name="connsiteY4" fmla="*/ 7604 h 15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10" h="15208">
                  <a:moveTo>
                    <a:pt x="19010" y="7604"/>
                  </a:moveTo>
                  <a:cubicBezTo>
                    <a:pt x="19010" y="11786"/>
                    <a:pt x="14701" y="15208"/>
                    <a:pt x="9505" y="15208"/>
                  </a:cubicBezTo>
                  <a:cubicBezTo>
                    <a:pt x="4309" y="15208"/>
                    <a:pt x="0" y="11786"/>
                    <a:pt x="0" y="7604"/>
                  </a:cubicBezTo>
                  <a:cubicBezTo>
                    <a:pt x="0" y="3422"/>
                    <a:pt x="4309" y="0"/>
                    <a:pt x="9505" y="0"/>
                  </a:cubicBezTo>
                  <a:cubicBezTo>
                    <a:pt x="14701" y="0"/>
                    <a:pt x="19010" y="3422"/>
                    <a:pt x="19010" y="760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A8C2AB28-73F6-6A87-D0CB-726C9B95D704}"/>
                </a:ext>
              </a:extLst>
            </p:cNvPr>
            <p:cNvSpPr/>
            <p:nvPr/>
          </p:nvSpPr>
          <p:spPr>
            <a:xfrm>
              <a:off x="8078531" y="2017540"/>
              <a:ext cx="19010" cy="15208"/>
            </a:xfrm>
            <a:custGeom>
              <a:avLst/>
              <a:gdLst>
                <a:gd name="connsiteX0" fmla="*/ 19010 w 19010"/>
                <a:gd name="connsiteY0" fmla="*/ 7604 h 15208"/>
                <a:gd name="connsiteX1" fmla="*/ 9505 w 19010"/>
                <a:gd name="connsiteY1" fmla="*/ 15208 h 15208"/>
                <a:gd name="connsiteX2" fmla="*/ 0 w 19010"/>
                <a:gd name="connsiteY2" fmla="*/ 7604 h 15208"/>
                <a:gd name="connsiteX3" fmla="*/ 9505 w 19010"/>
                <a:gd name="connsiteY3" fmla="*/ 0 h 15208"/>
                <a:gd name="connsiteX4" fmla="*/ 19010 w 19010"/>
                <a:gd name="connsiteY4" fmla="*/ 7604 h 15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10" h="15208">
                  <a:moveTo>
                    <a:pt x="19010" y="7604"/>
                  </a:moveTo>
                  <a:cubicBezTo>
                    <a:pt x="19010" y="11786"/>
                    <a:pt x="14702" y="15208"/>
                    <a:pt x="9505" y="15208"/>
                  </a:cubicBezTo>
                  <a:cubicBezTo>
                    <a:pt x="4309" y="15208"/>
                    <a:pt x="0" y="11786"/>
                    <a:pt x="0" y="7604"/>
                  </a:cubicBezTo>
                  <a:cubicBezTo>
                    <a:pt x="0" y="3422"/>
                    <a:pt x="4309" y="0"/>
                    <a:pt x="9505" y="0"/>
                  </a:cubicBezTo>
                  <a:cubicBezTo>
                    <a:pt x="14702" y="0"/>
                    <a:pt x="19010" y="3422"/>
                    <a:pt x="19010" y="760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DEB132D4-438F-7EC7-1562-F52632406188}"/>
                </a:ext>
              </a:extLst>
            </p:cNvPr>
            <p:cNvSpPr/>
            <p:nvPr/>
          </p:nvSpPr>
          <p:spPr>
            <a:xfrm>
              <a:off x="8165346" y="2095482"/>
              <a:ext cx="19010" cy="15208"/>
            </a:xfrm>
            <a:custGeom>
              <a:avLst/>
              <a:gdLst>
                <a:gd name="connsiteX0" fmla="*/ 19010 w 19010"/>
                <a:gd name="connsiteY0" fmla="*/ 7604 h 15208"/>
                <a:gd name="connsiteX1" fmla="*/ 9505 w 19010"/>
                <a:gd name="connsiteY1" fmla="*/ 15208 h 15208"/>
                <a:gd name="connsiteX2" fmla="*/ 0 w 19010"/>
                <a:gd name="connsiteY2" fmla="*/ 7604 h 15208"/>
                <a:gd name="connsiteX3" fmla="*/ 9505 w 19010"/>
                <a:gd name="connsiteY3" fmla="*/ 0 h 15208"/>
                <a:gd name="connsiteX4" fmla="*/ 19010 w 19010"/>
                <a:gd name="connsiteY4" fmla="*/ 7604 h 15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10" h="15208">
                  <a:moveTo>
                    <a:pt x="19010" y="7604"/>
                  </a:moveTo>
                  <a:cubicBezTo>
                    <a:pt x="19010" y="11787"/>
                    <a:pt x="14701" y="15208"/>
                    <a:pt x="9505" y="15208"/>
                  </a:cubicBezTo>
                  <a:cubicBezTo>
                    <a:pt x="4309" y="15208"/>
                    <a:pt x="0" y="11787"/>
                    <a:pt x="0" y="7604"/>
                  </a:cubicBezTo>
                  <a:cubicBezTo>
                    <a:pt x="0" y="3422"/>
                    <a:pt x="4309" y="0"/>
                    <a:pt x="9505" y="0"/>
                  </a:cubicBezTo>
                  <a:cubicBezTo>
                    <a:pt x="14701" y="0"/>
                    <a:pt x="19010" y="3422"/>
                    <a:pt x="19010" y="760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8F5B6529-773F-4102-2EB9-26E15465C199}"/>
                </a:ext>
              </a:extLst>
            </p:cNvPr>
            <p:cNvSpPr/>
            <p:nvPr/>
          </p:nvSpPr>
          <p:spPr>
            <a:xfrm>
              <a:off x="8247090" y="2176720"/>
              <a:ext cx="19010" cy="15208"/>
            </a:xfrm>
            <a:custGeom>
              <a:avLst/>
              <a:gdLst>
                <a:gd name="connsiteX0" fmla="*/ 19010 w 19010"/>
                <a:gd name="connsiteY0" fmla="*/ 7604 h 15208"/>
                <a:gd name="connsiteX1" fmla="*/ 9505 w 19010"/>
                <a:gd name="connsiteY1" fmla="*/ 15208 h 15208"/>
                <a:gd name="connsiteX2" fmla="*/ 0 w 19010"/>
                <a:gd name="connsiteY2" fmla="*/ 7604 h 15208"/>
                <a:gd name="connsiteX3" fmla="*/ 9505 w 19010"/>
                <a:gd name="connsiteY3" fmla="*/ 0 h 15208"/>
                <a:gd name="connsiteX4" fmla="*/ 19010 w 19010"/>
                <a:gd name="connsiteY4" fmla="*/ 7604 h 15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10" h="15208">
                  <a:moveTo>
                    <a:pt x="19010" y="7604"/>
                  </a:moveTo>
                  <a:cubicBezTo>
                    <a:pt x="19010" y="11786"/>
                    <a:pt x="14702" y="15208"/>
                    <a:pt x="9505" y="15208"/>
                  </a:cubicBezTo>
                  <a:cubicBezTo>
                    <a:pt x="4309" y="15208"/>
                    <a:pt x="0" y="11786"/>
                    <a:pt x="0" y="7604"/>
                  </a:cubicBezTo>
                  <a:cubicBezTo>
                    <a:pt x="0" y="3422"/>
                    <a:pt x="4309" y="0"/>
                    <a:pt x="9505" y="0"/>
                  </a:cubicBezTo>
                  <a:cubicBezTo>
                    <a:pt x="14702" y="0"/>
                    <a:pt x="19010" y="3422"/>
                    <a:pt x="19010" y="760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9ED55B7F-2610-20D1-26EE-69CA0015E595}"/>
                </a:ext>
              </a:extLst>
            </p:cNvPr>
            <p:cNvSpPr/>
            <p:nvPr/>
          </p:nvSpPr>
          <p:spPr>
            <a:xfrm>
              <a:off x="8324019" y="2261633"/>
              <a:ext cx="18250" cy="14447"/>
            </a:xfrm>
            <a:custGeom>
              <a:avLst/>
              <a:gdLst>
                <a:gd name="connsiteX0" fmla="*/ 18250 w 18250"/>
                <a:gd name="connsiteY0" fmla="*/ 7224 h 14447"/>
                <a:gd name="connsiteX1" fmla="*/ 9125 w 18250"/>
                <a:gd name="connsiteY1" fmla="*/ 14448 h 14447"/>
                <a:gd name="connsiteX2" fmla="*/ 0 w 18250"/>
                <a:gd name="connsiteY2" fmla="*/ 7224 h 14447"/>
                <a:gd name="connsiteX3" fmla="*/ 9125 w 18250"/>
                <a:gd name="connsiteY3" fmla="*/ 0 h 14447"/>
                <a:gd name="connsiteX4" fmla="*/ 18250 w 18250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7">
                  <a:moveTo>
                    <a:pt x="18250" y="7224"/>
                  </a:moveTo>
                  <a:cubicBezTo>
                    <a:pt x="18250" y="11153"/>
                    <a:pt x="14194" y="14448"/>
                    <a:pt x="9125" y="14448"/>
                  </a:cubicBezTo>
                  <a:cubicBezTo>
                    <a:pt x="4056" y="14448"/>
                    <a:pt x="0" y="11153"/>
                    <a:pt x="0" y="7224"/>
                  </a:cubicBezTo>
                  <a:cubicBezTo>
                    <a:pt x="0" y="3295"/>
                    <a:pt x="4056" y="0"/>
                    <a:pt x="9125" y="0"/>
                  </a:cubicBezTo>
                  <a:cubicBezTo>
                    <a:pt x="14194" y="0"/>
                    <a:pt x="18250" y="3295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9F832A90-1125-E414-D43C-2B39441E320F}"/>
                </a:ext>
              </a:extLst>
            </p:cNvPr>
            <p:cNvSpPr/>
            <p:nvPr/>
          </p:nvSpPr>
          <p:spPr>
            <a:xfrm>
              <a:off x="8395117" y="2348954"/>
              <a:ext cx="18250" cy="14447"/>
            </a:xfrm>
            <a:custGeom>
              <a:avLst/>
              <a:gdLst>
                <a:gd name="connsiteX0" fmla="*/ 18250 w 18250"/>
                <a:gd name="connsiteY0" fmla="*/ 7224 h 14447"/>
                <a:gd name="connsiteX1" fmla="*/ 9125 w 18250"/>
                <a:gd name="connsiteY1" fmla="*/ 14448 h 14447"/>
                <a:gd name="connsiteX2" fmla="*/ 0 w 18250"/>
                <a:gd name="connsiteY2" fmla="*/ 7224 h 14447"/>
                <a:gd name="connsiteX3" fmla="*/ 9125 w 18250"/>
                <a:gd name="connsiteY3" fmla="*/ 0 h 14447"/>
                <a:gd name="connsiteX4" fmla="*/ 18250 w 18250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7">
                  <a:moveTo>
                    <a:pt x="18250" y="7224"/>
                  </a:moveTo>
                  <a:cubicBezTo>
                    <a:pt x="18250" y="11153"/>
                    <a:pt x="14195" y="14448"/>
                    <a:pt x="9125" y="14448"/>
                  </a:cubicBezTo>
                  <a:cubicBezTo>
                    <a:pt x="4056" y="14448"/>
                    <a:pt x="0" y="11153"/>
                    <a:pt x="0" y="7224"/>
                  </a:cubicBezTo>
                  <a:cubicBezTo>
                    <a:pt x="0" y="3295"/>
                    <a:pt x="4056" y="0"/>
                    <a:pt x="9125" y="0"/>
                  </a:cubicBezTo>
                  <a:cubicBezTo>
                    <a:pt x="14195" y="0"/>
                    <a:pt x="18250" y="3295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01181860-EEDE-A1AE-F704-D5233B2ADCA8}"/>
                </a:ext>
              </a:extLst>
            </p:cNvPr>
            <p:cNvSpPr/>
            <p:nvPr/>
          </p:nvSpPr>
          <p:spPr>
            <a:xfrm>
              <a:off x="8460893" y="2439190"/>
              <a:ext cx="17743" cy="13941"/>
            </a:xfrm>
            <a:custGeom>
              <a:avLst/>
              <a:gdLst>
                <a:gd name="connsiteX0" fmla="*/ 17743 w 17743"/>
                <a:gd name="connsiteY0" fmla="*/ 6971 h 13941"/>
                <a:gd name="connsiteX1" fmla="*/ 8872 w 17743"/>
                <a:gd name="connsiteY1" fmla="*/ 13941 h 13941"/>
                <a:gd name="connsiteX2" fmla="*/ 0 w 17743"/>
                <a:gd name="connsiteY2" fmla="*/ 6971 h 13941"/>
                <a:gd name="connsiteX3" fmla="*/ 8872 w 17743"/>
                <a:gd name="connsiteY3" fmla="*/ 0 h 13941"/>
                <a:gd name="connsiteX4" fmla="*/ 17743 w 17743"/>
                <a:gd name="connsiteY4" fmla="*/ 6971 h 1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3" h="13941">
                  <a:moveTo>
                    <a:pt x="17743" y="6971"/>
                  </a:moveTo>
                  <a:cubicBezTo>
                    <a:pt x="17743" y="10899"/>
                    <a:pt x="13815" y="13941"/>
                    <a:pt x="8872" y="13941"/>
                  </a:cubicBezTo>
                  <a:cubicBezTo>
                    <a:pt x="3929" y="13941"/>
                    <a:pt x="0" y="10773"/>
                    <a:pt x="0" y="6971"/>
                  </a:cubicBezTo>
                  <a:cubicBezTo>
                    <a:pt x="0" y="3168"/>
                    <a:pt x="3929" y="0"/>
                    <a:pt x="8872" y="0"/>
                  </a:cubicBezTo>
                  <a:cubicBezTo>
                    <a:pt x="13815" y="0"/>
                    <a:pt x="17743" y="3168"/>
                    <a:pt x="17743" y="697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99F0B938-80EB-C6D9-3C85-8E51E0660112}"/>
                </a:ext>
              </a:extLst>
            </p:cNvPr>
            <p:cNvSpPr/>
            <p:nvPr/>
          </p:nvSpPr>
          <p:spPr>
            <a:xfrm>
              <a:off x="8520713" y="2531707"/>
              <a:ext cx="17742" cy="13941"/>
            </a:xfrm>
            <a:custGeom>
              <a:avLst/>
              <a:gdLst>
                <a:gd name="connsiteX0" fmla="*/ 17743 w 17742"/>
                <a:gd name="connsiteY0" fmla="*/ 6971 h 13941"/>
                <a:gd name="connsiteX1" fmla="*/ 8872 w 17742"/>
                <a:gd name="connsiteY1" fmla="*/ 13941 h 13941"/>
                <a:gd name="connsiteX2" fmla="*/ 0 w 17742"/>
                <a:gd name="connsiteY2" fmla="*/ 6971 h 13941"/>
                <a:gd name="connsiteX3" fmla="*/ 8872 w 17742"/>
                <a:gd name="connsiteY3" fmla="*/ 0 h 13941"/>
                <a:gd name="connsiteX4" fmla="*/ 17743 w 17742"/>
                <a:gd name="connsiteY4" fmla="*/ 6971 h 1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2" h="13941">
                  <a:moveTo>
                    <a:pt x="17743" y="6971"/>
                  </a:moveTo>
                  <a:cubicBezTo>
                    <a:pt x="17743" y="10773"/>
                    <a:pt x="13814" y="13941"/>
                    <a:pt x="8872" y="13941"/>
                  </a:cubicBezTo>
                  <a:cubicBezTo>
                    <a:pt x="3929" y="13941"/>
                    <a:pt x="0" y="10773"/>
                    <a:pt x="0" y="6971"/>
                  </a:cubicBezTo>
                  <a:cubicBezTo>
                    <a:pt x="0" y="3168"/>
                    <a:pt x="3929" y="0"/>
                    <a:pt x="8872" y="0"/>
                  </a:cubicBezTo>
                  <a:cubicBezTo>
                    <a:pt x="13814" y="0"/>
                    <a:pt x="17743" y="3168"/>
                    <a:pt x="17743" y="697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D0FAAEDC-4B75-80AF-CFF9-72F2C10B882C}"/>
                </a:ext>
              </a:extLst>
            </p:cNvPr>
            <p:cNvSpPr/>
            <p:nvPr/>
          </p:nvSpPr>
          <p:spPr>
            <a:xfrm>
              <a:off x="8574956" y="2626759"/>
              <a:ext cx="16982" cy="13433"/>
            </a:xfrm>
            <a:custGeom>
              <a:avLst/>
              <a:gdLst>
                <a:gd name="connsiteX0" fmla="*/ 16983 w 16982"/>
                <a:gd name="connsiteY0" fmla="*/ 6717 h 13433"/>
                <a:gd name="connsiteX1" fmla="*/ 8492 w 16982"/>
                <a:gd name="connsiteY1" fmla="*/ 13434 h 13433"/>
                <a:gd name="connsiteX2" fmla="*/ 0 w 16982"/>
                <a:gd name="connsiteY2" fmla="*/ 6717 h 13433"/>
                <a:gd name="connsiteX3" fmla="*/ 8492 w 16982"/>
                <a:gd name="connsiteY3" fmla="*/ 0 h 13433"/>
                <a:gd name="connsiteX4" fmla="*/ 16983 w 16982"/>
                <a:gd name="connsiteY4" fmla="*/ 6717 h 13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82" h="13433">
                  <a:moveTo>
                    <a:pt x="16983" y="6717"/>
                  </a:moveTo>
                  <a:cubicBezTo>
                    <a:pt x="16983" y="10392"/>
                    <a:pt x="13181" y="13434"/>
                    <a:pt x="8492" y="13434"/>
                  </a:cubicBezTo>
                  <a:cubicBezTo>
                    <a:pt x="3803" y="13434"/>
                    <a:pt x="0" y="10392"/>
                    <a:pt x="0" y="6717"/>
                  </a:cubicBezTo>
                  <a:cubicBezTo>
                    <a:pt x="0" y="3042"/>
                    <a:pt x="3803" y="0"/>
                    <a:pt x="8492" y="0"/>
                  </a:cubicBezTo>
                  <a:cubicBezTo>
                    <a:pt x="13181" y="0"/>
                    <a:pt x="16983" y="2915"/>
                    <a:pt x="16983" y="671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E8E2F3C8-04C5-0A2B-C795-4EA6CAFC585D}"/>
                </a:ext>
              </a:extLst>
            </p:cNvPr>
            <p:cNvSpPr/>
            <p:nvPr/>
          </p:nvSpPr>
          <p:spPr>
            <a:xfrm>
              <a:off x="8622482" y="2723332"/>
              <a:ext cx="17743" cy="13940"/>
            </a:xfrm>
            <a:custGeom>
              <a:avLst/>
              <a:gdLst>
                <a:gd name="connsiteX0" fmla="*/ 17743 w 17743"/>
                <a:gd name="connsiteY0" fmla="*/ 6970 h 13940"/>
                <a:gd name="connsiteX1" fmla="*/ 8872 w 17743"/>
                <a:gd name="connsiteY1" fmla="*/ 13941 h 13940"/>
                <a:gd name="connsiteX2" fmla="*/ 0 w 17743"/>
                <a:gd name="connsiteY2" fmla="*/ 6970 h 13940"/>
                <a:gd name="connsiteX3" fmla="*/ 8872 w 17743"/>
                <a:gd name="connsiteY3" fmla="*/ 0 h 13940"/>
                <a:gd name="connsiteX4" fmla="*/ 17743 w 17743"/>
                <a:gd name="connsiteY4" fmla="*/ 6970 h 13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3" h="13940">
                  <a:moveTo>
                    <a:pt x="17743" y="6970"/>
                  </a:moveTo>
                  <a:cubicBezTo>
                    <a:pt x="17743" y="10772"/>
                    <a:pt x="13815" y="13941"/>
                    <a:pt x="8872" y="13941"/>
                  </a:cubicBezTo>
                  <a:cubicBezTo>
                    <a:pt x="3929" y="13941"/>
                    <a:pt x="0" y="10772"/>
                    <a:pt x="0" y="6970"/>
                  </a:cubicBezTo>
                  <a:cubicBezTo>
                    <a:pt x="0" y="3168"/>
                    <a:pt x="3929" y="0"/>
                    <a:pt x="8872" y="0"/>
                  </a:cubicBezTo>
                  <a:cubicBezTo>
                    <a:pt x="13815" y="0"/>
                    <a:pt x="17743" y="3168"/>
                    <a:pt x="17743" y="69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755E58BE-E793-EBCB-959E-541DB5D74DAD}"/>
                </a:ext>
              </a:extLst>
            </p:cNvPr>
            <p:cNvSpPr/>
            <p:nvPr/>
          </p:nvSpPr>
          <p:spPr>
            <a:xfrm>
              <a:off x="8664685" y="2822186"/>
              <a:ext cx="16856" cy="13433"/>
            </a:xfrm>
            <a:custGeom>
              <a:avLst/>
              <a:gdLst>
                <a:gd name="connsiteX0" fmla="*/ 16856 w 16856"/>
                <a:gd name="connsiteY0" fmla="*/ 6717 h 13433"/>
                <a:gd name="connsiteX1" fmla="*/ 8491 w 16856"/>
                <a:gd name="connsiteY1" fmla="*/ 13434 h 13433"/>
                <a:gd name="connsiteX2" fmla="*/ 0 w 16856"/>
                <a:gd name="connsiteY2" fmla="*/ 6717 h 13433"/>
                <a:gd name="connsiteX3" fmla="*/ 8491 w 16856"/>
                <a:gd name="connsiteY3" fmla="*/ 0 h 13433"/>
                <a:gd name="connsiteX4" fmla="*/ 16856 w 16856"/>
                <a:gd name="connsiteY4" fmla="*/ 6717 h 13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56" h="13433">
                  <a:moveTo>
                    <a:pt x="16856" y="6717"/>
                  </a:moveTo>
                  <a:cubicBezTo>
                    <a:pt x="16856" y="10392"/>
                    <a:pt x="13180" y="13434"/>
                    <a:pt x="8491" y="13434"/>
                  </a:cubicBezTo>
                  <a:cubicBezTo>
                    <a:pt x="3802" y="13434"/>
                    <a:pt x="0" y="10392"/>
                    <a:pt x="0" y="6717"/>
                  </a:cubicBezTo>
                  <a:cubicBezTo>
                    <a:pt x="0" y="3042"/>
                    <a:pt x="3802" y="0"/>
                    <a:pt x="8491" y="0"/>
                  </a:cubicBezTo>
                  <a:cubicBezTo>
                    <a:pt x="13180" y="0"/>
                    <a:pt x="16856" y="3042"/>
                    <a:pt x="16856" y="671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13E022DE-26B8-1D16-BA61-16735154458C}"/>
                </a:ext>
              </a:extLst>
            </p:cNvPr>
            <p:cNvSpPr/>
            <p:nvPr/>
          </p:nvSpPr>
          <p:spPr>
            <a:xfrm>
              <a:off x="8700678" y="2922688"/>
              <a:ext cx="15968" cy="12673"/>
            </a:xfrm>
            <a:custGeom>
              <a:avLst/>
              <a:gdLst>
                <a:gd name="connsiteX0" fmla="*/ 15969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9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9" y="6337"/>
                  </a:moveTo>
                  <a:cubicBezTo>
                    <a:pt x="15969" y="9885"/>
                    <a:pt x="12420" y="12674"/>
                    <a:pt x="7984" y="12674"/>
                  </a:cubicBezTo>
                  <a:cubicBezTo>
                    <a:pt x="3548" y="12674"/>
                    <a:pt x="0" y="9759"/>
                    <a:pt x="0" y="6337"/>
                  </a:cubicBezTo>
                  <a:cubicBezTo>
                    <a:pt x="0" y="2915"/>
                    <a:pt x="3675" y="0"/>
                    <a:pt x="7984" y="0"/>
                  </a:cubicBezTo>
                  <a:cubicBezTo>
                    <a:pt x="12293" y="0"/>
                    <a:pt x="15969" y="2788"/>
                    <a:pt x="15969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C9219FB4-28D8-5994-04E6-9846847CCBC0}"/>
                </a:ext>
              </a:extLst>
            </p:cNvPr>
            <p:cNvSpPr/>
            <p:nvPr/>
          </p:nvSpPr>
          <p:spPr>
            <a:xfrm>
              <a:off x="8730081" y="3024203"/>
              <a:ext cx="15461" cy="12293"/>
            </a:xfrm>
            <a:custGeom>
              <a:avLst/>
              <a:gdLst>
                <a:gd name="connsiteX0" fmla="*/ 15461 w 15461"/>
                <a:gd name="connsiteY0" fmla="*/ 6210 h 12293"/>
                <a:gd name="connsiteX1" fmla="*/ 7731 w 15461"/>
                <a:gd name="connsiteY1" fmla="*/ 12293 h 12293"/>
                <a:gd name="connsiteX2" fmla="*/ 0 w 15461"/>
                <a:gd name="connsiteY2" fmla="*/ 6210 h 12293"/>
                <a:gd name="connsiteX3" fmla="*/ 7731 w 15461"/>
                <a:gd name="connsiteY3" fmla="*/ 0 h 12293"/>
                <a:gd name="connsiteX4" fmla="*/ 15461 w 15461"/>
                <a:gd name="connsiteY4" fmla="*/ 6210 h 1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61" h="12293">
                  <a:moveTo>
                    <a:pt x="15461" y="6210"/>
                  </a:moveTo>
                  <a:cubicBezTo>
                    <a:pt x="15461" y="9632"/>
                    <a:pt x="11913" y="12293"/>
                    <a:pt x="7731" y="12293"/>
                  </a:cubicBezTo>
                  <a:cubicBezTo>
                    <a:pt x="3548" y="12293"/>
                    <a:pt x="0" y="9505"/>
                    <a:pt x="0" y="6210"/>
                  </a:cubicBezTo>
                  <a:cubicBezTo>
                    <a:pt x="0" y="2915"/>
                    <a:pt x="3421" y="0"/>
                    <a:pt x="7731" y="0"/>
                  </a:cubicBezTo>
                  <a:cubicBezTo>
                    <a:pt x="12039" y="0"/>
                    <a:pt x="15461" y="2788"/>
                    <a:pt x="15461" y="621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E0713B5D-6EC6-3A3F-091B-4F8F5F1A94E9}"/>
                </a:ext>
              </a:extLst>
            </p:cNvPr>
            <p:cNvSpPr/>
            <p:nvPr/>
          </p:nvSpPr>
          <p:spPr>
            <a:xfrm>
              <a:off x="8753146" y="3126986"/>
              <a:ext cx="14701" cy="11659"/>
            </a:xfrm>
            <a:custGeom>
              <a:avLst/>
              <a:gdLst>
                <a:gd name="connsiteX0" fmla="*/ 14702 w 14701"/>
                <a:gd name="connsiteY0" fmla="*/ 5830 h 11659"/>
                <a:gd name="connsiteX1" fmla="*/ 7351 w 14701"/>
                <a:gd name="connsiteY1" fmla="*/ 11660 h 11659"/>
                <a:gd name="connsiteX2" fmla="*/ 0 w 14701"/>
                <a:gd name="connsiteY2" fmla="*/ 5830 h 11659"/>
                <a:gd name="connsiteX3" fmla="*/ 7351 w 14701"/>
                <a:gd name="connsiteY3" fmla="*/ 0 h 11659"/>
                <a:gd name="connsiteX4" fmla="*/ 14702 w 14701"/>
                <a:gd name="connsiteY4" fmla="*/ 5830 h 11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01" h="11659">
                  <a:moveTo>
                    <a:pt x="14702" y="5830"/>
                  </a:moveTo>
                  <a:cubicBezTo>
                    <a:pt x="14702" y="8998"/>
                    <a:pt x="11407" y="11660"/>
                    <a:pt x="7351" y="11660"/>
                  </a:cubicBezTo>
                  <a:cubicBezTo>
                    <a:pt x="3295" y="11660"/>
                    <a:pt x="0" y="8998"/>
                    <a:pt x="0" y="5830"/>
                  </a:cubicBezTo>
                  <a:cubicBezTo>
                    <a:pt x="0" y="2662"/>
                    <a:pt x="3295" y="0"/>
                    <a:pt x="7351" y="0"/>
                  </a:cubicBezTo>
                  <a:cubicBezTo>
                    <a:pt x="11407" y="0"/>
                    <a:pt x="14702" y="2662"/>
                    <a:pt x="14702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3C1CF514-7E3D-0CB7-006B-A072EC672947}"/>
                </a:ext>
              </a:extLst>
            </p:cNvPr>
            <p:cNvSpPr/>
            <p:nvPr/>
          </p:nvSpPr>
          <p:spPr>
            <a:xfrm>
              <a:off x="8769876" y="3230403"/>
              <a:ext cx="13941" cy="11152"/>
            </a:xfrm>
            <a:custGeom>
              <a:avLst/>
              <a:gdLst>
                <a:gd name="connsiteX0" fmla="*/ 13941 w 13941"/>
                <a:gd name="connsiteY0" fmla="*/ 5576 h 11152"/>
                <a:gd name="connsiteX1" fmla="*/ 6971 w 13941"/>
                <a:gd name="connsiteY1" fmla="*/ 11153 h 11152"/>
                <a:gd name="connsiteX2" fmla="*/ 0 w 13941"/>
                <a:gd name="connsiteY2" fmla="*/ 5576 h 11152"/>
                <a:gd name="connsiteX3" fmla="*/ 6971 w 13941"/>
                <a:gd name="connsiteY3" fmla="*/ 0 h 11152"/>
                <a:gd name="connsiteX4" fmla="*/ 13941 w 13941"/>
                <a:gd name="connsiteY4" fmla="*/ 5576 h 11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1" h="11152">
                  <a:moveTo>
                    <a:pt x="13941" y="5576"/>
                  </a:moveTo>
                  <a:cubicBezTo>
                    <a:pt x="13941" y="8618"/>
                    <a:pt x="10773" y="11153"/>
                    <a:pt x="6971" y="11153"/>
                  </a:cubicBezTo>
                  <a:cubicBezTo>
                    <a:pt x="3168" y="11153"/>
                    <a:pt x="0" y="8745"/>
                    <a:pt x="0" y="5576"/>
                  </a:cubicBezTo>
                  <a:cubicBezTo>
                    <a:pt x="0" y="2408"/>
                    <a:pt x="3168" y="0"/>
                    <a:pt x="6971" y="0"/>
                  </a:cubicBezTo>
                  <a:cubicBezTo>
                    <a:pt x="10773" y="0"/>
                    <a:pt x="13941" y="2408"/>
                    <a:pt x="13941" y="55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4F3B369E-A407-4E41-3629-BC68D402D3B7}"/>
                </a:ext>
              </a:extLst>
            </p:cNvPr>
            <p:cNvSpPr/>
            <p:nvPr/>
          </p:nvSpPr>
          <p:spPr>
            <a:xfrm>
              <a:off x="8779888" y="3334326"/>
              <a:ext cx="13433" cy="10645"/>
            </a:xfrm>
            <a:custGeom>
              <a:avLst/>
              <a:gdLst>
                <a:gd name="connsiteX0" fmla="*/ 13434 w 13433"/>
                <a:gd name="connsiteY0" fmla="*/ 5323 h 10645"/>
                <a:gd name="connsiteX1" fmla="*/ 6717 w 13433"/>
                <a:gd name="connsiteY1" fmla="*/ 10646 h 10645"/>
                <a:gd name="connsiteX2" fmla="*/ 0 w 13433"/>
                <a:gd name="connsiteY2" fmla="*/ 5323 h 10645"/>
                <a:gd name="connsiteX3" fmla="*/ 6717 w 13433"/>
                <a:gd name="connsiteY3" fmla="*/ 0 h 10645"/>
                <a:gd name="connsiteX4" fmla="*/ 13434 w 13433"/>
                <a:gd name="connsiteY4" fmla="*/ 5323 h 1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33" h="10645">
                  <a:moveTo>
                    <a:pt x="13434" y="5323"/>
                  </a:moveTo>
                  <a:cubicBezTo>
                    <a:pt x="13434" y="8238"/>
                    <a:pt x="10392" y="10646"/>
                    <a:pt x="6717" y="10646"/>
                  </a:cubicBezTo>
                  <a:cubicBezTo>
                    <a:pt x="3042" y="10646"/>
                    <a:pt x="0" y="8238"/>
                    <a:pt x="0" y="5323"/>
                  </a:cubicBezTo>
                  <a:lnTo>
                    <a:pt x="6717" y="0"/>
                  </a:lnTo>
                  <a:cubicBezTo>
                    <a:pt x="10392" y="0"/>
                    <a:pt x="13434" y="2408"/>
                    <a:pt x="13434" y="532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A6C22877-F489-B730-FE49-1A4E23C487BB}"/>
                </a:ext>
              </a:extLst>
            </p:cNvPr>
            <p:cNvSpPr/>
            <p:nvPr/>
          </p:nvSpPr>
          <p:spPr>
            <a:xfrm>
              <a:off x="8908398" y="3438250"/>
              <a:ext cx="13433" cy="10645"/>
            </a:xfrm>
            <a:custGeom>
              <a:avLst/>
              <a:gdLst>
                <a:gd name="connsiteX0" fmla="*/ 13434 w 13433"/>
                <a:gd name="connsiteY0" fmla="*/ 5323 h 10645"/>
                <a:gd name="connsiteX1" fmla="*/ 6717 w 13433"/>
                <a:gd name="connsiteY1" fmla="*/ 10646 h 10645"/>
                <a:gd name="connsiteX2" fmla="*/ 0 w 13433"/>
                <a:gd name="connsiteY2" fmla="*/ 5323 h 10645"/>
                <a:gd name="connsiteX3" fmla="*/ 6717 w 13433"/>
                <a:gd name="connsiteY3" fmla="*/ 0 h 10645"/>
                <a:gd name="connsiteX4" fmla="*/ 13434 w 13433"/>
                <a:gd name="connsiteY4" fmla="*/ 5323 h 1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33" h="10645">
                  <a:moveTo>
                    <a:pt x="13434" y="5323"/>
                  </a:moveTo>
                  <a:cubicBezTo>
                    <a:pt x="13434" y="8238"/>
                    <a:pt x="10392" y="10646"/>
                    <a:pt x="6717" y="10646"/>
                  </a:cubicBezTo>
                  <a:lnTo>
                    <a:pt x="0" y="5323"/>
                  </a:lnTo>
                  <a:cubicBezTo>
                    <a:pt x="0" y="2408"/>
                    <a:pt x="3042" y="0"/>
                    <a:pt x="6717" y="0"/>
                  </a:cubicBezTo>
                  <a:cubicBezTo>
                    <a:pt x="10392" y="0"/>
                    <a:pt x="13434" y="2408"/>
                    <a:pt x="13434" y="532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78E1589A-94A3-80A1-11CC-E4C5FCA6FFD5}"/>
                </a:ext>
              </a:extLst>
            </p:cNvPr>
            <p:cNvSpPr/>
            <p:nvPr/>
          </p:nvSpPr>
          <p:spPr>
            <a:xfrm>
              <a:off x="8905737" y="3542553"/>
              <a:ext cx="12546" cy="10012"/>
            </a:xfrm>
            <a:custGeom>
              <a:avLst/>
              <a:gdLst>
                <a:gd name="connsiteX0" fmla="*/ 12547 w 12546"/>
                <a:gd name="connsiteY0" fmla="*/ 5069 h 10012"/>
                <a:gd name="connsiteX1" fmla="*/ 6210 w 12546"/>
                <a:gd name="connsiteY1" fmla="*/ 10012 h 10012"/>
                <a:gd name="connsiteX2" fmla="*/ 0 w 12546"/>
                <a:gd name="connsiteY2" fmla="*/ 5069 h 10012"/>
                <a:gd name="connsiteX3" fmla="*/ 6210 w 12546"/>
                <a:gd name="connsiteY3" fmla="*/ 0 h 10012"/>
                <a:gd name="connsiteX4" fmla="*/ 12547 w 12546"/>
                <a:gd name="connsiteY4" fmla="*/ 5069 h 1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46" h="10012">
                  <a:moveTo>
                    <a:pt x="12547" y="5069"/>
                  </a:moveTo>
                  <a:lnTo>
                    <a:pt x="6210" y="10012"/>
                  </a:lnTo>
                  <a:lnTo>
                    <a:pt x="0" y="5069"/>
                  </a:lnTo>
                  <a:lnTo>
                    <a:pt x="6210" y="0"/>
                  </a:lnTo>
                  <a:lnTo>
                    <a:pt x="12547" y="506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A920B2DF-F3CA-2535-BED8-F93BE1FD25BB}"/>
                </a:ext>
              </a:extLst>
            </p:cNvPr>
            <p:cNvSpPr/>
            <p:nvPr/>
          </p:nvSpPr>
          <p:spPr>
            <a:xfrm>
              <a:off x="8896739" y="3646604"/>
              <a:ext cx="11913" cy="9505"/>
            </a:xfrm>
            <a:custGeom>
              <a:avLst/>
              <a:gdLst>
                <a:gd name="connsiteX0" fmla="*/ 11913 w 11913"/>
                <a:gd name="connsiteY0" fmla="*/ 4689 h 9505"/>
                <a:gd name="connsiteX1" fmla="*/ 5957 w 11913"/>
                <a:gd name="connsiteY1" fmla="*/ 9505 h 9505"/>
                <a:gd name="connsiteX2" fmla="*/ 0 w 11913"/>
                <a:gd name="connsiteY2" fmla="*/ 4689 h 9505"/>
                <a:gd name="connsiteX3" fmla="*/ 5957 w 11913"/>
                <a:gd name="connsiteY3" fmla="*/ 0 h 9505"/>
                <a:gd name="connsiteX4" fmla="*/ 11913 w 11913"/>
                <a:gd name="connsiteY4" fmla="*/ 4689 h 9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13" h="9505">
                  <a:moveTo>
                    <a:pt x="11913" y="4689"/>
                  </a:moveTo>
                  <a:lnTo>
                    <a:pt x="5957" y="9505"/>
                  </a:lnTo>
                  <a:lnTo>
                    <a:pt x="0" y="4689"/>
                  </a:lnTo>
                  <a:lnTo>
                    <a:pt x="5957" y="0"/>
                  </a:lnTo>
                  <a:lnTo>
                    <a:pt x="11913" y="468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A73AE8AD-A9B8-F96F-1CEA-737BC41B112A}"/>
                </a:ext>
              </a:extLst>
            </p:cNvPr>
            <p:cNvSpPr/>
            <p:nvPr/>
          </p:nvSpPr>
          <p:spPr>
            <a:xfrm>
              <a:off x="8881404" y="3750147"/>
              <a:ext cx="11278" cy="8871"/>
            </a:xfrm>
            <a:custGeom>
              <a:avLst/>
              <a:gdLst>
                <a:gd name="connsiteX0" fmla="*/ 11279 w 11278"/>
                <a:gd name="connsiteY0" fmla="*/ 4436 h 8871"/>
                <a:gd name="connsiteX1" fmla="*/ 5702 w 11278"/>
                <a:gd name="connsiteY1" fmla="*/ 8872 h 8871"/>
                <a:gd name="connsiteX2" fmla="*/ 0 w 11278"/>
                <a:gd name="connsiteY2" fmla="*/ 4436 h 8871"/>
                <a:gd name="connsiteX3" fmla="*/ 5702 w 11278"/>
                <a:gd name="connsiteY3" fmla="*/ 0 h 8871"/>
                <a:gd name="connsiteX4" fmla="*/ 11279 w 11278"/>
                <a:gd name="connsiteY4" fmla="*/ 4436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78" h="8871">
                  <a:moveTo>
                    <a:pt x="11279" y="4436"/>
                  </a:moveTo>
                  <a:lnTo>
                    <a:pt x="5702" y="8872"/>
                  </a:lnTo>
                  <a:lnTo>
                    <a:pt x="0" y="4436"/>
                  </a:lnTo>
                  <a:lnTo>
                    <a:pt x="5702" y="0"/>
                  </a:lnTo>
                  <a:lnTo>
                    <a:pt x="11279" y="44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3D5D458D-763F-89A8-36E9-5E5A54E91D29}"/>
                </a:ext>
              </a:extLst>
            </p:cNvPr>
            <p:cNvSpPr/>
            <p:nvPr/>
          </p:nvSpPr>
          <p:spPr>
            <a:xfrm>
              <a:off x="8859986" y="3852930"/>
              <a:ext cx="10645" cy="8364"/>
            </a:xfrm>
            <a:custGeom>
              <a:avLst/>
              <a:gdLst>
                <a:gd name="connsiteX0" fmla="*/ 10645 w 10645"/>
                <a:gd name="connsiteY0" fmla="*/ 4182 h 8364"/>
                <a:gd name="connsiteX1" fmla="*/ 5323 w 10645"/>
                <a:gd name="connsiteY1" fmla="*/ 8364 h 8364"/>
                <a:gd name="connsiteX2" fmla="*/ 0 w 10645"/>
                <a:gd name="connsiteY2" fmla="*/ 4182 h 8364"/>
                <a:gd name="connsiteX3" fmla="*/ 5323 w 10645"/>
                <a:gd name="connsiteY3" fmla="*/ 0 h 8364"/>
                <a:gd name="connsiteX4" fmla="*/ 10645 w 10645"/>
                <a:gd name="connsiteY4" fmla="*/ 4182 h 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45" h="8364">
                  <a:moveTo>
                    <a:pt x="10645" y="4182"/>
                  </a:moveTo>
                  <a:lnTo>
                    <a:pt x="5323" y="8364"/>
                  </a:lnTo>
                  <a:lnTo>
                    <a:pt x="0" y="4182"/>
                  </a:lnTo>
                  <a:lnTo>
                    <a:pt x="5323" y="0"/>
                  </a:lnTo>
                  <a:lnTo>
                    <a:pt x="10645" y="41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47C1E76E-F9B3-948E-2FBB-98D204980751}"/>
                </a:ext>
              </a:extLst>
            </p:cNvPr>
            <p:cNvSpPr/>
            <p:nvPr/>
          </p:nvSpPr>
          <p:spPr>
            <a:xfrm>
              <a:off x="8832864" y="3955079"/>
              <a:ext cx="9251" cy="7223"/>
            </a:xfrm>
            <a:custGeom>
              <a:avLst/>
              <a:gdLst>
                <a:gd name="connsiteX0" fmla="*/ 9251 w 9251"/>
                <a:gd name="connsiteY0" fmla="*/ 3675 h 7223"/>
                <a:gd name="connsiteX1" fmla="*/ 4689 w 9251"/>
                <a:gd name="connsiteY1" fmla="*/ 7224 h 7223"/>
                <a:gd name="connsiteX2" fmla="*/ 0 w 9251"/>
                <a:gd name="connsiteY2" fmla="*/ 3675 h 7223"/>
                <a:gd name="connsiteX3" fmla="*/ 4689 w 9251"/>
                <a:gd name="connsiteY3" fmla="*/ 0 h 7223"/>
                <a:gd name="connsiteX4" fmla="*/ 9251 w 9251"/>
                <a:gd name="connsiteY4" fmla="*/ 3675 h 7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51" h="7223">
                  <a:moveTo>
                    <a:pt x="9251" y="3675"/>
                  </a:moveTo>
                  <a:lnTo>
                    <a:pt x="4689" y="7224"/>
                  </a:lnTo>
                  <a:lnTo>
                    <a:pt x="0" y="3675"/>
                  </a:lnTo>
                  <a:lnTo>
                    <a:pt x="4689" y="0"/>
                  </a:lnTo>
                  <a:lnTo>
                    <a:pt x="9251" y="367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44DCC453-76B2-BF1B-846D-7884320193F2}"/>
                </a:ext>
              </a:extLst>
            </p:cNvPr>
            <p:cNvSpPr/>
            <p:nvPr/>
          </p:nvSpPr>
          <p:spPr>
            <a:xfrm>
              <a:off x="8799279" y="4055834"/>
              <a:ext cx="8491" cy="6716"/>
            </a:xfrm>
            <a:custGeom>
              <a:avLst/>
              <a:gdLst>
                <a:gd name="connsiteX0" fmla="*/ 8491 w 8491"/>
                <a:gd name="connsiteY0" fmla="*/ 3295 h 6716"/>
                <a:gd name="connsiteX1" fmla="*/ 4309 w 8491"/>
                <a:gd name="connsiteY1" fmla="*/ 6717 h 6716"/>
                <a:gd name="connsiteX2" fmla="*/ 0 w 8491"/>
                <a:gd name="connsiteY2" fmla="*/ 3295 h 6716"/>
                <a:gd name="connsiteX3" fmla="*/ 4309 w 8491"/>
                <a:gd name="connsiteY3" fmla="*/ 0 h 6716"/>
                <a:gd name="connsiteX4" fmla="*/ 8491 w 8491"/>
                <a:gd name="connsiteY4" fmla="*/ 3295 h 6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91" h="6716">
                  <a:moveTo>
                    <a:pt x="8491" y="3295"/>
                  </a:moveTo>
                  <a:lnTo>
                    <a:pt x="4309" y="6717"/>
                  </a:lnTo>
                  <a:lnTo>
                    <a:pt x="0" y="3295"/>
                  </a:lnTo>
                  <a:lnTo>
                    <a:pt x="4309" y="0"/>
                  </a:lnTo>
                  <a:lnTo>
                    <a:pt x="8491" y="32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67C2CE87-B9AF-8D05-B1B9-1C7B81891358}"/>
                </a:ext>
              </a:extLst>
            </p:cNvPr>
            <p:cNvSpPr/>
            <p:nvPr/>
          </p:nvSpPr>
          <p:spPr>
            <a:xfrm>
              <a:off x="8759737" y="4155068"/>
              <a:ext cx="7857" cy="6209"/>
            </a:xfrm>
            <a:custGeom>
              <a:avLst/>
              <a:gdLst>
                <a:gd name="connsiteX0" fmla="*/ 7858 w 7857"/>
                <a:gd name="connsiteY0" fmla="*/ 3168 h 6209"/>
                <a:gd name="connsiteX1" fmla="*/ 3929 w 7857"/>
                <a:gd name="connsiteY1" fmla="*/ 6210 h 6209"/>
                <a:gd name="connsiteX2" fmla="*/ 0 w 7857"/>
                <a:gd name="connsiteY2" fmla="*/ 3168 h 6209"/>
                <a:gd name="connsiteX3" fmla="*/ 3929 w 7857"/>
                <a:gd name="connsiteY3" fmla="*/ 0 h 6209"/>
                <a:gd name="connsiteX4" fmla="*/ 7858 w 7857"/>
                <a:gd name="connsiteY4" fmla="*/ 3168 h 6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57" h="6209">
                  <a:moveTo>
                    <a:pt x="7858" y="3168"/>
                  </a:moveTo>
                  <a:lnTo>
                    <a:pt x="3929" y="6210"/>
                  </a:lnTo>
                  <a:lnTo>
                    <a:pt x="0" y="3168"/>
                  </a:lnTo>
                  <a:lnTo>
                    <a:pt x="3929" y="0"/>
                  </a:lnTo>
                  <a:lnTo>
                    <a:pt x="7858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D515496D-A867-18BA-5903-9DB56AD72918}"/>
                </a:ext>
              </a:extLst>
            </p:cNvPr>
            <p:cNvSpPr/>
            <p:nvPr/>
          </p:nvSpPr>
          <p:spPr>
            <a:xfrm>
              <a:off x="8714619" y="4253035"/>
              <a:ext cx="6463" cy="5196"/>
            </a:xfrm>
            <a:custGeom>
              <a:avLst/>
              <a:gdLst>
                <a:gd name="connsiteX0" fmla="*/ 6464 w 6463"/>
                <a:gd name="connsiteY0" fmla="*/ 2535 h 5196"/>
                <a:gd name="connsiteX1" fmla="*/ 3168 w 6463"/>
                <a:gd name="connsiteY1" fmla="*/ 5196 h 5196"/>
                <a:gd name="connsiteX2" fmla="*/ 0 w 6463"/>
                <a:gd name="connsiteY2" fmla="*/ 2535 h 5196"/>
                <a:gd name="connsiteX3" fmla="*/ 3168 w 6463"/>
                <a:gd name="connsiteY3" fmla="*/ 0 h 5196"/>
                <a:gd name="connsiteX4" fmla="*/ 6464 w 6463"/>
                <a:gd name="connsiteY4" fmla="*/ 2535 h 5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196">
                  <a:moveTo>
                    <a:pt x="6464" y="2535"/>
                  </a:moveTo>
                  <a:lnTo>
                    <a:pt x="3168" y="5196"/>
                  </a:lnTo>
                  <a:lnTo>
                    <a:pt x="0" y="2535"/>
                  </a:lnTo>
                  <a:lnTo>
                    <a:pt x="3168" y="0"/>
                  </a:lnTo>
                  <a:lnTo>
                    <a:pt x="6464" y="253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BAADB8B9-ED97-CC1B-D866-33A55CA2BFB9}"/>
                </a:ext>
              </a:extLst>
            </p:cNvPr>
            <p:cNvSpPr/>
            <p:nvPr/>
          </p:nvSpPr>
          <p:spPr>
            <a:xfrm>
              <a:off x="8663291" y="4348847"/>
              <a:ext cx="5956" cy="4689"/>
            </a:xfrm>
            <a:custGeom>
              <a:avLst/>
              <a:gdLst>
                <a:gd name="connsiteX0" fmla="*/ 5956 w 5956"/>
                <a:gd name="connsiteY0" fmla="*/ 2408 h 4689"/>
                <a:gd name="connsiteX1" fmla="*/ 2915 w 5956"/>
                <a:gd name="connsiteY1" fmla="*/ 4690 h 4689"/>
                <a:gd name="connsiteX2" fmla="*/ 0 w 5956"/>
                <a:gd name="connsiteY2" fmla="*/ 2408 h 4689"/>
                <a:gd name="connsiteX3" fmla="*/ 2915 w 5956"/>
                <a:gd name="connsiteY3" fmla="*/ 0 h 4689"/>
                <a:gd name="connsiteX4" fmla="*/ 5956 w 5956"/>
                <a:gd name="connsiteY4" fmla="*/ 2408 h 4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6" h="4689">
                  <a:moveTo>
                    <a:pt x="5956" y="2408"/>
                  </a:moveTo>
                  <a:lnTo>
                    <a:pt x="2915" y="4690"/>
                  </a:lnTo>
                  <a:lnTo>
                    <a:pt x="0" y="2408"/>
                  </a:lnTo>
                  <a:lnTo>
                    <a:pt x="2915" y="0"/>
                  </a:lnTo>
                  <a:lnTo>
                    <a:pt x="5956" y="240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AB5174BD-CE14-C32D-E28B-B100466BA04A}"/>
                </a:ext>
              </a:extLst>
            </p:cNvPr>
            <p:cNvSpPr/>
            <p:nvPr/>
          </p:nvSpPr>
          <p:spPr>
            <a:xfrm>
              <a:off x="8606260" y="4442632"/>
              <a:ext cx="5322" cy="4182"/>
            </a:xfrm>
            <a:custGeom>
              <a:avLst/>
              <a:gdLst>
                <a:gd name="connsiteX0" fmla="*/ 5323 w 5322"/>
                <a:gd name="connsiteY0" fmla="*/ 2154 h 4182"/>
                <a:gd name="connsiteX1" fmla="*/ 2662 w 5322"/>
                <a:gd name="connsiteY1" fmla="*/ 4182 h 4182"/>
                <a:gd name="connsiteX2" fmla="*/ 0 w 5322"/>
                <a:gd name="connsiteY2" fmla="*/ 2154 h 4182"/>
                <a:gd name="connsiteX3" fmla="*/ 2662 w 5322"/>
                <a:gd name="connsiteY3" fmla="*/ 0 h 4182"/>
                <a:gd name="connsiteX4" fmla="*/ 5323 w 5322"/>
                <a:gd name="connsiteY4" fmla="*/ 2154 h 4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22" h="4182">
                  <a:moveTo>
                    <a:pt x="5323" y="2154"/>
                  </a:moveTo>
                  <a:lnTo>
                    <a:pt x="2662" y="4182"/>
                  </a:lnTo>
                  <a:lnTo>
                    <a:pt x="0" y="2154"/>
                  </a:lnTo>
                  <a:lnTo>
                    <a:pt x="2662" y="0"/>
                  </a:lnTo>
                  <a:lnTo>
                    <a:pt x="5323" y="21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2D871FCF-F77B-8F29-5163-633A49F95F09}"/>
                </a:ext>
              </a:extLst>
            </p:cNvPr>
            <p:cNvSpPr/>
            <p:nvPr/>
          </p:nvSpPr>
          <p:spPr>
            <a:xfrm>
              <a:off x="8544032" y="4534389"/>
              <a:ext cx="4182" cy="3295"/>
            </a:xfrm>
            <a:custGeom>
              <a:avLst/>
              <a:gdLst>
                <a:gd name="connsiteX0" fmla="*/ 4183 w 4182"/>
                <a:gd name="connsiteY0" fmla="*/ 1648 h 3295"/>
                <a:gd name="connsiteX1" fmla="*/ 2155 w 4182"/>
                <a:gd name="connsiteY1" fmla="*/ 3295 h 3295"/>
                <a:gd name="connsiteX2" fmla="*/ 0 w 4182"/>
                <a:gd name="connsiteY2" fmla="*/ 1648 h 3295"/>
                <a:gd name="connsiteX3" fmla="*/ 2155 w 4182"/>
                <a:gd name="connsiteY3" fmla="*/ 0 h 3295"/>
                <a:gd name="connsiteX4" fmla="*/ 4183 w 4182"/>
                <a:gd name="connsiteY4" fmla="*/ 1648 h 3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2" h="3295">
                  <a:moveTo>
                    <a:pt x="4183" y="1648"/>
                  </a:moveTo>
                  <a:lnTo>
                    <a:pt x="2155" y="3295"/>
                  </a:lnTo>
                  <a:lnTo>
                    <a:pt x="0" y="1648"/>
                  </a:lnTo>
                  <a:lnTo>
                    <a:pt x="2155" y="0"/>
                  </a:lnTo>
                  <a:lnTo>
                    <a:pt x="4183" y="164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C58B7716-3C63-03CB-9D82-27948658E461}"/>
                </a:ext>
              </a:extLst>
            </p:cNvPr>
            <p:cNvSpPr/>
            <p:nvPr/>
          </p:nvSpPr>
          <p:spPr>
            <a:xfrm>
              <a:off x="8476102" y="4623357"/>
              <a:ext cx="3548" cy="2788"/>
            </a:xfrm>
            <a:custGeom>
              <a:avLst/>
              <a:gdLst>
                <a:gd name="connsiteX0" fmla="*/ 3549 w 3548"/>
                <a:gd name="connsiteY0" fmla="*/ 1394 h 2788"/>
                <a:gd name="connsiteX1" fmla="*/ 1774 w 3548"/>
                <a:gd name="connsiteY1" fmla="*/ 2788 h 2788"/>
                <a:gd name="connsiteX2" fmla="*/ 0 w 3548"/>
                <a:gd name="connsiteY2" fmla="*/ 1394 h 2788"/>
                <a:gd name="connsiteX3" fmla="*/ 1774 w 3548"/>
                <a:gd name="connsiteY3" fmla="*/ 0 h 2788"/>
                <a:gd name="connsiteX4" fmla="*/ 3549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9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9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6C5BA2FD-E8F2-5FF9-2C72-857558D4DF46}"/>
                </a:ext>
              </a:extLst>
            </p:cNvPr>
            <p:cNvSpPr/>
            <p:nvPr/>
          </p:nvSpPr>
          <p:spPr>
            <a:xfrm>
              <a:off x="8402976" y="4709791"/>
              <a:ext cx="2914" cy="2281"/>
            </a:xfrm>
            <a:custGeom>
              <a:avLst/>
              <a:gdLst>
                <a:gd name="connsiteX0" fmla="*/ 2915 w 2914"/>
                <a:gd name="connsiteY0" fmla="*/ 1141 h 2281"/>
                <a:gd name="connsiteX1" fmla="*/ 1394 w 2914"/>
                <a:gd name="connsiteY1" fmla="*/ 2281 h 2281"/>
                <a:gd name="connsiteX2" fmla="*/ 0 w 2914"/>
                <a:gd name="connsiteY2" fmla="*/ 1141 h 2281"/>
                <a:gd name="connsiteX3" fmla="*/ 1394 w 2914"/>
                <a:gd name="connsiteY3" fmla="*/ 0 h 2281"/>
                <a:gd name="connsiteX4" fmla="*/ 2915 w 2914"/>
                <a:gd name="connsiteY4" fmla="*/ 1141 h 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" h="2281">
                  <a:moveTo>
                    <a:pt x="2915" y="1141"/>
                  </a:moveTo>
                  <a:lnTo>
                    <a:pt x="1394" y="2281"/>
                  </a:lnTo>
                  <a:lnTo>
                    <a:pt x="0" y="1141"/>
                  </a:lnTo>
                  <a:lnTo>
                    <a:pt x="1394" y="0"/>
                  </a:lnTo>
                  <a:lnTo>
                    <a:pt x="2915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6015A09D-CC9E-38E0-9DEF-4F54EF6E87AA}"/>
                </a:ext>
              </a:extLst>
            </p:cNvPr>
            <p:cNvSpPr/>
            <p:nvPr/>
          </p:nvSpPr>
          <p:spPr>
            <a:xfrm>
              <a:off x="8324906" y="4793437"/>
              <a:ext cx="1774" cy="1393"/>
            </a:xfrm>
            <a:custGeom>
              <a:avLst/>
              <a:gdLst>
                <a:gd name="connsiteX0" fmla="*/ 1774 w 1774"/>
                <a:gd name="connsiteY0" fmla="*/ 760 h 1393"/>
                <a:gd name="connsiteX1" fmla="*/ 887 w 1774"/>
                <a:gd name="connsiteY1" fmla="*/ 1394 h 1393"/>
                <a:gd name="connsiteX2" fmla="*/ 0 w 1774"/>
                <a:gd name="connsiteY2" fmla="*/ 760 h 1393"/>
                <a:gd name="connsiteX3" fmla="*/ 887 w 1774"/>
                <a:gd name="connsiteY3" fmla="*/ 0 h 1393"/>
                <a:gd name="connsiteX4" fmla="*/ 1774 w 1774"/>
                <a:gd name="connsiteY4" fmla="*/ 760 h 1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" h="1393">
                  <a:moveTo>
                    <a:pt x="1774" y="760"/>
                  </a:moveTo>
                  <a:lnTo>
                    <a:pt x="887" y="1394"/>
                  </a:lnTo>
                  <a:lnTo>
                    <a:pt x="0" y="760"/>
                  </a:lnTo>
                  <a:lnTo>
                    <a:pt x="887" y="0"/>
                  </a:lnTo>
                  <a:lnTo>
                    <a:pt x="1774" y="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DEE55885-ECCD-3830-4657-536CA4C3F34F}"/>
                </a:ext>
              </a:extLst>
            </p:cNvPr>
            <p:cNvSpPr/>
            <p:nvPr/>
          </p:nvSpPr>
          <p:spPr>
            <a:xfrm>
              <a:off x="8241640" y="4873788"/>
              <a:ext cx="1393" cy="1140"/>
            </a:xfrm>
            <a:custGeom>
              <a:avLst/>
              <a:gdLst>
                <a:gd name="connsiteX0" fmla="*/ 1394 w 1393"/>
                <a:gd name="connsiteY0" fmla="*/ 507 h 1140"/>
                <a:gd name="connsiteX1" fmla="*/ 760 w 1393"/>
                <a:gd name="connsiteY1" fmla="*/ 1141 h 1140"/>
                <a:gd name="connsiteX2" fmla="*/ 0 w 1393"/>
                <a:gd name="connsiteY2" fmla="*/ 507 h 1140"/>
                <a:gd name="connsiteX3" fmla="*/ 760 w 1393"/>
                <a:gd name="connsiteY3" fmla="*/ 0 h 1140"/>
                <a:gd name="connsiteX4" fmla="*/ 1394 w 1393"/>
                <a:gd name="connsiteY4" fmla="*/ 507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3" h="1140">
                  <a:moveTo>
                    <a:pt x="1394" y="507"/>
                  </a:moveTo>
                  <a:lnTo>
                    <a:pt x="760" y="1141"/>
                  </a:lnTo>
                  <a:lnTo>
                    <a:pt x="0" y="507"/>
                  </a:lnTo>
                  <a:lnTo>
                    <a:pt x="760" y="0"/>
                  </a:lnTo>
                  <a:lnTo>
                    <a:pt x="1394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D5533530-27EE-1478-95E8-706BF9404263}"/>
                </a:ext>
              </a:extLst>
            </p:cNvPr>
            <p:cNvSpPr/>
            <p:nvPr/>
          </p:nvSpPr>
          <p:spPr>
            <a:xfrm>
              <a:off x="8153939" y="4951097"/>
              <a:ext cx="506" cy="380"/>
            </a:xfrm>
            <a:custGeom>
              <a:avLst/>
              <a:gdLst>
                <a:gd name="connsiteX0" fmla="*/ 507 w 506"/>
                <a:gd name="connsiteY0" fmla="*/ 253 h 380"/>
                <a:gd name="connsiteX1" fmla="*/ 254 w 506"/>
                <a:gd name="connsiteY1" fmla="*/ 380 h 380"/>
                <a:gd name="connsiteX2" fmla="*/ 0 w 506"/>
                <a:gd name="connsiteY2" fmla="*/ 253 h 380"/>
                <a:gd name="connsiteX3" fmla="*/ 254 w 506"/>
                <a:gd name="connsiteY3" fmla="*/ 0 h 380"/>
                <a:gd name="connsiteX4" fmla="*/ 507 w 506"/>
                <a:gd name="connsiteY4" fmla="*/ 253 h 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" h="380">
                  <a:moveTo>
                    <a:pt x="507" y="253"/>
                  </a:moveTo>
                  <a:lnTo>
                    <a:pt x="254" y="380"/>
                  </a:lnTo>
                  <a:lnTo>
                    <a:pt x="0" y="253"/>
                  </a:lnTo>
                  <a:lnTo>
                    <a:pt x="254" y="0"/>
                  </a:lnTo>
                  <a:lnTo>
                    <a:pt x="507" y="25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623251B2-A482-BCBD-6904-5F680A0716AA}"/>
                </a:ext>
              </a:extLst>
            </p:cNvPr>
            <p:cNvSpPr/>
            <p:nvPr/>
          </p:nvSpPr>
          <p:spPr>
            <a:xfrm>
              <a:off x="8061168" y="5024604"/>
              <a:ext cx="633" cy="507"/>
            </a:xfrm>
            <a:custGeom>
              <a:avLst/>
              <a:gdLst>
                <a:gd name="connsiteX0" fmla="*/ 634 w 633"/>
                <a:gd name="connsiteY0" fmla="*/ 254 h 507"/>
                <a:gd name="connsiteX1" fmla="*/ 381 w 633"/>
                <a:gd name="connsiteY1" fmla="*/ 507 h 507"/>
                <a:gd name="connsiteX2" fmla="*/ 0 w 633"/>
                <a:gd name="connsiteY2" fmla="*/ 254 h 507"/>
                <a:gd name="connsiteX3" fmla="*/ 381 w 633"/>
                <a:gd name="connsiteY3" fmla="*/ 0 h 507"/>
                <a:gd name="connsiteX4" fmla="*/ 634 w 633"/>
                <a:gd name="connsiteY4" fmla="*/ 254 h 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" h="507">
                  <a:moveTo>
                    <a:pt x="634" y="254"/>
                  </a:moveTo>
                  <a:lnTo>
                    <a:pt x="381" y="507"/>
                  </a:lnTo>
                  <a:lnTo>
                    <a:pt x="0" y="254"/>
                  </a:lnTo>
                  <a:lnTo>
                    <a:pt x="381" y="0"/>
                  </a:lnTo>
                  <a:lnTo>
                    <a:pt x="634" y="2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34F535E0-5F03-3BA3-28D7-A0B72B6129C9}"/>
                </a:ext>
              </a:extLst>
            </p:cNvPr>
            <p:cNvSpPr/>
            <p:nvPr/>
          </p:nvSpPr>
          <p:spPr>
            <a:xfrm>
              <a:off x="7963708" y="5094182"/>
              <a:ext cx="1393" cy="1140"/>
            </a:xfrm>
            <a:custGeom>
              <a:avLst/>
              <a:gdLst>
                <a:gd name="connsiteX0" fmla="*/ 1394 w 1393"/>
                <a:gd name="connsiteY0" fmla="*/ 634 h 1140"/>
                <a:gd name="connsiteX1" fmla="*/ 760 w 1393"/>
                <a:gd name="connsiteY1" fmla="*/ 1141 h 1140"/>
                <a:gd name="connsiteX2" fmla="*/ 0 w 1393"/>
                <a:gd name="connsiteY2" fmla="*/ 634 h 1140"/>
                <a:gd name="connsiteX3" fmla="*/ 760 w 1393"/>
                <a:gd name="connsiteY3" fmla="*/ 0 h 1140"/>
                <a:gd name="connsiteX4" fmla="*/ 1394 w 1393"/>
                <a:gd name="connsiteY4" fmla="*/ 634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3" h="1140">
                  <a:moveTo>
                    <a:pt x="1394" y="634"/>
                  </a:moveTo>
                  <a:lnTo>
                    <a:pt x="760" y="1141"/>
                  </a:lnTo>
                  <a:lnTo>
                    <a:pt x="0" y="634"/>
                  </a:lnTo>
                  <a:lnTo>
                    <a:pt x="760" y="0"/>
                  </a:lnTo>
                  <a:lnTo>
                    <a:pt x="1394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8C830C28-D1EB-1A32-8814-79872A01BC8D}"/>
                </a:ext>
              </a:extLst>
            </p:cNvPr>
            <p:cNvSpPr/>
            <p:nvPr/>
          </p:nvSpPr>
          <p:spPr>
            <a:xfrm>
              <a:off x="7862320" y="5160084"/>
              <a:ext cx="2154" cy="1774"/>
            </a:xfrm>
            <a:custGeom>
              <a:avLst/>
              <a:gdLst>
                <a:gd name="connsiteX0" fmla="*/ 2154 w 2154"/>
                <a:gd name="connsiteY0" fmla="*/ 887 h 1774"/>
                <a:gd name="connsiteX1" fmla="*/ 1014 w 2154"/>
                <a:gd name="connsiteY1" fmla="*/ 1774 h 1774"/>
                <a:gd name="connsiteX2" fmla="*/ 0 w 2154"/>
                <a:gd name="connsiteY2" fmla="*/ 887 h 1774"/>
                <a:gd name="connsiteX3" fmla="*/ 1014 w 2154"/>
                <a:gd name="connsiteY3" fmla="*/ 0 h 1774"/>
                <a:gd name="connsiteX4" fmla="*/ 2154 w 2154"/>
                <a:gd name="connsiteY4" fmla="*/ 887 h 1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4" h="1774">
                  <a:moveTo>
                    <a:pt x="2154" y="887"/>
                  </a:moveTo>
                  <a:lnTo>
                    <a:pt x="1014" y="1774"/>
                  </a:lnTo>
                  <a:lnTo>
                    <a:pt x="0" y="887"/>
                  </a:lnTo>
                  <a:lnTo>
                    <a:pt x="1014" y="0"/>
                  </a:lnTo>
                  <a:lnTo>
                    <a:pt x="2154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5ADBC324-4432-8536-C635-56C774AD64E1}"/>
                </a:ext>
              </a:extLst>
            </p:cNvPr>
            <p:cNvSpPr/>
            <p:nvPr/>
          </p:nvSpPr>
          <p:spPr>
            <a:xfrm>
              <a:off x="7756622" y="5221932"/>
              <a:ext cx="3548" cy="2788"/>
            </a:xfrm>
            <a:custGeom>
              <a:avLst/>
              <a:gdLst>
                <a:gd name="connsiteX0" fmla="*/ 3548 w 3548"/>
                <a:gd name="connsiteY0" fmla="*/ 1394 h 2788"/>
                <a:gd name="connsiteX1" fmla="*/ 1774 w 3548"/>
                <a:gd name="connsiteY1" fmla="*/ 2788 h 2788"/>
                <a:gd name="connsiteX2" fmla="*/ 0 w 3548"/>
                <a:gd name="connsiteY2" fmla="*/ 1394 h 2788"/>
                <a:gd name="connsiteX3" fmla="*/ 1774 w 3548"/>
                <a:gd name="connsiteY3" fmla="*/ 0 h 2788"/>
                <a:gd name="connsiteX4" fmla="*/ 3548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8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8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823FD8A3-A93A-72E7-5805-FF918638E8B9}"/>
                </a:ext>
              </a:extLst>
            </p:cNvPr>
            <p:cNvSpPr/>
            <p:nvPr/>
          </p:nvSpPr>
          <p:spPr>
            <a:xfrm>
              <a:off x="7647629" y="5279850"/>
              <a:ext cx="4309" cy="3421"/>
            </a:xfrm>
            <a:custGeom>
              <a:avLst/>
              <a:gdLst>
                <a:gd name="connsiteX0" fmla="*/ 4309 w 4309"/>
                <a:gd name="connsiteY0" fmla="*/ 1774 h 3421"/>
                <a:gd name="connsiteX1" fmla="*/ 2154 w 4309"/>
                <a:gd name="connsiteY1" fmla="*/ 3422 h 3421"/>
                <a:gd name="connsiteX2" fmla="*/ 0 w 4309"/>
                <a:gd name="connsiteY2" fmla="*/ 1774 h 3421"/>
                <a:gd name="connsiteX3" fmla="*/ 2154 w 4309"/>
                <a:gd name="connsiteY3" fmla="*/ 0 h 3421"/>
                <a:gd name="connsiteX4" fmla="*/ 4309 w 4309"/>
                <a:gd name="connsiteY4" fmla="*/ 1774 h 3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9" h="3421">
                  <a:moveTo>
                    <a:pt x="4309" y="1774"/>
                  </a:moveTo>
                  <a:lnTo>
                    <a:pt x="2154" y="3422"/>
                  </a:lnTo>
                  <a:lnTo>
                    <a:pt x="0" y="1774"/>
                  </a:lnTo>
                  <a:lnTo>
                    <a:pt x="2154" y="0"/>
                  </a:lnTo>
                  <a:lnTo>
                    <a:pt x="4309" y="177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5947063B-21C6-D6E0-DDE0-78964EDFDB6F}"/>
                </a:ext>
              </a:extLst>
            </p:cNvPr>
            <p:cNvSpPr/>
            <p:nvPr/>
          </p:nvSpPr>
          <p:spPr>
            <a:xfrm>
              <a:off x="7534960" y="5333459"/>
              <a:ext cx="5703" cy="4562"/>
            </a:xfrm>
            <a:custGeom>
              <a:avLst/>
              <a:gdLst>
                <a:gd name="connsiteX0" fmla="*/ 5703 w 5703"/>
                <a:gd name="connsiteY0" fmla="*/ 2282 h 4562"/>
                <a:gd name="connsiteX1" fmla="*/ 2915 w 5703"/>
                <a:gd name="connsiteY1" fmla="*/ 4563 h 4562"/>
                <a:gd name="connsiteX2" fmla="*/ 0 w 5703"/>
                <a:gd name="connsiteY2" fmla="*/ 2282 h 4562"/>
                <a:gd name="connsiteX3" fmla="*/ 2915 w 5703"/>
                <a:gd name="connsiteY3" fmla="*/ 0 h 4562"/>
                <a:gd name="connsiteX4" fmla="*/ 5703 w 5703"/>
                <a:gd name="connsiteY4" fmla="*/ 2282 h 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03" h="4562">
                  <a:moveTo>
                    <a:pt x="5703" y="2282"/>
                  </a:moveTo>
                  <a:lnTo>
                    <a:pt x="2915" y="4563"/>
                  </a:lnTo>
                  <a:lnTo>
                    <a:pt x="0" y="2282"/>
                  </a:lnTo>
                  <a:lnTo>
                    <a:pt x="2915" y="0"/>
                  </a:lnTo>
                  <a:lnTo>
                    <a:pt x="5703" y="22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5C421E86-D886-7023-C8B4-4335B5F88175}"/>
                </a:ext>
              </a:extLst>
            </p:cNvPr>
            <p:cNvSpPr/>
            <p:nvPr/>
          </p:nvSpPr>
          <p:spPr>
            <a:xfrm>
              <a:off x="7419631" y="5383013"/>
              <a:ext cx="6463" cy="5069"/>
            </a:xfrm>
            <a:custGeom>
              <a:avLst/>
              <a:gdLst>
                <a:gd name="connsiteX0" fmla="*/ 6464 w 6463"/>
                <a:gd name="connsiteY0" fmla="*/ 2535 h 5069"/>
                <a:gd name="connsiteX1" fmla="*/ 3168 w 6463"/>
                <a:gd name="connsiteY1" fmla="*/ 5069 h 5069"/>
                <a:gd name="connsiteX2" fmla="*/ 0 w 6463"/>
                <a:gd name="connsiteY2" fmla="*/ 2535 h 5069"/>
                <a:gd name="connsiteX3" fmla="*/ 3168 w 6463"/>
                <a:gd name="connsiteY3" fmla="*/ 0 h 5069"/>
                <a:gd name="connsiteX4" fmla="*/ 6464 w 6463"/>
                <a:gd name="connsiteY4" fmla="*/ 2535 h 5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069">
                  <a:moveTo>
                    <a:pt x="6464" y="2535"/>
                  </a:moveTo>
                  <a:lnTo>
                    <a:pt x="3168" y="5069"/>
                  </a:lnTo>
                  <a:lnTo>
                    <a:pt x="0" y="2535"/>
                  </a:lnTo>
                  <a:lnTo>
                    <a:pt x="3168" y="0"/>
                  </a:lnTo>
                  <a:lnTo>
                    <a:pt x="6464" y="253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1AFB8196-2617-E901-BF30-DB9510EB2E08}"/>
                </a:ext>
              </a:extLst>
            </p:cNvPr>
            <p:cNvSpPr/>
            <p:nvPr/>
          </p:nvSpPr>
          <p:spPr>
            <a:xfrm>
              <a:off x="7300879" y="5427751"/>
              <a:ext cx="7984" cy="6463"/>
            </a:xfrm>
            <a:custGeom>
              <a:avLst/>
              <a:gdLst>
                <a:gd name="connsiteX0" fmla="*/ 7984 w 7984"/>
                <a:gd name="connsiteY0" fmla="*/ 3295 h 6463"/>
                <a:gd name="connsiteX1" fmla="*/ 4056 w 7984"/>
                <a:gd name="connsiteY1" fmla="*/ 6464 h 6463"/>
                <a:gd name="connsiteX2" fmla="*/ 0 w 7984"/>
                <a:gd name="connsiteY2" fmla="*/ 3295 h 6463"/>
                <a:gd name="connsiteX3" fmla="*/ 4056 w 7984"/>
                <a:gd name="connsiteY3" fmla="*/ 0 h 6463"/>
                <a:gd name="connsiteX4" fmla="*/ 7984 w 7984"/>
                <a:gd name="connsiteY4" fmla="*/ 3295 h 6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84" h="6463">
                  <a:moveTo>
                    <a:pt x="7984" y="3295"/>
                  </a:moveTo>
                  <a:lnTo>
                    <a:pt x="4056" y="6464"/>
                  </a:lnTo>
                  <a:lnTo>
                    <a:pt x="0" y="3295"/>
                  </a:lnTo>
                  <a:lnTo>
                    <a:pt x="4056" y="0"/>
                  </a:lnTo>
                  <a:lnTo>
                    <a:pt x="7984" y="32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27246B78-41A7-CD1B-5438-2F205EB5597D}"/>
                </a:ext>
              </a:extLst>
            </p:cNvPr>
            <p:cNvSpPr/>
            <p:nvPr/>
          </p:nvSpPr>
          <p:spPr>
            <a:xfrm>
              <a:off x="7179974" y="5468560"/>
              <a:ext cx="8744" cy="6843"/>
            </a:xfrm>
            <a:custGeom>
              <a:avLst/>
              <a:gdLst>
                <a:gd name="connsiteX0" fmla="*/ 8744 w 8744"/>
                <a:gd name="connsiteY0" fmla="*/ 3422 h 6843"/>
                <a:gd name="connsiteX1" fmla="*/ 4435 w 8744"/>
                <a:gd name="connsiteY1" fmla="*/ 6844 h 6843"/>
                <a:gd name="connsiteX2" fmla="*/ 0 w 8744"/>
                <a:gd name="connsiteY2" fmla="*/ 3422 h 6843"/>
                <a:gd name="connsiteX3" fmla="*/ 4435 w 8744"/>
                <a:gd name="connsiteY3" fmla="*/ 0 h 6843"/>
                <a:gd name="connsiteX4" fmla="*/ 8744 w 8744"/>
                <a:gd name="connsiteY4" fmla="*/ 3422 h 6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44" h="6843">
                  <a:moveTo>
                    <a:pt x="8744" y="3422"/>
                  </a:moveTo>
                  <a:lnTo>
                    <a:pt x="4435" y="6844"/>
                  </a:lnTo>
                  <a:lnTo>
                    <a:pt x="0" y="3422"/>
                  </a:lnTo>
                  <a:lnTo>
                    <a:pt x="4435" y="0"/>
                  </a:lnTo>
                  <a:lnTo>
                    <a:pt x="8744" y="342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24ED79F6-2709-6486-5328-3EAD3E75F824}"/>
                </a:ext>
              </a:extLst>
            </p:cNvPr>
            <p:cNvSpPr/>
            <p:nvPr/>
          </p:nvSpPr>
          <p:spPr>
            <a:xfrm>
              <a:off x="7056786" y="5504553"/>
              <a:ext cx="9378" cy="7477"/>
            </a:xfrm>
            <a:custGeom>
              <a:avLst/>
              <a:gdLst>
                <a:gd name="connsiteX0" fmla="*/ 9378 w 9378"/>
                <a:gd name="connsiteY0" fmla="*/ 3675 h 7477"/>
                <a:gd name="connsiteX1" fmla="*/ 4689 w 9378"/>
                <a:gd name="connsiteY1" fmla="*/ 7477 h 7477"/>
                <a:gd name="connsiteX2" fmla="*/ 0 w 9378"/>
                <a:gd name="connsiteY2" fmla="*/ 3675 h 7477"/>
                <a:gd name="connsiteX3" fmla="*/ 4689 w 9378"/>
                <a:gd name="connsiteY3" fmla="*/ 0 h 7477"/>
                <a:gd name="connsiteX4" fmla="*/ 9378 w 9378"/>
                <a:gd name="connsiteY4" fmla="*/ 3675 h 7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78" h="7477">
                  <a:moveTo>
                    <a:pt x="9378" y="3675"/>
                  </a:moveTo>
                  <a:lnTo>
                    <a:pt x="4689" y="7477"/>
                  </a:lnTo>
                  <a:lnTo>
                    <a:pt x="0" y="3675"/>
                  </a:lnTo>
                  <a:lnTo>
                    <a:pt x="4689" y="0"/>
                  </a:lnTo>
                  <a:lnTo>
                    <a:pt x="9378" y="367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B4C9D812-B230-E017-023C-899EEC5D5700}"/>
                </a:ext>
              </a:extLst>
            </p:cNvPr>
            <p:cNvSpPr/>
            <p:nvPr/>
          </p:nvSpPr>
          <p:spPr>
            <a:xfrm>
              <a:off x="6931191" y="5535476"/>
              <a:ext cx="11025" cy="8744"/>
            </a:xfrm>
            <a:custGeom>
              <a:avLst/>
              <a:gdLst>
                <a:gd name="connsiteX0" fmla="*/ 11026 w 11025"/>
                <a:gd name="connsiteY0" fmla="*/ 4436 h 8744"/>
                <a:gd name="connsiteX1" fmla="*/ 5450 w 11025"/>
                <a:gd name="connsiteY1" fmla="*/ 8745 h 8744"/>
                <a:gd name="connsiteX2" fmla="*/ 0 w 11025"/>
                <a:gd name="connsiteY2" fmla="*/ 4436 h 8744"/>
                <a:gd name="connsiteX3" fmla="*/ 5450 w 11025"/>
                <a:gd name="connsiteY3" fmla="*/ 0 h 8744"/>
                <a:gd name="connsiteX4" fmla="*/ 11026 w 11025"/>
                <a:gd name="connsiteY4" fmla="*/ 4436 h 8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25" h="8744">
                  <a:moveTo>
                    <a:pt x="11026" y="4436"/>
                  </a:moveTo>
                  <a:lnTo>
                    <a:pt x="5450" y="8745"/>
                  </a:lnTo>
                  <a:lnTo>
                    <a:pt x="0" y="4436"/>
                  </a:lnTo>
                  <a:lnTo>
                    <a:pt x="5450" y="0"/>
                  </a:lnTo>
                  <a:lnTo>
                    <a:pt x="11026" y="44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46079E86-9600-9A88-1391-8FFAE774B985}"/>
                </a:ext>
              </a:extLst>
            </p:cNvPr>
            <p:cNvSpPr/>
            <p:nvPr/>
          </p:nvSpPr>
          <p:spPr>
            <a:xfrm>
              <a:off x="6804201" y="5562218"/>
              <a:ext cx="11659" cy="9251"/>
            </a:xfrm>
            <a:custGeom>
              <a:avLst/>
              <a:gdLst>
                <a:gd name="connsiteX0" fmla="*/ 11659 w 11659"/>
                <a:gd name="connsiteY0" fmla="*/ 4562 h 9251"/>
                <a:gd name="connsiteX1" fmla="*/ 5830 w 11659"/>
                <a:gd name="connsiteY1" fmla="*/ 9251 h 9251"/>
                <a:gd name="connsiteX2" fmla="*/ 0 w 11659"/>
                <a:gd name="connsiteY2" fmla="*/ 4562 h 9251"/>
                <a:gd name="connsiteX3" fmla="*/ 5830 w 11659"/>
                <a:gd name="connsiteY3" fmla="*/ 0 h 9251"/>
                <a:gd name="connsiteX4" fmla="*/ 11659 w 11659"/>
                <a:gd name="connsiteY4" fmla="*/ 4562 h 9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59" h="9251">
                  <a:moveTo>
                    <a:pt x="11659" y="4562"/>
                  </a:moveTo>
                  <a:lnTo>
                    <a:pt x="5830" y="9251"/>
                  </a:lnTo>
                  <a:lnTo>
                    <a:pt x="0" y="4562"/>
                  </a:lnTo>
                  <a:lnTo>
                    <a:pt x="5830" y="0"/>
                  </a:lnTo>
                  <a:lnTo>
                    <a:pt x="11659" y="456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17304B74-5BC8-E14E-009A-0FF8A247EC79}"/>
                </a:ext>
              </a:extLst>
            </p:cNvPr>
            <p:cNvSpPr/>
            <p:nvPr/>
          </p:nvSpPr>
          <p:spPr>
            <a:xfrm>
              <a:off x="6675691" y="5584016"/>
              <a:ext cx="12419" cy="9885"/>
            </a:xfrm>
            <a:custGeom>
              <a:avLst/>
              <a:gdLst>
                <a:gd name="connsiteX0" fmla="*/ 12420 w 12419"/>
                <a:gd name="connsiteY0" fmla="*/ 4943 h 9885"/>
                <a:gd name="connsiteX1" fmla="*/ 6210 w 12419"/>
                <a:gd name="connsiteY1" fmla="*/ 9885 h 9885"/>
                <a:gd name="connsiteX2" fmla="*/ 0 w 12419"/>
                <a:gd name="connsiteY2" fmla="*/ 4943 h 9885"/>
                <a:gd name="connsiteX3" fmla="*/ 6210 w 12419"/>
                <a:gd name="connsiteY3" fmla="*/ 0 h 9885"/>
                <a:gd name="connsiteX4" fmla="*/ 12420 w 12419"/>
                <a:gd name="connsiteY4" fmla="*/ 4943 h 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19" h="9885">
                  <a:moveTo>
                    <a:pt x="12420" y="4943"/>
                  </a:moveTo>
                  <a:lnTo>
                    <a:pt x="6210" y="9885"/>
                  </a:lnTo>
                  <a:lnTo>
                    <a:pt x="0" y="4943"/>
                  </a:lnTo>
                  <a:lnTo>
                    <a:pt x="6210" y="0"/>
                  </a:lnTo>
                  <a:lnTo>
                    <a:pt x="12420" y="494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509DB1C0-4A30-BE7E-C78D-3CEDABB75542}"/>
                </a:ext>
              </a:extLst>
            </p:cNvPr>
            <p:cNvSpPr/>
            <p:nvPr/>
          </p:nvSpPr>
          <p:spPr>
            <a:xfrm>
              <a:off x="6546040" y="5600999"/>
              <a:ext cx="13180" cy="10392"/>
            </a:xfrm>
            <a:custGeom>
              <a:avLst/>
              <a:gdLst>
                <a:gd name="connsiteX0" fmla="*/ 13180 w 13180"/>
                <a:gd name="connsiteY0" fmla="*/ 5196 h 10392"/>
                <a:gd name="connsiteX1" fmla="*/ 6591 w 13180"/>
                <a:gd name="connsiteY1" fmla="*/ 10392 h 10392"/>
                <a:gd name="connsiteX2" fmla="*/ 0 w 13180"/>
                <a:gd name="connsiteY2" fmla="*/ 5196 h 10392"/>
                <a:gd name="connsiteX3" fmla="*/ 6591 w 13180"/>
                <a:gd name="connsiteY3" fmla="*/ 0 h 10392"/>
                <a:gd name="connsiteX4" fmla="*/ 13180 w 13180"/>
                <a:gd name="connsiteY4" fmla="*/ 5196 h 1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80" h="10392">
                  <a:moveTo>
                    <a:pt x="13180" y="5196"/>
                  </a:moveTo>
                  <a:lnTo>
                    <a:pt x="6591" y="10392"/>
                  </a:lnTo>
                  <a:lnTo>
                    <a:pt x="0" y="5196"/>
                  </a:lnTo>
                  <a:lnTo>
                    <a:pt x="6591" y="0"/>
                  </a:lnTo>
                  <a:lnTo>
                    <a:pt x="13180" y="519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51B71901-4EE8-C06B-2E5B-E277B8100874}"/>
                </a:ext>
              </a:extLst>
            </p:cNvPr>
            <p:cNvSpPr/>
            <p:nvPr/>
          </p:nvSpPr>
          <p:spPr>
            <a:xfrm>
              <a:off x="6415122" y="5612658"/>
              <a:ext cx="14574" cy="11659"/>
            </a:xfrm>
            <a:custGeom>
              <a:avLst/>
              <a:gdLst>
                <a:gd name="connsiteX0" fmla="*/ 14575 w 14574"/>
                <a:gd name="connsiteY0" fmla="*/ 5830 h 11659"/>
                <a:gd name="connsiteX1" fmla="*/ 7351 w 14574"/>
                <a:gd name="connsiteY1" fmla="*/ 11660 h 11659"/>
                <a:gd name="connsiteX2" fmla="*/ 0 w 14574"/>
                <a:gd name="connsiteY2" fmla="*/ 5830 h 11659"/>
                <a:gd name="connsiteX3" fmla="*/ 7351 w 14574"/>
                <a:gd name="connsiteY3" fmla="*/ 0 h 11659"/>
                <a:gd name="connsiteX4" fmla="*/ 14575 w 14574"/>
                <a:gd name="connsiteY4" fmla="*/ 5830 h 11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574" h="11659">
                  <a:moveTo>
                    <a:pt x="14575" y="5830"/>
                  </a:moveTo>
                  <a:cubicBezTo>
                    <a:pt x="14575" y="8999"/>
                    <a:pt x="11280" y="11660"/>
                    <a:pt x="7351" y="11660"/>
                  </a:cubicBezTo>
                  <a:cubicBezTo>
                    <a:pt x="3422" y="11660"/>
                    <a:pt x="0" y="9125"/>
                    <a:pt x="0" y="5830"/>
                  </a:cubicBezTo>
                  <a:cubicBezTo>
                    <a:pt x="0" y="2535"/>
                    <a:pt x="3295" y="0"/>
                    <a:pt x="7351" y="0"/>
                  </a:cubicBezTo>
                  <a:cubicBezTo>
                    <a:pt x="11406" y="0"/>
                    <a:pt x="14575" y="2535"/>
                    <a:pt x="14575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7B888489-7821-DD96-0418-24D36C0E5D3A}"/>
                </a:ext>
              </a:extLst>
            </p:cNvPr>
            <p:cNvSpPr/>
            <p:nvPr/>
          </p:nvSpPr>
          <p:spPr>
            <a:xfrm>
              <a:off x="6284077" y="5619882"/>
              <a:ext cx="15334" cy="12166"/>
            </a:xfrm>
            <a:custGeom>
              <a:avLst/>
              <a:gdLst>
                <a:gd name="connsiteX0" fmla="*/ 15335 w 15334"/>
                <a:gd name="connsiteY0" fmla="*/ 6083 h 12166"/>
                <a:gd name="connsiteX1" fmla="*/ 7731 w 15334"/>
                <a:gd name="connsiteY1" fmla="*/ 12167 h 12166"/>
                <a:gd name="connsiteX2" fmla="*/ 0 w 15334"/>
                <a:gd name="connsiteY2" fmla="*/ 6083 h 12166"/>
                <a:gd name="connsiteX3" fmla="*/ 7731 w 15334"/>
                <a:gd name="connsiteY3" fmla="*/ 0 h 12166"/>
                <a:gd name="connsiteX4" fmla="*/ 15335 w 15334"/>
                <a:gd name="connsiteY4" fmla="*/ 6083 h 1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34" h="12166">
                  <a:moveTo>
                    <a:pt x="15335" y="6083"/>
                  </a:moveTo>
                  <a:cubicBezTo>
                    <a:pt x="15335" y="9378"/>
                    <a:pt x="11913" y="12167"/>
                    <a:pt x="7731" y="12167"/>
                  </a:cubicBezTo>
                  <a:cubicBezTo>
                    <a:pt x="3549" y="12167"/>
                    <a:pt x="0" y="9505"/>
                    <a:pt x="0" y="6083"/>
                  </a:cubicBezTo>
                  <a:cubicBezTo>
                    <a:pt x="0" y="2661"/>
                    <a:pt x="3422" y="0"/>
                    <a:pt x="7731" y="0"/>
                  </a:cubicBezTo>
                  <a:cubicBezTo>
                    <a:pt x="12040" y="0"/>
                    <a:pt x="15335" y="2661"/>
                    <a:pt x="15335" y="60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2D32F4AF-915F-3F05-E330-1DBD2B4E1A70}"/>
                </a:ext>
              </a:extLst>
            </p:cNvPr>
            <p:cNvSpPr/>
            <p:nvPr/>
          </p:nvSpPr>
          <p:spPr>
            <a:xfrm>
              <a:off x="6152525" y="5622037"/>
              <a:ext cx="15968" cy="12673"/>
            </a:xfrm>
            <a:custGeom>
              <a:avLst/>
              <a:gdLst>
                <a:gd name="connsiteX0" fmla="*/ 15969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9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9" y="6337"/>
                  </a:moveTo>
                  <a:cubicBezTo>
                    <a:pt x="15969" y="9885"/>
                    <a:pt x="12420" y="12674"/>
                    <a:pt x="7984" y="12674"/>
                  </a:cubicBezTo>
                  <a:cubicBezTo>
                    <a:pt x="3549" y="12674"/>
                    <a:pt x="0" y="9885"/>
                    <a:pt x="0" y="6337"/>
                  </a:cubicBezTo>
                  <a:cubicBezTo>
                    <a:pt x="0" y="2788"/>
                    <a:pt x="3549" y="0"/>
                    <a:pt x="7984" y="0"/>
                  </a:cubicBezTo>
                  <a:cubicBezTo>
                    <a:pt x="12420" y="0"/>
                    <a:pt x="15969" y="2788"/>
                    <a:pt x="15969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F123F698-7814-A80F-B42C-75E27EC9C2AE}"/>
                </a:ext>
              </a:extLst>
            </p:cNvPr>
            <p:cNvSpPr/>
            <p:nvPr/>
          </p:nvSpPr>
          <p:spPr>
            <a:xfrm>
              <a:off x="6021226" y="5619375"/>
              <a:ext cx="16729" cy="13180"/>
            </a:xfrm>
            <a:custGeom>
              <a:avLst/>
              <a:gdLst>
                <a:gd name="connsiteX0" fmla="*/ 16729 w 16729"/>
                <a:gd name="connsiteY0" fmla="*/ 6591 h 13180"/>
                <a:gd name="connsiteX1" fmla="*/ 8365 w 16729"/>
                <a:gd name="connsiteY1" fmla="*/ 13181 h 13180"/>
                <a:gd name="connsiteX2" fmla="*/ 0 w 16729"/>
                <a:gd name="connsiteY2" fmla="*/ 6591 h 13180"/>
                <a:gd name="connsiteX3" fmla="*/ 8365 w 16729"/>
                <a:gd name="connsiteY3" fmla="*/ 0 h 13180"/>
                <a:gd name="connsiteX4" fmla="*/ 16729 w 16729"/>
                <a:gd name="connsiteY4" fmla="*/ 6591 h 13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9" h="13180">
                  <a:moveTo>
                    <a:pt x="16729" y="6591"/>
                  </a:moveTo>
                  <a:cubicBezTo>
                    <a:pt x="16729" y="10266"/>
                    <a:pt x="12927" y="13181"/>
                    <a:pt x="8365" y="13181"/>
                  </a:cubicBezTo>
                  <a:cubicBezTo>
                    <a:pt x="3802" y="13181"/>
                    <a:pt x="0" y="10266"/>
                    <a:pt x="0" y="6591"/>
                  </a:cubicBezTo>
                  <a:cubicBezTo>
                    <a:pt x="0" y="2915"/>
                    <a:pt x="3675" y="0"/>
                    <a:pt x="8365" y="0"/>
                  </a:cubicBezTo>
                  <a:cubicBezTo>
                    <a:pt x="13054" y="0"/>
                    <a:pt x="16729" y="2915"/>
                    <a:pt x="16729" y="65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40BA8F3D-D814-036B-8FC1-4492819E8FAB}"/>
                </a:ext>
              </a:extLst>
            </p:cNvPr>
            <p:cNvSpPr/>
            <p:nvPr/>
          </p:nvSpPr>
          <p:spPr>
            <a:xfrm>
              <a:off x="5890055" y="5611518"/>
              <a:ext cx="17489" cy="13941"/>
            </a:xfrm>
            <a:custGeom>
              <a:avLst/>
              <a:gdLst>
                <a:gd name="connsiteX0" fmla="*/ 17490 w 17489"/>
                <a:gd name="connsiteY0" fmla="*/ 6971 h 13941"/>
                <a:gd name="connsiteX1" fmla="*/ 8745 w 17489"/>
                <a:gd name="connsiteY1" fmla="*/ 13941 h 13941"/>
                <a:gd name="connsiteX2" fmla="*/ 0 w 17489"/>
                <a:gd name="connsiteY2" fmla="*/ 6971 h 13941"/>
                <a:gd name="connsiteX3" fmla="*/ 8745 w 17489"/>
                <a:gd name="connsiteY3" fmla="*/ 0 h 13941"/>
                <a:gd name="connsiteX4" fmla="*/ 17490 w 17489"/>
                <a:gd name="connsiteY4" fmla="*/ 6971 h 1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89" h="13941">
                  <a:moveTo>
                    <a:pt x="17490" y="6971"/>
                  </a:moveTo>
                  <a:cubicBezTo>
                    <a:pt x="17490" y="10773"/>
                    <a:pt x="13561" y="13941"/>
                    <a:pt x="8745" y="13941"/>
                  </a:cubicBezTo>
                  <a:cubicBezTo>
                    <a:pt x="3929" y="13941"/>
                    <a:pt x="0" y="10773"/>
                    <a:pt x="0" y="6971"/>
                  </a:cubicBezTo>
                  <a:cubicBezTo>
                    <a:pt x="0" y="3168"/>
                    <a:pt x="3929" y="0"/>
                    <a:pt x="8745" y="0"/>
                  </a:cubicBezTo>
                  <a:cubicBezTo>
                    <a:pt x="13561" y="0"/>
                    <a:pt x="17490" y="3042"/>
                    <a:pt x="17490" y="697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1EB9FED9-1996-5FBF-5731-C835D49573E2}"/>
                </a:ext>
              </a:extLst>
            </p:cNvPr>
            <p:cNvSpPr/>
            <p:nvPr/>
          </p:nvSpPr>
          <p:spPr>
            <a:xfrm>
              <a:off x="5759770" y="5599224"/>
              <a:ext cx="17489" cy="13941"/>
            </a:xfrm>
            <a:custGeom>
              <a:avLst/>
              <a:gdLst>
                <a:gd name="connsiteX0" fmla="*/ 17490 w 17489"/>
                <a:gd name="connsiteY0" fmla="*/ 6971 h 13941"/>
                <a:gd name="connsiteX1" fmla="*/ 8745 w 17489"/>
                <a:gd name="connsiteY1" fmla="*/ 13941 h 13941"/>
                <a:gd name="connsiteX2" fmla="*/ 0 w 17489"/>
                <a:gd name="connsiteY2" fmla="*/ 6971 h 13941"/>
                <a:gd name="connsiteX3" fmla="*/ 8745 w 17489"/>
                <a:gd name="connsiteY3" fmla="*/ 0 h 13941"/>
                <a:gd name="connsiteX4" fmla="*/ 17490 w 17489"/>
                <a:gd name="connsiteY4" fmla="*/ 6971 h 1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89" h="13941">
                  <a:moveTo>
                    <a:pt x="17490" y="6971"/>
                  </a:moveTo>
                  <a:cubicBezTo>
                    <a:pt x="17490" y="10773"/>
                    <a:pt x="13561" y="13941"/>
                    <a:pt x="8745" y="13941"/>
                  </a:cubicBezTo>
                  <a:cubicBezTo>
                    <a:pt x="3929" y="13941"/>
                    <a:pt x="0" y="10773"/>
                    <a:pt x="0" y="6971"/>
                  </a:cubicBezTo>
                  <a:cubicBezTo>
                    <a:pt x="0" y="3168"/>
                    <a:pt x="3929" y="0"/>
                    <a:pt x="8745" y="0"/>
                  </a:cubicBezTo>
                  <a:cubicBezTo>
                    <a:pt x="13561" y="0"/>
                    <a:pt x="17490" y="3042"/>
                    <a:pt x="17490" y="697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F30C5FE6-A607-544B-E73F-D57E04895C67}"/>
                </a:ext>
              </a:extLst>
            </p:cNvPr>
            <p:cNvSpPr/>
            <p:nvPr/>
          </p:nvSpPr>
          <p:spPr>
            <a:xfrm>
              <a:off x="5630119" y="5581735"/>
              <a:ext cx="18250" cy="14448"/>
            </a:xfrm>
            <a:custGeom>
              <a:avLst/>
              <a:gdLst>
                <a:gd name="connsiteX0" fmla="*/ 18250 w 18250"/>
                <a:gd name="connsiteY0" fmla="*/ 7224 h 14448"/>
                <a:gd name="connsiteX1" fmla="*/ 9125 w 18250"/>
                <a:gd name="connsiteY1" fmla="*/ 14448 h 14448"/>
                <a:gd name="connsiteX2" fmla="*/ 0 w 18250"/>
                <a:gd name="connsiteY2" fmla="*/ 7224 h 14448"/>
                <a:gd name="connsiteX3" fmla="*/ 9125 w 18250"/>
                <a:gd name="connsiteY3" fmla="*/ 0 h 14448"/>
                <a:gd name="connsiteX4" fmla="*/ 18250 w 18250"/>
                <a:gd name="connsiteY4" fmla="*/ 7224 h 14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8">
                  <a:moveTo>
                    <a:pt x="18250" y="7224"/>
                  </a:moveTo>
                  <a:cubicBezTo>
                    <a:pt x="18250" y="11280"/>
                    <a:pt x="14194" y="14448"/>
                    <a:pt x="9125" y="14448"/>
                  </a:cubicBezTo>
                  <a:cubicBezTo>
                    <a:pt x="4056" y="14448"/>
                    <a:pt x="0" y="11280"/>
                    <a:pt x="0" y="7224"/>
                  </a:cubicBezTo>
                  <a:cubicBezTo>
                    <a:pt x="0" y="3168"/>
                    <a:pt x="4056" y="0"/>
                    <a:pt x="9125" y="0"/>
                  </a:cubicBezTo>
                  <a:cubicBezTo>
                    <a:pt x="14194" y="0"/>
                    <a:pt x="18250" y="3168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2B1FDEBB-69BE-382B-2223-86A97043F321}"/>
                </a:ext>
              </a:extLst>
            </p:cNvPr>
            <p:cNvSpPr/>
            <p:nvPr/>
          </p:nvSpPr>
          <p:spPr>
            <a:xfrm>
              <a:off x="5501862" y="5559303"/>
              <a:ext cx="18757" cy="14954"/>
            </a:xfrm>
            <a:custGeom>
              <a:avLst/>
              <a:gdLst>
                <a:gd name="connsiteX0" fmla="*/ 18757 w 18757"/>
                <a:gd name="connsiteY0" fmla="*/ 7477 h 14954"/>
                <a:gd name="connsiteX1" fmla="*/ 9378 w 18757"/>
                <a:gd name="connsiteY1" fmla="*/ 14955 h 14954"/>
                <a:gd name="connsiteX2" fmla="*/ 0 w 18757"/>
                <a:gd name="connsiteY2" fmla="*/ 7477 h 14954"/>
                <a:gd name="connsiteX3" fmla="*/ 9378 w 18757"/>
                <a:gd name="connsiteY3" fmla="*/ 0 h 14954"/>
                <a:gd name="connsiteX4" fmla="*/ 18757 w 18757"/>
                <a:gd name="connsiteY4" fmla="*/ 7477 h 14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57" h="14954">
                  <a:moveTo>
                    <a:pt x="18757" y="7477"/>
                  </a:moveTo>
                  <a:cubicBezTo>
                    <a:pt x="18757" y="11660"/>
                    <a:pt x="14575" y="14955"/>
                    <a:pt x="9378" y="14955"/>
                  </a:cubicBezTo>
                  <a:cubicBezTo>
                    <a:pt x="4183" y="14955"/>
                    <a:pt x="0" y="11660"/>
                    <a:pt x="0" y="7477"/>
                  </a:cubicBezTo>
                  <a:cubicBezTo>
                    <a:pt x="0" y="3295"/>
                    <a:pt x="4183" y="0"/>
                    <a:pt x="9378" y="0"/>
                  </a:cubicBezTo>
                  <a:cubicBezTo>
                    <a:pt x="14575" y="0"/>
                    <a:pt x="18757" y="3422"/>
                    <a:pt x="18757" y="747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3DECAB4F-AE4C-04E3-CF3B-89C3095E0855}"/>
                </a:ext>
              </a:extLst>
            </p:cNvPr>
            <p:cNvSpPr/>
            <p:nvPr/>
          </p:nvSpPr>
          <p:spPr>
            <a:xfrm>
              <a:off x="5374746" y="5532181"/>
              <a:ext cx="19644" cy="15588"/>
            </a:xfrm>
            <a:custGeom>
              <a:avLst/>
              <a:gdLst>
                <a:gd name="connsiteX0" fmla="*/ 19644 w 19644"/>
                <a:gd name="connsiteY0" fmla="*/ 7731 h 15588"/>
                <a:gd name="connsiteX1" fmla="*/ 9759 w 19644"/>
                <a:gd name="connsiteY1" fmla="*/ 15588 h 15588"/>
                <a:gd name="connsiteX2" fmla="*/ 0 w 19644"/>
                <a:gd name="connsiteY2" fmla="*/ 7731 h 15588"/>
                <a:gd name="connsiteX3" fmla="*/ 9759 w 19644"/>
                <a:gd name="connsiteY3" fmla="*/ 0 h 15588"/>
                <a:gd name="connsiteX4" fmla="*/ 19644 w 19644"/>
                <a:gd name="connsiteY4" fmla="*/ 7731 h 1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44" h="15588">
                  <a:moveTo>
                    <a:pt x="19644" y="7731"/>
                  </a:moveTo>
                  <a:cubicBezTo>
                    <a:pt x="19644" y="12040"/>
                    <a:pt x="15208" y="15588"/>
                    <a:pt x="9759" y="15588"/>
                  </a:cubicBezTo>
                  <a:cubicBezTo>
                    <a:pt x="4309" y="15588"/>
                    <a:pt x="0" y="12040"/>
                    <a:pt x="0" y="7731"/>
                  </a:cubicBezTo>
                  <a:cubicBezTo>
                    <a:pt x="0" y="3422"/>
                    <a:pt x="4309" y="0"/>
                    <a:pt x="9759" y="0"/>
                  </a:cubicBezTo>
                  <a:cubicBezTo>
                    <a:pt x="15208" y="0"/>
                    <a:pt x="19644" y="3422"/>
                    <a:pt x="19644" y="773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BF704594-D8F8-A9F6-1EBD-E5AE8E656AAC}"/>
                </a:ext>
              </a:extLst>
            </p:cNvPr>
            <p:cNvSpPr/>
            <p:nvPr/>
          </p:nvSpPr>
          <p:spPr>
            <a:xfrm>
              <a:off x="5249785" y="5500497"/>
              <a:ext cx="19643" cy="15461"/>
            </a:xfrm>
            <a:custGeom>
              <a:avLst/>
              <a:gdLst>
                <a:gd name="connsiteX0" fmla="*/ 19644 w 19643"/>
                <a:gd name="connsiteY0" fmla="*/ 7731 h 15461"/>
                <a:gd name="connsiteX1" fmla="*/ 9885 w 19643"/>
                <a:gd name="connsiteY1" fmla="*/ 15462 h 15461"/>
                <a:gd name="connsiteX2" fmla="*/ 0 w 19643"/>
                <a:gd name="connsiteY2" fmla="*/ 7731 h 15461"/>
                <a:gd name="connsiteX3" fmla="*/ 9885 w 19643"/>
                <a:gd name="connsiteY3" fmla="*/ 0 h 15461"/>
                <a:gd name="connsiteX4" fmla="*/ 19644 w 19643"/>
                <a:gd name="connsiteY4" fmla="*/ 7731 h 15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43" h="15461">
                  <a:moveTo>
                    <a:pt x="19644" y="7731"/>
                  </a:moveTo>
                  <a:cubicBezTo>
                    <a:pt x="19644" y="12040"/>
                    <a:pt x="15208" y="15462"/>
                    <a:pt x="9885" y="15462"/>
                  </a:cubicBezTo>
                  <a:cubicBezTo>
                    <a:pt x="4562" y="15462"/>
                    <a:pt x="0" y="12040"/>
                    <a:pt x="0" y="7731"/>
                  </a:cubicBezTo>
                  <a:cubicBezTo>
                    <a:pt x="0" y="3422"/>
                    <a:pt x="4309" y="0"/>
                    <a:pt x="9885" y="0"/>
                  </a:cubicBezTo>
                  <a:cubicBezTo>
                    <a:pt x="15462" y="0"/>
                    <a:pt x="19644" y="3422"/>
                    <a:pt x="19644" y="773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472B8169-E5EC-946D-D583-DFDE0230AB41}"/>
                </a:ext>
              </a:extLst>
            </p:cNvPr>
            <p:cNvSpPr/>
            <p:nvPr/>
          </p:nvSpPr>
          <p:spPr>
            <a:xfrm>
              <a:off x="5126597" y="5463870"/>
              <a:ext cx="20404" cy="16222"/>
            </a:xfrm>
            <a:custGeom>
              <a:avLst/>
              <a:gdLst>
                <a:gd name="connsiteX0" fmla="*/ 20404 w 20404"/>
                <a:gd name="connsiteY0" fmla="*/ 8111 h 16222"/>
                <a:gd name="connsiteX1" fmla="*/ 10266 w 20404"/>
                <a:gd name="connsiteY1" fmla="*/ 16222 h 16222"/>
                <a:gd name="connsiteX2" fmla="*/ 0 w 20404"/>
                <a:gd name="connsiteY2" fmla="*/ 8111 h 16222"/>
                <a:gd name="connsiteX3" fmla="*/ 10266 w 20404"/>
                <a:gd name="connsiteY3" fmla="*/ 0 h 16222"/>
                <a:gd name="connsiteX4" fmla="*/ 20404 w 20404"/>
                <a:gd name="connsiteY4" fmla="*/ 8111 h 1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04" h="16222">
                  <a:moveTo>
                    <a:pt x="20404" y="8111"/>
                  </a:moveTo>
                  <a:cubicBezTo>
                    <a:pt x="20404" y="12547"/>
                    <a:pt x="15842" y="16222"/>
                    <a:pt x="10266" y="16222"/>
                  </a:cubicBezTo>
                  <a:cubicBezTo>
                    <a:pt x="4689" y="16222"/>
                    <a:pt x="0" y="12547"/>
                    <a:pt x="0" y="8111"/>
                  </a:cubicBezTo>
                  <a:cubicBezTo>
                    <a:pt x="0" y="3675"/>
                    <a:pt x="4562" y="0"/>
                    <a:pt x="10266" y="0"/>
                  </a:cubicBezTo>
                  <a:cubicBezTo>
                    <a:pt x="15968" y="0"/>
                    <a:pt x="20404" y="3675"/>
                    <a:pt x="20404" y="811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D7B70F7C-4D91-AEF0-ECB8-C114688D50FB}"/>
                </a:ext>
              </a:extLst>
            </p:cNvPr>
            <p:cNvSpPr/>
            <p:nvPr/>
          </p:nvSpPr>
          <p:spPr>
            <a:xfrm>
              <a:off x="5005564" y="5422681"/>
              <a:ext cx="21291" cy="16729"/>
            </a:xfrm>
            <a:custGeom>
              <a:avLst/>
              <a:gdLst>
                <a:gd name="connsiteX0" fmla="*/ 21292 w 21291"/>
                <a:gd name="connsiteY0" fmla="*/ 8365 h 16729"/>
                <a:gd name="connsiteX1" fmla="*/ 10646 w 21291"/>
                <a:gd name="connsiteY1" fmla="*/ 16729 h 16729"/>
                <a:gd name="connsiteX2" fmla="*/ 0 w 21291"/>
                <a:gd name="connsiteY2" fmla="*/ 8365 h 16729"/>
                <a:gd name="connsiteX3" fmla="*/ 10646 w 21291"/>
                <a:gd name="connsiteY3" fmla="*/ 0 h 16729"/>
                <a:gd name="connsiteX4" fmla="*/ 21292 w 21291"/>
                <a:gd name="connsiteY4" fmla="*/ 8365 h 16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291" h="16729">
                  <a:moveTo>
                    <a:pt x="21292" y="8365"/>
                  </a:moveTo>
                  <a:cubicBezTo>
                    <a:pt x="21292" y="13054"/>
                    <a:pt x="16602" y="16729"/>
                    <a:pt x="10646" y="16729"/>
                  </a:cubicBezTo>
                  <a:cubicBezTo>
                    <a:pt x="4689" y="16729"/>
                    <a:pt x="0" y="12927"/>
                    <a:pt x="0" y="8365"/>
                  </a:cubicBezTo>
                  <a:cubicBezTo>
                    <a:pt x="0" y="3802"/>
                    <a:pt x="4689" y="0"/>
                    <a:pt x="10646" y="0"/>
                  </a:cubicBezTo>
                  <a:cubicBezTo>
                    <a:pt x="16602" y="0"/>
                    <a:pt x="21292" y="3802"/>
                    <a:pt x="21292" y="836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56A4A415-514F-14F4-C673-994B7FD98691}"/>
                </a:ext>
              </a:extLst>
            </p:cNvPr>
            <p:cNvSpPr/>
            <p:nvPr/>
          </p:nvSpPr>
          <p:spPr>
            <a:xfrm>
              <a:off x="4887700" y="5377183"/>
              <a:ext cx="21291" cy="16729"/>
            </a:xfrm>
            <a:custGeom>
              <a:avLst/>
              <a:gdLst>
                <a:gd name="connsiteX0" fmla="*/ 21292 w 21291"/>
                <a:gd name="connsiteY0" fmla="*/ 8365 h 16729"/>
                <a:gd name="connsiteX1" fmla="*/ 10646 w 21291"/>
                <a:gd name="connsiteY1" fmla="*/ 16729 h 16729"/>
                <a:gd name="connsiteX2" fmla="*/ 0 w 21291"/>
                <a:gd name="connsiteY2" fmla="*/ 8365 h 16729"/>
                <a:gd name="connsiteX3" fmla="*/ 10646 w 21291"/>
                <a:gd name="connsiteY3" fmla="*/ 0 h 16729"/>
                <a:gd name="connsiteX4" fmla="*/ 21292 w 21291"/>
                <a:gd name="connsiteY4" fmla="*/ 8365 h 16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291" h="16729">
                  <a:moveTo>
                    <a:pt x="21292" y="8365"/>
                  </a:moveTo>
                  <a:cubicBezTo>
                    <a:pt x="21292" y="13054"/>
                    <a:pt x="16602" y="16729"/>
                    <a:pt x="10646" y="16729"/>
                  </a:cubicBezTo>
                  <a:cubicBezTo>
                    <a:pt x="4689" y="16729"/>
                    <a:pt x="0" y="12927"/>
                    <a:pt x="0" y="8365"/>
                  </a:cubicBezTo>
                  <a:cubicBezTo>
                    <a:pt x="0" y="3802"/>
                    <a:pt x="4689" y="0"/>
                    <a:pt x="10646" y="0"/>
                  </a:cubicBezTo>
                  <a:cubicBezTo>
                    <a:pt x="16602" y="0"/>
                    <a:pt x="21292" y="3802"/>
                    <a:pt x="21292" y="836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38661CB0-9ED0-AB2B-F850-AFDB09111C7C}"/>
                </a:ext>
              </a:extLst>
            </p:cNvPr>
            <p:cNvSpPr/>
            <p:nvPr/>
          </p:nvSpPr>
          <p:spPr>
            <a:xfrm>
              <a:off x="4772497" y="5327122"/>
              <a:ext cx="21798" cy="17236"/>
            </a:xfrm>
            <a:custGeom>
              <a:avLst/>
              <a:gdLst>
                <a:gd name="connsiteX0" fmla="*/ 21799 w 21798"/>
                <a:gd name="connsiteY0" fmla="*/ 8618 h 17236"/>
                <a:gd name="connsiteX1" fmla="*/ 10899 w 21798"/>
                <a:gd name="connsiteY1" fmla="*/ 17236 h 17236"/>
                <a:gd name="connsiteX2" fmla="*/ 0 w 21798"/>
                <a:gd name="connsiteY2" fmla="*/ 8618 h 17236"/>
                <a:gd name="connsiteX3" fmla="*/ 10899 w 21798"/>
                <a:gd name="connsiteY3" fmla="*/ 0 h 17236"/>
                <a:gd name="connsiteX4" fmla="*/ 21799 w 21798"/>
                <a:gd name="connsiteY4" fmla="*/ 8618 h 17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798" h="17236">
                  <a:moveTo>
                    <a:pt x="21799" y="8618"/>
                  </a:moveTo>
                  <a:cubicBezTo>
                    <a:pt x="21799" y="13434"/>
                    <a:pt x="16856" y="17236"/>
                    <a:pt x="10899" y="17236"/>
                  </a:cubicBezTo>
                  <a:cubicBezTo>
                    <a:pt x="4943" y="17236"/>
                    <a:pt x="0" y="13434"/>
                    <a:pt x="0" y="8618"/>
                  </a:cubicBezTo>
                  <a:cubicBezTo>
                    <a:pt x="0" y="3802"/>
                    <a:pt x="4943" y="0"/>
                    <a:pt x="10899" y="0"/>
                  </a:cubicBezTo>
                  <a:cubicBezTo>
                    <a:pt x="16856" y="0"/>
                    <a:pt x="21799" y="3929"/>
                    <a:pt x="21799" y="86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17460EE6-5DEE-5418-EECD-D7DE85E7529C}"/>
                </a:ext>
              </a:extLst>
            </p:cNvPr>
            <p:cNvSpPr/>
            <p:nvPr/>
          </p:nvSpPr>
          <p:spPr>
            <a:xfrm>
              <a:off x="4660462" y="5273006"/>
              <a:ext cx="21798" cy="17235"/>
            </a:xfrm>
            <a:custGeom>
              <a:avLst/>
              <a:gdLst>
                <a:gd name="connsiteX0" fmla="*/ 21799 w 21798"/>
                <a:gd name="connsiteY0" fmla="*/ 8618 h 17235"/>
                <a:gd name="connsiteX1" fmla="*/ 10899 w 21798"/>
                <a:gd name="connsiteY1" fmla="*/ 17236 h 17235"/>
                <a:gd name="connsiteX2" fmla="*/ 0 w 21798"/>
                <a:gd name="connsiteY2" fmla="*/ 8618 h 17235"/>
                <a:gd name="connsiteX3" fmla="*/ 10899 w 21798"/>
                <a:gd name="connsiteY3" fmla="*/ 0 h 17235"/>
                <a:gd name="connsiteX4" fmla="*/ 21799 w 21798"/>
                <a:gd name="connsiteY4" fmla="*/ 8618 h 17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798" h="17235">
                  <a:moveTo>
                    <a:pt x="21799" y="8618"/>
                  </a:moveTo>
                  <a:cubicBezTo>
                    <a:pt x="21799" y="13434"/>
                    <a:pt x="16983" y="17236"/>
                    <a:pt x="10899" y="17236"/>
                  </a:cubicBezTo>
                  <a:cubicBezTo>
                    <a:pt x="4816" y="17236"/>
                    <a:pt x="0" y="13307"/>
                    <a:pt x="0" y="8618"/>
                  </a:cubicBezTo>
                  <a:cubicBezTo>
                    <a:pt x="0" y="3929"/>
                    <a:pt x="4816" y="0"/>
                    <a:pt x="10899" y="0"/>
                  </a:cubicBezTo>
                  <a:cubicBezTo>
                    <a:pt x="16983" y="0"/>
                    <a:pt x="21799" y="3929"/>
                    <a:pt x="21799" y="86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971C2A09-DB83-1386-603E-A513735D7FFA}"/>
                </a:ext>
              </a:extLst>
            </p:cNvPr>
            <p:cNvSpPr/>
            <p:nvPr/>
          </p:nvSpPr>
          <p:spPr>
            <a:xfrm>
              <a:off x="4551596" y="5214327"/>
              <a:ext cx="22558" cy="17869"/>
            </a:xfrm>
            <a:custGeom>
              <a:avLst/>
              <a:gdLst>
                <a:gd name="connsiteX0" fmla="*/ 22559 w 22558"/>
                <a:gd name="connsiteY0" fmla="*/ 8998 h 17869"/>
                <a:gd name="connsiteX1" fmla="*/ 11279 w 22558"/>
                <a:gd name="connsiteY1" fmla="*/ 17870 h 17869"/>
                <a:gd name="connsiteX2" fmla="*/ 0 w 22558"/>
                <a:gd name="connsiteY2" fmla="*/ 8998 h 17869"/>
                <a:gd name="connsiteX3" fmla="*/ 11279 w 22558"/>
                <a:gd name="connsiteY3" fmla="*/ 0 h 17869"/>
                <a:gd name="connsiteX4" fmla="*/ 22559 w 22558"/>
                <a:gd name="connsiteY4" fmla="*/ 8998 h 1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8" h="17869">
                  <a:moveTo>
                    <a:pt x="22559" y="8998"/>
                  </a:moveTo>
                  <a:cubicBezTo>
                    <a:pt x="22559" y="13941"/>
                    <a:pt x="17489" y="17870"/>
                    <a:pt x="11279" y="17870"/>
                  </a:cubicBezTo>
                  <a:cubicBezTo>
                    <a:pt x="5069" y="17870"/>
                    <a:pt x="0" y="13814"/>
                    <a:pt x="0" y="8998"/>
                  </a:cubicBezTo>
                  <a:cubicBezTo>
                    <a:pt x="0" y="4183"/>
                    <a:pt x="5069" y="0"/>
                    <a:pt x="11279" y="0"/>
                  </a:cubicBezTo>
                  <a:cubicBezTo>
                    <a:pt x="17489" y="0"/>
                    <a:pt x="22559" y="4056"/>
                    <a:pt x="22559" y="89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99AC36D7-E449-B4CF-9585-965E586CE590}"/>
                </a:ext>
              </a:extLst>
            </p:cNvPr>
            <p:cNvSpPr/>
            <p:nvPr/>
          </p:nvSpPr>
          <p:spPr>
            <a:xfrm>
              <a:off x="4446658" y="5152100"/>
              <a:ext cx="22559" cy="17869"/>
            </a:xfrm>
            <a:custGeom>
              <a:avLst/>
              <a:gdLst>
                <a:gd name="connsiteX0" fmla="*/ 22559 w 22559"/>
                <a:gd name="connsiteY0" fmla="*/ 8872 h 17869"/>
                <a:gd name="connsiteX1" fmla="*/ 11280 w 22559"/>
                <a:gd name="connsiteY1" fmla="*/ 17870 h 17869"/>
                <a:gd name="connsiteX2" fmla="*/ 0 w 22559"/>
                <a:gd name="connsiteY2" fmla="*/ 8872 h 17869"/>
                <a:gd name="connsiteX3" fmla="*/ 11280 w 22559"/>
                <a:gd name="connsiteY3" fmla="*/ 0 h 17869"/>
                <a:gd name="connsiteX4" fmla="*/ 22559 w 22559"/>
                <a:gd name="connsiteY4" fmla="*/ 8872 h 1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9" h="17869">
                  <a:moveTo>
                    <a:pt x="22559" y="8872"/>
                  </a:moveTo>
                  <a:cubicBezTo>
                    <a:pt x="22559" y="13814"/>
                    <a:pt x="17490" y="17870"/>
                    <a:pt x="11280" y="17870"/>
                  </a:cubicBezTo>
                  <a:cubicBezTo>
                    <a:pt x="5070" y="17870"/>
                    <a:pt x="0" y="13814"/>
                    <a:pt x="0" y="8872"/>
                  </a:cubicBezTo>
                  <a:cubicBezTo>
                    <a:pt x="0" y="3929"/>
                    <a:pt x="5070" y="0"/>
                    <a:pt x="11280" y="0"/>
                  </a:cubicBezTo>
                  <a:cubicBezTo>
                    <a:pt x="17490" y="0"/>
                    <a:pt x="22559" y="4056"/>
                    <a:pt x="22559" y="887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789F4A72-969B-2D70-0EB0-850CEB94F50B}"/>
                </a:ext>
              </a:extLst>
            </p:cNvPr>
            <p:cNvSpPr/>
            <p:nvPr/>
          </p:nvSpPr>
          <p:spPr>
            <a:xfrm>
              <a:off x="4345904" y="5086197"/>
              <a:ext cx="21798" cy="17235"/>
            </a:xfrm>
            <a:custGeom>
              <a:avLst/>
              <a:gdLst>
                <a:gd name="connsiteX0" fmla="*/ 21799 w 21798"/>
                <a:gd name="connsiteY0" fmla="*/ 8618 h 17235"/>
                <a:gd name="connsiteX1" fmla="*/ 10899 w 21798"/>
                <a:gd name="connsiteY1" fmla="*/ 17236 h 17235"/>
                <a:gd name="connsiteX2" fmla="*/ 0 w 21798"/>
                <a:gd name="connsiteY2" fmla="*/ 8618 h 17235"/>
                <a:gd name="connsiteX3" fmla="*/ 10899 w 21798"/>
                <a:gd name="connsiteY3" fmla="*/ 0 h 17235"/>
                <a:gd name="connsiteX4" fmla="*/ 21799 w 21798"/>
                <a:gd name="connsiteY4" fmla="*/ 8618 h 17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798" h="17235">
                  <a:moveTo>
                    <a:pt x="21799" y="8618"/>
                  </a:moveTo>
                  <a:cubicBezTo>
                    <a:pt x="21799" y="13434"/>
                    <a:pt x="16983" y="17236"/>
                    <a:pt x="10899" y="17236"/>
                  </a:cubicBezTo>
                  <a:cubicBezTo>
                    <a:pt x="4816" y="17236"/>
                    <a:pt x="0" y="13307"/>
                    <a:pt x="0" y="8618"/>
                  </a:cubicBezTo>
                  <a:cubicBezTo>
                    <a:pt x="0" y="3929"/>
                    <a:pt x="4816" y="0"/>
                    <a:pt x="10899" y="0"/>
                  </a:cubicBezTo>
                  <a:cubicBezTo>
                    <a:pt x="16983" y="0"/>
                    <a:pt x="21799" y="3929"/>
                    <a:pt x="21799" y="86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4A1107FB-FD51-C4B6-F2E9-027B0C98E99F}"/>
                </a:ext>
              </a:extLst>
            </p:cNvPr>
            <p:cNvSpPr/>
            <p:nvPr/>
          </p:nvSpPr>
          <p:spPr>
            <a:xfrm>
              <a:off x="4248570" y="5015859"/>
              <a:ext cx="22558" cy="17869"/>
            </a:xfrm>
            <a:custGeom>
              <a:avLst/>
              <a:gdLst>
                <a:gd name="connsiteX0" fmla="*/ 22559 w 22558"/>
                <a:gd name="connsiteY0" fmla="*/ 8999 h 17869"/>
                <a:gd name="connsiteX1" fmla="*/ 11279 w 22558"/>
                <a:gd name="connsiteY1" fmla="*/ 17870 h 17869"/>
                <a:gd name="connsiteX2" fmla="*/ 0 w 22558"/>
                <a:gd name="connsiteY2" fmla="*/ 8999 h 17869"/>
                <a:gd name="connsiteX3" fmla="*/ 11279 w 22558"/>
                <a:gd name="connsiteY3" fmla="*/ 0 h 17869"/>
                <a:gd name="connsiteX4" fmla="*/ 22559 w 22558"/>
                <a:gd name="connsiteY4" fmla="*/ 8999 h 1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8" h="17869">
                  <a:moveTo>
                    <a:pt x="22559" y="8999"/>
                  </a:moveTo>
                  <a:cubicBezTo>
                    <a:pt x="22559" y="13941"/>
                    <a:pt x="17489" y="17870"/>
                    <a:pt x="11279" y="17870"/>
                  </a:cubicBezTo>
                  <a:cubicBezTo>
                    <a:pt x="5069" y="17870"/>
                    <a:pt x="0" y="13814"/>
                    <a:pt x="0" y="8999"/>
                  </a:cubicBezTo>
                  <a:cubicBezTo>
                    <a:pt x="0" y="4183"/>
                    <a:pt x="5069" y="0"/>
                    <a:pt x="11279" y="0"/>
                  </a:cubicBezTo>
                  <a:cubicBezTo>
                    <a:pt x="17489" y="0"/>
                    <a:pt x="22559" y="4056"/>
                    <a:pt x="22559" y="899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04CD8C43-B5F8-0668-549E-41422D2D996D}"/>
                </a:ext>
              </a:extLst>
            </p:cNvPr>
            <p:cNvSpPr/>
            <p:nvPr/>
          </p:nvSpPr>
          <p:spPr>
            <a:xfrm>
              <a:off x="4155800" y="4942352"/>
              <a:ext cx="22558" cy="17869"/>
            </a:xfrm>
            <a:custGeom>
              <a:avLst/>
              <a:gdLst>
                <a:gd name="connsiteX0" fmla="*/ 22559 w 22558"/>
                <a:gd name="connsiteY0" fmla="*/ 8998 h 17869"/>
                <a:gd name="connsiteX1" fmla="*/ 11279 w 22558"/>
                <a:gd name="connsiteY1" fmla="*/ 17870 h 17869"/>
                <a:gd name="connsiteX2" fmla="*/ 0 w 22558"/>
                <a:gd name="connsiteY2" fmla="*/ 8998 h 17869"/>
                <a:gd name="connsiteX3" fmla="*/ 11279 w 22558"/>
                <a:gd name="connsiteY3" fmla="*/ 0 h 17869"/>
                <a:gd name="connsiteX4" fmla="*/ 22559 w 22558"/>
                <a:gd name="connsiteY4" fmla="*/ 8998 h 1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8" h="17869">
                  <a:moveTo>
                    <a:pt x="22559" y="8998"/>
                  </a:moveTo>
                  <a:cubicBezTo>
                    <a:pt x="22559" y="13941"/>
                    <a:pt x="17490" y="17870"/>
                    <a:pt x="11279" y="17870"/>
                  </a:cubicBezTo>
                  <a:cubicBezTo>
                    <a:pt x="5069" y="17870"/>
                    <a:pt x="0" y="13814"/>
                    <a:pt x="0" y="8998"/>
                  </a:cubicBezTo>
                  <a:cubicBezTo>
                    <a:pt x="0" y="4182"/>
                    <a:pt x="5069" y="0"/>
                    <a:pt x="11279" y="0"/>
                  </a:cubicBezTo>
                  <a:cubicBezTo>
                    <a:pt x="17490" y="0"/>
                    <a:pt x="22559" y="4056"/>
                    <a:pt x="22559" y="89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B8C5CCFD-91B8-47A3-954C-9A340807A0FA}"/>
                </a:ext>
              </a:extLst>
            </p:cNvPr>
            <p:cNvSpPr/>
            <p:nvPr/>
          </p:nvSpPr>
          <p:spPr>
            <a:xfrm>
              <a:off x="4067592" y="4865296"/>
              <a:ext cx="22558" cy="17996"/>
            </a:xfrm>
            <a:custGeom>
              <a:avLst/>
              <a:gdLst>
                <a:gd name="connsiteX0" fmla="*/ 22559 w 22558"/>
                <a:gd name="connsiteY0" fmla="*/ 8999 h 17996"/>
                <a:gd name="connsiteX1" fmla="*/ 11279 w 22558"/>
                <a:gd name="connsiteY1" fmla="*/ 17997 h 17996"/>
                <a:gd name="connsiteX2" fmla="*/ 0 w 22558"/>
                <a:gd name="connsiteY2" fmla="*/ 8999 h 17996"/>
                <a:gd name="connsiteX3" fmla="*/ 11279 w 22558"/>
                <a:gd name="connsiteY3" fmla="*/ 0 h 17996"/>
                <a:gd name="connsiteX4" fmla="*/ 22559 w 22558"/>
                <a:gd name="connsiteY4" fmla="*/ 8999 h 17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8" h="17996">
                  <a:moveTo>
                    <a:pt x="22559" y="8999"/>
                  </a:moveTo>
                  <a:cubicBezTo>
                    <a:pt x="22559" y="13941"/>
                    <a:pt x="17489" y="17997"/>
                    <a:pt x="11279" y="17997"/>
                  </a:cubicBezTo>
                  <a:cubicBezTo>
                    <a:pt x="5069" y="17997"/>
                    <a:pt x="0" y="13941"/>
                    <a:pt x="0" y="8999"/>
                  </a:cubicBezTo>
                  <a:cubicBezTo>
                    <a:pt x="0" y="4056"/>
                    <a:pt x="5069" y="0"/>
                    <a:pt x="11279" y="0"/>
                  </a:cubicBezTo>
                  <a:cubicBezTo>
                    <a:pt x="17489" y="0"/>
                    <a:pt x="22559" y="4056"/>
                    <a:pt x="22559" y="899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32651813-6835-5DC8-5404-BEB3EA07766D}"/>
                </a:ext>
              </a:extLst>
            </p:cNvPr>
            <p:cNvSpPr/>
            <p:nvPr/>
          </p:nvSpPr>
          <p:spPr>
            <a:xfrm>
              <a:off x="3984579" y="4785580"/>
              <a:ext cx="21798" cy="17235"/>
            </a:xfrm>
            <a:custGeom>
              <a:avLst/>
              <a:gdLst>
                <a:gd name="connsiteX0" fmla="*/ 21799 w 21798"/>
                <a:gd name="connsiteY0" fmla="*/ 8618 h 17235"/>
                <a:gd name="connsiteX1" fmla="*/ 10899 w 21798"/>
                <a:gd name="connsiteY1" fmla="*/ 17236 h 17235"/>
                <a:gd name="connsiteX2" fmla="*/ 0 w 21798"/>
                <a:gd name="connsiteY2" fmla="*/ 8618 h 17235"/>
                <a:gd name="connsiteX3" fmla="*/ 10899 w 21798"/>
                <a:gd name="connsiteY3" fmla="*/ 0 h 17235"/>
                <a:gd name="connsiteX4" fmla="*/ 21799 w 21798"/>
                <a:gd name="connsiteY4" fmla="*/ 8618 h 17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798" h="17235">
                  <a:moveTo>
                    <a:pt x="21799" y="8618"/>
                  </a:moveTo>
                  <a:cubicBezTo>
                    <a:pt x="21799" y="13434"/>
                    <a:pt x="16856" y="17236"/>
                    <a:pt x="10899" y="17236"/>
                  </a:cubicBezTo>
                  <a:cubicBezTo>
                    <a:pt x="4943" y="17236"/>
                    <a:pt x="0" y="13307"/>
                    <a:pt x="0" y="8618"/>
                  </a:cubicBezTo>
                  <a:cubicBezTo>
                    <a:pt x="0" y="3929"/>
                    <a:pt x="4943" y="0"/>
                    <a:pt x="10899" y="0"/>
                  </a:cubicBezTo>
                  <a:cubicBezTo>
                    <a:pt x="16856" y="0"/>
                    <a:pt x="21799" y="3929"/>
                    <a:pt x="21799" y="86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5FCDDC69-D6FB-13FE-8D88-EFBB7E818C95}"/>
                </a:ext>
              </a:extLst>
            </p:cNvPr>
            <p:cNvSpPr/>
            <p:nvPr/>
          </p:nvSpPr>
          <p:spPr>
            <a:xfrm>
              <a:off x="3906003" y="4702314"/>
              <a:ext cx="21798" cy="17235"/>
            </a:xfrm>
            <a:custGeom>
              <a:avLst/>
              <a:gdLst>
                <a:gd name="connsiteX0" fmla="*/ 21799 w 21798"/>
                <a:gd name="connsiteY0" fmla="*/ 8618 h 17235"/>
                <a:gd name="connsiteX1" fmla="*/ 10899 w 21798"/>
                <a:gd name="connsiteY1" fmla="*/ 17236 h 17235"/>
                <a:gd name="connsiteX2" fmla="*/ 0 w 21798"/>
                <a:gd name="connsiteY2" fmla="*/ 8618 h 17235"/>
                <a:gd name="connsiteX3" fmla="*/ 10899 w 21798"/>
                <a:gd name="connsiteY3" fmla="*/ 0 h 17235"/>
                <a:gd name="connsiteX4" fmla="*/ 21799 w 21798"/>
                <a:gd name="connsiteY4" fmla="*/ 8618 h 17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798" h="17235">
                  <a:moveTo>
                    <a:pt x="21799" y="8618"/>
                  </a:moveTo>
                  <a:cubicBezTo>
                    <a:pt x="21799" y="13434"/>
                    <a:pt x="16856" y="17236"/>
                    <a:pt x="10899" y="17236"/>
                  </a:cubicBezTo>
                  <a:cubicBezTo>
                    <a:pt x="4943" y="17236"/>
                    <a:pt x="0" y="13307"/>
                    <a:pt x="0" y="8618"/>
                  </a:cubicBezTo>
                  <a:cubicBezTo>
                    <a:pt x="0" y="3929"/>
                    <a:pt x="4943" y="0"/>
                    <a:pt x="10899" y="0"/>
                  </a:cubicBezTo>
                  <a:cubicBezTo>
                    <a:pt x="16856" y="0"/>
                    <a:pt x="21799" y="3802"/>
                    <a:pt x="21799" y="86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95153F22-B9E2-E9B3-AA00-2DAC971C15A9}"/>
                </a:ext>
              </a:extLst>
            </p:cNvPr>
            <p:cNvSpPr/>
            <p:nvPr/>
          </p:nvSpPr>
          <p:spPr>
            <a:xfrm>
              <a:off x="3832116" y="4615754"/>
              <a:ext cx="22558" cy="17869"/>
            </a:xfrm>
            <a:custGeom>
              <a:avLst/>
              <a:gdLst>
                <a:gd name="connsiteX0" fmla="*/ 22559 w 22558"/>
                <a:gd name="connsiteY0" fmla="*/ 8998 h 17869"/>
                <a:gd name="connsiteX1" fmla="*/ 11280 w 22558"/>
                <a:gd name="connsiteY1" fmla="*/ 17869 h 17869"/>
                <a:gd name="connsiteX2" fmla="*/ 0 w 22558"/>
                <a:gd name="connsiteY2" fmla="*/ 8998 h 17869"/>
                <a:gd name="connsiteX3" fmla="*/ 11280 w 22558"/>
                <a:gd name="connsiteY3" fmla="*/ 0 h 17869"/>
                <a:gd name="connsiteX4" fmla="*/ 22559 w 22558"/>
                <a:gd name="connsiteY4" fmla="*/ 8998 h 1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8" h="17869">
                  <a:moveTo>
                    <a:pt x="22559" y="8998"/>
                  </a:moveTo>
                  <a:cubicBezTo>
                    <a:pt x="22559" y="13941"/>
                    <a:pt x="17490" y="17869"/>
                    <a:pt x="11280" y="17869"/>
                  </a:cubicBezTo>
                  <a:cubicBezTo>
                    <a:pt x="5069" y="17869"/>
                    <a:pt x="0" y="13814"/>
                    <a:pt x="0" y="8998"/>
                  </a:cubicBezTo>
                  <a:cubicBezTo>
                    <a:pt x="0" y="4182"/>
                    <a:pt x="5069" y="0"/>
                    <a:pt x="11280" y="0"/>
                  </a:cubicBezTo>
                  <a:cubicBezTo>
                    <a:pt x="17490" y="0"/>
                    <a:pt x="22559" y="4055"/>
                    <a:pt x="22559" y="89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C674B2EF-580D-6A02-31A0-4A75E700720F}"/>
                </a:ext>
              </a:extLst>
            </p:cNvPr>
            <p:cNvSpPr/>
            <p:nvPr/>
          </p:nvSpPr>
          <p:spPr>
            <a:xfrm>
              <a:off x="3764186" y="4527419"/>
              <a:ext cx="21798" cy="17235"/>
            </a:xfrm>
            <a:custGeom>
              <a:avLst/>
              <a:gdLst>
                <a:gd name="connsiteX0" fmla="*/ 21799 w 21798"/>
                <a:gd name="connsiteY0" fmla="*/ 8618 h 17235"/>
                <a:gd name="connsiteX1" fmla="*/ 10899 w 21798"/>
                <a:gd name="connsiteY1" fmla="*/ 17236 h 17235"/>
                <a:gd name="connsiteX2" fmla="*/ 0 w 21798"/>
                <a:gd name="connsiteY2" fmla="*/ 8618 h 17235"/>
                <a:gd name="connsiteX3" fmla="*/ 10899 w 21798"/>
                <a:gd name="connsiteY3" fmla="*/ 0 h 17235"/>
                <a:gd name="connsiteX4" fmla="*/ 21799 w 21798"/>
                <a:gd name="connsiteY4" fmla="*/ 8618 h 17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798" h="17235">
                  <a:moveTo>
                    <a:pt x="21799" y="8618"/>
                  </a:moveTo>
                  <a:cubicBezTo>
                    <a:pt x="21799" y="13434"/>
                    <a:pt x="16856" y="17236"/>
                    <a:pt x="10899" y="17236"/>
                  </a:cubicBezTo>
                  <a:cubicBezTo>
                    <a:pt x="4943" y="17236"/>
                    <a:pt x="0" y="13434"/>
                    <a:pt x="0" y="8618"/>
                  </a:cubicBezTo>
                  <a:cubicBezTo>
                    <a:pt x="0" y="3802"/>
                    <a:pt x="4943" y="0"/>
                    <a:pt x="10899" y="0"/>
                  </a:cubicBezTo>
                  <a:cubicBezTo>
                    <a:pt x="16856" y="0"/>
                    <a:pt x="21799" y="3929"/>
                    <a:pt x="21799" y="86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8DF062B5-EE35-791B-0755-FDCE574191D1}"/>
                </a:ext>
              </a:extLst>
            </p:cNvPr>
            <p:cNvSpPr/>
            <p:nvPr/>
          </p:nvSpPr>
          <p:spPr>
            <a:xfrm>
              <a:off x="3701451" y="4436169"/>
              <a:ext cx="21798" cy="17235"/>
            </a:xfrm>
            <a:custGeom>
              <a:avLst/>
              <a:gdLst>
                <a:gd name="connsiteX0" fmla="*/ 21799 w 21798"/>
                <a:gd name="connsiteY0" fmla="*/ 8618 h 17235"/>
                <a:gd name="connsiteX1" fmla="*/ 10899 w 21798"/>
                <a:gd name="connsiteY1" fmla="*/ 17236 h 17235"/>
                <a:gd name="connsiteX2" fmla="*/ 0 w 21798"/>
                <a:gd name="connsiteY2" fmla="*/ 8618 h 17235"/>
                <a:gd name="connsiteX3" fmla="*/ 10899 w 21798"/>
                <a:gd name="connsiteY3" fmla="*/ 0 h 17235"/>
                <a:gd name="connsiteX4" fmla="*/ 21799 w 21798"/>
                <a:gd name="connsiteY4" fmla="*/ 8618 h 17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798" h="17235">
                  <a:moveTo>
                    <a:pt x="21799" y="8618"/>
                  </a:moveTo>
                  <a:cubicBezTo>
                    <a:pt x="21799" y="13434"/>
                    <a:pt x="16856" y="17236"/>
                    <a:pt x="10899" y="17236"/>
                  </a:cubicBezTo>
                  <a:cubicBezTo>
                    <a:pt x="4943" y="17236"/>
                    <a:pt x="0" y="13307"/>
                    <a:pt x="0" y="8618"/>
                  </a:cubicBezTo>
                  <a:cubicBezTo>
                    <a:pt x="0" y="3929"/>
                    <a:pt x="4943" y="0"/>
                    <a:pt x="10899" y="0"/>
                  </a:cubicBezTo>
                  <a:cubicBezTo>
                    <a:pt x="16856" y="0"/>
                    <a:pt x="21799" y="3929"/>
                    <a:pt x="21799" y="86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4660506C-F001-0198-D58C-8DACA2E2850A}"/>
                </a:ext>
              </a:extLst>
            </p:cNvPr>
            <p:cNvSpPr/>
            <p:nvPr/>
          </p:nvSpPr>
          <p:spPr>
            <a:xfrm>
              <a:off x="3644293" y="4342891"/>
              <a:ext cx="21291" cy="16856"/>
            </a:xfrm>
            <a:custGeom>
              <a:avLst/>
              <a:gdLst>
                <a:gd name="connsiteX0" fmla="*/ 21292 w 21291"/>
                <a:gd name="connsiteY0" fmla="*/ 8365 h 16856"/>
                <a:gd name="connsiteX1" fmla="*/ 10646 w 21291"/>
                <a:gd name="connsiteY1" fmla="*/ 16856 h 16856"/>
                <a:gd name="connsiteX2" fmla="*/ 0 w 21291"/>
                <a:gd name="connsiteY2" fmla="*/ 8365 h 16856"/>
                <a:gd name="connsiteX3" fmla="*/ 10646 w 21291"/>
                <a:gd name="connsiteY3" fmla="*/ 0 h 16856"/>
                <a:gd name="connsiteX4" fmla="*/ 21292 w 21291"/>
                <a:gd name="connsiteY4" fmla="*/ 8365 h 16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291" h="16856">
                  <a:moveTo>
                    <a:pt x="21292" y="8365"/>
                  </a:moveTo>
                  <a:cubicBezTo>
                    <a:pt x="21292" y="13054"/>
                    <a:pt x="16602" y="16856"/>
                    <a:pt x="10646" y="16856"/>
                  </a:cubicBezTo>
                  <a:cubicBezTo>
                    <a:pt x="4690" y="16856"/>
                    <a:pt x="0" y="13054"/>
                    <a:pt x="0" y="8365"/>
                  </a:cubicBezTo>
                  <a:cubicBezTo>
                    <a:pt x="0" y="3675"/>
                    <a:pt x="4690" y="0"/>
                    <a:pt x="10646" y="0"/>
                  </a:cubicBezTo>
                  <a:cubicBezTo>
                    <a:pt x="16602" y="0"/>
                    <a:pt x="21292" y="3802"/>
                    <a:pt x="21292" y="836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5E53611E-CA8D-7B99-C5B8-75C27615E1B4}"/>
                </a:ext>
              </a:extLst>
            </p:cNvPr>
            <p:cNvSpPr/>
            <p:nvPr/>
          </p:nvSpPr>
          <p:spPr>
            <a:xfrm>
              <a:off x="3593218" y="4247459"/>
              <a:ext cx="20404" cy="16222"/>
            </a:xfrm>
            <a:custGeom>
              <a:avLst/>
              <a:gdLst>
                <a:gd name="connsiteX0" fmla="*/ 20405 w 20404"/>
                <a:gd name="connsiteY0" fmla="*/ 8111 h 16222"/>
                <a:gd name="connsiteX1" fmla="*/ 10139 w 20404"/>
                <a:gd name="connsiteY1" fmla="*/ 16222 h 16222"/>
                <a:gd name="connsiteX2" fmla="*/ 0 w 20404"/>
                <a:gd name="connsiteY2" fmla="*/ 8111 h 16222"/>
                <a:gd name="connsiteX3" fmla="*/ 10139 w 20404"/>
                <a:gd name="connsiteY3" fmla="*/ 0 h 16222"/>
                <a:gd name="connsiteX4" fmla="*/ 20405 w 20404"/>
                <a:gd name="connsiteY4" fmla="*/ 8111 h 1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04" h="16222">
                  <a:moveTo>
                    <a:pt x="20405" y="8111"/>
                  </a:moveTo>
                  <a:cubicBezTo>
                    <a:pt x="20405" y="12547"/>
                    <a:pt x="15842" y="16222"/>
                    <a:pt x="10139" y="16222"/>
                  </a:cubicBezTo>
                  <a:cubicBezTo>
                    <a:pt x="4436" y="16222"/>
                    <a:pt x="0" y="12674"/>
                    <a:pt x="0" y="8111"/>
                  </a:cubicBezTo>
                  <a:cubicBezTo>
                    <a:pt x="0" y="3549"/>
                    <a:pt x="4563" y="0"/>
                    <a:pt x="10139" y="0"/>
                  </a:cubicBezTo>
                  <a:cubicBezTo>
                    <a:pt x="15716" y="0"/>
                    <a:pt x="20405" y="3675"/>
                    <a:pt x="20405" y="811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4DB406A0-2DBE-FC17-A89C-82D90EB1B282}"/>
                </a:ext>
              </a:extLst>
            </p:cNvPr>
            <p:cNvSpPr/>
            <p:nvPr/>
          </p:nvSpPr>
          <p:spPr>
            <a:xfrm>
              <a:off x="3547340" y="4150125"/>
              <a:ext cx="20404" cy="16222"/>
            </a:xfrm>
            <a:custGeom>
              <a:avLst/>
              <a:gdLst>
                <a:gd name="connsiteX0" fmla="*/ 20405 w 20404"/>
                <a:gd name="connsiteY0" fmla="*/ 8111 h 16222"/>
                <a:gd name="connsiteX1" fmla="*/ 10266 w 20404"/>
                <a:gd name="connsiteY1" fmla="*/ 16222 h 16222"/>
                <a:gd name="connsiteX2" fmla="*/ 0 w 20404"/>
                <a:gd name="connsiteY2" fmla="*/ 8111 h 16222"/>
                <a:gd name="connsiteX3" fmla="*/ 10266 w 20404"/>
                <a:gd name="connsiteY3" fmla="*/ 0 h 16222"/>
                <a:gd name="connsiteX4" fmla="*/ 20405 w 20404"/>
                <a:gd name="connsiteY4" fmla="*/ 8111 h 1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04" h="16222">
                  <a:moveTo>
                    <a:pt x="20405" y="8111"/>
                  </a:moveTo>
                  <a:cubicBezTo>
                    <a:pt x="20405" y="12547"/>
                    <a:pt x="15842" y="16222"/>
                    <a:pt x="10266" y="16222"/>
                  </a:cubicBezTo>
                  <a:cubicBezTo>
                    <a:pt x="4689" y="16222"/>
                    <a:pt x="0" y="12674"/>
                    <a:pt x="0" y="8111"/>
                  </a:cubicBezTo>
                  <a:cubicBezTo>
                    <a:pt x="0" y="3549"/>
                    <a:pt x="4563" y="0"/>
                    <a:pt x="10266" y="0"/>
                  </a:cubicBezTo>
                  <a:cubicBezTo>
                    <a:pt x="15969" y="0"/>
                    <a:pt x="20405" y="3675"/>
                    <a:pt x="20405" y="811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D9EA6ED2-9129-979A-4F46-930D41B88333}"/>
                </a:ext>
              </a:extLst>
            </p:cNvPr>
            <p:cNvSpPr/>
            <p:nvPr/>
          </p:nvSpPr>
          <p:spPr>
            <a:xfrm>
              <a:off x="3507799" y="4051272"/>
              <a:ext cx="19643" cy="15588"/>
            </a:xfrm>
            <a:custGeom>
              <a:avLst/>
              <a:gdLst>
                <a:gd name="connsiteX0" fmla="*/ 19644 w 19643"/>
                <a:gd name="connsiteY0" fmla="*/ 7858 h 15588"/>
                <a:gd name="connsiteX1" fmla="*/ 9759 w 19643"/>
                <a:gd name="connsiteY1" fmla="*/ 15588 h 15588"/>
                <a:gd name="connsiteX2" fmla="*/ 0 w 19643"/>
                <a:gd name="connsiteY2" fmla="*/ 7858 h 15588"/>
                <a:gd name="connsiteX3" fmla="*/ 9759 w 19643"/>
                <a:gd name="connsiteY3" fmla="*/ 0 h 15588"/>
                <a:gd name="connsiteX4" fmla="*/ 19644 w 19643"/>
                <a:gd name="connsiteY4" fmla="*/ 7858 h 1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43" h="15588">
                  <a:moveTo>
                    <a:pt x="19644" y="7858"/>
                  </a:moveTo>
                  <a:cubicBezTo>
                    <a:pt x="19644" y="12167"/>
                    <a:pt x="15208" y="15588"/>
                    <a:pt x="9759" y="15588"/>
                  </a:cubicBezTo>
                  <a:cubicBezTo>
                    <a:pt x="4309" y="15588"/>
                    <a:pt x="0" y="12167"/>
                    <a:pt x="0" y="7858"/>
                  </a:cubicBezTo>
                  <a:cubicBezTo>
                    <a:pt x="0" y="3549"/>
                    <a:pt x="4436" y="0"/>
                    <a:pt x="9759" y="0"/>
                  </a:cubicBezTo>
                  <a:cubicBezTo>
                    <a:pt x="15082" y="0"/>
                    <a:pt x="19644" y="3549"/>
                    <a:pt x="19644" y="785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200850EE-F68C-3522-662C-F07C89008D44}"/>
                </a:ext>
              </a:extLst>
            </p:cNvPr>
            <p:cNvSpPr/>
            <p:nvPr/>
          </p:nvSpPr>
          <p:spPr>
            <a:xfrm>
              <a:off x="3474214" y="3951277"/>
              <a:ext cx="18883" cy="14955"/>
            </a:xfrm>
            <a:custGeom>
              <a:avLst/>
              <a:gdLst>
                <a:gd name="connsiteX0" fmla="*/ 18884 w 18883"/>
                <a:gd name="connsiteY0" fmla="*/ 7477 h 14955"/>
                <a:gd name="connsiteX1" fmla="*/ 9505 w 18883"/>
                <a:gd name="connsiteY1" fmla="*/ 14955 h 14955"/>
                <a:gd name="connsiteX2" fmla="*/ 0 w 18883"/>
                <a:gd name="connsiteY2" fmla="*/ 7477 h 14955"/>
                <a:gd name="connsiteX3" fmla="*/ 9505 w 18883"/>
                <a:gd name="connsiteY3" fmla="*/ 0 h 14955"/>
                <a:gd name="connsiteX4" fmla="*/ 18884 w 18883"/>
                <a:gd name="connsiteY4" fmla="*/ 7477 h 14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83" h="14955">
                  <a:moveTo>
                    <a:pt x="18884" y="7477"/>
                  </a:moveTo>
                  <a:cubicBezTo>
                    <a:pt x="18884" y="11660"/>
                    <a:pt x="14701" y="14955"/>
                    <a:pt x="9505" y="14955"/>
                  </a:cubicBezTo>
                  <a:cubicBezTo>
                    <a:pt x="4309" y="14955"/>
                    <a:pt x="0" y="11660"/>
                    <a:pt x="0" y="7477"/>
                  </a:cubicBezTo>
                  <a:cubicBezTo>
                    <a:pt x="0" y="3295"/>
                    <a:pt x="4182" y="0"/>
                    <a:pt x="9505" y="0"/>
                  </a:cubicBezTo>
                  <a:cubicBezTo>
                    <a:pt x="14828" y="0"/>
                    <a:pt x="18884" y="3295"/>
                    <a:pt x="18884" y="747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118FD550-63B9-663E-FEA2-92434386714D}"/>
                </a:ext>
              </a:extLst>
            </p:cNvPr>
            <p:cNvSpPr/>
            <p:nvPr/>
          </p:nvSpPr>
          <p:spPr>
            <a:xfrm>
              <a:off x="3446332" y="3849635"/>
              <a:ext cx="18883" cy="14954"/>
            </a:xfrm>
            <a:custGeom>
              <a:avLst/>
              <a:gdLst>
                <a:gd name="connsiteX0" fmla="*/ 18884 w 18883"/>
                <a:gd name="connsiteY0" fmla="*/ 7477 h 14954"/>
                <a:gd name="connsiteX1" fmla="*/ 9505 w 18883"/>
                <a:gd name="connsiteY1" fmla="*/ 14955 h 14954"/>
                <a:gd name="connsiteX2" fmla="*/ 0 w 18883"/>
                <a:gd name="connsiteY2" fmla="*/ 7477 h 14954"/>
                <a:gd name="connsiteX3" fmla="*/ 9505 w 18883"/>
                <a:gd name="connsiteY3" fmla="*/ 0 h 14954"/>
                <a:gd name="connsiteX4" fmla="*/ 18884 w 18883"/>
                <a:gd name="connsiteY4" fmla="*/ 7477 h 14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83" h="14954">
                  <a:moveTo>
                    <a:pt x="18884" y="7477"/>
                  </a:moveTo>
                  <a:cubicBezTo>
                    <a:pt x="18884" y="11659"/>
                    <a:pt x="14701" y="14955"/>
                    <a:pt x="9505" y="14955"/>
                  </a:cubicBezTo>
                  <a:cubicBezTo>
                    <a:pt x="4309" y="14955"/>
                    <a:pt x="0" y="11659"/>
                    <a:pt x="0" y="7477"/>
                  </a:cubicBezTo>
                  <a:cubicBezTo>
                    <a:pt x="0" y="3295"/>
                    <a:pt x="4183" y="0"/>
                    <a:pt x="9505" y="0"/>
                  </a:cubicBezTo>
                  <a:cubicBezTo>
                    <a:pt x="14828" y="0"/>
                    <a:pt x="18884" y="3295"/>
                    <a:pt x="18884" y="747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9C30EBD6-1006-F04C-E3F4-624C3260423F}"/>
                </a:ext>
              </a:extLst>
            </p:cNvPr>
            <p:cNvSpPr/>
            <p:nvPr/>
          </p:nvSpPr>
          <p:spPr>
            <a:xfrm>
              <a:off x="3425040" y="3747359"/>
              <a:ext cx="18250" cy="14448"/>
            </a:xfrm>
            <a:custGeom>
              <a:avLst/>
              <a:gdLst>
                <a:gd name="connsiteX0" fmla="*/ 18250 w 18250"/>
                <a:gd name="connsiteY0" fmla="*/ 7224 h 14448"/>
                <a:gd name="connsiteX1" fmla="*/ 9125 w 18250"/>
                <a:gd name="connsiteY1" fmla="*/ 14448 h 14448"/>
                <a:gd name="connsiteX2" fmla="*/ 0 w 18250"/>
                <a:gd name="connsiteY2" fmla="*/ 7224 h 14448"/>
                <a:gd name="connsiteX3" fmla="*/ 9125 w 18250"/>
                <a:gd name="connsiteY3" fmla="*/ 0 h 14448"/>
                <a:gd name="connsiteX4" fmla="*/ 18250 w 18250"/>
                <a:gd name="connsiteY4" fmla="*/ 7224 h 14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8">
                  <a:moveTo>
                    <a:pt x="18250" y="7224"/>
                  </a:moveTo>
                  <a:cubicBezTo>
                    <a:pt x="18250" y="11280"/>
                    <a:pt x="14194" y="14448"/>
                    <a:pt x="9125" y="14448"/>
                  </a:cubicBezTo>
                  <a:cubicBezTo>
                    <a:pt x="4056" y="14448"/>
                    <a:pt x="0" y="11280"/>
                    <a:pt x="0" y="7224"/>
                  </a:cubicBezTo>
                  <a:cubicBezTo>
                    <a:pt x="0" y="3168"/>
                    <a:pt x="4056" y="0"/>
                    <a:pt x="9125" y="0"/>
                  </a:cubicBezTo>
                  <a:cubicBezTo>
                    <a:pt x="14194" y="0"/>
                    <a:pt x="18250" y="3295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39FEB77F-D3AF-B368-97F8-08B9F66E6B5D}"/>
                </a:ext>
              </a:extLst>
            </p:cNvPr>
            <p:cNvSpPr/>
            <p:nvPr/>
          </p:nvSpPr>
          <p:spPr>
            <a:xfrm>
              <a:off x="3409832" y="3644322"/>
              <a:ext cx="17489" cy="13941"/>
            </a:xfrm>
            <a:custGeom>
              <a:avLst/>
              <a:gdLst>
                <a:gd name="connsiteX0" fmla="*/ 17490 w 17489"/>
                <a:gd name="connsiteY0" fmla="*/ 6971 h 13941"/>
                <a:gd name="connsiteX1" fmla="*/ 8745 w 17489"/>
                <a:gd name="connsiteY1" fmla="*/ 13941 h 13941"/>
                <a:gd name="connsiteX2" fmla="*/ 0 w 17489"/>
                <a:gd name="connsiteY2" fmla="*/ 6971 h 13941"/>
                <a:gd name="connsiteX3" fmla="*/ 8745 w 17489"/>
                <a:gd name="connsiteY3" fmla="*/ 0 h 13941"/>
                <a:gd name="connsiteX4" fmla="*/ 17490 w 17489"/>
                <a:gd name="connsiteY4" fmla="*/ 6971 h 1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89" h="13941">
                  <a:moveTo>
                    <a:pt x="17490" y="6971"/>
                  </a:moveTo>
                  <a:cubicBezTo>
                    <a:pt x="17490" y="10773"/>
                    <a:pt x="13561" y="13941"/>
                    <a:pt x="8745" y="13941"/>
                  </a:cubicBezTo>
                  <a:cubicBezTo>
                    <a:pt x="3929" y="13941"/>
                    <a:pt x="0" y="10899"/>
                    <a:pt x="0" y="6971"/>
                  </a:cubicBezTo>
                  <a:cubicBezTo>
                    <a:pt x="0" y="3042"/>
                    <a:pt x="3929" y="0"/>
                    <a:pt x="8745" y="0"/>
                  </a:cubicBezTo>
                  <a:cubicBezTo>
                    <a:pt x="13561" y="0"/>
                    <a:pt x="17490" y="3042"/>
                    <a:pt x="17490" y="697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FA97B35D-9843-9060-A45D-49CDCA484351}"/>
                </a:ext>
              </a:extLst>
            </p:cNvPr>
            <p:cNvSpPr/>
            <p:nvPr/>
          </p:nvSpPr>
          <p:spPr>
            <a:xfrm>
              <a:off x="3400833" y="3541033"/>
              <a:ext cx="16729" cy="13180"/>
            </a:xfrm>
            <a:custGeom>
              <a:avLst/>
              <a:gdLst>
                <a:gd name="connsiteX0" fmla="*/ 16729 w 16729"/>
                <a:gd name="connsiteY0" fmla="*/ 6590 h 13180"/>
                <a:gd name="connsiteX1" fmla="*/ 8365 w 16729"/>
                <a:gd name="connsiteY1" fmla="*/ 13181 h 13180"/>
                <a:gd name="connsiteX2" fmla="*/ 0 w 16729"/>
                <a:gd name="connsiteY2" fmla="*/ 6590 h 13180"/>
                <a:gd name="connsiteX3" fmla="*/ 8365 w 16729"/>
                <a:gd name="connsiteY3" fmla="*/ 0 h 13180"/>
                <a:gd name="connsiteX4" fmla="*/ 16729 w 16729"/>
                <a:gd name="connsiteY4" fmla="*/ 6590 h 13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9" h="13180">
                  <a:moveTo>
                    <a:pt x="16729" y="6590"/>
                  </a:moveTo>
                  <a:cubicBezTo>
                    <a:pt x="16729" y="10266"/>
                    <a:pt x="12927" y="13181"/>
                    <a:pt x="8365" y="13181"/>
                  </a:cubicBezTo>
                  <a:cubicBezTo>
                    <a:pt x="3802" y="13181"/>
                    <a:pt x="0" y="10266"/>
                    <a:pt x="0" y="6590"/>
                  </a:cubicBezTo>
                  <a:cubicBezTo>
                    <a:pt x="0" y="2915"/>
                    <a:pt x="3802" y="0"/>
                    <a:pt x="8365" y="0"/>
                  </a:cubicBezTo>
                  <a:cubicBezTo>
                    <a:pt x="12927" y="0"/>
                    <a:pt x="16729" y="2915"/>
                    <a:pt x="16729" y="659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933D1B54-3513-5D78-AF78-217F586F8F89}"/>
                </a:ext>
              </a:extLst>
            </p:cNvPr>
            <p:cNvSpPr/>
            <p:nvPr/>
          </p:nvSpPr>
          <p:spPr>
            <a:xfrm>
              <a:off x="3398045" y="3437236"/>
              <a:ext cx="15968" cy="12673"/>
            </a:xfrm>
            <a:custGeom>
              <a:avLst/>
              <a:gdLst>
                <a:gd name="connsiteX0" fmla="*/ 15969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9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9" y="6337"/>
                  </a:moveTo>
                  <a:cubicBezTo>
                    <a:pt x="15969" y="9759"/>
                    <a:pt x="12420" y="12674"/>
                    <a:pt x="7984" y="12674"/>
                  </a:cubicBezTo>
                  <a:cubicBezTo>
                    <a:pt x="3549" y="12674"/>
                    <a:pt x="0" y="9885"/>
                    <a:pt x="0" y="6337"/>
                  </a:cubicBezTo>
                  <a:cubicBezTo>
                    <a:pt x="0" y="2788"/>
                    <a:pt x="3549" y="0"/>
                    <a:pt x="7984" y="0"/>
                  </a:cubicBezTo>
                  <a:cubicBezTo>
                    <a:pt x="12420" y="0"/>
                    <a:pt x="15969" y="2788"/>
                    <a:pt x="15969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02321597-53E1-2DCB-A088-575EDD481894}"/>
                </a:ext>
              </a:extLst>
            </p:cNvPr>
            <p:cNvSpPr/>
            <p:nvPr/>
          </p:nvSpPr>
          <p:spPr>
            <a:xfrm>
              <a:off x="3401467" y="3333566"/>
              <a:ext cx="15334" cy="12166"/>
            </a:xfrm>
            <a:custGeom>
              <a:avLst/>
              <a:gdLst>
                <a:gd name="connsiteX0" fmla="*/ 15335 w 15334"/>
                <a:gd name="connsiteY0" fmla="*/ 6083 h 12166"/>
                <a:gd name="connsiteX1" fmla="*/ 7604 w 15334"/>
                <a:gd name="connsiteY1" fmla="*/ 12167 h 12166"/>
                <a:gd name="connsiteX2" fmla="*/ 0 w 15334"/>
                <a:gd name="connsiteY2" fmla="*/ 6083 h 12166"/>
                <a:gd name="connsiteX3" fmla="*/ 7604 w 15334"/>
                <a:gd name="connsiteY3" fmla="*/ 0 h 12166"/>
                <a:gd name="connsiteX4" fmla="*/ 15335 w 15334"/>
                <a:gd name="connsiteY4" fmla="*/ 6083 h 1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34" h="12166">
                  <a:moveTo>
                    <a:pt x="15335" y="6083"/>
                  </a:moveTo>
                  <a:cubicBezTo>
                    <a:pt x="15335" y="9378"/>
                    <a:pt x="11913" y="12167"/>
                    <a:pt x="7604" y="12167"/>
                  </a:cubicBezTo>
                  <a:cubicBezTo>
                    <a:pt x="3295" y="12167"/>
                    <a:pt x="0" y="9505"/>
                    <a:pt x="0" y="6083"/>
                  </a:cubicBezTo>
                  <a:cubicBezTo>
                    <a:pt x="0" y="2661"/>
                    <a:pt x="3422" y="0"/>
                    <a:pt x="7604" y="0"/>
                  </a:cubicBezTo>
                  <a:cubicBezTo>
                    <a:pt x="11786" y="0"/>
                    <a:pt x="15335" y="2661"/>
                    <a:pt x="15335" y="60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CD88F5C3-76CE-A30A-E001-55A456BA7A57}"/>
                </a:ext>
              </a:extLst>
            </p:cNvPr>
            <p:cNvSpPr/>
            <p:nvPr/>
          </p:nvSpPr>
          <p:spPr>
            <a:xfrm>
              <a:off x="3411353" y="3230276"/>
              <a:ext cx="14447" cy="11406"/>
            </a:xfrm>
            <a:custGeom>
              <a:avLst/>
              <a:gdLst>
                <a:gd name="connsiteX0" fmla="*/ 14448 w 14447"/>
                <a:gd name="connsiteY0" fmla="*/ 5703 h 11406"/>
                <a:gd name="connsiteX1" fmla="*/ 7224 w 14447"/>
                <a:gd name="connsiteY1" fmla="*/ 11406 h 11406"/>
                <a:gd name="connsiteX2" fmla="*/ 0 w 14447"/>
                <a:gd name="connsiteY2" fmla="*/ 5703 h 11406"/>
                <a:gd name="connsiteX3" fmla="*/ 7224 w 14447"/>
                <a:gd name="connsiteY3" fmla="*/ 0 h 11406"/>
                <a:gd name="connsiteX4" fmla="*/ 14448 w 14447"/>
                <a:gd name="connsiteY4" fmla="*/ 5703 h 11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47" h="11406">
                  <a:moveTo>
                    <a:pt x="14448" y="5703"/>
                  </a:moveTo>
                  <a:cubicBezTo>
                    <a:pt x="14448" y="8871"/>
                    <a:pt x="11152" y="11406"/>
                    <a:pt x="7224" y="11406"/>
                  </a:cubicBezTo>
                  <a:cubicBezTo>
                    <a:pt x="3295" y="11406"/>
                    <a:pt x="0" y="8871"/>
                    <a:pt x="0" y="5703"/>
                  </a:cubicBezTo>
                  <a:cubicBezTo>
                    <a:pt x="0" y="2535"/>
                    <a:pt x="3295" y="0"/>
                    <a:pt x="7224" y="0"/>
                  </a:cubicBezTo>
                  <a:cubicBezTo>
                    <a:pt x="11152" y="0"/>
                    <a:pt x="14448" y="2535"/>
                    <a:pt x="14448" y="570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B56AE1FE-9643-517D-5707-E1030915C903}"/>
                </a:ext>
              </a:extLst>
            </p:cNvPr>
            <p:cNvSpPr/>
            <p:nvPr/>
          </p:nvSpPr>
          <p:spPr>
            <a:xfrm>
              <a:off x="3427321" y="3127240"/>
              <a:ext cx="13687" cy="10899"/>
            </a:xfrm>
            <a:custGeom>
              <a:avLst/>
              <a:gdLst>
                <a:gd name="connsiteX0" fmla="*/ 13688 w 13687"/>
                <a:gd name="connsiteY0" fmla="*/ 5450 h 10899"/>
                <a:gd name="connsiteX1" fmla="*/ 6844 w 13687"/>
                <a:gd name="connsiteY1" fmla="*/ 10899 h 10899"/>
                <a:gd name="connsiteX2" fmla="*/ 0 w 13687"/>
                <a:gd name="connsiteY2" fmla="*/ 5450 h 10899"/>
                <a:gd name="connsiteX3" fmla="*/ 6844 w 13687"/>
                <a:gd name="connsiteY3" fmla="*/ 0 h 10899"/>
                <a:gd name="connsiteX4" fmla="*/ 13688 w 13687"/>
                <a:gd name="connsiteY4" fmla="*/ 5450 h 10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87" h="10899">
                  <a:moveTo>
                    <a:pt x="13688" y="5450"/>
                  </a:moveTo>
                  <a:cubicBezTo>
                    <a:pt x="13688" y="8491"/>
                    <a:pt x="10646" y="10899"/>
                    <a:pt x="6844" y="10899"/>
                  </a:cubicBezTo>
                  <a:cubicBezTo>
                    <a:pt x="3042" y="10899"/>
                    <a:pt x="0" y="8491"/>
                    <a:pt x="0" y="5450"/>
                  </a:cubicBezTo>
                  <a:cubicBezTo>
                    <a:pt x="0" y="2408"/>
                    <a:pt x="3042" y="0"/>
                    <a:pt x="6844" y="0"/>
                  </a:cubicBezTo>
                  <a:cubicBezTo>
                    <a:pt x="10646" y="0"/>
                    <a:pt x="13688" y="2408"/>
                    <a:pt x="13688" y="545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91ED16D6-823E-0B81-9E27-4C8381AB8662}"/>
                </a:ext>
              </a:extLst>
            </p:cNvPr>
            <p:cNvSpPr/>
            <p:nvPr/>
          </p:nvSpPr>
          <p:spPr>
            <a:xfrm>
              <a:off x="3449247" y="3024964"/>
              <a:ext cx="13180" cy="10392"/>
            </a:xfrm>
            <a:custGeom>
              <a:avLst/>
              <a:gdLst>
                <a:gd name="connsiteX0" fmla="*/ 13181 w 13180"/>
                <a:gd name="connsiteY0" fmla="*/ 5196 h 10392"/>
                <a:gd name="connsiteX1" fmla="*/ 6590 w 13180"/>
                <a:gd name="connsiteY1" fmla="*/ 10392 h 10392"/>
                <a:gd name="connsiteX2" fmla="*/ 0 w 13180"/>
                <a:gd name="connsiteY2" fmla="*/ 5196 h 10392"/>
                <a:gd name="connsiteX3" fmla="*/ 6590 w 13180"/>
                <a:gd name="connsiteY3" fmla="*/ 0 h 10392"/>
                <a:gd name="connsiteX4" fmla="*/ 13181 w 13180"/>
                <a:gd name="connsiteY4" fmla="*/ 5196 h 1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80" h="10392">
                  <a:moveTo>
                    <a:pt x="13181" y="5196"/>
                  </a:moveTo>
                  <a:lnTo>
                    <a:pt x="6590" y="10392"/>
                  </a:lnTo>
                  <a:lnTo>
                    <a:pt x="0" y="5196"/>
                  </a:lnTo>
                  <a:lnTo>
                    <a:pt x="6590" y="0"/>
                  </a:lnTo>
                  <a:lnTo>
                    <a:pt x="13181" y="519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490CB2E5-BC1A-61C9-FBFD-7ED7A9C5259E}"/>
                </a:ext>
              </a:extLst>
            </p:cNvPr>
            <p:cNvSpPr/>
            <p:nvPr/>
          </p:nvSpPr>
          <p:spPr>
            <a:xfrm>
              <a:off x="3478269" y="2924209"/>
              <a:ext cx="10899" cy="8618"/>
            </a:xfrm>
            <a:custGeom>
              <a:avLst/>
              <a:gdLst>
                <a:gd name="connsiteX0" fmla="*/ 10899 w 10899"/>
                <a:gd name="connsiteY0" fmla="*/ 4309 h 8618"/>
                <a:gd name="connsiteX1" fmla="*/ 5450 w 10899"/>
                <a:gd name="connsiteY1" fmla="*/ 8618 h 8618"/>
                <a:gd name="connsiteX2" fmla="*/ 0 w 10899"/>
                <a:gd name="connsiteY2" fmla="*/ 4309 h 8618"/>
                <a:gd name="connsiteX3" fmla="*/ 5450 w 10899"/>
                <a:gd name="connsiteY3" fmla="*/ 0 h 8618"/>
                <a:gd name="connsiteX4" fmla="*/ 10899 w 10899"/>
                <a:gd name="connsiteY4" fmla="*/ 4309 h 8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899" h="8618">
                  <a:moveTo>
                    <a:pt x="10899" y="4309"/>
                  </a:moveTo>
                  <a:lnTo>
                    <a:pt x="5450" y="8618"/>
                  </a:lnTo>
                  <a:lnTo>
                    <a:pt x="0" y="4309"/>
                  </a:lnTo>
                  <a:lnTo>
                    <a:pt x="5450" y="0"/>
                  </a:lnTo>
                  <a:lnTo>
                    <a:pt x="10899" y="430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3B7DFDAC-BA85-044C-AB1A-DD28412B17E9}"/>
                </a:ext>
              </a:extLst>
            </p:cNvPr>
            <p:cNvSpPr/>
            <p:nvPr/>
          </p:nvSpPr>
          <p:spPr>
            <a:xfrm>
              <a:off x="3512488" y="2823960"/>
              <a:ext cx="10265" cy="8111"/>
            </a:xfrm>
            <a:custGeom>
              <a:avLst/>
              <a:gdLst>
                <a:gd name="connsiteX0" fmla="*/ 10266 w 10265"/>
                <a:gd name="connsiteY0" fmla="*/ 4056 h 8111"/>
                <a:gd name="connsiteX1" fmla="*/ 5196 w 10265"/>
                <a:gd name="connsiteY1" fmla="*/ 8111 h 8111"/>
                <a:gd name="connsiteX2" fmla="*/ 0 w 10265"/>
                <a:gd name="connsiteY2" fmla="*/ 4056 h 8111"/>
                <a:gd name="connsiteX3" fmla="*/ 5196 w 10265"/>
                <a:gd name="connsiteY3" fmla="*/ 0 h 8111"/>
                <a:gd name="connsiteX4" fmla="*/ 10266 w 10265"/>
                <a:gd name="connsiteY4" fmla="*/ 4056 h 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5" h="8111">
                  <a:moveTo>
                    <a:pt x="10266" y="4056"/>
                  </a:moveTo>
                  <a:lnTo>
                    <a:pt x="5196" y="8111"/>
                  </a:lnTo>
                  <a:lnTo>
                    <a:pt x="0" y="4056"/>
                  </a:lnTo>
                  <a:lnTo>
                    <a:pt x="5196" y="0"/>
                  </a:lnTo>
                  <a:lnTo>
                    <a:pt x="10266" y="405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F68F118D-107A-8F6D-ACD3-23E017CCC0F2}"/>
                </a:ext>
              </a:extLst>
            </p:cNvPr>
            <p:cNvSpPr/>
            <p:nvPr/>
          </p:nvSpPr>
          <p:spPr>
            <a:xfrm>
              <a:off x="3552790" y="2725233"/>
              <a:ext cx="9505" cy="7477"/>
            </a:xfrm>
            <a:custGeom>
              <a:avLst/>
              <a:gdLst>
                <a:gd name="connsiteX0" fmla="*/ 9505 w 9505"/>
                <a:gd name="connsiteY0" fmla="*/ 3802 h 7477"/>
                <a:gd name="connsiteX1" fmla="*/ 4816 w 9505"/>
                <a:gd name="connsiteY1" fmla="*/ 7477 h 7477"/>
                <a:gd name="connsiteX2" fmla="*/ 0 w 9505"/>
                <a:gd name="connsiteY2" fmla="*/ 3802 h 7477"/>
                <a:gd name="connsiteX3" fmla="*/ 4816 w 9505"/>
                <a:gd name="connsiteY3" fmla="*/ 0 h 7477"/>
                <a:gd name="connsiteX4" fmla="*/ 9505 w 9505"/>
                <a:gd name="connsiteY4" fmla="*/ 3802 h 7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05" h="7477">
                  <a:moveTo>
                    <a:pt x="9505" y="3802"/>
                  </a:moveTo>
                  <a:lnTo>
                    <a:pt x="4816" y="7477"/>
                  </a:lnTo>
                  <a:lnTo>
                    <a:pt x="0" y="3802"/>
                  </a:lnTo>
                  <a:lnTo>
                    <a:pt x="4816" y="0"/>
                  </a:lnTo>
                  <a:lnTo>
                    <a:pt x="9505" y="380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61B64F17-A291-59F4-0B78-BA349AC298B7}"/>
                </a:ext>
              </a:extLst>
            </p:cNvPr>
            <p:cNvSpPr/>
            <p:nvPr/>
          </p:nvSpPr>
          <p:spPr>
            <a:xfrm>
              <a:off x="3599302" y="2628407"/>
              <a:ext cx="8111" cy="6336"/>
            </a:xfrm>
            <a:custGeom>
              <a:avLst/>
              <a:gdLst>
                <a:gd name="connsiteX0" fmla="*/ 8111 w 8111"/>
                <a:gd name="connsiteY0" fmla="*/ 3168 h 6336"/>
                <a:gd name="connsiteX1" fmla="*/ 4056 w 8111"/>
                <a:gd name="connsiteY1" fmla="*/ 6337 h 6336"/>
                <a:gd name="connsiteX2" fmla="*/ 0 w 8111"/>
                <a:gd name="connsiteY2" fmla="*/ 3168 h 6336"/>
                <a:gd name="connsiteX3" fmla="*/ 4056 w 8111"/>
                <a:gd name="connsiteY3" fmla="*/ 0 h 6336"/>
                <a:gd name="connsiteX4" fmla="*/ 8111 w 8111"/>
                <a:gd name="connsiteY4" fmla="*/ 3168 h 6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11" h="6336">
                  <a:moveTo>
                    <a:pt x="8111" y="3168"/>
                  </a:moveTo>
                  <a:lnTo>
                    <a:pt x="4056" y="6337"/>
                  </a:lnTo>
                  <a:lnTo>
                    <a:pt x="0" y="3168"/>
                  </a:lnTo>
                  <a:lnTo>
                    <a:pt x="4056" y="0"/>
                  </a:lnTo>
                  <a:lnTo>
                    <a:pt x="8111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67231E79-FDC5-C18C-900E-B2FD55D8FD27}"/>
                </a:ext>
              </a:extLst>
            </p:cNvPr>
            <p:cNvSpPr/>
            <p:nvPr/>
          </p:nvSpPr>
          <p:spPr>
            <a:xfrm>
              <a:off x="3651010" y="2532848"/>
              <a:ext cx="7984" cy="6336"/>
            </a:xfrm>
            <a:custGeom>
              <a:avLst/>
              <a:gdLst>
                <a:gd name="connsiteX0" fmla="*/ 7984 w 7984"/>
                <a:gd name="connsiteY0" fmla="*/ 3168 h 6336"/>
                <a:gd name="connsiteX1" fmla="*/ 3929 w 7984"/>
                <a:gd name="connsiteY1" fmla="*/ 6337 h 6336"/>
                <a:gd name="connsiteX2" fmla="*/ 0 w 7984"/>
                <a:gd name="connsiteY2" fmla="*/ 3168 h 6336"/>
                <a:gd name="connsiteX3" fmla="*/ 3929 w 7984"/>
                <a:gd name="connsiteY3" fmla="*/ 0 h 6336"/>
                <a:gd name="connsiteX4" fmla="*/ 7984 w 7984"/>
                <a:gd name="connsiteY4" fmla="*/ 3168 h 6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84" h="6336">
                  <a:moveTo>
                    <a:pt x="7984" y="3168"/>
                  </a:moveTo>
                  <a:lnTo>
                    <a:pt x="3929" y="6337"/>
                  </a:lnTo>
                  <a:lnTo>
                    <a:pt x="0" y="3168"/>
                  </a:lnTo>
                  <a:lnTo>
                    <a:pt x="3929" y="0"/>
                  </a:lnTo>
                  <a:lnTo>
                    <a:pt x="7984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44807EE0-248B-C719-68C4-0D0E86E09FB8}"/>
                </a:ext>
              </a:extLst>
            </p:cNvPr>
            <p:cNvSpPr/>
            <p:nvPr/>
          </p:nvSpPr>
          <p:spPr>
            <a:xfrm>
              <a:off x="3708675" y="2439570"/>
              <a:ext cx="7224" cy="5829"/>
            </a:xfrm>
            <a:custGeom>
              <a:avLst/>
              <a:gdLst>
                <a:gd name="connsiteX0" fmla="*/ 7224 w 7224"/>
                <a:gd name="connsiteY0" fmla="*/ 2915 h 5829"/>
                <a:gd name="connsiteX1" fmla="*/ 3549 w 7224"/>
                <a:gd name="connsiteY1" fmla="*/ 5830 h 5829"/>
                <a:gd name="connsiteX2" fmla="*/ 0 w 7224"/>
                <a:gd name="connsiteY2" fmla="*/ 2915 h 5829"/>
                <a:gd name="connsiteX3" fmla="*/ 3549 w 7224"/>
                <a:gd name="connsiteY3" fmla="*/ 0 h 5829"/>
                <a:gd name="connsiteX4" fmla="*/ 7224 w 7224"/>
                <a:gd name="connsiteY4" fmla="*/ 2915 h 5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24" h="5829">
                  <a:moveTo>
                    <a:pt x="7224" y="2915"/>
                  </a:moveTo>
                  <a:lnTo>
                    <a:pt x="3549" y="5830"/>
                  </a:lnTo>
                  <a:lnTo>
                    <a:pt x="0" y="2915"/>
                  </a:lnTo>
                  <a:lnTo>
                    <a:pt x="3549" y="0"/>
                  </a:lnTo>
                  <a:lnTo>
                    <a:pt x="7224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51D914A8-FF8D-5C81-8546-5EE179143BA0}"/>
                </a:ext>
              </a:extLst>
            </p:cNvPr>
            <p:cNvSpPr/>
            <p:nvPr/>
          </p:nvSpPr>
          <p:spPr>
            <a:xfrm>
              <a:off x="3772296" y="2348954"/>
              <a:ext cx="5703" cy="4562"/>
            </a:xfrm>
            <a:custGeom>
              <a:avLst/>
              <a:gdLst>
                <a:gd name="connsiteX0" fmla="*/ 5703 w 5703"/>
                <a:gd name="connsiteY0" fmla="*/ 2281 h 4562"/>
                <a:gd name="connsiteX1" fmla="*/ 2788 w 5703"/>
                <a:gd name="connsiteY1" fmla="*/ 4563 h 4562"/>
                <a:gd name="connsiteX2" fmla="*/ 0 w 5703"/>
                <a:gd name="connsiteY2" fmla="*/ 2281 h 4562"/>
                <a:gd name="connsiteX3" fmla="*/ 2788 w 5703"/>
                <a:gd name="connsiteY3" fmla="*/ 0 h 4562"/>
                <a:gd name="connsiteX4" fmla="*/ 5703 w 5703"/>
                <a:gd name="connsiteY4" fmla="*/ 2281 h 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03" h="4562">
                  <a:moveTo>
                    <a:pt x="5703" y="2281"/>
                  </a:moveTo>
                  <a:lnTo>
                    <a:pt x="2788" y="4563"/>
                  </a:lnTo>
                  <a:lnTo>
                    <a:pt x="0" y="2281"/>
                  </a:lnTo>
                  <a:lnTo>
                    <a:pt x="2788" y="0"/>
                  </a:lnTo>
                  <a:lnTo>
                    <a:pt x="5703" y="22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C0B81EBE-7A55-F7B1-0039-0805AE31D778}"/>
                </a:ext>
              </a:extLst>
            </p:cNvPr>
            <p:cNvSpPr/>
            <p:nvPr/>
          </p:nvSpPr>
          <p:spPr>
            <a:xfrm>
              <a:off x="3840734" y="2260366"/>
              <a:ext cx="5196" cy="4055"/>
            </a:xfrm>
            <a:custGeom>
              <a:avLst/>
              <a:gdLst>
                <a:gd name="connsiteX0" fmla="*/ 5196 w 5196"/>
                <a:gd name="connsiteY0" fmla="*/ 2028 h 4055"/>
                <a:gd name="connsiteX1" fmla="*/ 2535 w 5196"/>
                <a:gd name="connsiteY1" fmla="*/ 4056 h 4055"/>
                <a:gd name="connsiteX2" fmla="*/ 0 w 5196"/>
                <a:gd name="connsiteY2" fmla="*/ 2028 h 4055"/>
                <a:gd name="connsiteX3" fmla="*/ 2535 w 5196"/>
                <a:gd name="connsiteY3" fmla="*/ 0 h 4055"/>
                <a:gd name="connsiteX4" fmla="*/ 5196 w 5196"/>
                <a:gd name="connsiteY4" fmla="*/ 2028 h 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96" h="4055">
                  <a:moveTo>
                    <a:pt x="5196" y="2028"/>
                  </a:moveTo>
                  <a:lnTo>
                    <a:pt x="2535" y="4056"/>
                  </a:lnTo>
                  <a:lnTo>
                    <a:pt x="0" y="2028"/>
                  </a:lnTo>
                  <a:lnTo>
                    <a:pt x="2535" y="0"/>
                  </a:lnTo>
                  <a:lnTo>
                    <a:pt x="5196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C4D9BC5B-A368-3F39-D53E-22A4C3F03077}"/>
                </a:ext>
              </a:extLst>
            </p:cNvPr>
            <p:cNvSpPr/>
            <p:nvPr/>
          </p:nvSpPr>
          <p:spPr>
            <a:xfrm>
              <a:off x="3915001" y="2174946"/>
              <a:ext cx="3548" cy="2788"/>
            </a:xfrm>
            <a:custGeom>
              <a:avLst/>
              <a:gdLst>
                <a:gd name="connsiteX0" fmla="*/ 3549 w 3548"/>
                <a:gd name="connsiteY0" fmla="*/ 1394 h 2788"/>
                <a:gd name="connsiteX1" fmla="*/ 1901 w 3548"/>
                <a:gd name="connsiteY1" fmla="*/ 2788 h 2788"/>
                <a:gd name="connsiteX2" fmla="*/ 0 w 3548"/>
                <a:gd name="connsiteY2" fmla="*/ 1394 h 2788"/>
                <a:gd name="connsiteX3" fmla="*/ 1901 w 3548"/>
                <a:gd name="connsiteY3" fmla="*/ 0 h 2788"/>
                <a:gd name="connsiteX4" fmla="*/ 3549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9" y="1394"/>
                  </a:moveTo>
                  <a:lnTo>
                    <a:pt x="1901" y="2788"/>
                  </a:lnTo>
                  <a:lnTo>
                    <a:pt x="0" y="1394"/>
                  </a:lnTo>
                  <a:lnTo>
                    <a:pt x="1901" y="0"/>
                  </a:lnTo>
                  <a:lnTo>
                    <a:pt x="3549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C791F82E-FC21-9BE3-CB9F-AABEE83A37D3}"/>
                </a:ext>
              </a:extLst>
            </p:cNvPr>
            <p:cNvSpPr/>
            <p:nvPr/>
          </p:nvSpPr>
          <p:spPr>
            <a:xfrm>
              <a:off x="3994338" y="2092187"/>
              <a:ext cx="2154" cy="1774"/>
            </a:xfrm>
            <a:custGeom>
              <a:avLst/>
              <a:gdLst>
                <a:gd name="connsiteX0" fmla="*/ 2154 w 2154"/>
                <a:gd name="connsiteY0" fmla="*/ 887 h 1774"/>
                <a:gd name="connsiteX1" fmla="*/ 1014 w 2154"/>
                <a:gd name="connsiteY1" fmla="*/ 1774 h 1774"/>
                <a:gd name="connsiteX2" fmla="*/ 0 w 2154"/>
                <a:gd name="connsiteY2" fmla="*/ 887 h 1774"/>
                <a:gd name="connsiteX3" fmla="*/ 1014 w 2154"/>
                <a:gd name="connsiteY3" fmla="*/ 0 h 1774"/>
                <a:gd name="connsiteX4" fmla="*/ 2154 w 2154"/>
                <a:gd name="connsiteY4" fmla="*/ 887 h 1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4" h="1774">
                  <a:moveTo>
                    <a:pt x="2154" y="887"/>
                  </a:moveTo>
                  <a:lnTo>
                    <a:pt x="1014" y="1774"/>
                  </a:lnTo>
                  <a:lnTo>
                    <a:pt x="0" y="887"/>
                  </a:lnTo>
                  <a:lnTo>
                    <a:pt x="1014" y="0"/>
                  </a:lnTo>
                  <a:lnTo>
                    <a:pt x="2154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BFC35DC2-81EB-2F82-AAE0-1CF9E8048E94}"/>
                </a:ext>
              </a:extLst>
            </p:cNvPr>
            <p:cNvSpPr/>
            <p:nvPr/>
          </p:nvSpPr>
          <p:spPr>
            <a:xfrm>
              <a:off x="4078237" y="2012344"/>
              <a:ext cx="1267" cy="1013"/>
            </a:xfrm>
            <a:custGeom>
              <a:avLst/>
              <a:gdLst>
                <a:gd name="connsiteX0" fmla="*/ 1267 w 1267"/>
                <a:gd name="connsiteY0" fmla="*/ 507 h 1013"/>
                <a:gd name="connsiteX1" fmla="*/ 634 w 1267"/>
                <a:gd name="connsiteY1" fmla="*/ 1014 h 1013"/>
                <a:gd name="connsiteX2" fmla="*/ 0 w 1267"/>
                <a:gd name="connsiteY2" fmla="*/ 507 h 1013"/>
                <a:gd name="connsiteX3" fmla="*/ 634 w 1267"/>
                <a:gd name="connsiteY3" fmla="*/ 0 h 1013"/>
                <a:gd name="connsiteX4" fmla="*/ 1267 w 1267"/>
                <a:gd name="connsiteY4" fmla="*/ 507 h 1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7" h="1013">
                  <a:moveTo>
                    <a:pt x="1267" y="507"/>
                  </a:moveTo>
                  <a:lnTo>
                    <a:pt x="634" y="1014"/>
                  </a:lnTo>
                  <a:lnTo>
                    <a:pt x="0" y="507"/>
                  </a:lnTo>
                  <a:lnTo>
                    <a:pt x="634" y="0"/>
                  </a:lnTo>
                  <a:lnTo>
                    <a:pt x="1267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579741EB-F66A-AD24-928B-EBD822568105}"/>
                </a:ext>
              </a:extLst>
            </p:cNvPr>
            <p:cNvSpPr/>
            <p:nvPr/>
          </p:nvSpPr>
          <p:spPr>
            <a:xfrm>
              <a:off x="4259596" y="1862288"/>
              <a:ext cx="380" cy="253"/>
            </a:xfrm>
            <a:custGeom>
              <a:avLst/>
              <a:gdLst>
                <a:gd name="connsiteX0" fmla="*/ 380 w 380"/>
                <a:gd name="connsiteY0" fmla="*/ 127 h 253"/>
                <a:gd name="connsiteX1" fmla="*/ 126 w 380"/>
                <a:gd name="connsiteY1" fmla="*/ 253 h 253"/>
                <a:gd name="connsiteX2" fmla="*/ 0 w 380"/>
                <a:gd name="connsiteY2" fmla="*/ 127 h 253"/>
                <a:gd name="connsiteX3" fmla="*/ 126 w 380"/>
                <a:gd name="connsiteY3" fmla="*/ 0 h 253"/>
                <a:gd name="connsiteX4" fmla="*/ 380 w 380"/>
                <a:gd name="connsiteY4" fmla="*/ 127 h 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" h="253">
                  <a:moveTo>
                    <a:pt x="380" y="127"/>
                  </a:moveTo>
                  <a:lnTo>
                    <a:pt x="126" y="253"/>
                  </a:lnTo>
                  <a:lnTo>
                    <a:pt x="0" y="127"/>
                  </a:lnTo>
                  <a:lnTo>
                    <a:pt x="126" y="0"/>
                  </a:lnTo>
                  <a:lnTo>
                    <a:pt x="380" y="12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39B9AED3-4244-17A5-ADC1-C0B608049908}"/>
                </a:ext>
              </a:extLst>
            </p:cNvPr>
            <p:cNvSpPr/>
            <p:nvPr/>
          </p:nvSpPr>
          <p:spPr>
            <a:xfrm>
              <a:off x="4356042" y="1791950"/>
              <a:ext cx="1394" cy="1013"/>
            </a:xfrm>
            <a:custGeom>
              <a:avLst/>
              <a:gdLst>
                <a:gd name="connsiteX0" fmla="*/ 1394 w 1394"/>
                <a:gd name="connsiteY0" fmla="*/ 507 h 1013"/>
                <a:gd name="connsiteX1" fmla="*/ 760 w 1394"/>
                <a:gd name="connsiteY1" fmla="*/ 1014 h 1013"/>
                <a:gd name="connsiteX2" fmla="*/ 0 w 1394"/>
                <a:gd name="connsiteY2" fmla="*/ 507 h 1013"/>
                <a:gd name="connsiteX3" fmla="*/ 760 w 1394"/>
                <a:gd name="connsiteY3" fmla="*/ 0 h 1013"/>
                <a:gd name="connsiteX4" fmla="*/ 1394 w 1394"/>
                <a:gd name="connsiteY4" fmla="*/ 507 h 1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" h="1013">
                  <a:moveTo>
                    <a:pt x="1394" y="507"/>
                  </a:moveTo>
                  <a:lnTo>
                    <a:pt x="760" y="1014"/>
                  </a:lnTo>
                  <a:lnTo>
                    <a:pt x="0" y="507"/>
                  </a:lnTo>
                  <a:lnTo>
                    <a:pt x="760" y="0"/>
                  </a:lnTo>
                  <a:lnTo>
                    <a:pt x="1394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82C9B566-D662-B884-7463-81FD8BEEDD5F}"/>
                </a:ext>
              </a:extLst>
            </p:cNvPr>
            <p:cNvSpPr/>
            <p:nvPr/>
          </p:nvSpPr>
          <p:spPr>
            <a:xfrm>
              <a:off x="4457051" y="1725540"/>
              <a:ext cx="1647" cy="1394"/>
            </a:xfrm>
            <a:custGeom>
              <a:avLst/>
              <a:gdLst>
                <a:gd name="connsiteX0" fmla="*/ 1648 w 1647"/>
                <a:gd name="connsiteY0" fmla="*/ 634 h 1394"/>
                <a:gd name="connsiteX1" fmla="*/ 887 w 1647"/>
                <a:gd name="connsiteY1" fmla="*/ 1394 h 1394"/>
                <a:gd name="connsiteX2" fmla="*/ 0 w 1647"/>
                <a:gd name="connsiteY2" fmla="*/ 634 h 1394"/>
                <a:gd name="connsiteX3" fmla="*/ 887 w 1647"/>
                <a:gd name="connsiteY3" fmla="*/ 0 h 1394"/>
                <a:gd name="connsiteX4" fmla="*/ 1648 w 1647"/>
                <a:gd name="connsiteY4" fmla="*/ 634 h 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7" h="1394">
                  <a:moveTo>
                    <a:pt x="1648" y="634"/>
                  </a:moveTo>
                  <a:lnTo>
                    <a:pt x="887" y="1394"/>
                  </a:lnTo>
                  <a:lnTo>
                    <a:pt x="0" y="634"/>
                  </a:lnTo>
                  <a:lnTo>
                    <a:pt x="887" y="0"/>
                  </a:lnTo>
                  <a:lnTo>
                    <a:pt x="1648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ADD5FBEC-3475-7B8C-89D2-C68F2928514B}"/>
                </a:ext>
              </a:extLst>
            </p:cNvPr>
            <p:cNvSpPr/>
            <p:nvPr/>
          </p:nvSpPr>
          <p:spPr>
            <a:xfrm>
              <a:off x="4561608" y="1662932"/>
              <a:ext cx="2408" cy="1901"/>
            </a:xfrm>
            <a:custGeom>
              <a:avLst/>
              <a:gdLst>
                <a:gd name="connsiteX0" fmla="*/ 2408 w 2408"/>
                <a:gd name="connsiteY0" fmla="*/ 1014 h 1901"/>
                <a:gd name="connsiteX1" fmla="*/ 1267 w 2408"/>
                <a:gd name="connsiteY1" fmla="*/ 1901 h 1901"/>
                <a:gd name="connsiteX2" fmla="*/ 0 w 2408"/>
                <a:gd name="connsiteY2" fmla="*/ 1014 h 1901"/>
                <a:gd name="connsiteX3" fmla="*/ 1267 w 2408"/>
                <a:gd name="connsiteY3" fmla="*/ 0 h 1901"/>
                <a:gd name="connsiteX4" fmla="*/ 2408 w 2408"/>
                <a:gd name="connsiteY4" fmla="*/ 1014 h 1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8" h="1901">
                  <a:moveTo>
                    <a:pt x="2408" y="1014"/>
                  </a:moveTo>
                  <a:lnTo>
                    <a:pt x="1267" y="1901"/>
                  </a:lnTo>
                  <a:lnTo>
                    <a:pt x="0" y="1014"/>
                  </a:lnTo>
                  <a:lnTo>
                    <a:pt x="1267" y="0"/>
                  </a:lnTo>
                  <a:lnTo>
                    <a:pt x="2408" y="101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452F707E-8E75-8CB8-FE6A-9028CFDF86E6}"/>
                </a:ext>
              </a:extLst>
            </p:cNvPr>
            <p:cNvSpPr/>
            <p:nvPr/>
          </p:nvSpPr>
          <p:spPr>
            <a:xfrm>
              <a:off x="4669587" y="1604254"/>
              <a:ext cx="3548" cy="2788"/>
            </a:xfrm>
            <a:custGeom>
              <a:avLst/>
              <a:gdLst>
                <a:gd name="connsiteX0" fmla="*/ 3549 w 3548"/>
                <a:gd name="connsiteY0" fmla="*/ 1394 h 2788"/>
                <a:gd name="connsiteX1" fmla="*/ 1774 w 3548"/>
                <a:gd name="connsiteY1" fmla="*/ 2788 h 2788"/>
                <a:gd name="connsiteX2" fmla="*/ 0 w 3548"/>
                <a:gd name="connsiteY2" fmla="*/ 1394 h 2788"/>
                <a:gd name="connsiteX3" fmla="*/ 1774 w 3548"/>
                <a:gd name="connsiteY3" fmla="*/ 0 h 2788"/>
                <a:gd name="connsiteX4" fmla="*/ 3549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9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9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A823D253-DD04-11E4-D4A5-F20A2B64CCDE}"/>
                </a:ext>
              </a:extLst>
            </p:cNvPr>
            <p:cNvSpPr/>
            <p:nvPr/>
          </p:nvSpPr>
          <p:spPr>
            <a:xfrm>
              <a:off x="4781242" y="1549884"/>
              <a:ext cx="4182" cy="3295"/>
            </a:xfrm>
            <a:custGeom>
              <a:avLst/>
              <a:gdLst>
                <a:gd name="connsiteX0" fmla="*/ 4182 w 4182"/>
                <a:gd name="connsiteY0" fmla="*/ 1648 h 3295"/>
                <a:gd name="connsiteX1" fmla="*/ 2154 w 4182"/>
                <a:gd name="connsiteY1" fmla="*/ 3295 h 3295"/>
                <a:gd name="connsiteX2" fmla="*/ 0 w 4182"/>
                <a:gd name="connsiteY2" fmla="*/ 1648 h 3295"/>
                <a:gd name="connsiteX3" fmla="*/ 2154 w 4182"/>
                <a:gd name="connsiteY3" fmla="*/ 0 h 3295"/>
                <a:gd name="connsiteX4" fmla="*/ 4182 w 4182"/>
                <a:gd name="connsiteY4" fmla="*/ 1648 h 3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2" h="3295">
                  <a:moveTo>
                    <a:pt x="4182" y="1648"/>
                  </a:moveTo>
                  <a:lnTo>
                    <a:pt x="2154" y="3295"/>
                  </a:lnTo>
                  <a:lnTo>
                    <a:pt x="0" y="1648"/>
                  </a:lnTo>
                  <a:lnTo>
                    <a:pt x="2154" y="0"/>
                  </a:lnTo>
                  <a:lnTo>
                    <a:pt x="4182" y="164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302E792E-76A1-2F86-0F2C-92BEDE83B167}"/>
                </a:ext>
              </a:extLst>
            </p:cNvPr>
            <p:cNvSpPr/>
            <p:nvPr/>
          </p:nvSpPr>
          <p:spPr>
            <a:xfrm>
              <a:off x="4895684" y="1499570"/>
              <a:ext cx="5322" cy="4182"/>
            </a:xfrm>
            <a:custGeom>
              <a:avLst/>
              <a:gdLst>
                <a:gd name="connsiteX0" fmla="*/ 5323 w 5322"/>
                <a:gd name="connsiteY0" fmla="*/ 2154 h 4182"/>
                <a:gd name="connsiteX1" fmla="*/ 2661 w 5322"/>
                <a:gd name="connsiteY1" fmla="*/ 4182 h 4182"/>
                <a:gd name="connsiteX2" fmla="*/ 0 w 5322"/>
                <a:gd name="connsiteY2" fmla="*/ 2154 h 4182"/>
                <a:gd name="connsiteX3" fmla="*/ 2661 w 5322"/>
                <a:gd name="connsiteY3" fmla="*/ 0 h 4182"/>
                <a:gd name="connsiteX4" fmla="*/ 5323 w 5322"/>
                <a:gd name="connsiteY4" fmla="*/ 2154 h 4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22" h="4182">
                  <a:moveTo>
                    <a:pt x="5323" y="2154"/>
                  </a:moveTo>
                  <a:lnTo>
                    <a:pt x="2661" y="4182"/>
                  </a:lnTo>
                  <a:lnTo>
                    <a:pt x="0" y="2154"/>
                  </a:lnTo>
                  <a:lnTo>
                    <a:pt x="2661" y="0"/>
                  </a:lnTo>
                  <a:lnTo>
                    <a:pt x="5323" y="21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212B2B1E-0E4D-C48C-2257-F32287D0B72E}"/>
                </a:ext>
              </a:extLst>
            </p:cNvPr>
            <p:cNvSpPr/>
            <p:nvPr/>
          </p:nvSpPr>
          <p:spPr>
            <a:xfrm>
              <a:off x="5013422" y="1453945"/>
              <a:ext cx="5830" cy="4562"/>
            </a:xfrm>
            <a:custGeom>
              <a:avLst/>
              <a:gdLst>
                <a:gd name="connsiteX0" fmla="*/ 5830 w 5830"/>
                <a:gd name="connsiteY0" fmla="*/ 2281 h 4562"/>
                <a:gd name="connsiteX1" fmla="*/ 2915 w 5830"/>
                <a:gd name="connsiteY1" fmla="*/ 4562 h 4562"/>
                <a:gd name="connsiteX2" fmla="*/ 0 w 5830"/>
                <a:gd name="connsiteY2" fmla="*/ 2281 h 4562"/>
                <a:gd name="connsiteX3" fmla="*/ 2915 w 5830"/>
                <a:gd name="connsiteY3" fmla="*/ 0 h 4562"/>
                <a:gd name="connsiteX4" fmla="*/ 5830 w 5830"/>
                <a:gd name="connsiteY4" fmla="*/ 2281 h 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30" h="4562">
                  <a:moveTo>
                    <a:pt x="5830" y="2281"/>
                  </a:moveTo>
                  <a:lnTo>
                    <a:pt x="2915" y="4562"/>
                  </a:lnTo>
                  <a:lnTo>
                    <a:pt x="0" y="2281"/>
                  </a:lnTo>
                  <a:lnTo>
                    <a:pt x="2915" y="0"/>
                  </a:lnTo>
                  <a:lnTo>
                    <a:pt x="5830" y="22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78AD5F09-D071-FB99-8EEA-F8317F642771}"/>
                </a:ext>
              </a:extLst>
            </p:cNvPr>
            <p:cNvSpPr/>
            <p:nvPr/>
          </p:nvSpPr>
          <p:spPr>
            <a:xfrm>
              <a:off x="5133187" y="1412375"/>
              <a:ext cx="7224" cy="5829"/>
            </a:xfrm>
            <a:custGeom>
              <a:avLst/>
              <a:gdLst>
                <a:gd name="connsiteX0" fmla="*/ 7224 w 7224"/>
                <a:gd name="connsiteY0" fmla="*/ 2915 h 5829"/>
                <a:gd name="connsiteX1" fmla="*/ 3675 w 7224"/>
                <a:gd name="connsiteY1" fmla="*/ 5830 h 5829"/>
                <a:gd name="connsiteX2" fmla="*/ 0 w 7224"/>
                <a:gd name="connsiteY2" fmla="*/ 2915 h 5829"/>
                <a:gd name="connsiteX3" fmla="*/ 3675 w 7224"/>
                <a:gd name="connsiteY3" fmla="*/ 0 h 5829"/>
                <a:gd name="connsiteX4" fmla="*/ 7224 w 7224"/>
                <a:gd name="connsiteY4" fmla="*/ 2915 h 5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24" h="5829">
                  <a:moveTo>
                    <a:pt x="7224" y="2915"/>
                  </a:moveTo>
                  <a:lnTo>
                    <a:pt x="3675" y="5830"/>
                  </a:lnTo>
                  <a:lnTo>
                    <a:pt x="0" y="2915"/>
                  </a:lnTo>
                  <a:lnTo>
                    <a:pt x="3675" y="0"/>
                  </a:lnTo>
                  <a:lnTo>
                    <a:pt x="7224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1980F2CA-4345-06C9-A24C-E09D8656A9E0}"/>
                </a:ext>
              </a:extLst>
            </p:cNvPr>
            <p:cNvSpPr/>
            <p:nvPr/>
          </p:nvSpPr>
          <p:spPr>
            <a:xfrm>
              <a:off x="5255741" y="1375876"/>
              <a:ext cx="7857" cy="6210"/>
            </a:xfrm>
            <a:custGeom>
              <a:avLst/>
              <a:gdLst>
                <a:gd name="connsiteX0" fmla="*/ 7858 w 7857"/>
                <a:gd name="connsiteY0" fmla="*/ 3042 h 6210"/>
                <a:gd name="connsiteX1" fmla="*/ 3929 w 7857"/>
                <a:gd name="connsiteY1" fmla="*/ 6210 h 6210"/>
                <a:gd name="connsiteX2" fmla="*/ 0 w 7857"/>
                <a:gd name="connsiteY2" fmla="*/ 3042 h 6210"/>
                <a:gd name="connsiteX3" fmla="*/ 3929 w 7857"/>
                <a:gd name="connsiteY3" fmla="*/ 0 h 6210"/>
                <a:gd name="connsiteX4" fmla="*/ 7858 w 7857"/>
                <a:gd name="connsiteY4" fmla="*/ 3042 h 6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57" h="6210">
                  <a:moveTo>
                    <a:pt x="7858" y="3042"/>
                  </a:moveTo>
                  <a:lnTo>
                    <a:pt x="3929" y="6210"/>
                  </a:lnTo>
                  <a:lnTo>
                    <a:pt x="0" y="3042"/>
                  </a:lnTo>
                  <a:lnTo>
                    <a:pt x="3929" y="0"/>
                  </a:lnTo>
                  <a:lnTo>
                    <a:pt x="7858" y="30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9E78BB65-4128-E105-9198-342F7F7A0CC8}"/>
                </a:ext>
              </a:extLst>
            </p:cNvPr>
            <p:cNvSpPr/>
            <p:nvPr/>
          </p:nvSpPr>
          <p:spPr>
            <a:xfrm>
              <a:off x="5380322" y="1343938"/>
              <a:ext cx="8491" cy="6716"/>
            </a:xfrm>
            <a:custGeom>
              <a:avLst/>
              <a:gdLst>
                <a:gd name="connsiteX0" fmla="*/ 8491 w 8491"/>
                <a:gd name="connsiteY0" fmla="*/ 3295 h 6716"/>
                <a:gd name="connsiteX1" fmla="*/ 4182 w 8491"/>
                <a:gd name="connsiteY1" fmla="*/ 6717 h 6716"/>
                <a:gd name="connsiteX2" fmla="*/ 0 w 8491"/>
                <a:gd name="connsiteY2" fmla="*/ 3295 h 6716"/>
                <a:gd name="connsiteX3" fmla="*/ 4182 w 8491"/>
                <a:gd name="connsiteY3" fmla="*/ 0 h 6716"/>
                <a:gd name="connsiteX4" fmla="*/ 8491 w 8491"/>
                <a:gd name="connsiteY4" fmla="*/ 3295 h 6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91" h="6716">
                  <a:moveTo>
                    <a:pt x="8491" y="3295"/>
                  </a:moveTo>
                  <a:lnTo>
                    <a:pt x="4182" y="6717"/>
                  </a:lnTo>
                  <a:lnTo>
                    <a:pt x="0" y="3295"/>
                  </a:lnTo>
                  <a:lnTo>
                    <a:pt x="4182" y="0"/>
                  </a:lnTo>
                  <a:lnTo>
                    <a:pt x="8491" y="32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472C38CA-7A0B-94C0-2500-C4806F6193C9}"/>
                </a:ext>
              </a:extLst>
            </p:cNvPr>
            <p:cNvSpPr/>
            <p:nvPr/>
          </p:nvSpPr>
          <p:spPr>
            <a:xfrm>
              <a:off x="5506298" y="1316436"/>
              <a:ext cx="9758" cy="7857"/>
            </a:xfrm>
            <a:custGeom>
              <a:avLst/>
              <a:gdLst>
                <a:gd name="connsiteX0" fmla="*/ 9759 w 9758"/>
                <a:gd name="connsiteY0" fmla="*/ 3929 h 7857"/>
                <a:gd name="connsiteX1" fmla="*/ 4943 w 9758"/>
                <a:gd name="connsiteY1" fmla="*/ 7858 h 7857"/>
                <a:gd name="connsiteX2" fmla="*/ 0 w 9758"/>
                <a:gd name="connsiteY2" fmla="*/ 3929 h 7857"/>
                <a:gd name="connsiteX3" fmla="*/ 4943 w 9758"/>
                <a:gd name="connsiteY3" fmla="*/ 0 h 7857"/>
                <a:gd name="connsiteX4" fmla="*/ 9759 w 9758"/>
                <a:gd name="connsiteY4" fmla="*/ 3929 h 7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58" h="7857">
                  <a:moveTo>
                    <a:pt x="9759" y="3929"/>
                  </a:moveTo>
                  <a:lnTo>
                    <a:pt x="4943" y="7858"/>
                  </a:lnTo>
                  <a:lnTo>
                    <a:pt x="0" y="3929"/>
                  </a:lnTo>
                  <a:lnTo>
                    <a:pt x="4943" y="0"/>
                  </a:lnTo>
                  <a:lnTo>
                    <a:pt x="9759" y="392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B801D903-373C-8B63-C5C7-2D21DB0A00A6}"/>
                </a:ext>
              </a:extLst>
            </p:cNvPr>
            <p:cNvSpPr/>
            <p:nvPr/>
          </p:nvSpPr>
          <p:spPr>
            <a:xfrm>
              <a:off x="5634048" y="1294004"/>
              <a:ext cx="10519" cy="8491"/>
            </a:xfrm>
            <a:custGeom>
              <a:avLst/>
              <a:gdLst>
                <a:gd name="connsiteX0" fmla="*/ 10519 w 10519"/>
                <a:gd name="connsiteY0" fmla="*/ 4309 h 8491"/>
                <a:gd name="connsiteX1" fmla="*/ 5196 w 10519"/>
                <a:gd name="connsiteY1" fmla="*/ 8491 h 8491"/>
                <a:gd name="connsiteX2" fmla="*/ 0 w 10519"/>
                <a:gd name="connsiteY2" fmla="*/ 4309 h 8491"/>
                <a:gd name="connsiteX3" fmla="*/ 5196 w 10519"/>
                <a:gd name="connsiteY3" fmla="*/ 0 h 8491"/>
                <a:gd name="connsiteX4" fmla="*/ 10519 w 10519"/>
                <a:gd name="connsiteY4" fmla="*/ 4309 h 8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19" h="8491">
                  <a:moveTo>
                    <a:pt x="10519" y="4309"/>
                  </a:moveTo>
                  <a:lnTo>
                    <a:pt x="5196" y="8491"/>
                  </a:lnTo>
                  <a:lnTo>
                    <a:pt x="0" y="4309"/>
                  </a:lnTo>
                  <a:lnTo>
                    <a:pt x="5196" y="0"/>
                  </a:lnTo>
                  <a:lnTo>
                    <a:pt x="10519" y="430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0BC408D8-EE4A-30DD-4AB5-EF6C375986DF}"/>
                </a:ext>
              </a:extLst>
            </p:cNvPr>
            <p:cNvSpPr/>
            <p:nvPr/>
          </p:nvSpPr>
          <p:spPr>
            <a:xfrm>
              <a:off x="5762938" y="1276641"/>
              <a:ext cx="11279" cy="8871"/>
            </a:xfrm>
            <a:custGeom>
              <a:avLst/>
              <a:gdLst>
                <a:gd name="connsiteX0" fmla="*/ 11279 w 11279"/>
                <a:gd name="connsiteY0" fmla="*/ 4436 h 8871"/>
                <a:gd name="connsiteX1" fmla="*/ 5703 w 11279"/>
                <a:gd name="connsiteY1" fmla="*/ 8872 h 8871"/>
                <a:gd name="connsiteX2" fmla="*/ 0 w 11279"/>
                <a:gd name="connsiteY2" fmla="*/ 4436 h 8871"/>
                <a:gd name="connsiteX3" fmla="*/ 5703 w 11279"/>
                <a:gd name="connsiteY3" fmla="*/ 0 h 8871"/>
                <a:gd name="connsiteX4" fmla="*/ 11279 w 11279"/>
                <a:gd name="connsiteY4" fmla="*/ 4436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79" h="8871">
                  <a:moveTo>
                    <a:pt x="11279" y="4436"/>
                  </a:moveTo>
                  <a:lnTo>
                    <a:pt x="5703" y="8872"/>
                  </a:lnTo>
                  <a:lnTo>
                    <a:pt x="0" y="4436"/>
                  </a:lnTo>
                  <a:lnTo>
                    <a:pt x="5703" y="0"/>
                  </a:lnTo>
                  <a:lnTo>
                    <a:pt x="11279" y="44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7FA477E5-59D9-E402-062C-2136D6C955F6}"/>
                </a:ext>
              </a:extLst>
            </p:cNvPr>
            <p:cNvSpPr/>
            <p:nvPr/>
          </p:nvSpPr>
          <p:spPr>
            <a:xfrm>
              <a:off x="5892716" y="1263968"/>
              <a:ext cx="12040" cy="9505"/>
            </a:xfrm>
            <a:custGeom>
              <a:avLst/>
              <a:gdLst>
                <a:gd name="connsiteX0" fmla="*/ 12040 w 12040"/>
                <a:gd name="connsiteY0" fmla="*/ 4689 h 9505"/>
                <a:gd name="connsiteX1" fmla="*/ 6083 w 12040"/>
                <a:gd name="connsiteY1" fmla="*/ 9505 h 9505"/>
                <a:gd name="connsiteX2" fmla="*/ 0 w 12040"/>
                <a:gd name="connsiteY2" fmla="*/ 4689 h 9505"/>
                <a:gd name="connsiteX3" fmla="*/ 6083 w 12040"/>
                <a:gd name="connsiteY3" fmla="*/ 0 h 9505"/>
                <a:gd name="connsiteX4" fmla="*/ 12040 w 12040"/>
                <a:gd name="connsiteY4" fmla="*/ 4689 h 9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40" h="9505">
                  <a:moveTo>
                    <a:pt x="12040" y="4689"/>
                  </a:moveTo>
                  <a:lnTo>
                    <a:pt x="6083" y="9505"/>
                  </a:lnTo>
                  <a:lnTo>
                    <a:pt x="0" y="4689"/>
                  </a:lnTo>
                  <a:lnTo>
                    <a:pt x="6083" y="0"/>
                  </a:lnTo>
                  <a:lnTo>
                    <a:pt x="12040" y="468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52FF7659-1AF6-1AAE-4896-3ED9FF5E71F6}"/>
                </a:ext>
              </a:extLst>
            </p:cNvPr>
            <p:cNvSpPr/>
            <p:nvPr/>
          </p:nvSpPr>
          <p:spPr>
            <a:xfrm>
              <a:off x="6023254" y="1256237"/>
              <a:ext cx="12546" cy="10012"/>
            </a:xfrm>
            <a:custGeom>
              <a:avLst/>
              <a:gdLst>
                <a:gd name="connsiteX0" fmla="*/ 12547 w 12546"/>
                <a:gd name="connsiteY0" fmla="*/ 5069 h 10012"/>
                <a:gd name="connsiteX1" fmla="*/ 6337 w 12546"/>
                <a:gd name="connsiteY1" fmla="*/ 10012 h 10012"/>
                <a:gd name="connsiteX2" fmla="*/ 0 w 12546"/>
                <a:gd name="connsiteY2" fmla="*/ 5069 h 10012"/>
                <a:gd name="connsiteX3" fmla="*/ 6337 w 12546"/>
                <a:gd name="connsiteY3" fmla="*/ 0 h 10012"/>
                <a:gd name="connsiteX4" fmla="*/ 12547 w 12546"/>
                <a:gd name="connsiteY4" fmla="*/ 5069 h 1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46" h="10012">
                  <a:moveTo>
                    <a:pt x="12547" y="5069"/>
                  </a:moveTo>
                  <a:lnTo>
                    <a:pt x="6337" y="10012"/>
                  </a:lnTo>
                  <a:lnTo>
                    <a:pt x="0" y="5069"/>
                  </a:lnTo>
                  <a:lnTo>
                    <a:pt x="6337" y="0"/>
                  </a:lnTo>
                  <a:lnTo>
                    <a:pt x="12547" y="506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714A4D5C-D2E9-7974-22C0-23DD11CD701E}"/>
                </a:ext>
              </a:extLst>
            </p:cNvPr>
            <p:cNvSpPr/>
            <p:nvPr/>
          </p:nvSpPr>
          <p:spPr>
            <a:xfrm>
              <a:off x="6153919" y="1253449"/>
              <a:ext cx="13307" cy="10645"/>
            </a:xfrm>
            <a:custGeom>
              <a:avLst/>
              <a:gdLst>
                <a:gd name="connsiteX0" fmla="*/ 13307 w 13307"/>
                <a:gd name="connsiteY0" fmla="*/ 5323 h 10645"/>
                <a:gd name="connsiteX1" fmla="*/ 6717 w 13307"/>
                <a:gd name="connsiteY1" fmla="*/ 10646 h 10645"/>
                <a:gd name="connsiteX2" fmla="*/ 0 w 13307"/>
                <a:gd name="connsiteY2" fmla="*/ 5323 h 10645"/>
                <a:gd name="connsiteX3" fmla="*/ 6717 w 13307"/>
                <a:gd name="connsiteY3" fmla="*/ 0 h 10645"/>
                <a:gd name="connsiteX4" fmla="*/ 13307 w 13307"/>
                <a:gd name="connsiteY4" fmla="*/ 5323 h 1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07" h="10645">
                  <a:moveTo>
                    <a:pt x="13307" y="5323"/>
                  </a:moveTo>
                  <a:cubicBezTo>
                    <a:pt x="13307" y="8238"/>
                    <a:pt x="10266" y="10646"/>
                    <a:pt x="6717" y="10646"/>
                  </a:cubicBezTo>
                  <a:cubicBezTo>
                    <a:pt x="3168" y="10646"/>
                    <a:pt x="0" y="8238"/>
                    <a:pt x="0" y="5323"/>
                  </a:cubicBezTo>
                  <a:cubicBezTo>
                    <a:pt x="0" y="2408"/>
                    <a:pt x="3042" y="0"/>
                    <a:pt x="6717" y="0"/>
                  </a:cubicBezTo>
                  <a:cubicBezTo>
                    <a:pt x="10392" y="0"/>
                    <a:pt x="13307" y="2408"/>
                    <a:pt x="13307" y="532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D688875C-F230-F7FF-837C-F1F2BECE6D81}"/>
                </a:ext>
              </a:extLst>
            </p:cNvPr>
            <p:cNvSpPr/>
            <p:nvPr/>
          </p:nvSpPr>
          <p:spPr>
            <a:xfrm>
              <a:off x="6284711" y="1255730"/>
              <a:ext cx="13940" cy="11152"/>
            </a:xfrm>
            <a:custGeom>
              <a:avLst/>
              <a:gdLst>
                <a:gd name="connsiteX0" fmla="*/ 13941 w 13940"/>
                <a:gd name="connsiteY0" fmla="*/ 5576 h 11152"/>
                <a:gd name="connsiteX1" fmla="*/ 6970 w 13940"/>
                <a:gd name="connsiteY1" fmla="*/ 11153 h 11152"/>
                <a:gd name="connsiteX2" fmla="*/ 0 w 13940"/>
                <a:gd name="connsiteY2" fmla="*/ 5576 h 11152"/>
                <a:gd name="connsiteX3" fmla="*/ 6970 w 13940"/>
                <a:gd name="connsiteY3" fmla="*/ 0 h 11152"/>
                <a:gd name="connsiteX4" fmla="*/ 13941 w 13940"/>
                <a:gd name="connsiteY4" fmla="*/ 5576 h 11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0" h="11152">
                  <a:moveTo>
                    <a:pt x="13941" y="5576"/>
                  </a:moveTo>
                  <a:cubicBezTo>
                    <a:pt x="13941" y="8618"/>
                    <a:pt x="10772" y="11153"/>
                    <a:pt x="6970" y="11153"/>
                  </a:cubicBezTo>
                  <a:cubicBezTo>
                    <a:pt x="3168" y="11153"/>
                    <a:pt x="0" y="8745"/>
                    <a:pt x="0" y="5576"/>
                  </a:cubicBezTo>
                  <a:cubicBezTo>
                    <a:pt x="0" y="2408"/>
                    <a:pt x="3168" y="0"/>
                    <a:pt x="6970" y="0"/>
                  </a:cubicBezTo>
                  <a:cubicBezTo>
                    <a:pt x="10772" y="0"/>
                    <a:pt x="13941" y="2535"/>
                    <a:pt x="13941" y="55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F66A9C7C-455F-79D0-32A1-2BF5CA061C64}"/>
                </a:ext>
              </a:extLst>
            </p:cNvPr>
            <p:cNvSpPr/>
            <p:nvPr/>
          </p:nvSpPr>
          <p:spPr>
            <a:xfrm>
              <a:off x="6415122" y="1262827"/>
              <a:ext cx="14701" cy="11659"/>
            </a:xfrm>
            <a:custGeom>
              <a:avLst/>
              <a:gdLst>
                <a:gd name="connsiteX0" fmla="*/ 14701 w 14701"/>
                <a:gd name="connsiteY0" fmla="*/ 5830 h 11659"/>
                <a:gd name="connsiteX1" fmla="*/ 7351 w 14701"/>
                <a:gd name="connsiteY1" fmla="*/ 11660 h 11659"/>
                <a:gd name="connsiteX2" fmla="*/ 0 w 14701"/>
                <a:gd name="connsiteY2" fmla="*/ 5830 h 11659"/>
                <a:gd name="connsiteX3" fmla="*/ 7351 w 14701"/>
                <a:gd name="connsiteY3" fmla="*/ 0 h 11659"/>
                <a:gd name="connsiteX4" fmla="*/ 14701 w 14701"/>
                <a:gd name="connsiteY4" fmla="*/ 5830 h 11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01" h="11659">
                  <a:moveTo>
                    <a:pt x="14701" y="5830"/>
                  </a:moveTo>
                  <a:cubicBezTo>
                    <a:pt x="14701" y="8998"/>
                    <a:pt x="11406" y="11660"/>
                    <a:pt x="7351" y="11660"/>
                  </a:cubicBezTo>
                  <a:cubicBezTo>
                    <a:pt x="3295" y="11660"/>
                    <a:pt x="0" y="8998"/>
                    <a:pt x="0" y="5830"/>
                  </a:cubicBezTo>
                  <a:cubicBezTo>
                    <a:pt x="0" y="2661"/>
                    <a:pt x="3295" y="0"/>
                    <a:pt x="7351" y="0"/>
                  </a:cubicBezTo>
                  <a:cubicBezTo>
                    <a:pt x="11406" y="0"/>
                    <a:pt x="14701" y="2661"/>
                    <a:pt x="14701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5693C8B1-9C11-139B-2176-56EAD1CEA7C5}"/>
                </a:ext>
              </a:extLst>
            </p:cNvPr>
            <p:cNvSpPr/>
            <p:nvPr/>
          </p:nvSpPr>
          <p:spPr>
            <a:xfrm>
              <a:off x="6544899" y="1274867"/>
              <a:ext cx="15462" cy="12420"/>
            </a:xfrm>
            <a:custGeom>
              <a:avLst/>
              <a:gdLst>
                <a:gd name="connsiteX0" fmla="*/ 15462 w 15462"/>
                <a:gd name="connsiteY0" fmla="*/ 6210 h 12420"/>
                <a:gd name="connsiteX1" fmla="*/ 7731 w 15462"/>
                <a:gd name="connsiteY1" fmla="*/ 12420 h 12420"/>
                <a:gd name="connsiteX2" fmla="*/ 0 w 15462"/>
                <a:gd name="connsiteY2" fmla="*/ 6210 h 12420"/>
                <a:gd name="connsiteX3" fmla="*/ 7731 w 15462"/>
                <a:gd name="connsiteY3" fmla="*/ 0 h 12420"/>
                <a:gd name="connsiteX4" fmla="*/ 15462 w 15462"/>
                <a:gd name="connsiteY4" fmla="*/ 6210 h 12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62" h="12420">
                  <a:moveTo>
                    <a:pt x="15462" y="6210"/>
                  </a:moveTo>
                  <a:cubicBezTo>
                    <a:pt x="15462" y="9632"/>
                    <a:pt x="12040" y="12420"/>
                    <a:pt x="7731" y="12420"/>
                  </a:cubicBezTo>
                  <a:cubicBezTo>
                    <a:pt x="3422" y="12420"/>
                    <a:pt x="0" y="9632"/>
                    <a:pt x="0" y="6210"/>
                  </a:cubicBezTo>
                  <a:cubicBezTo>
                    <a:pt x="0" y="2788"/>
                    <a:pt x="3549" y="0"/>
                    <a:pt x="7731" y="0"/>
                  </a:cubicBezTo>
                  <a:cubicBezTo>
                    <a:pt x="11913" y="0"/>
                    <a:pt x="15462" y="2788"/>
                    <a:pt x="15462" y="621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F650FE9B-F746-0AC2-3DF8-C518CCBCD567}"/>
                </a:ext>
              </a:extLst>
            </p:cNvPr>
            <p:cNvSpPr/>
            <p:nvPr/>
          </p:nvSpPr>
          <p:spPr>
            <a:xfrm>
              <a:off x="6674043" y="1291976"/>
              <a:ext cx="15968" cy="12673"/>
            </a:xfrm>
            <a:custGeom>
              <a:avLst/>
              <a:gdLst>
                <a:gd name="connsiteX0" fmla="*/ 15969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9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9" y="6337"/>
                  </a:moveTo>
                  <a:cubicBezTo>
                    <a:pt x="15969" y="9885"/>
                    <a:pt x="12421" y="12674"/>
                    <a:pt x="7984" y="12674"/>
                  </a:cubicBezTo>
                  <a:cubicBezTo>
                    <a:pt x="3549" y="12674"/>
                    <a:pt x="0" y="9885"/>
                    <a:pt x="0" y="6337"/>
                  </a:cubicBezTo>
                  <a:cubicBezTo>
                    <a:pt x="0" y="2788"/>
                    <a:pt x="3549" y="0"/>
                    <a:pt x="7984" y="0"/>
                  </a:cubicBezTo>
                  <a:cubicBezTo>
                    <a:pt x="12421" y="0"/>
                    <a:pt x="15969" y="2788"/>
                    <a:pt x="15969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831E2AB0-29A3-F79D-E0CA-39BBB23FFEB3}"/>
                </a:ext>
              </a:extLst>
            </p:cNvPr>
            <p:cNvSpPr/>
            <p:nvPr/>
          </p:nvSpPr>
          <p:spPr>
            <a:xfrm>
              <a:off x="6801539" y="1313648"/>
              <a:ext cx="16982" cy="13434"/>
            </a:xfrm>
            <a:custGeom>
              <a:avLst/>
              <a:gdLst>
                <a:gd name="connsiteX0" fmla="*/ 16983 w 16982"/>
                <a:gd name="connsiteY0" fmla="*/ 6717 h 13434"/>
                <a:gd name="connsiteX1" fmla="*/ 8492 w 16982"/>
                <a:gd name="connsiteY1" fmla="*/ 13434 h 13434"/>
                <a:gd name="connsiteX2" fmla="*/ 0 w 16982"/>
                <a:gd name="connsiteY2" fmla="*/ 6717 h 13434"/>
                <a:gd name="connsiteX3" fmla="*/ 8492 w 16982"/>
                <a:gd name="connsiteY3" fmla="*/ 0 h 13434"/>
                <a:gd name="connsiteX4" fmla="*/ 16983 w 16982"/>
                <a:gd name="connsiteY4" fmla="*/ 6717 h 13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82" h="13434">
                  <a:moveTo>
                    <a:pt x="16983" y="6717"/>
                  </a:moveTo>
                  <a:cubicBezTo>
                    <a:pt x="16983" y="10392"/>
                    <a:pt x="13181" y="13434"/>
                    <a:pt x="8492" y="13434"/>
                  </a:cubicBezTo>
                  <a:cubicBezTo>
                    <a:pt x="3802" y="13434"/>
                    <a:pt x="0" y="10392"/>
                    <a:pt x="0" y="6717"/>
                  </a:cubicBezTo>
                  <a:cubicBezTo>
                    <a:pt x="0" y="3042"/>
                    <a:pt x="3802" y="0"/>
                    <a:pt x="8492" y="0"/>
                  </a:cubicBezTo>
                  <a:cubicBezTo>
                    <a:pt x="13181" y="0"/>
                    <a:pt x="16983" y="3042"/>
                    <a:pt x="16983" y="671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69E9194C-4511-6139-ECBC-A3732CDAA1FC}"/>
                </a:ext>
              </a:extLst>
            </p:cNvPr>
            <p:cNvSpPr/>
            <p:nvPr/>
          </p:nvSpPr>
          <p:spPr>
            <a:xfrm>
              <a:off x="6928149" y="1340516"/>
              <a:ext cx="16982" cy="13433"/>
            </a:xfrm>
            <a:custGeom>
              <a:avLst/>
              <a:gdLst>
                <a:gd name="connsiteX0" fmla="*/ 16983 w 16982"/>
                <a:gd name="connsiteY0" fmla="*/ 6717 h 13433"/>
                <a:gd name="connsiteX1" fmla="*/ 8492 w 16982"/>
                <a:gd name="connsiteY1" fmla="*/ 13434 h 13433"/>
                <a:gd name="connsiteX2" fmla="*/ 0 w 16982"/>
                <a:gd name="connsiteY2" fmla="*/ 6717 h 13433"/>
                <a:gd name="connsiteX3" fmla="*/ 8492 w 16982"/>
                <a:gd name="connsiteY3" fmla="*/ 0 h 13433"/>
                <a:gd name="connsiteX4" fmla="*/ 16983 w 16982"/>
                <a:gd name="connsiteY4" fmla="*/ 6717 h 13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82" h="13433">
                  <a:moveTo>
                    <a:pt x="16983" y="6717"/>
                  </a:moveTo>
                  <a:cubicBezTo>
                    <a:pt x="16983" y="10392"/>
                    <a:pt x="13181" y="13434"/>
                    <a:pt x="8492" y="13434"/>
                  </a:cubicBezTo>
                  <a:cubicBezTo>
                    <a:pt x="3803" y="13434"/>
                    <a:pt x="0" y="10392"/>
                    <a:pt x="0" y="6717"/>
                  </a:cubicBezTo>
                  <a:cubicBezTo>
                    <a:pt x="0" y="3042"/>
                    <a:pt x="3803" y="0"/>
                    <a:pt x="8492" y="0"/>
                  </a:cubicBezTo>
                  <a:cubicBezTo>
                    <a:pt x="13181" y="0"/>
                    <a:pt x="16983" y="3042"/>
                    <a:pt x="16983" y="671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5CDF67B8-8661-9E34-E3A0-8C65FAB2D220}"/>
                </a:ext>
              </a:extLst>
            </p:cNvPr>
            <p:cNvSpPr/>
            <p:nvPr/>
          </p:nvSpPr>
          <p:spPr>
            <a:xfrm>
              <a:off x="7052603" y="1371947"/>
              <a:ext cx="17743" cy="13940"/>
            </a:xfrm>
            <a:custGeom>
              <a:avLst/>
              <a:gdLst>
                <a:gd name="connsiteX0" fmla="*/ 17743 w 17743"/>
                <a:gd name="connsiteY0" fmla="*/ 6970 h 13940"/>
                <a:gd name="connsiteX1" fmla="*/ 8872 w 17743"/>
                <a:gd name="connsiteY1" fmla="*/ 13941 h 13940"/>
                <a:gd name="connsiteX2" fmla="*/ 0 w 17743"/>
                <a:gd name="connsiteY2" fmla="*/ 6970 h 13940"/>
                <a:gd name="connsiteX3" fmla="*/ 8872 w 17743"/>
                <a:gd name="connsiteY3" fmla="*/ 0 h 13940"/>
                <a:gd name="connsiteX4" fmla="*/ 17743 w 17743"/>
                <a:gd name="connsiteY4" fmla="*/ 6970 h 13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3" h="13940">
                  <a:moveTo>
                    <a:pt x="17743" y="6970"/>
                  </a:moveTo>
                  <a:cubicBezTo>
                    <a:pt x="17743" y="10773"/>
                    <a:pt x="13815" y="13941"/>
                    <a:pt x="8872" y="13941"/>
                  </a:cubicBezTo>
                  <a:cubicBezTo>
                    <a:pt x="3929" y="13941"/>
                    <a:pt x="0" y="10773"/>
                    <a:pt x="0" y="6970"/>
                  </a:cubicBezTo>
                  <a:cubicBezTo>
                    <a:pt x="0" y="3168"/>
                    <a:pt x="3929" y="0"/>
                    <a:pt x="8872" y="0"/>
                  </a:cubicBezTo>
                  <a:cubicBezTo>
                    <a:pt x="13815" y="0"/>
                    <a:pt x="17743" y="3168"/>
                    <a:pt x="17743" y="69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4F2D6486-9D5F-4B0D-2789-290E516611F6}"/>
                </a:ext>
              </a:extLst>
            </p:cNvPr>
            <p:cNvSpPr/>
            <p:nvPr/>
          </p:nvSpPr>
          <p:spPr>
            <a:xfrm>
              <a:off x="7175284" y="1408067"/>
              <a:ext cx="18250" cy="14447"/>
            </a:xfrm>
            <a:custGeom>
              <a:avLst/>
              <a:gdLst>
                <a:gd name="connsiteX0" fmla="*/ 18250 w 18250"/>
                <a:gd name="connsiteY0" fmla="*/ 7224 h 14447"/>
                <a:gd name="connsiteX1" fmla="*/ 9125 w 18250"/>
                <a:gd name="connsiteY1" fmla="*/ 14448 h 14447"/>
                <a:gd name="connsiteX2" fmla="*/ 0 w 18250"/>
                <a:gd name="connsiteY2" fmla="*/ 7224 h 14447"/>
                <a:gd name="connsiteX3" fmla="*/ 9125 w 18250"/>
                <a:gd name="connsiteY3" fmla="*/ 0 h 14447"/>
                <a:gd name="connsiteX4" fmla="*/ 18250 w 18250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7">
                  <a:moveTo>
                    <a:pt x="18250" y="7224"/>
                  </a:moveTo>
                  <a:cubicBezTo>
                    <a:pt x="18250" y="11279"/>
                    <a:pt x="14195" y="14448"/>
                    <a:pt x="9125" y="14448"/>
                  </a:cubicBezTo>
                  <a:cubicBezTo>
                    <a:pt x="4056" y="14448"/>
                    <a:pt x="0" y="11279"/>
                    <a:pt x="0" y="7224"/>
                  </a:cubicBezTo>
                  <a:cubicBezTo>
                    <a:pt x="0" y="3168"/>
                    <a:pt x="4056" y="0"/>
                    <a:pt x="9125" y="0"/>
                  </a:cubicBezTo>
                  <a:cubicBezTo>
                    <a:pt x="14195" y="0"/>
                    <a:pt x="18250" y="3168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493E16C8-613D-0EE3-6640-8E55E3B2CD06}"/>
                </a:ext>
              </a:extLst>
            </p:cNvPr>
            <p:cNvSpPr/>
            <p:nvPr/>
          </p:nvSpPr>
          <p:spPr>
            <a:xfrm>
              <a:off x="7295683" y="1449002"/>
              <a:ext cx="18250" cy="14447"/>
            </a:xfrm>
            <a:custGeom>
              <a:avLst/>
              <a:gdLst>
                <a:gd name="connsiteX0" fmla="*/ 18250 w 18250"/>
                <a:gd name="connsiteY0" fmla="*/ 7224 h 14447"/>
                <a:gd name="connsiteX1" fmla="*/ 9125 w 18250"/>
                <a:gd name="connsiteY1" fmla="*/ 14448 h 14447"/>
                <a:gd name="connsiteX2" fmla="*/ 0 w 18250"/>
                <a:gd name="connsiteY2" fmla="*/ 7224 h 14447"/>
                <a:gd name="connsiteX3" fmla="*/ 9125 w 18250"/>
                <a:gd name="connsiteY3" fmla="*/ 0 h 14447"/>
                <a:gd name="connsiteX4" fmla="*/ 18250 w 18250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7">
                  <a:moveTo>
                    <a:pt x="18250" y="7224"/>
                  </a:moveTo>
                  <a:cubicBezTo>
                    <a:pt x="18250" y="11280"/>
                    <a:pt x="14195" y="14448"/>
                    <a:pt x="9125" y="14448"/>
                  </a:cubicBezTo>
                  <a:cubicBezTo>
                    <a:pt x="4056" y="14448"/>
                    <a:pt x="0" y="11280"/>
                    <a:pt x="0" y="7224"/>
                  </a:cubicBezTo>
                  <a:cubicBezTo>
                    <a:pt x="0" y="3168"/>
                    <a:pt x="4056" y="0"/>
                    <a:pt x="9125" y="0"/>
                  </a:cubicBezTo>
                  <a:cubicBezTo>
                    <a:pt x="14195" y="0"/>
                    <a:pt x="18250" y="3168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2A690624-4DF6-780C-57C4-2A25FBF7E062}"/>
                </a:ext>
              </a:extLst>
            </p:cNvPr>
            <p:cNvSpPr/>
            <p:nvPr/>
          </p:nvSpPr>
          <p:spPr>
            <a:xfrm>
              <a:off x="7413294" y="1494120"/>
              <a:ext cx="19010" cy="15208"/>
            </a:xfrm>
            <a:custGeom>
              <a:avLst/>
              <a:gdLst>
                <a:gd name="connsiteX0" fmla="*/ 19010 w 19010"/>
                <a:gd name="connsiteY0" fmla="*/ 7604 h 15208"/>
                <a:gd name="connsiteX1" fmla="*/ 9505 w 19010"/>
                <a:gd name="connsiteY1" fmla="*/ 15208 h 15208"/>
                <a:gd name="connsiteX2" fmla="*/ 0 w 19010"/>
                <a:gd name="connsiteY2" fmla="*/ 7604 h 15208"/>
                <a:gd name="connsiteX3" fmla="*/ 9505 w 19010"/>
                <a:gd name="connsiteY3" fmla="*/ 0 h 15208"/>
                <a:gd name="connsiteX4" fmla="*/ 19010 w 19010"/>
                <a:gd name="connsiteY4" fmla="*/ 7604 h 15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10" h="15208">
                  <a:moveTo>
                    <a:pt x="19010" y="7604"/>
                  </a:moveTo>
                  <a:cubicBezTo>
                    <a:pt x="19010" y="11786"/>
                    <a:pt x="14701" y="15208"/>
                    <a:pt x="9505" y="15208"/>
                  </a:cubicBezTo>
                  <a:cubicBezTo>
                    <a:pt x="4309" y="15208"/>
                    <a:pt x="0" y="11786"/>
                    <a:pt x="0" y="7604"/>
                  </a:cubicBezTo>
                  <a:cubicBezTo>
                    <a:pt x="0" y="3422"/>
                    <a:pt x="4309" y="0"/>
                    <a:pt x="9505" y="0"/>
                  </a:cubicBezTo>
                  <a:cubicBezTo>
                    <a:pt x="14701" y="0"/>
                    <a:pt x="19010" y="3422"/>
                    <a:pt x="19010" y="760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78AE39E6-FD86-45B2-CC9F-475CDA0ED7A3}"/>
                </a:ext>
              </a:extLst>
            </p:cNvPr>
            <p:cNvSpPr/>
            <p:nvPr/>
          </p:nvSpPr>
          <p:spPr>
            <a:xfrm>
              <a:off x="7528371" y="1543927"/>
              <a:ext cx="19010" cy="15208"/>
            </a:xfrm>
            <a:custGeom>
              <a:avLst/>
              <a:gdLst>
                <a:gd name="connsiteX0" fmla="*/ 19010 w 19010"/>
                <a:gd name="connsiteY0" fmla="*/ 7604 h 15208"/>
                <a:gd name="connsiteX1" fmla="*/ 9505 w 19010"/>
                <a:gd name="connsiteY1" fmla="*/ 15208 h 15208"/>
                <a:gd name="connsiteX2" fmla="*/ 0 w 19010"/>
                <a:gd name="connsiteY2" fmla="*/ 7604 h 15208"/>
                <a:gd name="connsiteX3" fmla="*/ 9505 w 19010"/>
                <a:gd name="connsiteY3" fmla="*/ 0 h 15208"/>
                <a:gd name="connsiteX4" fmla="*/ 19010 w 19010"/>
                <a:gd name="connsiteY4" fmla="*/ 7604 h 15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10" h="15208">
                  <a:moveTo>
                    <a:pt x="19010" y="7604"/>
                  </a:moveTo>
                  <a:cubicBezTo>
                    <a:pt x="19010" y="11786"/>
                    <a:pt x="14701" y="15208"/>
                    <a:pt x="9505" y="15208"/>
                  </a:cubicBezTo>
                  <a:cubicBezTo>
                    <a:pt x="4309" y="15208"/>
                    <a:pt x="0" y="11786"/>
                    <a:pt x="0" y="7604"/>
                  </a:cubicBezTo>
                  <a:cubicBezTo>
                    <a:pt x="0" y="3422"/>
                    <a:pt x="4309" y="0"/>
                    <a:pt x="9505" y="0"/>
                  </a:cubicBezTo>
                  <a:cubicBezTo>
                    <a:pt x="14701" y="0"/>
                    <a:pt x="19010" y="3422"/>
                    <a:pt x="19010" y="760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C8E63533-2906-E9AB-2261-787E754AD916}"/>
                </a:ext>
              </a:extLst>
            </p:cNvPr>
            <p:cNvSpPr/>
            <p:nvPr/>
          </p:nvSpPr>
          <p:spPr>
            <a:xfrm>
              <a:off x="7640025" y="1597790"/>
              <a:ext cx="19770" cy="15715"/>
            </a:xfrm>
            <a:custGeom>
              <a:avLst/>
              <a:gdLst>
                <a:gd name="connsiteX0" fmla="*/ 19771 w 19770"/>
                <a:gd name="connsiteY0" fmla="*/ 7858 h 15715"/>
                <a:gd name="connsiteX1" fmla="*/ 9885 w 19770"/>
                <a:gd name="connsiteY1" fmla="*/ 15715 h 15715"/>
                <a:gd name="connsiteX2" fmla="*/ 0 w 19770"/>
                <a:gd name="connsiteY2" fmla="*/ 7858 h 15715"/>
                <a:gd name="connsiteX3" fmla="*/ 9885 w 19770"/>
                <a:gd name="connsiteY3" fmla="*/ 0 h 15715"/>
                <a:gd name="connsiteX4" fmla="*/ 19771 w 19770"/>
                <a:gd name="connsiteY4" fmla="*/ 7858 h 1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70" h="15715">
                  <a:moveTo>
                    <a:pt x="19771" y="7858"/>
                  </a:moveTo>
                  <a:cubicBezTo>
                    <a:pt x="19771" y="12167"/>
                    <a:pt x="15335" y="15715"/>
                    <a:pt x="9885" y="15715"/>
                  </a:cubicBezTo>
                  <a:cubicBezTo>
                    <a:pt x="4435" y="15715"/>
                    <a:pt x="0" y="12167"/>
                    <a:pt x="0" y="7858"/>
                  </a:cubicBezTo>
                  <a:cubicBezTo>
                    <a:pt x="0" y="3549"/>
                    <a:pt x="4435" y="0"/>
                    <a:pt x="9885" y="0"/>
                  </a:cubicBezTo>
                  <a:cubicBezTo>
                    <a:pt x="15335" y="0"/>
                    <a:pt x="19771" y="3549"/>
                    <a:pt x="19771" y="785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ACCF9690-D980-5637-C25B-EF34784229CA}"/>
                </a:ext>
              </a:extLst>
            </p:cNvPr>
            <p:cNvSpPr/>
            <p:nvPr/>
          </p:nvSpPr>
          <p:spPr>
            <a:xfrm>
              <a:off x="7748511" y="1656089"/>
              <a:ext cx="19770" cy="15715"/>
            </a:xfrm>
            <a:custGeom>
              <a:avLst/>
              <a:gdLst>
                <a:gd name="connsiteX0" fmla="*/ 19771 w 19770"/>
                <a:gd name="connsiteY0" fmla="*/ 7858 h 15715"/>
                <a:gd name="connsiteX1" fmla="*/ 9885 w 19770"/>
                <a:gd name="connsiteY1" fmla="*/ 15715 h 15715"/>
                <a:gd name="connsiteX2" fmla="*/ 0 w 19770"/>
                <a:gd name="connsiteY2" fmla="*/ 7858 h 15715"/>
                <a:gd name="connsiteX3" fmla="*/ 9885 w 19770"/>
                <a:gd name="connsiteY3" fmla="*/ 0 h 15715"/>
                <a:gd name="connsiteX4" fmla="*/ 19771 w 19770"/>
                <a:gd name="connsiteY4" fmla="*/ 7858 h 1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70" h="15715">
                  <a:moveTo>
                    <a:pt x="19771" y="7858"/>
                  </a:moveTo>
                  <a:cubicBezTo>
                    <a:pt x="19771" y="12167"/>
                    <a:pt x="15335" y="15715"/>
                    <a:pt x="9885" y="15715"/>
                  </a:cubicBezTo>
                  <a:cubicBezTo>
                    <a:pt x="4435" y="15715"/>
                    <a:pt x="0" y="12167"/>
                    <a:pt x="0" y="7858"/>
                  </a:cubicBezTo>
                  <a:cubicBezTo>
                    <a:pt x="0" y="3549"/>
                    <a:pt x="4435" y="0"/>
                    <a:pt x="9885" y="0"/>
                  </a:cubicBezTo>
                  <a:cubicBezTo>
                    <a:pt x="15335" y="0"/>
                    <a:pt x="19771" y="3549"/>
                    <a:pt x="19771" y="785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6AF66856-EEBC-B5AC-CA7B-33D9C8C52F3E}"/>
                </a:ext>
              </a:extLst>
            </p:cNvPr>
            <p:cNvSpPr/>
            <p:nvPr/>
          </p:nvSpPr>
          <p:spPr>
            <a:xfrm>
              <a:off x="7853068" y="1717936"/>
              <a:ext cx="20531" cy="16475"/>
            </a:xfrm>
            <a:custGeom>
              <a:avLst/>
              <a:gdLst>
                <a:gd name="connsiteX0" fmla="*/ 20531 w 20531"/>
                <a:gd name="connsiteY0" fmla="*/ 8238 h 16475"/>
                <a:gd name="connsiteX1" fmla="*/ 10266 w 20531"/>
                <a:gd name="connsiteY1" fmla="*/ 16476 h 16475"/>
                <a:gd name="connsiteX2" fmla="*/ 0 w 20531"/>
                <a:gd name="connsiteY2" fmla="*/ 8238 h 16475"/>
                <a:gd name="connsiteX3" fmla="*/ 10266 w 20531"/>
                <a:gd name="connsiteY3" fmla="*/ 0 h 16475"/>
                <a:gd name="connsiteX4" fmla="*/ 20531 w 20531"/>
                <a:gd name="connsiteY4" fmla="*/ 8238 h 16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31" h="16475">
                  <a:moveTo>
                    <a:pt x="20531" y="8238"/>
                  </a:moveTo>
                  <a:cubicBezTo>
                    <a:pt x="20531" y="12800"/>
                    <a:pt x="15969" y="16476"/>
                    <a:pt x="10266" y="16476"/>
                  </a:cubicBezTo>
                  <a:cubicBezTo>
                    <a:pt x="4562" y="16476"/>
                    <a:pt x="0" y="12800"/>
                    <a:pt x="0" y="8238"/>
                  </a:cubicBezTo>
                  <a:cubicBezTo>
                    <a:pt x="0" y="3675"/>
                    <a:pt x="4562" y="0"/>
                    <a:pt x="10266" y="0"/>
                  </a:cubicBezTo>
                  <a:cubicBezTo>
                    <a:pt x="15969" y="0"/>
                    <a:pt x="20531" y="3675"/>
                    <a:pt x="20531" y="823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9718F60B-979F-172E-AEF9-76D5D86BCC07}"/>
                </a:ext>
              </a:extLst>
            </p:cNvPr>
            <p:cNvSpPr/>
            <p:nvPr/>
          </p:nvSpPr>
          <p:spPr>
            <a:xfrm>
              <a:off x="7954584" y="1784599"/>
              <a:ext cx="19770" cy="15715"/>
            </a:xfrm>
            <a:custGeom>
              <a:avLst/>
              <a:gdLst>
                <a:gd name="connsiteX0" fmla="*/ 19771 w 19770"/>
                <a:gd name="connsiteY0" fmla="*/ 7858 h 15715"/>
                <a:gd name="connsiteX1" fmla="*/ 9885 w 19770"/>
                <a:gd name="connsiteY1" fmla="*/ 15715 h 15715"/>
                <a:gd name="connsiteX2" fmla="*/ 0 w 19770"/>
                <a:gd name="connsiteY2" fmla="*/ 7858 h 15715"/>
                <a:gd name="connsiteX3" fmla="*/ 9885 w 19770"/>
                <a:gd name="connsiteY3" fmla="*/ 0 h 15715"/>
                <a:gd name="connsiteX4" fmla="*/ 19771 w 19770"/>
                <a:gd name="connsiteY4" fmla="*/ 7858 h 1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70" h="15715">
                  <a:moveTo>
                    <a:pt x="19771" y="7858"/>
                  </a:moveTo>
                  <a:cubicBezTo>
                    <a:pt x="19771" y="12167"/>
                    <a:pt x="15335" y="15715"/>
                    <a:pt x="9885" y="15715"/>
                  </a:cubicBezTo>
                  <a:cubicBezTo>
                    <a:pt x="4435" y="15715"/>
                    <a:pt x="0" y="12167"/>
                    <a:pt x="0" y="7858"/>
                  </a:cubicBezTo>
                  <a:cubicBezTo>
                    <a:pt x="0" y="3549"/>
                    <a:pt x="4435" y="0"/>
                    <a:pt x="9885" y="0"/>
                  </a:cubicBezTo>
                  <a:cubicBezTo>
                    <a:pt x="15335" y="0"/>
                    <a:pt x="19771" y="3549"/>
                    <a:pt x="19771" y="785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1F50B5AB-0E14-C6CA-99A3-0E22B4B601B4}"/>
                </a:ext>
              </a:extLst>
            </p:cNvPr>
            <p:cNvSpPr/>
            <p:nvPr/>
          </p:nvSpPr>
          <p:spPr>
            <a:xfrm>
              <a:off x="8051536" y="1854557"/>
              <a:ext cx="19770" cy="15715"/>
            </a:xfrm>
            <a:custGeom>
              <a:avLst/>
              <a:gdLst>
                <a:gd name="connsiteX0" fmla="*/ 19771 w 19770"/>
                <a:gd name="connsiteY0" fmla="*/ 7858 h 15715"/>
                <a:gd name="connsiteX1" fmla="*/ 9886 w 19770"/>
                <a:gd name="connsiteY1" fmla="*/ 15715 h 15715"/>
                <a:gd name="connsiteX2" fmla="*/ 0 w 19770"/>
                <a:gd name="connsiteY2" fmla="*/ 7858 h 15715"/>
                <a:gd name="connsiteX3" fmla="*/ 9886 w 19770"/>
                <a:gd name="connsiteY3" fmla="*/ 0 h 15715"/>
                <a:gd name="connsiteX4" fmla="*/ 19771 w 19770"/>
                <a:gd name="connsiteY4" fmla="*/ 7858 h 1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70" h="15715">
                  <a:moveTo>
                    <a:pt x="19771" y="7858"/>
                  </a:moveTo>
                  <a:cubicBezTo>
                    <a:pt x="19771" y="12167"/>
                    <a:pt x="15335" y="15715"/>
                    <a:pt x="9886" y="15715"/>
                  </a:cubicBezTo>
                  <a:cubicBezTo>
                    <a:pt x="4436" y="15715"/>
                    <a:pt x="0" y="12167"/>
                    <a:pt x="0" y="7858"/>
                  </a:cubicBezTo>
                  <a:cubicBezTo>
                    <a:pt x="0" y="3549"/>
                    <a:pt x="4436" y="0"/>
                    <a:pt x="9886" y="0"/>
                  </a:cubicBezTo>
                  <a:cubicBezTo>
                    <a:pt x="15335" y="0"/>
                    <a:pt x="19771" y="3549"/>
                    <a:pt x="19771" y="785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E02E80A4-893A-8BCE-AB35-40339B7E7706}"/>
                </a:ext>
              </a:extLst>
            </p:cNvPr>
            <p:cNvSpPr/>
            <p:nvPr/>
          </p:nvSpPr>
          <p:spPr>
            <a:xfrm>
              <a:off x="8143927" y="1927684"/>
              <a:ext cx="20531" cy="16475"/>
            </a:xfrm>
            <a:custGeom>
              <a:avLst/>
              <a:gdLst>
                <a:gd name="connsiteX0" fmla="*/ 20531 w 20531"/>
                <a:gd name="connsiteY0" fmla="*/ 8238 h 16475"/>
                <a:gd name="connsiteX1" fmla="*/ 10266 w 20531"/>
                <a:gd name="connsiteY1" fmla="*/ 16476 h 16475"/>
                <a:gd name="connsiteX2" fmla="*/ 0 w 20531"/>
                <a:gd name="connsiteY2" fmla="*/ 8238 h 16475"/>
                <a:gd name="connsiteX3" fmla="*/ 10266 w 20531"/>
                <a:gd name="connsiteY3" fmla="*/ 0 h 16475"/>
                <a:gd name="connsiteX4" fmla="*/ 20531 w 20531"/>
                <a:gd name="connsiteY4" fmla="*/ 8238 h 16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31" h="16475">
                  <a:moveTo>
                    <a:pt x="20531" y="8238"/>
                  </a:moveTo>
                  <a:cubicBezTo>
                    <a:pt x="20531" y="12800"/>
                    <a:pt x="15968" y="16476"/>
                    <a:pt x="10266" y="16476"/>
                  </a:cubicBezTo>
                  <a:cubicBezTo>
                    <a:pt x="4562" y="16476"/>
                    <a:pt x="0" y="12800"/>
                    <a:pt x="0" y="8238"/>
                  </a:cubicBezTo>
                  <a:cubicBezTo>
                    <a:pt x="0" y="3675"/>
                    <a:pt x="4562" y="0"/>
                    <a:pt x="10266" y="0"/>
                  </a:cubicBezTo>
                  <a:cubicBezTo>
                    <a:pt x="15968" y="0"/>
                    <a:pt x="20531" y="3675"/>
                    <a:pt x="20531" y="823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BE9D9CBB-A3E3-20BF-FE3F-1FAAE3D24906}"/>
                </a:ext>
              </a:extLst>
            </p:cNvPr>
            <p:cNvSpPr/>
            <p:nvPr/>
          </p:nvSpPr>
          <p:spPr>
            <a:xfrm>
              <a:off x="8232135" y="2004613"/>
              <a:ext cx="20531" cy="16475"/>
            </a:xfrm>
            <a:custGeom>
              <a:avLst/>
              <a:gdLst>
                <a:gd name="connsiteX0" fmla="*/ 20531 w 20531"/>
                <a:gd name="connsiteY0" fmla="*/ 8238 h 16475"/>
                <a:gd name="connsiteX1" fmla="*/ 10266 w 20531"/>
                <a:gd name="connsiteY1" fmla="*/ 16476 h 16475"/>
                <a:gd name="connsiteX2" fmla="*/ 0 w 20531"/>
                <a:gd name="connsiteY2" fmla="*/ 8238 h 16475"/>
                <a:gd name="connsiteX3" fmla="*/ 10266 w 20531"/>
                <a:gd name="connsiteY3" fmla="*/ 0 h 16475"/>
                <a:gd name="connsiteX4" fmla="*/ 20531 w 20531"/>
                <a:gd name="connsiteY4" fmla="*/ 8238 h 16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31" h="16475">
                  <a:moveTo>
                    <a:pt x="20531" y="8238"/>
                  </a:moveTo>
                  <a:cubicBezTo>
                    <a:pt x="20531" y="12800"/>
                    <a:pt x="15969" y="16476"/>
                    <a:pt x="10266" y="16476"/>
                  </a:cubicBezTo>
                  <a:cubicBezTo>
                    <a:pt x="4562" y="16476"/>
                    <a:pt x="0" y="12800"/>
                    <a:pt x="0" y="8238"/>
                  </a:cubicBezTo>
                  <a:cubicBezTo>
                    <a:pt x="0" y="3675"/>
                    <a:pt x="4562" y="0"/>
                    <a:pt x="10266" y="0"/>
                  </a:cubicBezTo>
                  <a:cubicBezTo>
                    <a:pt x="15969" y="0"/>
                    <a:pt x="20531" y="3675"/>
                    <a:pt x="20531" y="823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568FBE31-7629-CD66-63D1-975AA34F7E50}"/>
                </a:ext>
              </a:extLst>
            </p:cNvPr>
            <p:cNvSpPr/>
            <p:nvPr/>
          </p:nvSpPr>
          <p:spPr>
            <a:xfrm>
              <a:off x="8316034" y="2085217"/>
              <a:ext cx="19770" cy="15715"/>
            </a:xfrm>
            <a:custGeom>
              <a:avLst/>
              <a:gdLst>
                <a:gd name="connsiteX0" fmla="*/ 19771 w 19770"/>
                <a:gd name="connsiteY0" fmla="*/ 7858 h 15715"/>
                <a:gd name="connsiteX1" fmla="*/ 9886 w 19770"/>
                <a:gd name="connsiteY1" fmla="*/ 15715 h 15715"/>
                <a:gd name="connsiteX2" fmla="*/ 0 w 19770"/>
                <a:gd name="connsiteY2" fmla="*/ 7858 h 15715"/>
                <a:gd name="connsiteX3" fmla="*/ 9886 w 19770"/>
                <a:gd name="connsiteY3" fmla="*/ 0 h 15715"/>
                <a:gd name="connsiteX4" fmla="*/ 19771 w 19770"/>
                <a:gd name="connsiteY4" fmla="*/ 7858 h 1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70" h="15715">
                  <a:moveTo>
                    <a:pt x="19771" y="7858"/>
                  </a:moveTo>
                  <a:cubicBezTo>
                    <a:pt x="19771" y="12167"/>
                    <a:pt x="15335" y="15715"/>
                    <a:pt x="9886" y="15715"/>
                  </a:cubicBezTo>
                  <a:cubicBezTo>
                    <a:pt x="4436" y="15715"/>
                    <a:pt x="0" y="12167"/>
                    <a:pt x="0" y="7858"/>
                  </a:cubicBezTo>
                  <a:cubicBezTo>
                    <a:pt x="0" y="3549"/>
                    <a:pt x="4436" y="0"/>
                    <a:pt x="9886" y="0"/>
                  </a:cubicBezTo>
                  <a:cubicBezTo>
                    <a:pt x="15335" y="0"/>
                    <a:pt x="19771" y="3549"/>
                    <a:pt x="19771" y="785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BAF10B1A-331B-4DFD-11A0-6A4F2B326567}"/>
                </a:ext>
              </a:extLst>
            </p:cNvPr>
            <p:cNvSpPr/>
            <p:nvPr/>
          </p:nvSpPr>
          <p:spPr>
            <a:xfrm>
              <a:off x="8394484" y="2168482"/>
              <a:ext cx="19897" cy="15715"/>
            </a:xfrm>
            <a:custGeom>
              <a:avLst/>
              <a:gdLst>
                <a:gd name="connsiteX0" fmla="*/ 19898 w 19897"/>
                <a:gd name="connsiteY0" fmla="*/ 7858 h 15715"/>
                <a:gd name="connsiteX1" fmla="*/ 9886 w 19897"/>
                <a:gd name="connsiteY1" fmla="*/ 15715 h 15715"/>
                <a:gd name="connsiteX2" fmla="*/ 0 w 19897"/>
                <a:gd name="connsiteY2" fmla="*/ 7858 h 15715"/>
                <a:gd name="connsiteX3" fmla="*/ 9886 w 19897"/>
                <a:gd name="connsiteY3" fmla="*/ 0 h 15715"/>
                <a:gd name="connsiteX4" fmla="*/ 19898 w 19897"/>
                <a:gd name="connsiteY4" fmla="*/ 7858 h 1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97" h="15715">
                  <a:moveTo>
                    <a:pt x="19898" y="7858"/>
                  </a:moveTo>
                  <a:cubicBezTo>
                    <a:pt x="19898" y="12167"/>
                    <a:pt x="15462" y="15715"/>
                    <a:pt x="9886" y="15715"/>
                  </a:cubicBezTo>
                  <a:cubicBezTo>
                    <a:pt x="4309" y="15715"/>
                    <a:pt x="0" y="12167"/>
                    <a:pt x="0" y="7858"/>
                  </a:cubicBezTo>
                  <a:cubicBezTo>
                    <a:pt x="0" y="3549"/>
                    <a:pt x="4436" y="0"/>
                    <a:pt x="9886" y="0"/>
                  </a:cubicBezTo>
                  <a:cubicBezTo>
                    <a:pt x="15335" y="0"/>
                    <a:pt x="19898" y="3549"/>
                    <a:pt x="19898" y="785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278FFA5C-D108-FE5E-AA32-17630ACC157D}"/>
                </a:ext>
              </a:extLst>
            </p:cNvPr>
            <p:cNvSpPr/>
            <p:nvPr/>
          </p:nvSpPr>
          <p:spPr>
            <a:xfrm>
              <a:off x="8467991" y="2254536"/>
              <a:ext cx="19770" cy="15715"/>
            </a:xfrm>
            <a:custGeom>
              <a:avLst/>
              <a:gdLst>
                <a:gd name="connsiteX0" fmla="*/ 19771 w 19770"/>
                <a:gd name="connsiteY0" fmla="*/ 7858 h 15715"/>
                <a:gd name="connsiteX1" fmla="*/ 9886 w 19770"/>
                <a:gd name="connsiteY1" fmla="*/ 15715 h 15715"/>
                <a:gd name="connsiteX2" fmla="*/ 0 w 19770"/>
                <a:gd name="connsiteY2" fmla="*/ 7858 h 15715"/>
                <a:gd name="connsiteX3" fmla="*/ 9886 w 19770"/>
                <a:gd name="connsiteY3" fmla="*/ 0 h 15715"/>
                <a:gd name="connsiteX4" fmla="*/ 19771 w 19770"/>
                <a:gd name="connsiteY4" fmla="*/ 7858 h 1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70" h="15715">
                  <a:moveTo>
                    <a:pt x="19771" y="7858"/>
                  </a:moveTo>
                  <a:cubicBezTo>
                    <a:pt x="19771" y="12167"/>
                    <a:pt x="15335" y="15715"/>
                    <a:pt x="9886" y="15715"/>
                  </a:cubicBezTo>
                  <a:cubicBezTo>
                    <a:pt x="4436" y="15715"/>
                    <a:pt x="0" y="12167"/>
                    <a:pt x="0" y="7858"/>
                  </a:cubicBezTo>
                  <a:cubicBezTo>
                    <a:pt x="0" y="3549"/>
                    <a:pt x="4436" y="0"/>
                    <a:pt x="9886" y="0"/>
                  </a:cubicBezTo>
                  <a:cubicBezTo>
                    <a:pt x="15335" y="0"/>
                    <a:pt x="19771" y="3549"/>
                    <a:pt x="19771" y="785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E11632E0-2C4C-8E67-BC16-01B5D6CEB849}"/>
                </a:ext>
              </a:extLst>
            </p:cNvPr>
            <p:cNvSpPr/>
            <p:nvPr/>
          </p:nvSpPr>
          <p:spPr>
            <a:xfrm>
              <a:off x="8536555" y="2343631"/>
              <a:ext cx="19010" cy="15208"/>
            </a:xfrm>
            <a:custGeom>
              <a:avLst/>
              <a:gdLst>
                <a:gd name="connsiteX0" fmla="*/ 19010 w 19010"/>
                <a:gd name="connsiteY0" fmla="*/ 7604 h 15208"/>
                <a:gd name="connsiteX1" fmla="*/ 9505 w 19010"/>
                <a:gd name="connsiteY1" fmla="*/ 15208 h 15208"/>
                <a:gd name="connsiteX2" fmla="*/ 0 w 19010"/>
                <a:gd name="connsiteY2" fmla="*/ 7604 h 15208"/>
                <a:gd name="connsiteX3" fmla="*/ 9505 w 19010"/>
                <a:gd name="connsiteY3" fmla="*/ 0 h 15208"/>
                <a:gd name="connsiteX4" fmla="*/ 19010 w 19010"/>
                <a:gd name="connsiteY4" fmla="*/ 7604 h 15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10" h="15208">
                  <a:moveTo>
                    <a:pt x="19010" y="7604"/>
                  </a:moveTo>
                  <a:cubicBezTo>
                    <a:pt x="19010" y="11786"/>
                    <a:pt x="14701" y="15208"/>
                    <a:pt x="9505" y="15208"/>
                  </a:cubicBezTo>
                  <a:cubicBezTo>
                    <a:pt x="4309" y="15208"/>
                    <a:pt x="0" y="11786"/>
                    <a:pt x="0" y="7604"/>
                  </a:cubicBezTo>
                  <a:cubicBezTo>
                    <a:pt x="0" y="3422"/>
                    <a:pt x="4309" y="0"/>
                    <a:pt x="9505" y="0"/>
                  </a:cubicBezTo>
                  <a:cubicBezTo>
                    <a:pt x="14701" y="0"/>
                    <a:pt x="19010" y="3422"/>
                    <a:pt x="19010" y="760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CEBA2979-4D76-09E4-3B6F-2A125E5528E9}"/>
                </a:ext>
              </a:extLst>
            </p:cNvPr>
            <p:cNvSpPr/>
            <p:nvPr/>
          </p:nvSpPr>
          <p:spPr>
            <a:xfrm>
              <a:off x="8599416" y="2434881"/>
              <a:ext cx="19010" cy="15208"/>
            </a:xfrm>
            <a:custGeom>
              <a:avLst/>
              <a:gdLst>
                <a:gd name="connsiteX0" fmla="*/ 19010 w 19010"/>
                <a:gd name="connsiteY0" fmla="*/ 7604 h 15208"/>
                <a:gd name="connsiteX1" fmla="*/ 9505 w 19010"/>
                <a:gd name="connsiteY1" fmla="*/ 15208 h 15208"/>
                <a:gd name="connsiteX2" fmla="*/ 0 w 19010"/>
                <a:gd name="connsiteY2" fmla="*/ 7604 h 15208"/>
                <a:gd name="connsiteX3" fmla="*/ 9505 w 19010"/>
                <a:gd name="connsiteY3" fmla="*/ 0 h 15208"/>
                <a:gd name="connsiteX4" fmla="*/ 19010 w 19010"/>
                <a:gd name="connsiteY4" fmla="*/ 7604 h 15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10" h="15208">
                  <a:moveTo>
                    <a:pt x="19010" y="7604"/>
                  </a:moveTo>
                  <a:cubicBezTo>
                    <a:pt x="19010" y="11787"/>
                    <a:pt x="14828" y="15208"/>
                    <a:pt x="9505" y="15208"/>
                  </a:cubicBezTo>
                  <a:cubicBezTo>
                    <a:pt x="4182" y="15208"/>
                    <a:pt x="0" y="11787"/>
                    <a:pt x="0" y="7604"/>
                  </a:cubicBezTo>
                  <a:cubicBezTo>
                    <a:pt x="0" y="3422"/>
                    <a:pt x="4309" y="0"/>
                    <a:pt x="9505" y="0"/>
                  </a:cubicBezTo>
                  <a:cubicBezTo>
                    <a:pt x="14701" y="0"/>
                    <a:pt x="19010" y="3422"/>
                    <a:pt x="19010" y="760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0C0B53E7-EEB9-0EBA-4FCB-01D96AB63D51}"/>
                </a:ext>
              </a:extLst>
            </p:cNvPr>
            <p:cNvSpPr/>
            <p:nvPr/>
          </p:nvSpPr>
          <p:spPr>
            <a:xfrm>
              <a:off x="8657081" y="2528793"/>
              <a:ext cx="18250" cy="14447"/>
            </a:xfrm>
            <a:custGeom>
              <a:avLst/>
              <a:gdLst>
                <a:gd name="connsiteX0" fmla="*/ 18250 w 18250"/>
                <a:gd name="connsiteY0" fmla="*/ 7224 h 14447"/>
                <a:gd name="connsiteX1" fmla="*/ 9125 w 18250"/>
                <a:gd name="connsiteY1" fmla="*/ 14448 h 14447"/>
                <a:gd name="connsiteX2" fmla="*/ 0 w 18250"/>
                <a:gd name="connsiteY2" fmla="*/ 7224 h 14447"/>
                <a:gd name="connsiteX3" fmla="*/ 9125 w 18250"/>
                <a:gd name="connsiteY3" fmla="*/ 0 h 14447"/>
                <a:gd name="connsiteX4" fmla="*/ 18250 w 18250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7">
                  <a:moveTo>
                    <a:pt x="18250" y="7224"/>
                  </a:moveTo>
                  <a:cubicBezTo>
                    <a:pt x="18250" y="11153"/>
                    <a:pt x="14194" y="14448"/>
                    <a:pt x="9125" y="14448"/>
                  </a:cubicBezTo>
                  <a:cubicBezTo>
                    <a:pt x="4056" y="14448"/>
                    <a:pt x="0" y="11153"/>
                    <a:pt x="0" y="7224"/>
                  </a:cubicBezTo>
                  <a:cubicBezTo>
                    <a:pt x="0" y="3295"/>
                    <a:pt x="4056" y="0"/>
                    <a:pt x="9125" y="0"/>
                  </a:cubicBezTo>
                  <a:cubicBezTo>
                    <a:pt x="14194" y="0"/>
                    <a:pt x="18250" y="3295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0D52AF84-48EC-FC2E-7791-63411B2AD1A3}"/>
                </a:ext>
              </a:extLst>
            </p:cNvPr>
            <p:cNvSpPr/>
            <p:nvPr/>
          </p:nvSpPr>
          <p:spPr>
            <a:xfrm>
              <a:off x="8708663" y="2624351"/>
              <a:ext cx="18250" cy="14447"/>
            </a:xfrm>
            <a:custGeom>
              <a:avLst/>
              <a:gdLst>
                <a:gd name="connsiteX0" fmla="*/ 18250 w 18250"/>
                <a:gd name="connsiteY0" fmla="*/ 7224 h 14447"/>
                <a:gd name="connsiteX1" fmla="*/ 9125 w 18250"/>
                <a:gd name="connsiteY1" fmla="*/ 14448 h 14447"/>
                <a:gd name="connsiteX2" fmla="*/ 0 w 18250"/>
                <a:gd name="connsiteY2" fmla="*/ 7224 h 14447"/>
                <a:gd name="connsiteX3" fmla="*/ 9125 w 18250"/>
                <a:gd name="connsiteY3" fmla="*/ 0 h 14447"/>
                <a:gd name="connsiteX4" fmla="*/ 18250 w 18250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7">
                  <a:moveTo>
                    <a:pt x="18250" y="7224"/>
                  </a:moveTo>
                  <a:cubicBezTo>
                    <a:pt x="18250" y="11279"/>
                    <a:pt x="14194" y="14448"/>
                    <a:pt x="9125" y="14448"/>
                  </a:cubicBezTo>
                  <a:cubicBezTo>
                    <a:pt x="4055" y="14448"/>
                    <a:pt x="0" y="11279"/>
                    <a:pt x="0" y="7224"/>
                  </a:cubicBezTo>
                  <a:cubicBezTo>
                    <a:pt x="0" y="3168"/>
                    <a:pt x="4055" y="0"/>
                    <a:pt x="9125" y="0"/>
                  </a:cubicBezTo>
                  <a:cubicBezTo>
                    <a:pt x="14194" y="0"/>
                    <a:pt x="18250" y="3168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294CCDDD-73EE-50DE-87A5-D410BF3B63CA}"/>
                </a:ext>
              </a:extLst>
            </p:cNvPr>
            <p:cNvSpPr/>
            <p:nvPr/>
          </p:nvSpPr>
          <p:spPr>
            <a:xfrm>
              <a:off x="8754541" y="2721811"/>
              <a:ext cx="18250" cy="14447"/>
            </a:xfrm>
            <a:custGeom>
              <a:avLst/>
              <a:gdLst>
                <a:gd name="connsiteX0" fmla="*/ 18250 w 18250"/>
                <a:gd name="connsiteY0" fmla="*/ 7224 h 14447"/>
                <a:gd name="connsiteX1" fmla="*/ 9125 w 18250"/>
                <a:gd name="connsiteY1" fmla="*/ 14448 h 14447"/>
                <a:gd name="connsiteX2" fmla="*/ 0 w 18250"/>
                <a:gd name="connsiteY2" fmla="*/ 7224 h 14447"/>
                <a:gd name="connsiteX3" fmla="*/ 9125 w 18250"/>
                <a:gd name="connsiteY3" fmla="*/ 0 h 14447"/>
                <a:gd name="connsiteX4" fmla="*/ 18250 w 18250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7">
                  <a:moveTo>
                    <a:pt x="18250" y="7224"/>
                  </a:moveTo>
                  <a:cubicBezTo>
                    <a:pt x="18250" y="11279"/>
                    <a:pt x="14194" y="14448"/>
                    <a:pt x="9125" y="14448"/>
                  </a:cubicBezTo>
                  <a:cubicBezTo>
                    <a:pt x="4056" y="14448"/>
                    <a:pt x="0" y="11279"/>
                    <a:pt x="0" y="7224"/>
                  </a:cubicBezTo>
                  <a:cubicBezTo>
                    <a:pt x="0" y="3168"/>
                    <a:pt x="4056" y="0"/>
                    <a:pt x="9125" y="0"/>
                  </a:cubicBezTo>
                  <a:cubicBezTo>
                    <a:pt x="14194" y="0"/>
                    <a:pt x="18250" y="3168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000C7A11-DC53-A3AD-4275-EBBAC7DE1304}"/>
                </a:ext>
              </a:extLst>
            </p:cNvPr>
            <p:cNvSpPr/>
            <p:nvPr/>
          </p:nvSpPr>
          <p:spPr>
            <a:xfrm>
              <a:off x="8794589" y="2821046"/>
              <a:ext cx="17743" cy="13941"/>
            </a:xfrm>
            <a:custGeom>
              <a:avLst/>
              <a:gdLst>
                <a:gd name="connsiteX0" fmla="*/ 17743 w 17743"/>
                <a:gd name="connsiteY0" fmla="*/ 6971 h 13941"/>
                <a:gd name="connsiteX1" fmla="*/ 8872 w 17743"/>
                <a:gd name="connsiteY1" fmla="*/ 13941 h 13941"/>
                <a:gd name="connsiteX2" fmla="*/ 0 w 17743"/>
                <a:gd name="connsiteY2" fmla="*/ 6971 h 13941"/>
                <a:gd name="connsiteX3" fmla="*/ 8872 w 17743"/>
                <a:gd name="connsiteY3" fmla="*/ 0 h 13941"/>
                <a:gd name="connsiteX4" fmla="*/ 17743 w 17743"/>
                <a:gd name="connsiteY4" fmla="*/ 6971 h 1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3" h="13941">
                  <a:moveTo>
                    <a:pt x="17743" y="6971"/>
                  </a:moveTo>
                  <a:cubicBezTo>
                    <a:pt x="17743" y="10899"/>
                    <a:pt x="13815" y="13941"/>
                    <a:pt x="8872" y="13941"/>
                  </a:cubicBezTo>
                  <a:cubicBezTo>
                    <a:pt x="3929" y="13941"/>
                    <a:pt x="0" y="10773"/>
                    <a:pt x="0" y="6971"/>
                  </a:cubicBezTo>
                  <a:cubicBezTo>
                    <a:pt x="0" y="3168"/>
                    <a:pt x="3929" y="0"/>
                    <a:pt x="8872" y="0"/>
                  </a:cubicBezTo>
                  <a:cubicBezTo>
                    <a:pt x="13815" y="0"/>
                    <a:pt x="17743" y="3168"/>
                    <a:pt x="17743" y="697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AE740DE0-11B0-1B2B-5B3F-88BB4D8838AF}"/>
                </a:ext>
              </a:extLst>
            </p:cNvPr>
            <p:cNvSpPr/>
            <p:nvPr/>
          </p:nvSpPr>
          <p:spPr>
            <a:xfrm>
              <a:off x="8829062" y="2921801"/>
              <a:ext cx="16855" cy="13433"/>
            </a:xfrm>
            <a:custGeom>
              <a:avLst/>
              <a:gdLst>
                <a:gd name="connsiteX0" fmla="*/ 16855 w 16855"/>
                <a:gd name="connsiteY0" fmla="*/ 6717 h 13433"/>
                <a:gd name="connsiteX1" fmla="*/ 8491 w 16855"/>
                <a:gd name="connsiteY1" fmla="*/ 13434 h 13433"/>
                <a:gd name="connsiteX2" fmla="*/ 0 w 16855"/>
                <a:gd name="connsiteY2" fmla="*/ 6717 h 13433"/>
                <a:gd name="connsiteX3" fmla="*/ 8491 w 16855"/>
                <a:gd name="connsiteY3" fmla="*/ 0 h 13433"/>
                <a:gd name="connsiteX4" fmla="*/ 16855 w 16855"/>
                <a:gd name="connsiteY4" fmla="*/ 6717 h 13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55" h="13433">
                  <a:moveTo>
                    <a:pt x="16855" y="6717"/>
                  </a:moveTo>
                  <a:cubicBezTo>
                    <a:pt x="16855" y="10392"/>
                    <a:pt x="13053" y="13434"/>
                    <a:pt x="8491" y="13434"/>
                  </a:cubicBezTo>
                  <a:cubicBezTo>
                    <a:pt x="3929" y="13434"/>
                    <a:pt x="0" y="10392"/>
                    <a:pt x="0" y="6717"/>
                  </a:cubicBezTo>
                  <a:cubicBezTo>
                    <a:pt x="0" y="3042"/>
                    <a:pt x="3802" y="0"/>
                    <a:pt x="8491" y="0"/>
                  </a:cubicBezTo>
                  <a:cubicBezTo>
                    <a:pt x="13180" y="0"/>
                    <a:pt x="16855" y="3042"/>
                    <a:pt x="16855" y="671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65D8E302-E194-4AEF-8C75-E5F56BA46277}"/>
                </a:ext>
              </a:extLst>
            </p:cNvPr>
            <p:cNvSpPr/>
            <p:nvPr/>
          </p:nvSpPr>
          <p:spPr>
            <a:xfrm>
              <a:off x="8857451" y="3023696"/>
              <a:ext cx="15968" cy="12800"/>
            </a:xfrm>
            <a:custGeom>
              <a:avLst/>
              <a:gdLst>
                <a:gd name="connsiteX0" fmla="*/ 15969 w 15968"/>
                <a:gd name="connsiteY0" fmla="*/ 6463 h 12800"/>
                <a:gd name="connsiteX1" fmla="*/ 7984 w 15968"/>
                <a:gd name="connsiteY1" fmla="*/ 12800 h 12800"/>
                <a:gd name="connsiteX2" fmla="*/ 0 w 15968"/>
                <a:gd name="connsiteY2" fmla="*/ 6463 h 12800"/>
                <a:gd name="connsiteX3" fmla="*/ 7984 w 15968"/>
                <a:gd name="connsiteY3" fmla="*/ 0 h 12800"/>
                <a:gd name="connsiteX4" fmla="*/ 15969 w 15968"/>
                <a:gd name="connsiteY4" fmla="*/ 6463 h 1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800">
                  <a:moveTo>
                    <a:pt x="15969" y="6463"/>
                  </a:moveTo>
                  <a:cubicBezTo>
                    <a:pt x="15969" y="10012"/>
                    <a:pt x="12420" y="12800"/>
                    <a:pt x="7984" y="12800"/>
                  </a:cubicBezTo>
                  <a:cubicBezTo>
                    <a:pt x="3548" y="12800"/>
                    <a:pt x="0" y="9885"/>
                    <a:pt x="0" y="6463"/>
                  </a:cubicBezTo>
                  <a:cubicBezTo>
                    <a:pt x="0" y="3042"/>
                    <a:pt x="3675" y="0"/>
                    <a:pt x="7984" y="0"/>
                  </a:cubicBezTo>
                  <a:cubicBezTo>
                    <a:pt x="12293" y="0"/>
                    <a:pt x="15969" y="2915"/>
                    <a:pt x="15969" y="646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C03E8A85-8711-91E7-F0CC-37D2F28FFC80}"/>
                </a:ext>
              </a:extLst>
            </p:cNvPr>
            <p:cNvSpPr/>
            <p:nvPr/>
          </p:nvSpPr>
          <p:spPr>
            <a:xfrm>
              <a:off x="8879376" y="3126606"/>
              <a:ext cx="15462" cy="12293"/>
            </a:xfrm>
            <a:custGeom>
              <a:avLst/>
              <a:gdLst>
                <a:gd name="connsiteX0" fmla="*/ 15462 w 15462"/>
                <a:gd name="connsiteY0" fmla="*/ 6083 h 12293"/>
                <a:gd name="connsiteX1" fmla="*/ 7731 w 15462"/>
                <a:gd name="connsiteY1" fmla="*/ 12293 h 12293"/>
                <a:gd name="connsiteX2" fmla="*/ 0 w 15462"/>
                <a:gd name="connsiteY2" fmla="*/ 6083 h 12293"/>
                <a:gd name="connsiteX3" fmla="*/ 7731 w 15462"/>
                <a:gd name="connsiteY3" fmla="*/ 0 h 12293"/>
                <a:gd name="connsiteX4" fmla="*/ 15462 w 15462"/>
                <a:gd name="connsiteY4" fmla="*/ 6083 h 1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62" h="12293">
                  <a:moveTo>
                    <a:pt x="15462" y="6083"/>
                  </a:moveTo>
                  <a:cubicBezTo>
                    <a:pt x="15462" y="9505"/>
                    <a:pt x="12040" y="12293"/>
                    <a:pt x="7731" y="12293"/>
                  </a:cubicBezTo>
                  <a:cubicBezTo>
                    <a:pt x="3422" y="12293"/>
                    <a:pt x="0" y="9505"/>
                    <a:pt x="0" y="6083"/>
                  </a:cubicBezTo>
                  <a:cubicBezTo>
                    <a:pt x="0" y="2662"/>
                    <a:pt x="3549" y="0"/>
                    <a:pt x="7731" y="0"/>
                  </a:cubicBezTo>
                  <a:cubicBezTo>
                    <a:pt x="11913" y="0"/>
                    <a:pt x="15462" y="2788"/>
                    <a:pt x="15462" y="60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2E507F83-D0F5-69B8-33D3-D466C9BB51FB}"/>
                </a:ext>
              </a:extLst>
            </p:cNvPr>
            <p:cNvSpPr/>
            <p:nvPr/>
          </p:nvSpPr>
          <p:spPr>
            <a:xfrm>
              <a:off x="8895345" y="3230023"/>
              <a:ext cx="14701" cy="11659"/>
            </a:xfrm>
            <a:custGeom>
              <a:avLst/>
              <a:gdLst>
                <a:gd name="connsiteX0" fmla="*/ 14701 w 14701"/>
                <a:gd name="connsiteY0" fmla="*/ 5830 h 11659"/>
                <a:gd name="connsiteX1" fmla="*/ 7351 w 14701"/>
                <a:gd name="connsiteY1" fmla="*/ 11660 h 11659"/>
                <a:gd name="connsiteX2" fmla="*/ 0 w 14701"/>
                <a:gd name="connsiteY2" fmla="*/ 5830 h 11659"/>
                <a:gd name="connsiteX3" fmla="*/ 7351 w 14701"/>
                <a:gd name="connsiteY3" fmla="*/ 0 h 11659"/>
                <a:gd name="connsiteX4" fmla="*/ 14701 w 14701"/>
                <a:gd name="connsiteY4" fmla="*/ 5830 h 11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01" h="11659">
                  <a:moveTo>
                    <a:pt x="14701" y="5830"/>
                  </a:moveTo>
                  <a:cubicBezTo>
                    <a:pt x="14701" y="9125"/>
                    <a:pt x="11407" y="11660"/>
                    <a:pt x="7351" y="11660"/>
                  </a:cubicBezTo>
                  <a:cubicBezTo>
                    <a:pt x="3295" y="11660"/>
                    <a:pt x="0" y="9125"/>
                    <a:pt x="0" y="5830"/>
                  </a:cubicBezTo>
                  <a:cubicBezTo>
                    <a:pt x="0" y="2535"/>
                    <a:pt x="3295" y="0"/>
                    <a:pt x="7351" y="0"/>
                  </a:cubicBezTo>
                  <a:cubicBezTo>
                    <a:pt x="11407" y="0"/>
                    <a:pt x="14701" y="2661"/>
                    <a:pt x="14701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CB39B886-5A3A-E76F-4BDD-B3EB61D3192A}"/>
                </a:ext>
              </a:extLst>
            </p:cNvPr>
            <p:cNvSpPr/>
            <p:nvPr/>
          </p:nvSpPr>
          <p:spPr>
            <a:xfrm>
              <a:off x="8904977" y="3334073"/>
              <a:ext cx="13940" cy="11152"/>
            </a:xfrm>
            <a:custGeom>
              <a:avLst/>
              <a:gdLst>
                <a:gd name="connsiteX0" fmla="*/ 13941 w 13940"/>
                <a:gd name="connsiteY0" fmla="*/ 5576 h 11152"/>
                <a:gd name="connsiteX1" fmla="*/ 6970 w 13940"/>
                <a:gd name="connsiteY1" fmla="*/ 11153 h 11152"/>
                <a:gd name="connsiteX2" fmla="*/ 0 w 13940"/>
                <a:gd name="connsiteY2" fmla="*/ 5576 h 11152"/>
                <a:gd name="connsiteX3" fmla="*/ 6970 w 13940"/>
                <a:gd name="connsiteY3" fmla="*/ 0 h 11152"/>
                <a:gd name="connsiteX4" fmla="*/ 13941 w 13940"/>
                <a:gd name="connsiteY4" fmla="*/ 5576 h 11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0" h="11152">
                  <a:moveTo>
                    <a:pt x="13941" y="5576"/>
                  </a:moveTo>
                  <a:cubicBezTo>
                    <a:pt x="13941" y="8618"/>
                    <a:pt x="10772" y="11153"/>
                    <a:pt x="6970" y="11153"/>
                  </a:cubicBezTo>
                  <a:cubicBezTo>
                    <a:pt x="3168" y="11153"/>
                    <a:pt x="0" y="8618"/>
                    <a:pt x="0" y="5576"/>
                  </a:cubicBezTo>
                  <a:cubicBezTo>
                    <a:pt x="0" y="2534"/>
                    <a:pt x="3168" y="0"/>
                    <a:pt x="6970" y="0"/>
                  </a:cubicBezTo>
                  <a:cubicBezTo>
                    <a:pt x="10772" y="0"/>
                    <a:pt x="13941" y="2408"/>
                    <a:pt x="13941" y="55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42523F7C-5301-9BC4-7C9D-5287C3E175EC}"/>
                </a:ext>
              </a:extLst>
            </p:cNvPr>
            <p:cNvSpPr/>
            <p:nvPr/>
          </p:nvSpPr>
          <p:spPr>
            <a:xfrm>
              <a:off x="9033360" y="3437996"/>
              <a:ext cx="13940" cy="11152"/>
            </a:xfrm>
            <a:custGeom>
              <a:avLst/>
              <a:gdLst>
                <a:gd name="connsiteX0" fmla="*/ 13941 w 13940"/>
                <a:gd name="connsiteY0" fmla="*/ 5576 h 11152"/>
                <a:gd name="connsiteX1" fmla="*/ 6970 w 13940"/>
                <a:gd name="connsiteY1" fmla="*/ 11153 h 11152"/>
                <a:gd name="connsiteX2" fmla="*/ 0 w 13940"/>
                <a:gd name="connsiteY2" fmla="*/ 5576 h 11152"/>
                <a:gd name="connsiteX3" fmla="*/ 6970 w 13940"/>
                <a:gd name="connsiteY3" fmla="*/ 0 h 11152"/>
                <a:gd name="connsiteX4" fmla="*/ 13941 w 13940"/>
                <a:gd name="connsiteY4" fmla="*/ 5576 h 11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0" h="11152">
                  <a:moveTo>
                    <a:pt x="13941" y="5576"/>
                  </a:moveTo>
                  <a:cubicBezTo>
                    <a:pt x="13941" y="8618"/>
                    <a:pt x="10772" y="11153"/>
                    <a:pt x="6970" y="11153"/>
                  </a:cubicBezTo>
                  <a:cubicBezTo>
                    <a:pt x="3168" y="11153"/>
                    <a:pt x="0" y="8618"/>
                    <a:pt x="0" y="5576"/>
                  </a:cubicBezTo>
                  <a:cubicBezTo>
                    <a:pt x="0" y="2535"/>
                    <a:pt x="3168" y="0"/>
                    <a:pt x="6970" y="0"/>
                  </a:cubicBezTo>
                  <a:cubicBezTo>
                    <a:pt x="10772" y="0"/>
                    <a:pt x="13941" y="2408"/>
                    <a:pt x="13941" y="55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70434F75-B9BD-7B6F-98ED-1B37A96E3A88}"/>
                </a:ext>
              </a:extLst>
            </p:cNvPr>
            <p:cNvSpPr/>
            <p:nvPr/>
          </p:nvSpPr>
          <p:spPr>
            <a:xfrm>
              <a:off x="9030572" y="3542300"/>
              <a:ext cx="13433" cy="10645"/>
            </a:xfrm>
            <a:custGeom>
              <a:avLst/>
              <a:gdLst>
                <a:gd name="connsiteX0" fmla="*/ 13434 w 13433"/>
                <a:gd name="connsiteY0" fmla="*/ 5323 h 10645"/>
                <a:gd name="connsiteX1" fmla="*/ 6717 w 13433"/>
                <a:gd name="connsiteY1" fmla="*/ 10646 h 10645"/>
                <a:gd name="connsiteX2" fmla="*/ 0 w 13433"/>
                <a:gd name="connsiteY2" fmla="*/ 5323 h 10645"/>
                <a:gd name="connsiteX3" fmla="*/ 6717 w 13433"/>
                <a:gd name="connsiteY3" fmla="*/ 0 h 10645"/>
                <a:gd name="connsiteX4" fmla="*/ 13434 w 13433"/>
                <a:gd name="connsiteY4" fmla="*/ 5323 h 1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33" h="10645">
                  <a:moveTo>
                    <a:pt x="13434" y="5323"/>
                  </a:moveTo>
                  <a:cubicBezTo>
                    <a:pt x="13434" y="8238"/>
                    <a:pt x="10392" y="10646"/>
                    <a:pt x="6717" y="10646"/>
                  </a:cubicBezTo>
                  <a:cubicBezTo>
                    <a:pt x="3042" y="10646"/>
                    <a:pt x="0" y="8238"/>
                    <a:pt x="0" y="5323"/>
                  </a:cubicBezTo>
                  <a:cubicBezTo>
                    <a:pt x="0" y="2408"/>
                    <a:pt x="3042" y="0"/>
                    <a:pt x="6717" y="0"/>
                  </a:cubicBezTo>
                  <a:cubicBezTo>
                    <a:pt x="10392" y="0"/>
                    <a:pt x="13434" y="2408"/>
                    <a:pt x="13434" y="532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B595B178-880C-16B0-5D20-E9C6FD2A7ACD}"/>
                </a:ext>
              </a:extLst>
            </p:cNvPr>
            <p:cNvSpPr/>
            <p:nvPr/>
          </p:nvSpPr>
          <p:spPr>
            <a:xfrm>
              <a:off x="9022207" y="3646350"/>
              <a:ext cx="12546" cy="10012"/>
            </a:xfrm>
            <a:custGeom>
              <a:avLst/>
              <a:gdLst>
                <a:gd name="connsiteX0" fmla="*/ 12547 w 12546"/>
                <a:gd name="connsiteY0" fmla="*/ 4943 h 10012"/>
                <a:gd name="connsiteX1" fmla="*/ 6210 w 12546"/>
                <a:gd name="connsiteY1" fmla="*/ 10012 h 10012"/>
                <a:gd name="connsiteX2" fmla="*/ 0 w 12546"/>
                <a:gd name="connsiteY2" fmla="*/ 4943 h 10012"/>
                <a:gd name="connsiteX3" fmla="*/ 6210 w 12546"/>
                <a:gd name="connsiteY3" fmla="*/ 0 h 10012"/>
                <a:gd name="connsiteX4" fmla="*/ 12547 w 12546"/>
                <a:gd name="connsiteY4" fmla="*/ 4943 h 1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46" h="10012">
                  <a:moveTo>
                    <a:pt x="12547" y="4943"/>
                  </a:moveTo>
                  <a:lnTo>
                    <a:pt x="6210" y="10012"/>
                  </a:lnTo>
                  <a:lnTo>
                    <a:pt x="0" y="4943"/>
                  </a:lnTo>
                  <a:lnTo>
                    <a:pt x="6210" y="0"/>
                  </a:lnTo>
                  <a:lnTo>
                    <a:pt x="12547" y="494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803B6ED0-10C3-A486-921E-071CD5791662}"/>
                </a:ext>
              </a:extLst>
            </p:cNvPr>
            <p:cNvSpPr/>
            <p:nvPr/>
          </p:nvSpPr>
          <p:spPr>
            <a:xfrm>
              <a:off x="9007506" y="3749894"/>
              <a:ext cx="12040" cy="9505"/>
            </a:xfrm>
            <a:custGeom>
              <a:avLst/>
              <a:gdLst>
                <a:gd name="connsiteX0" fmla="*/ 12040 w 12040"/>
                <a:gd name="connsiteY0" fmla="*/ 4689 h 9505"/>
                <a:gd name="connsiteX1" fmla="*/ 5957 w 12040"/>
                <a:gd name="connsiteY1" fmla="*/ 9505 h 9505"/>
                <a:gd name="connsiteX2" fmla="*/ 0 w 12040"/>
                <a:gd name="connsiteY2" fmla="*/ 4689 h 9505"/>
                <a:gd name="connsiteX3" fmla="*/ 5957 w 12040"/>
                <a:gd name="connsiteY3" fmla="*/ 0 h 9505"/>
                <a:gd name="connsiteX4" fmla="*/ 12040 w 12040"/>
                <a:gd name="connsiteY4" fmla="*/ 4689 h 9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40" h="9505">
                  <a:moveTo>
                    <a:pt x="12040" y="4689"/>
                  </a:moveTo>
                  <a:lnTo>
                    <a:pt x="5957" y="9505"/>
                  </a:lnTo>
                  <a:lnTo>
                    <a:pt x="0" y="4689"/>
                  </a:lnTo>
                  <a:lnTo>
                    <a:pt x="5957" y="0"/>
                  </a:lnTo>
                  <a:lnTo>
                    <a:pt x="12040" y="468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AB8A5FBA-6B5B-45A5-E761-234494C5ED0C}"/>
                </a:ext>
              </a:extLst>
            </p:cNvPr>
            <p:cNvSpPr/>
            <p:nvPr/>
          </p:nvSpPr>
          <p:spPr>
            <a:xfrm>
              <a:off x="8987101" y="3852803"/>
              <a:ext cx="11152" cy="8998"/>
            </a:xfrm>
            <a:custGeom>
              <a:avLst/>
              <a:gdLst>
                <a:gd name="connsiteX0" fmla="*/ 11153 w 11152"/>
                <a:gd name="connsiteY0" fmla="*/ 4562 h 8998"/>
                <a:gd name="connsiteX1" fmla="*/ 5576 w 11152"/>
                <a:gd name="connsiteY1" fmla="*/ 8998 h 8998"/>
                <a:gd name="connsiteX2" fmla="*/ 0 w 11152"/>
                <a:gd name="connsiteY2" fmla="*/ 4562 h 8998"/>
                <a:gd name="connsiteX3" fmla="*/ 5576 w 11152"/>
                <a:gd name="connsiteY3" fmla="*/ 0 h 8998"/>
                <a:gd name="connsiteX4" fmla="*/ 11153 w 11152"/>
                <a:gd name="connsiteY4" fmla="*/ 4562 h 8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52" h="8998">
                  <a:moveTo>
                    <a:pt x="11153" y="4562"/>
                  </a:moveTo>
                  <a:lnTo>
                    <a:pt x="5576" y="8998"/>
                  </a:lnTo>
                  <a:lnTo>
                    <a:pt x="0" y="4562"/>
                  </a:lnTo>
                  <a:lnTo>
                    <a:pt x="5576" y="0"/>
                  </a:lnTo>
                  <a:lnTo>
                    <a:pt x="11153" y="456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06FBF939-CFDF-8638-AD7E-C5AD2C351586}"/>
                </a:ext>
              </a:extLst>
            </p:cNvPr>
            <p:cNvSpPr/>
            <p:nvPr/>
          </p:nvSpPr>
          <p:spPr>
            <a:xfrm>
              <a:off x="8961121" y="3955206"/>
              <a:ext cx="9885" cy="7857"/>
            </a:xfrm>
            <a:custGeom>
              <a:avLst/>
              <a:gdLst>
                <a:gd name="connsiteX0" fmla="*/ 9885 w 9885"/>
                <a:gd name="connsiteY0" fmla="*/ 3929 h 7857"/>
                <a:gd name="connsiteX1" fmla="*/ 4943 w 9885"/>
                <a:gd name="connsiteY1" fmla="*/ 7858 h 7857"/>
                <a:gd name="connsiteX2" fmla="*/ 0 w 9885"/>
                <a:gd name="connsiteY2" fmla="*/ 3929 h 7857"/>
                <a:gd name="connsiteX3" fmla="*/ 4943 w 9885"/>
                <a:gd name="connsiteY3" fmla="*/ 0 h 7857"/>
                <a:gd name="connsiteX4" fmla="*/ 9885 w 9885"/>
                <a:gd name="connsiteY4" fmla="*/ 3929 h 7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85" h="7857">
                  <a:moveTo>
                    <a:pt x="9885" y="3929"/>
                  </a:moveTo>
                  <a:lnTo>
                    <a:pt x="4943" y="7858"/>
                  </a:lnTo>
                  <a:lnTo>
                    <a:pt x="0" y="3929"/>
                  </a:lnTo>
                  <a:lnTo>
                    <a:pt x="4943" y="0"/>
                  </a:lnTo>
                  <a:lnTo>
                    <a:pt x="9885" y="392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CC2881A3-C08B-AAB7-A334-966DEC08512A}"/>
                </a:ext>
              </a:extLst>
            </p:cNvPr>
            <p:cNvSpPr/>
            <p:nvPr/>
          </p:nvSpPr>
          <p:spPr>
            <a:xfrm>
              <a:off x="8928930" y="4056214"/>
              <a:ext cx="9251" cy="7350"/>
            </a:xfrm>
            <a:custGeom>
              <a:avLst/>
              <a:gdLst>
                <a:gd name="connsiteX0" fmla="*/ 9251 w 9251"/>
                <a:gd name="connsiteY0" fmla="*/ 3675 h 7350"/>
                <a:gd name="connsiteX1" fmla="*/ 4562 w 9251"/>
                <a:gd name="connsiteY1" fmla="*/ 7351 h 7350"/>
                <a:gd name="connsiteX2" fmla="*/ 0 w 9251"/>
                <a:gd name="connsiteY2" fmla="*/ 3675 h 7350"/>
                <a:gd name="connsiteX3" fmla="*/ 4562 w 9251"/>
                <a:gd name="connsiteY3" fmla="*/ 0 h 7350"/>
                <a:gd name="connsiteX4" fmla="*/ 9251 w 9251"/>
                <a:gd name="connsiteY4" fmla="*/ 3675 h 7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51" h="7350">
                  <a:moveTo>
                    <a:pt x="9251" y="3675"/>
                  </a:moveTo>
                  <a:lnTo>
                    <a:pt x="4562" y="7351"/>
                  </a:lnTo>
                  <a:lnTo>
                    <a:pt x="0" y="3675"/>
                  </a:lnTo>
                  <a:lnTo>
                    <a:pt x="4562" y="0"/>
                  </a:lnTo>
                  <a:lnTo>
                    <a:pt x="9251" y="367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4DE627D2-90CF-96FB-6B9B-4DDDB8F564C6}"/>
                </a:ext>
              </a:extLst>
            </p:cNvPr>
            <p:cNvSpPr/>
            <p:nvPr/>
          </p:nvSpPr>
          <p:spPr>
            <a:xfrm>
              <a:off x="8891162" y="4155955"/>
              <a:ext cx="8365" cy="6717"/>
            </a:xfrm>
            <a:custGeom>
              <a:avLst/>
              <a:gdLst>
                <a:gd name="connsiteX0" fmla="*/ 8365 w 8365"/>
                <a:gd name="connsiteY0" fmla="*/ 3422 h 6717"/>
                <a:gd name="connsiteX1" fmla="*/ 4183 w 8365"/>
                <a:gd name="connsiteY1" fmla="*/ 6717 h 6717"/>
                <a:gd name="connsiteX2" fmla="*/ 0 w 8365"/>
                <a:gd name="connsiteY2" fmla="*/ 3422 h 6717"/>
                <a:gd name="connsiteX3" fmla="*/ 4183 w 8365"/>
                <a:gd name="connsiteY3" fmla="*/ 0 h 6717"/>
                <a:gd name="connsiteX4" fmla="*/ 8365 w 8365"/>
                <a:gd name="connsiteY4" fmla="*/ 3422 h 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65" h="6717">
                  <a:moveTo>
                    <a:pt x="8365" y="3422"/>
                  </a:moveTo>
                  <a:lnTo>
                    <a:pt x="4183" y="6717"/>
                  </a:lnTo>
                  <a:lnTo>
                    <a:pt x="0" y="3422"/>
                  </a:lnTo>
                  <a:lnTo>
                    <a:pt x="4183" y="0"/>
                  </a:lnTo>
                  <a:lnTo>
                    <a:pt x="8365" y="342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1FCA3677-E909-08AB-F7AF-D1D0285A1933}"/>
                </a:ext>
              </a:extLst>
            </p:cNvPr>
            <p:cNvSpPr/>
            <p:nvPr/>
          </p:nvSpPr>
          <p:spPr>
            <a:xfrm>
              <a:off x="8847819" y="4254429"/>
              <a:ext cx="7224" cy="5702"/>
            </a:xfrm>
            <a:custGeom>
              <a:avLst/>
              <a:gdLst>
                <a:gd name="connsiteX0" fmla="*/ 7224 w 7224"/>
                <a:gd name="connsiteY0" fmla="*/ 2915 h 5702"/>
                <a:gd name="connsiteX1" fmla="*/ 3548 w 7224"/>
                <a:gd name="connsiteY1" fmla="*/ 5703 h 5702"/>
                <a:gd name="connsiteX2" fmla="*/ 0 w 7224"/>
                <a:gd name="connsiteY2" fmla="*/ 2915 h 5702"/>
                <a:gd name="connsiteX3" fmla="*/ 3548 w 7224"/>
                <a:gd name="connsiteY3" fmla="*/ 0 h 5702"/>
                <a:gd name="connsiteX4" fmla="*/ 7224 w 7224"/>
                <a:gd name="connsiteY4" fmla="*/ 2915 h 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24" h="5702">
                  <a:moveTo>
                    <a:pt x="7224" y="2915"/>
                  </a:moveTo>
                  <a:lnTo>
                    <a:pt x="3548" y="5703"/>
                  </a:lnTo>
                  <a:lnTo>
                    <a:pt x="0" y="2915"/>
                  </a:lnTo>
                  <a:lnTo>
                    <a:pt x="3548" y="0"/>
                  </a:lnTo>
                  <a:lnTo>
                    <a:pt x="7224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3625F184-4E9F-52A0-F080-AB15D05EB467}"/>
                </a:ext>
              </a:extLst>
            </p:cNvPr>
            <p:cNvSpPr/>
            <p:nvPr/>
          </p:nvSpPr>
          <p:spPr>
            <a:xfrm>
              <a:off x="8798645" y="4351002"/>
              <a:ext cx="6463" cy="5196"/>
            </a:xfrm>
            <a:custGeom>
              <a:avLst/>
              <a:gdLst>
                <a:gd name="connsiteX0" fmla="*/ 6464 w 6463"/>
                <a:gd name="connsiteY0" fmla="*/ 2535 h 5196"/>
                <a:gd name="connsiteX1" fmla="*/ 3295 w 6463"/>
                <a:gd name="connsiteY1" fmla="*/ 5196 h 5196"/>
                <a:gd name="connsiteX2" fmla="*/ 0 w 6463"/>
                <a:gd name="connsiteY2" fmla="*/ 2535 h 5196"/>
                <a:gd name="connsiteX3" fmla="*/ 3295 w 6463"/>
                <a:gd name="connsiteY3" fmla="*/ 0 h 5196"/>
                <a:gd name="connsiteX4" fmla="*/ 6464 w 6463"/>
                <a:gd name="connsiteY4" fmla="*/ 2535 h 5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196">
                  <a:moveTo>
                    <a:pt x="6464" y="2535"/>
                  </a:moveTo>
                  <a:lnTo>
                    <a:pt x="3295" y="5196"/>
                  </a:lnTo>
                  <a:lnTo>
                    <a:pt x="0" y="2535"/>
                  </a:lnTo>
                  <a:lnTo>
                    <a:pt x="3295" y="0"/>
                  </a:lnTo>
                  <a:lnTo>
                    <a:pt x="6464" y="253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EFB528EE-4466-5575-0E46-2D561C090630}"/>
                </a:ext>
              </a:extLst>
            </p:cNvPr>
            <p:cNvSpPr/>
            <p:nvPr/>
          </p:nvSpPr>
          <p:spPr>
            <a:xfrm>
              <a:off x="8744022" y="4445674"/>
              <a:ext cx="5830" cy="4689"/>
            </a:xfrm>
            <a:custGeom>
              <a:avLst/>
              <a:gdLst>
                <a:gd name="connsiteX0" fmla="*/ 5830 w 5830"/>
                <a:gd name="connsiteY0" fmla="*/ 2281 h 4689"/>
                <a:gd name="connsiteX1" fmla="*/ 2915 w 5830"/>
                <a:gd name="connsiteY1" fmla="*/ 4689 h 4689"/>
                <a:gd name="connsiteX2" fmla="*/ 0 w 5830"/>
                <a:gd name="connsiteY2" fmla="*/ 2281 h 4689"/>
                <a:gd name="connsiteX3" fmla="*/ 2915 w 5830"/>
                <a:gd name="connsiteY3" fmla="*/ 0 h 4689"/>
                <a:gd name="connsiteX4" fmla="*/ 5830 w 5830"/>
                <a:gd name="connsiteY4" fmla="*/ 2281 h 4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30" h="4689">
                  <a:moveTo>
                    <a:pt x="5830" y="2281"/>
                  </a:moveTo>
                  <a:lnTo>
                    <a:pt x="2915" y="4689"/>
                  </a:lnTo>
                  <a:lnTo>
                    <a:pt x="0" y="2281"/>
                  </a:lnTo>
                  <a:lnTo>
                    <a:pt x="2915" y="0"/>
                  </a:lnTo>
                  <a:lnTo>
                    <a:pt x="5830" y="22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5195CC8F-766E-A823-B0E9-F3C8985B3220}"/>
                </a:ext>
              </a:extLst>
            </p:cNvPr>
            <p:cNvSpPr/>
            <p:nvPr/>
          </p:nvSpPr>
          <p:spPr>
            <a:xfrm>
              <a:off x="8684329" y="4538445"/>
              <a:ext cx="4689" cy="3801"/>
            </a:xfrm>
            <a:custGeom>
              <a:avLst/>
              <a:gdLst>
                <a:gd name="connsiteX0" fmla="*/ 4689 w 4689"/>
                <a:gd name="connsiteY0" fmla="*/ 1901 h 3801"/>
                <a:gd name="connsiteX1" fmla="*/ 2281 w 4689"/>
                <a:gd name="connsiteY1" fmla="*/ 3802 h 3801"/>
                <a:gd name="connsiteX2" fmla="*/ 0 w 4689"/>
                <a:gd name="connsiteY2" fmla="*/ 1901 h 3801"/>
                <a:gd name="connsiteX3" fmla="*/ 2281 w 4689"/>
                <a:gd name="connsiteY3" fmla="*/ 0 h 3801"/>
                <a:gd name="connsiteX4" fmla="*/ 4689 w 4689"/>
                <a:gd name="connsiteY4" fmla="*/ 1901 h 3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89" h="3801">
                  <a:moveTo>
                    <a:pt x="4689" y="1901"/>
                  </a:moveTo>
                  <a:lnTo>
                    <a:pt x="2281" y="3802"/>
                  </a:lnTo>
                  <a:lnTo>
                    <a:pt x="0" y="1901"/>
                  </a:lnTo>
                  <a:lnTo>
                    <a:pt x="2281" y="0"/>
                  </a:lnTo>
                  <a:lnTo>
                    <a:pt x="4689" y="190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6D9F3416-EA1C-AD29-4465-61F083544D9E}"/>
                </a:ext>
              </a:extLst>
            </p:cNvPr>
            <p:cNvSpPr/>
            <p:nvPr/>
          </p:nvSpPr>
          <p:spPr>
            <a:xfrm>
              <a:off x="8619060" y="4628807"/>
              <a:ext cx="4181" cy="3168"/>
            </a:xfrm>
            <a:custGeom>
              <a:avLst/>
              <a:gdLst>
                <a:gd name="connsiteX0" fmla="*/ 4182 w 4181"/>
                <a:gd name="connsiteY0" fmla="*/ 1647 h 3168"/>
                <a:gd name="connsiteX1" fmla="*/ 2154 w 4181"/>
                <a:gd name="connsiteY1" fmla="*/ 3168 h 3168"/>
                <a:gd name="connsiteX2" fmla="*/ 0 w 4181"/>
                <a:gd name="connsiteY2" fmla="*/ 1647 h 3168"/>
                <a:gd name="connsiteX3" fmla="*/ 2154 w 4181"/>
                <a:gd name="connsiteY3" fmla="*/ 0 h 3168"/>
                <a:gd name="connsiteX4" fmla="*/ 4182 w 4181"/>
                <a:gd name="connsiteY4" fmla="*/ 1647 h 3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1" h="3168">
                  <a:moveTo>
                    <a:pt x="4182" y="1647"/>
                  </a:moveTo>
                  <a:lnTo>
                    <a:pt x="2154" y="3168"/>
                  </a:lnTo>
                  <a:lnTo>
                    <a:pt x="0" y="1647"/>
                  </a:lnTo>
                  <a:lnTo>
                    <a:pt x="2154" y="0"/>
                  </a:lnTo>
                  <a:lnTo>
                    <a:pt x="4182" y="164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A63B1F35-591E-7E81-89B5-871E2BDEE340}"/>
                </a:ext>
              </a:extLst>
            </p:cNvPr>
            <p:cNvSpPr/>
            <p:nvPr/>
          </p:nvSpPr>
          <p:spPr>
            <a:xfrm>
              <a:off x="8548722" y="4716635"/>
              <a:ext cx="3548" cy="2788"/>
            </a:xfrm>
            <a:custGeom>
              <a:avLst/>
              <a:gdLst>
                <a:gd name="connsiteX0" fmla="*/ 3548 w 3548"/>
                <a:gd name="connsiteY0" fmla="*/ 1394 h 2788"/>
                <a:gd name="connsiteX1" fmla="*/ 1774 w 3548"/>
                <a:gd name="connsiteY1" fmla="*/ 2788 h 2788"/>
                <a:gd name="connsiteX2" fmla="*/ 0 w 3548"/>
                <a:gd name="connsiteY2" fmla="*/ 1394 h 2788"/>
                <a:gd name="connsiteX3" fmla="*/ 1774 w 3548"/>
                <a:gd name="connsiteY3" fmla="*/ 0 h 2788"/>
                <a:gd name="connsiteX4" fmla="*/ 3548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8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8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190D84DC-434D-C613-04A4-E167D30311B8}"/>
                </a:ext>
              </a:extLst>
            </p:cNvPr>
            <p:cNvSpPr/>
            <p:nvPr/>
          </p:nvSpPr>
          <p:spPr>
            <a:xfrm>
              <a:off x="8473694" y="4802055"/>
              <a:ext cx="2408" cy="1774"/>
            </a:xfrm>
            <a:custGeom>
              <a:avLst/>
              <a:gdLst>
                <a:gd name="connsiteX0" fmla="*/ 2408 w 2408"/>
                <a:gd name="connsiteY0" fmla="*/ 887 h 1774"/>
                <a:gd name="connsiteX1" fmla="*/ 1141 w 2408"/>
                <a:gd name="connsiteY1" fmla="*/ 1774 h 1774"/>
                <a:gd name="connsiteX2" fmla="*/ 0 w 2408"/>
                <a:gd name="connsiteY2" fmla="*/ 887 h 1774"/>
                <a:gd name="connsiteX3" fmla="*/ 1141 w 2408"/>
                <a:gd name="connsiteY3" fmla="*/ 0 h 1774"/>
                <a:gd name="connsiteX4" fmla="*/ 2408 w 2408"/>
                <a:gd name="connsiteY4" fmla="*/ 887 h 1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8" h="1774">
                  <a:moveTo>
                    <a:pt x="2408" y="887"/>
                  </a:moveTo>
                  <a:lnTo>
                    <a:pt x="1141" y="1774"/>
                  </a:lnTo>
                  <a:lnTo>
                    <a:pt x="0" y="887"/>
                  </a:lnTo>
                  <a:lnTo>
                    <a:pt x="1141" y="0"/>
                  </a:lnTo>
                  <a:lnTo>
                    <a:pt x="2408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71FD5E09-DB6F-3455-E82C-B1701C5BB013}"/>
                </a:ext>
              </a:extLst>
            </p:cNvPr>
            <p:cNvSpPr/>
            <p:nvPr/>
          </p:nvSpPr>
          <p:spPr>
            <a:xfrm>
              <a:off x="8393597" y="4884434"/>
              <a:ext cx="1774" cy="1394"/>
            </a:xfrm>
            <a:custGeom>
              <a:avLst/>
              <a:gdLst>
                <a:gd name="connsiteX0" fmla="*/ 1774 w 1774"/>
                <a:gd name="connsiteY0" fmla="*/ 634 h 1394"/>
                <a:gd name="connsiteX1" fmla="*/ 887 w 1774"/>
                <a:gd name="connsiteY1" fmla="*/ 1394 h 1394"/>
                <a:gd name="connsiteX2" fmla="*/ 0 w 1774"/>
                <a:gd name="connsiteY2" fmla="*/ 634 h 1394"/>
                <a:gd name="connsiteX3" fmla="*/ 887 w 1774"/>
                <a:gd name="connsiteY3" fmla="*/ 0 h 1394"/>
                <a:gd name="connsiteX4" fmla="*/ 1774 w 1774"/>
                <a:gd name="connsiteY4" fmla="*/ 634 h 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" h="1394">
                  <a:moveTo>
                    <a:pt x="1774" y="634"/>
                  </a:moveTo>
                  <a:lnTo>
                    <a:pt x="887" y="1394"/>
                  </a:lnTo>
                  <a:lnTo>
                    <a:pt x="0" y="634"/>
                  </a:lnTo>
                  <a:lnTo>
                    <a:pt x="887" y="0"/>
                  </a:lnTo>
                  <a:lnTo>
                    <a:pt x="1774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78BFA20B-1FAA-0EE8-7AF9-5D8C341340DC}"/>
                </a:ext>
              </a:extLst>
            </p:cNvPr>
            <p:cNvSpPr/>
            <p:nvPr/>
          </p:nvSpPr>
          <p:spPr>
            <a:xfrm>
              <a:off x="8309064" y="4963897"/>
              <a:ext cx="760" cy="633"/>
            </a:xfrm>
            <a:custGeom>
              <a:avLst/>
              <a:gdLst>
                <a:gd name="connsiteX0" fmla="*/ 760 w 760"/>
                <a:gd name="connsiteY0" fmla="*/ 381 h 633"/>
                <a:gd name="connsiteX1" fmla="*/ 381 w 760"/>
                <a:gd name="connsiteY1" fmla="*/ 634 h 633"/>
                <a:gd name="connsiteX2" fmla="*/ 0 w 760"/>
                <a:gd name="connsiteY2" fmla="*/ 381 h 633"/>
                <a:gd name="connsiteX3" fmla="*/ 381 w 760"/>
                <a:gd name="connsiteY3" fmla="*/ 0 h 633"/>
                <a:gd name="connsiteX4" fmla="*/ 760 w 760"/>
                <a:gd name="connsiteY4" fmla="*/ 381 h 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0" h="633">
                  <a:moveTo>
                    <a:pt x="760" y="381"/>
                  </a:moveTo>
                  <a:lnTo>
                    <a:pt x="381" y="634"/>
                  </a:lnTo>
                  <a:lnTo>
                    <a:pt x="0" y="381"/>
                  </a:lnTo>
                  <a:lnTo>
                    <a:pt x="381" y="0"/>
                  </a:lnTo>
                  <a:lnTo>
                    <a:pt x="760" y="3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370D9442-C8A2-7BA5-E73F-59F592CE8860}"/>
                </a:ext>
              </a:extLst>
            </p:cNvPr>
            <p:cNvSpPr/>
            <p:nvPr/>
          </p:nvSpPr>
          <p:spPr>
            <a:xfrm>
              <a:off x="8027710" y="5181630"/>
              <a:ext cx="1267" cy="1140"/>
            </a:xfrm>
            <a:custGeom>
              <a:avLst/>
              <a:gdLst>
                <a:gd name="connsiteX0" fmla="*/ 1268 w 1267"/>
                <a:gd name="connsiteY0" fmla="*/ 507 h 1140"/>
                <a:gd name="connsiteX1" fmla="*/ 634 w 1267"/>
                <a:gd name="connsiteY1" fmla="*/ 1141 h 1140"/>
                <a:gd name="connsiteX2" fmla="*/ 0 w 1267"/>
                <a:gd name="connsiteY2" fmla="*/ 507 h 1140"/>
                <a:gd name="connsiteX3" fmla="*/ 634 w 1267"/>
                <a:gd name="connsiteY3" fmla="*/ 0 h 1140"/>
                <a:gd name="connsiteX4" fmla="*/ 1268 w 1267"/>
                <a:gd name="connsiteY4" fmla="*/ 507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7" h="1140">
                  <a:moveTo>
                    <a:pt x="1268" y="507"/>
                  </a:moveTo>
                  <a:lnTo>
                    <a:pt x="634" y="1141"/>
                  </a:lnTo>
                  <a:lnTo>
                    <a:pt x="0" y="507"/>
                  </a:lnTo>
                  <a:lnTo>
                    <a:pt x="634" y="0"/>
                  </a:lnTo>
                  <a:lnTo>
                    <a:pt x="1268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FEEA9A2A-6C57-72D7-1492-40E335A26BD3}"/>
                </a:ext>
              </a:extLst>
            </p:cNvPr>
            <p:cNvSpPr/>
            <p:nvPr/>
          </p:nvSpPr>
          <p:spPr>
            <a:xfrm>
              <a:off x="7925181" y="5246645"/>
              <a:ext cx="2914" cy="2281"/>
            </a:xfrm>
            <a:custGeom>
              <a:avLst/>
              <a:gdLst>
                <a:gd name="connsiteX0" fmla="*/ 2915 w 2914"/>
                <a:gd name="connsiteY0" fmla="*/ 1141 h 2281"/>
                <a:gd name="connsiteX1" fmla="*/ 1521 w 2914"/>
                <a:gd name="connsiteY1" fmla="*/ 2281 h 2281"/>
                <a:gd name="connsiteX2" fmla="*/ 0 w 2914"/>
                <a:gd name="connsiteY2" fmla="*/ 1141 h 2281"/>
                <a:gd name="connsiteX3" fmla="*/ 1521 w 2914"/>
                <a:gd name="connsiteY3" fmla="*/ 0 h 2281"/>
                <a:gd name="connsiteX4" fmla="*/ 2915 w 2914"/>
                <a:gd name="connsiteY4" fmla="*/ 1141 h 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" h="2281">
                  <a:moveTo>
                    <a:pt x="2915" y="1141"/>
                  </a:moveTo>
                  <a:lnTo>
                    <a:pt x="1521" y="2281"/>
                  </a:lnTo>
                  <a:lnTo>
                    <a:pt x="0" y="1141"/>
                  </a:lnTo>
                  <a:lnTo>
                    <a:pt x="1521" y="0"/>
                  </a:lnTo>
                  <a:lnTo>
                    <a:pt x="2915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FAA67A11-7CEC-A4FE-1921-0EBF3E55610D}"/>
                </a:ext>
              </a:extLst>
            </p:cNvPr>
            <p:cNvSpPr/>
            <p:nvPr/>
          </p:nvSpPr>
          <p:spPr>
            <a:xfrm>
              <a:off x="7819610" y="5308239"/>
              <a:ext cx="3422" cy="2915"/>
            </a:xfrm>
            <a:custGeom>
              <a:avLst/>
              <a:gdLst>
                <a:gd name="connsiteX0" fmla="*/ 3422 w 3422"/>
                <a:gd name="connsiteY0" fmla="*/ 1394 h 2915"/>
                <a:gd name="connsiteX1" fmla="*/ 1648 w 3422"/>
                <a:gd name="connsiteY1" fmla="*/ 2915 h 2915"/>
                <a:gd name="connsiteX2" fmla="*/ 0 w 3422"/>
                <a:gd name="connsiteY2" fmla="*/ 1394 h 2915"/>
                <a:gd name="connsiteX3" fmla="*/ 1648 w 3422"/>
                <a:gd name="connsiteY3" fmla="*/ 0 h 2915"/>
                <a:gd name="connsiteX4" fmla="*/ 3422 w 3422"/>
                <a:gd name="connsiteY4" fmla="*/ 1394 h 2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22" h="2915">
                  <a:moveTo>
                    <a:pt x="3422" y="1394"/>
                  </a:moveTo>
                  <a:lnTo>
                    <a:pt x="1648" y="2915"/>
                  </a:lnTo>
                  <a:lnTo>
                    <a:pt x="0" y="1394"/>
                  </a:lnTo>
                  <a:lnTo>
                    <a:pt x="1648" y="0"/>
                  </a:lnTo>
                  <a:lnTo>
                    <a:pt x="3422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52403F4F-EFB0-47A4-E4AB-BEA26E504DB2}"/>
                </a:ext>
              </a:extLst>
            </p:cNvPr>
            <p:cNvSpPr/>
            <p:nvPr/>
          </p:nvSpPr>
          <p:spPr>
            <a:xfrm>
              <a:off x="7709983" y="5365650"/>
              <a:ext cx="5069" cy="4055"/>
            </a:xfrm>
            <a:custGeom>
              <a:avLst/>
              <a:gdLst>
                <a:gd name="connsiteX0" fmla="*/ 5070 w 5069"/>
                <a:gd name="connsiteY0" fmla="*/ 2028 h 4055"/>
                <a:gd name="connsiteX1" fmla="*/ 2535 w 5069"/>
                <a:gd name="connsiteY1" fmla="*/ 4056 h 4055"/>
                <a:gd name="connsiteX2" fmla="*/ 0 w 5069"/>
                <a:gd name="connsiteY2" fmla="*/ 2028 h 4055"/>
                <a:gd name="connsiteX3" fmla="*/ 2535 w 5069"/>
                <a:gd name="connsiteY3" fmla="*/ 0 h 4055"/>
                <a:gd name="connsiteX4" fmla="*/ 5070 w 5069"/>
                <a:gd name="connsiteY4" fmla="*/ 2028 h 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9" h="4055">
                  <a:moveTo>
                    <a:pt x="5070" y="2028"/>
                  </a:moveTo>
                  <a:lnTo>
                    <a:pt x="2535" y="4056"/>
                  </a:lnTo>
                  <a:lnTo>
                    <a:pt x="0" y="2028"/>
                  </a:lnTo>
                  <a:lnTo>
                    <a:pt x="2535" y="0"/>
                  </a:lnTo>
                  <a:lnTo>
                    <a:pt x="5070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039974B6-A614-F949-40F6-3B9934E7D64F}"/>
                </a:ext>
              </a:extLst>
            </p:cNvPr>
            <p:cNvSpPr/>
            <p:nvPr/>
          </p:nvSpPr>
          <p:spPr>
            <a:xfrm>
              <a:off x="7597568" y="5419513"/>
              <a:ext cx="5703" cy="4435"/>
            </a:xfrm>
            <a:custGeom>
              <a:avLst/>
              <a:gdLst>
                <a:gd name="connsiteX0" fmla="*/ 5703 w 5703"/>
                <a:gd name="connsiteY0" fmla="*/ 2281 h 4435"/>
                <a:gd name="connsiteX1" fmla="*/ 2915 w 5703"/>
                <a:gd name="connsiteY1" fmla="*/ 4436 h 4435"/>
                <a:gd name="connsiteX2" fmla="*/ 0 w 5703"/>
                <a:gd name="connsiteY2" fmla="*/ 2281 h 4435"/>
                <a:gd name="connsiteX3" fmla="*/ 2915 w 5703"/>
                <a:gd name="connsiteY3" fmla="*/ 0 h 4435"/>
                <a:gd name="connsiteX4" fmla="*/ 5703 w 5703"/>
                <a:gd name="connsiteY4" fmla="*/ 2281 h 4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03" h="4435">
                  <a:moveTo>
                    <a:pt x="5703" y="2281"/>
                  </a:moveTo>
                  <a:lnTo>
                    <a:pt x="2915" y="4436"/>
                  </a:lnTo>
                  <a:lnTo>
                    <a:pt x="0" y="2281"/>
                  </a:lnTo>
                  <a:lnTo>
                    <a:pt x="2915" y="0"/>
                  </a:lnTo>
                  <a:lnTo>
                    <a:pt x="5703" y="22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008CF120-A9CD-A73A-71A1-357E52E1BC3E}"/>
                </a:ext>
              </a:extLst>
            </p:cNvPr>
            <p:cNvSpPr/>
            <p:nvPr/>
          </p:nvSpPr>
          <p:spPr>
            <a:xfrm>
              <a:off x="7482239" y="5469067"/>
              <a:ext cx="6463" cy="5196"/>
            </a:xfrm>
            <a:custGeom>
              <a:avLst/>
              <a:gdLst>
                <a:gd name="connsiteX0" fmla="*/ 6464 w 6463"/>
                <a:gd name="connsiteY0" fmla="*/ 2661 h 5196"/>
                <a:gd name="connsiteX1" fmla="*/ 3295 w 6463"/>
                <a:gd name="connsiteY1" fmla="*/ 5196 h 5196"/>
                <a:gd name="connsiteX2" fmla="*/ 0 w 6463"/>
                <a:gd name="connsiteY2" fmla="*/ 2661 h 5196"/>
                <a:gd name="connsiteX3" fmla="*/ 3295 w 6463"/>
                <a:gd name="connsiteY3" fmla="*/ 0 h 5196"/>
                <a:gd name="connsiteX4" fmla="*/ 6464 w 6463"/>
                <a:gd name="connsiteY4" fmla="*/ 2661 h 5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196">
                  <a:moveTo>
                    <a:pt x="6464" y="2661"/>
                  </a:moveTo>
                  <a:lnTo>
                    <a:pt x="3295" y="5196"/>
                  </a:lnTo>
                  <a:lnTo>
                    <a:pt x="0" y="2661"/>
                  </a:lnTo>
                  <a:lnTo>
                    <a:pt x="3295" y="0"/>
                  </a:lnTo>
                  <a:lnTo>
                    <a:pt x="6464" y="266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83AB6929-B09E-4F8F-2162-EA5004D3D6D0}"/>
                </a:ext>
              </a:extLst>
            </p:cNvPr>
            <p:cNvSpPr/>
            <p:nvPr/>
          </p:nvSpPr>
          <p:spPr>
            <a:xfrm>
              <a:off x="7363741" y="5514185"/>
              <a:ext cx="7983" cy="6336"/>
            </a:xfrm>
            <a:custGeom>
              <a:avLst/>
              <a:gdLst>
                <a:gd name="connsiteX0" fmla="*/ 7984 w 7983"/>
                <a:gd name="connsiteY0" fmla="*/ 3168 h 6336"/>
                <a:gd name="connsiteX1" fmla="*/ 4055 w 7983"/>
                <a:gd name="connsiteY1" fmla="*/ 6337 h 6336"/>
                <a:gd name="connsiteX2" fmla="*/ 0 w 7983"/>
                <a:gd name="connsiteY2" fmla="*/ 3168 h 6336"/>
                <a:gd name="connsiteX3" fmla="*/ 4055 w 7983"/>
                <a:gd name="connsiteY3" fmla="*/ 0 h 6336"/>
                <a:gd name="connsiteX4" fmla="*/ 7984 w 7983"/>
                <a:gd name="connsiteY4" fmla="*/ 3168 h 6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83" h="6336">
                  <a:moveTo>
                    <a:pt x="7984" y="3168"/>
                  </a:moveTo>
                  <a:lnTo>
                    <a:pt x="4055" y="6337"/>
                  </a:lnTo>
                  <a:lnTo>
                    <a:pt x="0" y="3168"/>
                  </a:lnTo>
                  <a:lnTo>
                    <a:pt x="4055" y="0"/>
                  </a:lnTo>
                  <a:lnTo>
                    <a:pt x="7984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E616FB11-DB8E-091F-B54C-E4D072BB1276}"/>
                </a:ext>
              </a:extLst>
            </p:cNvPr>
            <p:cNvSpPr/>
            <p:nvPr/>
          </p:nvSpPr>
          <p:spPr>
            <a:xfrm>
              <a:off x="7243088" y="5555374"/>
              <a:ext cx="8744" cy="6843"/>
            </a:xfrm>
            <a:custGeom>
              <a:avLst/>
              <a:gdLst>
                <a:gd name="connsiteX0" fmla="*/ 8745 w 8744"/>
                <a:gd name="connsiteY0" fmla="*/ 3422 h 6843"/>
                <a:gd name="connsiteX1" fmla="*/ 4435 w 8744"/>
                <a:gd name="connsiteY1" fmla="*/ 6844 h 6843"/>
                <a:gd name="connsiteX2" fmla="*/ 0 w 8744"/>
                <a:gd name="connsiteY2" fmla="*/ 3422 h 6843"/>
                <a:gd name="connsiteX3" fmla="*/ 4435 w 8744"/>
                <a:gd name="connsiteY3" fmla="*/ 0 h 6843"/>
                <a:gd name="connsiteX4" fmla="*/ 8745 w 8744"/>
                <a:gd name="connsiteY4" fmla="*/ 3422 h 6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44" h="6843">
                  <a:moveTo>
                    <a:pt x="8745" y="3422"/>
                  </a:moveTo>
                  <a:lnTo>
                    <a:pt x="4435" y="6844"/>
                  </a:lnTo>
                  <a:lnTo>
                    <a:pt x="0" y="3422"/>
                  </a:lnTo>
                  <a:lnTo>
                    <a:pt x="4435" y="0"/>
                  </a:lnTo>
                  <a:lnTo>
                    <a:pt x="8745" y="342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BFF7F973-78D5-A2F0-3A59-A5A13B4BEDE9}"/>
                </a:ext>
              </a:extLst>
            </p:cNvPr>
            <p:cNvSpPr/>
            <p:nvPr/>
          </p:nvSpPr>
          <p:spPr>
            <a:xfrm>
              <a:off x="7120281" y="5592127"/>
              <a:ext cx="9378" cy="7477"/>
            </a:xfrm>
            <a:custGeom>
              <a:avLst/>
              <a:gdLst>
                <a:gd name="connsiteX0" fmla="*/ 9378 w 9378"/>
                <a:gd name="connsiteY0" fmla="*/ 3675 h 7477"/>
                <a:gd name="connsiteX1" fmla="*/ 4689 w 9378"/>
                <a:gd name="connsiteY1" fmla="*/ 7477 h 7477"/>
                <a:gd name="connsiteX2" fmla="*/ 0 w 9378"/>
                <a:gd name="connsiteY2" fmla="*/ 3675 h 7477"/>
                <a:gd name="connsiteX3" fmla="*/ 4689 w 9378"/>
                <a:gd name="connsiteY3" fmla="*/ 0 h 7477"/>
                <a:gd name="connsiteX4" fmla="*/ 9378 w 9378"/>
                <a:gd name="connsiteY4" fmla="*/ 3675 h 7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78" h="7477">
                  <a:moveTo>
                    <a:pt x="9378" y="3675"/>
                  </a:moveTo>
                  <a:lnTo>
                    <a:pt x="4689" y="7477"/>
                  </a:lnTo>
                  <a:lnTo>
                    <a:pt x="0" y="3675"/>
                  </a:lnTo>
                  <a:lnTo>
                    <a:pt x="4689" y="0"/>
                  </a:lnTo>
                  <a:lnTo>
                    <a:pt x="9378" y="367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95D03BB8-A4E2-DECF-9D5B-BC6846C1E9EE}"/>
                </a:ext>
              </a:extLst>
            </p:cNvPr>
            <p:cNvSpPr/>
            <p:nvPr/>
          </p:nvSpPr>
          <p:spPr>
            <a:xfrm>
              <a:off x="6994939" y="5624065"/>
              <a:ext cx="11025" cy="8744"/>
            </a:xfrm>
            <a:custGeom>
              <a:avLst/>
              <a:gdLst>
                <a:gd name="connsiteX0" fmla="*/ 11026 w 11025"/>
                <a:gd name="connsiteY0" fmla="*/ 4309 h 8744"/>
                <a:gd name="connsiteX1" fmla="*/ 5576 w 11025"/>
                <a:gd name="connsiteY1" fmla="*/ 8745 h 8744"/>
                <a:gd name="connsiteX2" fmla="*/ 0 w 11025"/>
                <a:gd name="connsiteY2" fmla="*/ 4309 h 8744"/>
                <a:gd name="connsiteX3" fmla="*/ 5576 w 11025"/>
                <a:gd name="connsiteY3" fmla="*/ 0 h 8744"/>
                <a:gd name="connsiteX4" fmla="*/ 11026 w 11025"/>
                <a:gd name="connsiteY4" fmla="*/ 4309 h 8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25" h="8744">
                  <a:moveTo>
                    <a:pt x="11026" y="4309"/>
                  </a:moveTo>
                  <a:lnTo>
                    <a:pt x="5576" y="8745"/>
                  </a:lnTo>
                  <a:lnTo>
                    <a:pt x="0" y="4309"/>
                  </a:lnTo>
                  <a:lnTo>
                    <a:pt x="5576" y="0"/>
                  </a:lnTo>
                  <a:lnTo>
                    <a:pt x="11026" y="430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703B3DFD-F589-DE32-C96B-F9B7EB5945D3}"/>
                </a:ext>
              </a:extLst>
            </p:cNvPr>
            <p:cNvSpPr/>
            <p:nvPr/>
          </p:nvSpPr>
          <p:spPr>
            <a:xfrm>
              <a:off x="6868456" y="5651820"/>
              <a:ext cx="11659" cy="9251"/>
            </a:xfrm>
            <a:custGeom>
              <a:avLst/>
              <a:gdLst>
                <a:gd name="connsiteX0" fmla="*/ 11659 w 11659"/>
                <a:gd name="connsiteY0" fmla="*/ 4689 h 9251"/>
                <a:gd name="connsiteX1" fmla="*/ 5829 w 11659"/>
                <a:gd name="connsiteY1" fmla="*/ 9251 h 9251"/>
                <a:gd name="connsiteX2" fmla="*/ 0 w 11659"/>
                <a:gd name="connsiteY2" fmla="*/ 4689 h 9251"/>
                <a:gd name="connsiteX3" fmla="*/ 5829 w 11659"/>
                <a:gd name="connsiteY3" fmla="*/ 0 h 9251"/>
                <a:gd name="connsiteX4" fmla="*/ 11659 w 11659"/>
                <a:gd name="connsiteY4" fmla="*/ 4689 h 9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59" h="9251">
                  <a:moveTo>
                    <a:pt x="11659" y="4689"/>
                  </a:moveTo>
                  <a:lnTo>
                    <a:pt x="5829" y="9251"/>
                  </a:lnTo>
                  <a:lnTo>
                    <a:pt x="0" y="4689"/>
                  </a:lnTo>
                  <a:lnTo>
                    <a:pt x="5829" y="0"/>
                  </a:lnTo>
                  <a:lnTo>
                    <a:pt x="11659" y="468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198CE774-C403-E0E2-2444-0B440D6B1310}"/>
                </a:ext>
              </a:extLst>
            </p:cNvPr>
            <p:cNvSpPr/>
            <p:nvPr/>
          </p:nvSpPr>
          <p:spPr>
            <a:xfrm>
              <a:off x="6740326" y="5675013"/>
              <a:ext cx="12419" cy="9885"/>
            </a:xfrm>
            <a:custGeom>
              <a:avLst/>
              <a:gdLst>
                <a:gd name="connsiteX0" fmla="*/ 12420 w 12419"/>
                <a:gd name="connsiteY0" fmla="*/ 4943 h 9885"/>
                <a:gd name="connsiteX1" fmla="*/ 6210 w 12419"/>
                <a:gd name="connsiteY1" fmla="*/ 9885 h 9885"/>
                <a:gd name="connsiteX2" fmla="*/ 0 w 12419"/>
                <a:gd name="connsiteY2" fmla="*/ 4943 h 9885"/>
                <a:gd name="connsiteX3" fmla="*/ 6210 w 12419"/>
                <a:gd name="connsiteY3" fmla="*/ 0 h 9885"/>
                <a:gd name="connsiteX4" fmla="*/ 12420 w 12419"/>
                <a:gd name="connsiteY4" fmla="*/ 4943 h 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19" h="9885">
                  <a:moveTo>
                    <a:pt x="12420" y="4943"/>
                  </a:moveTo>
                  <a:lnTo>
                    <a:pt x="6210" y="9885"/>
                  </a:lnTo>
                  <a:lnTo>
                    <a:pt x="0" y="4943"/>
                  </a:lnTo>
                  <a:lnTo>
                    <a:pt x="6210" y="0"/>
                  </a:lnTo>
                  <a:lnTo>
                    <a:pt x="12420" y="494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CC545D69-4040-CBDD-7113-DB0D1B96F38F}"/>
                </a:ext>
              </a:extLst>
            </p:cNvPr>
            <p:cNvSpPr/>
            <p:nvPr/>
          </p:nvSpPr>
          <p:spPr>
            <a:xfrm>
              <a:off x="6611056" y="5693516"/>
              <a:ext cx="13180" cy="10519"/>
            </a:xfrm>
            <a:custGeom>
              <a:avLst/>
              <a:gdLst>
                <a:gd name="connsiteX0" fmla="*/ 13180 w 13180"/>
                <a:gd name="connsiteY0" fmla="*/ 5323 h 10519"/>
                <a:gd name="connsiteX1" fmla="*/ 6590 w 13180"/>
                <a:gd name="connsiteY1" fmla="*/ 10519 h 10519"/>
                <a:gd name="connsiteX2" fmla="*/ 0 w 13180"/>
                <a:gd name="connsiteY2" fmla="*/ 5323 h 10519"/>
                <a:gd name="connsiteX3" fmla="*/ 6590 w 13180"/>
                <a:gd name="connsiteY3" fmla="*/ 0 h 10519"/>
                <a:gd name="connsiteX4" fmla="*/ 13180 w 13180"/>
                <a:gd name="connsiteY4" fmla="*/ 5323 h 10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80" h="10519">
                  <a:moveTo>
                    <a:pt x="13180" y="5323"/>
                  </a:moveTo>
                  <a:lnTo>
                    <a:pt x="6590" y="10519"/>
                  </a:lnTo>
                  <a:lnTo>
                    <a:pt x="0" y="5323"/>
                  </a:lnTo>
                  <a:lnTo>
                    <a:pt x="6590" y="0"/>
                  </a:lnTo>
                  <a:lnTo>
                    <a:pt x="13180" y="532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D5AFBB84-0F84-FCE1-FC07-3D0BFC41D3CB}"/>
                </a:ext>
              </a:extLst>
            </p:cNvPr>
            <p:cNvSpPr/>
            <p:nvPr/>
          </p:nvSpPr>
          <p:spPr>
            <a:xfrm>
              <a:off x="6480391" y="5707077"/>
              <a:ext cx="14574" cy="11659"/>
            </a:xfrm>
            <a:custGeom>
              <a:avLst/>
              <a:gdLst>
                <a:gd name="connsiteX0" fmla="*/ 14575 w 14574"/>
                <a:gd name="connsiteY0" fmla="*/ 5830 h 11659"/>
                <a:gd name="connsiteX1" fmla="*/ 7224 w 14574"/>
                <a:gd name="connsiteY1" fmla="*/ 11660 h 11659"/>
                <a:gd name="connsiteX2" fmla="*/ 0 w 14574"/>
                <a:gd name="connsiteY2" fmla="*/ 5830 h 11659"/>
                <a:gd name="connsiteX3" fmla="*/ 7224 w 14574"/>
                <a:gd name="connsiteY3" fmla="*/ 0 h 11659"/>
                <a:gd name="connsiteX4" fmla="*/ 14575 w 14574"/>
                <a:gd name="connsiteY4" fmla="*/ 5830 h 11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574" h="11659">
                  <a:moveTo>
                    <a:pt x="14575" y="5830"/>
                  </a:moveTo>
                  <a:cubicBezTo>
                    <a:pt x="14575" y="8998"/>
                    <a:pt x="11279" y="11660"/>
                    <a:pt x="7224" y="11660"/>
                  </a:cubicBezTo>
                  <a:cubicBezTo>
                    <a:pt x="3168" y="11660"/>
                    <a:pt x="0" y="9125"/>
                    <a:pt x="0" y="5830"/>
                  </a:cubicBezTo>
                  <a:cubicBezTo>
                    <a:pt x="0" y="2535"/>
                    <a:pt x="3295" y="0"/>
                    <a:pt x="7224" y="0"/>
                  </a:cubicBezTo>
                  <a:cubicBezTo>
                    <a:pt x="11153" y="0"/>
                    <a:pt x="14575" y="2535"/>
                    <a:pt x="14575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68698BBD-AF1E-3A86-03AB-99B571FFC0BE}"/>
                </a:ext>
              </a:extLst>
            </p:cNvPr>
            <p:cNvSpPr/>
            <p:nvPr/>
          </p:nvSpPr>
          <p:spPr>
            <a:xfrm>
              <a:off x="6349472" y="5716329"/>
              <a:ext cx="15334" cy="12166"/>
            </a:xfrm>
            <a:custGeom>
              <a:avLst/>
              <a:gdLst>
                <a:gd name="connsiteX0" fmla="*/ 15335 w 15334"/>
                <a:gd name="connsiteY0" fmla="*/ 6083 h 12166"/>
                <a:gd name="connsiteX1" fmla="*/ 7604 w 15334"/>
                <a:gd name="connsiteY1" fmla="*/ 12167 h 12166"/>
                <a:gd name="connsiteX2" fmla="*/ 0 w 15334"/>
                <a:gd name="connsiteY2" fmla="*/ 6083 h 12166"/>
                <a:gd name="connsiteX3" fmla="*/ 7604 w 15334"/>
                <a:gd name="connsiteY3" fmla="*/ 0 h 12166"/>
                <a:gd name="connsiteX4" fmla="*/ 15335 w 15334"/>
                <a:gd name="connsiteY4" fmla="*/ 6083 h 1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34" h="12166">
                  <a:moveTo>
                    <a:pt x="15335" y="6083"/>
                  </a:moveTo>
                  <a:cubicBezTo>
                    <a:pt x="15335" y="9505"/>
                    <a:pt x="11913" y="12167"/>
                    <a:pt x="7604" y="12167"/>
                  </a:cubicBezTo>
                  <a:cubicBezTo>
                    <a:pt x="3295" y="12167"/>
                    <a:pt x="0" y="9505"/>
                    <a:pt x="0" y="6083"/>
                  </a:cubicBezTo>
                  <a:cubicBezTo>
                    <a:pt x="0" y="2661"/>
                    <a:pt x="3422" y="0"/>
                    <a:pt x="7604" y="0"/>
                  </a:cubicBezTo>
                  <a:cubicBezTo>
                    <a:pt x="11786" y="0"/>
                    <a:pt x="15335" y="2661"/>
                    <a:pt x="15335" y="60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D185379D-8DA2-2F93-EE15-D660C01BA2B5}"/>
                </a:ext>
              </a:extLst>
            </p:cNvPr>
            <p:cNvSpPr/>
            <p:nvPr/>
          </p:nvSpPr>
          <p:spPr>
            <a:xfrm>
              <a:off x="6218174" y="5720764"/>
              <a:ext cx="15968" cy="12673"/>
            </a:xfrm>
            <a:custGeom>
              <a:avLst/>
              <a:gdLst>
                <a:gd name="connsiteX0" fmla="*/ 15968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8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8" y="6337"/>
                  </a:moveTo>
                  <a:cubicBezTo>
                    <a:pt x="15968" y="9759"/>
                    <a:pt x="12420" y="12674"/>
                    <a:pt x="7984" y="12674"/>
                  </a:cubicBezTo>
                  <a:cubicBezTo>
                    <a:pt x="3549" y="12674"/>
                    <a:pt x="0" y="9885"/>
                    <a:pt x="0" y="6337"/>
                  </a:cubicBezTo>
                  <a:cubicBezTo>
                    <a:pt x="0" y="2788"/>
                    <a:pt x="3549" y="0"/>
                    <a:pt x="7984" y="0"/>
                  </a:cubicBezTo>
                  <a:cubicBezTo>
                    <a:pt x="12420" y="0"/>
                    <a:pt x="15968" y="2788"/>
                    <a:pt x="15968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6E2AAA85-B95A-AF07-4371-929203D3F59E}"/>
                </a:ext>
              </a:extLst>
            </p:cNvPr>
            <p:cNvSpPr/>
            <p:nvPr/>
          </p:nvSpPr>
          <p:spPr>
            <a:xfrm>
              <a:off x="6086368" y="5720131"/>
              <a:ext cx="17489" cy="13941"/>
            </a:xfrm>
            <a:custGeom>
              <a:avLst/>
              <a:gdLst>
                <a:gd name="connsiteX0" fmla="*/ 17490 w 17489"/>
                <a:gd name="connsiteY0" fmla="*/ 6970 h 13941"/>
                <a:gd name="connsiteX1" fmla="*/ 8745 w 17489"/>
                <a:gd name="connsiteY1" fmla="*/ 13941 h 13941"/>
                <a:gd name="connsiteX2" fmla="*/ 0 w 17489"/>
                <a:gd name="connsiteY2" fmla="*/ 6970 h 13941"/>
                <a:gd name="connsiteX3" fmla="*/ 8745 w 17489"/>
                <a:gd name="connsiteY3" fmla="*/ 0 h 13941"/>
                <a:gd name="connsiteX4" fmla="*/ 17490 w 17489"/>
                <a:gd name="connsiteY4" fmla="*/ 6970 h 1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89" h="13941">
                  <a:moveTo>
                    <a:pt x="17490" y="6970"/>
                  </a:moveTo>
                  <a:cubicBezTo>
                    <a:pt x="17490" y="10773"/>
                    <a:pt x="13561" y="13941"/>
                    <a:pt x="8745" y="13941"/>
                  </a:cubicBezTo>
                  <a:cubicBezTo>
                    <a:pt x="3929" y="13941"/>
                    <a:pt x="0" y="10899"/>
                    <a:pt x="0" y="6970"/>
                  </a:cubicBezTo>
                  <a:cubicBezTo>
                    <a:pt x="0" y="3042"/>
                    <a:pt x="3929" y="0"/>
                    <a:pt x="8745" y="0"/>
                  </a:cubicBezTo>
                  <a:cubicBezTo>
                    <a:pt x="13561" y="0"/>
                    <a:pt x="17490" y="3042"/>
                    <a:pt x="17490" y="69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B736FC74-54B6-246A-EC9E-F47882156623}"/>
                </a:ext>
              </a:extLst>
            </p:cNvPr>
            <p:cNvSpPr/>
            <p:nvPr/>
          </p:nvSpPr>
          <p:spPr>
            <a:xfrm>
              <a:off x="5954943" y="5715188"/>
              <a:ext cx="18250" cy="14447"/>
            </a:xfrm>
            <a:custGeom>
              <a:avLst/>
              <a:gdLst>
                <a:gd name="connsiteX0" fmla="*/ 18250 w 18250"/>
                <a:gd name="connsiteY0" fmla="*/ 7224 h 14447"/>
                <a:gd name="connsiteX1" fmla="*/ 9125 w 18250"/>
                <a:gd name="connsiteY1" fmla="*/ 14448 h 14447"/>
                <a:gd name="connsiteX2" fmla="*/ 0 w 18250"/>
                <a:gd name="connsiteY2" fmla="*/ 7224 h 14447"/>
                <a:gd name="connsiteX3" fmla="*/ 9125 w 18250"/>
                <a:gd name="connsiteY3" fmla="*/ 0 h 14447"/>
                <a:gd name="connsiteX4" fmla="*/ 18250 w 18250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7">
                  <a:moveTo>
                    <a:pt x="18250" y="7224"/>
                  </a:moveTo>
                  <a:cubicBezTo>
                    <a:pt x="18250" y="11279"/>
                    <a:pt x="14194" y="14448"/>
                    <a:pt x="9125" y="14448"/>
                  </a:cubicBezTo>
                  <a:cubicBezTo>
                    <a:pt x="4056" y="14448"/>
                    <a:pt x="0" y="11152"/>
                    <a:pt x="0" y="7224"/>
                  </a:cubicBezTo>
                  <a:cubicBezTo>
                    <a:pt x="0" y="3295"/>
                    <a:pt x="4056" y="0"/>
                    <a:pt x="9125" y="0"/>
                  </a:cubicBezTo>
                  <a:cubicBezTo>
                    <a:pt x="14194" y="0"/>
                    <a:pt x="18250" y="3168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B7878BD1-2253-F147-DAE8-E9A4F0002C37}"/>
                </a:ext>
              </a:extLst>
            </p:cNvPr>
            <p:cNvSpPr/>
            <p:nvPr/>
          </p:nvSpPr>
          <p:spPr>
            <a:xfrm>
              <a:off x="5824025" y="5705429"/>
              <a:ext cx="18883" cy="14954"/>
            </a:xfrm>
            <a:custGeom>
              <a:avLst/>
              <a:gdLst>
                <a:gd name="connsiteX0" fmla="*/ 18884 w 18883"/>
                <a:gd name="connsiteY0" fmla="*/ 7477 h 14954"/>
                <a:gd name="connsiteX1" fmla="*/ 9505 w 18883"/>
                <a:gd name="connsiteY1" fmla="*/ 14955 h 14954"/>
                <a:gd name="connsiteX2" fmla="*/ 0 w 18883"/>
                <a:gd name="connsiteY2" fmla="*/ 7477 h 14954"/>
                <a:gd name="connsiteX3" fmla="*/ 9505 w 18883"/>
                <a:gd name="connsiteY3" fmla="*/ 0 h 14954"/>
                <a:gd name="connsiteX4" fmla="*/ 18884 w 18883"/>
                <a:gd name="connsiteY4" fmla="*/ 7477 h 14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83" h="14954">
                  <a:moveTo>
                    <a:pt x="18884" y="7477"/>
                  </a:moveTo>
                  <a:cubicBezTo>
                    <a:pt x="18884" y="11533"/>
                    <a:pt x="14701" y="14955"/>
                    <a:pt x="9505" y="14955"/>
                  </a:cubicBezTo>
                  <a:cubicBezTo>
                    <a:pt x="4309" y="14955"/>
                    <a:pt x="0" y="11533"/>
                    <a:pt x="0" y="7477"/>
                  </a:cubicBezTo>
                  <a:cubicBezTo>
                    <a:pt x="0" y="3422"/>
                    <a:pt x="4182" y="0"/>
                    <a:pt x="9505" y="0"/>
                  </a:cubicBezTo>
                  <a:cubicBezTo>
                    <a:pt x="14828" y="0"/>
                    <a:pt x="18884" y="3295"/>
                    <a:pt x="18884" y="747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7875B58A-C49A-5B38-6D77-CE6774E32232}"/>
                </a:ext>
              </a:extLst>
            </p:cNvPr>
            <p:cNvSpPr/>
            <p:nvPr/>
          </p:nvSpPr>
          <p:spPr>
            <a:xfrm>
              <a:off x="5694247" y="5691362"/>
              <a:ext cx="18883" cy="14954"/>
            </a:xfrm>
            <a:custGeom>
              <a:avLst/>
              <a:gdLst>
                <a:gd name="connsiteX0" fmla="*/ 18884 w 18883"/>
                <a:gd name="connsiteY0" fmla="*/ 7477 h 14954"/>
                <a:gd name="connsiteX1" fmla="*/ 9505 w 18883"/>
                <a:gd name="connsiteY1" fmla="*/ 14955 h 14954"/>
                <a:gd name="connsiteX2" fmla="*/ 0 w 18883"/>
                <a:gd name="connsiteY2" fmla="*/ 7477 h 14954"/>
                <a:gd name="connsiteX3" fmla="*/ 9505 w 18883"/>
                <a:gd name="connsiteY3" fmla="*/ 0 h 14954"/>
                <a:gd name="connsiteX4" fmla="*/ 18884 w 18883"/>
                <a:gd name="connsiteY4" fmla="*/ 7477 h 14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83" h="14954">
                  <a:moveTo>
                    <a:pt x="18884" y="7477"/>
                  </a:moveTo>
                  <a:cubicBezTo>
                    <a:pt x="18884" y="11533"/>
                    <a:pt x="14701" y="14955"/>
                    <a:pt x="9505" y="14955"/>
                  </a:cubicBezTo>
                  <a:cubicBezTo>
                    <a:pt x="4309" y="14955"/>
                    <a:pt x="0" y="11533"/>
                    <a:pt x="0" y="7477"/>
                  </a:cubicBezTo>
                  <a:cubicBezTo>
                    <a:pt x="0" y="3422"/>
                    <a:pt x="4183" y="0"/>
                    <a:pt x="9505" y="0"/>
                  </a:cubicBezTo>
                  <a:cubicBezTo>
                    <a:pt x="14828" y="0"/>
                    <a:pt x="18884" y="3295"/>
                    <a:pt x="18884" y="747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06EF07F0-1BF4-232A-C58E-8B4A7EB68E08}"/>
                </a:ext>
              </a:extLst>
            </p:cNvPr>
            <p:cNvSpPr/>
            <p:nvPr/>
          </p:nvSpPr>
          <p:spPr>
            <a:xfrm>
              <a:off x="5564850" y="5672097"/>
              <a:ext cx="19644" cy="15588"/>
            </a:xfrm>
            <a:custGeom>
              <a:avLst/>
              <a:gdLst>
                <a:gd name="connsiteX0" fmla="*/ 19644 w 19644"/>
                <a:gd name="connsiteY0" fmla="*/ 7858 h 15588"/>
                <a:gd name="connsiteX1" fmla="*/ 9885 w 19644"/>
                <a:gd name="connsiteY1" fmla="*/ 15589 h 15588"/>
                <a:gd name="connsiteX2" fmla="*/ 0 w 19644"/>
                <a:gd name="connsiteY2" fmla="*/ 7858 h 15588"/>
                <a:gd name="connsiteX3" fmla="*/ 9885 w 19644"/>
                <a:gd name="connsiteY3" fmla="*/ 0 h 15588"/>
                <a:gd name="connsiteX4" fmla="*/ 19644 w 19644"/>
                <a:gd name="connsiteY4" fmla="*/ 7858 h 1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44" h="15588">
                  <a:moveTo>
                    <a:pt x="19644" y="7858"/>
                  </a:moveTo>
                  <a:cubicBezTo>
                    <a:pt x="19644" y="12167"/>
                    <a:pt x="15208" y="15589"/>
                    <a:pt x="9885" y="15589"/>
                  </a:cubicBezTo>
                  <a:cubicBezTo>
                    <a:pt x="4563" y="15589"/>
                    <a:pt x="0" y="12167"/>
                    <a:pt x="0" y="7858"/>
                  </a:cubicBezTo>
                  <a:cubicBezTo>
                    <a:pt x="0" y="3549"/>
                    <a:pt x="4309" y="0"/>
                    <a:pt x="9885" y="0"/>
                  </a:cubicBezTo>
                  <a:cubicBezTo>
                    <a:pt x="15462" y="0"/>
                    <a:pt x="19644" y="3549"/>
                    <a:pt x="19644" y="785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CB152CA6-BC50-C2BA-4DDC-9B12F376B567}"/>
                </a:ext>
              </a:extLst>
            </p:cNvPr>
            <p:cNvSpPr/>
            <p:nvPr/>
          </p:nvSpPr>
          <p:spPr>
            <a:xfrm>
              <a:off x="5436847" y="5648398"/>
              <a:ext cx="20404" cy="16222"/>
            </a:xfrm>
            <a:custGeom>
              <a:avLst/>
              <a:gdLst>
                <a:gd name="connsiteX0" fmla="*/ 20405 w 20404"/>
                <a:gd name="connsiteY0" fmla="*/ 8111 h 16222"/>
                <a:gd name="connsiteX1" fmla="*/ 10139 w 20404"/>
                <a:gd name="connsiteY1" fmla="*/ 16222 h 16222"/>
                <a:gd name="connsiteX2" fmla="*/ 0 w 20404"/>
                <a:gd name="connsiteY2" fmla="*/ 8111 h 16222"/>
                <a:gd name="connsiteX3" fmla="*/ 10139 w 20404"/>
                <a:gd name="connsiteY3" fmla="*/ 0 h 16222"/>
                <a:gd name="connsiteX4" fmla="*/ 20405 w 20404"/>
                <a:gd name="connsiteY4" fmla="*/ 8111 h 1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04" h="16222">
                  <a:moveTo>
                    <a:pt x="20405" y="8111"/>
                  </a:moveTo>
                  <a:cubicBezTo>
                    <a:pt x="20405" y="12547"/>
                    <a:pt x="15842" y="16222"/>
                    <a:pt x="10139" y="16222"/>
                  </a:cubicBezTo>
                  <a:cubicBezTo>
                    <a:pt x="4436" y="16222"/>
                    <a:pt x="0" y="12547"/>
                    <a:pt x="0" y="8111"/>
                  </a:cubicBezTo>
                  <a:cubicBezTo>
                    <a:pt x="0" y="3675"/>
                    <a:pt x="4563" y="0"/>
                    <a:pt x="10139" y="0"/>
                  </a:cubicBezTo>
                  <a:cubicBezTo>
                    <a:pt x="15716" y="0"/>
                    <a:pt x="20405" y="3675"/>
                    <a:pt x="20405" y="811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D1BA5080-5B0C-2009-BF61-8A99545264F1}"/>
                </a:ext>
              </a:extLst>
            </p:cNvPr>
            <p:cNvSpPr/>
            <p:nvPr/>
          </p:nvSpPr>
          <p:spPr>
            <a:xfrm>
              <a:off x="5309984" y="5620009"/>
              <a:ext cx="21291" cy="16729"/>
            </a:xfrm>
            <a:custGeom>
              <a:avLst/>
              <a:gdLst>
                <a:gd name="connsiteX0" fmla="*/ 21292 w 21291"/>
                <a:gd name="connsiteY0" fmla="*/ 8365 h 16729"/>
                <a:gd name="connsiteX1" fmla="*/ 10646 w 21291"/>
                <a:gd name="connsiteY1" fmla="*/ 16729 h 16729"/>
                <a:gd name="connsiteX2" fmla="*/ 0 w 21291"/>
                <a:gd name="connsiteY2" fmla="*/ 8365 h 16729"/>
                <a:gd name="connsiteX3" fmla="*/ 10646 w 21291"/>
                <a:gd name="connsiteY3" fmla="*/ 0 h 16729"/>
                <a:gd name="connsiteX4" fmla="*/ 21292 w 21291"/>
                <a:gd name="connsiteY4" fmla="*/ 8365 h 16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291" h="16729">
                  <a:moveTo>
                    <a:pt x="21292" y="8365"/>
                  </a:moveTo>
                  <a:cubicBezTo>
                    <a:pt x="21292" y="13054"/>
                    <a:pt x="16602" y="16729"/>
                    <a:pt x="10646" y="16729"/>
                  </a:cubicBezTo>
                  <a:cubicBezTo>
                    <a:pt x="4689" y="16729"/>
                    <a:pt x="0" y="12927"/>
                    <a:pt x="0" y="8365"/>
                  </a:cubicBezTo>
                  <a:cubicBezTo>
                    <a:pt x="0" y="3802"/>
                    <a:pt x="4816" y="0"/>
                    <a:pt x="10646" y="0"/>
                  </a:cubicBezTo>
                  <a:cubicBezTo>
                    <a:pt x="16476" y="0"/>
                    <a:pt x="21292" y="3802"/>
                    <a:pt x="21292" y="836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FF1161A0-36F1-C5F6-90C0-E0E72216007E}"/>
                </a:ext>
              </a:extLst>
            </p:cNvPr>
            <p:cNvSpPr/>
            <p:nvPr/>
          </p:nvSpPr>
          <p:spPr>
            <a:xfrm>
              <a:off x="5185529" y="5587438"/>
              <a:ext cx="21291" cy="16729"/>
            </a:xfrm>
            <a:custGeom>
              <a:avLst/>
              <a:gdLst>
                <a:gd name="connsiteX0" fmla="*/ 21292 w 21291"/>
                <a:gd name="connsiteY0" fmla="*/ 8365 h 16729"/>
                <a:gd name="connsiteX1" fmla="*/ 10646 w 21291"/>
                <a:gd name="connsiteY1" fmla="*/ 16729 h 16729"/>
                <a:gd name="connsiteX2" fmla="*/ 0 w 21291"/>
                <a:gd name="connsiteY2" fmla="*/ 8365 h 16729"/>
                <a:gd name="connsiteX3" fmla="*/ 10646 w 21291"/>
                <a:gd name="connsiteY3" fmla="*/ 0 h 16729"/>
                <a:gd name="connsiteX4" fmla="*/ 21292 w 21291"/>
                <a:gd name="connsiteY4" fmla="*/ 8365 h 16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291" h="16729">
                  <a:moveTo>
                    <a:pt x="21292" y="8365"/>
                  </a:moveTo>
                  <a:cubicBezTo>
                    <a:pt x="21292" y="13054"/>
                    <a:pt x="16476" y="16729"/>
                    <a:pt x="10646" y="16729"/>
                  </a:cubicBezTo>
                  <a:cubicBezTo>
                    <a:pt x="4816" y="16729"/>
                    <a:pt x="0" y="12927"/>
                    <a:pt x="0" y="8365"/>
                  </a:cubicBezTo>
                  <a:cubicBezTo>
                    <a:pt x="0" y="3802"/>
                    <a:pt x="4689" y="0"/>
                    <a:pt x="10646" y="0"/>
                  </a:cubicBezTo>
                  <a:cubicBezTo>
                    <a:pt x="16602" y="0"/>
                    <a:pt x="21292" y="3802"/>
                    <a:pt x="21292" y="836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1FA175ED-F5AD-4D8C-AAE1-CAE73723216E}"/>
                </a:ext>
              </a:extLst>
            </p:cNvPr>
            <p:cNvSpPr/>
            <p:nvPr/>
          </p:nvSpPr>
          <p:spPr>
            <a:xfrm>
              <a:off x="5062849" y="5550178"/>
              <a:ext cx="21798" cy="17236"/>
            </a:xfrm>
            <a:custGeom>
              <a:avLst/>
              <a:gdLst>
                <a:gd name="connsiteX0" fmla="*/ 21799 w 21798"/>
                <a:gd name="connsiteY0" fmla="*/ 8618 h 17236"/>
                <a:gd name="connsiteX1" fmla="*/ 10899 w 21798"/>
                <a:gd name="connsiteY1" fmla="*/ 17236 h 17236"/>
                <a:gd name="connsiteX2" fmla="*/ 0 w 21798"/>
                <a:gd name="connsiteY2" fmla="*/ 8618 h 17236"/>
                <a:gd name="connsiteX3" fmla="*/ 10899 w 21798"/>
                <a:gd name="connsiteY3" fmla="*/ 0 h 17236"/>
                <a:gd name="connsiteX4" fmla="*/ 21799 w 21798"/>
                <a:gd name="connsiteY4" fmla="*/ 8618 h 17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798" h="17236">
                  <a:moveTo>
                    <a:pt x="21799" y="8618"/>
                  </a:moveTo>
                  <a:cubicBezTo>
                    <a:pt x="21799" y="13434"/>
                    <a:pt x="16983" y="17236"/>
                    <a:pt x="10899" y="17236"/>
                  </a:cubicBezTo>
                  <a:cubicBezTo>
                    <a:pt x="4816" y="17236"/>
                    <a:pt x="0" y="13308"/>
                    <a:pt x="0" y="8618"/>
                  </a:cubicBezTo>
                  <a:cubicBezTo>
                    <a:pt x="0" y="3929"/>
                    <a:pt x="4816" y="0"/>
                    <a:pt x="10899" y="0"/>
                  </a:cubicBezTo>
                  <a:cubicBezTo>
                    <a:pt x="16983" y="0"/>
                    <a:pt x="21799" y="3929"/>
                    <a:pt x="21799" y="86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8D45F467-75E5-ED8D-919C-2BFDBAFAB0EC}"/>
                </a:ext>
              </a:extLst>
            </p:cNvPr>
            <p:cNvSpPr/>
            <p:nvPr/>
          </p:nvSpPr>
          <p:spPr>
            <a:xfrm>
              <a:off x="4942196" y="5508481"/>
              <a:ext cx="22558" cy="17869"/>
            </a:xfrm>
            <a:custGeom>
              <a:avLst/>
              <a:gdLst>
                <a:gd name="connsiteX0" fmla="*/ 22559 w 22558"/>
                <a:gd name="connsiteY0" fmla="*/ 8872 h 17869"/>
                <a:gd name="connsiteX1" fmla="*/ 11280 w 22558"/>
                <a:gd name="connsiteY1" fmla="*/ 17870 h 17869"/>
                <a:gd name="connsiteX2" fmla="*/ 0 w 22558"/>
                <a:gd name="connsiteY2" fmla="*/ 8872 h 17869"/>
                <a:gd name="connsiteX3" fmla="*/ 11280 w 22558"/>
                <a:gd name="connsiteY3" fmla="*/ 0 h 17869"/>
                <a:gd name="connsiteX4" fmla="*/ 22559 w 22558"/>
                <a:gd name="connsiteY4" fmla="*/ 8872 h 1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8" h="17869">
                  <a:moveTo>
                    <a:pt x="22559" y="8872"/>
                  </a:moveTo>
                  <a:cubicBezTo>
                    <a:pt x="22559" y="13815"/>
                    <a:pt x="17490" y="17870"/>
                    <a:pt x="11280" y="17870"/>
                  </a:cubicBezTo>
                  <a:cubicBezTo>
                    <a:pt x="5069" y="17870"/>
                    <a:pt x="0" y="13815"/>
                    <a:pt x="0" y="8872"/>
                  </a:cubicBezTo>
                  <a:cubicBezTo>
                    <a:pt x="0" y="3929"/>
                    <a:pt x="5069" y="0"/>
                    <a:pt x="11280" y="0"/>
                  </a:cubicBezTo>
                  <a:cubicBezTo>
                    <a:pt x="17490" y="0"/>
                    <a:pt x="22559" y="4056"/>
                    <a:pt x="22559" y="887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A64CB39E-9E54-35C6-9DC3-FFFC008A563C}"/>
                </a:ext>
              </a:extLst>
            </p:cNvPr>
            <p:cNvSpPr/>
            <p:nvPr/>
          </p:nvSpPr>
          <p:spPr>
            <a:xfrm>
              <a:off x="4824459" y="5462730"/>
              <a:ext cx="22558" cy="17869"/>
            </a:xfrm>
            <a:custGeom>
              <a:avLst/>
              <a:gdLst>
                <a:gd name="connsiteX0" fmla="*/ 22559 w 22558"/>
                <a:gd name="connsiteY0" fmla="*/ 8998 h 17869"/>
                <a:gd name="connsiteX1" fmla="*/ 11279 w 22558"/>
                <a:gd name="connsiteY1" fmla="*/ 17870 h 17869"/>
                <a:gd name="connsiteX2" fmla="*/ 0 w 22558"/>
                <a:gd name="connsiteY2" fmla="*/ 8998 h 17869"/>
                <a:gd name="connsiteX3" fmla="*/ 11279 w 22558"/>
                <a:gd name="connsiteY3" fmla="*/ 0 h 17869"/>
                <a:gd name="connsiteX4" fmla="*/ 22559 w 22558"/>
                <a:gd name="connsiteY4" fmla="*/ 8998 h 1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8" h="17869">
                  <a:moveTo>
                    <a:pt x="22559" y="8998"/>
                  </a:moveTo>
                  <a:cubicBezTo>
                    <a:pt x="22559" y="13941"/>
                    <a:pt x="17489" y="17870"/>
                    <a:pt x="11279" y="17870"/>
                  </a:cubicBezTo>
                  <a:cubicBezTo>
                    <a:pt x="5069" y="17870"/>
                    <a:pt x="0" y="13814"/>
                    <a:pt x="0" y="8998"/>
                  </a:cubicBezTo>
                  <a:cubicBezTo>
                    <a:pt x="0" y="4182"/>
                    <a:pt x="5069" y="0"/>
                    <a:pt x="11279" y="0"/>
                  </a:cubicBezTo>
                  <a:cubicBezTo>
                    <a:pt x="17489" y="0"/>
                    <a:pt x="22559" y="4056"/>
                    <a:pt x="22559" y="89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1D837DB7-0CBF-4805-115C-4C4F7F2BC7D4}"/>
                </a:ext>
              </a:extLst>
            </p:cNvPr>
            <p:cNvSpPr/>
            <p:nvPr/>
          </p:nvSpPr>
          <p:spPr>
            <a:xfrm>
              <a:off x="4709509" y="5412796"/>
              <a:ext cx="22558" cy="17869"/>
            </a:xfrm>
            <a:custGeom>
              <a:avLst/>
              <a:gdLst>
                <a:gd name="connsiteX0" fmla="*/ 22559 w 22558"/>
                <a:gd name="connsiteY0" fmla="*/ 8998 h 17869"/>
                <a:gd name="connsiteX1" fmla="*/ 11279 w 22558"/>
                <a:gd name="connsiteY1" fmla="*/ 17870 h 17869"/>
                <a:gd name="connsiteX2" fmla="*/ 0 w 22558"/>
                <a:gd name="connsiteY2" fmla="*/ 8998 h 17869"/>
                <a:gd name="connsiteX3" fmla="*/ 11279 w 22558"/>
                <a:gd name="connsiteY3" fmla="*/ 0 h 17869"/>
                <a:gd name="connsiteX4" fmla="*/ 22559 w 22558"/>
                <a:gd name="connsiteY4" fmla="*/ 8998 h 1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8" h="17869">
                  <a:moveTo>
                    <a:pt x="22559" y="8998"/>
                  </a:moveTo>
                  <a:cubicBezTo>
                    <a:pt x="22559" y="13941"/>
                    <a:pt x="17490" y="17870"/>
                    <a:pt x="11279" y="17870"/>
                  </a:cubicBezTo>
                  <a:cubicBezTo>
                    <a:pt x="5069" y="17870"/>
                    <a:pt x="0" y="13814"/>
                    <a:pt x="0" y="8998"/>
                  </a:cubicBezTo>
                  <a:cubicBezTo>
                    <a:pt x="0" y="4182"/>
                    <a:pt x="5069" y="0"/>
                    <a:pt x="11279" y="0"/>
                  </a:cubicBezTo>
                  <a:cubicBezTo>
                    <a:pt x="17490" y="0"/>
                    <a:pt x="22559" y="4056"/>
                    <a:pt x="22559" y="89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52FD7CC4-502E-2767-69AE-CFC81D432FFD}"/>
                </a:ext>
              </a:extLst>
            </p:cNvPr>
            <p:cNvSpPr/>
            <p:nvPr/>
          </p:nvSpPr>
          <p:spPr>
            <a:xfrm>
              <a:off x="4597475" y="5358680"/>
              <a:ext cx="22558" cy="17869"/>
            </a:xfrm>
            <a:custGeom>
              <a:avLst/>
              <a:gdLst>
                <a:gd name="connsiteX0" fmla="*/ 22559 w 22558"/>
                <a:gd name="connsiteY0" fmla="*/ 8998 h 17869"/>
                <a:gd name="connsiteX1" fmla="*/ 11279 w 22558"/>
                <a:gd name="connsiteY1" fmla="*/ 17870 h 17869"/>
                <a:gd name="connsiteX2" fmla="*/ 0 w 22558"/>
                <a:gd name="connsiteY2" fmla="*/ 8998 h 17869"/>
                <a:gd name="connsiteX3" fmla="*/ 11279 w 22558"/>
                <a:gd name="connsiteY3" fmla="*/ 0 h 17869"/>
                <a:gd name="connsiteX4" fmla="*/ 22559 w 22558"/>
                <a:gd name="connsiteY4" fmla="*/ 8998 h 1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8" h="17869">
                  <a:moveTo>
                    <a:pt x="22559" y="8998"/>
                  </a:moveTo>
                  <a:cubicBezTo>
                    <a:pt x="22559" y="13941"/>
                    <a:pt x="17490" y="17870"/>
                    <a:pt x="11279" y="17870"/>
                  </a:cubicBezTo>
                  <a:cubicBezTo>
                    <a:pt x="5069" y="17870"/>
                    <a:pt x="0" y="13814"/>
                    <a:pt x="0" y="8998"/>
                  </a:cubicBezTo>
                  <a:cubicBezTo>
                    <a:pt x="0" y="4182"/>
                    <a:pt x="5069" y="0"/>
                    <a:pt x="11279" y="0"/>
                  </a:cubicBezTo>
                  <a:cubicBezTo>
                    <a:pt x="17490" y="0"/>
                    <a:pt x="22559" y="4055"/>
                    <a:pt x="22559" y="89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83B65A93-8705-4FC7-2633-F33E001B9DFB}"/>
                </a:ext>
              </a:extLst>
            </p:cNvPr>
            <p:cNvSpPr/>
            <p:nvPr/>
          </p:nvSpPr>
          <p:spPr>
            <a:xfrm>
              <a:off x="4488735" y="5300761"/>
              <a:ext cx="22558" cy="17869"/>
            </a:xfrm>
            <a:custGeom>
              <a:avLst/>
              <a:gdLst>
                <a:gd name="connsiteX0" fmla="*/ 22559 w 22558"/>
                <a:gd name="connsiteY0" fmla="*/ 8872 h 17869"/>
                <a:gd name="connsiteX1" fmla="*/ 11280 w 22558"/>
                <a:gd name="connsiteY1" fmla="*/ 17870 h 17869"/>
                <a:gd name="connsiteX2" fmla="*/ 0 w 22558"/>
                <a:gd name="connsiteY2" fmla="*/ 8872 h 17869"/>
                <a:gd name="connsiteX3" fmla="*/ 11280 w 22558"/>
                <a:gd name="connsiteY3" fmla="*/ 0 h 17869"/>
                <a:gd name="connsiteX4" fmla="*/ 22559 w 22558"/>
                <a:gd name="connsiteY4" fmla="*/ 8872 h 1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8" h="17869">
                  <a:moveTo>
                    <a:pt x="22559" y="8872"/>
                  </a:moveTo>
                  <a:cubicBezTo>
                    <a:pt x="22559" y="13814"/>
                    <a:pt x="17490" y="17870"/>
                    <a:pt x="11280" y="17870"/>
                  </a:cubicBezTo>
                  <a:cubicBezTo>
                    <a:pt x="5069" y="17870"/>
                    <a:pt x="0" y="13814"/>
                    <a:pt x="0" y="8872"/>
                  </a:cubicBezTo>
                  <a:cubicBezTo>
                    <a:pt x="0" y="3929"/>
                    <a:pt x="5069" y="0"/>
                    <a:pt x="11280" y="0"/>
                  </a:cubicBezTo>
                  <a:cubicBezTo>
                    <a:pt x="17490" y="0"/>
                    <a:pt x="22559" y="4056"/>
                    <a:pt x="22559" y="887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B4587742-4316-9927-43DD-B3321035241C}"/>
                </a:ext>
              </a:extLst>
            </p:cNvPr>
            <p:cNvSpPr/>
            <p:nvPr/>
          </p:nvSpPr>
          <p:spPr>
            <a:xfrm>
              <a:off x="4382910" y="5238534"/>
              <a:ext cx="23319" cy="18503"/>
            </a:xfrm>
            <a:custGeom>
              <a:avLst/>
              <a:gdLst>
                <a:gd name="connsiteX0" fmla="*/ 23320 w 23319"/>
                <a:gd name="connsiteY0" fmla="*/ 9252 h 18503"/>
                <a:gd name="connsiteX1" fmla="*/ 11660 w 23319"/>
                <a:gd name="connsiteY1" fmla="*/ 18503 h 18503"/>
                <a:gd name="connsiteX2" fmla="*/ 0 w 23319"/>
                <a:gd name="connsiteY2" fmla="*/ 9252 h 18503"/>
                <a:gd name="connsiteX3" fmla="*/ 11660 w 23319"/>
                <a:gd name="connsiteY3" fmla="*/ 0 h 18503"/>
                <a:gd name="connsiteX4" fmla="*/ 23320 w 23319"/>
                <a:gd name="connsiteY4" fmla="*/ 9252 h 18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319" h="18503">
                  <a:moveTo>
                    <a:pt x="23320" y="9252"/>
                  </a:moveTo>
                  <a:cubicBezTo>
                    <a:pt x="23320" y="14321"/>
                    <a:pt x="18124" y="18503"/>
                    <a:pt x="11660" y="18503"/>
                  </a:cubicBezTo>
                  <a:cubicBezTo>
                    <a:pt x="5196" y="18503"/>
                    <a:pt x="0" y="14321"/>
                    <a:pt x="0" y="9252"/>
                  </a:cubicBezTo>
                  <a:cubicBezTo>
                    <a:pt x="0" y="4182"/>
                    <a:pt x="5196" y="0"/>
                    <a:pt x="11660" y="0"/>
                  </a:cubicBezTo>
                  <a:cubicBezTo>
                    <a:pt x="18124" y="0"/>
                    <a:pt x="23320" y="4182"/>
                    <a:pt x="23320" y="925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40053B7D-758E-81AC-317D-B9DEFF344D49}"/>
                </a:ext>
              </a:extLst>
            </p:cNvPr>
            <p:cNvSpPr/>
            <p:nvPr/>
          </p:nvSpPr>
          <p:spPr>
            <a:xfrm>
              <a:off x="4281268" y="5172885"/>
              <a:ext cx="23319" cy="18503"/>
            </a:xfrm>
            <a:custGeom>
              <a:avLst/>
              <a:gdLst>
                <a:gd name="connsiteX0" fmla="*/ 23319 w 23319"/>
                <a:gd name="connsiteY0" fmla="*/ 9251 h 18503"/>
                <a:gd name="connsiteX1" fmla="*/ 11660 w 23319"/>
                <a:gd name="connsiteY1" fmla="*/ 18503 h 18503"/>
                <a:gd name="connsiteX2" fmla="*/ 0 w 23319"/>
                <a:gd name="connsiteY2" fmla="*/ 9251 h 18503"/>
                <a:gd name="connsiteX3" fmla="*/ 11660 w 23319"/>
                <a:gd name="connsiteY3" fmla="*/ 0 h 18503"/>
                <a:gd name="connsiteX4" fmla="*/ 23319 w 23319"/>
                <a:gd name="connsiteY4" fmla="*/ 9251 h 18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319" h="18503">
                  <a:moveTo>
                    <a:pt x="23319" y="9251"/>
                  </a:moveTo>
                  <a:cubicBezTo>
                    <a:pt x="23319" y="14321"/>
                    <a:pt x="18123" y="18503"/>
                    <a:pt x="11660" y="18503"/>
                  </a:cubicBezTo>
                  <a:cubicBezTo>
                    <a:pt x="5196" y="18503"/>
                    <a:pt x="0" y="14321"/>
                    <a:pt x="0" y="9251"/>
                  </a:cubicBezTo>
                  <a:cubicBezTo>
                    <a:pt x="0" y="4182"/>
                    <a:pt x="5196" y="0"/>
                    <a:pt x="11660" y="0"/>
                  </a:cubicBezTo>
                  <a:cubicBezTo>
                    <a:pt x="18123" y="0"/>
                    <a:pt x="23319" y="4182"/>
                    <a:pt x="23319" y="925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E6D70DEA-683B-0E47-5F14-C3BAAD11BC13}"/>
                </a:ext>
              </a:extLst>
            </p:cNvPr>
            <p:cNvSpPr/>
            <p:nvPr/>
          </p:nvSpPr>
          <p:spPr>
            <a:xfrm>
              <a:off x="4183428" y="5103687"/>
              <a:ext cx="23319" cy="18503"/>
            </a:xfrm>
            <a:custGeom>
              <a:avLst/>
              <a:gdLst>
                <a:gd name="connsiteX0" fmla="*/ 23319 w 23319"/>
                <a:gd name="connsiteY0" fmla="*/ 9251 h 18503"/>
                <a:gd name="connsiteX1" fmla="*/ 11660 w 23319"/>
                <a:gd name="connsiteY1" fmla="*/ 18503 h 18503"/>
                <a:gd name="connsiteX2" fmla="*/ 0 w 23319"/>
                <a:gd name="connsiteY2" fmla="*/ 9251 h 18503"/>
                <a:gd name="connsiteX3" fmla="*/ 11660 w 23319"/>
                <a:gd name="connsiteY3" fmla="*/ 0 h 18503"/>
                <a:gd name="connsiteX4" fmla="*/ 23319 w 23319"/>
                <a:gd name="connsiteY4" fmla="*/ 9251 h 18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319" h="18503">
                  <a:moveTo>
                    <a:pt x="23319" y="9251"/>
                  </a:moveTo>
                  <a:cubicBezTo>
                    <a:pt x="23319" y="14321"/>
                    <a:pt x="18123" y="18503"/>
                    <a:pt x="11660" y="18503"/>
                  </a:cubicBezTo>
                  <a:cubicBezTo>
                    <a:pt x="5196" y="18503"/>
                    <a:pt x="0" y="14321"/>
                    <a:pt x="0" y="9251"/>
                  </a:cubicBezTo>
                  <a:cubicBezTo>
                    <a:pt x="0" y="4182"/>
                    <a:pt x="5196" y="0"/>
                    <a:pt x="11660" y="0"/>
                  </a:cubicBezTo>
                  <a:cubicBezTo>
                    <a:pt x="18123" y="0"/>
                    <a:pt x="23319" y="4182"/>
                    <a:pt x="23319" y="925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5371F7AA-F9CA-209C-10B8-617F5EF5E642}"/>
                </a:ext>
              </a:extLst>
            </p:cNvPr>
            <p:cNvSpPr/>
            <p:nvPr/>
          </p:nvSpPr>
          <p:spPr>
            <a:xfrm>
              <a:off x="4089643" y="5030940"/>
              <a:ext cx="23319" cy="18503"/>
            </a:xfrm>
            <a:custGeom>
              <a:avLst/>
              <a:gdLst>
                <a:gd name="connsiteX0" fmla="*/ 23319 w 23319"/>
                <a:gd name="connsiteY0" fmla="*/ 9252 h 18503"/>
                <a:gd name="connsiteX1" fmla="*/ 11659 w 23319"/>
                <a:gd name="connsiteY1" fmla="*/ 18503 h 18503"/>
                <a:gd name="connsiteX2" fmla="*/ 0 w 23319"/>
                <a:gd name="connsiteY2" fmla="*/ 9252 h 18503"/>
                <a:gd name="connsiteX3" fmla="*/ 11659 w 23319"/>
                <a:gd name="connsiteY3" fmla="*/ 0 h 18503"/>
                <a:gd name="connsiteX4" fmla="*/ 23319 w 23319"/>
                <a:gd name="connsiteY4" fmla="*/ 9252 h 18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319" h="18503">
                  <a:moveTo>
                    <a:pt x="23319" y="9252"/>
                  </a:moveTo>
                  <a:cubicBezTo>
                    <a:pt x="23319" y="14448"/>
                    <a:pt x="18123" y="18503"/>
                    <a:pt x="11659" y="18503"/>
                  </a:cubicBezTo>
                  <a:cubicBezTo>
                    <a:pt x="5196" y="18503"/>
                    <a:pt x="0" y="14321"/>
                    <a:pt x="0" y="9252"/>
                  </a:cubicBezTo>
                  <a:cubicBezTo>
                    <a:pt x="0" y="4183"/>
                    <a:pt x="5196" y="0"/>
                    <a:pt x="11659" y="0"/>
                  </a:cubicBezTo>
                  <a:cubicBezTo>
                    <a:pt x="18123" y="0"/>
                    <a:pt x="23319" y="4183"/>
                    <a:pt x="23319" y="925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5AC57ADF-42CA-2F84-CAF0-EED6EF33B572}"/>
                </a:ext>
              </a:extLst>
            </p:cNvPr>
            <p:cNvSpPr/>
            <p:nvPr/>
          </p:nvSpPr>
          <p:spPr>
            <a:xfrm>
              <a:off x="4000168" y="4955026"/>
              <a:ext cx="23319" cy="18503"/>
            </a:xfrm>
            <a:custGeom>
              <a:avLst/>
              <a:gdLst>
                <a:gd name="connsiteX0" fmla="*/ 23319 w 23319"/>
                <a:gd name="connsiteY0" fmla="*/ 9252 h 18503"/>
                <a:gd name="connsiteX1" fmla="*/ 11659 w 23319"/>
                <a:gd name="connsiteY1" fmla="*/ 18503 h 18503"/>
                <a:gd name="connsiteX2" fmla="*/ 0 w 23319"/>
                <a:gd name="connsiteY2" fmla="*/ 9252 h 18503"/>
                <a:gd name="connsiteX3" fmla="*/ 11659 w 23319"/>
                <a:gd name="connsiteY3" fmla="*/ 0 h 18503"/>
                <a:gd name="connsiteX4" fmla="*/ 23319 w 23319"/>
                <a:gd name="connsiteY4" fmla="*/ 9252 h 18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319" h="18503">
                  <a:moveTo>
                    <a:pt x="23319" y="9252"/>
                  </a:moveTo>
                  <a:cubicBezTo>
                    <a:pt x="23319" y="14321"/>
                    <a:pt x="18123" y="18503"/>
                    <a:pt x="11659" y="18503"/>
                  </a:cubicBezTo>
                  <a:cubicBezTo>
                    <a:pt x="5196" y="18503"/>
                    <a:pt x="0" y="14321"/>
                    <a:pt x="0" y="9252"/>
                  </a:cubicBezTo>
                  <a:cubicBezTo>
                    <a:pt x="0" y="4182"/>
                    <a:pt x="5196" y="0"/>
                    <a:pt x="11659" y="0"/>
                  </a:cubicBezTo>
                  <a:cubicBezTo>
                    <a:pt x="18123" y="0"/>
                    <a:pt x="23319" y="4182"/>
                    <a:pt x="23319" y="925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67DE981C-F639-EF38-871A-958E96400311}"/>
                </a:ext>
              </a:extLst>
            </p:cNvPr>
            <p:cNvSpPr/>
            <p:nvPr/>
          </p:nvSpPr>
          <p:spPr>
            <a:xfrm>
              <a:off x="3915128" y="4875816"/>
              <a:ext cx="23319" cy="18503"/>
            </a:xfrm>
            <a:custGeom>
              <a:avLst/>
              <a:gdLst>
                <a:gd name="connsiteX0" fmla="*/ 23319 w 23319"/>
                <a:gd name="connsiteY0" fmla="*/ 9252 h 18503"/>
                <a:gd name="connsiteX1" fmla="*/ 11659 w 23319"/>
                <a:gd name="connsiteY1" fmla="*/ 18503 h 18503"/>
                <a:gd name="connsiteX2" fmla="*/ 0 w 23319"/>
                <a:gd name="connsiteY2" fmla="*/ 9252 h 18503"/>
                <a:gd name="connsiteX3" fmla="*/ 11659 w 23319"/>
                <a:gd name="connsiteY3" fmla="*/ 0 h 18503"/>
                <a:gd name="connsiteX4" fmla="*/ 23319 w 23319"/>
                <a:gd name="connsiteY4" fmla="*/ 9252 h 18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319" h="18503">
                  <a:moveTo>
                    <a:pt x="23319" y="9252"/>
                  </a:moveTo>
                  <a:cubicBezTo>
                    <a:pt x="23319" y="14321"/>
                    <a:pt x="18123" y="18503"/>
                    <a:pt x="11659" y="18503"/>
                  </a:cubicBezTo>
                  <a:cubicBezTo>
                    <a:pt x="5196" y="18503"/>
                    <a:pt x="0" y="14321"/>
                    <a:pt x="0" y="9252"/>
                  </a:cubicBezTo>
                  <a:cubicBezTo>
                    <a:pt x="0" y="4182"/>
                    <a:pt x="5196" y="0"/>
                    <a:pt x="11659" y="0"/>
                  </a:cubicBezTo>
                  <a:cubicBezTo>
                    <a:pt x="18123" y="0"/>
                    <a:pt x="23319" y="4182"/>
                    <a:pt x="23319" y="925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09CE09F2-531A-AC1B-3C74-CB666FB5FA38}"/>
                </a:ext>
              </a:extLst>
            </p:cNvPr>
            <p:cNvSpPr/>
            <p:nvPr/>
          </p:nvSpPr>
          <p:spPr>
            <a:xfrm>
              <a:off x="3835157" y="4794071"/>
              <a:ext cx="22559" cy="17869"/>
            </a:xfrm>
            <a:custGeom>
              <a:avLst/>
              <a:gdLst>
                <a:gd name="connsiteX0" fmla="*/ 22559 w 22559"/>
                <a:gd name="connsiteY0" fmla="*/ 8872 h 17869"/>
                <a:gd name="connsiteX1" fmla="*/ 11280 w 22559"/>
                <a:gd name="connsiteY1" fmla="*/ 17870 h 17869"/>
                <a:gd name="connsiteX2" fmla="*/ 0 w 22559"/>
                <a:gd name="connsiteY2" fmla="*/ 8872 h 17869"/>
                <a:gd name="connsiteX3" fmla="*/ 11280 w 22559"/>
                <a:gd name="connsiteY3" fmla="*/ 0 h 17869"/>
                <a:gd name="connsiteX4" fmla="*/ 22559 w 22559"/>
                <a:gd name="connsiteY4" fmla="*/ 8872 h 1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9" h="17869">
                  <a:moveTo>
                    <a:pt x="22559" y="8872"/>
                  </a:moveTo>
                  <a:cubicBezTo>
                    <a:pt x="22559" y="13814"/>
                    <a:pt x="17490" y="17870"/>
                    <a:pt x="11280" y="17870"/>
                  </a:cubicBezTo>
                  <a:cubicBezTo>
                    <a:pt x="5070" y="17870"/>
                    <a:pt x="0" y="13814"/>
                    <a:pt x="0" y="8872"/>
                  </a:cubicBezTo>
                  <a:cubicBezTo>
                    <a:pt x="0" y="3929"/>
                    <a:pt x="5070" y="0"/>
                    <a:pt x="11280" y="0"/>
                  </a:cubicBezTo>
                  <a:cubicBezTo>
                    <a:pt x="17490" y="0"/>
                    <a:pt x="22559" y="4056"/>
                    <a:pt x="22559" y="887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6A1928FB-EE9A-C106-A87B-FA3844C332B1}"/>
                </a:ext>
              </a:extLst>
            </p:cNvPr>
            <p:cNvSpPr/>
            <p:nvPr/>
          </p:nvSpPr>
          <p:spPr>
            <a:xfrm>
              <a:off x="3759496" y="4709031"/>
              <a:ext cx="22558" cy="17869"/>
            </a:xfrm>
            <a:custGeom>
              <a:avLst/>
              <a:gdLst>
                <a:gd name="connsiteX0" fmla="*/ 22559 w 22558"/>
                <a:gd name="connsiteY0" fmla="*/ 8998 h 17869"/>
                <a:gd name="connsiteX1" fmla="*/ 11279 w 22558"/>
                <a:gd name="connsiteY1" fmla="*/ 17870 h 17869"/>
                <a:gd name="connsiteX2" fmla="*/ 0 w 22558"/>
                <a:gd name="connsiteY2" fmla="*/ 8998 h 17869"/>
                <a:gd name="connsiteX3" fmla="*/ 11279 w 22558"/>
                <a:gd name="connsiteY3" fmla="*/ 0 h 17869"/>
                <a:gd name="connsiteX4" fmla="*/ 22559 w 22558"/>
                <a:gd name="connsiteY4" fmla="*/ 8998 h 1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8" h="17869">
                  <a:moveTo>
                    <a:pt x="22559" y="8998"/>
                  </a:moveTo>
                  <a:cubicBezTo>
                    <a:pt x="22559" y="13941"/>
                    <a:pt x="17489" y="17870"/>
                    <a:pt x="11279" y="17870"/>
                  </a:cubicBezTo>
                  <a:cubicBezTo>
                    <a:pt x="5069" y="17870"/>
                    <a:pt x="0" y="13814"/>
                    <a:pt x="0" y="8998"/>
                  </a:cubicBezTo>
                  <a:cubicBezTo>
                    <a:pt x="0" y="4182"/>
                    <a:pt x="5069" y="0"/>
                    <a:pt x="11279" y="0"/>
                  </a:cubicBezTo>
                  <a:cubicBezTo>
                    <a:pt x="17489" y="0"/>
                    <a:pt x="22559" y="4056"/>
                    <a:pt x="22559" y="89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6160E4CE-0088-E61F-50BB-DB2DF1C854DD}"/>
                </a:ext>
              </a:extLst>
            </p:cNvPr>
            <p:cNvSpPr/>
            <p:nvPr/>
          </p:nvSpPr>
          <p:spPr>
            <a:xfrm>
              <a:off x="3688524" y="4621203"/>
              <a:ext cx="23319" cy="18503"/>
            </a:xfrm>
            <a:custGeom>
              <a:avLst/>
              <a:gdLst>
                <a:gd name="connsiteX0" fmla="*/ 23319 w 23319"/>
                <a:gd name="connsiteY0" fmla="*/ 9251 h 18503"/>
                <a:gd name="connsiteX1" fmla="*/ 11659 w 23319"/>
                <a:gd name="connsiteY1" fmla="*/ 18503 h 18503"/>
                <a:gd name="connsiteX2" fmla="*/ 0 w 23319"/>
                <a:gd name="connsiteY2" fmla="*/ 9251 h 18503"/>
                <a:gd name="connsiteX3" fmla="*/ 11659 w 23319"/>
                <a:gd name="connsiteY3" fmla="*/ 0 h 18503"/>
                <a:gd name="connsiteX4" fmla="*/ 23319 w 23319"/>
                <a:gd name="connsiteY4" fmla="*/ 9251 h 18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319" h="18503">
                  <a:moveTo>
                    <a:pt x="23319" y="9251"/>
                  </a:moveTo>
                  <a:cubicBezTo>
                    <a:pt x="23319" y="14321"/>
                    <a:pt x="18123" y="18503"/>
                    <a:pt x="11659" y="18503"/>
                  </a:cubicBezTo>
                  <a:cubicBezTo>
                    <a:pt x="5196" y="18503"/>
                    <a:pt x="0" y="14321"/>
                    <a:pt x="0" y="9251"/>
                  </a:cubicBezTo>
                  <a:cubicBezTo>
                    <a:pt x="0" y="4182"/>
                    <a:pt x="5196" y="0"/>
                    <a:pt x="11659" y="0"/>
                  </a:cubicBezTo>
                  <a:cubicBezTo>
                    <a:pt x="18123" y="0"/>
                    <a:pt x="23319" y="4182"/>
                    <a:pt x="23319" y="925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B28A1617-01A5-D4C3-672D-FDE01D50E0D4}"/>
                </a:ext>
              </a:extLst>
            </p:cNvPr>
            <p:cNvSpPr/>
            <p:nvPr/>
          </p:nvSpPr>
          <p:spPr>
            <a:xfrm>
              <a:off x="3623255" y="4531347"/>
              <a:ext cx="22558" cy="17869"/>
            </a:xfrm>
            <a:custGeom>
              <a:avLst/>
              <a:gdLst>
                <a:gd name="connsiteX0" fmla="*/ 22559 w 22558"/>
                <a:gd name="connsiteY0" fmla="*/ 8998 h 17869"/>
                <a:gd name="connsiteX1" fmla="*/ 11279 w 22558"/>
                <a:gd name="connsiteY1" fmla="*/ 17870 h 17869"/>
                <a:gd name="connsiteX2" fmla="*/ 0 w 22558"/>
                <a:gd name="connsiteY2" fmla="*/ 8998 h 17869"/>
                <a:gd name="connsiteX3" fmla="*/ 11279 w 22558"/>
                <a:gd name="connsiteY3" fmla="*/ 0 h 17869"/>
                <a:gd name="connsiteX4" fmla="*/ 22559 w 22558"/>
                <a:gd name="connsiteY4" fmla="*/ 8998 h 1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8" h="17869">
                  <a:moveTo>
                    <a:pt x="22559" y="8998"/>
                  </a:moveTo>
                  <a:cubicBezTo>
                    <a:pt x="22559" y="13941"/>
                    <a:pt x="17489" y="17870"/>
                    <a:pt x="11279" y="17870"/>
                  </a:cubicBezTo>
                  <a:cubicBezTo>
                    <a:pt x="5069" y="17870"/>
                    <a:pt x="0" y="13814"/>
                    <a:pt x="0" y="8998"/>
                  </a:cubicBezTo>
                  <a:cubicBezTo>
                    <a:pt x="0" y="4182"/>
                    <a:pt x="5069" y="0"/>
                    <a:pt x="11279" y="0"/>
                  </a:cubicBezTo>
                  <a:cubicBezTo>
                    <a:pt x="17489" y="0"/>
                    <a:pt x="22559" y="4055"/>
                    <a:pt x="22559" y="89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B1DECD0C-E2AA-A01F-80CA-54401B28EFC2}"/>
                </a:ext>
              </a:extLst>
            </p:cNvPr>
            <p:cNvSpPr/>
            <p:nvPr/>
          </p:nvSpPr>
          <p:spPr>
            <a:xfrm>
              <a:off x="3562929" y="4439084"/>
              <a:ext cx="22558" cy="17869"/>
            </a:xfrm>
            <a:custGeom>
              <a:avLst/>
              <a:gdLst>
                <a:gd name="connsiteX0" fmla="*/ 22559 w 22558"/>
                <a:gd name="connsiteY0" fmla="*/ 8871 h 17869"/>
                <a:gd name="connsiteX1" fmla="*/ 11279 w 22558"/>
                <a:gd name="connsiteY1" fmla="*/ 17869 h 17869"/>
                <a:gd name="connsiteX2" fmla="*/ 0 w 22558"/>
                <a:gd name="connsiteY2" fmla="*/ 8871 h 17869"/>
                <a:gd name="connsiteX3" fmla="*/ 11279 w 22558"/>
                <a:gd name="connsiteY3" fmla="*/ 0 h 17869"/>
                <a:gd name="connsiteX4" fmla="*/ 22559 w 22558"/>
                <a:gd name="connsiteY4" fmla="*/ 8871 h 1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8" h="17869">
                  <a:moveTo>
                    <a:pt x="22559" y="8871"/>
                  </a:moveTo>
                  <a:cubicBezTo>
                    <a:pt x="22559" y="13814"/>
                    <a:pt x="17490" y="17869"/>
                    <a:pt x="11279" y="17869"/>
                  </a:cubicBezTo>
                  <a:cubicBezTo>
                    <a:pt x="5069" y="17869"/>
                    <a:pt x="0" y="13814"/>
                    <a:pt x="0" y="8871"/>
                  </a:cubicBezTo>
                  <a:cubicBezTo>
                    <a:pt x="0" y="3929"/>
                    <a:pt x="5069" y="0"/>
                    <a:pt x="11279" y="0"/>
                  </a:cubicBezTo>
                  <a:cubicBezTo>
                    <a:pt x="17490" y="0"/>
                    <a:pt x="22559" y="4055"/>
                    <a:pt x="22559" y="887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11B6F009-7377-ECE1-D86C-7C67EAC95F6D}"/>
                </a:ext>
              </a:extLst>
            </p:cNvPr>
            <p:cNvSpPr/>
            <p:nvPr/>
          </p:nvSpPr>
          <p:spPr>
            <a:xfrm>
              <a:off x="3508432" y="4344919"/>
              <a:ext cx="21798" cy="17236"/>
            </a:xfrm>
            <a:custGeom>
              <a:avLst/>
              <a:gdLst>
                <a:gd name="connsiteX0" fmla="*/ 21799 w 21798"/>
                <a:gd name="connsiteY0" fmla="*/ 8618 h 17236"/>
                <a:gd name="connsiteX1" fmla="*/ 10899 w 21798"/>
                <a:gd name="connsiteY1" fmla="*/ 17236 h 17236"/>
                <a:gd name="connsiteX2" fmla="*/ 0 w 21798"/>
                <a:gd name="connsiteY2" fmla="*/ 8618 h 17236"/>
                <a:gd name="connsiteX3" fmla="*/ 10899 w 21798"/>
                <a:gd name="connsiteY3" fmla="*/ 0 h 17236"/>
                <a:gd name="connsiteX4" fmla="*/ 21799 w 21798"/>
                <a:gd name="connsiteY4" fmla="*/ 8618 h 17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798" h="17236">
                  <a:moveTo>
                    <a:pt x="21799" y="8618"/>
                  </a:moveTo>
                  <a:cubicBezTo>
                    <a:pt x="21799" y="13434"/>
                    <a:pt x="16856" y="17236"/>
                    <a:pt x="10899" y="17236"/>
                  </a:cubicBezTo>
                  <a:cubicBezTo>
                    <a:pt x="4943" y="17236"/>
                    <a:pt x="0" y="13308"/>
                    <a:pt x="0" y="8618"/>
                  </a:cubicBezTo>
                  <a:cubicBezTo>
                    <a:pt x="0" y="3929"/>
                    <a:pt x="4943" y="0"/>
                    <a:pt x="10899" y="0"/>
                  </a:cubicBezTo>
                  <a:cubicBezTo>
                    <a:pt x="16856" y="0"/>
                    <a:pt x="21799" y="3929"/>
                    <a:pt x="21799" y="86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4AFDCA23-E12B-08EC-A612-843EDE4A8720}"/>
                </a:ext>
              </a:extLst>
            </p:cNvPr>
            <p:cNvSpPr/>
            <p:nvPr/>
          </p:nvSpPr>
          <p:spPr>
            <a:xfrm>
              <a:off x="3459132" y="4248980"/>
              <a:ext cx="21291" cy="16728"/>
            </a:xfrm>
            <a:custGeom>
              <a:avLst/>
              <a:gdLst>
                <a:gd name="connsiteX0" fmla="*/ 21292 w 21291"/>
                <a:gd name="connsiteY0" fmla="*/ 8364 h 16728"/>
                <a:gd name="connsiteX1" fmla="*/ 10646 w 21291"/>
                <a:gd name="connsiteY1" fmla="*/ 16729 h 16728"/>
                <a:gd name="connsiteX2" fmla="*/ 0 w 21291"/>
                <a:gd name="connsiteY2" fmla="*/ 8364 h 16728"/>
                <a:gd name="connsiteX3" fmla="*/ 10646 w 21291"/>
                <a:gd name="connsiteY3" fmla="*/ 0 h 16728"/>
                <a:gd name="connsiteX4" fmla="*/ 21292 w 21291"/>
                <a:gd name="connsiteY4" fmla="*/ 8364 h 16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291" h="16728">
                  <a:moveTo>
                    <a:pt x="21292" y="8364"/>
                  </a:moveTo>
                  <a:cubicBezTo>
                    <a:pt x="21292" y="13054"/>
                    <a:pt x="16602" y="16729"/>
                    <a:pt x="10646" y="16729"/>
                  </a:cubicBezTo>
                  <a:cubicBezTo>
                    <a:pt x="4689" y="16729"/>
                    <a:pt x="0" y="12927"/>
                    <a:pt x="0" y="8364"/>
                  </a:cubicBezTo>
                  <a:cubicBezTo>
                    <a:pt x="0" y="3802"/>
                    <a:pt x="4689" y="0"/>
                    <a:pt x="10646" y="0"/>
                  </a:cubicBezTo>
                  <a:cubicBezTo>
                    <a:pt x="16602" y="0"/>
                    <a:pt x="21292" y="3802"/>
                    <a:pt x="21292" y="836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6236A3F1-E1A4-8DB9-7027-0239450B8722}"/>
                </a:ext>
              </a:extLst>
            </p:cNvPr>
            <p:cNvSpPr/>
            <p:nvPr/>
          </p:nvSpPr>
          <p:spPr>
            <a:xfrm>
              <a:off x="3415155" y="4151013"/>
              <a:ext cx="21291" cy="16729"/>
            </a:xfrm>
            <a:custGeom>
              <a:avLst/>
              <a:gdLst>
                <a:gd name="connsiteX0" fmla="*/ 21292 w 21291"/>
                <a:gd name="connsiteY0" fmla="*/ 8365 h 16729"/>
                <a:gd name="connsiteX1" fmla="*/ 10646 w 21291"/>
                <a:gd name="connsiteY1" fmla="*/ 16729 h 16729"/>
                <a:gd name="connsiteX2" fmla="*/ 0 w 21291"/>
                <a:gd name="connsiteY2" fmla="*/ 8365 h 16729"/>
                <a:gd name="connsiteX3" fmla="*/ 10646 w 21291"/>
                <a:gd name="connsiteY3" fmla="*/ 0 h 16729"/>
                <a:gd name="connsiteX4" fmla="*/ 21292 w 21291"/>
                <a:gd name="connsiteY4" fmla="*/ 8365 h 16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291" h="16729">
                  <a:moveTo>
                    <a:pt x="21292" y="8365"/>
                  </a:moveTo>
                  <a:cubicBezTo>
                    <a:pt x="21292" y="12927"/>
                    <a:pt x="16602" y="16729"/>
                    <a:pt x="10646" y="16729"/>
                  </a:cubicBezTo>
                  <a:cubicBezTo>
                    <a:pt x="4689" y="16729"/>
                    <a:pt x="0" y="12927"/>
                    <a:pt x="0" y="8365"/>
                  </a:cubicBezTo>
                  <a:cubicBezTo>
                    <a:pt x="0" y="3802"/>
                    <a:pt x="4816" y="0"/>
                    <a:pt x="10646" y="0"/>
                  </a:cubicBezTo>
                  <a:cubicBezTo>
                    <a:pt x="16476" y="0"/>
                    <a:pt x="21292" y="3802"/>
                    <a:pt x="21292" y="836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C6785FD2-EC03-70C5-6C4E-07A8698F1D72}"/>
                </a:ext>
              </a:extLst>
            </p:cNvPr>
            <p:cNvSpPr/>
            <p:nvPr/>
          </p:nvSpPr>
          <p:spPr>
            <a:xfrm>
              <a:off x="3377514" y="4051779"/>
              <a:ext cx="20404" cy="16222"/>
            </a:xfrm>
            <a:custGeom>
              <a:avLst/>
              <a:gdLst>
                <a:gd name="connsiteX0" fmla="*/ 20404 w 20404"/>
                <a:gd name="connsiteY0" fmla="*/ 8111 h 16222"/>
                <a:gd name="connsiteX1" fmla="*/ 10139 w 20404"/>
                <a:gd name="connsiteY1" fmla="*/ 16222 h 16222"/>
                <a:gd name="connsiteX2" fmla="*/ 0 w 20404"/>
                <a:gd name="connsiteY2" fmla="*/ 8111 h 16222"/>
                <a:gd name="connsiteX3" fmla="*/ 10139 w 20404"/>
                <a:gd name="connsiteY3" fmla="*/ 0 h 16222"/>
                <a:gd name="connsiteX4" fmla="*/ 20404 w 20404"/>
                <a:gd name="connsiteY4" fmla="*/ 8111 h 1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04" h="16222">
                  <a:moveTo>
                    <a:pt x="20404" y="8111"/>
                  </a:moveTo>
                  <a:cubicBezTo>
                    <a:pt x="20404" y="12547"/>
                    <a:pt x="15842" y="16222"/>
                    <a:pt x="10139" y="16222"/>
                  </a:cubicBezTo>
                  <a:cubicBezTo>
                    <a:pt x="4436" y="16222"/>
                    <a:pt x="0" y="12547"/>
                    <a:pt x="0" y="8111"/>
                  </a:cubicBezTo>
                  <a:cubicBezTo>
                    <a:pt x="0" y="3675"/>
                    <a:pt x="4562" y="0"/>
                    <a:pt x="10139" y="0"/>
                  </a:cubicBezTo>
                  <a:cubicBezTo>
                    <a:pt x="15715" y="0"/>
                    <a:pt x="20404" y="3675"/>
                    <a:pt x="20404" y="811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5A6A6444-30ED-988F-B1CE-49C3EDC6043B}"/>
                </a:ext>
              </a:extLst>
            </p:cNvPr>
            <p:cNvSpPr/>
            <p:nvPr/>
          </p:nvSpPr>
          <p:spPr>
            <a:xfrm>
              <a:off x="3345323" y="3951277"/>
              <a:ext cx="19644" cy="15588"/>
            </a:xfrm>
            <a:custGeom>
              <a:avLst/>
              <a:gdLst>
                <a:gd name="connsiteX0" fmla="*/ 19644 w 19644"/>
                <a:gd name="connsiteY0" fmla="*/ 7858 h 15588"/>
                <a:gd name="connsiteX1" fmla="*/ 9885 w 19644"/>
                <a:gd name="connsiteY1" fmla="*/ 15589 h 15588"/>
                <a:gd name="connsiteX2" fmla="*/ 0 w 19644"/>
                <a:gd name="connsiteY2" fmla="*/ 7858 h 15588"/>
                <a:gd name="connsiteX3" fmla="*/ 9885 w 19644"/>
                <a:gd name="connsiteY3" fmla="*/ 0 h 15588"/>
                <a:gd name="connsiteX4" fmla="*/ 19644 w 19644"/>
                <a:gd name="connsiteY4" fmla="*/ 7858 h 1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44" h="15588">
                  <a:moveTo>
                    <a:pt x="19644" y="7858"/>
                  </a:moveTo>
                  <a:cubicBezTo>
                    <a:pt x="19644" y="12167"/>
                    <a:pt x="15208" y="15589"/>
                    <a:pt x="9885" y="15589"/>
                  </a:cubicBezTo>
                  <a:cubicBezTo>
                    <a:pt x="4563" y="15589"/>
                    <a:pt x="0" y="12167"/>
                    <a:pt x="0" y="7858"/>
                  </a:cubicBezTo>
                  <a:cubicBezTo>
                    <a:pt x="0" y="3549"/>
                    <a:pt x="4436" y="0"/>
                    <a:pt x="9885" y="0"/>
                  </a:cubicBezTo>
                  <a:cubicBezTo>
                    <a:pt x="15335" y="0"/>
                    <a:pt x="19644" y="3549"/>
                    <a:pt x="19644" y="785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81CF424D-14C6-FCAA-2390-C3CE2F5F9D5A}"/>
                </a:ext>
              </a:extLst>
            </p:cNvPr>
            <p:cNvSpPr/>
            <p:nvPr/>
          </p:nvSpPr>
          <p:spPr>
            <a:xfrm>
              <a:off x="3318582" y="3849508"/>
              <a:ext cx="19643" cy="15715"/>
            </a:xfrm>
            <a:custGeom>
              <a:avLst/>
              <a:gdLst>
                <a:gd name="connsiteX0" fmla="*/ 19644 w 19643"/>
                <a:gd name="connsiteY0" fmla="*/ 7858 h 15715"/>
                <a:gd name="connsiteX1" fmla="*/ 9885 w 19643"/>
                <a:gd name="connsiteY1" fmla="*/ 15716 h 15715"/>
                <a:gd name="connsiteX2" fmla="*/ 0 w 19643"/>
                <a:gd name="connsiteY2" fmla="*/ 7858 h 15715"/>
                <a:gd name="connsiteX3" fmla="*/ 9885 w 19643"/>
                <a:gd name="connsiteY3" fmla="*/ 0 h 15715"/>
                <a:gd name="connsiteX4" fmla="*/ 19644 w 19643"/>
                <a:gd name="connsiteY4" fmla="*/ 7858 h 1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43" h="15715">
                  <a:moveTo>
                    <a:pt x="19644" y="7858"/>
                  </a:moveTo>
                  <a:cubicBezTo>
                    <a:pt x="19644" y="12167"/>
                    <a:pt x="15208" y="15716"/>
                    <a:pt x="9885" y="15716"/>
                  </a:cubicBezTo>
                  <a:cubicBezTo>
                    <a:pt x="4562" y="15716"/>
                    <a:pt x="0" y="12167"/>
                    <a:pt x="0" y="7858"/>
                  </a:cubicBezTo>
                  <a:cubicBezTo>
                    <a:pt x="0" y="3549"/>
                    <a:pt x="4436" y="0"/>
                    <a:pt x="9885" y="0"/>
                  </a:cubicBezTo>
                  <a:cubicBezTo>
                    <a:pt x="15335" y="0"/>
                    <a:pt x="19644" y="3549"/>
                    <a:pt x="19644" y="785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AC5CE88C-F2FD-E902-AF33-46D4D42B01AF}"/>
                </a:ext>
              </a:extLst>
            </p:cNvPr>
            <p:cNvSpPr/>
            <p:nvPr/>
          </p:nvSpPr>
          <p:spPr>
            <a:xfrm>
              <a:off x="3298304" y="3747105"/>
              <a:ext cx="18757" cy="14954"/>
            </a:xfrm>
            <a:custGeom>
              <a:avLst/>
              <a:gdLst>
                <a:gd name="connsiteX0" fmla="*/ 18757 w 18757"/>
                <a:gd name="connsiteY0" fmla="*/ 7477 h 14954"/>
                <a:gd name="connsiteX1" fmla="*/ 9378 w 18757"/>
                <a:gd name="connsiteY1" fmla="*/ 14955 h 14954"/>
                <a:gd name="connsiteX2" fmla="*/ 0 w 18757"/>
                <a:gd name="connsiteY2" fmla="*/ 7477 h 14954"/>
                <a:gd name="connsiteX3" fmla="*/ 9378 w 18757"/>
                <a:gd name="connsiteY3" fmla="*/ 0 h 14954"/>
                <a:gd name="connsiteX4" fmla="*/ 18757 w 18757"/>
                <a:gd name="connsiteY4" fmla="*/ 7477 h 14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57" h="14954">
                  <a:moveTo>
                    <a:pt x="18757" y="7477"/>
                  </a:moveTo>
                  <a:cubicBezTo>
                    <a:pt x="18757" y="11659"/>
                    <a:pt x="14575" y="14955"/>
                    <a:pt x="9378" y="14955"/>
                  </a:cubicBezTo>
                  <a:cubicBezTo>
                    <a:pt x="4182" y="14955"/>
                    <a:pt x="0" y="11659"/>
                    <a:pt x="0" y="7477"/>
                  </a:cubicBezTo>
                  <a:cubicBezTo>
                    <a:pt x="0" y="3295"/>
                    <a:pt x="4182" y="0"/>
                    <a:pt x="9378" y="0"/>
                  </a:cubicBezTo>
                  <a:cubicBezTo>
                    <a:pt x="14575" y="0"/>
                    <a:pt x="18757" y="3422"/>
                    <a:pt x="18757" y="747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689557A0-4202-1427-4D1C-376013BBDB2C}"/>
                </a:ext>
              </a:extLst>
            </p:cNvPr>
            <p:cNvSpPr/>
            <p:nvPr/>
          </p:nvSpPr>
          <p:spPr>
            <a:xfrm>
              <a:off x="3283729" y="3644069"/>
              <a:ext cx="18250" cy="14447"/>
            </a:xfrm>
            <a:custGeom>
              <a:avLst/>
              <a:gdLst>
                <a:gd name="connsiteX0" fmla="*/ 18250 w 18250"/>
                <a:gd name="connsiteY0" fmla="*/ 7224 h 14447"/>
                <a:gd name="connsiteX1" fmla="*/ 9125 w 18250"/>
                <a:gd name="connsiteY1" fmla="*/ 14448 h 14447"/>
                <a:gd name="connsiteX2" fmla="*/ 0 w 18250"/>
                <a:gd name="connsiteY2" fmla="*/ 7224 h 14447"/>
                <a:gd name="connsiteX3" fmla="*/ 9125 w 18250"/>
                <a:gd name="connsiteY3" fmla="*/ 0 h 14447"/>
                <a:gd name="connsiteX4" fmla="*/ 18250 w 18250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7">
                  <a:moveTo>
                    <a:pt x="18250" y="7224"/>
                  </a:moveTo>
                  <a:cubicBezTo>
                    <a:pt x="18250" y="11279"/>
                    <a:pt x="14194" y="14448"/>
                    <a:pt x="9125" y="14448"/>
                  </a:cubicBezTo>
                  <a:cubicBezTo>
                    <a:pt x="4056" y="14448"/>
                    <a:pt x="0" y="11279"/>
                    <a:pt x="0" y="7224"/>
                  </a:cubicBezTo>
                  <a:cubicBezTo>
                    <a:pt x="0" y="3168"/>
                    <a:pt x="4056" y="0"/>
                    <a:pt x="9125" y="0"/>
                  </a:cubicBezTo>
                  <a:cubicBezTo>
                    <a:pt x="14194" y="0"/>
                    <a:pt x="18250" y="3168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52AABADE-1D0A-CF20-2091-3B1092E6D543}"/>
                </a:ext>
              </a:extLst>
            </p:cNvPr>
            <p:cNvSpPr/>
            <p:nvPr/>
          </p:nvSpPr>
          <p:spPr>
            <a:xfrm>
              <a:off x="3275112" y="3540652"/>
              <a:ext cx="17489" cy="13941"/>
            </a:xfrm>
            <a:custGeom>
              <a:avLst/>
              <a:gdLst>
                <a:gd name="connsiteX0" fmla="*/ 17489 w 17489"/>
                <a:gd name="connsiteY0" fmla="*/ 6970 h 13941"/>
                <a:gd name="connsiteX1" fmla="*/ 8744 w 17489"/>
                <a:gd name="connsiteY1" fmla="*/ 13941 h 13941"/>
                <a:gd name="connsiteX2" fmla="*/ 0 w 17489"/>
                <a:gd name="connsiteY2" fmla="*/ 6970 h 13941"/>
                <a:gd name="connsiteX3" fmla="*/ 8744 w 17489"/>
                <a:gd name="connsiteY3" fmla="*/ 0 h 13941"/>
                <a:gd name="connsiteX4" fmla="*/ 17489 w 17489"/>
                <a:gd name="connsiteY4" fmla="*/ 6970 h 1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89" h="13941">
                  <a:moveTo>
                    <a:pt x="17489" y="6970"/>
                  </a:moveTo>
                  <a:cubicBezTo>
                    <a:pt x="17489" y="10773"/>
                    <a:pt x="13560" y="13941"/>
                    <a:pt x="8744" y="13941"/>
                  </a:cubicBezTo>
                  <a:cubicBezTo>
                    <a:pt x="3929" y="13941"/>
                    <a:pt x="0" y="10899"/>
                    <a:pt x="0" y="6970"/>
                  </a:cubicBezTo>
                  <a:cubicBezTo>
                    <a:pt x="0" y="3042"/>
                    <a:pt x="3929" y="0"/>
                    <a:pt x="8744" y="0"/>
                  </a:cubicBezTo>
                  <a:cubicBezTo>
                    <a:pt x="13560" y="0"/>
                    <a:pt x="17489" y="3042"/>
                    <a:pt x="17489" y="69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F25CE581-BECD-2085-46FD-A100893A5C05}"/>
                </a:ext>
              </a:extLst>
            </p:cNvPr>
            <p:cNvSpPr/>
            <p:nvPr/>
          </p:nvSpPr>
          <p:spPr>
            <a:xfrm>
              <a:off x="3272450" y="3436982"/>
              <a:ext cx="16729" cy="13180"/>
            </a:xfrm>
            <a:custGeom>
              <a:avLst/>
              <a:gdLst>
                <a:gd name="connsiteX0" fmla="*/ 16729 w 16729"/>
                <a:gd name="connsiteY0" fmla="*/ 6590 h 13180"/>
                <a:gd name="connsiteX1" fmla="*/ 8365 w 16729"/>
                <a:gd name="connsiteY1" fmla="*/ 13181 h 13180"/>
                <a:gd name="connsiteX2" fmla="*/ 0 w 16729"/>
                <a:gd name="connsiteY2" fmla="*/ 6590 h 13180"/>
                <a:gd name="connsiteX3" fmla="*/ 8365 w 16729"/>
                <a:gd name="connsiteY3" fmla="*/ 0 h 13180"/>
                <a:gd name="connsiteX4" fmla="*/ 16729 w 16729"/>
                <a:gd name="connsiteY4" fmla="*/ 6590 h 13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9" h="13180">
                  <a:moveTo>
                    <a:pt x="16729" y="6590"/>
                  </a:moveTo>
                  <a:cubicBezTo>
                    <a:pt x="16729" y="10266"/>
                    <a:pt x="12927" y="13181"/>
                    <a:pt x="8365" y="13181"/>
                  </a:cubicBezTo>
                  <a:cubicBezTo>
                    <a:pt x="3802" y="13181"/>
                    <a:pt x="0" y="10139"/>
                    <a:pt x="0" y="6590"/>
                  </a:cubicBezTo>
                  <a:cubicBezTo>
                    <a:pt x="0" y="3042"/>
                    <a:pt x="3675" y="0"/>
                    <a:pt x="8365" y="0"/>
                  </a:cubicBezTo>
                  <a:cubicBezTo>
                    <a:pt x="13054" y="0"/>
                    <a:pt x="16729" y="2915"/>
                    <a:pt x="16729" y="659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6A461544-65A0-A5D4-663A-4576456B223C}"/>
                </a:ext>
              </a:extLst>
            </p:cNvPr>
            <p:cNvSpPr/>
            <p:nvPr/>
          </p:nvSpPr>
          <p:spPr>
            <a:xfrm>
              <a:off x="3275872" y="3333313"/>
              <a:ext cx="15968" cy="12673"/>
            </a:xfrm>
            <a:custGeom>
              <a:avLst/>
              <a:gdLst>
                <a:gd name="connsiteX0" fmla="*/ 15968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8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8" y="6337"/>
                  </a:moveTo>
                  <a:cubicBezTo>
                    <a:pt x="15968" y="9759"/>
                    <a:pt x="12420" y="12674"/>
                    <a:pt x="7984" y="12674"/>
                  </a:cubicBezTo>
                  <a:cubicBezTo>
                    <a:pt x="3549" y="12674"/>
                    <a:pt x="0" y="9885"/>
                    <a:pt x="0" y="6337"/>
                  </a:cubicBezTo>
                  <a:cubicBezTo>
                    <a:pt x="0" y="2788"/>
                    <a:pt x="3549" y="0"/>
                    <a:pt x="7984" y="0"/>
                  </a:cubicBezTo>
                  <a:cubicBezTo>
                    <a:pt x="12420" y="0"/>
                    <a:pt x="15968" y="2788"/>
                    <a:pt x="15968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96DE15D8-A5EF-AE35-F376-F5CA0D5CF294}"/>
                </a:ext>
              </a:extLst>
            </p:cNvPr>
            <p:cNvSpPr/>
            <p:nvPr/>
          </p:nvSpPr>
          <p:spPr>
            <a:xfrm>
              <a:off x="3285123" y="3229769"/>
              <a:ext cx="15335" cy="12166"/>
            </a:xfrm>
            <a:custGeom>
              <a:avLst/>
              <a:gdLst>
                <a:gd name="connsiteX0" fmla="*/ 15335 w 15335"/>
                <a:gd name="connsiteY0" fmla="*/ 6083 h 12166"/>
                <a:gd name="connsiteX1" fmla="*/ 7604 w 15335"/>
                <a:gd name="connsiteY1" fmla="*/ 12167 h 12166"/>
                <a:gd name="connsiteX2" fmla="*/ 0 w 15335"/>
                <a:gd name="connsiteY2" fmla="*/ 6083 h 12166"/>
                <a:gd name="connsiteX3" fmla="*/ 7604 w 15335"/>
                <a:gd name="connsiteY3" fmla="*/ 0 h 12166"/>
                <a:gd name="connsiteX4" fmla="*/ 15335 w 15335"/>
                <a:gd name="connsiteY4" fmla="*/ 6083 h 1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35" h="12166">
                  <a:moveTo>
                    <a:pt x="15335" y="6083"/>
                  </a:moveTo>
                  <a:cubicBezTo>
                    <a:pt x="15335" y="9379"/>
                    <a:pt x="11913" y="12167"/>
                    <a:pt x="7604" y="12167"/>
                  </a:cubicBezTo>
                  <a:cubicBezTo>
                    <a:pt x="3295" y="12167"/>
                    <a:pt x="0" y="9379"/>
                    <a:pt x="0" y="6083"/>
                  </a:cubicBezTo>
                  <a:cubicBezTo>
                    <a:pt x="0" y="2788"/>
                    <a:pt x="3422" y="0"/>
                    <a:pt x="7604" y="0"/>
                  </a:cubicBezTo>
                  <a:cubicBezTo>
                    <a:pt x="11787" y="0"/>
                    <a:pt x="15335" y="2662"/>
                    <a:pt x="15335" y="60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0C71EE20-F28E-8A42-F1EC-C23B4B9DBFFF}"/>
                </a:ext>
              </a:extLst>
            </p:cNvPr>
            <p:cNvSpPr/>
            <p:nvPr/>
          </p:nvSpPr>
          <p:spPr>
            <a:xfrm>
              <a:off x="3300459" y="3126860"/>
              <a:ext cx="14447" cy="11406"/>
            </a:xfrm>
            <a:custGeom>
              <a:avLst/>
              <a:gdLst>
                <a:gd name="connsiteX0" fmla="*/ 14448 w 14447"/>
                <a:gd name="connsiteY0" fmla="*/ 5703 h 11406"/>
                <a:gd name="connsiteX1" fmla="*/ 7224 w 14447"/>
                <a:gd name="connsiteY1" fmla="*/ 11406 h 11406"/>
                <a:gd name="connsiteX2" fmla="*/ 0 w 14447"/>
                <a:gd name="connsiteY2" fmla="*/ 5703 h 11406"/>
                <a:gd name="connsiteX3" fmla="*/ 7224 w 14447"/>
                <a:gd name="connsiteY3" fmla="*/ 0 h 11406"/>
                <a:gd name="connsiteX4" fmla="*/ 14448 w 14447"/>
                <a:gd name="connsiteY4" fmla="*/ 5703 h 11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47" h="11406">
                  <a:moveTo>
                    <a:pt x="14448" y="5703"/>
                  </a:moveTo>
                  <a:cubicBezTo>
                    <a:pt x="14448" y="8871"/>
                    <a:pt x="11152" y="11406"/>
                    <a:pt x="7224" y="11406"/>
                  </a:cubicBezTo>
                  <a:cubicBezTo>
                    <a:pt x="3295" y="11406"/>
                    <a:pt x="0" y="8871"/>
                    <a:pt x="0" y="5703"/>
                  </a:cubicBezTo>
                  <a:cubicBezTo>
                    <a:pt x="0" y="2535"/>
                    <a:pt x="3295" y="0"/>
                    <a:pt x="7224" y="0"/>
                  </a:cubicBezTo>
                  <a:cubicBezTo>
                    <a:pt x="11152" y="0"/>
                    <a:pt x="14448" y="2535"/>
                    <a:pt x="14448" y="570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40FF8C3B-5331-C949-1B21-A4F61A5C7F18}"/>
                </a:ext>
              </a:extLst>
            </p:cNvPr>
            <p:cNvSpPr/>
            <p:nvPr/>
          </p:nvSpPr>
          <p:spPr>
            <a:xfrm>
              <a:off x="3321623" y="3024457"/>
              <a:ext cx="13687" cy="10899"/>
            </a:xfrm>
            <a:custGeom>
              <a:avLst/>
              <a:gdLst>
                <a:gd name="connsiteX0" fmla="*/ 13688 w 13687"/>
                <a:gd name="connsiteY0" fmla="*/ 5450 h 10899"/>
                <a:gd name="connsiteX1" fmla="*/ 6844 w 13687"/>
                <a:gd name="connsiteY1" fmla="*/ 10899 h 10899"/>
                <a:gd name="connsiteX2" fmla="*/ 0 w 13687"/>
                <a:gd name="connsiteY2" fmla="*/ 5450 h 10899"/>
                <a:gd name="connsiteX3" fmla="*/ 6844 w 13687"/>
                <a:gd name="connsiteY3" fmla="*/ 0 h 10899"/>
                <a:gd name="connsiteX4" fmla="*/ 13688 w 13687"/>
                <a:gd name="connsiteY4" fmla="*/ 5450 h 10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87" h="10899">
                  <a:moveTo>
                    <a:pt x="13688" y="5450"/>
                  </a:moveTo>
                  <a:cubicBezTo>
                    <a:pt x="13688" y="8491"/>
                    <a:pt x="10646" y="10899"/>
                    <a:pt x="6844" y="10899"/>
                  </a:cubicBezTo>
                  <a:cubicBezTo>
                    <a:pt x="3042" y="10899"/>
                    <a:pt x="0" y="8491"/>
                    <a:pt x="0" y="5450"/>
                  </a:cubicBezTo>
                  <a:cubicBezTo>
                    <a:pt x="0" y="2408"/>
                    <a:pt x="3042" y="0"/>
                    <a:pt x="6844" y="0"/>
                  </a:cubicBezTo>
                  <a:cubicBezTo>
                    <a:pt x="10646" y="0"/>
                    <a:pt x="13688" y="2408"/>
                    <a:pt x="13688" y="545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AFA818A9-4FBF-EA7E-5F39-36E6DA30A611}"/>
                </a:ext>
              </a:extLst>
            </p:cNvPr>
            <p:cNvSpPr/>
            <p:nvPr/>
          </p:nvSpPr>
          <p:spPr>
            <a:xfrm>
              <a:off x="3349379" y="2923448"/>
              <a:ext cx="11533" cy="9251"/>
            </a:xfrm>
            <a:custGeom>
              <a:avLst/>
              <a:gdLst>
                <a:gd name="connsiteX0" fmla="*/ 11533 w 11533"/>
                <a:gd name="connsiteY0" fmla="*/ 4689 h 9251"/>
                <a:gd name="connsiteX1" fmla="*/ 5830 w 11533"/>
                <a:gd name="connsiteY1" fmla="*/ 9252 h 9251"/>
                <a:gd name="connsiteX2" fmla="*/ 0 w 11533"/>
                <a:gd name="connsiteY2" fmla="*/ 4689 h 9251"/>
                <a:gd name="connsiteX3" fmla="*/ 5830 w 11533"/>
                <a:gd name="connsiteY3" fmla="*/ 0 h 9251"/>
                <a:gd name="connsiteX4" fmla="*/ 11533 w 11533"/>
                <a:gd name="connsiteY4" fmla="*/ 4689 h 9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33" h="9251">
                  <a:moveTo>
                    <a:pt x="11533" y="4689"/>
                  </a:moveTo>
                  <a:lnTo>
                    <a:pt x="5830" y="9252"/>
                  </a:lnTo>
                  <a:lnTo>
                    <a:pt x="0" y="4689"/>
                  </a:lnTo>
                  <a:lnTo>
                    <a:pt x="5830" y="0"/>
                  </a:lnTo>
                  <a:lnTo>
                    <a:pt x="11533" y="468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A2E5C0AA-F815-7D50-DA70-36488DF0EEF2}"/>
                </a:ext>
              </a:extLst>
            </p:cNvPr>
            <p:cNvSpPr/>
            <p:nvPr/>
          </p:nvSpPr>
          <p:spPr>
            <a:xfrm>
              <a:off x="3382076" y="2822947"/>
              <a:ext cx="11026" cy="8744"/>
            </a:xfrm>
            <a:custGeom>
              <a:avLst/>
              <a:gdLst>
                <a:gd name="connsiteX0" fmla="*/ 11026 w 11026"/>
                <a:gd name="connsiteY0" fmla="*/ 4436 h 8744"/>
                <a:gd name="connsiteX1" fmla="*/ 5576 w 11026"/>
                <a:gd name="connsiteY1" fmla="*/ 8745 h 8744"/>
                <a:gd name="connsiteX2" fmla="*/ 0 w 11026"/>
                <a:gd name="connsiteY2" fmla="*/ 4436 h 8744"/>
                <a:gd name="connsiteX3" fmla="*/ 5576 w 11026"/>
                <a:gd name="connsiteY3" fmla="*/ 0 h 8744"/>
                <a:gd name="connsiteX4" fmla="*/ 11026 w 11026"/>
                <a:gd name="connsiteY4" fmla="*/ 4436 h 8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26" h="8744">
                  <a:moveTo>
                    <a:pt x="11026" y="4436"/>
                  </a:moveTo>
                  <a:lnTo>
                    <a:pt x="5576" y="8745"/>
                  </a:lnTo>
                  <a:lnTo>
                    <a:pt x="0" y="4436"/>
                  </a:lnTo>
                  <a:lnTo>
                    <a:pt x="5576" y="0"/>
                  </a:lnTo>
                  <a:lnTo>
                    <a:pt x="11026" y="44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54F0DBDB-7F22-4F7E-9431-7255098635B3}"/>
                </a:ext>
              </a:extLst>
            </p:cNvPr>
            <p:cNvSpPr/>
            <p:nvPr/>
          </p:nvSpPr>
          <p:spPr>
            <a:xfrm>
              <a:off x="3420731" y="2723839"/>
              <a:ext cx="10265" cy="8111"/>
            </a:xfrm>
            <a:custGeom>
              <a:avLst/>
              <a:gdLst>
                <a:gd name="connsiteX0" fmla="*/ 10266 w 10265"/>
                <a:gd name="connsiteY0" fmla="*/ 4055 h 8111"/>
                <a:gd name="connsiteX1" fmla="*/ 5196 w 10265"/>
                <a:gd name="connsiteY1" fmla="*/ 8111 h 8111"/>
                <a:gd name="connsiteX2" fmla="*/ 0 w 10265"/>
                <a:gd name="connsiteY2" fmla="*/ 4055 h 8111"/>
                <a:gd name="connsiteX3" fmla="*/ 5196 w 10265"/>
                <a:gd name="connsiteY3" fmla="*/ 0 h 8111"/>
                <a:gd name="connsiteX4" fmla="*/ 10266 w 10265"/>
                <a:gd name="connsiteY4" fmla="*/ 4055 h 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5" h="8111">
                  <a:moveTo>
                    <a:pt x="10266" y="4055"/>
                  </a:moveTo>
                  <a:lnTo>
                    <a:pt x="5196" y="8111"/>
                  </a:lnTo>
                  <a:lnTo>
                    <a:pt x="0" y="4055"/>
                  </a:lnTo>
                  <a:lnTo>
                    <a:pt x="5196" y="0"/>
                  </a:lnTo>
                  <a:lnTo>
                    <a:pt x="10266" y="405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64004B2C-CC3D-3F1E-747F-A3DB2B5D9F8E}"/>
                </a:ext>
              </a:extLst>
            </p:cNvPr>
            <p:cNvSpPr/>
            <p:nvPr/>
          </p:nvSpPr>
          <p:spPr>
            <a:xfrm>
              <a:off x="3465469" y="2626506"/>
              <a:ext cx="8617" cy="6843"/>
            </a:xfrm>
            <a:custGeom>
              <a:avLst/>
              <a:gdLst>
                <a:gd name="connsiteX0" fmla="*/ 8618 w 8617"/>
                <a:gd name="connsiteY0" fmla="*/ 3422 h 6843"/>
                <a:gd name="connsiteX1" fmla="*/ 4309 w 8617"/>
                <a:gd name="connsiteY1" fmla="*/ 6844 h 6843"/>
                <a:gd name="connsiteX2" fmla="*/ 0 w 8617"/>
                <a:gd name="connsiteY2" fmla="*/ 3422 h 6843"/>
                <a:gd name="connsiteX3" fmla="*/ 4309 w 8617"/>
                <a:gd name="connsiteY3" fmla="*/ 0 h 6843"/>
                <a:gd name="connsiteX4" fmla="*/ 8618 w 8617"/>
                <a:gd name="connsiteY4" fmla="*/ 3422 h 6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7" h="6843">
                  <a:moveTo>
                    <a:pt x="8618" y="3422"/>
                  </a:moveTo>
                  <a:lnTo>
                    <a:pt x="4309" y="6844"/>
                  </a:lnTo>
                  <a:lnTo>
                    <a:pt x="0" y="3422"/>
                  </a:lnTo>
                  <a:lnTo>
                    <a:pt x="4309" y="0"/>
                  </a:lnTo>
                  <a:lnTo>
                    <a:pt x="8618" y="342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FD90BEBE-EC5B-60B8-3FC7-D847CDDAB0B9}"/>
                </a:ext>
              </a:extLst>
            </p:cNvPr>
            <p:cNvSpPr/>
            <p:nvPr/>
          </p:nvSpPr>
          <p:spPr>
            <a:xfrm>
              <a:off x="3515023" y="2530187"/>
              <a:ext cx="8491" cy="6843"/>
            </a:xfrm>
            <a:custGeom>
              <a:avLst/>
              <a:gdLst>
                <a:gd name="connsiteX0" fmla="*/ 8491 w 8491"/>
                <a:gd name="connsiteY0" fmla="*/ 3422 h 6843"/>
                <a:gd name="connsiteX1" fmla="*/ 4309 w 8491"/>
                <a:gd name="connsiteY1" fmla="*/ 6844 h 6843"/>
                <a:gd name="connsiteX2" fmla="*/ 0 w 8491"/>
                <a:gd name="connsiteY2" fmla="*/ 3422 h 6843"/>
                <a:gd name="connsiteX3" fmla="*/ 4309 w 8491"/>
                <a:gd name="connsiteY3" fmla="*/ 0 h 6843"/>
                <a:gd name="connsiteX4" fmla="*/ 8491 w 8491"/>
                <a:gd name="connsiteY4" fmla="*/ 3422 h 6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91" h="6843">
                  <a:moveTo>
                    <a:pt x="8491" y="3422"/>
                  </a:moveTo>
                  <a:lnTo>
                    <a:pt x="4309" y="6844"/>
                  </a:lnTo>
                  <a:lnTo>
                    <a:pt x="0" y="3422"/>
                  </a:lnTo>
                  <a:lnTo>
                    <a:pt x="4309" y="0"/>
                  </a:lnTo>
                  <a:lnTo>
                    <a:pt x="8491" y="342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735CFF29-7D86-946B-2AD8-6E3EB0E406D8}"/>
                </a:ext>
              </a:extLst>
            </p:cNvPr>
            <p:cNvSpPr/>
            <p:nvPr/>
          </p:nvSpPr>
          <p:spPr>
            <a:xfrm>
              <a:off x="3570153" y="2436022"/>
              <a:ext cx="8110" cy="6336"/>
            </a:xfrm>
            <a:custGeom>
              <a:avLst/>
              <a:gdLst>
                <a:gd name="connsiteX0" fmla="*/ 8111 w 8110"/>
                <a:gd name="connsiteY0" fmla="*/ 3168 h 6336"/>
                <a:gd name="connsiteX1" fmla="*/ 4055 w 8110"/>
                <a:gd name="connsiteY1" fmla="*/ 6337 h 6336"/>
                <a:gd name="connsiteX2" fmla="*/ 0 w 8110"/>
                <a:gd name="connsiteY2" fmla="*/ 3168 h 6336"/>
                <a:gd name="connsiteX3" fmla="*/ 4055 w 8110"/>
                <a:gd name="connsiteY3" fmla="*/ 0 h 6336"/>
                <a:gd name="connsiteX4" fmla="*/ 8111 w 8110"/>
                <a:gd name="connsiteY4" fmla="*/ 3168 h 6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10" h="6336">
                  <a:moveTo>
                    <a:pt x="8111" y="3168"/>
                  </a:moveTo>
                  <a:lnTo>
                    <a:pt x="4055" y="6337"/>
                  </a:lnTo>
                  <a:lnTo>
                    <a:pt x="0" y="3168"/>
                  </a:lnTo>
                  <a:lnTo>
                    <a:pt x="4055" y="0"/>
                  </a:lnTo>
                  <a:lnTo>
                    <a:pt x="8111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F3CA61B0-52CA-696B-07C0-EF5B5AAC8E6A}"/>
                </a:ext>
              </a:extLst>
            </p:cNvPr>
            <p:cNvSpPr/>
            <p:nvPr/>
          </p:nvSpPr>
          <p:spPr>
            <a:xfrm>
              <a:off x="3631239" y="2344265"/>
              <a:ext cx="6590" cy="5196"/>
            </a:xfrm>
            <a:custGeom>
              <a:avLst/>
              <a:gdLst>
                <a:gd name="connsiteX0" fmla="*/ 6591 w 6590"/>
                <a:gd name="connsiteY0" fmla="*/ 2661 h 5196"/>
                <a:gd name="connsiteX1" fmla="*/ 3295 w 6590"/>
                <a:gd name="connsiteY1" fmla="*/ 5196 h 5196"/>
                <a:gd name="connsiteX2" fmla="*/ 0 w 6590"/>
                <a:gd name="connsiteY2" fmla="*/ 2661 h 5196"/>
                <a:gd name="connsiteX3" fmla="*/ 3295 w 6590"/>
                <a:gd name="connsiteY3" fmla="*/ 0 h 5196"/>
                <a:gd name="connsiteX4" fmla="*/ 6591 w 6590"/>
                <a:gd name="connsiteY4" fmla="*/ 2661 h 5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90" h="5196">
                  <a:moveTo>
                    <a:pt x="6591" y="2661"/>
                  </a:moveTo>
                  <a:lnTo>
                    <a:pt x="3295" y="5196"/>
                  </a:lnTo>
                  <a:lnTo>
                    <a:pt x="0" y="2661"/>
                  </a:lnTo>
                  <a:lnTo>
                    <a:pt x="3295" y="0"/>
                  </a:lnTo>
                  <a:lnTo>
                    <a:pt x="6591" y="266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EB0BF091-DCDC-BEED-A1B5-4E68608BCCCF}"/>
                </a:ext>
              </a:extLst>
            </p:cNvPr>
            <p:cNvSpPr/>
            <p:nvPr/>
          </p:nvSpPr>
          <p:spPr>
            <a:xfrm>
              <a:off x="3697269" y="2254536"/>
              <a:ext cx="5702" cy="4562"/>
            </a:xfrm>
            <a:custGeom>
              <a:avLst/>
              <a:gdLst>
                <a:gd name="connsiteX0" fmla="*/ 5703 w 5702"/>
                <a:gd name="connsiteY0" fmla="*/ 2281 h 4562"/>
                <a:gd name="connsiteX1" fmla="*/ 2788 w 5702"/>
                <a:gd name="connsiteY1" fmla="*/ 4563 h 4562"/>
                <a:gd name="connsiteX2" fmla="*/ 0 w 5702"/>
                <a:gd name="connsiteY2" fmla="*/ 2281 h 4562"/>
                <a:gd name="connsiteX3" fmla="*/ 2788 w 5702"/>
                <a:gd name="connsiteY3" fmla="*/ 0 h 4562"/>
                <a:gd name="connsiteX4" fmla="*/ 5703 w 5702"/>
                <a:gd name="connsiteY4" fmla="*/ 2281 h 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02" h="4562">
                  <a:moveTo>
                    <a:pt x="5703" y="2281"/>
                  </a:moveTo>
                  <a:lnTo>
                    <a:pt x="2788" y="4563"/>
                  </a:lnTo>
                  <a:lnTo>
                    <a:pt x="0" y="2281"/>
                  </a:lnTo>
                  <a:lnTo>
                    <a:pt x="2788" y="0"/>
                  </a:lnTo>
                  <a:lnTo>
                    <a:pt x="5703" y="22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07C858CF-9D0E-FF43-EEAE-3EE8A777B466}"/>
                </a:ext>
              </a:extLst>
            </p:cNvPr>
            <p:cNvSpPr/>
            <p:nvPr/>
          </p:nvSpPr>
          <p:spPr>
            <a:xfrm>
              <a:off x="3768621" y="2167468"/>
              <a:ext cx="4309" cy="3421"/>
            </a:xfrm>
            <a:custGeom>
              <a:avLst/>
              <a:gdLst>
                <a:gd name="connsiteX0" fmla="*/ 4309 w 4309"/>
                <a:gd name="connsiteY0" fmla="*/ 1774 h 3421"/>
                <a:gd name="connsiteX1" fmla="*/ 2155 w 4309"/>
                <a:gd name="connsiteY1" fmla="*/ 3422 h 3421"/>
                <a:gd name="connsiteX2" fmla="*/ 0 w 4309"/>
                <a:gd name="connsiteY2" fmla="*/ 1774 h 3421"/>
                <a:gd name="connsiteX3" fmla="*/ 2155 w 4309"/>
                <a:gd name="connsiteY3" fmla="*/ 0 h 3421"/>
                <a:gd name="connsiteX4" fmla="*/ 4309 w 4309"/>
                <a:gd name="connsiteY4" fmla="*/ 1774 h 3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9" h="3421">
                  <a:moveTo>
                    <a:pt x="4309" y="1774"/>
                  </a:moveTo>
                  <a:lnTo>
                    <a:pt x="2155" y="3422"/>
                  </a:lnTo>
                  <a:lnTo>
                    <a:pt x="0" y="1774"/>
                  </a:lnTo>
                  <a:lnTo>
                    <a:pt x="2155" y="0"/>
                  </a:lnTo>
                  <a:lnTo>
                    <a:pt x="4309" y="177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DA4AA0E5-21ED-4F80-F38E-6BE4BAED2B8E}"/>
                </a:ext>
              </a:extLst>
            </p:cNvPr>
            <p:cNvSpPr/>
            <p:nvPr/>
          </p:nvSpPr>
          <p:spPr>
            <a:xfrm>
              <a:off x="3844916" y="2083062"/>
              <a:ext cx="2914" cy="2408"/>
            </a:xfrm>
            <a:custGeom>
              <a:avLst/>
              <a:gdLst>
                <a:gd name="connsiteX0" fmla="*/ 2915 w 2914"/>
                <a:gd name="connsiteY0" fmla="*/ 1267 h 2408"/>
                <a:gd name="connsiteX1" fmla="*/ 1394 w 2914"/>
                <a:gd name="connsiteY1" fmla="*/ 2408 h 2408"/>
                <a:gd name="connsiteX2" fmla="*/ 0 w 2914"/>
                <a:gd name="connsiteY2" fmla="*/ 1267 h 2408"/>
                <a:gd name="connsiteX3" fmla="*/ 1394 w 2914"/>
                <a:gd name="connsiteY3" fmla="*/ 0 h 2408"/>
                <a:gd name="connsiteX4" fmla="*/ 2915 w 2914"/>
                <a:gd name="connsiteY4" fmla="*/ 1267 h 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" h="2408">
                  <a:moveTo>
                    <a:pt x="2915" y="1267"/>
                  </a:moveTo>
                  <a:lnTo>
                    <a:pt x="1394" y="2408"/>
                  </a:lnTo>
                  <a:lnTo>
                    <a:pt x="0" y="1267"/>
                  </a:lnTo>
                  <a:lnTo>
                    <a:pt x="1394" y="0"/>
                  </a:lnTo>
                  <a:lnTo>
                    <a:pt x="2915" y="126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D4F89C6E-5866-9AFD-42D5-A42443669104}"/>
                </a:ext>
              </a:extLst>
            </p:cNvPr>
            <p:cNvSpPr/>
            <p:nvPr/>
          </p:nvSpPr>
          <p:spPr>
            <a:xfrm>
              <a:off x="3925647" y="2001318"/>
              <a:ext cx="2154" cy="1647"/>
            </a:xfrm>
            <a:custGeom>
              <a:avLst/>
              <a:gdLst>
                <a:gd name="connsiteX0" fmla="*/ 2155 w 2154"/>
                <a:gd name="connsiteY0" fmla="*/ 760 h 1647"/>
                <a:gd name="connsiteX1" fmla="*/ 1141 w 2154"/>
                <a:gd name="connsiteY1" fmla="*/ 1647 h 1647"/>
                <a:gd name="connsiteX2" fmla="*/ 0 w 2154"/>
                <a:gd name="connsiteY2" fmla="*/ 760 h 1647"/>
                <a:gd name="connsiteX3" fmla="*/ 1141 w 2154"/>
                <a:gd name="connsiteY3" fmla="*/ 0 h 1647"/>
                <a:gd name="connsiteX4" fmla="*/ 2155 w 2154"/>
                <a:gd name="connsiteY4" fmla="*/ 760 h 1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4" h="1647">
                  <a:moveTo>
                    <a:pt x="2155" y="760"/>
                  </a:moveTo>
                  <a:lnTo>
                    <a:pt x="1141" y="1647"/>
                  </a:lnTo>
                  <a:lnTo>
                    <a:pt x="0" y="760"/>
                  </a:lnTo>
                  <a:lnTo>
                    <a:pt x="1141" y="0"/>
                  </a:lnTo>
                  <a:lnTo>
                    <a:pt x="2155" y="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CE888EFE-6BC5-3796-F0F8-A2FE02BA2367}"/>
                </a:ext>
              </a:extLst>
            </p:cNvPr>
            <p:cNvSpPr/>
            <p:nvPr/>
          </p:nvSpPr>
          <p:spPr>
            <a:xfrm>
              <a:off x="4011447" y="1922741"/>
              <a:ext cx="633" cy="507"/>
            </a:xfrm>
            <a:custGeom>
              <a:avLst/>
              <a:gdLst>
                <a:gd name="connsiteX0" fmla="*/ 634 w 633"/>
                <a:gd name="connsiteY0" fmla="*/ 254 h 507"/>
                <a:gd name="connsiteX1" fmla="*/ 380 w 633"/>
                <a:gd name="connsiteY1" fmla="*/ 507 h 507"/>
                <a:gd name="connsiteX2" fmla="*/ 0 w 633"/>
                <a:gd name="connsiteY2" fmla="*/ 254 h 507"/>
                <a:gd name="connsiteX3" fmla="*/ 380 w 633"/>
                <a:gd name="connsiteY3" fmla="*/ 0 h 507"/>
                <a:gd name="connsiteX4" fmla="*/ 634 w 633"/>
                <a:gd name="connsiteY4" fmla="*/ 254 h 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" h="507">
                  <a:moveTo>
                    <a:pt x="634" y="254"/>
                  </a:moveTo>
                  <a:lnTo>
                    <a:pt x="380" y="507"/>
                  </a:lnTo>
                  <a:lnTo>
                    <a:pt x="0" y="254"/>
                  </a:lnTo>
                  <a:lnTo>
                    <a:pt x="380" y="0"/>
                  </a:lnTo>
                  <a:lnTo>
                    <a:pt x="634" y="2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D8D145AD-85C5-B013-F8AD-7A5789DDEBEF}"/>
                </a:ext>
              </a:extLst>
            </p:cNvPr>
            <p:cNvSpPr/>
            <p:nvPr/>
          </p:nvSpPr>
          <p:spPr>
            <a:xfrm>
              <a:off x="4194834" y="1774207"/>
              <a:ext cx="380" cy="253"/>
            </a:xfrm>
            <a:custGeom>
              <a:avLst/>
              <a:gdLst>
                <a:gd name="connsiteX0" fmla="*/ 380 w 380"/>
                <a:gd name="connsiteY0" fmla="*/ 127 h 253"/>
                <a:gd name="connsiteX1" fmla="*/ 254 w 380"/>
                <a:gd name="connsiteY1" fmla="*/ 254 h 253"/>
                <a:gd name="connsiteX2" fmla="*/ 0 w 380"/>
                <a:gd name="connsiteY2" fmla="*/ 127 h 253"/>
                <a:gd name="connsiteX3" fmla="*/ 254 w 380"/>
                <a:gd name="connsiteY3" fmla="*/ 0 h 253"/>
                <a:gd name="connsiteX4" fmla="*/ 380 w 380"/>
                <a:gd name="connsiteY4" fmla="*/ 127 h 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" h="253">
                  <a:moveTo>
                    <a:pt x="380" y="127"/>
                  </a:moveTo>
                  <a:lnTo>
                    <a:pt x="254" y="254"/>
                  </a:lnTo>
                  <a:lnTo>
                    <a:pt x="0" y="127"/>
                  </a:lnTo>
                  <a:lnTo>
                    <a:pt x="254" y="0"/>
                  </a:lnTo>
                  <a:lnTo>
                    <a:pt x="380" y="12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E7DF793D-1C7F-0DD4-7710-CFCD9DBFD63D}"/>
                </a:ext>
              </a:extLst>
            </p:cNvPr>
            <p:cNvSpPr/>
            <p:nvPr/>
          </p:nvSpPr>
          <p:spPr>
            <a:xfrm>
              <a:off x="4292168" y="1704502"/>
              <a:ext cx="1393" cy="1140"/>
            </a:xfrm>
            <a:custGeom>
              <a:avLst/>
              <a:gdLst>
                <a:gd name="connsiteX0" fmla="*/ 1394 w 1393"/>
                <a:gd name="connsiteY0" fmla="*/ 634 h 1140"/>
                <a:gd name="connsiteX1" fmla="*/ 634 w 1393"/>
                <a:gd name="connsiteY1" fmla="*/ 1141 h 1140"/>
                <a:gd name="connsiteX2" fmla="*/ 0 w 1393"/>
                <a:gd name="connsiteY2" fmla="*/ 634 h 1140"/>
                <a:gd name="connsiteX3" fmla="*/ 634 w 1393"/>
                <a:gd name="connsiteY3" fmla="*/ 0 h 1140"/>
                <a:gd name="connsiteX4" fmla="*/ 1394 w 1393"/>
                <a:gd name="connsiteY4" fmla="*/ 634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3" h="1140">
                  <a:moveTo>
                    <a:pt x="1394" y="634"/>
                  </a:moveTo>
                  <a:lnTo>
                    <a:pt x="634" y="1141"/>
                  </a:lnTo>
                  <a:lnTo>
                    <a:pt x="0" y="634"/>
                  </a:lnTo>
                  <a:lnTo>
                    <a:pt x="634" y="0"/>
                  </a:lnTo>
                  <a:lnTo>
                    <a:pt x="1394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5" name="Freeform: Shape 1584">
              <a:extLst>
                <a:ext uri="{FF2B5EF4-FFF2-40B4-BE49-F238E27FC236}">
                  <a16:creationId xmlns:a16="http://schemas.microsoft.com/office/drawing/2014/main" id="{D87811AD-9A1E-26AC-BB9D-497BA59D2B58}"/>
                </a:ext>
              </a:extLst>
            </p:cNvPr>
            <p:cNvSpPr/>
            <p:nvPr/>
          </p:nvSpPr>
          <p:spPr>
            <a:xfrm>
              <a:off x="4393430" y="1638472"/>
              <a:ext cx="2281" cy="1900"/>
            </a:xfrm>
            <a:custGeom>
              <a:avLst/>
              <a:gdLst>
                <a:gd name="connsiteX0" fmla="*/ 2281 w 2281"/>
                <a:gd name="connsiteY0" fmla="*/ 1014 h 1900"/>
                <a:gd name="connsiteX1" fmla="*/ 1141 w 2281"/>
                <a:gd name="connsiteY1" fmla="*/ 1901 h 1900"/>
                <a:gd name="connsiteX2" fmla="*/ 0 w 2281"/>
                <a:gd name="connsiteY2" fmla="*/ 1014 h 1900"/>
                <a:gd name="connsiteX3" fmla="*/ 1141 w 2281"/>
                <a:gd name="connsiteY3" fmla="*/ 0 h 1900"/>
                <a:gd name="connsiteX4" fmla="*/ 2281 w 2281"/>
                <a:gd name="connsiteY4" fmla="*/ 1014 h 1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1" h="1900">
                  <a:moveTo>
                    <a:pt x="2281" y="1014"/>
                  </a:moveTo>
                  <a:lnTo>
                    <a:pt x="1141" y="1901"/>
                  </a:lnTo>
                  <a:lnTo>
                    <a:pt x="0" y="1014"/>
                  </a:lnTo>
                  <a:lnTo>
                    <a:pt x="1141" y="0"/>
                  </a:lnTo>
                  <a:lnTo>
                    <a:pt x="2281" y="101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6" name="Freeform: Shape 1585">
              <a:extLst>
                <a:ext uri="{FF2B5EF4-FFF2-40B4-BE49-F238E27FC236}">
                  <a16:creationId xmlns:a16="http://schemas.microsoft.com/office/drawing/2014/main" id="{F9DB66F4-2F70-A3EA-D616-CCF64CA7B055}"/>
                </a:ext>
              </a:extLst>
            </p:cNvPr>
            <p:cNvSpPr/>
            <p:nvPr/>
          </p:nvSpPr>
          <p:spPr>
            <a:xfrm>
              <a:off x="4498494" y="1576372"/>
              <a:ext cx="2914" cy="2408"/>
            </a:xfrm>
            <a:custGeom>
              <a:avLst/>
              <a:gdLst>
                <a:gd name="connsiteX0" fmla="*/ 2915 w 2914"/>
                <a:gd name="connsiteY0" fmla="*/ 1141 h 2408"/>
                <a:gd name="connsiteX1" fmla="*/ 1394 w 2914"/>
                <a:gd name="connsiteY1" fmla="*/ 2408 h 2408"/>
                <a:gd name="connsiteX2" fmla="*/ 0 w 2914"/>
                <a:gd name="connsiteY2" fmla="*/ 1141 h 2408"/>
                <a:gd name="connsiteX3" fmla="*/ 1394 w 2914"/>
                <a:gd name="connsiteY3" fmla="*/ 0 h 2408"/>
                <a:gd name="connsiteX4" fmla="*/ 2915 w 2914"/>
                <a:gd name="connsiteY4" fmla="*/ 1141 h 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" h="2408">
                  <a:moveTo>
                    <a:pt x="2915" y="1141"/>
                  </a:moveTo>
                  <a:lnTo>
                    <a:pt x="1394" y="2408"/>
                  </a:lnTo>
                  <a:lnTo>
                    <a:pt x="0" y="1141"/>
                  </a:lnTo>
                  <a:lnTo>
                    <a:pt x="1394" y="0"/>
                  </a:lnTo>
                  <a:lnTo>
                    <a:pt x="2915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7" name="Freeform: Shape 1586">
              <a:extLst>
                <a:ext uri="{FF2B5EF4-FFF2-40B4-BE49-F238E27FC236}">
                  <a16:creationId xmlns:a16="http://schemas.microsoft.com/office/drawing/2014/main" id="{AFC5DC72-D3C5-A61A-4BE0-FBD8039DD4E8}"/>
                </a:ext>
              </a:extLst>
            </p:cNvPr>
            <p:cNvSpPr/>
            <p:nvPr/>
          </p:nvSpPr>
          <p:spPr>
            <a:xfrm>
              <a:off x="4606726" y="1517947"/>
              <a:ext cx="4055" cy="3168"/>
            </a:xfrm>
            <a:custGeom>
              <a:avLst/>
              <a:gdLst>
                <a:gd name="connsiteX0" fmla="*/ 4056 w 4055"/>
                <a:gd name="connsiteY0" fmla="*/ 1521 h 3168"/>
                <a:gd name="connsiteX1" fmla="*/ 2028 w 4055"/>
                <a:gd name="connsiteY1" fmla="*/ 3168 h 3168"/>
                <a:gd name="connsiteX2" fmla="*/ 0 w 4055"/>
                <a:gd name="connsiteY2" fmla="*/ 1521 h 3168"/>
                <a:gd name="connsiteX3" fmla="*/ 2028 w 4055"/>
                <a:gd name="connsiteY3" fmla="*/ 0 h 3168"/>
                <a:gd name="connsiteX4" fmla="*/ 4056 w 4055"/>
                <a:gd name="connsiteY4" fmla="*/ 1521 h 3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5" h="3168">
                  <a:moveTo>
                    <a:pt x="4056" y="1521"/>
                  </a:moveTo>
                  <a:lnTo>
                    <a:pt x="2028" y="3168"/>
                  </a:lnTo>
                  <a:lnTo>
                    <a:pt x="0" y="1521"/>
                  </a:lnTo>
                  <a:lnTo>
                    <a:pt x="2028" y="0"/>
                  </a:lnTo>
                  <a:lnTo>
                    <a:pt x="4056" y="152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8" name="Freeform: Shape 1587">
              <a:extLst>
                <a:ext uri="{FF2B5EF4-FFF2-40B4-BE49-F238E27FC236}">
                  <a16:creationId xmlns:a16="http://schemas.microsoft.com/office/drawing/2014/main" id="{8807C45B-72ED-A62F-5BBD-AF5495CC8569}"/>
                </a:ext>
              </a:extLst>
            </p:cNvPr>
            <p:cNvSpPr/>
            <p:nvPr/>
          </p:nvSpPr>
          <p:spPr>
            <a:xfrm>
              <a:off x="4718761" y="1463830"/>
              <a:ext cx="4055" cy="3295"/>
            </a:xfrm>
            <a:custGeom>
              <a:avLst/>
              <a:gdLst>
                <a:gd name="connsiteX0" fmla="*/ 4056 w 4055"/>
                <a:gd name="connsiteY0" fmla="*/ 1648 h 3295"/>
                <a:gd name="connsiteX1" fmla="*/ 2028 w 4055"/>
                <a:gd name="connsiteY1" fmla="*/ 3295 h 3295"/>
                <a:gd name="connsiteX2" fmla="*/ 0 w 4055"/>
                <a:gd name="connsiteY2" fmla="*/ 1648 h 3295"/>
                <a:gd name="connsiteX3" fmla="*/ 2028 w 4055"/>
                <a:gd name="connsiteY3" fmla="*/ 0 h 3295"/>
                <a:gd name="connsiteX4" fmla="*/ 4056 w 4055"/>
                <a:gd name="connsiteY4" fmla="*/ 1648 h 3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5" h="3295">
                  <a:moveTo>
                    <a:pt x="4056" y="1648"/>
                  </a:moveTo>
                  <a:lnTo>
                    <a:pt x="2028" y="3295"/>
                  </a:lnTo>
                  <a:lnTo>
                    <a:pt x="0" y="1648"/>
                  </a:lnTo>
                  <a:lnTo>
                    <a:pt x="2028" y="0"/>
                  </a:lnTo>
                  <a:lnTo>
                    <a:pt x="4056" y="164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9" name="Freeform: Shape 1588">
              <a:extLst>
                <a:ext uri="{FF2B5EF4-FFF2-40B4-BE49-F238E27FC236}">
                  <a16:creationId xmlns:a16="http://schemas.microsoft.com/office/drawing/2014/main" id="{17618A30-DF12-C53E-01F9-ADB0445F5A25}"/>
                </a:ext>
              </a:extLst>
            </p:cNvPr>
            <p:cNvSpPr/>
            <p:nvPr/>
          </p:nvSpPr>
          <p:spPr>
            <a:xfrm>
              <a:off x="4833077" y="1413516"/>
              <a:ext cx="5322" cy="4182"/>
            </a:xfrm>
            <a:custGeom>
              <a:avLst/>
              <a:gdLst>
                <a:gd name="connsiteX0" fmla="*/ 5323 w 5322"/>
                <a:gd name="connsiteY0" fmla="*/ 2028 h 4182"/>
                <a:gd name="connsiteX1" fmla="*/ 2661 w 5322"/>
                <a:gd name="connsiteY1" fmla="*/ 4182 h 4182"/>
                <a:gd name="connsiteX2" fmla="*/ 0 w 5322"/>
                <a:gd name="connsiteY2" fmla="*/ 2028 h 4182"/>
                <a:gd name="connsiteX3" fmla="*/ 2661 w 5322"/>
                <a:gd name="connsiteY3" fmla="*/ 0 h 4182"/>
                <a:gd name="connsiteX4" fmla="*/ 5323 w 5322"/>
                <a:gd name="connsiteY4" fmla="*/ 2028 h 4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22" h="4182">
                  <a:moveTo>
                    <a:pt x="5323" y="2028"/>
                  </a:moveTo>
                  <a:lnTo>
                    <a:pt x="2661" y="4182"/>
                  </a:lnTo>
                  <a:lnTo>
                    <a:pt x="0" y="2028"/>
                  </a:lnTo>
                  <a:lnTo>
                    <a:pt x="2661" y="0"/>
                  </a:lnTo>
                  <a:lnTo>
                    <a:pt x="5323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0" name="Freeform: Shape 1589">
              <a:extLst>
                <a:ext uri="{FF2B5EF4-FFF2-40B4-BE49-F238E27FC236}">
                  <a16:creationId xmlns:a16="http://schemas.microsoft.com/office/drawing/2014/main" id="{3694E4CC-7FF5-310C-EF79-C99C6746A176}"/>
                </a:ext>
              </a:extLst>
            </p:cNvPr>
            <p:cNvSpPr/>
            <p:nvPr/>
          </p:nvSpPr>
          <p:spPr>
            <a:xfrm>
              <a:off x="4950561" y="1367511"/>
              <a:ext cx="5829" cy="4689"/>
            </a:xfrm>
            <a:custGeom>
              <a:avLst/>
              <a:gdLst>
                <a:gd name="connsiteX0" fmla="*/ 5830 w 5829"/>
                <a:gd name="connsiteY0" fmla="*/ 2281 h 4689"/>
                <a:gd name="connsiteX1" fmla="*/ 2915 w 5829"/>
                <a:gd name="connsiteY1" fmla="*/ 4689 h 4689"/>
                <a:gd name="connsiteX2" fmla="*/ 0 w 5829"/>
                <a:gd name="connsiteY2" fmla="*/ 2281 h 4689"/>
                <a:gd name="connsiteX3" fmla="*/ 2915 w 5829"/>
                <a:gd name="connsiteY3" fmla="*/ 0 h 4689"/>
                <a:gd name="connsiteX4" fmla="*/ 5830 w 5829"/>
                <a:gd name="connsiteY4" fmla="*/ 2281 h 4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29" h="4689">
                  <a:moveTo>
                    <a:pt x="5830" y="2281"/>
                  </a:moveTo>
                  <a:lnTo>
                    <a:pt x="2915" y="4689"/>
                  </a:lnTo>
                  <a:lnTo>
                    <a:pt x="0" y="2281"/>
                  </a:lnTo>
                  <a:lnTo>
                    <a:pt x="2915" y="0"/>
                  </a:lnTo>
                  <a:lnTo>
                    <a:pt x="5830" y="22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1" name="Freeform: Shape 1590">
              <a:extLst>
                <a:ext uri="{FF2B5EF4-FFF2-40B4-BE49-F238E27FC236}">
                  <a16:creationId xmlns:a16="http://schemas.microsoft.com/office/drawing/2014/main" id="{47639B86-6EF2-62F3-D9CC-6CDBC202B8BB}"/>
                </a:ext>
              </a:extLst>
            </p:cNvPr>
            <p:cNvSpPr/>
            <p:nvPr/>
          </p:nvSpPr>
          <p:spPr>
            <a:xfrm>
              <a:off x="5070073" y="1325561"/>
              <a:ext cx="7224" cy="5703"/>
            </a:xfrm>
            <a:custGeom>
              <a:avLst/>
              <a:gdLst>
                <a:gd name="connsiteX0" fmla="*/ 7224 w 7224"/>
                <a:gd name="connsiteY0" fmla="*/ 2788 h 5703"/>
                <a:gd name="connsiteX1" fmla="*/ 3675 w 7224"/>
                <a:gd name="connsiteY1" fmla="*/ 5703 h 5703"/>
                <a:gd name="connsiteX2" fmla="*/ 0 w 7224"/>
                <a:gd name="connsiteY2" fmla="*/ 2788 h 5703"/>
                <a:gd name="connsiteX3" fmla="*/ 3675 w 7224"/>
                <a:gd name="connsiteY3" fmla="*/ 0 h 5703"/>
                <a:gd name="connsiteX4" fmla="*/ 7224 w 7224"/>
                <a:gd name="connsiteY4" fmla="*/ 2788 h 5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24" h="5703">
                  <a:moveTo>
                    <a:pt x="7224" y="2788"/>
                  </a:moveTo>
                  <a:lnTo>
                    <a:pt x="3675" y="5703"/>
                  </a:lnTo>
                  <a:lnTo>
                    <a:pt x="0" y="2788"/>
                  </a:lnTo>
                  <a:lnTo>
                    <a:pt x="3675" y="0"/>
                  </a:lnTo>
                  <a:lnTo>
                    <a:pt x="7224" y="278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AFB30253-E31F-3A07-6CB3-A5D4548DE8D2}"/>
                </a:ext>
              </a:extLst>
            </p:cNvPr>
            <p:cNvSpPr/>
            <p:nvPr/>
          </p:nvSpPr>
          <p:spPr>
            <a:xfrm>
              <a:off x="5192246" y="1288174"/>
              <a:ext cx="7857" cy="6336"/>
            </a:xfrm>
            <a:custGeom>
              <a:avLst/>
              <a:gdLst>
                <a:gd name="connsiteX0" fmla="*/ 7858 w 7857"/>
                <a:gd name="connsiteY0" fmla="*/ 3168 h 6336"/>
                <a:gd name="connsiteX1" fmla="*/ 3929 w 7857"/>
                <a:gd name="connsiteY1" fmla="*/ 6337 h 6336"/>
                <a:gd name="connsiteX2" fmla="*/ 0 w 7857"/>
                <a:gd name="connsiteY2" fmla="*/ 3168 h 6336"/>
                <a:gd name="connsiteX3" fmla="*/ 3929 w 7857"/>
                <a:gd name="connsiteY3" fmla="*/ 0 h 6336"/>
                <a:gd name="connsiteX4" fmla="*/ 7858 w 7857"/>
                <a:gd name="connsiteY4" fmla="*/ 3168 h 6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57" h="6336">
                  <a:moveTo>
                    <a:pt x="7858" y="3168"/>
                  </a:moveTo>
                  <a:lnTo>
                    <a:pt x="3929" y="6337"/>
                  </a:lnTo>
                  <a:lnTo>
                    <a:pt x="0" y="3168"/>
                  </a:lnTo>
                  <a:lnTo>
                    <a:pt x="3929" y="0"/>
                  </a:lnTo>
                  <a:lnTo>
                    <a:pt x="7858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3" name="Freeform: Shape 1592">
              <a:extLst>
                <a:ext uri="{FF2B5EF4-FFF2-40B4-BE49-F238E27FC236}">
                  <a16:creationId xmlns:a16="http://schemas.microsoft.com/office/drawing/2014/main" id="{9A9159BA-6557-B0BB-2436-C693FD8A4E61}"/>
                </a:ext>
              </a:extLst>
            </p:cNvPr>
            <p:cNvSpPr/>
            <p:nvPr/>
          </p:nvSpPr>
          <p:spPr>
            <a:xfrm>
              <a:off x="5316574" y="1255476"/>
              <a:ext cx="8364" cy="6716"/>
            </a:xfrm>
            <a:custGeom>
              <a:avLst/>
              <a:gdLst>
                <a:gd name="connsiteX0" fmla="*/ 8365 w 8364"/>
                <a:gd name="connsiteY0" fmla="*/ 3295 h 6716"/>
                <a:gd name="connsiteX1" fmla="*/ 4182 w 8364"/>
                <a:gd name="connsiteY1" fmla="*/ 6717 h 6716"/>
                <a:gd name="connsiteX2" fmla="*/ 0 w 8364"/>
                <a:gd name="connsiteY2" fmla="*/ 3295 h 6716"/>
                <a:gd name="connsiteX3" fmla="*/ 4182 w 8364"/>
                <a:gd name="connsiteY3" fmla="*/ 0 h 6716"/>
                <a:gd name="connsiteX4" fmla="*/ 8365 w 8364"/>
                <a:gd name="connsiteY4" fmla="*/ 3295 h 6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64" h="6716">
                  <a:moveTo>
                    <a:pt x="8365" y="3295"/>
                  </a:moveTo>
                  <a:lnTo>
                    <a:pt x="4182" y="6717"/>
                  </a:lnTo>
                  <a:lnTo>
                    <a:pt x="0" y="3295"/>
                  </a:lnTo>
                  <a:lnTo>
                    <a:pt x="4182" y="0"/>
                  </a:lnTo>
                  <a:lnTo>
                    <a:pt x="8365" y="32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BC800928-F7DB-4493-F5EF-07D293CA7206}"/>
                </a:ext>
              </a:extLst>
            </p:cNvPr>
            <p:cNvSpPr/>
            <p:nvPr/>
          </p:nvSpPr>
          <p:spPr>
            <a:xfrm>
              <a:off x="5442043" y="1226834"/>
              <a:ext cx="9885" cy="7857"/>
            </a:xfrm>
            <a:custGeom>
              <a:avLst/>
              <a:gdLst>
                <a:gd name="connsiteX0" fmla="*/ 9885 w 9885"/>
                <a:gd name="connsiteY0" fmla="*/ 3929 h 7857"/>
                <a:gd name="connsiteX1" fmla="*/ 4943 w 9885"/>
                <a:gd name="connsiteY1" fmla="*/ 7858 h 7857"/>
                <a:gd name="connsiteX2" fmla="*/ 0 w 9885"/>
                <a:gd name="connsiteY2" fmla="*/ 3929 h 7857"/>
                <a:gd name="connsiteX3" fmla="*/ 4943 w 9885"/>
                <a:gd name="connsiteY3" fmla="*/ 0 h 7857"/>
                <a:gd name="connsiteX4" fmla="*/ 9885 w 9885"/>
                <a:gd name="connsiteY4" fmla="*/ 3929 h 7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85" h="7857">
                  <a:moveTo>
                    <a:pt x="9885" y="3929"/>
                  </a:moveTo>
                  <a:lnTo>
                    <a:pt x="4943" y="7858"/>
                  </a:lnTo>
                  <a:lnTo>
                    <a:pt x="0" y="3929"/>
                  </a:lnTo>
                  <a:lnTo>
                    <a:pt x="4943" y="0"/>
                  </a:lnTo>
                  <a:lnTo>
                    <a:pt x="9885" y="392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057F0252-FD99-FCAF-7BAC-4BF14330297E}"/>
                </a:ext>
              </a:extLst>
            </p:cNvPr>
            <p:cNvSpPr/>
            <p:nvPr/>
          </p:nvSpPr>
          <p:spPr>
            <a:xfrm>
              <a:off x="5569413" y="1203008"/>
              <a:ext cx="10645" cy="8491"/>
            </a:xfrm>
            <a:custGeom>
              <a:avLst/>
              <a:gdLst>
                <a:gd name="connsiteX0" fmla="*/ 10646 w 10645"/>
                <a:gd name="connsiteY0" fmla="*/ 4182 h 8491"/>
                <a:gd name="connsiteX1" fmla="*/ 5323 w 10645"/>
                <a:gd name="connsiteY1" fmla="*/ 8491 h 8491"/>
                <a:gd name="connsiteX2" fmla="*/ 0 w 10645"/>
                <a:gd name="connsiteY2" fmla="*/ 4182 h 8491"/>
                <a:gd name="connsiteX3" fmla="*/ 5323 w 10645"/>
                <a:gd name="connsiteY3" fmla="*/ 0 h 8491"/>
                <a:gd name="connsiteX4" fmla="*/ 10646 w 10645"/>
                <a:gd name="connsiteY4" fmla="*/ 4182 h 8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45" h="8491">
                  <a:moveTo>
                    <a:pt x="10646" y="4182"/>
                  </a:moveTo>
                  <a:lnTo>
                    <a:pt x="5323" y="8491"/>
                  </a:lnTo>
                  <a:lnTo>
                    <a:pt x="0" y="4182"/>
                  </a:lnTo>
                  <a:lnTo>
                    <a:pt x="5323" y="0"/>
                  </a:lnTo>
                  <a:lnTo>
                    <a:pt x="10646" y="41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84BAA5F5-9142-9F90-B38D-389D02FD27AE}"/>
                </a:ext>
              </a:extLst>
            </p:cNvPr>
            <p:cNvSpPr/>
            <p:nvPr/>
          </p:nvSpPr>
          <p:spPr>
            <a:xfrm>
              <a:off x="5698050" y="1183997"/>
              <a:ext cx="11152" cy="8871"/>
            </a:xfrm>
            <a:custGeom>
              <a:avLst/>
              <a:gdLst>
                <a:gd name="connsiteX0" fmla="*/ 11153 w 11152"/>
                <a:gd name="connsiteY0" fmla="*/ 4436 h 8871"/>
                <a:gd name="connsiteX1" fmla="*/ 5576 w 11152"/>
                <a:gd name="connsiteY1" fmla="*/ 8871 h 8871"/>
                <a:gd name="connsiteX2" fmla="*/ 0 w 11152"/>
                <a:gd name="connsiteY2" fmla="*/ 4436 h 8871"/>
                <a:gd name="connsiteX3" fmla="*/ 5576 w 11152"/>
                <a:gd name="connsiteY3" fmla="*/ 0 h 8871"/>
                <a:gd name="connsiteX4" fmla="*/ 11153 w 11152"/>
                <a:gd name="connsiteY4" fmla="*/ 4436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52" h="8871">
                  <a:moveTo>
                    <a:pt x="11153" y="4436"/>
                  </a:moveTo>
                  <a:lnTo>
                    <a:pt x="5576" y="8871"/>
                  </a:lnTo>
                  <a:lnTo>
                    <a:pt x="0" y="4436"/>
                  </a:lnTo>
                  <a:lnTo>
                    <a:pt x="5576" y="0"/>
                  </a:lnTo>
                  <a:lnTo>
                    <a:pt x="11153" y="44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7069D0FF-82B5-0F3B-4416-D1D88A92FAF4}"/>
                </a:ext>
              </a:extLst>
            </p:cNvPr>
            <p:cNvSpPr/>
            <p:nvPr/>
          </p:nvSpPr>
          <p:spPr>
            <a:xfrm>
              <a:off x="5827574" y="1169549"/>
              <a:ext cx="11913" cy="9505"/>
            </a:xfrm>
            <a:custGeom>
              <a:avLst/>
              <a:gdLst>
                <a:gd name="connsiteX0" fmla="*/ 11913 w 11913"/>
                <a:gd name="connsiteY0" fmla="*/ 4689 h 9505"/>
                <a:gd name="connsiteX1" fmla="*/ 5957 w 11913"/>
                <a:gd name="connsiteY1" fmla="*/ 9505 h 9505"/>
                <a:gd name="connsiteX2" fmla="*/ 0 w 11913"/>
                <a:gd name="connsiteY2" fmla="*/ 4689 h 9505"/>
                <a:gd name="connsiteX3" fmla="*/ 5957 w 11913"/>
                <a:gd name="connsiteY3" fmla="*/ 0 h 9505"/>
                <a:gd name="connsiteX4" fmla="*/ 11913 w 11913"/>
                <a:gd name="connsiteY4" fmla="*/ 4689 h 9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13" h="9505">
                  <a:moveTo>
                    <a:pt x="11913" y="4689"/>
                  </a:moveTo>
                  <a:lnTo>
                    <a:pt x="5957" y="9505"/>
                  </a:lnTo>
                  <a:lnTo>
                    <a:pt x="0" y="4689"/>
                  </a:lnTo>
                  <a:lnTo>
                    <a:pt x="5957" y="0"/>
                  </a:lnTo>
                  <a:lnTo>
                    <a:pt x="11913" y="468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76001688-86F9-B023-50F5-0A7BAE1950EA}"/>
                </a:ext>
              </a:extLst>
            </p:cNvPr>
            <p:cNvSpPr/>
            <p:nvPr/>
          </p:nvSpPr>
          <p:spPr>
            <a:xfrm>
              <a:off x="5957732" y="1159791"/>
              <a:ext cx="12673" cy="10012"/>
            </a:xfrm>
            <a:custGeom>
              <a:avLst/>
              <a:gdLst>
                <a:gd name="connsiteX0" fmla="*/ 12674 w 12673"/>
                <a:gd name="connsiteY0" fmla="*/ 4943 h 10012"/>
                <a:gd name="connsiteX1" fmla="*/ 6337 w 12673"/>
                <a:gd name="connsiteY1" fmla="*/ 10012 h 10012"/>
                <a:gd name="connsiteX2" fmla="*/ 0 w 12673"/>
                <a:gd name="connsiteY2" fmla="*/ 4943 h 10012"/>
                <a:gd name="connsiteX3" fmla="*/ 6337 w 12673"/>
                <a:gd name="connsiteY3" fmla="*/ 0 h 10012"/>
                <a:gd name="connsiteX4" fmla="*/ 12674 w 12673"/>
                <a:gd name="connsiteY4" fmla="*/ 4943 h 1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73" h="10012">
                  <a:moveTo>
                    <a:pt x="12674" y="4943"/>
                  </a:moveTo>
                  <a:lnTo>
                    <a:pt x="6337" y="10012"/>
                  </a:lnTo>
                  <a:lnTo>
                    <a:pt x="0" y="4943"/>
                  </a:lnTo>
                  <a:lnTo>
                    <a:pt x="6337" y="0"/>
                  </a:lnTo>
                  <a:lnTo>
                    <a:pt x="12674" y="494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8EFD9788-C224-9509-EEC1-74294C015C76}"/>
                </a:ext>
              </a:extLst>
            </p:cNvPr>
            <p:cNvSpPr/>
            <p:nvPr/>
          </p:nvSpPr>
          <p:spPr>
            <a:xfrm>
              <a:off x="6088396" y="1154721"/>
              <a:ext cx="13307" cy="10645"/>
            </a:xfrm>
            <a:custGeom>
              <a:avLst/>
              <a:gdLst>
                <a:gd name="connsiteX0" fmla="*/ 13308 w 13307"/>
                <a:gd name="connsiteY0" fmla="*/ 5323 h 10645"/>
                <a:gd name="connsiteX1" fmla="*/ 6591 w 13307"/>
                <a:gd name="connsiteY1" fmla="*/ 10646 h 10645"/>
                <a:gd name="connsiteX2" fmla="*/ 0 w 13307"/>
                <a:gd name="connsiteY2" fmla="*/ 5323 h 10645"/>
                <a:gd name="connsiteX3" fmla="*/ 6591 w 13307"/>
                <a:gd name="connsiteY3" fmla="*/ 0 h 10645"/>
                <a:gd name="connsiteX4" fmla="*/ 13308 w 13307"/>
                <a:gd name="connsiteY4" fmla="*/ 5323 h 1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07" h="10645">
                  <a:moveTo>
                    <a:pt x="13308" y="5323"/>
                  </a:moveTo>
                  <a:cubicBezTo>
                    <a:pt x="13308" y="8238"/>
                    <a:pt x="10266" y="10646"/>
                    <a:pt x="6591" y="10646"/>
                  </a:cubicBezTo>
                  <a:cubicBezTo>
                    <a:pt x="2915" y="10646"/>
                    <a:pt x="0" y="8238"/>
                    <a:pt x="0" y="5323"/>
                  </a:cubicBezTo>
                  <a:lnTo>
                    <a:pt x="6591" y="0"/>
                  </a:lnTo>
                  <a:cubicBezTo>
                    <a:pt x="10266" y="0"/>
                    <a:pt x="13308" y="2408"/>
                    <a:pt x="13308" y="532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0" name="Freeform: Shape 1599">
              <a:extLst>
                <a:ext uri="{FF2B5EF4-FFF2-40B4-BE49-F238E27FC236}">
                  <a16:creationId xmlns:a16="http://schemas.microsoft.com/office/drawing/2014/main" id="{62030803-1475-FF2E-999C-4B9838AE2DB7}"/>
                </a:ext>
              </a:extLst>
            </p:cNvPr>
            <p:cNvSpPr/>
            <p:nvPr/>
          </p:nvSpPr>
          <p:spPr>
            <a:xfrm>
              <a:off x="6218808" y="1154214"/>
              <a:ext cx="14701" cy="11659"/>
            </a:xfrm>
            <a:custGeom>
              <a:avLst/>
              <a:gdLst>
                <a:gd name="connsiteX0" fmla="*/ 14701 w 14701"/>
                <a:gd name="connsiteY0" fmla="*/ 5830 h 11659"/>
                <a:gd name="connsiteX1" fmla="*/ 7351 w 14701"/>
                <a:gd name="connsiteY1" fmla="*/ 11660 h 11659"/>
                <a:gd name="connsiteX2" fmla="*/ 0 w 14701"/>
                <a:gd name="connsiteY2" fmla="*/ 5830 h 11659"/>
                <a:gd name="connsiteX3" fmla="*/ 7351 w 14701"/>
                <a:gd name="connsiteY3" fmla="*/ 0 h 11659"/>
                <a:gd name="connsiteX4" fmla="*/ 14701 w 14701"/>
                <a:gd name="connsiteY4" fmla="*/ 5830 h 11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01" h="11659">
                  <a:moveTo>
                    <a:pt x="14701" y="5830"/>
                  </a:moveTo>
                  <a:cubicBezTo>
                    <a:pt x="14701" y="8998"/>
                    <a:pt x="11406" y="11660"/>
                    <a:pt x="7351" y="11660"/>
                  </a:cubicBezTo>
                  <a:cubicBezTo>
                    <a:pt x="3295" y="11660"/>
                    <a:pt x="0" y="8998"/>
                    <a:pt x="0" y="5830"/>
                  </a:cubicBezTo>
                  <a:cubicBezTo>
                    <a:pt x="0" y="2661"/>
                    <a:pt x="3295" y="0"/>
                    <a:pt x="7351" y="0"/>
                  </a:cubicBezTo>
                  <a:cubicBezTo>
                    <a:pt x="11406" y="0"/>
                    <a:pt x="14701" y="2661"/>
                    <a:pt x="14701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F083DF35-0E24-7FA1-5150-B547218EC8E2}"/>
                </a:ext>
              </a:extLst>
            </p:cNvPr>
            <p:cNvSpPr/>
            <p:nvPr/>
          </p:nvSpPr>
          <p:spPr>
            <a:xfrm>
              <a:off x="6349472" y="1158650"/>
              <a:ext cx="15461" cy="12293"/>
            </a:xfrm>
            <a:custGeom>
              <a:avLst/>
              <a:gdLst>
                <a:gd name="connsiteX0" fmla="*/ 15462 w 15461"/>
                <a:gd name="connsiteY0" fmla="*/ 6083 h 12293"/>
                <a:gd name="connsiteX1" fmla="*/ 7731 w 15461"/>
                <a:gd name="connsiteY1" fmla="*/ 12293 h 12293"/>
                <a:gd name="connsiteX2" fmla="*/ 0 w 15461"/>
                <a:gd name="connsiteY2" fmla="*/ 6083 h 12293"/>
                <a:gd name="connsiteX3" fmla="*/ 7731 w 15461"/>
                <a:gd name="connsiteY3" fmla="*/ 0 h 12293"/>
                <a:gd name="connsiteX4" fmla="*/ 15462 w 15461"/>
                <a:gd name="connsiteY4" fmla="*/ 6083 h 1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61" h="12293">
                  <a:moveTo>
                    <a:pt x="15462" y="6083"/>
                  </a:moveTo>
                  <a:cubicBezTo>
                    <a:pt x="15462" y="9505"/>
                    <a:pt x="11913" y="12293"/>
                    <a:pt x="7731" y="12293"/>
                  </a:cubicBezTo>
                  <a:cubicBezTo>
                    <a:pt x="3549" y="12293"/>
                    <a:pt x="0" y="9505"/>
                    <a:pt x="0" y="6083"/>
                  </a:cubicBezTo>
                  <a:cubicBezTo>
                    <a:pt x="0" y="2661"/>
                    <a:pt x="3422" y="0"/>
                    <a:pt x="7731" y="0"/>
                  </a:cubicBezTo>
                  <a:cubicBezTo>
                    <a:pt x="12040" y="0"/>
                    <a:pt x="15462" y="2788"/>
                    <a:pt x="15462" y="60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AC7CD88A-144C-4096-E895-A3467E8E6BB7}"/>
                </a:ext>
              </a:extLst>
            </p:cNvPr>
            <p:cNvSpPr/>
            <p:nvPr/>
          </p:nvSpPr>
          <p:spPr>
            <a:xfrm>
              <a:off x="6479757" y="1167902"/>
              <a:ext cx="15968" cy="12673"/>
            </a:xfrm>
            <a:custGeom>
              <a:avLst/>
              <a:gdLst>
                <a:gd name="connsiteX0" fmla="*/ 15968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8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8" y="6337"/>
                  </a:moveTo>
                  <a:cubicBezTo>
                    <a:pt x="15968" y="9885"/>
                    <a:pt x="12293" y="12674"/>
                    <a:pt x="7984" y="12674"/>
                  </a:cubicBezTo>
                  <a:cubicBezTo>
                    <a:pt x="3675" y="12674"/>
                    <a:pt x="0" y="9759"/>
                    <a:pt x="0" y="6337"/>
                  </a:cubicBezTo>
                  <a:cubicBezTo>
                    <a:pt x="0" y="2915"/>
                    <a:pt x="3549" y="0"/>
                    <a:pt x="7984" y="0"/>
                  </a:cubicBezTo>
                  <a:cubicBezTo>
                    <a:pt x="12420" y="0"/>
                    <a:pt x="15968" y="2788"/>
                    <a:pt x="15968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3" name="Freeform: Shape 1602">
              <a:extLst>
                <a:ext uri="{FF2B5EF4-FFF2-40B4-BE49-F238E27FC236}">
                  <a16:creationId xmlns:a16="http://schemas.microsoft.com/office/drawing/2014/main" id="{9FACCFF2-92D1-44DA-741E-1D8D7185F498}"/>
                </a:ext>
              </a:extLst>
            </p:cNvPr>
            <p:cNvSpPr/>
            <p:nvPr/>
          </p:nvSpPr>
          <p:spPr>
            <a:xfrm>
              <a:off x="6609027" y="1181716"/>
              <a:ext cx="16982" cy="13433"/>
            </a:xfrm>
            <a:custGeom>
              <a:avLst/>
              <a:gdLst>
                <a:gd name="connsiteX0" fmla="*/ 16983 w 16982"/>
                <a:gd name="connsiteY0" fmla="*/ 6717 h 13433"/>
                <a:gd name="connsiteX1" fmla="*/ 8492 w 16982"/>
                <a:gd name="connsiteY1" fmla="*/ 13434 h 13433"/>
                <a:gd name="connsiteX2" fmla="*/ 0 w 16982"/>
                <a:gd name="connsiteY2" fmla="*/ 6717 h 13433"/>
                <a:gd name="connsiteX3" fmla="*/ 8492 w 16982"/>
                <a:gd name="connsiteY3" fmla="*/ 0 h 13433"/>
                <a:gd name="connsiteX4" fmla="*/ 16983 w 16982"/>
                <a:gd name="connsiteY4" fmla="*/ 6717 h 13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82" h="13433">
                  <a:moveTo>
                    <a:pt x="16983" y="6717"/>
                  </a:moveTo>
                  <a:cubicBezTo>
                    <a:pt x="16983" y="10392"/>
                    <a:pt x="13181" y="13434"/>
                    <a:pt x="8492" y="13434"/>
                  </a:cubicBezTo>
                  <a:cubicBezTo>
                    <a:pt x="3803" y="13434"/>
                    <a:pt x="0" y="10392"/>
                    <a:pt x="0" y="6717"/>
                  </a:cubicBezTo>
                  <a:cubicBezTo>
                    <a:pt x="0" y="3042"/>
                    <a:pt x="3803" y="0"/>
                    <a:pt x="8492" y="0"/>
                  </a:cubicBezTo>
                  <a:cubicBezTo>
                    <a:pt x="13181" y="0"/>
                    <a:pt x="16983" y="3042"/>
                    <a:pt x="16983" y="671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4" name="Freeform: Shape 1603">
              <a:extLst>
                <a:ext uri="{FF2B5EF4-FFF2-40B4-BE49-F238E27FC236}">
                  <a16:creationId xmlns:a16="http://schemas.microsoft.com/office/drawing/2014/main" id="{0687C02F-078B-FB72-9BAE-019FFC94FFB7}"/>
                </a:ext>
              </a:extLst>
            </p:cNvPr>
            <p:cNvSpPr/>
            <p:nvPr/>
          </p:nvSpPr>
          <p:spPr>
            <a:xfrm>
              <a:off x="6737665" y="1200220"/>
              <a:ext cx="17743" cy="13940"/>
            </a:xfrm>
            <a:custGeom>
              <a:avLst/>
              <a:gdLst>
                <a:gd name="connsiteX0" fmla="*/ 17743 w 17743"/>
                <a:gd name="connsiteY0" fmla="*/ 6971 h 13940"/>
                <a:gd name="connsiteX1" fmla="*/ 8872 w 17743"/>
                <a:gd name="connsiteY1" fmla="*/ 13941 h 13940"/>
                <a:gd name="connsiteX2" fmla="*/ 0 w 17743"/>
                <a:gd name="connsiteY2" fmla="*/ 6971 h 13940"/>
                <a:gd name="connsiteX3" fmla="*/ 8872 w 17743"/>
                <a:gd name="connsiteY3" fmla="*/ 0 h 13940"/>
                <a:gd name="connsiteX4" fmla="*/ 17743 w 17743"/>
                <a:gd name="connsiteY4" fmla="*/ 6971 h 13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3" h="13940">
                  <a:moveTo>
                    <a:pt x="17743" y="6971"/>
                  </a:moveTo>
                  <a:cubicBezTo>
                    <a:pt x="17743" y="10899"/>
                    <a:pt x="13814" y="13941"/>
                    <a:pt x="8872" y="13941"/>
                  </a:cubicBezTo>
                  <a:cubicBezTo>
                    <a:pt x="3929" y="13941"/>
                    <a:pt x="0" y="10773"/>
                    <a:pt x="0" y="6971"/>
                  </a:cubicBezTo>
                  <a:cubicBezTo>
                    <a:pt x="0" y="3168"/>
                    <a:pt x="3929" y="0"/>
                    <a:pt x="8872" y="0"/>
                  </a:cubicBezTo>
                  <a:cubicBezTo>
                    <a:pt x="13814" y="0"/>
                    <a:pt x="17743" y="3168"/>
                    <a:pt x="17743" y="697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5" name="Freeform: Shape 1604">
              <a:extLst>
                <a:ext uri="{FF2B5EF4-FFF2-40B4-BE49-F238E27FC236}">
                  <a16:creationId xmlns:a16="http://schemas.microsoft.com/office/drawing/2014/main" id="{58C664C5-3E02-DBAE-F278-9A9D73F0AF03}"/>
                </a:ext>
              </a:extLst>
            </p:cNvPr>
            <p:cNvSpPr/>
            <p:nvPr/>
          </p:nvSpPr>
          <p:spPr>
            <a:xfrm>
              <a:off x="6865161" y="1223539"/>
              <a:ext cx="18250" cy="14447"/>
            </a:xfrm>
            <a:custGeom>
              <a:avLst/>
              <a:gdLst>
                <a:gd name="connsiteX0" fmla="*/ 18250 w 18250"/>
                <a:gd name="connsiteY0" fmla="*/ 7224 h 14447"/>
                <a:gd name="connsiteX1" fmla="*/ 9125 w 18250"/>
                <a:gd name="connsiteY1" fmla="*/ 14448 h 14447"/>
                <a:gd name="connsiteX2" fmla="*/ 0 w 18250"/>
                <a:gd name="connsiteY2" fmla="*/ 7224 h 14447"/>
                <a:gd name="connsiteX3" fmla="*/ 9125 w 18250"/>
                <a:gd name="connsiteY3" fmla="*/ 0 h 14447"/>
                <a:gd name="connsiteX4" fmla="*/ 18250 w 18250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7">
                  <a:moveTo>
                    <a:pt x="18250" y="7224"/>
                  </a:moveTo>
                  <a:cubicBezTo>
                    <a:pt x="18250" y="11279"/>
                    <a:pt x="14194" y="14448"/>
                    <a:pt x="9125" y="14448"/>
                  </a:cubicBezTo>
                  <a:cubicBezTo>
                    <a:pt x="4056" y="14448"/>
                    <a:pt x="0" y="11153"/>
                    <a:pt x="0" y="7224"/>
                  </a:cubicBezTo>
                  <a:cubicBezTo>
                    <a:pt x="0" y="3295"/>
                    <a:pt x="4056" y="0"/>
                    <a:pt x="9125" y="0"/>
                  </a:cubicBezTo>
                  <a:cubicBezTo>
                    <a:pt x="14194" y="0"/>
                    <a:pt x="18250" y="3295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72A67D4D-7A68-B83F-B6A1-684152E5DA36}"/>
                </a:ext>
              </a:extLst>
            </p:cNvPr>
            <p:cNvSpPr/>
            <p:nvPr/>
          </p:nvSpPr>
          <p:spPr>
            <a:xfrm>
              <a:off x="6991390" y="1251548"/>
              <a:ext cx="18250" cy="14447"/>
            </a:xfrm>
            <a:custGeom>
              <a:avLst/>
              <a:gdLst>
                <a:gd name="connsiteX0" fmla="*/ 18250 w 18250"/>
                <a:gd name="connsiteY0" fmla="*/ 7224 h 14447"/>
                <a:gd name="connsiteX1" fmla="*/ 9125 w 18250"/>
                <a:gd name="connsiteY1" fmla="*/ 14448 h 14447"/>
                <a:gd name="connsiteX2" fmla="*/ 0 w 18250"/>
                <a:gd name="connsiteY2" fmla="*/ 7224 h 14447"/>
                <a:gd name="connsiteX3" fmla="*/ 9125 w 18250"/>
                <a:gd name="connsiteY3" fmla="*/ 0 h 14447"/>
                <a:gd name="connsiteX4" fmla="*/ 18250 w 18250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7">
                  <a:moveTo>
                    <a:pt x="18250" y="7224"/>
                  </a:moveTo>
                  <a:cubicBezTo>
                    <a:pt x="18250" y="11153"/>
                    <a:pt x="14194" y="14448"/>
                    <a:pt x="9125" y="14448"/>
                  </a:cubicBezTo>
                  <a:cubicBezTo>
                    <a:pt x="4055" y="14448"/>
                    <a:pt x="0" y="11153"/>
                    <a:pt x="0" y="7224"/>
                  </a:cubicBezTo>
                  <a:cubicBezTo>
                    <a:pt x="0" y="3295"/>
                    <a:pt x="4055" y="0"/>
                    <a:pt x="9125" y="0"/>
                  </a:cubicBezTo>
                  <a:cubicBezTo>
                    <a:pt x="14194" y="0"/>
                    <a:pt x="18250" y="3295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54CF5E14-3094-F8F0-CE8F-454288C11480}"/>
                </a:ext>
              </a:extLst>
            </p:cNvPr>
            <p:cNvSpPr/>
            <p:nvPr/>
          </p:nvSpPr>
          <p:spPr>
            <a:xfrm>
              <a:off x="7115465" y="1283739"/>
              <a:ext cx="19010" cy="15208"/>
            </a:xfrm>
            <a:custGeom>
              <a:avLst/>
              <a:gdLst>
                <a:gd name="connsiteX0" fmla="*/ 19010 w 19010"/>
                <a:gd name="connsiteY0" fmla="*/ 7604 h 15208"/>
                <a:gd name="connsiteX1" fmla="*/ 9505 w 19010"/>
                <a:gd name="connsiteY1" fmla="*/ 15208 h 15208"/>
                <a:gd name="connsiteX2" fmla="*/ 0 w 19010"/>
                <a:gd name="connsiteY2" fmla="*/ 7604 h 15208"/>
                <a:gd name="connsiteX3" fmla="*/ 9505 w 19010"/>
                <a:gd name="connsiteY3" fmla="*/ 0 h 15208"/>
                <a:gd name="connsiteX4" fmla="*/ 19010 w 19010"/>
                <a:gd name="connsiteY4" fmla="*/ 7604 h 15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10" h="15208">
                  <a:moveTo>
                    <a:pt x="19010" y="7604"/>
                  </a:moveTo>
                  <a:cubicBezTo>
                    <a:pt x="19010" y="11786"/>
                    <a:pt x="14701" y="15208"/>
                    <a:pt x="9505" y="15208"/>
                  </a:cubicBezTo>
                  <a:cubicBezTo>
                    <a:pt x="4309" y="15208"/>
                    <a:pt x="0" y="11786"/>
                    <a:pt x="0" y="7604"/>
                  </a:cubicBezTo>
                  <a:cubicBezTo>
                    <a:pt x="0" y="3422"/>
                    <a:pt x="4309" y="0"/>
                    <a:pt x="9505" y="0"/>
                  </a:cubicBezTo>
                  <a:cubicBezTo>
                    <a:pt x="14701" y="0"/>
                    <a:pt x="19010" y="3422"/>
                    <a:pt x="19010" y="760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BBACD376-0438-9741-6E05-C31410BE72D4}"/>
                </a:ext>
              </a:extLst>
            </p:cNvPr>
            <p:cNvSpPr/>
            <p:nvPr/>
          </p:nvSpPr>
          <p:spPr>
            <a:xfrm>
              <a:off x="7237638" y="1320492"/>
              <a:ext cx="19770" cy="15715"/>
            </a:xfrm>
            <a:custGeom>
              <a:avLst/>
              <a:gdLst>
                <a:gd name="connsiteX0" fmla="*/ 19771 w 19770"/>
                <a:gd name="connsiteY0" fmla="*/ 7858 h 15715"/>
                <a:gd name="connsiteX1" fmla="*/ 9885 w 19770"/>
                <a:gd name="connsiteY1" fmla="*/ 15715 h 15715"/>
                <a:gd name="connsiteX2" fmla="*/ 0 w 19770"/>
                <a:gd name="connsiteY2" fmla="*/ 7858 h 15715"/>
                <a:gd name="connsiteX3" fmla="*/ 9885 w 19770"/>
                <a:gd name="connsiteY3" fmla="*/ 0 h 15715"/>
                <a:gd name="connsiteX4" fmla="*/ 19771 w 19770"/>
                <a:gd name="connsiteY4" fmla="*/ 7858 h 1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70" h="15715">
                  <a:moveTo>
                    <a:pt x="19771" y="7858"/>
                  </a:moveTo>
                  <a:cubicBezTo>
                    <a:pt x="19771" y="12167"/>
                    <a:pt x="15335" y="15715"/>
                    <a:pt x="9885" y="15715"/>
                  </a:cubicBezTo>
                  <a:cubicBezTo>
                    <a:pt x="4435" y="15715"/>
                    <a:pt x="0" y="12167"/>
                    <a:pt x="0" y="7858"/>
                  </a:cubicBezTo>
                  <a:cubicBezTo>
                    <a:pt x="0" y="3549"/>
                    <a:pt x="4435" y="0"/>
                    <a:pt x="9885" y="0"/>
                  </a:cubicBezTo>
                  <a:cubicBezTo>
                    <a:pt x="15335" y="0"/>
                    <a:pt x="19771" y="3549"/>
                    <a:pt x="19771" y="785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9" name="Freeform: Shape 1608">
              <a:extLst>
                <a:ext uri="{FF2B5EF4-FFF2-40B4-BE49-F238E27FC236}">
                  <a16:creationId xmlns:a16="http://schemas.microsoft.com/office/drawing/2014/main" id="{3E687961-979E-8B3D-8674-EF3817D8C67B}"/>
                </a:ext>
              </a:extLst>
            </p:cNvPr>
            <p:cNvSpPr/>
            <p:nvPr/>
          </p:nvSpPr>
          <p:spPr>
            <a:xfrm>
              <a:off x="7357911" y="1361935"/>
              <a:ext cx="19770" cy="15715"/>
            </a:xfrm>
            <a:custGeom>
              <a:avLst/>
              <a:gdLst>
                <a:gd name="connsiteX0" fmla="*/ 19771 w 19770"/>
                <a:gd name="connsiteY0" fmla="*/ 7858 h 15715"/>
                <a:gd name="connsiteX1" fmla="*/ 9885 w 19770"/>
                <a:gd name="connsiteY1" fmla="*/ 15715 h 15715"/>
                <a:gd name="connsiteX2" fmla="*/ 0 w 19770"/>
                <a:gd name="connsiteY2" fmla="*/ 7858 h 15715"/>
                <a:gd name="connsiteX3" fmla="*/ 9885 w 19770"/>
                <a:gd name="connsiteY3" fmla="*/ 0 h 15715"/>
                <a:gd name="connsiteX4" fmla="*/ 19771 w 19770"/>
                <a:gd name="connsiteY4" fmla="*/ 7858 h 1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70" h="15715">
                  <a:moveTo>
                    <a:pt x="19771" y="7858"/>
                  </a:moveTo>
                  <a:cubicBezTo>
                    <a:pt x="19771" y="12167"/>
                    <a:pt x="15335" y="15715"/>
                    <a:pt x="9885" y="15715"/>
                  </a:cubicBezTo>
                  <a:cubicBezTo>
                    <a:pt x="4435" y="15715"/>
                    <a:pt x="0" y="12167"/>
                    <a:pt x="0" y="7858"/>
                  </a:cubicBezTo>
                  <a:cubicBezTo>
                    <a:pt x="0" y="3549"/>
                    <a:pt x="4435" y="0"/>
                    <a:pt x="9885" y="0"/>
                  </a:cubicBezTo>
                  <a:cubicBezTo>
                    <a:pt x="15335" y="0"/>
                    <a:pt x="19771" y="3549"/>
                    <a:pt x="19771" y="785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A60CEE52-FF43-606E-1C5D-01374FC90B69}"/>
                </a:ext>
              </a:extLst>
            </p:cNvPr>
            <p:cNvSpPr/>
            <p:nvPr/>
          </p:nvSpPr>
          <p:spPr>
            <a:xfrm>
              <a:off x="7475268" y="1407306"/>
              <a:ext cx="20531" cy="16475"/>
            </a:xfrm>
            <a:custGeom>
              <a:avLst/>
              <a:gdLst>
                <a:gd name="connsiteX0" fmla="*/ 20531 w 20531"/>
                <a:gd name="connsiteY0" fmla="*/ 8238 h 16475"/>
                <a:gd name="connsiteX1" fmla="*/ 10266 w 20531"/>
                <a:gd name="connsiteY1" fmla="*/ 16476 h 16475"/>
                <a:gd name="connsiteX2" fmla="*/ 0 w 20531"/>
                <a:gd name="connsiteY2" fmla="*/ 8238 h 16475"/>
                <a:gd name="connsiteX3" fmla="*/ 10266 w 20531"/>
                <a:gd name="connsiteY3" fmla="*/ 0 h 16475"/>
                <a:gd name="connsiteX4" fmla="*/ 20531 w 20531"/>
                <a:gd name="connsiteY4" fmla="*/ 8238 h 16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31" h="16475">
                  <a:moveTo>
                    <a:pt x="20531" y="8238"/>
                  </a:moveTo>
                  <a:cubicBezTo>
                    <a:pt x="20531" y="12800"/>
                    <a:pt x="15969" y="16476"/>
                    <a:pt x="10266" y="16476"/>
                  </a:cubicBezTo>
                  <a:cubicBezTo>
                    <a:pt x="4562" y="16476"/>
                    <a:pt x="0" y="12800"/>
                    <a:pt x="0" y="8238"/>
                  </a:cubicBezTo>
                  <a:cubicBezTo>
                    <a:pt x="0" y="3675"/>
                    <a:pt x="4562" y="0"/>
                    <a:pt x="10266" y="0"/>
                  </a:cubicBezTo>
                  <a:cubicBezTo>
                    <a:pt x="15969" y="0"/>
                    <a:pt x="20531" y="3675"/>
                    <a:pt x="20531" y="823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2228497F-F318-5559-26B0-1DA887403A99}"/>
                </a:ext>
              </a:extLst>
            </p:cNvPr>
            <p:cNvSpPr/>
            <p:nvPr/>
          </p:nvSpPr>
          <p:spPr>
            <a:xfrm>
              <a:off x="7590598" y="1457620"/>
              <a:ext cx="19770" cy="15715"/>
            </a:xfrm>
            <a:custGeom>
              <a:avLst/>
              <a:gdLst>
                <a:gd name="connsiteX0" fmla="*/ 19771 w 19770"/>
                <a:gd name="connsiteY0" fmla="*/ 7858 h 15715"/>
                <a:gd name="connsiteX1" fmla="*/ 9886 w 19770"/>
                <a:gd name="connsiteY1" fmla="*/ 15715 h 15715"/>
                <a:gd name="connsiteX2" fmla="*/ 0 w 19770"/>
                <a:gd name="connsiteY2" fmla="*/ 7858 h 15715"/>
                <a:gd name="connsiteX3" fmla="*/ 9886 w 19770"/>
                <a:gd name="connsiteY3" fmla="*/ 0 h 15715"/>
                <a:gd name="connsiteX4" fmla="*/ 19771 w 19770"/>
                <a:gd name="connsiteY4" fmla="*/ 7858 h 1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70" h="15715">
                  <a:moveTo>
                    <a:pt x="19771" y="7858"/>
                  </a:moveTo>
                  <a:cubicBezTo>
                    <a:pt x="19771" y="12167"/>
                    <a:pt x="15335" y="15715"/>
                    <a:pt x="9886" y="15715"/>
                  </a:cubicBezTo>
                  <a:cubicBezTo>
                    <a:pt x="4436" y="15715"/>
                    <a:pt x="0" y="12167"/>
                    <a:pt x="0" y="7858"/>
                  </a:cubicBezTo>
                  <a:cubicBezTo>
                    <a:pt x="0" y="3549"/>
                    <a:pt x="4436" y="0"/>
                    <a:pt x="9886" y="0"/>
                  </a:cubicBezTo>
                  <a:cubicBezTo>
                    <a:pt x="15335" y="0"/>
                    <a:pt x="19771" y="3549"/>
                    <a:pt x="19771" y="785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2" name="Freeform: Shape 1611">
              <a:extLst>
                <a:ext uri="{FF2B5EF4-FFF2-40B4-BE49-F238E27FC236}">
                  <a16:creationId xmlns:a16="http://schemas.microsoft.com/office/drawing/2014/main" id="{062A0EB8-6B41-789F-9382-2261011AC9C5}"/>
                </a:ext>
              </a:extLst>
            </p:cNvPr>
            <p:cNvSpPr/>
            <p:nvPr/>
          </p:nvSpPr>
          <p:spPr>
            <a:xfrm>
              <a:off x="7702252" y="1511230"/>
              <a:ext cx="20531" cy="16475"/>
            </a:xfrm>
            <a:custGeom>
              <a:avLst/>
              <a:gdLst>
                <a:gd name="connsiteX0" fmla="*/ 20531 w 20531"/>
                <a:gd name="connsiteY0" fmla="*/ 8238 h 16475"/>
                <a:gd name="connsiteX1" fmla="*/ 10266 w 20531"/>
                <a:gd name="connsiteY1" fmla="*/ 16476 h 16475"/>
                <a:gd name="connsiteX2" fmla="*/ 0 w 20531"/>
                <a:gd name="connsiteY2" fmla="*/ 8238 h 16475"/>
                <a:gd name="connsiteX3" fmla="*/ 10266 w 20531"/>
                <a:gd name="connsiteY3" fmla="*/ 0 h 16475"/>
                <a:gd name="connsiteX4" fmla="*/ 20531 w 20531"/>
                <a:gd name="connsiteY4" fmla="*/ 8238 h 16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31" h="16475">
                  <a:moveTo>
                    <a:pt x="20531" y="8238"/>
                  </a:moveTo>
                  <a:cubicBezTo>
                    <a:pt x="20531" y="12800"/>
                    <a:pt x="15969" y="16476"/>
                    <a:pt x="10266" y="16476"/>
                  </a:cubicBezTo>
                  <a:cubicBezTo>
                    <a:pt x="4562" y="16476"/>
                    <a:pt x="0" y="12800"/>
                    <a:pt x="0" y="8238"/>
                  </a:cubicBezTo>
                  <a:cubicBezTo>
                    <a:pt x="0" y="3675"/>
                    <a:pt x="4562" y="0"/>
                    <a:pt x="10266" y="0"/>
                  </a:cubicBezTo>
                  <a:cubicBezTo>
                    <a:pt x="15969" y="0"/>
                    <a:pt x="20531" y="3675"/>
                    <a:pt x="20531" y="823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3" name="Freeform: Shape 1612">
              <a:extLst>
                <a:ext uri="{FF2B5EF4-FFF2-40B4-BE49-F238E27FC236}">
                  <a16:creationId xmlns:a16="http://schemas.microsoft.com/office/drawing/2014/main" id="{72BB8FE8-ADD8-4227-15D4-764EDDB785C9}"/>
                </a:ext>
              </a:extLst>
            </p:cNvPr>
            <p:cNvSpPr/>
            <p:nvPr/>
          </p:nvSpPr>
          <p:spPr>
            <a:xfrm>
              <a:off x="7811119" y="1569275"/>
              <a:ext cx="20531" cy="16475"/>
            </a:xfrm>
            <a:custGeom>
              <a:avLst/>
              <a:gdLst>
                <a:gd name="connsiteX0" fmla="*/ 20531 w 20531"/>
                <a:gd name="connsiteY0" fmla="*/ 8238 h 16475"/>
                <a:gd name="connsiteX1" fmla="*/ 10266 w 20531"/>
                <a:gd name="connsiteY1" fmla="*/ 16476 h 16475"/>
                <a:gd name="connsiteX2" fmla="*/ 0 w 20531"/>
                <a:gd name="connsiteY2" fmla="*/ 8238 h 16475"/>
                <a:gd name="connsiteX3" fmla="*/ 10266 w 20531"/>
                <a:gd name="connsiteY3" fmla="*/ 0 h 16475"/>
                <a:gd name="connsiteX4" fmla="*/ 20531 w 20531"/>
                <a:gd name="connsiteY4" fmla="*/ 8238 h 16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31" h="16475">
                  <a:moveTo>
                    <a:pt x="20531" y="8238"/>
                  </a:moveTo>
                  <a:cubicBezTo>
                    <a:pt x="20531" y="12800"/>
                    <a:pt x="15969" y="16476"/>
                    <a:pt x="10266" y="16476"/>
                  </a:cubicBezTo>
                  <a:cubicBezTo>
                    <a:pt x="4562" y="16476"/>
                    <a:pt x="0" y="12800"/>
                    <a:pt x="0" y="8238"/>
                  </a:cubicBezTo>
                  <a:cubicBezTo>
                    <a:pt x="0" y="3675"/>
                    <a:pt x="4689" y="0"/>
                    <a:pt x="10266" y="0"/>
                  </a:cubicBezTo>
                  <a:cubicBezTo>
                    <a:pt x="15842" y="0"/>
                    <a:pt x="20531" y="3675"/>
                    <a:pt x="20531" y="823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4" name="Freeform: Shape 1613">
              <a:extLst>
                <a:ext uri="{FF2B5EF4-FFF2-40B4-BE49-F238E27FC236}">
                  <a16:creationId xmlns:a16="http://schemas.microsoft.com/office/drawing/2014/main" id="{00F92D7B-B768-0600-1FEF-D953634435B4}"/>
                </a:ext>
              </a:extLst>
            </p:cNvPr>
            <p:cNvSpPr/>
            <p:nvPr/>
          </p:nvSpPr>
          <p:spPr>
            <a:xfrm>
              <a:off x="7915929" y="1630995"/>
              <a:ext cx="21418" cy="16982"/>
            </a:xfrm>
            <a:custGeom>
              <a:avLst/>
              <a:gdLst>
                <a:gd name="connsiteX0" fmla="*/ 21418 w 21418"/>
                <a:gd name="connsiteY0" fmla="*/ 8491 h 16982"/>
                <a:gd name="connsiteX1" fmla="*/ 10646 w 21418"/>
                <a:gd name="connsiteY1" fmla="*/ 16983 h 16982"/>
                <a:gd name="connsiteX2" fmla="*/ 0 w 21418"/>
                <a:gd name="connsiteY2" fmla="*/ 8491 h 16982"/>
                <a:gd name="connsiteX3" fmla="*/ 10646 w 21418"/>
                <a:gd name="connsiteY3" fmla="*/ 0 h 16982"/>
                <a:gd name="connsiteX4" fmla="*/ 21418 w 21418"/>
                <a:gd name="connsiteY4" fmla="*/ 8491 h 1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18" h="16982">
                  <a:moveTo>
                    <a:pt x="21418" y="8491"/>
                  </a:moveTo>
                  <a:cubicBezTo>
                    <a:pt x="21418" y="13180"/>
                    <a:pt x="16602" y="16983"/>
                    <a:pt x="10646" y="16983"/>
                  </a:cubicBezTo>
                  <a:cubicBezTo>
                    <a:pt x="4689" y="16983"/>
                    <a:pt x="0" y="13180"/>
                    <a:pt x="0" y="8491"/>
                  </a:cubicBezTo>
                  <a:cubicBezTo>
                    <a:pt x="0" y="3802"/>
                    <a:pt x="4816" y="0"/>
                    <a:pt x="10646" y="0"/>
                  </a:cubicBezTo>
                  <a:cubicBezTo>
                    <a:pt x="16476" y="0"/>
                    <a:pt x="21418" y="3802"/>
                    <a:pt x="21418" y="84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25F78467-75D1-8280-2AF2-9F1E68687A39}"/>
                </a:ext>
              </a:extLst>
            </p:cNvPr>
            <p:cNvSpPr/>
            <p:nvPr/>
          </p:nvSpPr>
          <p:spPr>
            <a:xfrm>
              <a:off x="8017571" y="1696644"/>
              <a:ext cx="21545" cy="16982"/>
            </a:xfrm>
            <a:custGeom>
              <a:avLst/>
              <a:gdLst>
                <a:gd name="connsiteX0" fmla="*/ 21545 w 21545"/>
                <a:gd name="connsiteY0" fmla="*/ 8491 h 16982"/>
                <a:gd name="connsiteX1" fmla="*/ 10772 w 21545"/>
                <a:gd name="connsiteY1" fmla="*/ 16983 h 16982"/>
                <a:gd name="connsiteX2" fmla="*/ 0 w 21545"/>
                <a:gd name="connsiteY2" fmla="*/ 8491 h 16982"/>
                <a:gd name="connsiteX3" fmla="*/ 10772 w 21545"/>
                <a:gd name="connsiteY3" fmla="*/ 0 h 16982"/>
                <a:gd name="connsiteX4" fmla="*/ 21545 w 21545"/>
                <a:gd name="connsiteY4" fmla="*/ 8491 h 1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45" h="16982">
                  <a:moveTo>
                    <a:pt x="21545" y="8491"/>
                  </a:moveTo>
                  <a:cubicBezTo>
                    <a:pt x="21545" y="13181"/>
                    <a:pt x="16729" y="16983"/>
                    <a:pt x="10772" y="16983"/>
                  </a:cubicBezTo>
                  <a:cubicBezTo>
                    <a:pt x="4816" y="16983"/>
                    <a:pt x="0" y="13181"/>
                    <a:pt x="0" y="8491"/>
                  </a:cubicBezTo>
                  <a:cubicBezTo>
                    <a:pt x="0" y="3802"/>
                    <a:pt x="4816" y="0"/>
                    <a:pt x="10772" y="0"/>
                  </a:cubicBezTo>
                  <a:cubicBezTo>
                    <a:pt x="16729" y="0"/>
                    <a:pt x="21545" y="3802"/>
                    <a:pt x="21545" y="84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6" name="Freeform: Shape 1615">
              <a:extLst>
                <a:ext uri="{FF2B5EF4-FFF2-40B4-BE49-F238E27FC236}">
                  <a16:creationId xmlns:a16="http://schemas.microsoft.com/office/drawing/2014/main" id="{BEFEC938-4EE3-FA1A-8D2E-19BAE6592516}"/>
                </a:ext>
              </a:extLst>
            </p:cNvPr>
            <p:cNvSpPr/>
            <p:nvPr/>
          </p:nvSpPr>
          <p:spPr>
            <a:xfrm>
              <a:off x="8115412" y="1765842"/>
              <a:ext cx="21544" cy="16982"/>
            </a:xfrm>
            <a:custGeom>
              <a:avLst/>
              <a:gdLst>
                <a:gd name="connsiteX0" fmla="*/ 21544 w 21544"/>
                <a:gd name="connsiteY0" fmla="*/ 8491 h 16982"/>
                <a:gd name="connsiteX1" fmla="*/ 10772 w 21544"/>
                <a:gd name="connsiteY1" fmla="*/ 16983 h 16982"/>
                <a:gd name="connsiteX2" fmla="*/ 0 w 21544"/>
                <a:gd name="connsiteY2" fmla="*/ 8491 h 16982"/>
                <a:gd name="connsiteX3" fmla="*/ 10772 w 21544"/>
                <a:gd name="connsiteY3" fmla="*/ 0 h 16982"/>
                <a:gd name="connsiteX4" fmla="*/ 21544 w 21544"/>
                <a:gd name="connsiteY4" fmla="*/ 8491 h 1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44" h="16982">
                  <a:moveTo>
                    <a:pt x="21544" y="8491"/>
                  </a:moveTo>
                  <a:cubicBezTo>
                    <a:pt x="21544" y="13180"/>
                    <a:pt x="16728" y="16983"/>
                    <a:pt x="10772" y="16983"/>
                  </a:cubicBezTo>
                  <a:cubicBezTo>
                    <a:pt x="4815" y="16983"/>
                    <a:pt x="0" y="13180"/>
                    <a:pt x="0" y="8491"/>
                  </a:cubicBezTo>
                  <a:cubicBezTo>
                    <a:pt x="0" y="3802"/>
                    <a:pt x="4815" y="0"/>
                    <a:pt x="10772" y="0"/>
                  </a:cubicBezTo>
                  <a:cubicBezTo>
                    <a:pt x="16728" y="0"/>
                    <a:pt x="21544" y="3802"/>
                    <a:pt x="21544" y="84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7" name="Freeform: Shape 1616">
              <a:extLst>
                <a:ext uri="{FF2B5EF4-FFF2-40B4-BE49-F238E27FC236}">
                  <a16:creationId xmlns:a16="http://schemas.microsoft.com/office/drawing/2014/main" id="{D2423A17-DF2C-EDE6-6983-E51A25B97B75}"/>
                </a:ext>
              </a:extLst>
            </p:cNvPr>
            <p:cNvSpPr/>
            <p:nvPr/>
          </p:nvSpPr>
          <p:spPr>
            <a:xfrm>
              <a:off x="8209703" y="1838715"/>
              <a:ext cx="20531" cy="16475"/>
            </a:xfrm>
            <a:custGeom>
              <a:avLst/>
              <a:gdLst>
                <a:gd name="connsiteX0" fmla="*/ 20531 w 20531"/>
                <a:gd name="connsiteY0" fmla="*/ 8238 h 16475"/>
                <a:gd name="connsiteX1" fmla="*/ 10266 w 20531"/>
                <a:gd name="connsiteY1" fmla="*/ 16476 h 16475"/>
                <a:gd name="connsiteX2" fmla="*/ 0 w 20531"/>
                <a:gd name="connsiteY2" fmla="*/ 8238 h 16475"/>
                <a:gd name="connsiteX3" fmla="*/ 10266 w 20531"/>
                <a:gd name="connsiteY3" fmla="*/ 0 h 16475"/>
                <a:gd name="connsiteX4" fmla="*/ 20531 w 20531"/>
                <a:gd name="connsiteY4" fmla="*/ 8238 h 16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31" h="16475">
                  <a:moveTo>
                    <a:pt x="20531" y="8238"/>
                  </a:moveTo>
                  <a:cubicBezTo>
                    <a:pt x="20531" y="12800"/>
                    <a:pt x="15968" y="16476"/>
                    <a:pt x="10266" y="16476"/>
                  </a:cubicBezTo>
                  <a:cubicBezTo>
                    <a:pt x="4562" y="16476"/>
                    <a:pt x="0" y="12800"/>
                    <a:pt x="0" y="8238"/>
                  </a:cubicBezTo>
                  <a:cubicBezTo>
                    <a:pt x="0" y="3675"/>
                    <a:pt x="4562" y="0"/>
                    <a:pt x="10266" y="0"/>
                  </a:cubicBezTo>
                  <a:cubicBezTo>
                    <a:pt x="15968" y="0"/>
                    <a:pt x="20531" y="3675"/>
                    <a:pt x="20531" y="823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8" name="Freeform: Shape 1617">
              <a:extLst>
                <a:ext uri="{FF2B5EF4-FFF2-40B4-BE49-F238E27FC236}">
                  <a16:creationId xmlns:a16="http://schemas.microsoft.com/office/drawing/2014/main" id="{6BF7D6BB-070C-3A33-BB58-F4B66D173099}"/>
                </a:ext>
              </a:extLst>
            </p:cNvPr>
            <p:cNvSpPr/>
            <p:nvPr/>
          </p:nvSpPr>
          <p:spPr>
            <a:xfrm>
              <a:off x="8298671" y="1914503"/>
              <a:ext cx="21545" cy="16982"/>
            </a:xfrm>
            <a:custGeom>
              <a:avLst/>
              <a:gdLst>
                <a:gd name="connsiteX0" fmla="*/ 21545 w 21545"/>
                <a:gd name="connsiteY0" fmla="*/ 8491 h 16982"/>
                <a:gd name="connsiteX1" fmla="*/ 10773 w 21545"/>
                <a:gd name="connsiteY1" fmla="*/ 16983 h 16982"/>
                <a:gd name="connsiteX2" fmla="*/ 0 w 21545"/>
                <a:gd name="connsiteY2" fmla="*/ 8491 h 16982"/>
                <a:gd name="connsiteX3" fmla="*/ 10773 w 21545"/>
                <a:gd name="connsiteY3" fmla="*/ 0 h 16982"/>
                <a:gd name="connsiteX4" fmla="*/ 21545 w 21545"/>
                <a:gd name="connsiteY4" fmla="*/ 8491 h 1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45" h="16982">
                  <a:moveTo>
                    <a:pt x="21545" y="8491"/>
                  </a:moveTo>
                  <a:cubicBezTo>
                    <a:pt x="21545" y="13180"/>
                    <a:pt x="16729" y="16983"/>
                    <a:pt x="10773" y="16983"/>
                  </a:cubicBezTo>
                  <a:cubicBezTo>
                    <a:pt x="4816" y="16983"/>
                    <a:pt x="0" y="13180"/>
                    <a:pt x="0" y="8491"/>
                  </a:cubicBezTo>
                  <a:cubicBezTo>
                    <a:pt x="0" y="3802"/>
                    <a:pt x="4816" y="0"/>
                    <a:pt x="10773" y="0"/>
                  </a:cubicBezTo>
                  <a:cubicBezTo>
                    <a:pt x="16729" y="0"/>
                    <a:pt x="21545" y="3802"/>
                    <a:pt x="21545" y="84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BEF32CA3-B804-EF7A-8C55-8FB8F887A05E}"/>
                </a:ext>
              </a:extLst>
            </p:cNvPr>
            <p:cNvSpPr/>
            <p:nvPr/>
          </p:nvSpPr>
          <p:spPr>
            <a:xfrm>
              <a:off x="8383585" y="1993587"/>
              <a:ext cx="21545" cy="16982"/>
            </a:xfrm>
            <a:custGeom>
              <a:avLst/>
              <a:gdLst>
                <a:gd name="connsiteX0" fmla="*/ 21545 w 21545"/>
                <a:gd name="connsiteY0" fmla="*/ 8491 h 16982"/>
                <a:gd name="connsiteX1" fmla="*/ 10772 w 21545"/>
                <a:gd name="connsiteY1" fmla="*/ 16983 h 16982"/>
                <a:gd name="connsiteX2" fmla="*/ 0 w 21545"/>
                <a:gd name="connsiteY2" fmla="*/ 8491 h 16982"/>
                <a:gd name="connsiteX3" fmla="*/ 10772 w 21545"/>
                <a:gd name="connsiteY3" fmla="*/ 0 h 16982"/>
                <a:gd name="connsiteX4" fmla="*/ 21545 w 21545"/>
                <a:gd name="connsiteY4" fmla="*/ 8491 h 1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45" h="16982">
                  <a:moveTo>
                    <a:pt x="21545" y="8491"/>
                  </a:moveTo>
                  <a:cubicBezTo>
                    <a:pt x="21545" y="13180"/>
                    <a:pt x="16729" y="16983"/>
                    <a:pt x="10772" y="16983"/>
                  </a:cubicBezTo>
                  <a:cubicBezTo>
                    <a:pt x="4816" y="16983"/>
                    <a:pt x="0" y="13180"/>
                    <a:pt x="0" y="8491"/>
                  </a:cubicBezTo>
                  <a:cubicBezTo>
                    <a:pt x="0" y="3802"/>
                    <a:pt x="4816" y="0"/>
                    <a:pt x="10772" y="0"/>
                  </a:cubicBezTo>
                  <a:cubicBezTo>
                    <a:pt x="16729" y="0"/>
                    <a:pt x="21545" y="3802"/>
                    <a:pt x="21545" y="84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55DA484A-7135-62CA-91C4-66CD9208F4D4}"/>
                </a:ext>
              </a:extLst>
            </p:cNvPr>
            <p:cNvSpPr/>
            <p:nvPr/>
          </p:nvSpPr>
          <p:spPr>
            <a:xfrm>
              <a:off x="8464696" y="2076092"/>
              <a:ext cx="20531" cy="16475"/>
            </a:xfrm>
            <a:custGeom>
              <a:avLst/>
              <a:gdLst>
                <a:gd name="connsiteX0" fmla="*/ 20531 w 20531"/>
                <a:gd name="connsiteY0" fmla="*/ 8238 h 16475"/>
                <a:gd name="connsiteX1" fmla="*/ 10266 w 20531"/>
                <a:gd name="connsiteY1" fmla="*/ 16476 h 16475"/>
                <a:gd name="connsiteX2" fmla="*/ 0 w 20531"/>
                <a:gd name="connsiteY2" fmla="*/ 8238 h 16475"/>
                <a:gd name="connsiteX3" fmla="*/ 10266 w 20531"/>
                <a:gd name="connsiteY3" fmla="*/ 0 h 16475"/>
                <a:gd name="connsiteX4" fmla="*/ 20531 w 20531"/>
                <a:gd name="connsiteY4" fmla="*/ 8238 h 16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31" h="16475">
                  <a:moveTo>
                    <a:pt x="20531" y="8238"/>
                  </a:moveTo>
                  <a:cubicBezTo>
                    <a:pt x="20531" y="12800"/>
                    <a:pt x="15968" y="16476"/>
                    <a:pt x="10266" y="16476"/>
                  </a:cubicBezTo>
                  <a:cubicBezTo>
                    <a:pt x="4562" y="16476"/>
                    <a:pt x="0" y="12800"/>
                    <a:pt x="0" y="8238"/>
                  </a:cubicBezTo>
                  <a:cubicBezTo>
                    <a:pt x="0" y="3675"/>
                    <a:pt x="4562" y="0"/>
                    <a:pt x="10266" y="0"/>
                  </a:cubicBezTo>
                  <a:cubicBezTo>
                    <a:pt x="15968" y="0"/>
                    <a:pt x="20531" y="3675"/>
                    <a:pt x="20531" y="823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97647D79-7DE7-51ED-C9A6-ED8B1CD3681E}"/>
                </a:ext>
              </a:extLst>
            </p:cNvPr>
            <p:cNvSpPr/>
            <p:nvPr/>
          </p:nvSpPr>
          <p:spPr>
            <a:xfrm>
              <a:off x="8540230" y="2161005"/>
              <a:ext cx="20531" cy="16475"/>
            </a:xfrm>
            <a:custGeom>
              <a:avLst/>
              <a:gdLst>
                <a:gd name="connsiteX0" fmla="*/ 20531 w 20531"/>
                <a:gd name="connsiteY0" fmla="*/ 8238 h 16475"/>
                <a:gd name="connsiteX1" fmla="*/ 10266 w 20531"/>
                <a:gd name="connsiteY1" fmla="*/ 16476 h 16475"/>
                <a:gd name="connsiteX2" fmla="*/ 0 w 20531"/>
                <a:gd name="connsiteY2" fmla="*/ 8238 h 16475"/>
                <a:gd name="connsiteX3" fmla="*/ 10266 w 20531"/>
                <a:gd name="connsiteY3" fmla="*/ 0 h 16475"/>
                <a:gd name="connsiteX4" fmla="*/ 20531 w 20531"/>
                <a:gd name="connsiteY4" fmla="*/ 8238 h 16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31" h="16475">
                  <a:moveTo>
                    <a:pt x="20531" y="8238"/>
                  </a:moveTo>
                  <a:cubicBezTo>
                    <a:pt x="20531" y="12800"/>
                    <a:pt x="15969" y="16476"/>
                    <a:pt x="10266" y="16476"/>
                  </a:cubicBezTo>
                  <a:cubicBezTo>
                    <a:pt x="4562" y="16476"/>
                    <a:pt x="0" y="12800"/>
                    <a:pt x="0" y="8238"/>
                  </a:cubicBezTo>
                  <a:cubicBezTo>
                    <a:pt x="0" y="3675"/>
                    <a:pt x="4562" y="0"/>
                    <a:pt x="10266" y="0"/>
                  </a:cubicBezTo>
                  <a:cubicBezTo>
                    <a:pt x="15969" y="0"/>
                    <a:pt x="20531" y="3675"/>
                    <a:pt x="20531" y="823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3160FC17-E06F-3B9A-2215-280B3B8FC23E}"/>
                </a:ext>
              </a:extLst>
            </p:cNvPr>
            <p:cNvSpPr/>
            <p:nvPr/>
          </p:nvSpPr>
          <p:spPr>
            <a:xfrm>
              <a:off x="8610949" y="2248579"/>
              <a:ext cx="20531" cy="16475"/>
            </a:xfrm>
            <a:custGeom>
              <a:avLst/>
              <a:gdLst>
                <a:gd name="connsiteX0" fmla="*/ 20531 w 20531"/>
                <a:gd name="connsiteY0" fmla="*/ 8238 h 16475"/>
                <a:gd name="connsiteX1" fmla="*/ 10266 w 20531"/>
                <a:gd name="connsiteY1" fmla="*/ 16476 h 16475"/>
                <a:gd name="connsiteX2" fmla="*/ 0 w 20531"/>
                <a:gd name="connsiteY2" fmla="*/ 8238 h 16475"/>
                <a:gd name="connsiteX3" fmla="*/ 10266 w 20531"/>
                <a:gd name="connsiteY3" fmla="*/ 0 h 16475"/>
                <a:gd name="connsiteX4" fmla="*/ 20531 w 20531"/>
                <a:gd name="connsiteY4" fmla="*/ 8238 h 16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31" h="16475">
                  <a:moveTo>
                    <a:pt x="20531" y="8238"/>
                  </a:moveTo>
                  <a:cubicBezTo>
                    <a:pt x="20531" y="12800"/>
                    <a:pt x="15969" y="16476"/>
                    <a:pt x="10266" y="16476"/>
                  </a:cubicBezTo>
                  <a:cubicBezTo>
                    <a:pt x="4562" y="16476"/>
                    <a:pt x="0" y="12800"/>
                    <a:pt x="0" y="8238"/>
                  </a:cubicBezTo>
                  <a:cubicBezTo>
                    <a:pt x="0" y="3675"/>
                    <a:pt x="4562" y="0"/>
                    <a:pt x="10266" y="0"/>
                  </a:cubicBezTo>
                  <a:cubicBezTo>
                    <a:pt x="15969" y="0"/>
                    <a:pt x="20531" y="3675"/>
                    <a:pt x="20531" y="823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7C2BD920-0811-91C5-C1C8-468C74B75881}"/>
                </a:ext>
              </a:extLst>
            </p:cNvPr>
            <p:cNvSpPr/>
            <p:nvPr/>
          </p:nvSpPr>
          <p:spPr>
            <a:xfrm>
              <a:off x="8676852" y="2339069"/>
              <a:ext cx="19770" cy="15715"/>
            </a:xfrm>
            <a:custGeom>
              <a:avLst/>
              <a:gdLst>
                <a:gd name="connsiteX0" fmla="*/ 19771 w 19770"/>
                <a:gd name="connsiteY0" fmla="*/ 7858 h 15715"/>
                <a:gd name="connsiteX1" fmla="*/ 9885 w 19770"/>
                <a:gd name="connsiteY1" fmla="*/ 15715 h 15715"/>
                <a:gd name="connsiteX2" fmla="*/ 0 w 19770"/>
                <a:gd name="connsiteY2" fmla="*/ 7858 h 15715"/>
                <a:gd name="connsiteX3" fmla="*/ 9885 w 19770"/>
                <a:gd name="connsiteY3" fmla="*/ 0 h 15715"/>
                <a:gd name="connsiteX4" fmla="*/ 19771 w 19770"/>
                <a:gd name="connsiteY4" fmla="*/ 7858 h 1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70" h="15715">
                  <a:moveTo>
                    <a:pt x="19771" y="7858"/>
                  </a:moveTo>
                  <a:cubicBezTo>
                    <a:pt x="19771" y="12167"/>
                    <a:pt x="15335" y="15715"/>
                    <a:pt x="9885" y="15715"/>
                  </a:cubicBezTo>
                  <a:cubicBezTo>
                    <a:pt x="4435" y="15715"/>
                    <a:pt x="0" y="12167"/>
                    <a:pt x="0" y="7858"/>
                  </a:cubicBezTo>
                  <a:cubicBezTo>
                    <a:pt x="0" y="3549"/>
                    <a:pt x="4435" y="0"/>
                    <a:pt x="9885" y="0"/>
                  </a:cubicBezTo>
                  <a:cubicBezTo>
                    <a:pt x="15335" y="0"/>
                    <a:pt x="19771" y="3549"/>
                    <a:pt x="19771" y="785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EE22CD60-0F14-0A51-100A-D6789B611642}"/>
                </a:ext>
              </a:extLst>
            </p:cNvPr>
            <p:cNvSpPr/>
            <p:nvPr/>
          </p:nvSpPr>
          <p:spPr>
            <a:xfrm>
              <a:off x="8737051" y="2431333"/>
              <a:ext cx="19770" cy="15715"/>
            </a:xfrm>
            <a:custGeom>
              <a:avLst/>
              <a:gdLst>
                <a:gd name="connsiteX0" fmla="*/ 19771 w 19770"/>
                <a:gd name="connsiteY0" fmla="*/ 7858 h 15715"/>
                <a:gd name="connsiteX1" fmla="*/ 9885 w 19770"/>
                <a:gd name="connsiteY1" fmla="*/ 15715 h 15715"/>
                <a:gd name="connsiteX2" fmla="*/ 0 w 19770"/>
                <a:gd name="connsiteY2" fmla="*/ 7858 h 15715"/>
                <a:gd name="connsiteX3" fmla="*/ 9885 w 19770"/>
                <a:gd name="connsiteY3" fmla="*/ 0 h 15715"/>
                <a:gd name="connsiteX4" fmla="*/ 19771 w 19770"/>
                <a:gd name="connsiteY4" fmla="*/ 7858 h 1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70" h="15715">
                  <a:moveTo>
                    <a:pt x="19771" y="7858"/>
                  </a:moveTo>
                  <a:cubicBezTo>
                    <a:pt x="19771" y="12167"/>
                    <a:pt x="15335" y="15715"/>
                    <a:pt x="9885" y="15715"/>
                  </a:cubicBezTo>
                  <a:cubicBezTo>
                    <a:pt x="4435" y="15715"/>
                    <a:pt x="0" y="12167"/>
                    <a:pt x="0" y="7858"/>
                  </a:cubicBezTo>
                  <a:cubicBezTo>
                    <a:pt x="0" y="3549"/>
                    <a:pt x="4435" y="0"/>
                    <a:pt x="9885" y="0"/>
                  </a:cubicBezTo>
                  <a:cubicBezTo>
                    <a:pt x="15335" y="0"/>
                    <a:pt x="19771" y="3549"/>
                    <a:pt x="19771" y="785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DF6890F2-54FE-C712-E8F0-AC32625C1326}"/>
                </a:ext>
              </a:extLst>
            </p:cNvPr>
            <p:cNvSpPr/>
            <p:nvPr/>
          </p:nvSpPr>
          <p:spPr>
            <a:xfrm>
              <a:off x="8792435" y="2526004"/>
              <a:ext cx="19010" cy="15208"/>
            </a:xfrm>
            <a:custGeom>
              <a:avLst/>
              <a:gdLst>
                <a:gd name="connsiteX0" fmla="*/ 19010 w 19010"/>
                <a:gd name="connsiteY0" fmla="*/ 7604 h 15208"/>
                <a:gd name="connsiteX1" fmla="*/ 9505 w 19010"/>
                <a:gd name="connsiteY1" fmla="*/ 15208 h 15208"/>
                <a:gd name="connsiteX2" fmla="*/ 0 w 19010"/>
                <a:gd name="connsiteY2" fmla="*/ 7604 h 15208"/>
                <a:gd name="connsiteX3" fmla="*/ 9505 w 19010"/>
                <a:gd name="connsiteY3" fmla="*/ 0 h 15208"/>
                <a:gd name="connsiteX4" fmla="*/ 19010 w 19010"/>
                <a:gd name="connsiteY4" fmla="*/ 7604 h 15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10" h="15208">
                  <a:moveTo>
                    <a:pt x="19010" y="7604"/>
                  </a:moveTo>
                  <a:cubicBezTo>
                    <a:pt x="19010" y="11786"/>
                    <a:pt x="14828" y="15208"/>
                    <a:pt x="9505" y="15208"/>
                  </a:cubicBezTo>
                  <a:cubicBezTo>
                    <a:pt x="4183" y="15208"/>
                    <a:pt x="0" y="11786"/>
                    <a:pt x="0" y="7604"/>
                  </a:cubicBezTo>
                  <a:cubicBezTo>
                    <a:pt x="0" y="3422"/>
                    <a:pt x="4309" y="0"/>
                    <a:pt x="9505" y="0"/>
                  </a:cubicBezTo>
                  <a:cubicBezTo>
                    <a:pt x="14701" y="0"/>
                    <a:pt x="19010" y="3422"/>
                    <a:pt x="19010" y="760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7F41BA27-9203-DC82-9C82-D298F472D712}"/>
                </a:ext>
              </a:extLst>
            </p:cNvPr>
            <p:cNvSpPr/>
            <p:nvPr/>
          </p:nvSpPr>
          <p:spPr>
            <a:xfrm>
              <a:off x="8841862" y="2622324"/>
              <a:ext cx="19010" cy="15208"/>
            </a:xfrm>
            <a:custGeom>
              <a:avLst/>
              <a:gdLst>
                <a:gd name="connsiteX0" fmla="*/ 19010 w 19010"/>
                <a:gd name="connsiteY0" fmla="*/ 7604 h 15208"/>
                <a:gd name="connsiteX1" fmla="*/ 9505 w 19010"/>
                <a:gd name="connsiteY1" fmla="*/ 15208 h 15208"/>
                <a:gd name="connsiteX2" fmla="*/ 0 w 19010"/>
                <a:gd name="connsiteY2" fmla="*/ 7604 h 15208"/>
                <a:gd name="connsiteX3" fmla="*/ 9505 w 19010"/>
                <a:gd name="connsiteY3" fmla="*/ 0 h 15208"/>
                <a:gd name="connsiteX4" fmla="*/ 19010 w 19010"/>
                <a:gd name="connsiteY4" fmla="*/ 7604 h 15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10" h="15208">
                  <a:moveTo>
                    <a:pt x="19010" y="7604"/>
                  </a:moveTo>
                  <a:cubicBezTo>
                    <a:pt x="19010" y="11786"/>
                    <a:pt x="14702" y="15208"/>
                    <a:pt x="9505" y="15208"/>
                  </a:cubicBezTo>
                  <a:cubicBezTo>
                    <a:pt x="4309" y="15208"/>
                    <a:pt x="0" y="11786"/>
                    <a:pt x="0" y="7604"/>
                  </a:cubicBezTo>
                  <a:cubicBezTo>
                    <a:pt x="0" y="3422"/>
                    <a:pt x="4309" y="0"/>
                    <a:pt x="9505" y="0"/>
                  </a:cubicBezTo>
                  <a:cubicBezTo>
                    <a:pt x="14702" y="0"/>
                    <a:pt x="19010" y="3422"/>
                    <a:pt x="19010" y="760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03B36CDD-7790-4509-C214-1EBADC9CD4EC}"/>
                </a:ext>
              </a:extLst>
            </p:cNvPr>
            <p:cNvSpPr/>
            <p:nvPr/>
          </p:nvSpPr>
          <p:spPr>
            <a:xfrm>
              <a:off x="8885839" y="2720291"/>
              <a:ext cx="19010" cy="15208"/>
            </a:xfrm>
            <a:custGeom>
              <a:avLst/>
              <a:gdLst>
                <a:gd name="connsiteX0" fmla="*/ 19010 w 19010"/>
                <a:gd name="connsiteY0" fmla="*/ 7604 h 15208"/>
                <a:gd name="connsiteX1" fmla="*/ 9505 w 19010"/>
                <a:gd name="connsiteY1" fmla="*/ 15208 h 15208"/>
                <a:gd name="connsiteX2" fmla="*/ 0 w 19010"/>
                <a:gd name="connsiteY2" fmla="*/ 7604 h 15208"/>
                <a:gd name="connsiteX3" fmla="*/ 9505 w 19010"/>
                <a:gd name="connsiteY3" fmla="*/ 0 h 15208"/>
                <a:gd name="connsiteX4" fmla="*/ 19010 w 19010"/>
                <a:gd name="connsiteY4" fmla="*/ 7604 h 15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10" h="15208">
                  <a:moveTo>
                    <a:pt x="19010" y="7604"/>
                  </a:moveTo>
                  <a:cubicBezTo>
                    <a:pt x="19010" y="11786"/>
                    <a:pt x="14701" y="15208"/>
                    <a:pt x="9505" y="15208"/>
                  </a:cubicBezTo>
                  <a:cubicBezTo>
                    <a:pt x="4309" y="15208"/>
                    <a:pt x="0" y="11786"/>
                    <a:pt x="0" y="7604"/>
                  </a:cubicBezTo>
                  <a:cubicBezTo>
                    <a:pt x="0" y="3422"/>
                    <a:pt x="4309" y="0"/>
                    <a:pt x="9505" y="0"/>
                  </a:cubicBezTo>
                  <a:cubicBezTo>
                    <a:pt x="14701" y="0"/>
                    <a:pt x="19010" y="3422"/>
                    <a:pt x="19010" y="760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D07E10DF-8B51-4486-49AB-57AF00DBD129}"/>
                </a:ext>
              </a:extLst>
            </p:cNvPr>
            <p:cNvSpPr/>
            <p:nvPr/>
          </p:nvSpPr>
          <p:spPr>
            <a:xfrm>
              <a:off x="8924367" y="2820159"/>
              <a:ext cx="18250" cy="14447"/>
            </a:xfrm>
            <a:custGeom>
              <a:avLst/>
              <a:gdLst>
                <a:gd name="connsiteX0" fmla="*/ 18250 w 18250"/>
                <a:gd name="connsiteY0" fmla="*/ 7224 h 14447"/>
                <a:gd name="connsiteX1" fmla="*/ 9125 w 18250"/>
                <a:gd name="connsiteY1" fmla="*/ 14448 h 14447"/>
                <a:gd name="connsiteX2" fmla="*/ 0 w 18250"/>
                <a:gd name="connsiteY2" fmla="*/ 7224 h 14447"/>
                <a:gd name="connsiteX3" fmla="*/ 9125 w 18250"/>
                <a:gd name="connsiteY3" fmla="*/ 0 h 14447"/>
                <a:gd name="connsiteX4" fmla="*/ 18250 w 18250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7">
                  <a:moveTo>
                    <a:pt x="18250" y="7224"/>
                  </a:moveTo>
                  <a:cubicBezTo>
                    <a:pt x="18250" y="11279"/>
                    <a:pt x="14194" y="14448"/>
                    <a:pt x="9125" y="14448"/>
                  </a:cubicBezTo>
                  <a:cubicBezTo>
                    <a:pt x="4056" y="14448"/>
                    <a:pt x="0" y="11279"/>
                    <a:pt x="0" y="7224"/>
                  </a:cubicBezTo>
                  <a:cubicBezTo>
                    <a:pt x="0" y="3168"/>
                    <a:pt x="4056" y="0"/>
                    <a:pt x="9125" y="0"/>
                  </a:cubicBezTo>
                  <a:cubicBezTo>
                    <a:pt x="14194" y="0"/>
                    <a:pt x="18250" y="3168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6E923BFE-BC72-111F-4511-86F114877714}"/>
                </a:ext>
              </a:extLst>
            </p:cNvPr>
            <p:cNvSpPr/>
            <p:nvPr/>
          </p:nvSpPr>
          <p:spPr>
            <a:xfrm>
              <a:off x="8957192" y="2921167"/>
              <a:ext cx="17742" cy="13941"/>
            </a:xfrm>
            <a:custGeom>
              <a:avLst/>
              <a:gdLst>
                <a:gd name="connsiteX0" fmla="*/ 17743 w 17742"/>
                <a:gd name="connsiteY0" fmla="*/ 6971 h 13941"/>
                <a:gd name="connsiteX1" fmla="*/ 8872 w 17742"/>
                <a:gd name="connsiteY1" fmla="*/ 13941 h 13941"/>
                <a:gd name="connsiteX2" fmla="*/ 0 w 17742"/>
                <a:gd name="connsiteY2" fmla="*/ 6971 h 13941"/>
                <a:gd name="connsiteX3" fmla="*/ 8872 w 17742"/>
                <a:gd name="connsiteY3" fmla="*/ 0 h 13941"/>
                <a:gd name="connsiteX4" fmla="*/ 17743 w 17742"/>
                <a:gd name="connsiteY4" fmla="*/ 6971 h 1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2" h="13941">
                  <a:moveTo>
                    <a:pt x="17743" y="6971"/>
                  </a:moveTo>
                  <a:cubicBezTo>
                    <a:pt x="17743" y="10773"/>
                    <a:pt x="13814" y="13941"/>
                    <a:pt x="8872" y="13941"/>
                  </a:cubicBezTo>
                  <a:cubicBezTo>
                    <a:pt x="3929" y="13941"/>
                    <a:pt x="0" y="10773"/>
                    <a:pt x="0" y="6971"/>
                  </a:cubicBezTo>
                  <a:cubicBezTo>
                    <a:pt x="0" y="3168"/>
                    <a:pt x="3929" y="0"/>
                    <a:pt x="8872" y="0"/>
                  </a:cubicBezTo>
                  <a:cubicBezTo>
                    <a:pt x="13814" y="0"/>
                    <a:pt x="17743" y="3168"/>
                    <a:pt x="17743" y="697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800B87BD-53FD-0016-7C02-51F3B61F162B}"/>
                </a:ext>
              </a:extLst>
            </p:cNvPr>
            <p:cNvSpPr/>
            <p:nvPr/>
          </p:nvSpPr>
          <p:spPr>
            <a:xfrm>
              <a:off x="8984187" y="3023189"/>
              <a:ext cx="16982" cy="13433"/>
            </a:xfrm>
            <a:custGeom>
              <a:avLst/>
              <a:gdLst>
                <a:gd name="connsiteX0" fmla="*/ 16982 w 16982"/>
                <a:gd name="connsiteY0" fmla="*/ 6717 h 13433"/>
                <a:gd name="connsiteX1" fmla="*/ 8491 w 16982"/>
                <a:gd name="connsiteY1" fmla="*/ 13434 h 13433"/>
                <a:gd name="connsiteX2" fmla="*/ 0 w 16982"/>
                <a:gd name="connsiteY2" fmla="*/ 6717 h 13433"/>
                <a:gd name="connsiteX3" fmla="*/ 8491 w 16982"/>
                <a:gd name="connsiteY3" fmla="*/ 0 h 13433"/>
                <a:gd name="connsiteX4" fmla="*/ 16982 w 16982"/>
                <a:gd name="connsiteY4" fmla="*/ 6717 h 13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82" h="13433">
                  <a:moveTo>
                    <a:pt x="16982" y="6717"/>
                  </a:moveTo>
                  <a:cubicBezTo>
                    <a:pt x="16982" y="10392"/>
                    <a:pt x="13180" y="13434"/>
                    <a:pt x="8491" y="13434"/>
                  </a:cubicBezTo>
                  <a:cubicBezTo>
                    <a:pt x="3802" y="13434"/>
                    <a:pt x="0" y="10392"/>
                    <a:pt x="0" y="6717"/>
                  </a:cubicBezTo>
                  <a:cubicBezTo>
                    <a:pt x="0" y="3042"/>
                    <a:pt x="3802" y="0"/>
                    <a:pt x="8491" y="0"/>
                  </a:cubicBezTo>
                  <a:cubicBezTo>
                    <a:pt x="13180" y="0"/>
                    <a:pt x="16982" y="3042"/>
                    <a:pt x="16982" y="671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2B9ABEE2-398C-EBDB-EF12-954216D2504D}"/>
                </a:ext>
              </a:extLst>
            </p:cNvPr>
            <p:cNvSpPr/>
            <p:nvPr/>
          </p:nvSpPr>
          <p:spPr>
            <a:xfrm>
              <a:off x="9005605" y="3126226"/>
              <a:ext cx="15968" cy="12673"/>
            </a:xfrm>
            <a:custGeom>
              <a:avLst/>
              <a:gdLst>
                <a:gd name="connsiteX0" fmla="*/ 15969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9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9" y="6337"/>
                  </a:moveTo>
                  <a:cubicBezTo>
                    <a:pt x="15969" y="9885"/>
                    <a:pt x="12420" y="12674"/>
                    <a:pt x="7984" y="12674"/>
                  </a:cubicBezTo>
                  <a:cubicBezTo>
                    <a:pt x="3548" y="12674"/>
                    <a:pt x="0" y="9885"/>
                    <a:pt x="0" y="6337"/>
                  </a:cubicBezTo>
                  <a:cubicBezTo>
                    <a:pt x="0" y="2788"/>
                    <a:pt x="3675" y="0"/>
                    <a:pt x="7984" y="0"/>
                  </a:cubicBezTo>
                  <a:cubicBezTo>
                    <a:pt x="12293" y="0"/>
                    <a:pt x="15969" y="2788"/>
                    <a:pt x="15969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0469A9C5-4F02-4339-D979-181844FD68D4}"/>
                </a:ext>
              </a:extLst>
            </p:cNvPr>
            <p:cNvSpPr/>
            <p:nvPr/>
          </p:nvSpPr>
          <p:spPr>
            <a:xfrm>
              <a:off x="9020687" y="3229642"/>
              <a:ext cx="15461" cy="12420"/>
            </a:xfrm>
            <a:custGeom>
              <a:avLst/>
              <a:gdLst>
                <a:gd name="connsiteX0" fmla="*/ 15461 w 15461"/>
                <a:gd name="connsiteY0" fmla="*/ 6210 h 12420"/>
                <a:gd name="connsiteX1" fmla="*/ 7731 w 15461"/>
                <a:gd name="connsiteY1" fmla="*/ 12420 h 12420"/>
                <a:gd name="connsiteX2" fmla="*/ 0 w 15461"/>
                <a:gd name="connsiteY2" fmla="*/ 6210 h 12420"/>
                <a:gd name="connsiteX3" fmla="*/ 7731 w 15461"/>
                <a:gd name="connsiteY3" fmla="*/ 0 h 12420"/>
                <a:gd name="connsiteX4" fmla="*/ 15461 w 15461"/>
                <a:gd name="connsiteY4" fmla="*/ 6210 h 12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61" h="12420">
                  <a:moveTo>
                    <a:pt x="15461" y="6210"/>
                  </a:moveTo>
                  <a:cubicBezTo>
                    <a:pt x="15461" y="9632"/>
                    <a:pt x="11913" y="12420"/>
                    <a:pt x="7731" y="12420"/>
                  </a:cubicBezTo>
                  <a:cubicBezTo>
                    <a:pt x="3548" y="12420"/>
                    <a:pt x="0" y="9632"/>
                    <a:pt x="0" y="6210"/>
                  </a:cubicBezTo>
                  <a:cubicBezTo>
                    <a:pt x="0" y="2788"/>
                    <a:pt x="3421" y="0"/>
                    <a:pt x="7731" y="0"/>
                  </a:cubicBezTo>
                  <a:cubicBezTo>
                    <a:pt x="12039" y="0"/>
                    <a:pt x="15461" y="2788"/>
                    <a:pt x="15461" y="621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9681C601-1841-BF67-F642-467944F3A8F3}"/>
                </a:ext>
              </a:extLst>
            </p:cNvPr>
            <p:cNvSpPr/>
            <p:nvPr/>
          </p:nvSpPr>
          <p:spPr>
            <a:xfrm>
              <a:off x="9030065" y="3333819"/>
              <a:ext cx="14701" cy="11659"/>
            </a:xfrm>
            <a:custGeom>
              <a:avLst/>
              <a:gdLst>
                <a:gd name="connsiteX0" fmla="*/ 14701 w 14701"/>
                <a:gd name="connsiteY0" fmla="*/ 5830 h 11659"/>
                <a:gd name="connsiteX1" fmla="*/ 7351 w 14701"/>
                <a:gd name="connsiteY1" fmla="*/ 11660 h 11659"/>
                <a:gd name="connsiteX2" fmla="*/ 0 w 14701"/>
                <a:gd name="connsiteY2" fmla="*/ 5830 h 11659"/>
                <a:gd name="connsiteX3" fmla="*/ 7351 w 14701"/>
                <a:gd name="connsiteY3" fmla="*/ 0 h 11659"/>
                <a:gd name="connsiteX4" fmla="*/ 14701 w 14701"/>
                <a:gd name="connsiteY4" fmla="*/ 5830 h 11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01" h="11659">
                  <a:moveTo>
                    <a:pt x="14701" y="5830"/>
                  </a:moveTo>
                  <a:cubicBezTo>
                    <a:pt x="14701" y="8999"/>
                    <a:pt x="11406" y="11660"/>
                    <a:pt x="7351" y="11660"/>
                  </a:cubicBezTo>
                  <a:cubicBezTo>
                    <a:pt x="3295" y="11660"/>
                    <a:pt x="0" y="8999"/>
                    <a:pt x="0" y="5830"/>
                  </a:cubicBezTo>
                  <a:cubicBezTo>
                    <a:pt x="0" y="2662"/>
                    <a:pt x="3295" y="0"/>
                    <a:pt x="7351" y="0"/>
                  </a:cubicBezTo>
                  <a:cubicBezTo>
                    <a:pt x="11406" y="0"/>
                    <a:pt x="14701" y="2662"/>
                    <a:pt x="14701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4" name="Freeform: Shape 1633">
              <a:extLst>
                <a:ext uri="{FF2B5EF4-FFF2-40B4-BE49-F238E27FC236}">
                  <a16:creationId xmlns:a16="http://schemas.microsoft.com/office/drawing/2014/main" id="{10CE00E0-05F5-09CA-D17B-3972FA7A0F43}"/>
                </a:ext>
              </a:extLst>
            </p:cNvPr>
            <p:cNvSpPr/>
            <p:nvPr/>
          </p:nvSpPr>
          <p:spPr>
            <a:xfrm>
              <a:off x="9158195" y="3437743"/>
              <a:ext cx="14701" cy="11659"/>
            </a:xfrm>
            <a:custGeom>
              <a:avLst/>
              <a:gdLst>
                <a:gd name="connsiteX0" fmla="*/ 14702 w 14701"/>
                <a:gd name="connsiteY0" fmla="*/ 5830 h 11659"/>
                <a:gd name="connsiteX1" fmla="*/ 7351 w 14701"/>
                <a:gd name="connsiteY1" fmla="*/ 11659 h 11659"/>
                <a:gd name="connsiteX2" fmla="*/ 0 w 14701"/>
                <a:gd name="connsiteY2" fmla="*/ 5830 h 11659"/>
                <a:gd name="connsiteX3" fmla="*/ 7351 w 14701"/>
                <a:gd name="connsiteY3" fmla="*/ 0 h 11659"/>
                <a:gd name="connsiteX4" fmla="*/ 14702 w 14701"/>
                <a:gd name="connsiteY4" fmla="*/ 5830 h 11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01" h="11659">
                  <a:moveTo>
                    <a:pt x="14702" y="5830"/>
                  </a:moveTo>
                  <a:cubicBezTo>
                    <a:pt x="14702" y="8998"/>
                    <a:pt x="11407" y="11659"/>
                    <a:pt x="7351" y="11659"/>
                  </a:cubicBezTo>
                  <a:cubicBezTo>
                    <a:pt x="3295" y="11659"/>
                    <a:pt x="0" y="8998"/>
                    <a:pt x="0" y="5830"/>
                  </a:cubicBezTo>
                  <a:cubicBezTo>
                    <a:pt x="0" y="2661"/>
                    <a:pt x="3295" y="0"/>
                    <a:pt x="7351" y="0"/>
                  </a:cubicBezTo>
                  <a:cubicBezTo>
                    <a:pt x="11407" y="0"/>
                    <a:pt x="14702" y="2535"/>
                    <a:pt x="14702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5" name="Freeform: Shape 1634">
              <a:extLst>
                <a:ext uri="{FF2B5EF4-FFF2-40B4-BE49-F238E27FC236}">
                  <a16:creationId xmlns:a16="http://schemas.microsoft.com/office/drawing/2014/main" id="{61CF0280-88E2-53BF-68FA-C7BC89CF54F7}"/>
                </a:ext>
              </a:extLst>
            </p:cNvPr>
            <p:cNvSpPr/>
            <p:nvPr/>
          </p:nvSpPr>
          <p:spPr>
            <a:xfrm>
              <a:off x="9155660" y="3542047"/>
              <a:ext cx="13941" cy="11152"/>
            </a:xfrm>
            <a:custGeom>
              <a:avLst/>
              <a:gdLst>
                <a:gd name="connsiteX0" fmla="*/ 13941 w 13941"/>
                <a:gd name="connsiteY0" fmla="*/ 5576 h 11152"/>
                <a:gd name="connsiteX1" fmla="*/ 6970 w 13941"/>
                <a:gd name="connsiteY1" fmla="*/ 11152 h 11152"/>
                <a:gd name="connsiteX2" fmla="*/ 0 w 13941"/>
                <a:gd name="connsiteY2" fmla="*/ 5576 h 11152"/>
                <a:gd name="connsiteX3" fmla="*/ 6970 w 13941"/>
                <a:gd name="connsiteY3" fmla="*/ 0 h 11152"/>
                <a:gd name="connsiteX4" fmla="*/ 13941 w 13941"/>
                <a:gd name="connsiteY4" fmla="*/ 5576 h 11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1" h="11152">
                  <a:moveTo>
                    <a:pt x="13941" y="5576"/>
                  </a:moveTo>
                  <a:cubicBezTo>
                    <a:pt x="13941" y="8618"/>
                    <a:pt x="10773" y="11152"/>
                    <a:pt x="6970" y="11152"/>
                  </a:cubicBezTo>
                  <a:cubicBezTo>
                    <a:pt x="3168" y="11152"/>
                    <a:pt x="0" y="8618"/>
                    <a:pt x="0" y="5576"/>
                  </a:cubicBezTo>
                  <a:cubicBezTo>
                    <a:pt x="0" y="2534"/>
                    <a:pt x="3168" y="0"/>
                    <a:pt x="6970" y="0"/>
                  </a:cubicBezTo>
                  <a:cubicBezTo>
                    <a:pt x="10773" y="0"/>
                    <a:pt x="13941" y="2534"/>
                    <a:pt x="13941" y="55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6" name="Freeform: Shape 1635">
              <a:extLst>
                <a:ext uri="{FF2B5EF4-FFF2-40B4-BE49-F238E27FC236}">
                  <a16:creationId xmlns:a16="http://schemas.microsoft.com/office/drawing/2014/main" id="{FDB3D9AF-5A30-CED7-4DF9-CE16325458BD}"/>
                </a:ext>
              </a:extLst>
            </p:cNvPr>
            <p:cNvSpPr/>
            <p:nvPr/>
          </p:nvSpPr>
          <p:spPr>
            <a:xfrm>
              <a:off x="9147423" y="3645970"/>
              <a:ext cx="13433" cy="10645"/>
            </a:xfrm>
            <a:custGeom>
              <a:avLst/>
              <a:gdLst>
                <a:gd name="connsiteX0" fmla="*/ 13434 w 13433"/>
                <a:gd name="connsiteY0" fmla="*/ 5323 h 10645"/>
                <a:gd name="connsiteX1" fmla="*/ 6717 w 13433"/>
                <a:gd name="connsiteY1" fmla="*/ 10646 h 10645"/>
                <a:gd name="connsiteX2" fmla="*/ 0 w 13433"/>
                <a:gd name="connsiteY2" fmla="*/ 5323 h 10645"/>
                <a:gd name="connsiteX3" fmla="*/ 6717 w 13433"/>
                <a:gd name="connsiteY3" fmla="*/ 0 h 10645"/>
                <a:gd name="connsiteX4" fmla="*/ 13434 w 13433"/>
                <a:gd name="connsiteY4" fmla="*/ 5323 h 1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33" h="10645">
                  <a:moveTo>
                    <a:pt x="13434" y="5323"/>
                  </a:moveTo>
                  <a:cubicBezTo>
                    <a:pt x="13434" y="8238"/>
                    <a:pt x="10392" y="10646"/>
                    <a:pt x="6717" y="10646"/>
                  </a:cubicBezTo>
                  <a:cubicBezTo>
                    <a:pt x="3042" y="10646"/>
                    <a:pt x="0" y="8238"/>
                    <a:pt x="0" y="5323"/>
                  </a:cubicBezTo>
                  <a:cubicBezTo>
                    <a:pt x="0" y="2408"/>
                    <a:pt x="3042" y="0"/>
                    <a:pt x="6717" y="0"/>
                  </a:cubicBezTo>
                  <a:cubicBezTo>
                    <a:pt x="10392" y="0"/>
                    <a:pt x="13434" y="2408"/>
                    <a:pt x="13434" y="532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7" name="Freeform: Shape 1636">
              <a:extLst>
                <a:ext uri="{FF2B5EF4-FFF2-40B4-BE49-F238E27FC236}">
                  <a16:creationId xmlns:a16="http://schemas.microsoft.com/office/drawing/2014/main" id="{31053069-794F-8A30-8752-9034D03F5DCD}"/>
                </a:ext>
              </a:extLst>
            </p:cNvPr>
            <p:cNvSpPr/>
            <p:nvPr/>
          </p:nvSpPr>
          <p:spPr>
            <a:xfrm>
              <a:off x="9133608" y="3749767"/>
              <a:ext cx="12546" cy="10012"/>
            </a:xfrm>
            <a:custGeom>
              <a:avLst/>
              <a:gdLst>
                <a:gd name="connsiteX0" fmla="*/ 12547 w 12546"/>
                <a:gd name="connsiteY0" fmla="*/ 4943 h 10012"/>
                <a:gd name="connsiteX1" fmla="*/ 6210 w 12546"/>
                <a:gd name="connsiteY1" fmla="*/ 10012 h 10012"/>
                <a:gd name="connsiteX2" fmla="*/ 0 w 12546"/>
                <a:gd name="connsiteY2" fmla="*/ 4943 h 10012"/>
                <a:gd name="connsiteX3" fmla="*/ 6210 w 12546"/>
                <a:gd name="connsiteY3" fmla="*/ 0 h 10012"/>
                <a:gd name="connsiteX4" fmla="*/ 12547 w 12546"/>
                <a:gd name="connsiteY4" fmla="*/ 4943 h 1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46" h="10012">
                  <a:moveTo>
                    <a:pt x="12547" y="4943"/>
                  </a:moveTo>
                  <a:lnTo>
                    <a:pt x="6210" y="10012"/>
                  </a:lnTo>
                  <a:lnTo>
                    <a:pt x="0" y="4943"/>
                  </a:lnTo>
                  <a:lnTo>
                    <a:pt x="6210" y="0"/>
                  </a:lnTo>
                  <a:lnTo>
                    <a:pt x="12547" y="494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8" name="Freeform: Shape 1637">
              <a:extLst>
                <a:ext uri="{FF2B5EF4-FFF2-40B4-BE49-F238E27FC236}">
                  <a16:creationId xmlns:a16="http://schemas.microsoft.com/office/drawing/2014/main" id="{BBBF3E69-5BB3-7133-8987-CD3F872F7E54}"/>
                </a:ext>
              </a:extLst>
            </p:cNvPr>
            <p:cNvSpPr/>
            <p:nvPr/>
          </p:nvSpPr>
          <p:spPr>
            <a:xfrm>
              <a:off x="9113837" y="3852676"/>
              <a:ext cx="12040" cy="9505"/>
            </a:xfrm>
            <a:custGeom>
              <a:avLst/>
              <a:gdLst>
                <a:gd name="connsiteX0" fmla="*/ 12040 w 12040"/>
                <a:gd name="connsiteY0" fmla="*/ 4816 h 9505"/>
                <a:gd name="connsiteX1" fmla="*/ 6083 w 12040"/>
                <a:gd name="connsiteY1" fmla="*/ 9505 h 9505"/>
                <a:gd name="connsiteX2" fmla="*/ 0 w 12040"/>
                <a:gd name="connsiteY2" fmla="*/ 4816 h 9505"/>
                <a:gd name="connsiteX3" fmla="*/ 6083 w 12040"/>
                <a:gd name="connsiteY3" fmla="*/ 0 h 9505"/>
                <a:gd name="connsiteX4" fmla="*/ 12040 w 12040"/>
                <a:gd name="connsiteY4" fmla="*/ 4816 h 9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40" h="9505">
                  <a:moveTo>
                    <a:pt x="12040" y="4816"/>
                  </a:moveTo>
                  <a:lnTo>
                    <a:pt x="6083" y="9505"/>
                  </a:lnTo>
                  <a:lnTo>
                    <a:pt x="0" y="4816"/>
                  </a:lnTo>
                  <a:lnTo>
                    <a:pt x="6083" y="0"/>
                  </a:lnTo>
                  <a:lnTo>
                    <a:pt x="12040" y="481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9" name="Freeform: Shape 1638">
              <a:extLst>
                <a:ext uri="{FF2B5EF4-FFF2-40B4-BE49-F238E27FC236}">
                  <a16:creationId xmlns:a16="http://schemas.microsoft.com/office/drawing/2014/main" id="{B69EFB43-DE7C-A26D-726D-EB3B4E62D53C}"/>
                </a:ext>
              </a:extLst>
            </p:cNvPr>
            <p:cNvSpPr/>
            <p:nvPr/>
          </p:nvSpPr>
          <p:spPr>
            <a:xfrm>
              <a:off x="9088997" y="3955332"/>
              <a:ext cx="10646" cy="8364"/>
            </a:xfrm>
            <a:custGeom>
              <a:avLst/>
              <a:gdLst>
                <a:gd name="connsiteX0" fmla="*/ 10646 w 10646"/>
                <a:gd name="connsiteY0" fmla="*/ 4182 h 8364"/>
                <a:gd name="connsiteX1" fmla="*/ 5323 w 10646"/>
                <a:gd name="connsiteY1" fmla="*/ 8365 h 8364"/>
                <a:gd name="connsiteX2" fmla="*/ 0 w 10646"/>
                <a:gd name="connsiteY2" fmla="*/ 4182 h 8364"/>
                <a:gd name="connsiteX3" fmla="*/ 5323 w 10646"/>
                <a:gd name="connsiteY3" fmla="*/ 0 h 8364"/>
                <a:gd name="connsiteX4" fmla="*/ 10646 w 10646"/>
                <a:gd name="connsiteY4" fmla="*/ 4182 h 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46" h="8364">
                  <a:moveTo>
                    <a:pt x="10646" y="4182"/>
                  </a:moveTo>
                  <a:lnTo>
                    <a:pt x="5323" y="8365"/>
                  </a:lnTo>
                  <a:lnTo>
                    <a:pt x="0" y="4182"/>
                  </a:lnTo>
                  <a:lnTo>
                    <a:pt x="5323" y="0"/>
                  </a:lnTo>
                  <a:lnTo>
                    <a:pt x="10646" y="41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0" name="Freeform: Shape 1639">
              <a:extLst>
                <a:ext uri="{FF2B5EF4-FFF2-40B4-BE49-F238E27FC236}">
                  <a16:creationId xmlns:a16="http://schemas.microsoft.com/office/drawing/2014/main" id="{63ED56C4-A156-488C-379E-2D27265F3684}"/>
                </a:ext>
              </a:extLst>
            </p:cNvPr>
            <p:cNvSpPr/>
            <p:nvPr/>
          </p:nvSpPr>
          <p:spPr>
            <a:xfrm>
              <a:off x="9058327" y="4056594"/>
              <a:ext cx="9758" cy="7731"/>
            </a:xfrm>
            <a:custGeom>
              <a:avLst/>
              <a:gdLst>
                <a:gd name="connsiteX0" fmla="*/ 9759 w 9758"/>
                <a:gd name="connsiteY0" fmla="*/ 3929 h 7731"/>
                <a:gd name="connsiteX1" fmla="*/ 4816 w 9758"/>
                <a:gd name="connsiteY1" fmla="*/ 7731 h 7731"/>
                <a:gd name="connsiteX2" fmla="*/ 0 w 9758"/>
                <a:gd name="connsiteY2" fmla="*/ 3929 h 7731"/>
                <a:gd name="connsiteX3" fmla="*/ 4816 w 9758"/>
                <a:gd name="connsiteY3" fmla="*/ 0 h 7731"/>
                <a:gd name="connsiteX4" fmla="*/ 9759 w 9758"/>
                <a:gd name="connsiteY4" fmla="*/ 3929 h 7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58" h="7731">
                  <a:moveTo>
                    <a:pt x="9759" y="3929"/>
                  </a:moveTo>
                  <a:lnTo>
                    <a:pt x="4816" y="7731"/>
                  </a:lnTo>
                  <a:lnTo>
                    <a:pt x="0" y="3929"/>
                  </a:lnTo>
                  <a:lnTo>
                    <a:pt x="4816" y="0"/>
                  </a:lnTo>
                  <a:lnTo>
                    <a:pt x="9759" y="392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1" name="Freeform: Shape 1640">
              <a:extLst>
                <a:ext uri="{FF2B5EF4-FFF2-40B4-BE49-F238E27FC236}">
                  <a16:creationId xmlns:a16="http://schemas.microsoft.com/office/drawing/2014/main" id="{04E73FC6-B44C-B9BE-BDE9-DE09DFFC3246}"/>
                </a:ext>
              </a:extLst>
            </p:cNvPr>
            <p:cNvSpPr/>
            <p:nvPr/>
          </p:nvSpPr>
          <p:spPr>
            <a:xfrm>
              <a:off x="9021827" y="4156716"/>
              <a:ext cx="9252" cy="7223"/>
            </a:xfrm>
            <a:custGeom>
              <a:avLst/>
              <a:gdLst>
                <a:gd name="connsiteX0" fmla="*/ 9252 w 9252"/>
                <a:gd name="connsiteY0" fmla="*/ 3549 h 7223"/>
                <a:gd name="connsiteX1" fmla="*/ 4689 w 9252"/>
                <a:gd name="connsiteY1" fmla="*/ 7224 h 7223"/>
                <a:gd name="connsiteX2" fmla="*/ 0 w 9252"/>
                <a:gd name="connsiteY2" fmla="*/ 3549 h 7223"/>
                <a:gd name="connsiteX3" fmla="*/ 4689 w 9252"/>
                <a:gd name="connsiteY3" fmla="*/ 0 h 7223"/>
                <a:gd name="connsiteX4" fmla="*/ 9252 w 9252"/>
                <a:gd name="connsiteY4" fmla="*/ 3549 h 7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52" h="7223">
                  <a:moveTo>
                    <a:pt x="9252" y="3549"/>
                  </a:moveTo>
                  <a:lnTo>
                    <a:pt x="4689" y="7224"/>
                  </a:lnTo>
                  <a:lnTo>
                    <a:pt x="0" y="3549"/>
                  </a:lnTo>
                  <a:lnTo>
                    <a:pt x="4689" y="0"/>
                  </a:lnTo>
                  <a:lnTo>
                    <a:pt x="9252" y="354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2" name="Freeform: Shape 1641">
              <a:extLst>
                <a:ext uri="{FF2B5EF4-FFF2-40B4-BE49-F238E27FC236}">
                  <a16:creationId xmlns:a16="http://schemas.microsoft.com/office/drawing/2014/main" id="{9F2A1BBF-6B09-F480-A3F6-449BDA76D43D}"/>
                </a:ext>
              </a:extLst>
            </p:cNvPr>
            <p:cNvSpPr/>
            <p:nvPr/>
          </p:nvSpPr>
          <p:spPr>
            <a:xfrm>
              <a:off x="8980131" y="4255443"/>
              <a:ext cx="8364" cy="6716"/>
            </a:xfrm>
            <a:custGeom>
              <a:avLst/>
              <a:gdLst>
                <a:gd name="connsiteX0" fmla="*/ 8364 w 8364"/>
                <a:gd name="connsiteY0" fmla="*/ 3295 h 6716"/>
                <a:gd name="connsiteX1" fmla="*/ 4183 w 8364"/>
                <a:gd name="connsiteY1" fmla="*/ 6717 h 6716"/>
                <a:gd name="connsiteX2" fmla="*/ 0 w 8364"/>
                <a:gd name="connsiteY2" fmla="*/ 3295 h 6716"/>
                <a:gd name="connsiteX3" fmla="*/ 4183 w 8364"/>
                <a:gd name="connsiteY3" fmla="*/ 0 h 6716"/>
                <a:gd name="connsiteX4" fmla="*/ 8364 w 8364"/>
                <a:gd name="connsiteY4" fmla="*/ 3295 h 6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64" h="6716">
                  <a:moveTo>
                    <a:pt x="8364" y="3295"/>
                  </a:moveTo>
                  <a:lnTo>
                    <a:pt x="4183" y="6717"/>
                  </a:lnTo>
                  <a:lnTo>
                    <a:pt x="0" y="3295"/>
                  </a:lnTo>
                  <a:lnTo>
                    <a:pt x="4183" y="0"/>
                  </a:lnTo>
                  <a:lnTo>
                    <a:pt x="8364" y="32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3" name="Freeform: Shape 1642">
              <a:extLst>
                <a:ext uri="{FF2B5EF4-FFF2-40B4-BE49-F238E27FC236}">
                  <a16:creationId xmlns:a16="http://schemas.microsoft.com/office/drawing/2014/main" id="{28A6A7F4-CA40-FBCD-969F-BB2C4C2D3759}"/>
                </a:ext>
              </a:extLst>
            </p:cNvPr>
            <p:cNvSpPr/>
            <p:nvPr/>
          </p:nvSpPr>
          <p:spPr>
            <a:xfrm>
              <a:off x="8933239" y="4352777"/>
              <a:ext cx="7224" cy="5829"/>
            </a:xfrm>
            <a:custGeom>
              <a:avLst/>
              <a:gdLst>
                <a:gd name="connsiteX0" fmla="*/ 7224 w 7224"/>
                <a:gd name="connsiteY0" fmla="*/ 2915 h 5829"/>
                <a:gd name="connsiteX1" fmla="*/ 3549 w 7224"/>
                <a:gd name="connsiteY1" fmla="*/ 5830 h 5829"/>
                <a:gd name="connsiteX2" fmla="*/ 0 w 7224"/>
                <a:gd name="connsiteY2" fmla="*/ 2915 h 5829"/>
                <a:gd name="connsiteX3" fmla="*/ 3549 w 7224"/>
                <a:gd name="connsiteY3" fmla="*/ 0 h 5829"/>
                <a:gd name="connsiteX4" fmla="*/ 7224 w 7224"/>
                <a:gd name="connsiteY4" fmla="*/ 2915 h 5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24" h="5829">
                  <a:moveTo>
                    <a:pt x="7224" y="2915"/>
                  </a:moveTo>
                  <a:lnTo>
                    <a:pt x="3549" y="5830"/>
                  </a:lnTo>
                  <a:lnTo>
                    <a:pt x="0" y="2915"/>
                  </a:lnTo>
                  <a:lnTo>
                    <a:pt x="3549" y="0"/>
                  </a:lnTo>
                  <a:lnTo>
                    <a:pt x="7224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4" name="Freeform: Shape 1643">
              <a:extLst>
                <a:ext uri="{FF2B5EF4-FFF2-40B4-BE49-F238E27FC236}">
                  <a16:creationId xmlns:a16="http://schemas.microsoft.com/office/drawing/2014/main" id="{BD287DCB-C21A-55F6-4A1C-A80D2B43BC1E}"/>
                </a:ext>
              </a:extLst>
            </p:cNvPr>
            <p:cNvSpPr/>
            <p:nvPr/>
          </p:nvSpPr>
          <p:spPr>
            <a:xfrm>
              <a:off x="8880770" y="4448335"/>
              <a:ext cx="6463" cy="5196"/>
            </a:xfrm>
            <a:custGeom>
              <a:avLst/>
              <a:gdLst>
                <a:gd name="connsiteX0" fmla="*/ 6464 w 6463"/>
                <a:gd name="connsiteY0" fmla="*/ 2535 h 5196"/>
                <a:gd name="connsiteX1" fmla="*/ 3295 w 6463"/>
                <a:gd name="connsiteY1" fmla="*/ 5196 h 5196"/>
                <a:gd name="connsiteX2" fmla="*/ 0 w 6463"/>
                <a:gd name="connsiteY2" fmla="*/ 2535 h 5196"/>
                <a:gd name="connsiteX3" fmla="*/ 3295 w 6463"/>
                <a:gd name="connsiteY3" fmla="*/ 0 h 5196"/>
                <a:gd name="connsiteX4" fmla="*/ 6464 w 6463"/>
                <a:gd name="connsiteY4" fmla="*/ 2535 h 5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196">
                  <a:moveTo>
                    <a:pt x="6464" y="2535"/>
                  </a:moveTo>
                  <a:lnTo>
                    <a:pt x="3295" y="5196"/>
                  </a:lnTo>
                  <a:lnTo>
                    <a:pt x="0" y="2535"/>
                  </a:lnTo>
                  <a:lnTo>
                    <a:pt x="3295" y="0"/>
                  </a:lnTo>
                  <a:lnTo>
                    <a:pt x="6464" y="253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5" name="Freeform: Shape 1644">
              <a:extLst>
                <a:ext uri="{FF2B5EF4-FFF2-40B4-BE49-F238E27FC236}">
                  <a16:creationId xmlns:a16="http://schemas.microsoft.com/office/drawing/2014/main" id="{93EE0BB8-68AF-351E-5DC8-8DAFD6B5F3FE}"/>
                </a:ext>
              </a:extLst>
            </p:cNvPr>
            <p:cNvSpPr/>
            <p:nvPr/>
          </p:nvSpPr>
          <p:spPr>
            <a:xfrm>
              <a:off x="8823359" y="4541993"/>
              <a:ext cx="5322" cy="4308"/>
            </a:xfrm>
            <a:custGeom>
              <a:avLst/>
              <a:gdLst>
                <a:gd name="connsiteX0" fmla="*/ 5323 w 5322"/>
                <a:gd name="connsiteY0" fmla="*/ 2154 h 4308"/>
                <a:gd name="connsiteX1" fmla="*/ 2661 w 5322"/>
                <a:gd name="connsiteY1" fmla="*/ 4309 h 4308"/>
                <a:gd name="connsiteX2" fmla="*/ 0 w 5322"/>
                <a:gd name="connsiteY2" fmla="*/ 2154 h 4308"/>
                <a:gd name="connsiteX3" fmla="*/ 2661 w 5322"/>
                <a:gd name="connsiteY3" fmla="*/ 0 h 4308"/>
                <a:gd name="connsiteX4" fmla="*/ 5323 w 5322"/>
                <a:gd name="connsiteY4" fmla="*/ 2154 h 4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22" h="4308">
                  <a:moveTo>
                    <a:pt x="5323" y="2154"/>
                  </a:moveTo>
                  <a:lnTo>
                    <a:pt x="2661" y="4309"/>
                  </a:lnTo>
                  <a:lnTo>
                    <a:pt x="0" y="2154"/>
                  </a:lnTo>
                  <a:lnTo>
                    <a:pt x="2661" y="0"/>
                  </a:lnTo>
                  <a:lnTo>
                    <a:pt x="5323" y="21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6" name="Freeform: Shape 1645">
              <a:extLst>
                <a:ext uri="{FF2B5EF4-FFF2-40B4-BE49-F238E27FC236}">
                  <a16:creationId xmlns:a16="http://schemas.microsoft.com/office/drawing/2014/main" id="{FC323B61-DDA8-DB8A-E4F0-5B78D3960100}"/>
                </a:ext>
              </a:extLst>
            </p:cNvPr>
            <p:cNvSpPr/>
            <p:nvPr/>
          </p:nvSpPr>
          <p:spPr>
            <a:xfrm>
              <a:off x="8760624" y="4633497"/>
              <a:ext cx="4689" cy="3675"/>
            </a:xfrm>
            <a:custGeom>
              <a:avLst/>
              <a:gdLst>
                <a:gd name="connsiteX0" fmla="*/ 4689 w 4689"/>
                <a:gd name="connsiteY0" fmla="*/ 1774 h 3675"/>
                <a:gd name="connsiteX1" fmla="*/ 2281 w 4689"/>
                <a:gd name="connsiteY1" fmla="*/ 3675 h 3675"/>
                <a:gd name="connsiteX2" fmla="*/ 0 w 4689"/>
                <a:gd name="connsiteY2" fmla="*/ 1774 h 3675"/>
                <a:gd name="connsiteX3" fmla="*/ 2281 w 4689"/>
                <a:gd name="connsiteY3" fmla="*/ 0 h 3675"/>
                <a:gd name="connsiteX4" fmla="*/ 4689 w 4689"/>
                <a:gd name="connsiteY4" fmla="*/ 1774 h 3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89" h="3675">
                  <a:moveTo>
                    <a:pt x="4689" y="1774"/>
                  </a:moveTo>
                  <a:lnTo>
                    <a:pt x="2281" y="3675"/>
                  </a:lnTo>
                  <a:lnTo>
                    <a:pt x="0" y="1774"/>
                  </a:lnTo>
                  <a:lnTo>
                    <a:pt x="2281" y="0"/>
                  </a:lnTo>
                  <a:lnTo>
                    <a:pt x="4689" y="177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7" name="Freeform: Shape 1646">
              <a:extLst>
                <a:ext uri="{FF2B5EF4-FFF2-40B4-BE49-F238E27FC236}">
                  <a16:creationId xmlns:a16="http://schemas.microsoft.com/office/drawing/2014/main" id="{FDB98DBA-40FE-1782-22DE-03F2768EA6B6}"/>
                </a:ext>
              </a:extLst>
            </p:cNvPr>
            <p:cNvSpPr/>
            <p:nvPr/>
          </p:nvSpPr>
          <p:spPr>
            <a:xfrm>
              <a:off x="8693201" y="4722845"/>
              <a:ext cx="3548" cy="2788"/>
            </a:xfrm>
            <a:custGeom>
              <a:avLst/>
              <a:gdLst>
                <a:gd name="connsiteX0" fmla="*/ 3549 w 3548"/>
                <a:gd name="connsiteY0" fmla="*/ 1394 h 2788"/>
                <a:gd name="connsiteX1" fmla="*/ 1774 w 3548"/>
                <a:gd name="connsiteY1" fmla="*/ 2788 h 2788"/>
                <a:gd name="connsiteX2" fmla="*/ 0 w 3548"/>
                <a:gd name="connsiteY2" fmla="*/ 1394 h 2788"/>
                <a:gd name="connsiteX3" fmla="*/ 1774 w 3548"/>
                <a:gd name="connsiteY3" fmla="*/ 0 h 2788"/>
                <a:gd name="connsiteX4" fmla="*/ 3549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9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9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8" name="Freeform: Shape 1647">
              <a:extLst>
                <a:ext uri="{FF2B5EF4-FFF2-40B4-BE49-F238E27FC236}">
                  <a16:creationId xmlns:a16="http://schemas.microsoft.com/office/drawing/2014/main" id="{E25B1685-9AD7-46C3-447D-7ABB0AEB26A2}"/>
                </a:ext>
              </a:extLst>
            </p:cNvPr>
            <p:cNvSpPr/>
            <p:nvPr/>
          </p:nvSpPr>
          <p:spPr>
            <a:xfrm>
              <a:off x="8620327" y="4809279"/>
              <a:ext cx="3548" cy="2788"/>
            </a:xfrm>
            <a:custGeom>
              <a:avLst/>
              <a:gdLst>
                <a:gd name="connsiteX0" fmla="*/ 3549 w 3548"/>
                <a:gd name="connsiteY0" fmla="*/ 1394 h 2788"/>
                <a:gd name="connsiteX1" fmla="*/ 1774 w 3548"/>
                <a:gd name="connsiteY1" fmla="*/ 2788 h 2788"/>
                <a:gd name="connsiteX2" fmla="*/ 0 w 3548"/>
                <a:gd name="connsiteY2" fmla="*/ 1394 h 2788"/>
                <a:gd name="connsiteX3" fmla="*/ 1774 w 3548"/>
                <a:gd name="connsiteY3" fmla="*/ 0 h 2788"/>
                <a:gd name="connsiteX4" fmla="*/ 3549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9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9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9" name="Freeform: Shape 1648">
              <a:extLst>
                <a:ext uri="{FF2B5EF4-FFF2-40B4-BE49-F238E27FC236}">
                  <a16:creationId xmlns:a16="http://schemas.microsoft.com/office/drawing/2014/main" id="{9305D29A-E7D0-1735-C21F-63333BA43DC0}"/>
                </a:ext>
              </a:extLst>
            </p:cNvPr>
            <p:cNvSpPr/>
            <p:nvPr/>
          </p:nvSpPr>
          <p:spPr>
            <a:xfrm>
              <a:off x="8543399" y="4893685"/>
              <a:ext cx="2408" cy="1774"/>
            </a:xfrm>
            <a:custGeom>
              <a:avLst/>
              <a:gdLst>
                <a:gd name="connsiteX0" fmla="*/ 2408 w 2408"/>
                <a:gd name="connsiteY0" fmla="*/ 887 h 1774"/>
                <a:gd name="connsiteX1" fmla="*/ 1268 w 2408"/>
                <a:gd name="connsiteY1" fmla="*/ 1774 h 1774"/>
                <a:gd name="connsiteX2" fmla="*/ 0 w 2408"/>
                <a:gd name="connsiteY2" fmla="*/ 887 h 1774"/>
                <a:gd name="connsiteX3" fmla="*/ 1268 w 2408"/>
                <a:gd name="connsiteY3" fmla="*/ 0 h 1774"/>
                <a:gd name="connsiteX4" fmla="*/ 2408 w 2408"/>
                <a:gd name="connsiteY4" fmla="*/ 887 h 1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8" h="1774">
                  <a:moveTo>
                    <a:pt x="2408" y="887"/>
                  </a:moveTo>
                  <a:lnTo>
                    <a:pt x="1268" y="1774"/>
                  </a:lnTo>
                  <a:lnTo>
                    <a:pt x="0" y="887"/>
                  </a:lnTo>
                  <a:lnTo>
                    <a:pt x="1268" y="0"/>
                  </a:lnTo>
                  <a:lnTo>
                    <a:pt x="2408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0" name="Freeform: Shape 1649">
              <a:extLst>
                <a:ext uri="{FF2B5EF4-FFF2-40B4-BE49-F238E27FC236}">
                  <a16:creationId xmlns:a16="http://schemas.microsoft.com/office/drawing/2014/main" id="{EA5C1D96-5BFC-18B4-9FEF-7016B170B0BC}"/>
                </a:ext>
              </a:extLst>
            </p:cNvPr>
            <p:cNvSpPr/>
            <p:nvPr/>
          </p:nvSpPr>
          <p:spPr>
            <a:xfrm>
              <a:off x="8461781" y="4975050"/>
              <a:ext cx="1394" cy="1140"/>
            </a:xfrm>
            <a:custGeom>
              <a:avLst/>
              <a:gdLst>
                <a:gd name="connsiteX0" fmla="*/ 1395 w 1394"/>
                <a:gd name="connsiteY0" fmla="*/ 634 h 1140"/>
                <a:gd name="connsiteX1" fmla="*/ 760 w 1394"/>
                <a:gd name="connsiteY1" fmla="*/ 1141 h 1140"/>
                <a:gd name="connsiteX2" fmla="*/ 0 w 1394"/>
                <a:gd name="connsiteY2" fmla="*/ 634 h 1140"/>
                <a:gd name="connsiteX3" fmla="*/ 760 w 1394"/>
                <a:gd name="connsiteY3" fmla="*/ 0 h 1140"/>
                <a:gd name="connsiteX4" fmla="*/ 1395 w 1394"/>
                <a:gd name="connsiteY4" fmla="*/ 634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" h="1140">
                  <a:moveTo>
                    <a:pt x="1395" y="634"/>
                  </a:moveTo>
                  <a:lnTo>
                    <a:pt x="760" y="1141"/>
                  </a:lnTo>
                  <a:lnTo>
                    <a:pt x="0" y="634"/>
                  </a:lnTo>
                  <a:lnTo>
                    <a:pt x="760" y="0"/>
                  </a:lnTo>
                  <a:lnTo>
                    <a:pt x="1395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1" name="Freeform: Shape 1650">
              <a:extLst>
                <a:ext uri="{FF2B5EF4-FFF2-40B4-BE49-F238E27FC236}">
                  <a16:creationId xmlns:a16="http://schemas.microsoft.com/office/drawing/2014/main" id="{F45D4DAE-D1B5-2154-18A9-36FFDAEA1961}"/>
                </a:ext>
              </a:extLst>
            </p:cNvPr>
            <p:cNvSpPr/>
            <p:nvPr/>
          </p:nvSpPr>
          <p:spPr>
            <a:xfrm>
              <a:off x="8375727" y="5053499"/>
              <a:ext cx="760" cy="633"/>
            </a:xfrm>
            <a:custGeom>
              <a:avLst/>
              <a:gdLst>
                <a:gd name="connsiteX0" fmla="*/ 760 w 760"/>
                <a:gd name="connsiteY0" fmla="*/ 380 h 633"/>
                <a:gd name="connsiteX1" fmla="*/ 380 w 760"/>
                <a:gd name="connsiteY1" fmla="*/ 634 h 633"/>
                <a:gd name="connsiteX2" fmla="*/ 0 w 760"/>
                <a:gd name="connsiteY2" fmla="*/ 380 h 633"/>
                <a:gd name="connsiteX3" fmla="*/ 380 w 760"/>
                <a:gd name="connsiteY3" fmla="*/ 0 h 633"/>
                <a:gd name="connsiteX4" fmla="*/ 760 w 760"/>
                <a:gd name="connsiteY4" fmla="*/ 380 h 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0" h="633">
                  <a:moveTo>
                    <a:pt x="760" y="380"/>
                  </a:moveTo>
                  <a:lnTo>
                    <a:pt x="380" y="634"/>
                  </a:lnTo>
                  <a:lnTo>
                    <a:pt x="0" y="380"/>
                  </a:lnTo>
                  <a:lnTo>
                    <a:pt x="380" y="0"/>
                  </a:lnTo>
                  <a:lnTo>
                    <a:pt x="760" y="38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2" name="Freeform: Shape 1651">
              <a:extLst>
                <a:ext uri="{FF2B5EF4-FFF2-40B4-BE49-F238E27FC236}">
                  <a16:creationId xmlns:a16="http://schemas.microsoft.com/office/drawing/2014/main" id="{D2D224EA-93B3-DC52-9811-BC04EFE2FECF}"/>
                </a:ext>
              </a:extLst>
            </p:cNvPr>
            <p:cNvSpPr/>
            <p:nvPr/>
          </p:nvSpPr>
          <p:spPr>
            <a:xfrm>
              <a:off x="8190439" y="5200640"/>
              <a:ext cx="633" cy="506"/>
            </a:xfrm>
            <a:custGeom>
              <a:avLst/>
              <a:gdLst>
                <a:gd name="connsiteX0" fmla="*/ 634 w 633"/>
                <a:gd name="connsiteY0" fmla="*/ 253 h 506"/>
                <a:gd name="connsiteX1" fmla="*/ 254 w 633"/>
                <a:gd name="connsiteY1" fmla="*/ 507 h 506"/>
                <a:gd name="connsiteX2" fmla="*/ 0 w 633"/>
                <a:gd name="connsiteY2" fmla="*/ 253 h 506"/>
                <a:gd name="connsiteX3" fmla="*/ 254 w 633"/>
                <a:gd name="connsiteY3" fmla="*/ 0 h 506"/>
                <a:gd name="connsiteX4" fmla="*/ 634 w 633"/>
                <a:gd name="connsiteY4" fmla="*/ 253 h 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" h="506">
                  <a:moveTo>
                    <a:pt x="634" y="253"/>
                  </a:moveTo>
                  <a:lnTo>
                    <a:pt x="254" y="507"/>
                  </a:lnTo>
                  <a:lnTo>
                    <a:pt x="0" y="253"/>
                  </a:lnTo>
                  <a:lnTo>
                    <a:pt x="254" y="0"/>
                  </a:lnTo>
                  <a:lnTo>
                    <a:pt x="634" y="25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3" name="Freeform: Shape 1652">
              <a:extLst>
                <a:ext uri="{FF2B5EF4-FFF2-40B4-BE49-F238E27FC236}">
                  <a16:creationId xmlns:a16="http://schemas.microsoft.com/office/drawing/2014/main" id="{BA2BFA42-70B0-F094-7419-55B52582CC04}"/>
                </a:ext>
              </a:extLst>
            </p:cNvPr>
            <p:cNvSpPr/>
            <p:nvPr/>
          </p:nvSpPr>
          <p:spPr>
            <a:xfrm>
              <a:off x="8091078" y="5268570"/>
              <a:ext cx="2155" cy="1774"/>
            </a:xfrm>
            <a:custGeom>
              <a:avLst/>
              <a:gdLst>
                <a:gd name="connsiteX0" fmla="*/ 2155 w 2155"/>
                <a:gd name="connsiteY0" fmla="*/ 887 h 1774"/>
                <a:gd name="connsiteX1" fmla="*/ 1014 w 2155"/>
                <a:gd name="connsiteY1" fmla="*/ 1774 h 1774"/>
                <a:gd name="connsiteX2" fmla="*/ 0 w 2155"/>
                <a:gd name="connsiteY2" fmla="*/ 887 h 1774"/>
                <a:gd name="connsiteX3" fmla="*/ 1014 w 2155"/>
                <a:gd name="connsiteY3" fmla="*/ 0 h 1774"/>
                <a:gd name="connsiteX4" fmla="*/ 2155 w 2155"/>
                <a:gd name="connsiteY4" fmla="*/ 887 h 1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5" h="1774">
                  <a:moveTo>
                    <a:pt x="2155" y="887"/>
                  </a:moveTo>
                  <a:lnTo>
                    <a:pt x="1014" y="1774"/>
                  </a:lnTo>
                  <a:lnTo>
                    <a:pt x="0" y="887"/>
                  </a:lnTo>
                  <a:lnTo>
                    <a:pt x="1014" y="0"/>
                  </a:lnTo>
                  <a:lnTo>
                    <a:pt x="2155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4" name="Freeform: Shape 1653">
              <a:extLst>
                <a:ext uri="{FF2B5EF4-FFF2-40B4-BE49-F238E27FC236}">
                  <a16:creationId xmlns:a16="http://schemas.microsoft.com/office/drawing/2014/main" id="{36D84147-FB2E-14F0-9CC5-19914C8B6732}"/>
                </a:ext>
              </a:extLst>
            </p:cNvPr>
            <p:cNvSpPr/>
            <p:nvPr/>
          </p:nvSpPr>
          <p:spPr>
            <a:xfrm>
              <a:off x="7988422" y="5333333"/>
              <a:ext cx="3041" cy="2408"/>
            </a:xfrm>
            <a:custGeom>
              <a:avLst/>
              <a:gdLst>
                <a:gd name="connsiteX0" fmla="*/ 3042 w 3041"/>
                <a:gd name="connsiteY0" fmla="*/ 1267 h 2408"/>
                <a:gd name="connsiteX1" fmla="*/ 1521 w 3041"/>
                <a:gd name="connsiteY1" fmla="*/ 2408 h 2408"/>
                <a:gd name="connsiteX2" fmla="*/ 0 w 3041"/>
                <a:gd name="connsiteY2" fmla="*/ 1267 h 2408"/>
                <a:gd name="connsiteX3" fmla="*/ 1521 w 3041"/>
                <a:gd name="connsiteY3" fmla="*/ 0 h 2408"/>
                <a:gd name="connsiteX4" fmla="*/ 3042 w 3041"/>
                <a:gd name="connsiteY4" fmla="*/ 1267 h 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1" h="2408">
                  <a:moveTo>
                    <a:pt x="3042" y="1267"/>
                  </a:moveTo>
                  <a:lnTo>
                    <a:pt x="1521" y="2408"/>
                  </a:lnTo>
                  <a:lnTo>
                    <a:pt x="0" y="1267"/>
                  </a:lnTo>
                  <a:lnTo>
                    <a:pt x="1521" y="0"/>
                  </a:lnTo>
                  <a:lnTo>
                    <a:pt x="3042" y="126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5" name="Freeform: Shape 1654">
              <a:extLst>
                <a:ext uri="{FF2B5EF4-FFF2-40B4-BE49-F238E27FC236}">
                  <a16:creationId xmlns:a16="http://schemas.microsoft.com/office/drawing/2014/main" id="{CEC0C39F-15DB-DC83-2613-65B45A478556}"/>
                </a:ext>
              </a:extLst>
            </p:cNvPr>
            <p:cNvSpPr/>
            <p:nvPr/>
          </p:nvSpPr>
          <p:spPr>
            <a:xfrm>
              <a:off x="7882471" y="5394673"/>
              <a:ext cx="3548" cy="2788"/>
            </a:xfrm>
            <a:custGeom>
              <a:avLst/>
              <a:gdLst>
                <a:gd name="connsiteX0" fmla="*/ 3548 w 3548"/>
                <a:gd name="connsiteY0" fmla="*/ 1267 h 2788"/>
                <a:gd name="connsiteX1" fmla="*/ 1648 w 3548"/>
                <a:gd name="connsiteY1" fmla="*/ 2788 h 2788"/>
                <a:gd name="connsiteX2" fmla="*/ 0 w 3548"/>
                <a:gd name="connsiteY2" fmla="*/ 1267 h 2788"/>
                <a:gd name="connsiteX3" fmla="*/ 1648 w 3548"/>
                <a:gd name="connsiteY3" fmla="*/ 0 h 2788"/>
                <a:gd name="connsiteX4" fmla="*/ 3548 w 3548"/>
                <a:gd name="connsiteY4" fmla="*/ 1267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8" y="1267"/>
                  </a:moveTo>
                  <a:lnTo>
                    <a:pt x="1648" y="2788"/>
                  </a:lnTo>
                  <a:lnTo>
                    <a:pt x="0" y="1267"/>
                  </a:lnTo>
                  <a:lnTo>
                    <a:pt x="1648" y="0"/>
                  </a:lnTo>
                  <a:lnTo>
                    <a:pt x="3548" y="126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6" name="Freeform: Shape 1655">
              <a:extLst>
                <a:ext uri="{FF2B5EF4-FFF2-40B4-BE49-F238E27FC236}">
                  <a16:creationId xmlns:a16="http://schemas.microsoft.com/office/drawing/2014/main" id="{A55E59B1-3A52-C7F7-6AF1-C9C65CEFDD3A}"/>
                </a:ext>
              </a:extLst>
            </p:cNvPr>
            <p:cNvSpPr/>
            <p:nvPr/>
          </p:nvSpPr>
          <p:spPr>
            <a:xfrm>
              <a:off x="7772590" y="5451830"/>
              <a:ext cx="5196" cy="4055"/>
            </a:xfrm>
            <a:custGeom>
              <a:avLst/>
              <a:gdLst>
                <a:gd name="connsiteX0" fmla="*/ 5197 w 5196"/>
                <a:gd name="connsiteY0" fmla="*/ 2028 h 4055"/>
                <a:gd name="connsiteX1" fmla="*/ 2535 w 5196"/>
                <a:gd name="connsiteY1" fmla="*/ 4056 h 4055"/>
                <a:gd name="connsiteX2" fmla="*/ 0 w 5196"/>
                <a:gd name="connsiteY2" fmla="*/ 2028 h 4055"/>
                <a:gd name="connsiteX3" fmla="*/ 2535 w 5196"/>
                <a:gd name="connsiteY3" fmla="*/ 0 h 4055"/>
                <a:gd name="connsiteX4" fmla="*/ 5197 w 5196"/>
                <a:gd name="connsiteY4" fmla="*/ 2028 h 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96" h="4055">
                  <a:moveTo>
                    <a:pt x="5197" y="2028"/>
                  </a:moveTo>
                  <a:lnTo>
                    <a:pt x="2535" y="4056"/>
                  </a:lnTo>
                  <a:lnTo>
                    <a:pt x="0" y="2028"/>
                  </a:lnTo>
                  <a:lnTo>
                    <a:pt x="2535" y="0"/>
                  </a:lnTo>
                  <a:lnTo>
                    <a:pt x="5197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7" name="Freeform: Shape 1656">
              <a:extLst>
                <a:ext uri="{FF2B5EF4-FFF2-40B4-BE49-F238E27FC236}">
                  <a16:creationId xmlns:a16="http://schemas.microsoft.com/office/drawing/2014/main" id="{93063A67-163E-4049-DB53-2B73A46DB466}"/>
                </a:ext>
              </a:extLst>
            </p:cNvPr>
            <p:cNvSpPr/>
            <p:nvPr/>
          </p:nvSpPr>
          <p:spPr>
            <a:xfrm>
              <a:off x="7660176" y="5505440"/>
              <a:ext cx="5830" cy="4562"/>
            </a:xfrm>
            <a:custGeom>
              <a:avLst/>
              <a:gdLst>
                <a:gd name="connsiteX0" fmla="*/ 5830 w 5830"/>
                <a:gd name="connsiteY0" fmla="*/ 2281 h 4562"/>
                <a:gd name="connsiteX1" fmla="*/ 2915 w 5830"/>
                <a:gd name="connsiteY1" fmla="*/ 4563 h 4562"/>
                <a:gd name="connsiteX2" fmla="*/ 0 w 5830"/>
                <a:gd name="connsiteY2" fmla="*/ 2281 h 4562"/>
                <a:gd name="connsiteX3" fmla="*/ 2915 w 5830"/>
                <a:gd name="connsiteY3" fmla="*/ 0 h 4562"/>
                <a:gd name="connsiteX4" fmla="*/ 5830 w 5830"/>
                <a:gd name="connsiteY4" fmla="*/ 2281 h 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30" h="4562">
                  <a:moveTo>
                    <a:pt x="5830" y="2281"/>
                  </a:moveTo>
                  <a:lnTo>
                    <a:pt x="2915" y="4563"/>
                  </a:lnTo>
                  <a:lnTo>
                    <a:pt x="0" y="2281"/>
                  </a:lnTo>
                  <a:lnTo>
                    <a:pt x="2915" y="0"/>
                  </a:lnTo>
                  <a:lnTo>
                    <a:pt x="5830" y="22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8" name="Freeform: Shape 1657">
              <a:extLst>
                <a:ext uri="{FF2B5EF4-FFF2-40B4-BE49-F238E27FC236}">
                  <a16:creationId xmlns:a16="http://schemas.microsoft.com/office/drawing/2014/main" id="{2C89BE94-E0B8-E7B2-6A12-8DF5188CF83E}"/>
                </a:ext>
              </a:extLst>
            </p:cNvPr>
            <p:cNvSpPr/>
            <p:nvPr/>
          </p:nvSpPr>
          <p:spPr>
            <a:xfrm>
              <a:off x="7544466" y="5554867"/>
              <a:ext cx="7350" cy="5703"/>
            </a:xfrm>
            <a:custGeom>
              <a:avLst/>
              <a:gdLst>
                <a:gd name="connsiteX0" fmla="*/ 7351 w 7350"/>
                <a:gd name="connsiteY0" fmla="*/ 2788 h 5703"/>
                <a:gd name="connsiteX1" fmla="*/ 3676 w 7350"/>
                <a:gd name="connsiteY1" fmla="*/ 5703 h 5703"/>
                <a:gd name="connsiteX2" fmla="*/ 0 w 7350"/>
                <a:gd name="connsiteY2" fmla="*/ 2788 h 5703"/>
                <a:gd name="connsiteX3" fmla="*/ 3676 w 7350"/>
                <a:gd name="connsiteY3" fmla="*/ 0 h 5703"/>
                <a:gd name="connsiteX4" fmla="*/ 7351 w 7350"/>
                <a:gd name="connsiteY4" fmla="*/ 2788 h 5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0" h="5703">
                  <a:moveTo>
                    <a:pt x="7351" y="2788"/>
                  </a:moveTo>
                  <a:lnTo>
                    <a:pt x="3676" y="5703"/>
                  </a:lnTo>
                  <a:lnTo>
                    <a:pt x="0" y="2788"/>
                  </a:lnTo>
                  <a:lnTo>
                    <a:pt x="3676" y="0"/>
                  </a:lnTo>
                  <a:lnTo>
                    <a:pt x="7351" y="278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9" name="Freeform: Shape 1658">
              <a:extLst>
                <a:ext uri="{FF2B5EF4-FFF2-40B4-BE49-F238E27FC236}">
                  <a16:creationId xmlns:a16="http://schemas.microsoft.com/office/drawing/2014/main" id="{05A8444C-DFBF-763F-AA88-843AE06088DB}"/>
                </a:ext>
              </a:extLst>
            </p:cNvPr>
            <p:cNvSpPr/>
            <p:nvPr/>
          </p:nvSpPr>
          <p:spPr>
            <a:xfrm>
              <a:off x="7426474" y="5600492"/>
              <a:ext cx="8111" cy="6463"/>
            </a:xfrm>
            <a:custGeom>
              <a:avLst/>
              <a:gdLst>
                <a:gd name="connsiteX0" fmla="*/ 8111 w 8111"/>
                <a:gd name="connsiteY0" fmla="*/ 3295 h 6463"/>
                <a:gd name="connsiteX1" fmla="*/ 4056 w 8111"/>
                <a:gd name="connsiteY1" fmla="*/ 6464 h 6463"/>
                <a:gd name="connsiteX2" fmla="*/ 0 w 8111"/>
                <a:gd name="connsiteY2" fmla="*/ 3295 h 6463"/>
                <a:gd name="connsiteX3" fmla="*/ 4056 w 8111"/>
                <a:gd name="connsiteY3" fmla="*/ 0 h 6463"/>
                <a:gd name="connsiteX4" fmla="*/ 8111 w 8111"/>
                <a:gd name="connsiteY4" fmla="*/ 3295 h 6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11" h="6463">
                  <a:moveTo>
                    <a:pt x="8111" y="3295"/>
                  </a:moveTo>
                  <a:lnTo>
                    <a:pt x="4056" y="6464"/>
                  </a:lnTo>
                  <a:lnTo>
                    <a:pt x="0" y="3295"/>
                  </a:lnTo>
                  <a:lnTo>
                    <a:pt x="4056" y="0"/>
                  </a:lnTo>
                  <a:lnTo>
                    <a:pt x="8111" y="32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0" name="Freeform: Shape 1659">
              <a:extLst>
                <a:ext uri="{FF2B5EF4-FFF2-40B4-BE49-F238E27FC236}">
                  <a16:creationId xmlns:a16="http://schemas.microsoft.com/office/drawing/2014/main" id="{3421AD0B-2F9A-DE33-DA51-3E80C5E688C4}"/>
                </a:ext>
              </a:extLst>
            </p:cNvPr>
            <p:cNvSpPr/>
            <p:nvPr/>
          </p:nvSpPr>
          <p:spPr>
            <a:xfrm>
              <a:off x="7305822" y="5641934"/>
              <a:ext cx="9378" cy="7350"/>
            </a:xfrm>
            <a:custGeom>
              <a:avLst/>
              <a:gdLst>
                <a:gd name="connsiteX0" fmla="*/ 9378 w 9378"/>
                <a:gd name="connsiteY0" fmla="*/ 3675 h 7350"/>
                <a:gd name="connsiteX1" fmla="*/ 4689 w 9378"/>
                <a:gd name="connsiteY1" fmla="*/ 7351 h 7350"/>
                <a:gd name="connsiteX2" fmla="*/ 0 w 9378"/>
                <a:gd name="connsiteY2" fmla="*/ 3675 h 7350"/>
                <a:gd name="connsiteX3" fmla="*/ 4689 w 9378"/>
                <a:gd name="connsiteY3" fmla="*/ 0 h 7350"/>
                <a:gd name="connsiteX4" fmla="*/ 9378 w 9378"/>
                <a:gd name="connsiteY4" fmla="*/ 3675 h 7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78" h="7350">
                  <a:moveTo>
                    <a:pt x="9378" y="3675"/>
                  </a:moveTo>
                  <a:lnTo>
                    <a:pt x="4689" y="7351"/>
                  </a:lnTo>
                  <a:lnTo>
                    <a:pt x="0" y="3675"/>
                  </a:lnTo>
                  <a:lnTo>
                    <a:pt x="4689" y="0"/>
                  </a:lnTo>
                  <a:lnTo>
                    <a:pt x="9378" y="367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1" name="Freeform: Shape 1660">
              <a:extLst>
                <a:ext uri="{FF2B5EF4-FFF2-40B4-BE49-F238E27FC236}">
                  <a16:creationId xmlns:a16="http://schemas.microsoft.com/office/drawing/2014/main" id="{D1E0B227-97C6-1461-26CA-82B6916AD3F6}"/>
                </a:ext>
              </a:extLst>
            </p:cNvPr>
            <p:cNvSpPr/>
            <p:nvPr/>
          </p:nvSpPr>
          <p:spPr>
            <a:xfrm>
              <a:off x="7183268" y="5679195"/>
              <a:ext cx="10265" cy="8111"/>
            </a:xfrm>
            <a:custGeom>
              <a:avLst/>
              <a:gdLst>
                <a:gd name="connsiteX0" fmla="*/ 10266 w 10265"/>
                <a:gd name="connsiteY0" fmla="*/ 4056 h 8111"/>
                <a:gd name="connsiteX1" fmla="*/ 5070 w 10265"/>
                <a:gd name="connsiteY1" fmla="*/ 8111 h 8111"/>
                <a:gd name="connsiteX2" fmla="*/ 0 w 10265"/>
                <a:gd name="connsiteY2" fmla="*/ 4056 h 8111"/>
                <a:gd name="connsiteX3" fmla="*/ 5070 w 10265"/>
                <a:gd name="connsiteY3" fmla="*/ 0 h 8111"/>
                <a:gd name="connsiteX4" fmla="*/ 10266 w 10265"/>
                <a:gd name="connsiteY4" fmla="*/ 4056 h 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5" h="8111">
                  <a:moveTo>
                    <a:pt x="10266" y="4056"/>
                  </a:moveTo>
                  <a:lnTo>
                    <a:pt x="5070" y="8111"/>
                  </a:lnTo>
                  <a:lnTo>
                    <a:pt x="0" y="4056"/>
                  </a:lnTo>
                  <a:lnTo>
                    <a:pt x="5070" y="0"/>
                  </a:lnTo>
                  <a:lnTo>
                    <a:pt x="10266" y="405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2" name="Freeform: Shape 1661">
              <a:extLst>
                <a:ext uri="{FF2B5EF4-FFF2-40B4-BE49-F238E27FC236}">
                  <a16:creationId xmlns:a16="http://schemas.microsoft.com/office/drawing/2014/main" id="{A808277A-DC53-A934-9752-078A7BDE5390}"/>
                </a:ext>
              </a:extLst>
            </p:cNvPr>
            <p:cNvSpPr/>
            <p:nvPr/>
          </p:nvSpPr>
          <p:spPr>
            <a:xfrm>
              <a:off x="7058433" y="5712146"/>
              <a:ext cx="11532" cy="9125"/>
            </a:xfrm>
            <a:custGeom>
              <a:avLst/>
              <a:gdLst>
                <a:gd name="connsiteX0" fmla="*/ 11533 w 11532"/>
                <a:gd name="connsiteY0" fmla="*/ 4563 h 9125"/>
                <a:gd name="connsiteX1" fmla="*/ 5703 w 11532"/>
                <a:gd name="connsiteY1" fmla="*/ 9125 h 9125"/>
                <a:gd name="connsiteX2" fmla="*/ 0 w 11532"/>
                <a:gd name="connsiteY2" fmla="*/ 4563 h 9125"/>
                <a:gd name="connsiteX3" fmla="*/ 5703 w 11532"/>
                <a:gd name="connsiteY3" fmla="*/ 0 h 9125"/>
                <a:gd name="connsiteX4" fmla="*/ 11533 w 11532"/>
                <a:gd name="connsiteY4" fmla="*/ 4563 h 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32" h="9125">
                  <a:moveTo>
                    <a:pt x="11533" y="4563"/>
                  </a:moveTo>
                  <a:lnTo>
                    <a:pt x="5703" y="9125"/>
                  </a:lnTo>
                  <a:lnTo>
                    <a:pt x="0" y="4563"/>
                  </a:lnTo>
                  <a:lnTo>
                    <a:pt x="5703" y="0"/>
                  </a:lnTo>
                  <a:lnTo>
                    <a:pt x="11533" y="456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3" name="Freeform: Shape 1662">
              <a:extLst>
                <a:ext uri="{FF2B5EF4-FFF2-40B4-BE49-F238E27FC236}">
                  <a16:creationId xmlns:a16="http://schemas.microsoft.com/office/drawing/2014/main" id="{CAB184A8-F60F-BCA5-B49E-9B08AD69A28B}"/>
                </a:ext>
              </a:extLst>
            </p:cNvPr>
            <p:cNvSpPr/>
            <p:nvPr/>
          </p:nvSpPr>
          <p:spPr>
            <a:xfrm>
              <a:off x="6932204" y="5740915"/>
              <a:ext cx="12420" cy="9758"/>
            </a:xfrm>
            <a:custGeom>
              <a:avLst/>
              <a:gdLst>
                <a:gd name="connsiteX0" fmla="*/ 12421 w 12420"/>
                <a:gd name="connsiteY0" fmla="*/ 4943 h 9758"/>
                <a:gd name="connsiteX1" fmla="*/ 6210 w 12420"/>
                <a:gd name="connsiteY1" fmla="*/ 9759 h 9758"/>
                <a:gd name="connsiteX2" fmla="*/ 0 w 12420"/>
                <a:gd name="connsiteY2" fmla="*/ 4943 h 9758"/>
                <a:gd name="connsiteX3" fmla="*/ 6210 w 12420"/>
                <a:gd name="connsiteY3" fmla="*/ 0 h 9758"/>
                <a:gd name="connsiteX4" fmla="*/ 12421 w 12420"/>
                <a:gd name="connsiteY4" fmla="*/ 4943 h 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20" h="9758">
                  <a:moveTo>
                    <a:pt x="12421" y="4943"/>
                  </a:moveTo>
                  <a:lnTo>
                    <a:pt x="6210" y="9759"/>
                  </a:lnTo>
                  <a:lnTo>
                    <a:pt x="0" y="4943"/>
                  </a:lnTo>
                  <a:lnTo>
                    <a:pt x="6210" y="0"/>
                  </a:lnTo>
                  <a:lnTo>
                    <a:pt x="12421" y="494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4" name="Freeform: Shape 1663">
              <a:extLst>
                <a:ext uri="{FF2B5EF4-FFF2-40B4-BE49-F238E27FC236}">
                  <a16:creationId xmlns:a16="http://schemas.microsoft.com/office/drawing/2014/main" id="{744B0079-1731-AE85-FE68-2B83309524D9}"/>
                </a:ext>
              </a:extLst>
            </p:cNvPr>
            <p:cNvSpPr/>
            <p:nvPr/>
          </p:nvSpPr>
          <p:spPr>
            <a:xfrm>
              <a:off x="6804455" y="5765375"/>
              <a:ext cx="13180" cy="10392"/>
            </a:xfrm>
            <a:custGeom>
              <a:avLst/>
              <a:gdLst>
                <a:gd name="connsiteX0" fmla="*/ 13180 w 13180"/>
                <a:gd name="connsiteY0" fmla="*/ 5196 h 10392"/>
                <a:gd name="connsiteX1" fmla="*/ 6590 w 13180"/>
                <a:gd name="connsiteY1" fmla="*/ 10392 h 10392"/>
                <a:gd name="connsiteX2" fmla="*/ 0 w 13180"/>
                <a:gd name="connsiteY2" fmla="*/ 5196 h 10392"/>
                <a:gd name="connsiteX3" fmla="*/ 6590 w 13180"/>
                <a:gd name="connsiteY3" fmla="*/ 0 h 10392"/>
                <a:gd name="connsiteX4" fmla="*/ 13180 w 13180"/>
                <a:gd name="connsiteY4" fmla="*/ 5196 h 1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80" h="10392">
                  <a:moveTo>
                    <a:pt x="13180" y="5196"/>
                  </a:moveTo>
                  <a:lnTo>
                    <a:pt x="6590" y="10392"/>
                  </a:lnTo>
                  <a:lnTo>
                    <a:pt x="0" y="5196"/>
                  </a:lnTo>
                  <a:lnTo>
                    <a:pt x="6590" y="0"/>
                  </a:lnTo>
                  <a:lnTo>
                    <a:pt x="13180" y="519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5" name="Freeform: Shape 1664">
              <a:extLst>
                <a:ext uri="{FF2B5EF4-FFF2-40B4-BE49-F238E27FC236}">
                  <a16:creationId xmlns:a16="http://schemas.microsoft.com/office/drawing/2014/main" id="{45A82661-B154-6700-3097-B8129328286D}"/>
                </a:ext>
              </a:extLst>
            </p:cNvPr>
            <p:cNvSpPr/>
            <p:nvPr/>
          </p:nvSpPr>
          <p:spPr>
            <a:xfrm>
              <a:off x="6675691" y="5785399"/>
              <a:ext cx="13687" cy="10899"/>
            </a:xfrm>
            <a:custGeom>
              <a:avLst/>
              <a:gdLst>
                <a:gd name="connsiteX0" fmla="*/ 13688 w 13687"/>
                <a:gd name="connsiteY0" fmla="*/ 5450 h 10899"/>
                <a:gd name="connsiteX1" fmla="*/ 6844 w 13687"/>
                <a:gd name="connsiteY1" fmla="*/ 10899 h 10899"/>
                <a:gd name="connsiteX2" fmla="*/ 0 w 13687"/>
                <a:gd name="connsiteY2" fmla="*/ 5450 h 10899"/>
                <a:gd name="connsiteX3" fmla="*/ 6844 w 13687"/>
                <a:gd name="connsiteY3" fmla="*/ 0 h 10899"/>
                <a:gd name="connsiteX4" fmla="*/ 13688 w 13687"/>
                <a:gd name="connsiteY4" fmla="*/ 5450 h 10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87" h="10899">
                  <a:moveTo>
                    <a:pt x="13688" y="5450"/>
                  </a:moveTo>
                  <a:cubicBezTo>
                    <a:pt x="13688" y="8491"/>
                    <a:pt x="10646" y="10899"/>
                    <a:pt x="6844" y="10899"/>
                  </a:cubicBezTo>
                  <a:cubicBezTo>
                    <a:pt x="3042" y="10899"/>
                    <a:pt x="0" y="8491"/>
                    <a:pt x="0" y="5450"/>
                  </a:cubicBezTo>
                  <a:cubicBezTo>
                    <a:pt x="0" y="2408"/>
                    <a:pt x="3042" y="0"/>
                    <a:pt x="6844" y="0"/>
                  </a:cubicBezTo>
                  <a:cubicBezTo>
                    <a:pt x="10646" y="0"/>
                    <a:pt x="13688" y="2408"/>
                    <a:pt x="13688" y="545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6" name="Freeform: Shape 1665">
              <a:extLst>
                <a:ext uri="{FF2B5EF4-FFF2-40B4-BE49-F238E27FC236}">
                  <a16:creationId xmlns:a16="http://schemas.microsoft.com/office/drawing/2014/main" id="{537023C5-57C9-B67B-E845-80782EA8239E}"/>
                </a:ext>
              </a:extLst>
            </p:cNvPr>
            <p:cNvSpPr/>
            <p:nvPr/>
          </p:nvSpPr>
          <p:spPr>
            <a:xfrm>
              <a:off x="6545659" y="5800735"/>
              <a:ext cx="14448" cy="11659"/>
            </a:xfrm>
            <a:custGeom>
              <a:avLst/>
              <a:gdLst>
                <a:gd name="connsiteX0" fmla="*/ 14448 w 14448"/>
                <a:gd name="connsiteY0" fmla="*/ 5830 h 11659"/>
                <a:gd name="connsiteX1" fmla="*/ 7224 w 14448"/>
                <a:gd name="connsiteY1" fmla="*/ 11659 h 11659"/>
                <a:gd name="connsiteX2" fmla="*/ 0 w 14448"/>
                <a:gd name="connsiteY2" fmla="*/ 5830 h 11659"/>
                <a:gd name="connsiteX3" fmla="*/ 7224 w 14448"/>
                <a:gd name="connsiteY3" fmla="*/ 0 h 11659"/>
                <a:gd name="connsiteX4" fmla="*/ 14448 w 14448"/>
                <a:gd name="connsiteY4" fmla="*/ 5830 h 11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48" h="11659">
                  <a:moveTo>
                    <a:pt x="14448" y="5830"/>
                  </a:moveTo>
                  <a:cubicBezTo>
                    <a:pt x="14448" y="8998"/>
                    <a:pt x="11153" y="11659"/>
                    <a:pt x="7224" y="11659"/>
                  </a:cubicBezTo>
                  <a:cubicBezTo>
                    <a:pt x="3295" y="11659"/>
                    <a:pt x="0" y="9125"/>
                    <a:pt x="0" y="5830"/>
                  </a:cubicBezTo>
                  <a:cubicBezTo>
                    <a:pt x="0" y="2534"/>
                    <a:pt x="3295" y="0"/>
                    <a:pt x="7224" y="0"/>
                  </a:cubicBezTo>
                  <a:cubicBezTo>
                    <a:pt x="11153" y="0"/>
                    <a:pt x="14448" y="2534"/>
                    <a:pt x="14448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7" name="Freeform: Shape 1666">
              <a:extLst>
                <a:ext uri="{FF2B5EF4-FFF2-40B4-BE49-F238E27FC236}">
                  <a16:creationId xmlns:a16="http://schemas.microsoft.com/office/drawing/2014/main" id="{6FC31369-239E-F1B9-3018-E746AFB9450E}"/>
                </a:ext>
              </a:extLst>
            </p:cNvPr>
            <p:cNvSpPr/>
            <p:nvPr/>
          </p:nvSpPr>
          <p:spPr>
            <a:xfrm>
              <a:off x="6414488" y="5811634"/>
              <a:ext cx="15968" cy="12673"/>
            </a:xfrm>
            <a:custGeom>
              <a:avLst/>
              <a:gdLst>
                <a:gd name="connsiteX0" fmla="*/ 15969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9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9" y="6337"/>
                  </a:moveTo>
                  <a:cubicBezTo>
                    <a:pt x="15969" y="9759"/>
                    <a:pt x="12420" y="12674"/>
                    <a:pt x="7984" y="12674"/>
                  </a:cubicBezTo>
                  <a:cubicBezTo>
                    <a:pt x="3549" y="12674"/>
                    <a:pt x="0" y="9885"/>
                    <a:pt x="0" y="6337"/>
                  </a:cubicBezTo>
                  <a:cubicBezTo>
                    <a:pt x="0" y="2788"/>
                    <a:pt x="3549" y="0"/>
                    <a:pt x="7984" y="0"/>
                  </a:cubicBezTo>
                  <a:cubicBezTo>
                    <a:pt x="12420" y="0"/>
                    <a:pt x="15969" y="2788"/>
                    <a:pt x="15969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8" name="Freeform: Shape 1667">
              <a:extLst>
                <a:ext uri="{FF2B5EF4-FFF2-40B4-BE49-F238E27FC236}">
                  <a16:creationId xmlns:a16="http://schemas.microsoft.com/office/drawing/2014/main" id="{3E316B8C-C1C0-D941-FB37-A6A57DCD6E66}"/>
                </a:ext>
              </a:extLst>
            </p:cNvPr>
            <p:cNvSpPr/>
            <p:nvPr/>
          </p:nvSpPr>
          <p:spPr>
            <a:xfrm>
              <a:off x="6283316" y="5818224"/>
              <a:ext cx="16729" cy="13180"/>
            </a:xfrm>
            <a:custGeom>
              <a:avLst/>
              <a:gdLst>
                <a:gd name="connsiteX0" fmla="*/ 16729 w 16729"/>
                <a:gd name="connsiteY0" fmla="*/ 6591 h 13180"/>
                <a:gd name="connsiteX1" fmla="*/ 8365 w 16729"/>
                <a:gd name="connsiteY1" fmla="*/ 13181 h 13180"/>
                <a:gd name="connsiteX2" fmla="*/ 0 w 16729"/>
                <a:gd name="connsiteY2" fmla="*/ 6591 h 13180"/>
                <a:gd name="connsiteX3" fmla="*/ 8365 w 16729"/>
                <a:gd name="connsiteY3" fmla="*/ 0 h 13180"/>
                <a:gd name="connsiteX4" fmla="*/ 16729 w 16729"/>
                <a:gd name="connsiteY4" fmla="*/ 6591 h 13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9" h="13180">
                  <a:moveTo>
                    <a:pt x="16729" y="6591"/>
                  </a:moveTo>
                  <a:cubicBezTo>
                    <a:pt x="16729" y="10266"/>
                    <a:pt x="12927" y="13181"/>
                    <a:pt x="8365" y="13181"/>
                  </a:cubicBezTo>
                  <a:cubicBezTo>
                    <a:pt x="3802" y="13181"/>
                    <a:pt x="0" y="10266"/>
                    <a:pt x="0" y="6591"/>
                  </a:cubicBezTo>
                  <a:cubicBezTo>
                    <a:pt x="0" y="2915"/>
                    <a:pt x="3802" y="0"/>
                    <a:pt x="8365" y="0"/>
                  </a:cubicBezTo>
                  <a:cubicBezTo>
                    <a:pt x="12927" y="0"/>
                    <a:pt x="16729" y="2915"/>
                    <a:pt x="16729" y="65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9" name="Freeform: Shape 1668">
              <a:extLst>
                <a:ext uri="{FF2B5EF4-FFF2-40B4-BE49-F238E27FC236}">
                  <a16:creationId xmlns:a16="http://schemas.microsoft.com/office/drawing/2014/main" id="{D0770D88-B694-FD7B-7534-18F9D2E40126}"/>
                </a:ext>
              </a:extLst>
            </p:cNvPr>
            <p:cNvSpPr/>
            <p:nvPr/>
          </p:nvSpPr>
          <p:spPr>
            <a:xfrm>
              <a:off x="6151891" y="5819999"/>
              <a:ext cx="17489" cy="13941"/>
            </a:xfrm>
            <a:custGeom>
              <a:avLst/>
              <a:gdLst>
                <a:gd name="connsiteX0" fmla="*/ 17490 w 17489"/>
                <a:gd name="connsiteY0" fmla="*/ 6970 h 13941"/>
                <a:gd name="connsiteX1" fmla="*/ 8745 w 17489"/>
                <a:gd name="connsiteY1" fmla="*/ 13941 h 13941"/>
                <a:gd name="connsiteX2" fmla="*/ 0 w 17489"/>
                <a:gd name="connsiteY2" fmla="*/ 6970 h 13941"/>
                <a:gd name="connsiteX3" fmla="*/ 8745 w 17489"/>
                <a:gd name="connsiteY3" fmla="*/ 0 h 13941"/>
                <a:gd name="connsiteX4" fmla="*/ 17490 w 17489"/>
                <a:gd name="connsiteY4" fmla="*/ 6970 h 1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89" h="13941">
                  <a:moveTo>
                    <a:pt x="17490" y="6970"/>
                  </a:moveTo>
                  <a:cubicBezTo>
                    <a:pt x="17490" y="10773"/>
                    <a:pt x="13561" y="13941"/>
                    <a:pt x="8745" y="13941"/>
                  </a:cubicBezTo>
                  <a:cubicBezTo>
                    <a:pt x="3929" y="13941"/>
                    <a:pt x="0" y="10773"/>
                    <a:pt x="0" y="6970"/>
                  </a:cubicBezTo>
                  <a:cubicBezTo>
                    <a:pt x="0" y="3168"/>
                    <a:pt x="3929" y="0"/>
                    <a:pt x="8745" y="0"/>
                  </a:cubicBezTo>
                  <a:cubicBezTo>
                    <a:pt x="13561" y="0"/>
                    <a:pt x="17490" y="3168"/>
                    <a:pt x="17490" y="69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0" name="Freeform: Shape 1669">
              <a:extLst>
                <a:ext uri="{FF2B5EF4-FFF2-40B4-BE49-F238E27FC236}">
                  <a16:creationId xmlns:a16="http://schemas.microsoft.com/office/drawing/2014/main" id="{CAC11678-85FA-124A-93AE-439144690C34}"/>
                </a:ext>
              </a:extLst>
            </p:cNvPr>
            <p:cNvSpPr/>
            <p:nvPr/>
          </p:nvSpPr>
          <p:spPr>
            <a:xfrm>
              <a:off x="6020466" y="5817591"/>
              <a:ext cx="18250" cy="14447"/>
            </a:xfrm>
            <a:custGeom>
              <a:avLst/>
              <a:gdLst>
                <a:gd name="connsiteX0" fmla="*/ 18250 w 18250"/>
                <a:gd name="connsiteY0" fmla="*/ 7224 h 14447"/>
                <a:gd name="connsiteX1" fmla="*/ 9125 w 18250"/>
                <a:gd name="connsiteY1" fmla="*/ 14448 h 14447"/>
                <a:gd name="connsiteX2" fmla="*/ 0 w 18250"/>
                <a:gd name="connsiteY2" fmla="*/ 7224 h 14447"/>
                <a:gd name="connsiteX3" fmla="*/ 9125 w 18250"/>
                <a:gd name="connsiteY3" fmla="*/ 0 h 14447"/>
                <a:gd name="connsiteX4" fmla="*/ 18250 w 18250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7">
                  <a:moveTo>
                    <a:pt x="18250" y="7224"/>
                  </a:moveTo>
                  <a:cubicBezTo>
                    <a:pt x="18250" y="11279"/>
                    <a:pt x="14194" y="14448"/>
                    <a:pt x="9125" y="14448"/>
                  </a:cubicBezTo>
                  <a:cubicBezTo>
                    <a:pt x="4055" y="14448"/>
                    <a:pt x="0" y="11153"/>
                    <a:pt x="0" y="7224"/>
                  </a:cubicBezTo>
                  <a:cubicBezTo>
                    <a:pt x="0" y="3295"/>
                    <a:pt x="4055" y="0"/>
                    <a:pt x="9125" y="0"/>
                  </a:cubicBezTo>
                  <a:cubicBezTo>
                    <a:pt x="14194" y="0"/>
                    <a:pt x="18250" y="3168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1" name="Freeform: Shape 1670">
              <a:extLst>
                <a:ext uri="{FF2B5EF4-FFF2-40B4-BE49-F238E27FC236}">
                  <a16:creationId xmlns:a16="http://schemas.microsoft.com/office/drawing/2014/main" id="{B9047A99-D5DB-5500-93F9-0ED27B298EBC}"/>
                </a:ext>
              </a:extLst>
            </p:cNvPr>
            <p:cNvSpPr/>
            <p:nvPr/>
          </p:nvSpPr>
          <p:spPr>
            <a:xfrm>
              <a:off x="5889294" y="5810493"/>
              <a:ext cx="18883" cy="14954"/>
            </a:xfrm>
            <a:custGeom>
              <a:avLst/>
              <a:gdLst>
                <a:gd name="connsiteX0" fmla="*/ 18884 w 18883"/>
                <a:gd name="connsiteY0" fmla="*/ 7477 h 14954"/>
                <a:gd name="connsiteX1" fmla="*/ 9505 w 18883"/>
                <a:gd name="connsiteY1" fmla="*/ 14955 h 14954"/>
                <a:gd name="connsiteX2" fmla="*/ 0 w 18883"/>
                <a:gd name="connsiteY2" fmla="*/ 7477 h 14954"/>
                <a:gd name="connsiteX3" fmla="*/ 9505 w 18883"/>
                <a:gd name="connsiteY3" fmla="*/ 0 h 14954"/>
                <a:gd name="connsiteX4" fmla="*/ 18884 w 18883"/>
                <a:gd name="connsiteY4" fmla="*/ 7477 h 14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83" h="14954">
                  <a:moveTo>
                    <a:pt x="18884" y="7477"/>
                  </a:moveTo>
                  <a:cubicBezTo>
                    <a:pt x="18884" y="11533"/>
                    <a:pt x="14701" y="14955"/>
                    <a:pt x="9505" y="14955"/>
                  </a:cubicBezTo>
                  <a:cubicBezTo>
                    <a:pt x="4309" y="14955"/>
                    <a:pt x="0" y="11533"/>
                    <a:pt x="0" y="7477"/>
                  </a:cubicBezTo>
                  <a:cubicBezTo>
                    <a:pt x="0" y="3422"/>
                    <a:pt x="4182" y="0"/>
                    <a:pt x="9505" y="0"/>
                  </a:cubicBezTo>
                  <a:cubicBezTo>
                    <a:pt x="14828" y="0"/>
                    <a:pt x="18884" y="3295"/>
                    <a:pt x="18884" y="747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2" name="Freeform: Shape 1671">
              <a:extLst>
                <a:ext uri="{FF2B5EF4-FFF2-40B4-BE49-F238E27FC236}">
                  <a16:creationId xmlns:a16="http://schemas.microsoft.com/office/drawing/2014/main" id="{D9BD865C-58D5-AD11-1003-7AE53A335BE2}"/>
                </a:ext>
              </a:extLst>
            </p:cNvPr>
            <p:cNvSpPr/>
            <p:nvPr/>
          </p:nvSpPr>
          <p:spPr>
            <a:xfrm>
              <a:off x="5759010" y="5799087"/>
              <a:ext cx="18757" cy="14954"/>
            </a:xfrm>
            <a:custGeom>
              <a:avLst/>
              <a:gdLst>
                <a:gd name="connsiteX0" fmla="*/ 18757 w 18757"/>
                <a:gd name="connsiteY0" fmla="*/ 7477 h 14954"/>
                <a:gd name="connsiteX1" fmla="*/ 9378 w 18757"/>
                <a:gd name="connsiteY1" fmla="*/ 14955 h 14954"/>
                <a:gd name="connsiteX2" fmla="*/ 0 w 18757"/>
                <a:gd name="connsiteY2" fmla="*/ 7477 h 14954"/>
                <a:gd name="connsiteX3" fmla="*/ 9378 w 18757"/>
                <a:gd name="connsiteY3" fmla="*/ 0 h 14954"/>
                <a:gd name="connsiteX4" fmla="*/ 18757 w 18757"/>
                <a:gd name="connsiteY4" fmla="*/ 7477 h 14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57" h="14954">
                  <a:moveTo>
                    <a:pt x="18757" y="7477"/>
                  </a:moveTo>
                  <a:cubicBezTo>
                    <a:pt x="18757" y="11659"/>
                    <a:pt x="14575" y="14955"/>
                    <a:pt x="9378" y="14955"/>
                  </a:cubicBezTo>
                  <a:cubicBezTo>
                    <a:pt x="4182" y="14955"/>
                    <a:pt x="0" y="11659"/>
                    <a:pt x="0" y="7477"/>
                  </a:cubicBezTo>
                  <a:cubicBezTo>
                    <a:pt x="0" y="3295"/>
                    <a:pt x="4182" y="0"/>
                    <a:pt x="9378" y="0"/>
                  </a:cubicBezTo>
                  <a:cubicBezTo>
                    <a:pt x="14575" y="0"/>
                    <a:pt x="18757" y="3422"/>
                    <a:pt x="18757" y="747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3" name="Freeform: Shape 1672">
              <a:extLst>
                <a:ext uri="{FF2B5EF4-FFF2-40B4-BE49-F238E27FC236}">
                  <a16:creationId xmlns:a16="http://schemas.microsoft.com/office/drawing/2014/main" id="{1D2C4FFD-3A6A-D2CA-B732-A12560D84700}"/>
                </a:ext>
              </a:extLst>
            </p:cNvPr>
            <p:cNvSpPr/>
            <p:nvPr/>
          </p:nvSpPr>
          <p:spPr>
            <a:xfrm>
              <a:off x="5628978" y="5782991"/>
              <a:ext cx="19644" cy="15588"/>
            </a:xfrm>
            <a:custGeom>
              <a:avLst/>
              <a:gdLst>
                <a:gd name="connsiteX0" fmla="*/ 19644 w 19644"/>
                <a:gd name="connsiteY0" fmla="*/ 7858 h 15588"/>
                <a:gd name="connsiteX1" fmla="*/ 9759 w 19644"/>
                <a:gd name="connsiteY1" fmla="*/ 15589 h 15588"/>
                <a:gd name="connsiteX2" fmla="*/ 0 w 19644"/>
                <a:gd name="connsiteY2" fmla="*/ 7858 h 15588"/>
                <a:gd name="connsiteX3" fmla="*/ 9759 w 19644"/>
                <a:gd name="connsiteY3" fmla="*/ 0 h 15588"/>
                <a:gd name="connsiteX4" fmla="*/ 19644 w 19644"/>
                <a:gd name="connsiteY4" fmla="*/ 7858 h 1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44" h="15588">
                  <a:moveTo>
                    <a:pt x="19644" y="7858"/>
                  </a:moveTo>
                  <a:cubicBezTo>
                    <a:pt x="19644" y="12167"/>
                    <a:pt x="15208" y="15589"/>
                    <a:pt x="9759" y="15589"/>
                  </a:cubicBezTo>
                  <a:cubicBezTo>
                    <a:pt x="4309" y="15589"/>
                    <a:pt x="0" y="12167"/>
                    <a:pt x="0" y="7858"/>
                  </a:cubicBezTo>
                  <a:cubicBezTo>
                    <a:pt x="0" y="3549"/>
                    <a:pt x="4436" y="0"/>
                    <a:pt x="9759" y="0"/>
                  </a:cubicBezTo>
                  <a:cubicBezTo>
                    <a:pt x="15082" y="0"/>
                    <a:pt x="19644" y="3422"/>
                    <a:pt x="19644" y="785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4" name="Freeform: Shape 1673">
              <a:extLst>
                <a:ext uri="{FF2B5EF4-FFF2-40B4-BE49-F238E27FC236}">
                  <a16:creationId xmlns:a16="http://schemas.microsoft.com/office/drawing/2014/main" id="{E5B81344-3088-0855-4965-90C11B3B8DED}"/>
                </a:ext>
              </a:extLst>
            </p:cNvPr>
            <p:cNvSpPr/>
            <p:nvPr/>
          </p:nvSpPr>
          <p:spPr>
            <a:xfrm>
              <a:off x="5500088" y="5762460"/>
              <a:ext cx="20277" cy="16222"/>
            </a:xfrm>
            <a:custGeom>
              <a:avLst/>
              <a:gdLst>
                <a:gd name="connsiteX0" fmla="*/ 20277 w 20277"/>
                <a:gd name="connsiteY0" fmla="*/ 8111 h 16222"/>
                <a:gd name="connsiteX1" fmla="*/ 10139 w 20277"/>
                <a:gd name="connsiteY1" fmla="*/ 16222 h 16222"/>
                <a:gd name="connsiteX2" fmla="*/ 0 w 20277"/>
                <a:gd name="connsiteY2" fmla="*/ 8111 h 16222"/>
                <a:gd name="connsiteX3" fmla="*/ 10139 w 20277"/>
                <a:gd name="connsiteY3" fmla="*/ 0 h 16222"/>
                <a:gd name="connsiteX4" fmla="*/ 20277 w 20277"/>
                <a:gd name="connsiteY4" fmla="*/ 8111 h 1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277" h="16222">
                  <a:moveTo>
                    <a:pt x="20277" y="8111"/>
                  </a:moveTo>
                  <a:cubicBezTo>
                    <a:pt x="20277" y="12547"/>
                    <a:pt x="15715" y="16222"/>
                    <a:pt x="10139" y="16222"/>
                  </a:cubicBezTo>
                  <a:cubicBezTo>
                    <a:pt x="4562" y="16222"/>
                    <a:pt x="0" y="12547"/>
                    <a:pt x="0" y="8111"/>
                  </a:cubicBezTo>
                  <a:cubicBezTo>
                    <a:pt x="0" y="3675"/>
                    <a:pt x="4562" y="0"/>
                    <a:pt x="10139" y="0"/>
                  </a:cubicBezTo>
                  <a:cubicBezTo>
                    <a:pt x="15715" y="0"/>
                    <a:pt x="20277" y="3675"/>
                    <a:pt x="20277" y="811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5" name="Freeform: Shape 1674">
              <a:extLst>
                <a:ext uri="{FF2B5EF4-FFF2-40B4-BE49-F238E27FC236}">
                  <a16:creationId xmlns:a16="http://schemas.microsoft.com/office/drawing/2014/main" id="{37CB4696-11DC-51B8-9608-22FA6A6CD00E}"/>
                </a:ext>
              </a:extLst>
            </p:cNvPr>
            <p:cNvSpPr/>
            <p:nvPr/>
          </p:nvSpPr>
          <p:spPr>
            <a:xfrm>
              <a:off x="5372212" y="5737493"/>
              <a:ext cx="21291" cy="16729"/>
            </a:xfrm>
            <a:custGeom>
              <a:avLst/>
              <a:gdLst>
                <a:gd name="connsiteX0" fmla="*/ 21292 w 21291"/>
                <a:gd name="connsiteY0" fmla="*/ 8365 h 16729"/>
                <a:gd name="connsiteX1" fmla="*/ 10646 w 21291"/>
                <a:gd name="connsiteY1" fmla="*/ 16729 h 16729"/>
                <a:gd name="connsiteX2" fmla="*/ 0 w 21291"/>
                <a:gd name="connsiteY2" fmla="*/ 8365 h 16729"/>
                <a:gd name="connsiteX3" fmla="*/ 10646 w 21291"/>
                <a:gd name="connsiteY3" fmla="*/ 0 h 16729"/>
                <a:gd name="connsiteX4" fmla="*/ 21292 w 21291"/>
                <a:gd name="connsiteY4" fmla="*/ 8365 h 16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291" h="16729">
                  <a:moveTo>
                    <a:pt x="21292" y="8365"/>
                  </a:moveTo>
                  <a:cubicBezTo>
                    <a:pt x="21292" y="13054"/>
                    <a:pt x="16602" y="16729"/>
                    <a:pt x="10646" y="16729"/>
                  </a:cubicBezTo>
                  <a:cubicBezTo>
                    <a:pt x="4689" y="16729"/>
                    <a:pt x="0" y="12927"/>
                    <a:pt x="0" y="8365"/>
                  </a:cubicBezTo>
                  <a:cubicBezTo>
                    <a:pt x="0" y="3802"/>
                    <a:pt x="4689" y="0"/>
                    <a:pt x="10646" y="0"/>
                  </a:cubicBezTo>
                  <a:cubicBezTo>
                    <a:pt x="16602" y="0"/>
                    <a:pt x="21292" y="3802"/>
                    <a:pt x="21292" y="836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6" name="Freeform: Shape 1675">
              <a:extLst>
                <a:ext uri="{FF2B5EF4-FFF2-40B4-BE49-F238E27FC236}">
                  <a16:creationId xmlns:a16="http://schemas.microsoft.com/office/drawing/2014/main" id="{F99A56D3-F8DE-2E06-126E-F4D037110478}"/>
                </a:ext>
              </a:extLst>
            </p:cNvPr>
            <p:cNvSpPr/>
            <p:nvPr/>
          </p:nvSpPr>
          <p:spPr>
            <a:xfrm>
              <a:off x="5246109" y="5708090"/>
              <a:ext cx="21798" cy="17236"/>
            </a:xfrm>
            <a:custGeom>
              <a:avLst/>
              <a:gdLst>
                <a:gd name="connsiteX0" fmla="*/ 21799 w 21798"/>
                <a:gd name="connsiteY0" fmla="*/ 8618 h 17236"/>
                <a:gd name="connsiteX1" fmla="*/ 10899 w 21798"/>
                <a:gd name="connsiteY1" fmla="*/ 17236 h 17236"/>
                <a:gd name="connsiteX2" fmla="*/ 0 w 21798"/>
                <a:gd name="connsiteY2" fmla="*/ 8618 h 17236"/>
                <a:gd name="connsiteX3" fmla="*/ 10899 w 21798"/>
                <a:gd name="connsiteY3" fmla="*/ 0 h 17236"/>
                <a:gd name="connsiteX4" fmla="*/ 21799 w 21798"/>
                <a:gd name="connsiteY4" fmla="*/ 8618 h 17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798" h="17236">
                  <a:moveTo>
                    <a:pt x="21799" y="8618"/>
                  </a:moveTo>
                  <a:cubicBezTo>
                    <a:pt x="21799" y="13434"/>
                    <a:pt x="16856" y="17236"/>
                    <a:pt x="10899" y="17236"/>
                  </a:cubicBezTo>
                  <a:cubicBezTo>
                    <a:pt x="4943" y="17236"/>
                    <a:pt x="0" y="13308"/>
                    <a:pt x="0" y="8618"/>
                  </a:cubicBezTo>
                  <a:cubicBezTo>
                    <a:pt x="0" y="3929"/>
                    <a:pt x="4943" y="0"/>
                    <a:pt x="10899" y="0"/>
                  </a:cubicBezTo>
                  <a:cubicBezTo>
                    <a:pt x="16856" y="0"/>
                    <a:pt x="21799" y="3929"/>
                    <a:pt x="21799" y="86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7" name="Freeform: Shape 1676">
              <a:extLst>
                <a:ext uri="{FF2B5EF4-FFF2-40B4-BE49-F238E27FC236}">
                  <a16:creationId xmlns:a16="http://schemas.microsoft.com/office/drawing/2014/main" id="{19B3FF05-FA85-D646-1B02-1FF54F8D2DF2}"/>
                </a:ext>
              </a:extLst>
            </p:cNvPr>
            <p:cNvSpPr/>
            <p:nvPr/>
          </p:nvSpPr>
          <p:spPr>
            <a:xfrm>
              <a:off x="5121908" y="5674632"/>
              <a:ext cx="21798" cy="17235"/>
            </a:xfrm>
            <a:custGeom>
              <a:avLst/>
              <a:gdLst>
                <a:gd name="connsiteX0" fmla="*/ 21798 w 21798"/>
                <a:gd name="connsiteY0" fmla="*/ 8618 h 17235"/>
                <a:gd name="connsiteX1" fmla="*/ 10899 w 21798"/>
                <a:gd name="connsiteY1" fmla="*/ 17236 h 17235"/>
                <a:gd name="connsiteX2" fmla="*/ 0 w 21798"/>
                <a:gd name="connsiteY2" fmla="*/ 8618 h 17235"/>
                <a:gd name="connsiteX3" fmla="*/ 10899 w 21798"/>
                <a:gd name="connsiteY3" fmla="*/ 0 h 17235"/>
                <a:gd name="connsiteX4" fmla="*/ 21798 w 21798"/>
                <a:gd name="connsiteY4" fmla="*/ 8618 h 17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798" h="17235">
                  <a:moveTo>
                    <a:pt x="21798" y="8618"/>
                  </a:moveTo>
                  <a:cubicBezTo>
                    <a:pt x="21798" y="13434"/>
                    <a:pt x="16983" y="17236"/>
                    <a:pt x="10899" y="17236"/>
                  </a:cubicBezTo>
                  <a:cubicBezTo>
                    <a:pt x="4816" y="17236"/>
                    <a:pt x="0" y="13307"/>
                    <a:pt x="0" y="8618"/>
                  </a:cubicBezTo>
                  <a:cubicBezTo>
                    <a:pt x="0" y="3929"/>
                    <a:pt x="4816" y="0"/>
                    <a:pt x="10899" y="0"/>
                  </a:cubicBezTo>
                  <a:cubicBezTo>
                    <a:pt x="16983" y="0"/>
                    <a:pt x="21798" y="3929"/>
                    <a:pt x="21798" y="86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8" name="Freeform: Shape 1677">
              <a:extLst>
                <a:ext uri="{FF2B5EF4-FFF2-40B4-BE49-F238E27FC236}">
                  <a16:creationId xmlns:a16="http://schemas.microsoft.com/office/drawing/2014/main" id="{2250BB61-2F29-916F-C7FD-0166E18A7120}"/>
                </a:ext>
              </a:extLst>
            </p:cNvPr>
            <p:cNvSpPr/>
            <p:nvPr/>
          </p:nvSpPr>
          <p:spPr>
            <a:xfrm>
              <a:off x="4999354" y="5636612"/>
              <a:ext cx="22558" cy="17869"/>
            </a:xfrm>
            <a:custGeom>
              <a:avLst/>
              <a:gdLst>
                <a:gd name="connsiteX0" fmla="*/ 22559 w 22558"/>
                <a:gd name="connsiteY0" fmla="*/ 8998 h 17869"/>
                <a:gd name="connsiteX1" fmla="*/ 11279 w 22558"/>
                <a:gd name="connsiteY1" fmla="*/ 17870 h 17869"/>
                <a:gd name="connsiteX2" fmla="*/ 0 w 22558"/>
                <a:gd name="connsiteY2" fmla="*/ 8998 h 17869"/>
                <a:gd name="connsiteX3" fmla="*/ 11279 w 22558"/>
                <a:gd name="connsiteY3" fmla="*/ 0 h 17869"/>
                <a:gd name="connsiteX4" fmla="*/ 22559 w 22558"/>
                <a:gd name="connsiteY4" fmla="*/ 8998 h 1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8" h="17869">
                  <a:moveTo>
                    <a:pt x="22559" y="8998"/>
                  </a:moveTo>
                  <a:cubicBezTo>
                    <a:pt x="22559" y="13941"/>
                    <a:pt x="17490" y="17870"/>
                    <a:pt x="11279" y="17870"/>
                  </a:cubicBezTo>
                  <a:cubicBezTo>
                    <a:pt x="5069" y="17870"/>
                    <a:pt x="0" y="13814"/>
                    <a:pt x="0" y="8998"/>
                  </a:cubicBezTo>
                  <a:cubicBezTo>
                    <a:pt x="0" y="4182"/>
                    <a:pt x="5069" y="0"/>
                    <a:pt x="11279" y="0"/>
                  </a:cubicBezTo>
                  <a:cubicBezTo>
                    <a:pt x="17490" y="0"/>
                    <a:pt x="22559" y="4056"/>
                    <a:pt x="22559" y="89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9" name="Freeform: Shape 1678">
              <a:extLst>
                <a:ext uri="{FF2B5EF4-FFF2-40B4-BE49-F238E27FC236}">
                  <a16:creationId xmlns:a16="http://schemas.microsoft.com/office/drawing/2014/main" id="{5F7505C5-9978-F9FC-B5AA-5D35412B4627}"/>
                </a:ext>
              </a:extLst>
            </p:cNvPr>
            <p:cNvSpPr/>
            <p:nvPr/>
          </p:nvSpPr>
          <p:spPr>
            <a:xfrm>
              <a:off x="4879335" y="5594789"/>
              <a:ext cx="22558" cy="17869"/>
            </a:xfrm>
            <a:custGeom>
              <a:avLst/>
              <a:gdLst>
                <a:gd name="connsiteX0" fmla="*/ 22559 w 22558"/>
                <a:gd name="connsiteY0" fmla="*/ 8998 h 17869"/>
                <a:gd name="connsiteX1" fmla="*/ 11280 w 22558"/>
                <a:gd name="connsiteY1" fmla="*/ 17869 h 17869"/>
                <a:gd name="connsiteX2" fmla="*/ 0 w 22558"/>
                <a:gd name="connsiteY2" fmla="*/ 8998 h 17869"/>
                <a:gd name="connsiteX3" fmla="*/ 11280 w 22558"/>
                <a:gd name="connsiteY3" fmla="*/ 0 h 17869"/>
                <a:gd name="connsiteX4" fmla="*/ 22559 w 22558"/>
                <a:gd name="connsiteY4" fmla="*/ 8998 h 1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8" h="17869">
                  <a:moveTo>
                    <a:pt x="22559" y="8998"/>
                  </a:moveTo>
                  <a:cubicBezTo>
                    <a:pt x="22559" y="13941"/>
                    <a:pt x="17490" y="17869"/>
                    <a:pt x="11280" y="17869"/>
                  </a:cubicBezTo>
                  <a:cubicBezTo>
                    <a:pt x="5069" y="17869"/>
                    <a:pt x="0" y="13814"/>
                    <a:pt x="0" y="8998"/>
                  </a:cubicBezTo>
                  <a:cubicBezTo>
                    <a:pt x="0" y="4182"/>
                    <a:pt x="5069" y="0"/>
                    <a:pt x="11280" y="0"/>
                  </a:cubicBezTo>
                  <a:cubicBezTo>
                    <a:pt x="17490" y="0"/>
                    <a:pt x="22559" y="4055"/>
                    <a:pt x="22559" y="89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0" name="Freeform: Shape 1679">
              <a:extLst>
                <a:ext uri="{FF2B5EF4-FFF2-40B4-BE49-F238E27FC236}">
                  <a16:creationId xmlns:a16="http://schemas.microsoft.com/office/drawing/2014/main" id="{6C634B7C-7AE8-5898-9508-819FE07E74AC}"/>
                </a:ext>
              </a:extLst>
            </p:cNvPr>
            <p:cNvSpPr/>
            <p:nvPr/>
          </p:nvSpPr>
          <p:spPr>
            <a:xfrm>
              <a:off x="4761471" y="5548403"/>
              <a:ext cx="23319" cy="18503"/>
            </a:xfrm>
            <a:custGeom>
              <a:avLst/>
              <a:gdLst>
                <a:gd name="connsiteX0" fmla="*/ 23319 w 23319"/>
                <a:gd name="connsiteY0" fmla="*/ 9251 h 18503"/>
                <a:gd name="connsiteX1" fmla="*/ 11659 w 23319"/>
                <a:gd name="connsiteY1" fmla="*/ 18503 h 18503"/>
                <a:gd name="connsiteX2" fmla="*/ 0 w 23319"/>
                <a:gd name="connsiteY2" fmla="*/ 9251 h 18503"/>
                <a:gd name="connsiteX3" fmla="*/ 11659 w 23319"/>
                <a:gd name="connsiteY3" fmla="*/ 0 h 18503"/>
                <a:gd name="connsiteX4" fmla="*/ 23319 w 23319"/>
                <a:gd name="connsiteY4" fmla="*/ 9251 h 18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319" h="18503">
                  <a:moveTo>
                    <a:pt x="23319" y="9251"/>
                  </a:moveTo>
                  <a:cubicBezTo>
                    <a:pt x="23319" y="14448"/>
                    <a:pt x="18123" y="18503"/>
                    <a:pt x="11659" y="18503"/>
                  </a:cubicBezTo>
                  <a:cubicBezTo>
                    <a:pt x="5196" y="18503"/>
                    <a:pt x="0" y="14321"/>
                    <a:pt x="0" y="9251"/>
                  </a:cubicBezTo>
                  <a:cubicBezTo>
                    <a:pt x="0" y="4182"/>
                    <a:pt x="5196" y="0"/>
                    <a:pt x="11659" y="0"/>
                  </a:cubicBezTo>
                  <a:cubicBezTo>
                    <a:pt x="18123" y="0"/>
                    <a:pt x="23319" y="4182"/>
                    <a:pt x="23319" y="925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1" name="Freeform: Shape 1680">
              <a:extLst>
                <a:ext uri="{FF2B5EF4-FFF2-40B4-BE49-F238E27FC236}">
                  <a16:creationId xmlns:a16="http://schemas.microsoft.com/office/drawing/2014/main" id="{5A32AC0C-63F6-D1B5-50D2-3FC14C8DBE7F}"/>
                </a:ext>
              </a:extLst>
            </p:cNvPr>
            <p:cNvSpPr/>
            <p:nvPr/>
          </p:nvSpPr>
          <p:spPr>
            <a:xfrm>
              <a:off x="4646521" y="5498469"/>
              <a:ext cx="23319" cy="18503"/>
            </a:xfrm>
            <a:custGeom>
              <a:avLst/>
              <a:gdLst>
                <a:gd name="connsiteX0" fmla="*/ 23319 w 23319"/>
                <a:gd name="connsiteY0" fmla="*/ 9251 h 18503"/>
                <a:gd name="connsiteX1" fmla="*/ 11659 w 23319"/>
                <a:gd name="connsiteY1" fmla="*/ 18503 h 18503"/>
                <a:gd name="connsiteX2" fmla="*/ 0 w 23319"/>
                <a:gd name="connsiteY2" fmla="*/ 9251 h 18503"/>
                <a:gd name="connsiteX3" fmla="*/ 11659 w 23319"/>
                <a:gd name="connsiteY3" fmla="*/ 0 h 18503"/>
                <a:gd name="connsiteX4" fmla="*/ 23319 w 23319"/>
                <a:gd name="connsiteY4" fmla="*/ 9251 h 18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319" h="18503">
                  <a:moveTo>
                    <a:pt x="23319" y="9251"/>
                  </a:moveTo>
                  <a:cubicBezTo>
                    <a:pt x="23319" y="14321"/>
                    <a:pt x="18123" y="18503"/>
                    <a:pt x="11659" y="18503"/>
                  </a:cubicBezTo>
                  <a:cubicBezTo>
                    <a:pt x="5196" y="18503"/>
                    <a:pt x="0" y="14321"/>
                    <a:pt x="0" y="9251"/>
                  </a:cubicBezTo>
                  <a:cubicBezTo>
                    <a:pt x="0" y="4182"/>
                    <a:pt x="5196" y="0"/>
                    <a:pt x="11659" y="0"/>
                  </a:cubicBezTo>
                  <a:cubicBezTo>
                    <a:pt x="18123" y="0"/>
                    <a:pt x="23319" y="4182"/>
                    <a:pt x="23319" y="925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2" name="Freeform: Shape 1681">
              <a:extLst>
                <a:ext uri="{FF2B5EF4-FFF2-40B4-BE49-F238E27FC236}">
                  <a16:creationId xmlns:a16="http://schemas.microsoft.com/office/drawing/2014/main" id="{F09CAD98-FFCD-5B5C-451A-5E2428749F7E}"/>
                </a:ext>
              </a:extLst>
            </p:cNvPr>
            <p:cNvSpPr/>
            <p:nvPr/>
          </p:nvSpPr>
          <p:spPr>
            <a:xfrm>
              <a:off x="4533980" y="5444353"/>
              <a:ext cx="24079" cy="19010"/>
            </a:xfrm>
            <a:custGeom>
              <a:avLst/>
              <a:gdLst>
                <a:gd name="connsiteX0" fmla="*/ 24080 w 24079"/>
                <a:gd name="connsiteY0" fmla="*/ 9505 h 19010"/>
                <a:gd name="connsiteX1" fmla="*/ 12040 w 24079"/>
                <a:gd name="connsiteY1" fmla="*/ 19010 h 19010"/>
                <a:gd name="connsiteX2" fmla="*/ 0 w 24079"/>
                <a:gd name="connsiteY2" fmla="*/ 9505 h 19010"/>
                <a:gd name="connsiteX3" fmla="*/ 12040 w 24079"/>
                <a:gd name="connsiteY3" fmla="*/ 0 h 19010"/>
                <a:gd name="connsiteX4" fmla="*/ 24080 w 24079"/>
                <a:gd name="connsiteY4" fmla="*/ 9505 h 19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79" h="19010">
                  <a:moveTo>
                    <a:pt x="24080" y="9505"/>
                  </a:moveTo>
                  <a:cubicBezTo>
                    <a:pt x="24080" y="14701"/>
                    <a:pt x="18757" y="19010"/>
                    <a:pt x="12040" y="19010"/>
                  </a:cubicBezTo>
                  <a:cubicBezTo>
                    <a:pt x="5323" y="19010"/>
                    <a:pt x="0" y="14701"/>
                    <a:pt x="0" y="9505"/>
                  </a:cubicBezTo>
                  <a:cubicBezTo>
                    <a:pt x="0" y="4309"/>
                    <a:pt x="5323" y="0"/>
                    <a:pt x="12040" y="0"/>
                  </a:cubicBezTo>
                  <a:cubicBezTo>
                    <a:pt x="18757" y="0"/>
                    <a:pt x="24080" y="4183"/>
                    <a:pt x="24080" y="950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3" name="Freeform: Shape 1682">
              <a:extLst>
                <a:ext uri="{FF2B5EF4-FFF2-40B4-BE49-F238E27FC236}">
                  <a16:creationId xmlns:a16="http://schemas.microsoft.com/office/drawing/2014/main" id="{B35EE434-5355-3470-026E-05D5150EFFAE}"/>
                </a:ext>
              </a:extLst>
            </p:cNvPr>
            <p:cNvSpPr/>
            <p:nvPr/>
          </p:nvSpPr>
          <p:spPr>
            <a:xfrm>
              <a:off x="4424987" y="5386435"/>
              <a:ext cx="24079" cy="19010"/>
            </a:xfrm>
            <a:custGeom>
              <a:avLst/>
              <a:gdLst>
                <a:gd name="connsiteX0" fmla="*/ 24080 w 24079"/>
                <a:gd name="connsiteY0" fmla="*/ 9505 h 19010"/>
                <a:gd name="connsiteX1" fmla="*/ 12040 w 24079"/>
                <a:gd name="connsiteY1" fmla="*/ 19010 h 19010"/>
                <a:gd name="connsiteX2" fmla="*/ 0 w 24079"/>
                <a:gd name="connsiteY2" fmla="*/ 9505 h 19010"/>
                <a:gd name="connsiteX3" fmla="*/ 12040 w 24079"/>
                <a:gd name="connsiteY3" fmla="*/ 0 h 19010"/>
                <a:gd name="connsiteX4" fmla="*/ 24080 w 24079"/>
                <a:gd name="connsiteY4" fmla="*/ 9505 h 19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79" h="19010">
                  <a:moveTo>
                    <a:pt x="24080" y="9505"/>
                  </a:moveTo>
                  <a:cubicBezTo>
                    <a:pt x="24080" y="14828"/>
                    <a:pt x="18757" y="19010"/>
                    <a:pt x="12040" y="19010"/>
                  </a:cubicBezTo>
                  <a:cubicBezTo>
                    <a:pt x="5323" y="19010"/>
                    <a:pt x="0" y="14828"/>
                    <a:pt x="0" y="9505"/>
                  </a:cubicBezTo>
                  <a:cubicBezTo>
                    <a:pt x="0" y="4182"/>
                    <a:pt x="5323" y="0"/>
                    <a:pt x="12040" y="0"/>
                  </a:cubicBezTo>
                  <a:cubicBezTo>
                    <a:pt x="18757" y="0"/>
                    <a:pt x="24080" y="4182"/>
                    <a:pt x="24080" y="950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4" name="Freeform: Shape 1683">
              <a:extLst>
                <a:ext uri="{FF2B5EF4-FFF2-40B4-BE49-F238E27FC236}">
                  <a16:creationId xmlns:a16="http://schemas.microsoft.com/office/drawing/2014/main" id="{AC43B261-F1CA-9389-3C17-1B41592A7055}"/>
                </a:ext>
              </a:extLst>
            </p:cNvPr>
            <p:cNvSpPr/>
            <p:nvPr/>
          </p:nvSpPr>
          <p:spPr>
            <a:xfrm>
              <a:off x="4318909" y="5324714"/>
              <a:ext cx="24840" cy="19644"/>
            </a:xfrm>
            <a:custGeom>
              <a:avLst/>
              <a:gdLst>
                <a:gd name="connsiteX0" fmla="*/ 24840 w 24840"/>
                <a:gd name="connsiteY0" fmla="*/ 9885 h 19644"/>
                <a:gd name="connsiteX1" fmla="*/ 12420 w 24840"/>
                <a:gd name="connsiteY1" fmla="*/ 19644 h 19644"/>
                <a:gd name="connsiteX2" fmla="*/ 0 w 24840"/>
                <a:gd name="connsiteY2" fmla="*/ 9885 h 19644"/>
                <a:gd name="connsiteX3" fmla="*/ 12420 w 24840"/>
                <a:gd name="connsiteY3" fmla="*/ 0 h 19644"/>
                <a:gd name="connsiteX4" fmla="*/ 24840 w 24840"/>
                <a:gd name="connsiteY4" fmla="*/ 9885 h 19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840" h="19644">
                  <a:moveTo>
                    <a:pt x="24840" y="9885"/>
                  </a:moveTo>
                  <a:cubicBezTo>
                    <a:pt x="24840" y="15335"/>
                    <a:pt x="19264" y="19644"/>
                    <a:pt x="12420" y="19644"/>
                  </a:cubicBezTo>
                  <a:cubicBezTo>
                    <a:pt x="5576" y="19644"/>
                    <a:pt x="0" y="15208"/>
                    <a:pt x="0" y="9885"/>
                  </a:cubicBezTo>
                  <a:cubicBezTo>
                    <a:pt x="0" y="4563"/>
                    <a:pt x="5576" y="0"/>
                    <a:pt x="12420" y="0"/>
                  </a:cubicBezTo>
                  <a:cubicBezTo>
                    <a:pt x="19264" y="0"/>
                    <a:pt x="24840" y="4436"/>
                    <a:pt x="24840" y="988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5" name="Freeform: Shape 1684">
              <a:extLst>
                <a:ext uri="{FF2B5EF4-FFF2-40B4-BE49-F238E27FC236}">
                  <a16:creationId xmlns:a16="http://schemas.microsoft.com/office/drawing/2014/main" id="{0F9EEB0A-015C-C7C5-940E-CEF1BC30A8E1}"/>
                </a:ext>
              </a:extLst>
            </p:cNvPr>
            <p:cNvSpPr/>
            <p:nvPr/>
          </p:nvSpPr>
          <p:spPr>
            <a:xfrm>
              <a:off x="4217013" y="5259952"/>
              <a:ext cx="24080" cy="19010"/>
            </a:xfrm>
            <a:custGeom>
              <a:avLst/>
              <a:gdLst>
                <a:gd name="connsiteX0" fmla="*/ 24080 w 24080"/>
                <a:gd name="connsiteY0" fmla="*/ 9505 h 19010"/>
                <a:gd name="connsiteX1" fmla="*/ 12040 w 24080"/>
                <a:gd name="connsiteY1" fmla="*/ 19010 h 19010"/>
                <a:gd name="connsiteX2" fmla="*/ 0 w 24080"/>
                <a:gd name="connsiteY2" fmla="*/ 9505 h 19010"/>
                <a:gd name="connsiteX3" fmla="*/ 12040 w 24080"/>
                <a:gd name="connsiteY3" fmla="*/ 0 h 19010"/>
                <a:gd name="connsiteX4" fmla="*/ 24080 w 24080"/>
                <a:gd name="connsiteY4" fmla="*/ 9505 h 19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80" h="19010">
                  <a:moveTo>
                    <a:pt x="24080" y="9505"/>
                  </a:moveTo>
                  <a:cubicBezTo>
                    <a:pt x="24080" y="14701"/>
                    <a:pt x="18757" y="19010"/>
                    <a:pt x="12040" y="19010"/>
                  </a:cubicBezTo>
                  <a:cubicBezTo>
                    <a:pt x="5323" y="19010"/>
                    <a:pt x="0" y="14701"/>
                    <a:pt x="0" y="9505"/>
                  </a:cubicBezTo>
                  <a:cubicBezTo>
                    <a:pt x="0" y="4309"/>
                    <a:pt x="5323" y="0"/>
                    <a:pt x="12040" y="0"/>
                  </a:cubicBezTo>
                  <a:cubicBezTo>
                    <a:pt x="18757" y="0"/>
                    <a:pt x="24080" y="4182"/>
                    <a:pt x="24080" y="950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6" name="Freeform: Shape 1685">
              <a:extLst>
                <a:ext uri="{FF2B5EF4-FFF2-40B4-BE49-F238E27FC236}">
                  <a16:creationId xmlns:a16="http://schemas.microsoft.com/office/drawing/2014/main" id="{FC89F43D-F1F9-51D3-549B-EA06D63AAFA7}"/>
                </a:ext>
              </a:extLst>
            </p:cNvPr>
            <p:cNvSpPr/>
            <p:nvPr/>
          </p:nvSpPr>
          <p:spPr>
            <a:xfrm>
              <a:off x="4118412" y="5191388"/>
              <a:ext cx="24079" cy="19010"/>
            </a:xfrm>
            <a:custGeom>
              <a:avLst/>
              <a:gdLst>
                <a:gd name="connsiteX0" fmla="*/ 24080 w 24079"/>
                <a:gd name="connsiteY0" fmla="*/ 9505 h 19010"/>
                <a:gd name="connsiteX1" fmla="*/ 12040 w 24079"/>
                <a:gd name="connsiteY1" fmla="*/ 19010 h 19010"/>
                <a:gd name="connsiteX2" fmla="*/ 0 w 24079"/>
                <a:gd name="connsiteY2" fmla="*/ 9505 h 19010"/>
                <a:gd name="connsiteX3" fmla="*/ 12040 w 24079"/>
                <a:gd name="connsiteY3" fmla="*/ 0 h 19010"/>
                <a:gd name="connsiteX4" fmla="*/ 24080 w 24079"/>
                <a:gd name="connsiteY4" fmla="*/ 9505 h 19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79" h="19010">
                  <a:moveTo>
                    <a:pt x="24080" y="9505"/>
                  </a:moveTo>
                  <a:cubicBezTo>
                    <a:pt x="24080" y="14701"/>
                    <a:pt x="18757" y="19010"/>
                    <a:pt x="12040" y="19010"/>
                  </a:cubicBezTo>
                  <a:cubicBezTo>
                    <a:pt x="5323" y="19010"/>
                    <a:pt x="0" y="14701"/>
                    <a:pt x="0" y="9505"/>
                  </a:cubicBezTo>
                  <a:cubicBezTo>
                    <a:pt x="0" y="4309"/>
                    <a:pt x="5323" y="0"/>
                    <a:pt x="12040" y="0"/>
                  </a:cubicBezTo>
                  <a:cubicBezTo>
                    <a:pt x="18757" y="0"/>
                    <a:pt x="24080" y="4309"/>
                    <a:pt x="24080" y="950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7" name="Freeform: Shape 1686">
              <a:extLst>
                <a:ext uri="{FF2B5EF4-FFF2-40B4-BE49-F238E27FC236}">
                  <a16:creationId xmlns:a16="http://schemas.microsoft.com/office/drawing/2014/main" id="{33C189A4-BE41-6089-F11C-73153992BC02}"/>
                </a:ext>
              </a:extLst>
            </p:cNvPr>
            <p:cNvSpPr/>
            <p:nvPr/>
          </p:nvSpPr>
          <p:spPr>
            <a:xfrm>
              <a:off x="4023487" y="5119022"/>
              <a:ext cx="24713" cy="19770"/>
            </a:xfrm>
            <a:custGeom>
              <a:avLst/>
              <a:gdLst>
                <a:gd name="connsiteX0" fmla="*/ 24714 w 24713"/>
                <a:gd name="connsiteY0" fmla="*/ 9885 h 19770"/>
                <a:gd name="connsiteX1" fmla="*/ 12293 w 24713"/>
                <a:gd name="connsiteY1" fmla="*/ 19771 h 19770"/>
                <a:gd name="connsiteX2" fmla="*/ 0 w 24713"/>
                <a:gd name="connsiteY2" fmla="*/ 9885 h 19770"/>
                <a:gd name="connsiteX3" fmla="*/ 12293 w 24713"/>
                <a:gd name="connsiteY3" fmla="*/ 0 h 19770"/>
                <a:gd name="connsiteX4" fmla="*/ 24714 w 24713"/>
                <a:gd name="connsiteY4" fmla="*/ 9885 h 19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713" h="19770">
                  <a:moveTo>
                    <a:pt x="24714" y="9885"/>
                  </a:moveTo>
                  <a:cubicBezTo>
                    <a:pt x="24714" y="15335"/>
                    <a:pt x="19137" y="19771"/>
                    <a:pt x="12293" y="19771"/>
                  </a:cubicBezTo>
                  <a:cubicBezTo>
                    <a:pt x="5450" y="19771"/>
                    <a:pt x="0" y="15335"/>
                    <a:pt x="0" y="9885"/>
                  </a:cubicBezTo>
                  <a:cubicBezTo>
                    <a:pt x="0" y="4436"/>
                    <a:pt x="5576" y="0"/>
                    <a:pt x="12293" y="0"/>
                  </a:cubicBezTo>
                  <a:cubicBezTo>
                    <a:pt x="19010" y="0"/>
                    <a:pt x="24714" y="4436"/>
                    <a:pt x="24714" y="988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8" name="Freeform: Shape 1687">
              <a:extLst>
                <a:ext uri="{FF2B5EF4-FFF2-40B4-BE49-F238E27FC236}">
                  <a16:creationId xmlns:a16="http://schemas.microsoft.com/office/drawing/2014/main" id="{D83FDC1B-AB35-7116-7FCB-4C803A0E36FD}"/>
                </a:ext>
              </a:extLst>
            </p:cNvPr>
            <p:cNvSpPr/>
            <p:nvPr/>
          </p:nvSpPr>
          <p:spPr>
            <a:xfrm>
              <a:off x="3932744" y="5043994"/>
              <a:ext cx="24713" cy="19644"/>
            </a:xfrm>
            <a:custGeom>
              <a:avLst/>
              <a:gdLst>
                <a:gd name="connsiteX0" fmla="*/ 24714 w 24713"/>
                <a:gd name="connsiteY0" fmla="*/ 9885 h 19644"/>
                <a:gd name="connsiteX1" fmla="*/ 12420 w 24713"/>
                <a:gd name="connsiteY1" fmla="*/ 19644 h 19644"/>
                <a:gd name="connsiteX2" fmla="*/ 0 w 24713"/>
                <a:gd name="connsiteY2" fmla="*/ 9885 h 19644"/>
                <a:gd name="connsiteX3" fmla="*/ 12420 w 24713"/>
                <a:gd name="connsiteY3" fmla="*/ 0 h 19644"/>
                <a:gd name="connsiteX4" fmla="*/ 24714 w 24713"/>
                <a:gd name="connsiteY4" fmla="*/ 9885 h 19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713" h="19644">
                  <a:moveTo>
                    <a:pt x="24714" y="9885"/>
                  </a:moveTo>
                  <a:cubicBezTo>
                    <a:pt x="24714" y="15335"/>
                    <a:pt x="19137" y="19644"/>
                    <a:pt x="12420" y="19644"/>
                  </a:cubicBezTo>
                  <a:cubicBezTo>
                    <a:pt x="5703" y="19644"/>
                    <a:pt x="0" y="15208"/>
                    <a:pt x="0" y="9885"/>
                  </a:cubicBezTo>
                  <a:cubicBezTo>
                    <a:pt x="0" y="4563"/>
                    <a:pt x="5576" y="0"/>
                    <a:pt x="12420" y="0"/>
                  </a:cubicBezTo>
                  <a:cubicBezTo>
                    <a:pt x="19264" y="0"/>
                    <a:pt x="24714" y="4436"/>
                    <a:pt x="24714" y="988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9" name="Freeform: Shape 1688">
              <a:extLst>
                <a:ext uri="{FF2B5EF4-FFF2-40B4-BE49-F238E27FC236}">
                  <a16:creationId xmlns:a16="http://schemas.microsoft.com/office/drawing/2014/main" id="{AF94148A-F8D8-F245-634C-1EC29C84A3E9}"/>
                </a:ext>
              </a:extLst>
            </p:cNvPr>
            <p:cNvSpPr/>
            <p:nvPr/>
          </p:nvSpPr>
          <p:spPr>
            <a:xfrm>
              <a:off x="3846564" y="4966178"/>
              <a:ext cx="24079" cy="19010"/>
            </a:xfrm>
            <a:custGeom>
              <a:avLst/>
              <a:gdLst>
                <a:gd name="connsiteX0" fmla="*/ 24080 w 24079"/>
                <a:gd name="connsiteY0" fmla="*/ 9505 h 19010"/>
                <a:gd name="connsiteX1" fmla="*/ 12040 w 24079"/>
                <a:gd name="connsiteY1" fmla="*/ 19010 h 19010"/>
                <a:gd name="connsiteX2" fmla="*/ 0 w 24079"/>
                <a:gd name="connsiteY2" fmla="*/ 9505 h 19010"/>
                <a:gd name="connsiteX3" fmla="*/ 12040 w 24079"/>
                <a:gd name="connsiteY3" fmla="*/ 0 h 19010"/>
                <a:gd name="connsiteX4" fmla="*/ 24080 w 24079"/>
                <a:gd name="connsiteY4" fmla="*/ 9505 h 19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79" h="19010">
                  <a:moveTo>
                    <a:pt x="24080" y="9505"/>
                  </a:moveTo>
                  <a:cubicBezTo>
                    <a:pt x="24080" y="14828"/>
                    <a:pt x="18757" y="19010"/>
                    <a:pt x="12040" y="19010"/>
                  </a:cubicBezTo>
                  <a:cubicBezTo>
                    <a:pt x="5323" y="19010"/>
                    <a:pt x="0" y="14828"/>
                    <a:pt x="0" y="9505"/>
                  </a:cubicBezTo>
                  <a:cubicBezTo>
                    <a:pt x="0" y="4182"/>
                    <a:pt x="5323" y="0"/>
                    <a:pt x="12040" y="0"/>
                  </a:cubicBezTo>
                  <a:cubicBezTo>
                    <a:pt x="18757" y="0"/>
                    <a:pt x="24080" y="4309"/>
                    <a:pt x="24080" y="950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0" name="Freeform: Shape 1689">
              <a:extLst>
                <a:ext uri="{FF2B5EF4-FFF2-40B4-BE49-F238E27FC236}">
                  <a16:creationId xmlns:a16="http://schemas.microsoft.com/office/drawing/2014/main" id="{C071D22F-96A8-2505-2478-265962315F03}"/>
                </a:ext>
              </a:extLst>
            </p:cNvPr>
            <p:cNvSpPr/>
            <p:nvPr/>
          </p:nvSpPr>
          <p:spPr>
            <a:xfrm>
              <a:off x="3764566" y="4885068"/>
              <a:ext cx="24079" cy="19010"/>
            </a:xfrm>
            <a:custGeom>
              <a:avLst/>
              <a:gdLst>
                <a:gd name="connsiteX0" fmla="*/ 24080 w 24079"/>
                <a:gd name="connsiteY0" fmla="*/ 9505 h 19010"/>
                <a:gd name="connsiteX1" fmla="*/ 12040 w 24079"/>
                <a:gd name="connsiteY1" fmla="*/ 19010 h 19010"/>
                <a:gd name="connsiteX2" fmla="*/ 0 w 24079"/>
                <a:gd name="connsiteY2" fmla="*/ 9505 h 19010"/>
                <a:gd name="connsiteX3" fmla="*/ 12040 w 24079"/>
                <a:gd name="connsiteY3" fmla="*/ 0 h 19010"/>
                <a:gd name="connsiteX4" fmla="*/ 24080 w 24079"/>
                <a:gd name="connsiteY4" fmla="*/ 9505 h 19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79" h="19010">
                  <a:moveTo>
                    <a:pt x="24080" y="9505"/>
                  </a:moveTo>
                  <a:cubicBezTo>
                    <a:pt x="24080" y="14701"/>
                    <a:pt x="18757" y="19010"/>
                    <a:pt x="12040" y="19010"/>
                  </a:cubicBezTo>
                  <a:cubicBezTo>
                    <a:pt x="5323" y="19010"/>
                    <a:pt x="0" y="14701"/>
                    <a:pt x="0" y="9505"/>
                  </a:cubicBezTo>
                  <a:cubicBezTo>
                    <a:pt x="0" y="4309"/>
                    <a:pt x="5323" y="0"/>
                    <a:pt x="12040" y="0"/>
                  </a:cubicBezTo>
                  <a:cubicBezTo>
                    <a:pt x="18757" y="0"/>
                    <a:pt x="24080" y="4182"/>
                    <a:pt x="24080" y="950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1" name="Freeform: Shape 1690">
              <a:extLst>
                <a:ext uri="{FF2B5EF4-FFF2-40B4-BE49-F238E27FC236}">
                  <a16:creationId xmlns:a16="http://schemas.microsoft.com/office/drawing/2014/main" id="{3E3DC1D0-895C-ABE0-2284-E666B657C0B8}"/>
                </a:ext>
              </a:extLst>
            </p:cNvPr>
            <p:cNvSpPr/>
            <p:nvPr/>
          </p:nvSpPr>
          <p:spPr>
            <a:xfrm>
              <a:off x="3687003" y="4801168"/>
              <a:ext cx="24079" cy="19010"/>
            </a:xfrm>
            <a:custGeom>
              <a:avLst/>
              <a:gdLst>
                <a:gd name="connsiteX0" fmla="*/ 24080 w 24079"/>
                <a:gd name="connsiteY0" fmla="*/ 9505 h 19010"/>
                <a:gd name="connsiteX1" fmla="*/ 12040 w 24079"/>
                <a:gd name="connsiteY1" fmla="*/ 19010 h 19010"/>
                <a:gd name="connsiteX2" fmla="*/ 0 w 24079"/>
                <a:gd name="connsiteY2" fmla="*/ 9505 h 19010"/>
                <a:gd name="connsiteX3" fmla="*/ 12040 w 24079"/>
                <a:gd name="connsiteY3" fmla="*/ 0 h 19010"/>
                <a:gd name="connsiteX4" fmla="*/ 24080 w 24079"/>
                <a:gd name="connsiteY4" fmla="*/ 9505 h 19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79" h="19010">
                  <a:moveTo>
                    <a:pt x="24080" y="9505"/>
                  </a:moveTo>
                  <a:cubicBezTo>
                    <a:pt x="24080" y="14701"/>
                    <a:pt x="18757" y="19010"/>
                    <a:pt x="12040" y="19010"/>
                  </a:cubicBezTo>
                  <a:cubicBezTo>
                    <a:pt x="5323" y="19010"/>
                    <a:pt x="0" y="14701"/>
                    <a:pt x="0" y="9505"/>
                  </a:cubicBezTo>
                  <a:cubicBezTo>
                    <a:pt x="0" y="4309"/>
                    <a:pt x="5323" y="0"/>
                    <a:pt x="12040" y="0"/>
                  </a:cubicBezTo>
                  <a:cubicBezTo>
                    <a:pt x="18757" y="0"/>
                    <a:pt x="24080" y="4309"/>
                    <a:pt x="24080" y="950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2" name="Freeform: Shape 1691">
              <a:extLst>
                <a:ext uri="{FF2B5EF4-FFF2-40B4-BE49-F238E27FC236}">
                  <a16:creationId xmlns:a16="http://schemas.microsoft.com/office/drawing/2014/main" id="{61E0CF0A-FE0B-F2BD-4740-D7327EB47CFA}"/>
                </a:ext>
              </a:extLst>
            </p:cNvPr>
            <p:cNvSpPr/>
            <p:nvPr/>
          </p:nvSpPr>
          <p:spPr>
            <a:xfrm>
              <a:off x="3614130" y="4714734"/>
              <a:ext cx="24079" cy="19010"/>
            </a:xfrm>
            <a:custGeom>
              <a:avLst/>
              <a:gdLst>
                <a:gd name="connsiteX0" fmla="*/ 24080 w 24079"/>
                <a:gd name="connsiteY0" fmla="*/ 9505 h 19010"/>
                <a:gd name="connsiteX1" fmla="*/ 12040 w 24079"/>
                <a:gd name="connsiteY1" fmla="*/ 19010 h 19010"/>
                <a:gd name="connsiteX2" fmla="*/ 0 w 24079"/>
                <a:gd name="connsiteY2" fmla="*/ 9505 h 19010"/>
                <a:gd name="connsiteX3" fmla="*/ 12040 w 24079"/>
                <a:gd name="connsiteY3" fmla="*/ 0 h 19010"/>
                <a:gd name="connsiteX4" fmla="*/ 24080 w 24079"/>
                <a:gd name="connsiteY4" fmla="*/ 9505 h 19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79" h="19010">
                  <a:moveTo>
                    <a:pt x="24080" y="9505"/>
                  </a:moveTo>
                  <a:cubicBezTo>
                    <a:pt x="24080" y="14701"/>
                    <a:pt x="18757" y="19010"/>
                    <a:pt x="12040" y="19010"/>
                  </a:cubicBezTo>
                  <a:cubicBezTo>
                    <a:pt x="5323" y="19010"/>
                    <a:pt x="0" y="14701"/>
                    <a:pt x="0" y="9505"/>
                  </a:cubicBezTo>
                  <a:cubicBezTo>
                    <a:pt x="0" y="4309"/>
                    <a:pt x="5323" y="0"/>
                    <a:pt x="12040" y="0"/>
                  </a:cubicBezTo>
                  <a:cubicBezTo>
                    <a:pt x="18757" y="0"/>
                    <a:pt x="24080" y="4182"/>
                    <a:pt x="24080" y="950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3" name="Freeform: Shape 1692">
              <a:extLst>
                <a:ext uri="{FF2B5EF4-FFF2-40B4-BE49-F238E27FC236}">
                  <a16:creationId xmlns:a16="http://schemas.microsoft.com/office/drawing/2014/main" id="{0054CB88-6347-9813-7FB6-07C28B11007F}"/>
                </a:ext>
              </a:extLst>
            </p:cNvPr>
            <p:cNvSpPr/>
            <p:nvPr/>
          </p:nvSpPr>
          <p:spPr>
            <a:xfrm>
              <a:off x="3546200" y="4625766"/>
              <a:ext cx="24079" cy="19010"/>
            </a:xfrm>
            <a:custGeom>
              <a:avLst/>
              <a:gdLst>
                <a:gd name="connsiteX0" fmla="*/ 24080 w 24079"/>
                <a:gd name="connsiteY0" fmla="*/ 9505 h 19010"/>
                <a:gd name="connsiteX1" fmla="*/ 12040 w 24079"/>
                <a:gd name="connsiteY1" fmla="*/ 19010 h 19010"/>
                <a:gd name="connsiteX2" fmla="*/ 0 w 24079"/>
                <a:gd name="connsiteY2" fmla="*/ 9505 h 19010"/>
                <a:gd name="connsiteX3" fmla="*/ 12040 w 24079"/>
                <a:gd name="connsiteY3" fmla="*/ 0 h 19010"/>
                <a:gd name="connsiteX4" fmla="*/ 24080 w 24079"/>
                <a:gd name="connsiteY4" fmla="*/ 9505 h 19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79" h="19010">
                  <a:moveTo>
                    <a:pt x="24080" y="9505"/>
                  </a:moveTo>
                  <a:cubicBezTo>
                    <a:pt x="24080" y="14701"/>
                    <a:pt x="18757" y="19010"/>
                    <a:pt x="12040" y="19010"/>
                  </a:cubicBezTo>
                  <a:cubicBezTo>
                    <a:pt x="5323" y="19010"/>
                    <a:pt x="0" y="14701"/>
                    <a:pt x="0" y="9505"/>
                  </a:cubicBezTo>
                  <a:cubicBezTo>
                    <a:pt x="0" y="4309"/>
                    <a:pt x="5323" y="0"/>
                    <a:pt x="12040" y="0"/>
                  </a:cubicBezTo>
                  <a:cubicBezTo>
                    <a:pt x="18757" y="0"/>
                    <a:pt x="24080" y="4309"/>
                    <a:pt x="24080" y="950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4" name="Freeform: Shape 1693">
              <a:extLst>
                <a:ext uri="{FF2B5EF4-FFF2-40B4-BE49-F238E27FC236}">
                  <a16:creationId xmlns:a16="http://schemas.microsoft.com/office/drawing/2014/main" id="{C47C9CB3-BAEF-1325-9A5E-C16BFCE00FA6}"/>
                </a:ext>
              </a:extLst>
            </p:cNvPr>
            <p:cNvSpPr/>
            <p:nvPr/>
          </p:nvSpPr>
          <p:spPr>
            <a:xfrm>
              <a:off x="3483592" y="4534896"/>
              <a:ext cx="23319" cy="18503"/>
            </a:xfrm>
            <a:custGeom>
              <a:avLst/>
              <a:gdLst>
                <a:gd name="connsiteX0" fmla="*/ 23319 w 23319"/>
                <a:gd name="connsiteY0" fmla="*/ 9251 h 18503"/>
                <a:gd name="connsiteX1" fmla="*/ 11660 w 23319"/>
                <a:gd name="connsiteY1" fmla="*/ 18503 h 18503"/>
                <a:gd name="connsiteX2" fmla="*/ 0 w 23319"/>
                <a:gd name="connsiteY2" fmla="*/ 9251 h 18503"/>
                <a:gd name="connsiteX3" fmla="*/ 11660 w 23319"/>
                <a:gd name="connsiteY3" fmla="*/ 0 h 18503"/>
                <a:gd name="connsiteX4" fmla="*/ 23319 w 23319"/>
                <a:gd name="connsiteY4" fmla="*/ 9251 h 18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319" h="18503">
                  <a:moveTo>
                    <a:pt x="23319" y="9251"/>
                  </a:moveTo>
                  <a:cubicBezTo>
                    <a:pt x="23319" y="14448"/>
                    <a:pt x="18123" y="18503"/>
                    <a:pt x="11660" y="18503"/>
                  </a:cubicBezTo>
                  <a:cubicBezTo>
                    <a:pt x="5196" y="18503"/>
                    <a:pt x="0" y="14321"/>
                    <a:pt x="0" y="9251"/>
                  </a:cubicBezTo>
                  <a:cubicBezTo>
                    <a:pt x="0" y="4182"/>
                    <a:pt x="5196" y="0"/>
                    <a:pt x="11660" y="0"/>
                  </a:cubicBezTo>
                  <a:cubicBezTo>
                    <a:pt x="18123" y="0"/>
                    <a:pt x="23319" y="4182"/>
                    <a:pt x="23319" y="925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5" name="Freeform: Shape 1694">
              <a:extLst>
                <a:ext uri="{FF2B5EF4-FFF2-40B4-BE49-F238E27FC236}">
                  <a16:creationId xmlns:a16="http://schemas.microsoft.com/office/drawing/2014/main" id="{266AAE1E-B1C1-ABEA-9E8A-16E89CE442D9}"/>
                </a:ext>
              </a:extLst>
            </p:cNvPr>
            <p:cNvSpPr/>
            <p:nvPr/>
          </p:nvSpPr>
          <p:spPr>
            <a:xfrm>
              <a:off x="3425547" y="4441618"/>
              <a:ext cx="23319" cy="18503"/>
            </a:xfrm>
            <a:custGeom>
              <a:avLst/>
              <a:gdLst>
                <a:gd name="connsiteX0" fmla="*/ 23319 w 23319"/>
                <a:gd name="connsiteY0" fmla="*/ 9252 h 18503"/>
                <a:gd name="connsiteX1" fmla="*/ 11659 w 23319"/>
                <a:gd name="connsiteY1" fmla="*/ 18503 h 18503"/>
                <a:gd name="connsiteX2" fmla="*/ 0 w 23319"/>
                <a:gd name="connsiteY2" fmla="*/ 9252 h 18503"/>
                <a:gd name="connsiteX3" fmla="*/ 11659 w 23319"/>
                <a:gd name="connsiteY3" fmla="*/ 0 h 18503"/>
                <a:gd name="connsiteX4" fmla="*/ 23319 w 23319"/>
                <a:gd name="connsiteY4" fmla="*/ 9252 h 18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319" h="18503">
                  <a:moveTo>
                    <a:pt x="23319" y="9252"/>
                  </a:moveTo>
                  <a:cubicBezTo>
                    <a:pt x="23319" y="14321"/>
                    <a:pt x="18123" y="18503"/>
                    <a:pt x="11659" y="18503"/>
                  </a:cubicBezTo>
                  <a:cubicBezTo>
                    <a:pt x="5196" y="18503"/>
                    <a:pt x="0" y="14321"/>
                    <a:pt x="0" y="9252"/>
                  </a:cubicBezTo>
                  <a:cubicBezTo>
                    <a:pt x="0" y="4183"/>
                    <a:pt x="5196" y="0"/>
                    <a:pt x="11659" y="0"/>
                  </a:cubicBezTo>
                  <a:cubicBezTo>
                    <a:pt x="18123" y="0"/>
                    <a:pt x="23319" y="4183"/>
                    <a:pt x="23319" y="925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6" name="Freeform: Shape 1695">
              <a:extLst>
                <a:ext uri="{FF2B5EF4-FFF2-40B4-BE49-F238E27FC236}">
                  <a16:creationId xmlns:a16="http://schemas.microsoft.com/office/drawing/2014/main" id="{440B5FEE-5957-CD70-FE47-B23B1BBEB5F2}"/>
                </a:ext>
              </a:extLst>
            </p:cNvPr>
            <p:cNvSpPr/>
            <p:nvPr/>
          </p:nvSpPr>
          <p:spPr>
            <a:xfrm>
              <a:off x="3373078" y="4346693"/>
              <a:ext cx="22558" cy="17869"/>
            </a:xfrm>
            <a:custGeom>
              <a:avLst/>
              <a:gdLst>
                <a:gd name="connsiteX0" fmla="*/ 22559 w 22558"/>
                <a:gd name="connsiteY0" fmla="*/ 8998 h 17869"/>
                <a:gd name="connsiteX1" fmla="*/ 11280 w 22558"/>
                <a:gd name="connsiteY1" fmla="*/ 17870 h 17869"/>
                <a:gd name="connsiteX2" fmla="*/ 0 w 22558"/>
                <a:gd name="connsiteY2" fmla="*/ 8998 h 17869"/>
                <a:gd name="connsiteX3" fmla="*/ 11280 w 22558"/>
                <a:gd name="connsiteY3" fmla="*/ 0 h 17869"/>
                <a:gd name="connsiteX4" fmla="*/ 22559 w 22558"/>
                <a:gd name="connsiteY4" fmla="*/ 8998 h 1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8" h="17869">
                  <a:moveTo>
                    <a:pt x="22559" y="8998"/>
                  </a:moveTo>
                  <a:cubicBezTo>
                    <a:pt x="22559" y="13941"/>
                    <a:pt x="17490" y="17870"/>
                    <a:pt x="11280" y="17870"/>
                  </a:cubicBezTo>
                  <a:cubicBezTo>
                    <a:pt x="5069" y="17870"/>
                    <a:pt x="0" y="13814"/>
                    <a:pt x="0" y="8998"/>
                  </a:cubicBezTo>
                  <a:cubicBezTo>
                    <a:pt x="0" y="4182"/>
                    <a:pt x="5069" y="0"/>
                    <a:pt x="11280" y="0"/>
                  </a:cubicBezTo>
                  <a:cubicBezTo>
                    <a:pt x="17490" y="0"/>
                    <a:pt x="22559" y="4056"/>
                    <a:pt x="22559" y="89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7" name="Freeform: Shape 1696">
              <a:extLst>
                <a:ext uri="{FF2B5EF4-FFF2-40B4-BE49-F238E27FC236}">
                  <a16:creationId xmlns:a16="http://schemas.microsoft.com/office/drawing/2014/main" id="{33FBEFB0-390C-48A4-D263-01B3738DE8D2}"/>
                </a:ext>
              </a:extLst>
            </p:cNvPr>
            <p:cNvSpPr/>
            <p:nvPr/>
          </p:nvSpPr>
          <p:spPr>
            <a:xfrm>
              <a:off x="3325552" y="4249740"/>
              <a:ext cx="22558" cy="17996"/>
            </a:xfrm>
            <a:custGeom>
              <a:avLst/>
              <a:gdLst>
                <a:gd name="connsiteX0" fmla="*/ 22559 w 22558"/>
                <a:gd name="connsiteY0" fmla="*/ 8998 h 17996"/>
                <a:gd name="connsiteX1" fmla="*/ 11280 w 22558"/>
                <a:gd name="connsiteY1" fmla="*/ 17996 h 17996"/>
                <a:gd name="connsiteX2" fmla="*/ 0 w 22558"/>
                <a:gd name="connsiteY2" fmla="*/ 8998 h 17996"/>
                <a:gd name="connsiteX3" fmla="*/ 11280 w 22558"/>
                <a:gd name="connsiteY3" fmla="*/ 0 h 17996"/>
                <a:gd name="connsiteX4" fmla="*/ 22559 w 22558"/>
                <a:gd name="connsiteY4" fmla="*/ 8998 h 17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8" h="17996">
                  <a:moveTo>
                    <a:pt x="22559" y="8998"/>
                  </a:moveTo>
                  <a:cubicBezTo>
                    <a:pt x="22559" y="13941"/>
                    <a:pt x="17490" y="17996"/>
                    <a:pt x="11280" y="17996"/>
                  </a:cubicBezTo>
                  <a:cubicBezTo>
                    <a:pt x="5069" y="17996"/>
                    <a:pt x="0" y="13941"/>
                    <a:pt x="0" y="8998"/>
                  </a:cubicBezTo>
                  <a:cubicBezTo>
                    <a:pt x="0" y="4055"/>
                    <a:pt x="5069" y="0"/>
                    <a:pt x="11280" y="0"/>
                  </a:cubicBezTo>
                  <a:cubicBezTo>
                    <a:pt x="17490" y="0"/>
                    <a:pt x="22559" y="3929"/>
                    <a:pt x="22559" y="89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8" name="Freeform: Shape 1697">
              <a:extLst>
                <a:ext uri="{FF2B5EF4-FFF2-40B4-BE49-F238E27FC236}">
                  <a16:creationId xmlns:a16="http://schemas.microsoft.com/office/drawing/2014/main" id="{3E81EF03-B08C-8B46-FECC-6C064FF9091F}"/>
                </a:ext>
              </a:extLst>
            </p:cNvPr>
            <p:cNvSpPr/>
            <p:nvPr/>
          </p:nvSpPr>
          <p:spPr>
            <a:xfrm>
              <a:off x="3283856" y="4151646"/>
              <a:ext cx="21798" cy="17236"/>
            </a:xfrm>
            <a:custGeom>
              <a:avLst/>
              <a:gdLst>
                <a:gd name="connsiteX0" fmla="*/ 21799 w 21798"/>
                <a:gd name="connsiteY0" fmla="*/ 8618 h 17236"/>
                <a:gd name="connsiteX1" fmla="*/ 10899 w 21798"/>
                <a:gd name="connsiteY1" fmla="*/ 17236 h 17236"/>
                <a:gd name="connsiteX2" fmla="*/ 0 w 21798"/>
                <a:gd name="connsiteY2" fmla="*/ 8618 h 17236"/>
                <a:gd name="connsiteX3" fmla="*/ 10899 w 21798"/>
                <a:gd name="connsiteY3" fmla="*/ 0 h 17236"/>
                <a:gd name="connsiteX4" fmla="*/ 21799 w 21798"/>
                <a:gd name="connsiteY4" fmla="*/ 8618 h 17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798" h="17236">
                  <a:moveTo>
                    <a:pt x="21799" y="8618"/>
                  </a:moveTo>
                  <a:cubicBezTo>
                    <a:pt x="21799" y="13434"/>
                    <a:pt x="16856" y="17236"/>
                    <a:pt x="10899" y="17236"/>
                  </a:cubicBezTo>
                  <a:cubicBezTo>
                    <a:pt x="4943" y="17236"/>
                    <a:pt x="0" y="13308"/>
                    <a:pt x="0" y="8618"/>
                  </a:cubicBezTo>
                  <a:cubicBezTo>
                    <a:pt x="0" y="3929"/>
                    <a:pt x="4943" y="0"/>
                    <a:pt x="10899" y="0"/>
                  </a:cubicBezTo>
                  <a:cubicBezTo>
                    <a:pt x="16856" y="0"/>
                    <a:pt x="21799" y="3802"/>
                    <a:pt x="21799" y="86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9" name="Freeform: Shape 1698">
              <a:extLst>
                <a:ext uri="{FF2B5EF4-FFF2-40B4-BE49-F238E27FC236}">
                  <a16:creationId xmlns:a16="http://schemas.microsoft.com/office/drawing/2014/main" id="{4C19FD11-9027-04DE-BE86-C482B7DA73FA}"/>
                </a:ext>
              </a:extLst>
            </p:cNvPr>
            <p:cNvSpPr/>
            <p:nvPr/>
          </p:nvSpPr>
          <p:spPr>
            <a:xfrm>
              <a:off x="3247356" y="4052159"/>
              <a:ext cx="21291" cy="16728"/>
            </a:xfrm>
            <a:custGeom>
              <a:avLst/>
              <a:gdLst>
                <a:gd name="connsiteX0" fmla="*/ 21292 w 21291"/>
                <a:gd name="connsiteY0" fmla="*/ 8364 h 16728"/>
                <a:gd name="connsiteX1" fmla="*/ 10646 w 21291"/>
                <a:gd name="connsiteY1" fmla="*/ 16729 h 16728"/>
                <a:gd name="connsiteX2" fmla="*/ 0 w 21291"/>
                <a:gd name="connsiteY2" fmla="*/ 8364 h 16728"/>
                <a:gd name="connsiteX3" fmla="*/ 10646 w 21291"/>
                <a:gd name="connsiteY3" fmla="*/ 0 h 16728"/>
                <a:gd name="connsiteX4" fmla="*/ 21292 w 21291"/>
                <a:gd name="connsiteY4" fmla="*/ 8364 h 16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291" h="16728">
                  <a:moveTo>
                    <a:pt x="21292" y="8364"/>
                  </a:moveTo>
                  <a:cubicBezTo>
                    <a:pt x="21292" y="13054"/>
                    <a:pt x="16602" y="16729"/>
                    <a:pt x="10646" y="16729"/>
                  </a:cubicBezTo>
                  <a:cubicBezTo>
                    <a:pt x="4689" y="16729"/>
                    <a:pt x="0" y="12927"/>
                    <a:pt x="0" y="8364"/>
                  </a:cubicBezTo>
                  <a:cubicBezTo>
                    <a:pt x="0" y="3802"/>
                    <a:pt x="4816" y="0"/>
                    <a:pt x="10646" y="0"/>
                  </a:cubicBezTo>
                  <a:cubicBezTo>
                    <a:pt x="16476" y="0"/>
                    <a:pt x="21292" y="3802"/>
                    <a:pt x="21292" y="836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0" name="Freeform: Shape 1699">
              <a:extLst>
                <a:ext uri="{FF2B5EF4-FFF2-40B4-BE49-F238E27FC236}">
                  <a16:creationId xmlns:a16="http://schemas.microsoft.com/office/drawing/2014/main" id="{D8A95BA5-426B-E424-5580-C7EB03101297}"/>
                </a:ext>
              </a:extLst>
            </p:cNvPr>
            <p:cNvSpPr/>
            <p:nvPr/>
          </p:nvSpPr>
          <p:spPr>
            <a:xfrm>
              <a:off x="3216686" y="3951404"/>
              <a:ext cx="20404" cy="16222"/>
            </a:xfrm>
            <a:custGeom>
              <a:avLst/>
              <a:gdLst>
                <a:gd name="connsiteX0" fmla="*/ 20404 w 20404"/>
                <a:gd name="connsiteY0" fmla="*/ 8111 h 16222"/>
                <a:gd name="connsiteX1" fmla="*/ 10139 w 20404"/>
                <a:gd name="connsiteY1" fmla="*/ 16222 h 16222"/>
                <a:gd name="connsiteX2" fmla="*/ 0 w 20404"/>
                <a:gd name="connsiteY2" fmla="*/ 8111 h 16222"/>
                <a:gd name="connsiteX3" fmla="*/ 10139 w 20404"/>
                <a:gd name="connsiteY3" fmla="*/ 0 h 16222"/>
                <a:gd name="connsiteX4" fmla="*/ 20404 w 20404"/>
                <a:gd name="connsiteY4" fmla="*/ 8111 h 1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04" h="16222">
                  <a:moveTo>
                    <a:pt x="20404" y="8111"/>
                  </a:moveTo>
                  <a:cubicBezTo>
                    <a:pt x="20404" y="12547"/>
                    <a:pt x="15842" y="16222"/>
                    <a:pt x="10139" y="16222"/>
                  </a:cubicBezTo>
                  <a:cubicBezTo>
                    <a:pt x="4436" y="16222"/>
                    <a:pt x="0" y="12674"/>
                    <a:pt x="0" y="8111"/>
                  </a:cubicBezTo>
                  <a:cubicBezTo>
                    <a:pt x="0" y="3549"/>
                    <a:pt x="4563" y="0"/>
                    <a:pt x="10139" y="0"/>
                  </a:cubicBezTo>
                  <a:cubicBezTo>
                    <a:pt x="15715" y="0"/>
                    <a:pt x="20404" y="3549"/>
                    <a:pt x="20404" y="811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1" name="Freeform: Shape 1700">
              <a:extLst>
                <a:ext uri="{FF2B5EF4-FFF2-40B4-BE49-F238E27FC236}">
                  <a16:creationId xmlns:a16="http://schemas.microsoft.com/office/drawing/2014/main" id="{E6232583-5596-E830-9834-14985DED313D}"/>
                </a:ext>
              </a:extLst>
            </p:cNvPr>
            <p:cNvSpPr/>
            <p:nvPr/>
          </p:nvSpPr>
          <p:spPr>
            <a:xfrm>
              <a:off x="3191085" y="3849381"/>
              <a:ext cx="20404" cy="16222"/>
            </a:xfrm>
            <a:custGeom>
              <a:avLst/>
              <a:gdLst>
                <a:gd name="connsiteX0" fmla="*/ 20404 w 20404"/>
                <a:gd name="connsiteY0" fmla="*/ 8111 h 16222"/>
                <a:gd name="connsiteX1" fmla="*/ 10266 w 20404"/>
                <a:gd name="connsiteY1" fmla="*/ 16222 h 16222"/>
                <a:gd name="connsiteX2" fmla="*/ 0 w 20404"/>
                <a:gd name="connsiteY2" fmla="*/ 8111 h 16222"/>
                <a:gd name="connsiteX3" fmla="*/ 10266 w 20404"/>
                <a:gd name="connsiteY3" fmla="*/ 0 h 16222"/>
                <a:gd name="connsiteX4" fmla="*/ 20404 w 20404"/>
                <a:gd name="connsiteY4" fmla="*/ 8111 h 1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04" h="16222">
                  <a:moveTo>
                    <a:pt x="20404" y="8111"/>
                  </a:moveTo>
                  <a:cubicBezTo>
                    <a:pt x="20404" y="12547"/>
                    <a:pt x="15842" y="16222"/>
                    <a:pt x="10266" y="16222"/>
                  </a:cubicBezTo>
                  <a:cubicBezTo>
                    <a:pt x="4689" y="16222"/>
                    <a:pt x="0" y="12547"/>
                    <a:pt x="0" y="8111"/>
                  </a:cubicBezTo>
                  <a:cubicBezTo>
                    <a:pt x="0" y="3675"/>
                    <a:pt x="4563" y="0"/>
                    <a:pt x="10266" y="0"/>
                  </a:cubicBezTo>
                  <a:cubicBezTo>
                    <a:pt x="15969" y="0"/>
                    <a:pt x="20404" y="3675"/>
                    <a:pt x="20404" y="811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2" name="Freeform: Shape 1701">
              <a:extLst>
                <a:ext uri="{FF2B5EF4-FFF2-40B4-BE49-F238E27FC236}">
                  <a16:creationId xmlns:a16="http://schemas.microsoft.com/office/drawing/2014/main" id="{2FC309A8-C5A2-63C1-28A5-54D866A0F7A1}"/>
                </a:ext>
              </a:extLst>
            </p:cNvPr>
            <p:cNvSpPr/>
            <p:nvPr/>
          </p:nvSpPr>
          <p:spPr>
            <a:xfrm>
              <a:off x="3171441" y="3746852"/>
              <a:ext cx="19770" cy="15715"/>
            </a:xfrm>
            <a:custGeom>
              <a:avLst/>
              <a:gdLst>
                <a:gd name="connsiteX0" fmla="*/ 19771 w 19770"/>
                <a:gd name="connsiteY0" fmla="*/ 7858 h 15715"/>
                <a:gd name="connsiteX1" fmla="*/ 9885 w 19770"/>
                <a:gd name="connsiteY1" fmla="*/ 15716 h 15715"/>
                <a:gd name="connsiteX2" fmla="*/ 0 w 19770"/>
                <a:gd name="connsiteY2" fmla="*/ 7858 h 15715"/>
                <a:gd name="connsiteX3" fmla="*/ 9885 w 19770"/>
                <a:gd name="connsiteY3" fmla="*/ 0 h 15715"/>
                <a:gd name="connsiteX4" fmla="*/ 19771 w 19770"/>
                <a:gd name="connsiteY4" fmla="*/ 7858 h 1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70" h="15715">
                  <a:moveTo>
                    <a:pt x="19771" y="7858"/>
                  </a:moveTo>
                  <a:cubicBezTo>
                    <a:pt x="19771" y="12167"/>
                    <a:pt x="15335" y="15716"/>
                    <a:pt x="9885" y="15716"/>
                  </a:cubicBezTo>
                  <a:cubicBezTo>
                    <a:pt x="4436" y="15716"/>
                    <a:pt x="0" y="12167"/>
                    <a:pt x="0" y="7858"/>
                  </a:cubicBezTo>
                  <a:cubicBezTo>
                    <a:pt x="0" y="3549"/>
                    <a:pt x="4436" y="0"/>
                    <a:pt x="9885" y="0"/>
                  </a:cubicBezTo>
                  <a:cubicBezTo>
                    <a:pt x="15335" y="0"/>
                    <a:pt x="19771" y="3549"/>
                    <a:pt x="19771" y="785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3" name="Freeform: Shape 1702">
              <a:extLst>
                <a:ext uri="{FF2B5EF4-FFF2-40B4-BE49-F238E27FC236}">
                  <a16:creationId xmlns:a16="http://schemas.microsoft.com/office/drawing/2014/main" id="{71F12D22-F727-12BC-4855-132C73EBBDBE}"/>
                </a:ext>
              </a:extLst>
            </p:cNvPr>
            <p:cNvSpPr/>
            <p:nvPr/>
          </p:nvSpPr>
          <p:spPr>
            <a:xfrm>
              <a:off x="3157754" y="3643816"/>
              <a:ext cx="18756" cy="14954"/>
            </a:xfrm>
            <a:custGeom>
              <a:avLst/>
              <a:gdLst>
                <a:gd name="connsiteX0" fmla="*/ 18757 w 18756"/>
                <a:gd name="connsiteY0" fmla="*/ 7477 h 14954"/>
                <a:gd name="connsiteX1" fmla="*/ 9378 w 18756"/>
                <a:gd name="connsiteY1" fmla="*/ 14955 h 14954"/>
                <a:gd name="connsiteX2" fmla="*/ 0 w 18756"/>
                <a:gd name="connsiteY2" fmla="*/ 7477 h 14954"/>
                <a:gd name="connsiteX3" fmla="*/ 9378 w 18756"/>
                <a:gd name="connsiteY3" fmla="*/ 0 h 14954"/>
                <a:gd name="connsiteX4" fmla="*/ 18757 w 18756"/>
                <a:gd name="connsiteY4" fmla="*/ 7477 h 14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56" h="14954">
                  <a:moveTo>
                    <a:pt x="18757" y="7477"/>
                  </a:moveTo>
                  <a:cubicBezTo>
                    <a:pt x="18757" y="11659"/>
                    <a:pt x="14575" y="14955"/>
                    <a:pt x="9378" y="14955"/>
                  </a:cubicBezTo>
                  <a:cubicBezTo>
                    <a:pt x="4182" y="14955"/>
                    <a:pt x="0" y="11659"/>
                    <a:pt x="0" y="7477"/>
                  </a:cubicBezTo>
                  <a:cubicBezTo>
                    <a:pt x="0" y="3295"/>
                    <a:pt x="4182" y="0"/>
                    <a:pt x="9378" y="0"/>
                  </a:cubicBezTo>
                  <a:cubicBezTo>
                    <a:pt x="14575" y="0"/>
                    <a:pt x="18757" y="3422"/>
                    <a:pt x="18757" y="747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4" name="Freeform: Shape 1703">
              <a:extLst>
                <a:ext uri="{FF2B5EF4-FFF2-40B4-BE49-F238E27FC236}">
                  <a16:creationId xmlns:a16="http://schemas.microsoft.com/office/drawing/2014/main" id="{D63C57FF-859C-79DD-D551-6F54F11937D3}"/>
                </a:ext>
              </a:extLst>
            </p:cNvPr>
            <p:cNvSpPr/>
            <p:nvPr/>
          </p:nvSpPr>
          <p:spPr>
            <a:xfrm>
              <a:off x="3149389" y="3540399"/>
              <a:ext cx="18250" cy="14447"/>
            </a:xfrm>
            <a:custGeom>
              <a:avLst/>
              <a:gdLst>
                <a:gd name="connsiteX0" fmla="*/ 18250 w 18250"/>
                <a:gd name="connsiteY0" fmla="*/ 7224 h 14447"/>
                <a:gd name="connsiteX1" fmla="*/ 9125 w 18250"/>
                <a:gd name="connsiteY1" fmla="*/ 14448 h 14447"/>
                <a:gd name="connsiteX2" fmla="*/ 0 w 18250"/>
                <a:gd name="connsiteY2" fmla="*/ 7224 h 14447"/>
                <a:gd name="connsiteX3" fmla="*/ 9125 w 18250"/>
                <a:gd name="connsiteY3" fmla="*/ 0 h 14447"/>
                <a:gd name="connsiteX4" fmla="*/ 18250 w 18250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7">
                  <a:moveTo>
                    <a:pt x="18250" y="7224"/>
                  </a:moveTo>
                  <a:cubicBezTo>
                    <a:pt x="18250" y="11279"/>
                    <a:pt x="14194" y="14448"/>
                    <a:pt x="9125" y="14448"/>
                  </a:cubicBezTo>
                  <a:cubicBezTo>
                    <a:pt x="4056" y="14448"/>
                    <a:pt x="0" y="11153"/>
                    <a:pt x="0" y="7224"/>
                  </a:cubicBezTo>
                  <a:cubicBezTo>
                    <a:pt x="0" y="3295"/>
                    <a:pt x="4056" y="0"/>
                    <a:pt x="9125" y="0"/>
                  </a:cubicBezTo>
                  <a:cubicBezTo>
                    <a:pt x="14194" y="0"/>
                    <a:pt x="18250" y="3295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5" name="Freeform: Shape 1704">
              <a:extLst>
                <a:ext uri="{FF2B5EF4-FFF2-40B4-BE49-F238E27FC236}">
                  <a16:creationId xmlns:a16="http://schemas.microsoft.com/office/drawing/2014/main" id="{FF7CDE97-548A-A0F3-0D64-86A92EBA042E}"/>
                </a:ext>
              </a:extLst>
            </p:cNvPr>
            <p:cNvSpPr/>
            <p:nvPr/>
          </p:nvSpPr>
          <p:spPr>
            <a:xfrm>
              <a:off x="3146855" y="3436602"/>
              <a:ext cx="17489" cy="13941"/>
            </a:xfrm>
            <a:custGeom>
              <a:avLst/>
              <a:gdLst>
                <a:gd name="connsiteX0" fmla="*/ 17489 w 17489"/>
                <a:gd name="connsiteY0" fmla="*/ 6970 h 13941"/>
                <a:gd name="connsiteX1" fmla="*/ 8745 w 17489"/>
                <a:gd name="connsiteY1" fmla="*/ 13941 h 13941"/>
                <a:gd name="connsiteX2" fmla="*/ 0 w 17489"/>
                <a:gd name="connsiteY2" fmla="*/ 6970 h 13941"/>
                <a:gd name="connsiteX3" fmla="*/ 8745 w 17489"/>
                <a:gd name="connsiteY3" fmla="*/ 0 h 13941"/>
                <a:gd name="connsiteX4" fmla="*/ 17489 w 17489"/>
                <a:gd name="connsiteY4" fmla="*/ 6970 h 1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89" h="13941">
                  <a:moveTo>
                    <a:pt x="17489" y="6970"/>
                  </a:moveTo>
                  <a:cubicBezTo>
                    <a:pt x="17489" y="10773"/>
                    <a:pt x="13561" y="13941"/>
                    <a:pt x="8745" y="13941"/>
                  </a:cubicBezTo>
                  <a:cubicBezTo>
                    <a:pt x="3929" y="13941"/>
                    <a:pt x="0" y="10899"/>
                    <a:pt x="0" y="6970"/>
                  </a:cubicBezTo>
                  <a:cubicBezTo>
                    <a:pt x="0" y="3042"/>
                    <a:pt x="3929" y="0"/>
                    <a:pt x="8745" y="0"/>
                  </a:cubicBezTo>
                  <a:cubicBezTo>
                    <a:pt x="13561" y="0"/>
                    <a:pt x="17489" y="3042"/>
                    <a:pt x="17489" y="69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6" name="Freeform: Shape 1705">
              <a:extLst>
                <a:ext uri="{FF2B5EF4-FFF2-40B4-BE49-F238E27FC236}">
                  <a16:creationId xmlns:a16="http://schemas.microsoft.com/office/drawing/2014/main" id="{7F148A80-90A5-A0EF-C6DE-79DFA547BF2A}"/>
                </a:ext>
              </a:extLst>
            </p:cNvPr>
            <p:cNvSpPr/>
            <p:nvPr/>
          </p:nvSpPr>
          <p:spPr>
            <a:xfrm>
              <a:off x="3150150" y="3333059"/>
              <a:ext cx="16729" cy="13180"/>
            </a:xfrm>
            <a:custGeom>
              <a:avLst/>
              <a:gdLst>
                <a:gd name="connsiteX0" fmla="*/ 16729 w 16729"/>
                <a:gd name="connsiteY0" fmla="*/ 6591 h 13180"/>
                <a:gd name="connsiteX1" fmla="*/ 8365 w 16729"/>
                <a:gd name="connsiteY1" fmla="*/ 13181 h 13180"/>
                <a:gd name="connsiteX2" fmla="*/ 0 w 16729"/>
                <a:gd name="connsiteY2" fmla="*/ 6591 h 13180"/>
                <a:gd name="connsiteX3" fmla="*/ 8365 w 16729"/>
                <a:gd name="connsiteY3" fmla="*/ 0 h 13180"/>
                <a:gd name="connsiteX4" fmla="*/ 16729 w 16729"/>
                <a:gd name="connsiteY4" fmla="*/ 6591 h 13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9" h="13180">
                  <a:moveTo>
                    <a:pt x="16729" y="6591"/>
                  </a:moveTo>
                  <a:cubicBezTo>
                    <a:pt x="16729" y="10266"/>
                    <a:pt x="12927" y="13181"/>
                    <a:pt x="8365" y="13181"/>
                  </a:cubicBezTo>
                  <a:cubicBezTo>
                    <a:pt x="3802" y="13181"/>
                    <a:pt x="0" y="10266"/>
                    <a:pt x="0" y="6591"/>
                  </a:cubicBezTo>
                  <a:cubicBezTo>
                    <a:pt x="0" y="2915"/>
                    <a:pt x="3675" y="0"/>
                    <a:pt x="8365" y="0"/>
                  </a:cubicBezTo>
                  <a:cubicBezTo>
                    <a:pt x="13054" y="0"/>
                    <a:pt x="16729" y="2915"/>
                    <a:pt x="16729" y="65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7" name="Freeform: Shape 1706">
              <a:extLst>
                <a:ext uri="{FF2B5EF4-FFF2-40B4-BE49-F238E27FC236}">
                  <a16:creationId xmlns:a16="http://schemas.microsoft.com/office/drawing/2014/main" id="{890061F0-04E1-80E1-8FA1-57847CDACAF2}"/>
                </a:ext>
              </a:extLst>
            </p:cNvPr>
            <p:cNvSpPr/>
            <p:nvPr/>
          </p:nvSpPr>
          <p:spPr>
            <a:xfrm>
              <a:off x="3159021" y="3229516"/>
              <a:ext cx="15968" cy="12673"/>
            </a:xfrm>
            <a:custGeom>
              <a:avLst/>
              <a:gdLst>
                <a:gd name="connsiteX0" fmla="*/ 15969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9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9" y="6337"/>
                  </a:moveTo>
                  <a:cubicBezTo>
                    <a:pt x="15969" y="9885"/>
                    <a:pt x="12420" y="12674"/>
                    <a:pt x="7984" y="12674"/>
                  </a:cubicBezTo>
                  <a:cubicBezTo>
                    <a:pt x="3549" y="12674"/>
                    <a:pt x="0" y="9885"/>
                    <a:pt x="0" y="6337"/>
                  </a:cubicBezTo>
                  <a:cubicBezTo>
                    <a:pt x="0" y="2788"/>
                    <a:pt x="3549" y="0"/>
                    <a:pt x="7984" y="0"/>
                  </a:cubicBezTo>
                  <a:cubicBezTo>
                    <a:pt x="12420" y="0"/>
                    <a:pt x="15969" y="2788"/>
                    <a:pt x="15969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8" name="Freeform: Shape 1707">
              <a:extLst>
                <a:ext uri="{FF2B5EF4-FFF2-40B4-BE49-F238E27FC236}">
                  <a16:creationId xmlns:a16="http://schemas.microsoft.com/office/drawing/2014/main" id="{F0DF8938-AB0A-B352-2B20-EAEE1B0FAD9B}"/>
                </a:ext>
              </a:extLst>
            </p:cNvPr>
            <p:cNvSpPr/>
            <p:nvPr/>
          </p:nvSpPr>
          <p:spPr>
            <a:xfrm>
              <a:off x="3173849" y="3126352"/>
              <a:ext cx="15208" cy="12166"/>
            </a:xfrm>
            <a:custGeom>
              <a:avLst/>
              <a:gdLst>
                <a:gd name="connsiteX0" fmla="*/ 15208 w 15208"/>
                <a:gd name="connsiteY0" fmla="*/ 6083 h 12166"/>
                <a:gd name="connsiteX1" fmla="*/ 7604 w 15208"/>
                <a:gd name="connsiteY1" fmla="*/ 12167 h 12166"/>
                <a:gd name="connsiteX2" fmla="*/ 0 w 15208"/>
                <a:gd name="connsiteY2" fmla="*/ 6083 h 12166"/>
                <a:gd name="connsiteX3" fmla="*/ 7604 w 15208"/>
                <a:gd name="connsiteY3" fmla="*/ 0 h 12166"/>
                <a:gd name="connsiteX4" fmla="*/ 15208 w 15208"/>
                <a:gd name="connsiteY4" fmla="*/ 6083 h 1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08" h="12166">
                  <a:moveTo>
                    <a:pt x="15208" y="6083"/>
                  </a:moveTo>
                  <a:cubicBezTo>
                    <a:pt x="15208" y="9505"/>
                    <a:pt x="11787" y="12167"/>
                    <a:pt x="7604" y="12167"/>
                  </a:cubicBezTo>
                  <a:cubicBezTo>
                    <a:pt x="3422" y="12167"/>
                    <a:pt x="0" y="9505"/>
                    <a:pt x="0" y="6083"/>
                  </a:cubicBezTo>
                  <a:cubicBezTo>
                    <a:pt x="0" y="2662"/>
                    <a:pt x="3422" y="0"/>
                    <a:pt x="7604" y="0"/>
                  </a:cubicBezTo>
                  <a:cubicBezTo>
                    <a:pt x="11787" y="0"/>
                    <a:pt x="15208" y="2662"/>
                    <a:pt x="15208" y="60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9" name="Freeform: Shape 1708">
              <a:extLst>
                <a:ext uri="{FF2B5EF4-FFF2-40B4-BE49-F238E27FC236}">
                  <a16:creationId xmlns:a16="http://schemas.microsoft.com/office/drawing/2014/main" id="{FE95D0FF-0F60-6CFC-9E37-EFDBBE231844}"/>
                </a:ext>
              </a:extLst>
            </p:cNvPr>
            <p:cNvSpPr/>
            <p:nvPr/>
          </p:nvSpPr>
          <p:spPr>
            <a:xfrm>
              <a:off x="3194507" y="3024203"/>
              <a:ext cx="13687" cy="10899"/>
            </a:xfrm>
            <a:custGeom>
              <a:avLst/>
              <a:gdLst>
                <a:gd name="connsiteX0" fmla="*/ 13688 w 13687"/>
                <a:gd name="connsiteY0" fmla="*/ 5450 h 10899"/>
                <a:gd name="connsiteX1" fmla="*/ 6844 w 13687"/>
                <a:gd name="connsiteY1" fmla="*/ 10899 h 10899"/>
                <a:gd name="connsiteX2" fmla="*/ 0 w 13687"/>
                <a:gd name="connsiteY2" fmla="*/ 5450 h 10899"/>
                <a:gd name="connsiteX3" fmla="*/ 6844 w 13687"/>
                <a:gd name="connsiteY3" fmla="*/ 0 h 10899"/>
                <a:gd name="connsiteX4" fmla="*/ 13688 w 13687"/>
                <a:gd name="connsiteY4" fmla="*/ 5450 h 10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87" h="10899">
                  <a:moveTo>
                    <a:pt x="13688" y="5450"/>
                  </a:moveTo>
                  <a:cubicBezTo>
                    <a:pt x="13688" y="8491"/>
                    <a:pt x="10519" y="10899"/>
                    <a:pt x="6844" y="10899"/>
                  </a:cubicBezTo>
                  <a:cubicBezTo>
                    <a:pt x="3168" y="10899"/>
                    <a:pt x="0" y="8491"/>
                    <a:pt x="0" y="5450"/>
                  </a:cubicBezTo>
                  <a:cubicBezTo>
                    <a:pt x="0" y="2408"/>
                    <a:pt x="3042" y="0"/>
                    <a:pt x="6844" y="0"/>
                  </a:cubicBezTo>
                  <a:cubicBezTo>
                    <a:pt x="10646" y="0"/>
                    <a:pt x="13688" y="2408"/>
                    <a:pt x="13688" y="545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0" name="Freeform: Shape 1709">
              <a:extLst>
                <a:ext uri="{FF2B5EF4-FFF2-40B4-BE49-F238E27FC236}">
                  <a16:creationId xmlns:a16="http://schemas.microsoft.com/office/drawing/2014/main" id="{88269637-2B99-3E9A-B897-64D5129CA6FB}"/>
                </a:ext>
              </a:extLst>
            </p:cNvPr>
            <p:cNvSpPr/>
            <p:nvPr/>
          </p:nvSpPr>
          <p:spPr>
            <a:xfrm>
              <a:off x="3220742" y="2922815"/>
              <a:ext cx="12293" cy="9885"/>
            </a:xfrm>
            <a:custGeom>
              <a:avLst/>
              <a:gdLst>
                <a:gd name="connsiteX0" fmla="*/ 12293 w 12293"/>
                <a:gd name="connsiteY0" fmla="*/ 4943 h 9885"/>
                <a:gd name="connsiteX1" fmla="*/ 6083 w 12293"/>
                <a:gd name="connsiteY1" fmla="*/ 9885 h 9885"/>
                <a:gd name="connsiteX2" fmla="*/ 0 w 12293"/>
                <a:gd name="connsiteY2" fmla="*/ 4943 h 9885"/>
                <a:gd name="connsiteX3" fmla="*/ 6083 w 12293"/>
                <a:gd name="connsiteY3" fmla="*/ 0 h 9885"/>
                <a:gd name="connsiteX4" fmla="*/ 12293 w 12293"/>
                <a:gd name="connsiteY4" fmla="*/ 4943 h 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93" h="9885">
                  <a:moveTo>
                    <a:pt x="12293" y="4943"/>
                  </a:moveTo>
                  <a:lnTo>
                    <a:pt x="6083" y="9885"/>
                  </a:lnTo>
                  <a:lnTo>
                    <a:pt x="0" y="4943"/>
                  </a:lnTo>
                  <a:lnTo>
                    <a:pt x="6083" y="0"/>
                  </a:lnTo>
                  <a:lnTo>
                    <a:pt x="12293" y="494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1" name="Freeform: Shape 1710">
              <a:extLst>
                <a:ext uri="{FF2B5EF4-FFF2-40B4-BE49-F238E27FC236}">
                  <a16:creationId xmlns:a16="http://schemas.microsoft.com/office/drawing/2014/main" id="{43BBFAAB-A7C0-DA2B-7725-BAAAF4F4E5FA}"/>
                </a:ext>
              </a:extLst>
            </p:cNvPr>
            <p:cNvSpPr/>
            <p:nvPr/>
          </p:nvSpPr>
          <p:spPr>
            <a:xfrm>
              <a:off x="3252299" y="2822060"/>
              <a:ext cx="11533" cy="9251"/>
            </a:xfrm>
            <a:custGeom>
              <a:avLst/>
              <a:gdLst>
                <a:gd name="connsiteX0" fmla="*/ 11533 w 11533"/>
                <a:gd name="connsiteY0" fmla="*/ 4689 h 9251"/>
                <a:gd name="connsiteX1" fmla="*/ 5703 w 11533"/>
                <a:gd name="connsiteY1" fmla="*/ 9252 h 9251"/>
                <a:gd name="connsiteX2" fmla="*/ 0 w 11533"/>
                <a:gd name="connsiteY2" fmla="*/ 4689 h 9251"/>
                <a:gd name="connsiteX3" fmla="*/ 5703 w 11533"/>
                <a:gd name="connsiteY3" fmla="*/ 0 h 9251"/>
                <a:gd name="connsiteX4" fmla="*/ 11533 w 11533"/>
                <a:gd name="connsiteY4" fmla="*/ 4689 h 9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33" h="9251">
                  <a:moveTo>
                    <a:pt x="11533" y="4689"/>
                  </a:moveTo>
                  <a:lnTo>
                    <a:pt x="5703" y="9252"/>
                  </a:lnTo>
                  <a:lnTo>
                    <a:pt x="0" y="4689"/>
                  </a:lnTo>
                  <a:lnTo>
                    <a:pt x="5703" y="0"/>
                  </a:lnTo>
                  <a:lnTo>
                    <a:pt x="11533" y="468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2" name="Freeform: Shape 1711">
              <a:extLst>
                <a:ext uri="{FF2B5EF4-FFF2-40B4-BE49-F238E27FC236}">
                  <a16:creationId xmlns:a16="http://schemas.microsoft.com/office/drawing/2014/main" id="{9ED60821-49DB-6D9A-B1E2-F99FD834FC71}"/>
                </a:ext>
              </a:extLst>
            </p:cNvPr>
            <p:cNvSpPr/>
            <p:nvPr/>
          </p:nvSpPr>
          <p:spPr>
            <a:xfrm>
              <a:off x="3289179" y="2722572"/>
              <a:ext cx="11025" cy="8618"/>
            </a:xfrm>
            <a:custGeom>
              <a:avLst/>
              <a:gdLst>
                <a:gd name="connsiteX0" fmla="*/ 11026 w 11025"/>
                <a:gd name="connsiteY0" fmla="*/ 4309 h 8618"/>
                <a:gd name="connsiteX1" fmla="*/ 5576 w 11025"/>
                <a:gd name="connsiteY1" fmla="*/ 8618 h 8618"/>
                <a:gd name="connsiteX2" fmla="*/ 0 w 11025"/>
                <a:gd name="connsiteY2" fmla="*/ 4309 h 8618"/>
                <a:gd name="connsiteX3" fmla="*/ 5576 w 11025"/>
                <a:gd name="connsiteY3" fmla="*/ 0 h 8618"/>
                <a:gd name="connsiteX4" fmla="*/ 11026 w 11025"/>
                <a:gd name="connsiteY4" fmla="*/ 4309 h 8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25" h="8618">
                  <a:moveTo>
                    <a:pt x="11026" y="4309"/>
                  </a:moveTo>
                  <a:lnTo>
                    <a:pt x="5576" y="8618"/>
                  </a:lnTo>
                  <a:lnTo>
                    <a:pt x="0" y="4309"/>
                  </a:lnTo>
                  <a:lnTo>
                    <a:pt x="5576" y="0"/>
                  </a:lnTo>
                  <a:lnTo>
                    <a:pt x="11026" y="430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3" name="Freeform: Shape 1712">
              <a:extLst>
                <a:ext uri="{FF2B5EF4-FFF2-40B4-BE49-F238E27FC236}">
                  <a16:creationId xmlns:a16="http://schemas.microsoft.com/office/drawing/2014/main" id="{6414DF69-365F-307A-5710-9F8D792277D0}"/>
                </a:ext>
              </a:extLst>
            </p:cNvPr>
            <p:cNvSpPr/>
            <p:nvPr/>
          </p:nvSpPr>
          <p:spPr>
            <a:xfrm>
              <a:off x="3331763" y="2624351"/>
              <a:ext cx="10265" cy="8111"/>
            </a:xfrm>
            <a:custGeom>
              <a:avLst/>
              <a:gdLst>
                <a:gd name="connsiteX0" fmla="*/ 10266 w 10265"/>
                <a:gd name="connsiteY0" fmla="*/ 4056 h 8111"/>
                <a:gd name="connsiteX1" fmla="*/ 5069 w 10265"/>
                <a:gd name="connsiteY1" fmla="*/ 8111 h 8111"/>
                <a:gd name="connsiteX2" fmla="*/ 0 w 10265"/>
                <a:gd name="connsiteY2" fmla="*/ 4056 h 8111"/>
                <a:gd name="connsiteX3" fmla="*/ 5069 w 10265"/>
                <a:gd name="connsiteY3" fmla="*/ 0 h 8111"/>
                <a:gd name="connsiteX4" fmla="*/ 10266 w 10265"/>
                <a:gd name="connsiteY4" fmla="*/ 4056 h 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5" h="8111">
                  <a:moveTo>
                    <a:pt x="10266" y="4056"/>
                  </a:moveTo>
                  <a:lnTo>
                    <a:pt x="5069" y="8111"/>
                  </a:lnTo>
                  <a:lnTo>
                    <a:pt x="0" y="4056"/>
                  </a:lnTo>
                  <a:lnTo>
                    <a:pt x="5069" y="0"/>
                  </a:lnTo>
                  <a:lnTo>
                    <a:pt x="10266" y="405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4" name="Freeform: Shape 1713">
              <a:extLst>
                <a:ext uri="{FF2B5EF4-FFF2-40B4-BE49-F238E27FC236}">
                  <a16:creationId xmlns:a16="http://schemas.microsoft.com/office/drawing/2014/main" id="{348605FC-E1EC-53C7-5600-44040A4A34DE}"/>
                </a:ext>
              </a:extLst>
            </p:cNvPr>
            <p:cNvSpPr/>
            <p:nvPr/>
          </p:nvSpPr>
          <p:spPr>
            <a:xfrm>
              <a:off x="3380049" y="2528032"/>
              <a:ext cx="8617" cy="6843"/>
            </a:xfrm>
            <a:custGeom>
              <a:avLst/>
              <a:gdLst>
                <a:gd name="connsiteX0" fmla="*/ 8618 w 8617"/>
                <a:gd name="connsiteY0" fmla="*/ 3422 h 6843"/>
                <a:gd name="connsiteX1" fmla="*/ 4309 w 8617"/>
                <a:gd name="connsiteY1" fmla="*/ 6844 h 6843"/>
                <a:gd name="connsiteX2" fmla="*/ 0 w 8617"/>
                <a:gd name="connsiteY2" fmla="*/ 3422 h 6843"/>
                <a:gd name="connsiteX3" fmla="*/ 4309 w 8617"/>
                <a:gd name="connsiteY3" fmla="*/ 0 h 6843"/>
                <a:gd name="connsiteX4" fmla="*/ 8618 w 8617"/>
                <a:gd name="connsiteY4" fmla="*/ 3422 h 6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7" h="6843">
                  <a:moveTo>
                    <a:pt x="8618" y="3422"/>
                  </a:moveTo>
                  <a:lnTo>
                    <a:pt x="4309" y="6844"/>
                  </a:lnTo>
                  <a:lnTo>
                    <a:pt x="0" y="3422"/>
                  </a:lnTo>
                  <a:lnTo>
                    <a:pt x="4309" y="0"/>
                  </a:lnTo>
                  <a:lnTo>
                    <a:pt x="8618" y="342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5" name="Freeform: Shape 1714">
              <a:extLst>
                <a:ext uri="{FF2B5EF4-FFF2-40B4-BE49-F238E27FC236}">
                  <a16:creationId xmlns:a16="http://schemas.microsoft.com/office/drawing/2014/main" id="{B26B0AEE-E7FE-9783-BC55-224A1570AE11}"/>
                </a:ext>
              </a:extLst>
            </p:cNvPr>
            <p:cNvSpPr/>
            <p:nvPr/>
          </p:nvSpPr>
          <p:spPr>
            <a:xfrm>
              <a:off x="3432898" y="2432853"/>
              <a:ext cx="8617" cy="6843"/>
            </a:xfrm>
            <a:custGeom>
              <a:avLst/>
              <a:gdLst>
                <a:gd name="connsiteX0" fmla="*/ 8618 w 8617"/>
                <a:gd name="connsiteY0" fmla="*/ 3422 h 6843"/>
                <a:gd name="connsiteX1" fmla="*/ 4309 w 8617"/>
                <a:gd name="connsiteY1" fmla="*/ 6844 h 6843"/>
                <a:gd name="connsiteX2" fmla="*/ 0 w 8617"/>
                <a:gd name="connsiteY2" fmla="*/ 3422 h 6843"/>
                <a:gd name="connsiteX3" fmla="*/ 4309 w 8617"/>
                <a:gd name="connsiteY3" fmla="*/ 0 h 6843"/>
                <a:gd name="connsiteX4" fmla="*/ 8618 w 8617"/>
                <a:gd name="connsiteY4" fmla="*/ 3422 h 6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7" h="6843">
                  <a:moveTo>
                    <a:pt x="8618" y="3422"/>
                  </a:moveTo>
                  <a:lnTo>
                    <a:pt x="4309" y="6844"/>
                  </a:lnTo>
                  <a:lnTo>
                    <a:pt x="0" y="3422"/>
                  </a:lnTo>
                  <a:lnTo>
                    <a:pt x="4309" y="0"/>
                  </a:lnTo>
                  <a:lnTo>
                    <a:pt x="8618" y="342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6" name="Freeform: Shape 1715">
              <a:extLst>
                <a:ext uri="{FF2B5EF4-FFF2-40B4-BE49-F238E27FC236}">
                  <a16:creationId xmlns:a16="http://schemas.microsoft.com/office/drawing/2014/main" id="{54BBE68F-345C-318C-7C5F-47CDD3E7FB7F}"/>
                </a:ext>
              </a:extLst>
            </p:cNvPr>
            <p:cNvSpPr/>
            <p:nvPr/>
          </p:nvSpPr>
          <p:spPr>
            <a:xfrm>
              <a:off x="3491576" y="2340209"/>
              <a:ext cx="7224" cy="5703"/>
            </a:xfrm>
            <a:custGeom>
              <a:avLst/>
              <a:gdLst>
                <a:gd name="connsiteX0" fmla="*/ 7224 w 7224"/>
                <a:gd name="connsiteY0" fmla="*/ 2915 h 5703"/>
                <a:gd name="connsiteX1" fmla="*/ 3549 w 7224"/>
                <a:gd name="connsiteY1" fmla="*/ 5703 h 5703"/>
                <a:gd name="connsiteX2" fmla="*/ 0 w 7224"/>
                <a:gd name="connsiteY2" fmla="*/ 2915 h 5703"/>
                <a:gd name="connsiteX3" fmla="*/ 3549 w 7224"/>
                <a:gd name="connsiteY3" fmla="*/ 0 h 5703"/>
                <a:gd name="connsiteX4" fmla="*/ 7224 w 7224"/>
                <a:gd name="connsiteY4" fmla="*/ 2915 h 5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24" h="5703">
                  <a:moveTo>
                    <a:pt x="7224" y="2915"/>
                  </a:moveTo>
                  <a:lnTo>
                    <a:pt x="3549" y="5703"/>
                  </a:lnTo>
                  <a:lnTo>
                    <a:pt x="0" y="2915"/>
                  </a:lnTo>
                  <a:lnTo>
                    <a:pt x="3549" y="0"/>
                  </a:lnTo>
                  <a:lnTo>
                    <a:pt x="7224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7" name="Freeform: Shape 1716">
              <a:extLst>
                <a:ext uri="{FF2B5EF4-FFF2-40B4-BE49-F238E27FC236}">
                  <a16:creationId xmlns:a16="http://schemas.microsoft.com/office/drawing/2014/main" id="{23E79E32-3034-5A23-2082-11A10E125955}"/>
                </a:ext>
              </a:extLst>
            </p:cNvPr>
            <p:cNvSpPr/>
            <p:nvPr/>
          </p:nvSpPr>
          <p:spPr>
            <a:xfrm>
              <a:off x="3554944" y="2249340"/>
              <a:ext cx="6590" cy="5196"/>
            </a:xfrm>
            <a:custGeom>
              <a:avLst/>
              <a:gdLst>
                <a:gd name="connsiteX0" fmla="*/ 6590 w 6590"/>
                <a:gd name="connsiteY0" fmla="*/ 2535 h 5196"/>
                <a:gd name="connsiteX1" fmla="*/ 3295 w 6590"/>
                <a:gd name="connsiteY1" fmla="*/ 5196 h 5196"/>
                <a:gd name="connsiteX2" fmla="*/ 0 w 6590"/>
                <a:gd name="connsiteY2" fmla="*/ 2535 h 5196"/>
                <a:gd name="connsiteX3" fmla="*/ 3295 w 6590"/>
                <a:gd name="connsiteY3" fmla="*/ 0 h 5196"/>
                <a:gd name="connsiteX4" fmla="*/ 6590 w 6590"/>
                <a:gd name="connsiteY4" fmla="*/ 2535 h 5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90" h="5196">
                  <a:moveTo>
                    <a:pt x="6590" y="2535"/>
                  </a:moveTo>
                  <a:lnTo>
                    <a:pt x="3295" y="5196"/>
                  </a:lnTo>
                  <a:lnTo>
                    <a:pt x="0" y="2535"/>
                  </a:lnTo>
                  <a:lnTo>
                    <a:pt x="3295" y="0"/>
                  </a:lnTo>
                  <a:lnTo>
                    <a:pt x="6590" y="253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8" name="Freeform: Shape 1717">
              <a:extLst>
                <a:ext uri="{FF2B5EF4-FFF2-40B4-BE49-F238E27FC236}">
                  <a16:creationId xmlns:a16="http://schemas.microsoft.com/office/drawing/2014/main" id="{5CB70D34-058E-F154-0D9F-2D5A56456927}"/>
                </a:ext>
              </a:extLst>
            </p:cNvPr>
            <p:cNvSpPr/>
            <p:nvPr/>
          </p:nvSpPr>
          <p:spPr>
            <a:xfrm>
              <a:off x="3623762" y="2161005"/>
              <a:ext cx="5069" cy="4055"/>
            </a:xfrm>
            <a:custGeom>
              <a:avLst/>
              <a:gdLst>
                <a:gd name="connsiteX0" fmla="*/ 5069 w 5069"/>
                <a:gd name="connsiteY0" fmla="*/ 2028 h 4055"/>
                <a:gd name="connsiteX1" fmla="*/ 2535 w 5069"/>
                <a:gd name="connsiteY1" fmla="*/ 4056 h 4055"/>
                <a:gd name="connsiteX2" fmla="*/ 0 w 5069"/>
                <a:gd name="connsiteY2" fmla="*/ 2028 h 4055"/>
                <a:gd name="connsiteX3" fmla="*/ 2535 w 5069"/>
                <a:gd name="connsiteY3" fmla="*/ 0 h 4055"/>
                <a:gd name="connsiteX4" fmla="*/ 5069 w 5069"/>
                <a:gd name="connsiteY4" fmla="*/ 2028 h 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9" h="4055">
                  <a:moveTo>
                    <a:pt x="5069" y="2028"/>
                  </a:moveTo>
                  <a:lnTo>
                    <a:pt x="2535" y="4056"/>
                  </a:lnTo>
                  <a:lnTo>
                    <a:pt x="0" y="2028"/>
                  </a:lnTo>
                  <a:lnTo>
                    <a:pt x="2535" y="0"/>
                  </a:lnTo>
                  <a:lnTo>
                    <a:pt x="5069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9" name="Freeform: Shape 1718">
              <a:extLst>
                <a:ext uri="{FF2B5EF4-FFF2-40B4-BE49-F238E27FC236}">
                  <a16:creationId xmlns:a16="http://schemas.microsoft.com/office/drawing/2014/main" id="{9DC5A082-A07D-CEAA-3A40-2F49C8F90610}"/>
                </a:ext>
              </a:extLst>
            </p:cNvPr>
            <p:cNvSpPr/>
            <p:nvPr/>
          </p:nvSpPr>
          <p:spPr>
            <a:xfrm>
              <a:off x="3696889" y="2074824"/>
              <a:ext cx="4308" cy="3421"/>
            </a:xfrm>
            <a:custGeom>
              <a:avLst/>
              <a:gdLst>
                <a:gd name="connsiteX0" fmla="*/ 4309 w 4308"/>
                <a:gd name="connsiteY0" fmla="*/ 1648 h 3421"/>
                <a:gd name="connsiteX1" fmla="*/ 2154 w 4308"/>
                <a:gd name="connsiteY1" fmla="*/ 3422 h 3421"/>
                <a:gd name="connsiteX2" fmla="*/ 0 w 4308"/>
                <a:gd name="connsiteY2" fmla="*/ 1648 h 3421"/>
                <a:gd name="connsiteX3" fmla="*/ 2154 w 4308"/>
                <a:gd name="connsiteY3" fmla="*/ 0 h 3421"/>
                <a:gd name="connsiteX4" fmla="*/ 4309 w 4308"/>
                <a:gd name="connsiteY4" fmla="*/ 1648 h 3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8" h="3421">
                  <a:moveTo>
                    <a:pt x="4309" y="1648"/>
                  </a:moveTo>
                  <a:lnTo>
                    <a:pt x="2154" y="3422"/>
                  </a:lnTo>
                  <a:lnTo>
                    <a:pt x="0" y="1648"/>
                  </a:lnTo>
                  <a:lnTo>
                    <a:pt x="2154" y="0"/>
                  </a:lnTo>
                  <a:lnTo>
                    <a:pt x="4309" y="164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0" name="Freeform: Shape 1719">
              <a:extLst>
                <a:ext uri="{FF2B5EF4-FFF2-40B4-BE49-F238E27FC236}">
                  <a16:creationId xmlns:a16="http://schemas.microsoft.com/office/drawing/2014/main" id="{F2C82196-CB7F-839B-E2C4-A18E48348D8C}"/>
                </a:ext>
              </a:extLst>
            </p:cNvPr>
            <p:cNvSpPr/>
            <p:nvPr/>
          </p:nvSpPr>
          <p:spPr>
            <a:xfrm>
              <a:off x="3775212" y="1991559"/>
              <a:ext cx="2914" cy="2281"/>
            </a:xfrm>
            <a:custGeom>
              <a:avLst/>
              <a:gdLst>
                <a:gd name="connsiteX0" fmla="*/ 2915 w 2914"/>
                <a:gd name="connsiteY0" fmla="*/ 1141 h 2281"/>
                <a:gd name="connsiteX1" fmla="*/ 1394 w 2914"/>
                <a:gd name="connsiteY1" fmla="*/ 2281 h 2281"/>
                <a:gd name="connsiteX2" fmla="*/ 0 w 2914"/>
                <a:gd name="connsiteY2" fmla="*/ 1141 h 2281"/>
                <a:gd name="connsiteX3" fmla="*/ 1394 w 2914"/>
                <a:gd name="connsiteY3" fmla="*/ 0 h 2281"/>
                <a:gd name="connsiteX4" fmla="*/ 2915 w 2914"/>
                <a:gd name="connsiteY4" fmla="*/ 1141 h 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" h="2281">
                  <a:moveTo>
                    <a:pt x="2915" y="1141"/>
                  </a:moveTo>
                  <a:lnTo>
                    <a:pt x="1394" y="2281"/>
                  </a:lnTo>
                  <a:lnTo>
                    <a:pt x="0" y="1141"/>
                  </a:lnTo>
                  <a:lnTo>
                    <a:pt x="1394" y="0"/>
                  </a:lnTo>
                  <a:lnTo>
                    <a:pt x="2915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1" name="Freeform: Shape 1720">
              <a:extLst>
                <a:ext uri="{FF2B5EF4-FFF2-40B4-BE49-F238E27FC236}">
                  <a16:creationId xmlns:a16="http://schemas.microsoft.com/office/drawing/2014/main" id="{8C62F4C0-0E30-6D65-2E5B-B230253E8528}"/>
                </a:ext>
              </a:extLst>
            </p:cNvPr>
            <p:cNvSpPr/>
            <p:nvPr/>
          </p:nvSpPr>
          <p:spPr>
            <a:xfrm>
              <a:off x="3857970" y="1911081"/>
              <a:ext cx="1393" cy="1013"/>
            </a:xfrm>
            <a:custGeom>
              <a:avLst/>
              <a:gdLst>
                <a:gd name="connsiteX0" fmla="*/ 1394 w 1393"/>
                <a:gd name="connsiteY0" fmla="*/ 507 h 1013"/>
                <a:gd name="connsiteX1" fmla="*/ 760 w 1393"/>
                <a:gd name="connsiteY1" fmla="*/ 1014 h 1013"/>
                <a:gd name="connsiteX2" fmla="*/ 0 w 1393"/>
                <a:gd name="connsiteY2" fmla="*/ 507 h 1013"/>
                <a:gd name="connsiteX3" fmla="*/ 760 w 1393"/>
                <a:gd name="connsiteY3" fmla="*/ 0 h 1013"/>
                <a:gd name="connsiteX4" fmla="*/ 1394 w 1393"/>
                <a:gd name="connsiteY4" fmla="*/ 507 h 1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3" h="1013">
                  <a:moveTo>
                    <a:pt x="1394" y="507"/>
                  </a:moveTo>
                  <a:lnTo>
                    <a:pt x="760" y="1014"/>
                  </a:lnTo>
                  <a:lnTo>
                    <a:pt x="0" y="507"/>
                  </a:lnTo>
                  <a:lnTo>
                    <a:pt x="760" y="0"/>
                  </a:lnTo>
                  <a:lnTo>
                    <a:pt x="1394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2" name="Freeform: Shape 1721">
              <a:extLst>
                <a:ext uri="{FF2B5EF4-FFF2-40B4-BE49-F238E27FC236}">
                  <a16:creationId xmlns:a16="http://schemas.microsoft.com/office/drawing/2014/main" id="{E516A972-0661-725E-79EB-D892846C7ED3}"/>
                </a:ext>
              </a:extLst>
            </p:cNvPr>
            <p:cNvSpPr/>
            <p:nvPr/>
          </p:nvSpPr>
          <p:spPr>
            <a:xfrm>
              <a:off x="3944784" y="1833139"/>
              <a:ext cx="633" cy="506"/>
            </a:xfrm>
            <a:custGeom>
              <a:avLst/>
              <a:gdLst>
                <a:gd name="connsiteX0" fmla="*/ 634 w 633"/>
                <a:gd name="connsiteY0" fmla="*/ 254 h 506"/>
                <a:gd name="connsiteX1" fmla="*/ 380 w 633"/>
                <a:gd name="connsiteY1" fmla="*/ 507 h 506"/>
                <a:gd name="connsiteX2" fmla="*/ 0 w 633"/>
                <a:gd name="connsiteY2" fmla="*/ 254 h 506"/>
                <a:gd name="connsiteX3" fmla="*/ 380 w 633"/>
                <a:gd name="connsiteY3" fmla="*/ 0 h 506"/>
                <a:gd name="connsiteX4" fmla="*/ 634 w 633"/>
                <a:gd name="connsiteY4" fmla="*/ 254 h 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" h="506">
                  <a:moveTo>
                    <a:pt x="634" y="254"/>
                  </a:moveTo>
                  <a:lnTo>
                    <a:pt x="380" y="507"/>
                  </a:lnTo>
                  <a:lnTo>
                    <a:pt x="0" y="254"/>
                  </a:lnTo>
                  <a:lnTo>
                    <a:pt x="380" y="0"/>
                  </a:lnTo>
                  <a:lnTo>
                    <a:pt x="634" y="2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3" name="Freeform: Shape 1722">
              <a:extLst>
                <a:ext uri="{FF2B5EF4-FFF2-40B4-BE49-F238E27FC236}">
                  <a16:creationId xmlns:a16="http://schemas.microsoft.com/office/drawing/2014/main" id="{1102A739-59A0-7602-A925-2AA2AC3E52C1}"/>
                </a:ext>
              </a:extLst>
            </p:cNvPr>
            <p:cNvSpPr/>
            <p:nvPr/>
          </p:nvSpPr>
          <p:spPr>
            <a:xfrm>
              <a:off x="4130072" y="1685998"/>
              <a:ext cx="887" cy="633"/>
            </a:xfrm>
            <a:custGeom>
              <a:avLst/>
              <a:gdLst>
                <a:gd name="connsiteX0" fmla="*/ 887 w 887"/>
                <a:gd name="connsiteY0" fmla="*/ 380 h 633"/>
                <a:gd name="connsiteX1" fmla="*/ 380 w 887"/>
                <a:gd name="connsiteY1" fmla="*/ 634 h 633"/>
                <a:gd name="connsiteX2" fmla="*/ 0 w 887"/>
                <a:gd name="connsiteY2" fmla="*/ 380 h 633"/>
                <a:gd name="connsiteX3" fmla="*/ 380 w 887"/>
                <a:gd name="connsiteY3" fmla="*/ 0 h 633"/>
                <a:gd name="connsiteX4" fmla="*/ 887 w 887"/>
                <a:gd name="connsiteY4" fmla="*/ 380 h 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7" h="633">
                  <a:moveTo>
                    <a:pt x="887" y="380"/>
                  </a:moveTo>
                  <a:lnTo>
                    <a:pt x="380" y="634"/>
                  </a:lnTo>
                  <a:lnTo>
                    <a:pt x="0" y="380"/>
                  </a:lnTo>
                  <a:lnTo>
                    <a:pt x="380" y="0"/>
                  </a:lnTo>
                  <a:lnTo>
                    <a:pt x="887" y="38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4" name="Freeform: Shape 1723">
              <a:extLst>
                <a:ext uri="{FF2B5EF4-FFF2-40B4-BE49-F238E27FC236}">
                  <a16:creationId xmlns:a16="http://schemas.microsoft.com/office/drawing/2014/main" id="{1A74B55E-5FDB-E9F8-14A0-F2AE29BCF065}"/>
                </a:ext>
              </a:extLst>
            </p:cNvPr>
            <p:cNvSpPr/>
            <p:nvPr/>
          </p:nvSpPr>
          <p:spPr>
            <a:xfrm>
              <a:off x="4228166" y="1617054"/>
              <a:ext cx="1774" cy="1394"/>
            </a:xfrm>
            <a:custGeom>
              <a:avLst/>
              <a:gdLst>
                <a:gd name="connsiteX0" fmla="*/ 1774 w 1774"/>
                <a:gd name="connsiteY0" fmla="*/ 760 h 1394"/>
                <a:gd name="connsiteX1" fmla="*/ 887 w 1774"/>
                <a:gd name="connsiteY1" fmla="*/ 1394 h 1394"/>
                <a:gd name="connsiteX2" fmla="*/ 0 w 1774"/>
                <a:gd name="connsiteY2" fmla="*/ 760 h 1394"/>
                <a:gd name="connsiteX3" fmla="*/ 887 w 1774"/>
                <a:gd name="connsiteY3" fmla="*/ 0 h 1394"/>
                <a:gd name="connsiteX4" fmla="*/ 1774 w 1774"/>
                <a:gd name="connsiteY4" fmla="*/ 760 h 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" h="1394">
                  <a:moveTo>
                    <a:pt x="1774" y="760"/>
                  </a:moveTo>
                  <a:lnTo>
                    <a:pt x="887" y="1394"/>
                  </a:lnTo>
                  <a:lnTo>
                    <a:pt x="0" y="760"/>
                  </a:lnTo>
                  <a:lnTo>
                    <a:pt x="887" y="0"/>
                  </a:lnTo>
                  <a:lnTo>
                    <a:pt x="1774" y="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5" name="Freeform: Shape 1724">
              <a:extLst>
                <a:ext uri="{FF2B5EF4-FFF2-40B4-BE49-F238E27FC236}">
                  <a16:creationId xmlns:a16="http://schemas.microsoft.com/office/drawing/2014/main" id="{900F9FFD-4B76-F23E-F93A-86D08015B0F2}"/>
                </a:ext>
              </a:extLst>
            </p:cNvPr>
            <p:cNvSpPr/>
            <p:nvPr/>
          </p:nvSpPr>
          <p:spPr>
            <a:xfrm>
              <a:off x="4330442" y="1552039"/>
              <a:ext cx="1774" cy="1394"/>
            </a:xfrm>
            <a:custGeom>
              <a:avLst/>
              <a:gdLst>
                <a:gd name="connsiteX0" fmla="*/ 1774 w 1774"/>
                <a:gd name="connsiteY0" fmla="*/ 634 h 1394"/>
                <a:gd name="connsiteX1" fmla="*/ 887 w 1774"/>
                <a:gd name="connsiteY1" fmla="*/ 1394 h 1394"/>
                <a:gd name="connsiteX2" fmla="*/ 0 w 1774"/>
                <a:gd name="connsiteY2" fmla="*/ 634 h 1394"/>
                <a:gd name="connsiteX3" fmla="*/ 887 w 1774"/>
                <a:gd name="connsiteY3" fmla="*/ 0 h 1394"/>
                <a:gd name="connsiteX4" fmla="*/ 1774 w 1774"/>
                <a:gd name="connsiteY4" fmla="*/ 634 h 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" h="1394">
                  <a:moveTo>
                    <a:pt x="1774" y="634"/>
                  </a:moveTo>
                  <a:lnTo>
                    <a:pt x="887" y="1394"/>
                  </a:lnTo>
                  <a:lnTo>
                    <a:pt x="0" y="634"/>
                  </a:lnTo>
                  <a:lnTo>
                    <a:pt x="887" y="0"/>
                  </a:lnTo>
                  <a:lnTo>
                    <a:pt x="1774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6" name="Freeform: Shape 1725">
              <a:extLst>
                <a:ext uri="{FF2B5EF4-FFF2-40B4-BE49-F238E27FC236}">
                  <a16:creationId xmlns:a16="http://schemas.microsoft.com/office/drawing/2014/main" id="{0567A3EB-BA34-DEBC-C87C-99DE7F3E8079}"/>
                </a:ext>
              </a:extLst>
            </p:cNvPr>
            <p:cNvSpPr/>
            <p:nvPr/>
          </p:nvSpPr>
          <p:spPr>
            <a:xfrm>
              <a:off x="4435506" y="1490065"/>
              <a:ext cx="3041" cy="2281"/>
            </a:xfrm>
            <a:custGeom>
              <a:avLst/>
              <a:gdLst>
                <a:gd name="connsiteX0" fmla="*/ 3042 w 3041"/>
                <a:gd name="connsiteY0" fmla="*/ 1141 h 2281"/>
                <a:gd name="connsiteX1" fmla="*/ 1521 w 3041"/>
                <a:gd name="connsiteY1" fmla="*/ 2281 h 2281"/>
                <a:gd name="connsiteX2" fmla="*/ 0 w 3041"/>
                <a:gd name="connsiteY2" fmla="*/ 1141 h 2281"/>
                <a:gd name="connsiteX3" fmla="*/ 1521 w 3041"/>
                <a:gd name="connsiteY3" fmla="*/ 0 h 2281"/>
                <a:gd name="connsiteX4" fmla="*/ 3042 w 3041"/>
                <a:gd name="connsiteY4" fmla="*/ 1141 h 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1" h="2281">
                  <a:moveTo>
                    <a:pt x="3042" y="1141"/>
                  </a:moveTo>
                  <a:lnTo>
                    <a:pt x="1521" y="2281"/>
                  </a:lnTo>
                  <a:lnTo>
                    <a:pt x="0" y="1141"/>
                  </a:lnTo>
                  <a:lnTo>
                    <a:pt x="1521" y="0"/>
                  </a:lnTo>
                  <a:lnTo>
                    <a:pt x="3042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7" name="Freeform: Shape 1726">
              <a:extLst>
                <a:ext uri="{FF2B5EF4-FFF2-40B4-BE49-F238E27FC236}">
                  <a16:creationId xmlns:a16="http://schemas.microsoft.com/office/drawing/2014/main" id="{E419C960-D32E-26C4-92C3-1910D0044559}"/>
                </a:ext>
              </a:extLst>
            </p:cNvPr>
            <p:cNvSpPr/>
            <p:nvPr/>
          </p:nvSpPr>
          <p:spPr>
            <a:xfrm>
              <a:off x="4543992" y="1431766"/>
              <a:ext cx="4055" cy="3295"/>
            </a:xfrm>
            <a:custGeom>
              <a:avLst/>
              <a:gdLst>
                <a:gd name="connsiteX0" fmla="*/ 4055 w 4055"/>
                <a:gd name="connsiteY0" fmla="*/ 1648 h 3295"/>
                <a:gd name="connsiteX1" fmla="*/ 2028 w 4055"/>
                <a:gd name="connsiteY1" fmla="*/ 3295 h 3295"/>
                <a:gd name="connsiteX2" fmla="*/ 0 w 4055"/>
                <a:gd name="connsiteY2" fmla="*/ 1648 h 3295"/>
                <a:gd name="connsiteX3" fmla="*/ 2028 w 4055"/>
                <a:gd name="connsiteY3" fmla="*/ 0 h 3295"/>
                <a:gd name="connsiteX4" fmla="*/ 4055 w 4055"/>
                <a:gd name="connsiteY4" fmla="*/ 1648 h 3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5" h="3295">
                  <a:moveTo>
                    <a:pt x="4055" y="1648"/>
                  </a:moveTo>
                  <a:lnTo>
                    <a:pt x="2028" y="3295"/>
                  </a:lnTo>
                  <a:lnTo>
                    <a:pt x="0" y="1648"/>
                  </a:lnTo>
                  <a:lnTo>
                    <a:pt x="2028" y="0"/>
                  </a:lnTo>
                  <a:lnTo>
                    <a:pt x="4055" y="164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8" name="Freeform: Shape 1727">
              <a:extLst>
                <a:ext uri="{FF2B5EF4-FFF2-40B4-BE49-F238E27FC236}">
                  <a16:creationId xmlns:a16="http://schemas.microsoft.com/office/drawing/2014/main" id="{222611E2-EA6F-BFFB-2D12-F31789FC6D53}"/>
                </a:ext>
              </a:extLst>
            </p:cNvPr>
            <p:cNvSpPr/>
            <p:nvPr/>
          </p:nvSpPr>
          <p:spPr>
            <a:xfrm>
              <a:off x="4655773" y="1377650"/>
              <a:ext cx="4689" cy="3675"/>
            </a:xfrm>
            <a:custGeom>
              <a:avLst/>
              <a:gdLst>
                <a:gd name="connsiteX0" fmla="*/ 4690 w 4689"/>
                <a:gd name="connsiteY0" fmla="*/ 1901 h 3675"/>
                <a:gd name="connsiteX1" fmla="*/ 2408 w 4689"/>
                <a:gd name="connsiteY1" fmla="*/ 3675 h 3675"/>
                <a:gd name="connsiteX2" fmla="*/ 0 w 4689"/>
                <a:gd name="connsiteY2" fmla="*/ 1901 h 3675"/>
                <a:gd name="connsiteX3" fmla="*/ 2408 w 4689"/>
                <a:gd name="connsiteY3" fmla="*/ 0 h 3675"/>
                <a:gd name="connsiteX4" fmla="*/ 4690 w 4689"/>
                <a:gd name="connsiteY4" fmla="*/ 1901 h 3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89" h="3675">
                  <a:moveTo>
                    <a:pt x="4690" y="1901"/>
                  </a:moveTo>
                  <a:lnTo>
                    <a:pt x="2408" y="3675"/>
                  </a:lnTo>
                  <a:lnTo>
                    <a:pt x="0" y="1901"/>
                  </a:lnTo>
                  <a:lnTo>
                    <a:pt x="2408" y="0"/>
                  </a:lnTo>
                  <a:lnTo>
                    <a:pt x="4690" y="190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9" name="Freeform: Shape 1728">
              <a:extLst>
                <a:ext uri="{FF2B5EF4-FFF2-40B4-BE49-F238E27FC236}">
                  <a16:creationId xmlns:a16="http://schemas.microsoft.com/office/drawing/2014/main" id="{B96E357A-7169-DF92-CC5F-C9F3474E213E}"/>
                </a:ext>
              </a:extLst>
            </p:cNvPr>
            <p:cNvSpPr/>
            <p:nvPr/>
          </p:nvSpPr>
          <p:spPr>
            <a:xfrm>
              <a:off x="4770089" y="1327082"/>
              <a:ext cx="5956" cy="4689"/>
            </a:xfrm>
            <a:custGeom>
              <a:avLst/>
              <a:gdLst>
                <a:gd name="connsiteX0" fmla="*/ 5957 w 5956"/>
                <a:gd name="connsiteY0" fmla="*/ 2408 h 4689"/>
                <a:gd name="connsiteX1" fmla="*/ 3042 w 5956"/>
                <a:gd name="connsiteY1" fmla="*/ 4689 h 4689"/>
                <a:gd name="connsiteX2" fmla="*/ 0 w 5956"/>
                <a:gd name="connsiteY2" fmla="*/ 2408 h 4689"/>
                <a:gd name="connsiteX3" fmla="*/ 3042 w 5956"/>
                <a:gd name="connsiteY3" fmla="*/ 0 h 4689"/>
                <a:gd name="connsiteX4" fmla="*/ 5957 w 5956"/>
                <a:gd name="connsiteY4" fmla="*/ 2408 h 4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6" h="4689">
                  <a:moveTo>
                    <a:pt x="5957" y="2408"/>
                  </a:moveTo>
                  <a:lnTo>
                    <a:pt x="3042" y="4689"/>
                  </a:lnTo>
                  <a:lnTo>
                    <a:pt x="0" y="2408"/>
                  </a:lnTo>
                  <a:lnTo>
                    <a:pt x="3042" y="0"/>
                  </a:lnTo>
                  <a:lnTo>
                    <a:pt x="5957" y="240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0" name="Freeform: Shape 1729">
              <a:extLst>
                <a:ext uri="{FF2B5EF4-FFF2-40B4-BE49-F238E27FC236}">
                  <a16:creationId xmlns:a16="http://schemas.microsoft.com/office/drawing/2014/main" id="{7E9509F9-6134-EF0F-09B1-AB9BAFEB94BB}"/>
                </a:ext>
              </a:extLst>
            </p:cNvPr>
            <p:cNvSpPr/>
            <p:nvPr/>
          </p:nvSpPr>
          <p:spPr>
            <a:xfrm>
              <a:off x="4887447" y="1280950"/>
              <a:ext cx="6463" cy="5069"/>
            </a:xfrm>
            <a:custGeom>
              <a:avLst/>
              <a:gdLst>
                <a:gd name="connsiteX0" fmla="*/ 6463 w 6463"/>
                <a:gd name="connsiteY0" fmla="*/ 2535 h 5069"/>
                <a:gd name="connsiteX1" fmla="*/ 3168 w 6463"/>
                <a:gd name="connsiteY1" fmla="*/ 5069 h 5069"/>
                <a:gd name="connsiteX2" fmla="*/ 0 w 6463"/>
                <a:gd name="connsiteY2" fmla="*/ 2535 h 5069"/>
                <a:gd name="connsiteX3" fmla="*/ 3168 w 6463"/>
                <a:gd name="connsiteY3" fmla="*/ 0 h 5069"/>
                <a:gd name="connsiteX4" fmla="*/ 6463 w 6463"/>
                <a:gd name="connsiteY4" fmla="*/ 2535 h 5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069">
                  <a:moveTo>
                    <a:pt x="6463" y="2535"/>
                  </a:moveTo>
                  <a:lnTo>
                    <a:pt x="3168" y="5069"/>
                  </a:lnTo>
                  <a:lnTo>
                    <a:pt x="0" y="2535"/>
                  </a:lnTo>
                  <a:lnTo>
                    <a:pt x="3168" y="0"/>
                  </a:lnTo>
                  <a:lnTo>
                    <a:pt x="6463" y="253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1" name="Freeform: Shape 1730">
              <a:extLst>
                <a:ext uri="{FF2B5EF4-FFF2-40B4-BE49-F238E27FC236}">
                  <a16:creationId xmlns:a16="http://schemas.microsoft.com/office/drawing/2014/main" id="{973F7A03-4B8D-6E93-9DC1-5402051A512F}"/>
                </a:ext>
              </a:extLst>
            </p:cNvPr>
            <p:cNvSpPr/>
            <p:nvPr/>
          </p:nvSpPr>
          <p:spPr>
            <a:xfrm>
              <a:off x="5006705" y="1238494"/>
              <a:ext cx="7857" cy="6210"/>
            </a:xfrm>
            <a:custGeom>
              <a:avLst/>
              <a:gdLst>
                <a:gd name="connsiteX0" fmla="*/ 7858 w 7857"/>
                <a:gd name="connsiteY0" fmla="*/ 3168 h 6210"/>
                <a:gd name="connsiteX1" fmla="*/ 3929 w 7857"/>
                <a:gd name="connsiteY1" fmla="*/ 6210 h 6210"/>
                <a:gd name="connsiteX2" fmla="*/ 0 w 7857"/>
                <a:gd name="connsiteY2" fmla="*/ 3168 h 6210"/>
                <a:gd name="connsiteX3" fmla="*/ 3929 w 7857"/>
                <a:gd name="connsiteY3" fmla="*/ 0 h 6210"/>
                <a:gd name="connsiteX4" fmla="*/ 7858 w 7857"/>
                <a:gd name="connsiteY4" fmla="*/ 3168 h 6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57" h="6210">
                  <a:moveTo>
                    <a:pt x="7858" y="3168"/>
                  </a:moveTo>
                  <a:lnTo>
                    <a:pt x="3929" y="6210"/>
                  </a:lnTo>
                  <a:lnTo>
                    <a:pt x="0" y="3168"/>
                  </a:lnTo>
                  <a:lnTo>
                    <a:pt x="3929" y="0"/>
                  </a:lnTo>
                  <a:lnTo>
                    <a:pt x="7858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2" name="Freeform: Shape 1731">
              <a:extLst>
                <a:ext uri="{FF2B5EF4-FFF2-40B4-BE49-F238E27FC236}">
                  <a16:creationId xmlns:a16="http://schemas.microsoft.com/office/drawing/2014/main" id="{F3FB868B-8034-97D2-F096-C2C8E74CAFB8}"/>
                </a:ext>
              </a:extLst>
            </p:cNvPr>
            <p:cNvSpPr/>
            <p:nvPr/>
          </p:nvSpPr>
          <p:spPr>
            <a:xfrm>
              <a:off x="5128625" y="1200600"/>
              <a:ext cx="8364" cy="6590"/>
            </a:xfrm>
            <a:custGeom>
              <a:avLst/>
              <a:gdLst>
                <a:gd name="connsiteX0" fmla="*/ 8364 w 8364"/>
                <a:gd name="connsiteY0" fmla="*/ 3295 h 6590"/>
                <a:gd name="connsiteX1" fmla="*/ 4309 w 8364"/>
                <a:gd name="connsiteY1" fmla="*/ 6590 h 6590"/>
                <a:gd name="connsiteX2" fmla="*/ 0 w 8364"/>
                <a:gd name="connsiteY2" fmla="*/ 3295 h 6590"/>
                <a:gd name="connsiteX3" fmla="*/ 4309 w 8364"/>
                <a:gd name="connsiteY3" fmla="*/ 0 h 6590"/>
                <a:gd name="connsiteX4" fmla="*/ 8364 w 8364"/>
                <a:gd name="connsiteY4" fmla="*/ 3295 h 6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64" h="6590">
                  <a:moveTo>
                    <a:pt x="8364" y="3295"/>
                  </a:moveTo>
                  <a:lnTo>
                    <a:pt x="4309" y="6590"/>
                  </a:lnTo>
                  <a:lnTo>
                    <a:pt x="0" y="3295"/>
                  </a:lnTo>
                  <a:lnTo>
                    <a:pt x="4309" y="0"/>
                  </a:lnTo>
                  <a:lnTo>
                    <a:pt x="8364" y="32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3" name="Freeform: Shape 1732">
              <a:extLst>
                <a:ext uri="{FF2B5EF4-FFF2-40B4-BE49-F238E27FC236}">
                  <a16:creationId xmlns:a16="http://schemas.microsoft.com/office/drawing/2014/main" id="{3D9D80EF-8D85-392B-872A-0F6CBE1C0A49}"/>
                </a:ext>
              </a:extLst>
            </p:cNvPr>
            <p:cNvSpPr/>
            <p:nvPr/>
          </p:nvSpPr>
          <p:spPr>
            <a:xfrm>
              <a:off x="5252319" y="1166761"/>
              <a:ext cx="9251" cy="7350"/>
            </a:xfrm>
            <a:custGeom>
              <a:avLst/>
              <a:gdLst>
                <a:gd name="connsiteX0" fmla="*/ 9252 w 9251"/>
                <a:gd name="connsiteY0" fmla="*/ 3675 h 7350"/>
                <a:gd name="connsiteX1" fmla="*/ 4689 w 9251"/>
                <a:gd name="connsiteY1" fmla="*/ 7351 h 7350"/>
                <a:gd name="connsiteX2" fmla="*/ 0 w 9251"/>
                <a:gd name="connsiteY2" fmla="*/ 3675 h 7350"/>
                <a:gd name="connsiteX3" fmla="*/ 4689 w 9251"/>
                <a:gd name="connsiteY3" fmla="*/ 0 h 7350"/>
                <a:gd name="connsiteX4" fmla="*/ 9252 w 9251"/>
                <a:gd name="connsiteY4" fmla="*/ 3675 h 7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51" h="7350">
                  <a:moveTo>
                    <a:pt x="9252" y="3675"/>
                  </a:moveTo>
                  <a:lnTo>
                    <a:pt x="4689" y="7351"/>
                  </a:lnTo>
                  <a:lnTo>
                    <a:pt x="0" y="3675"/>
                  </a:lnTo>
                  <a:lnTo>
                    <a:pt x="4689" y="0"/>
                  </a:lnTo>
                  <a:lnTo>
                    <a:pt x="9252" y="367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4" name="Freeform: Shape 1733">
              <a:extLst>
                <a:ext uri="{FF2B5EF4-FFF2-40B4-BE49-F238E27FC236}">
                  <a16:creationId xmlns:a16="http://schemas.microsoft.com/office/drawing/2014/main" id="{9329C84F-6527-4C3E-B6E5-EF4F12376E62}"/>
                </a:ext>
              </a:extLst>
            </p:cNvPr>
            <p:cNvSpPr/>
            <p:nvPr/>
          </p:nvSpPr>
          <p:spPr>
            <a:xfrm>
              <a:off x="5377534" y="1137232"/>
              <a:ext cx="10645" cy="8364"/>
            </a:xfrm>
            <a:custGeom>
              <a:avLst/>
              <a:gdLst>
                <a:gd name="connsiteX0" fmla="*/ 10646 w 10645"/>
                <a:gd name="connsiteY0" fmla="*/ 4182 h 8364"/>
                <a:gd name="connsiteX1" fmla="*/ 5323 w 10645"/>
                <a:gd name="connsiteY1" fmla="*/ 8365 h 8364"/>
                <a:gd name="connsiteX2" fmla="*/ 0 w 10645"/>
                <a:gd name="connsiteY2" fmla="*/ 4182 h 8364"/>
                <a:gd name="connsiteX3" fmla="*/ 5323 w 10645"/>
                <a:gd name="connsiteY3" fmla="*/ 0 h 8364"/>
                <a:gd name="connsiteX4" fmla="*/ 10646 w 10645"/>
                <a:gd name="connsiteY4" fmla="*/ 4182 h 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45" h="8364">
                  <a:moveTo>
                    <a:pt x="10646" y="4182"/>
                  </a:moveTo>
                  <a:lnTo>
                    <a:pt x="5323" y="8365"/>
                  </a:lnTo>
                  <a:lnTo>
                    <a:pt x="0" y="4182"/>
                  </a:lnTo>
                  <a:lnTo>
                    <a:pt x="5323" y="0"/>
                  </a:lnTo>
                  <a:lnTo>
                    <a:pt x="10646" y="41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5" name="Freeform: Shape 1734">
              <a:extLst>
                <a:ext uri="{FF2B5EF4-FFF2-40B4-BE49-F238E27FC236}">
                  <a16:creationId xmlns:a16="http://schemas.microsoft.com/office/drawing/2014/main" id="{50F59D9C-A0B5-48B8-4638-E23DC1C64AD6}"/>
                </a:ext>
              </a:extLst>
            </p:cNvPr>
            <p:cNvSpPr/>
            <p:nvPr/>
          </p:nvSpPr>
          <p:spPr>
            <a:xfrm>
              <a:off x="5504650" y="1112265"/>
              <a:ext cx="11152" cy="8871"/>
            </a:xfrm>
            <a:custGeom>
              <a:avLst/>
              <a:gdLst>
                <a:gd name="connsiteX0" fmla="*/ 11153 w 11152"/>
                <a:gd name="connsiteY0" fmla="*/ 4436 h 8871"/>
                <a:gd name="connsiteX1" fmla="*/ 5576 w 11152"/>
                <a:gd name="connsiteY1" fmla="*/ 8872 h 8871"/>
                <a:gd name="connsiteX2" fmla="*/ 0 w 11152"/>
                <a:gd name="connsiteY2" fmla="*/ 4436 h 8871"/>
                <a:gd name="connsiteX3" fmla="*/ 5576 w 11152"/>
                <a:gd name="connsiteY3" fmla="*/ 0 h 8871"/>
                <a:gd name="connsiteX4" fmla="*/ 11153 w 11152"/>
                <a:gd name="connsiteY4" fmla="*/ 4436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52" h="8871">
                  <a:moveTo>
                    <a:pt x="11153" y="4436"/>
                  </a:moveTo>
                  <a:lnTo>
                    <a:pt x="5576" y="8872"/>
                  </a:lnTo>
                  <a:lnTo>
                    <a:pt x="0" y="4436"/>
                  </a:lnTo>
                  <a:lnTo>
                    <a:pt x="5576" y="0"/>
                  </a:lnTo>
                  <a:lnTo>
                    <a:pt x="11153" y="44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6" name="Freeform: Shape 1735">
              <a:extLst>
                <a:ext uri="{FF2B5EF4-FFF2-40B4-BE49-F238E27FC236}">
                  <a16:creationId xmlns:a16="http://schemas.microsoft.com/office/drawing/2014/main" id="{8ED64673-16AC-58F2-2EDD-351F0F848669}"/>
                </a:ext>
              </a:extLst>
            </p:cNvPr>
            <p:cNvSpPr/>
            <p:nvPr/>
          </p:nvSpPr>
          <p:spPr>
            <a:xfrm>
              <a:off x="5632781" y="1091607"/>
              <a:ext cx="12039" cy="9505"/>
            </a:xfrm>
            <a:custGeom>
              <a:avLst/>
              <a:gdLst>
                <a:gd name="connsiteX0" fmla="*/ 12040 w 12039"/>
                <a:gd name="connsiteY0" fmla="*/ 4816 h 9505"/>
                <a:gd name="connsiteX1" fmla="*/ 6083 w 12039"/>
                <a:gd name="connsiteY1" fmla="*/ 9505 h 9505"/>
                <a:gd name="connsiteX2" fmla="*/ 0 w 12039"/>
                <a:gd name="connsiteY2" fmla="*/ 4816 h 9505"/>
                <a:gd name="connsiteX3" fmla="*/ 6083 w 12039"/>
                <a:gd name="connsiteY3" fmla="*/ 0 h 9505"/>
                <a:gd name="connsiteX4" fmla="*/ 12040 w 12039"/>
                <a:gd name="connsiteY4" fmla="*/ 4816 h 9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39" h="9505">
                  <a:moveTo>
                    <a:pt x="12040" y="4816"/>
                  </a:moveTo>
                  <a:lnTo>
                    <a:pt x="6083" y="9505"/>
                  </a:lnTo>
                  <a:lnTo>
                    <a:pt x="0" y="4816"/>
                  </a:lnTo>
                  <a:lnTo>
                    <a:pt x="6083" y="0"/>
                  </a:lnTo>
                  <a:lnTo>
                    <a:pt x="12040" y="481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7" name="Freeform: Shape 1736">
              <a:extLst>
                <a:ext uri="{FF2B5EF4-FFF2-40B4-BE49-F238E27FC236}">
                  <a16:creationId xmlns:a16="http://schemas.microsoft.com/office/drawing/2014/main" id="{EEE42985-73C9-DD26-E824-860412ED87F9}"/>
                </a:ext>
              </a:extLst>
            </p:cNvPr>
            <p:cNvSpPr/>
            <p:nvPr/>
          </p:nvSpPr>
          <p:spPr>
            <a:xfrm>
              <a:off x="5762051" y="1075511"/>
              <a:ext cx="12673" cy="10012"/>
            </a:xfrm>
            <a:custGeom>
              <a:avLst/>
              <a:gdLst>
                <a:gd name="connsiteX0" fmla="*/ 12674 w 12673"/>
                <a:gd name="connsiteY0" fmla="*/ 5069 h 10012"/>
                <a:gd name="connsiteX1" fmla="*/ 6337 w 12673"/>
                <a:gd name="connsiteY1" fmla="*/ 10012 h 10012"/>
                <a:gd name="connsiteX2" fmla="*/ 0 w 12673"/>
                <a:gd name="connsiteY2" fmla="*/ 5069 h 10012"/>
                <a:gd name="connsiteX3" fmla="*/ 6337 w 12673"/>
                <a:gd name="connsiteY3" fmla="*/ 0 h 10012"/>
                <a:gd name="connsiteX4" fmla="*/ 12674 w 12673"/>
                <a:gd name="connsiteY4" fmla="*/ 5069 h 1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73" h="10012">
                  <a:moveTo>
                    <a:pt x="12674" y="5069"/>
                  </a:moveTo>
                  <a:lnTo>
                    <a:pt x="6337" y="10012"/>
                  </a:lnTo>
                  <a:lnTo>
                    <a:pt x="0" y="5069"/>
                  </a:lnTo>
                  <a:lnTo>
                    <a:pt x="6337" y="0"/>
                  </a:lnTo>
                  <a:lnTo>
                    <a:pt x="12674" y="506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8" name="Freeform: Shape 1737">
              <a:extLst>
                <a:ext uri="{FF2B5EF4-FFF2-40B4-BE49-F238E27FC236}">
                  <a16:creationId xmlns:a16="http://schemas.microsoft.com/office/drawing/2014/main" id="{580A72FC-5374-45FF-7FD8-AAFDC7F87A05}"/>
                </a:ext>
              </a:extLst>
            </p:cNvPr>
            <p:cNvSpPr/>
            <p:nvPr/>
          </p:nvSpPr>
          <p:spPr>
            <a:xfrm>
              <a:off x="5892082" y="1063852"/>
              <a:ext cx="13307" cy="10645"/>
            </a:xfrm>
            <a:custGeom>
              <a:avLst/>
              <a:gdLst>
                <a:gd name="connsiteX0" fmla="*/ 13307 w 13307"/>
                <a:gd name="connsiteY0" fmla="*/ 5323 h 10645"/>
                <a:gd name="connsiteX1" fmla="*/ 6717 w 13307"/>
                <a:gd name="connsiteY1" fmla="*/ 10646 h 10645"/>
                <a:gd name="connsiteX2" fmla="*/ 0 w 13307"/>
                <a:gd name="connsiteY2" fmla="*/ 5323 h 10645"/>
                <a:gd name="connsiteX3" fmla="*/ 6717 w 13307"/>
                <a:gd name="connsiteY3" fmla="*/ 0 h 10645"/>
                <a:gd name="connsiteX4" fmla="*/ 13307 w 13307"/>
                <a:gd name="connsiteY4" fmla="*/ 5323 h 1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07" h="10645">
                  <a:moveTo>
                    <a:pt x="13307" y="5323"/>
                  </a:moveTo>
                  <a:cubicBezTo>
                    <a:pt x="13307" y="8238"/>
                    <a:pt x="10266" y="10646"/>
                    <a:pt x="6717" y="10646"/>
                  </a:cubicBezTo>
                  <a:cubicBezTo>
                    <a:pt x="3168" y="10646"/>
                    <a:pt x="0" y="8238"/>
                    <a:pt x="0" y="5323"/>
                  </a:cubicBezTo>
                  <a:cubicBezTo>
                    <a:pt x="0" y="2408"/>
                    <a:pt x="3042" y="0"/>
                    <a:pt x="6717" y="0"/>
                  </a:cubicBezTo>
                  <a:lnTo>
                    <a:pt x="13307" y="532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9" name="Freeform: Shape 1738">
              <a:extLst>
                <a:ext uri="{FF2B5EF4-FFF2-40B4-BE49-F238E27FC236}">
                  <a16:creationId xmlns:a16="http://schemas.microsoft.com/office/drawing/2014/main" id="{AEEAF7E5-5DF7-46D2-12BB-BBF05BA76D9A}"/>
                </a:ext>
              </a:extLst>
            </p:cNvPr>
            <p:cNvSpPr/>
            <p:nvPr/>
          </p:nvSpPr>
          <p:spPr>
            <a:xfrm>
              <a:off x="6022620" y="1056881"/>
              <a:ext cx="13941" cy="11152"/>
            </a:xfrm>
            <a:custGeom>
              <a:avLst/>
              <a:gdLst>
                <a:gd name="connsiteX0" fmla="*/ 13941 w 13941"/>
                <a:gd name="connsiteY0" fmla="*/ 5576 h 11152"/>
                <a:gd name="connsiteX1" fmla="*/ 6971 w 13941"/>
                <a:gd name="connsiteY1" fmla="*/ 11153 h 11152"/>
                <a:gd name="connsiteX2" fmla="*/ 0 w 13941"/>
                <a:gd name="connsiteY2" fmla="*/ 5576 h 11152"/>
                <a:gd name="connsiteX3" fmla="*/ 6971 w 13941"/>
                <a:gd name="connsiteY3" fmla="*/ 0 h 11152"/>
                <a:gd name="connsiteX4" fmla="*/ 13941 w 13941"/>
                <a:gd name="connsiteY4" fmla="*/ 5576 h 11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1" h="11152">
                  <a:moveTo>
                    <a:pt x="13941" y="5576"/>
                  </a:moveTo>
                  <a:cubicBezTo>
                    <a:pt x="13941" y="8618"/>
                    <a:pt x="10773" y="11153"/>
                    <a:pt x="6971" y="11153"/>
                  </a:cubicBezTo>
                  <a:cubicBezTo>
                    <a:pt x="3168" y="11153"/>
                    <a:pt x="0" y="8745"/>
                    <a:pt x="0" y="5576"/>
                  </a:cubicBezTo>
                  <a:cubicBezTo>
                    <a:pt x="0" y="2408"/>
                    <a:pt x="3168" y="0"/>
                    <a:pt x="6971" y="0"/>
                  </a:cubicBezTo>
                  <a:cubicBezTo>
                    <a:pt x="10773" y="0"/>
                    <a:pt x="13941" y="2408"/>
                    <a:pt x="13941" y="55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0" name="Freeform: Shape 1739">
              <a:extLst>
                <a:ext uri="{FF2B5EF4-FFF2-40B4-BE49-F238E27FC236}">
                  <a16:creationId xmlns:a16="http://schemas.microsoft.com/office/drawing/2014/main" id="{E309BDC9-051D-D242-886C-B0CB73C1DC06}"/>
                </a:ext>
              </a:extLst>
            </p:cNvPr>
            <p:cNvSpPr/>
            <p:nvPr/>
          </p:nvSpPr>
          <p:spPr>
            <a:xfrm>
              <a:off x="6153285" y="1054346"/>
              <a:ext cx="14701" cy="11659"/>
            </a:xfrm>
            <a:custGeom>
              <a:avLst/>
              <a:gdLst>
                <a:gd name="connsiteX0" fmla="*/ 14701 w 14701"/>
                <a:gd name="connsiteY0" fmla="*/ 5830 h 11659"/>
                <a:gd name="connsiteX1" fmla="*/ 7351 w 14701"/>
                <a:gd name="connsiteY1" fmla="*/ 11660 h 11659"/>
                <a:gd name="connsiteX2" fmla="*/ 0 w 14701"/>
                <a:gd name="connsiteY2" fmla="*/ 5830 h 11659"/>
                <a:gd name="connsiteX3" fmla="*/ 7351 w 14701"/>
                <a:gd name="connsiteY3" fmla="*/ 0 h 11659"/>
                <a:gd name="connsiteX4" fmla="*/ 14701 w 14701"/>
                <a:gd name="connsiteY4" fmla="*/ 5830 h 11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01" h="11659">
                  <a:moveTo>
                    <a:pt x="14701" y="5830"/>
                  </a:moveTo>
                  <a:cubicBezTo>
                    <a:pt x="14701" y="8998"/>
                    <a:pt x="11407" y="11660"/>
                    <a:pt x="7351" y="11660"/>
                  </a:cubicBezTo>
                  <a:cubicBezTo>
                    <a:pt x="3295" y="11660"/>
                    <a:pt x="0" y="8998"/>
                    <a:pt x="0" y="5830"/>
                  </a:cubicBezTo>
                  <a:cubicBezTo>
                    <a:pt x="0" y="2661"/>
                    <a:pt x="3295" y="0"/>
                    <a:pt x="7351" y="0"/>
                  </a:cubicBezTo>
                  <a:cubicBezTo>
                    <a:pt x="11407" y="0"/>
                    <a:pt x="14701" y="2661"/>
                    <a:pt x="14701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1" name="Freeform: Shape 1740">
              <a:extLst>
                <a:ext uri="{FF2B5EF4-FFF2-40B4-BE49-F238E27FC236}">
                  <a16:creationId xmlns:a16="http://schemas.microsoft.com/office/drawing/2014/main" id="{97DA9717-ACAB-477D-19F7-AE44A472ECF3}"/>
                </a:ext>
              </a:extLst>
            </p:cNvPr>
            <p:cNvSpPr/>
            <p:nvPr/>
          </p:nvSpPr>
          <p:spPr>
            <a:xfrm>
              <a:off x="6284077" y="1056247"/>
              <a:ext cx="15461" cy="12420"/>
            </a:xfrm>
            <a:custGeom>
              <a:avLst/>
              <a:gdLst>
                <a:gd name="connsiteX0" fmla="*/ 15462 w 15461"/>
                <a:gd name="connsiteY0" fmla="*/ 6210 h 12420"/>
                <a:gd name="connsiteX1" fmla="*/ 7731 w 15461"/>
                <a:gd name="connsiteY1" fmla="*/ 12420 h 12420"/>
                <a:gd name="connsiteX2" fmla="*/ 0 w 15461"/>
                <a:gd name="connsiteY2" fmla="*/ 6210 h 12420"/>
                <a:gd name="connsiteX3" fmla="*/ 7731 w 15461"/>
                <a:gd name="connsiteY3" fmla="*/ 0 h 12420"/>
                <a:gd name="connsiteX4" fmla="*/ 15462 w 15461"/>
                <a:gd name="connsiteY4" fmla="*/ 6210 h 12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61" h="12420">
                  <a:moveTo>
                    <a:pt x="15462" y="6210"/>
                  </a:moveTo>
                  <a:cubicBezTo>
                    <a:pt x="15462" y="9632"/>
                    <a:pt x="11913" y="12420"/>
                    <a:pt x="7731" y="12420"/>
                  </a:cubicBezTo>
                  <a:cubicBezTo>
                    <a:pt x="3549" y="12420"/>
                    <a:pt x="0" y="9632"/>
                    <a:pt x="0" y="6210"/>
                  </a:cubicBezTo>
                  <a:cubicBezTo>
                    <a:pt x="0" y="2788"/>
                    <a:pt x="3422" y="0"/>
                    <a:pt x="7731" y="0"/>
                  </a:cubicBezTo>
                  <a:cubicBezTo>
                    <a:pt x="12040" y="0"/>
                    <a:pt x="15462" y="2788"/>
                    <a:pt x="15462" y="621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2" name="Freeform: Shape 1741">
              <a:extLst>
                <a:ext uri="{FF2B5EF4-FFF2-40B4-BE49-F238E27FC236}">
                  <a16:creationId xmlns:a16="http://schemas.microsoft.com/office/drawing/2014/main" id="{97CC24F1-1AD9-5EE6-DFB9-9460562D9ADA}"/>
                </a:ext>
              </a:extLst>
            </p:cNvPr>
            <p:cNvSpPr/>
            <p:nvPr/>
          </p:nvSpPr>
          <p:spPr>
            <a:xfrm>
              <a:off x="6414615" y="1062838"/>
              <a:ext cx="15968" cy="12800"/>
            </a:xfrm>
            <a:custGeom>
              <a:avLst/>
              <a:gdLst>
                <a:gd name="connsiteX0" fmla="*/ 15968 w 15968"/>
                <a:gd name="connsiteY0" fmla="*/ 6337 h 12800"/>
                <a:gd name="connsiteX1" fmla="*/ 7984 w 15968"/>
                <a:gd name="connsiteY1" fmla="*/ 12800 h 12800"/>
                <a:gd name="connsiteX2" fmla="*/ 0 w 15968"/>
                <a:gd name="connsiteY2" fmla="*/ 6337 h 12800"/>
                <a:gd name="connsiteX3" fmla="*/ 7984 w 15968"/>
                <a:gd name="connsiteY3" fmla="*/ 0 h 12800"/>
                <a:gd name="connsiteX4" fmla="*/ 15968 w 15968"/>
                <a:gd name="connsiteY4" fmla="*/ 6337 h 1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800">
                  <a:moveTo>
                    <a:pt x="15968" y="6337"/>
                  </a:moveTo>
                  <a:cubicBezTo>
                    <a:pt x="15968" y="9885"/>
                    <a:pt x="12420" y="12800"/>
                    <a:pt x="7984" y="12800"/>
                  </a:cubicBezTo>
                  <a:cubicBezTo>
                    <a:pt x="3549" y="12800"/>
                    <a:pt x="0" y="9885"/>
                    <a:pt x="0" y="6337"/>
                  </a:cubicBezTo>
                  <a:cubicBezTo>
                    <a:pt x="0" y="2788"/>
                    <a:pt x="3675" y="0"/>
                    <a:pt x="7984" y="0"/>
                  </a:cubicBezTo>
                  <a:cubicBezTo>
                    <a:pt x="12293" y="0"/>
                    <a:pt x="15968" y="2915"/>
                    <a:pt x="15968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3" name="Freeform: Shape 1742">
              <a:extLst>
                <a:ext uri="{FF2B5EF4-FFF2-40B4-BE49-F238E27FC236}">
                  <a16:creationId xmlns:a16="http://schemas.microsoft.com/office/drawing/2014/main" id="{C8D0D5B2-0AA1-23D5-CABA-C2C0C8D306D0}"/>
                </a:ext>
              </a:extLst>
            </p:cNvPr>
            <p:cNvSpPr/>
            <p:nvPr/>
          </p:nvSpPr>
          <p:spPr>
            <a:xfrm>
              <a:off x="6544266" y="1073864"/>
              <a:ext cx="16982" cy="13434"/>
            </a:xfrm>
            <a:custGeom>
              <a:avLst/>
              <a:gdLst>
                <a:gd name="connsiteX0" fmla="*/ 16983 w 16982"/>
                <a:gd name="connsiteY0" fmla="*/ 6717 h 13434"/>
                <a:gd name="connsiteX1" fmla="*/ 8491 w 16982"/>
                <a:gd name="connsiteY1" fmla="*/ 13434 h 13434"/>
                <a:gd name="connsiteX2" fmla="*/ 0 w 16982"/>
                <a:gd name="connsiteY2" fmla="*/ 6717 h 13434"/>
                <a:gd name="connsiteX3" fmla="*/ 8491 w 16982"/>
                <a:gd name="connsiteY3" fmla="*/ 0 h 13434"/>
                <a:gd name="connsiteX4" fmla="*/ 16983 w 16982"/>
                <a:gd name="connsiteY4" fmla="*/ 6717 h 13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82" h="13434">
                  <a:moveTo>
                    <a:pt x="16983" y="6717"/>
                  </a:moveTo>
                  <a:cubicBezTo>
                    <a:pt x="16983" y="10392"/>
                    <a:pt x="13180" y="13434"/>
                    <a:pt x="8491" y="13434"/>
                  </a:cubicBezTo>
                  <a:cubicBezTo>
                    <a:pt x="3802" y="13434"/>
                    <a:pt x="0" y="10392"/>
                    <a:pt x="0" y="6717"/>
                  </a:cubicBezTo>
                  <a:cubicBezTo>
                    <a:pt x="0" y="3042"/>
                    <a:pt x="3802" y="0"/>
                    <a:pt x="8491" y="0"/>
                  </a:cubicBezTo>
                  <a:cubicBezTo>
                    <a:pt x="13180" y="0"/>
                    <a:pt x="16983" y="3042"/>
                    <a:pt x="16983" y="671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4" name="Freeform: Shape 1743">
              <a:extLst>
                <a:ext uri="{FF2B5EF4-FFF2-40B4-BE49-F238E27FC236}">
                  <a16:creationId xmlns:a16="http://schemas.microsoft.com/office/drawing/2014/main" id="{DCF5AE05-278D-08A1-E86B-B1B25755B790}"/>
                </a:ext>
              </a:extLst>
            </p:cNvPr>
            <p:cNvSpPr/>
            <p:nvPr/>
          </p:nvSpPr>
          <p:spPr>
            <a:xfrm>
              <a:off x="6673536" y="1089452"/>
              <a:ext cx="17742" cy="13940"/>
            </a:xfrm>
            <a:custGeom>
              <a:avLst/>
              <a:gdLst>
                <a:gd name="connsiteX0" fmla="*/ 17743 w 17742"/>
                <a:gd name="connsiteY0" fmla="*/ 6970 h 13940"/>
                <a:gd name="connsiteX1" fmla="*/ 8872 w 17742"/>
                <a:gd name="connsiteY1" fmla="*/ 13941 h 13940"/>
                <a:gd name="connsiteX2" fmla="*/ 0 w 17742"/>
                <a:gd name="connsiteY2" fmla="*/ 6970 h 13940"/>
                <a:gd name="connsiteX3" fmla="*/ 8872 w 17742"/>
                <a:gd name="connsiteY3" fmla="*/ 0 h 13940"/>
                <a:gd name="connsiteX4" fmla="*/ 17743 w 17742"/>
                <a:gd name="connsiteY4" fmla="*/ 6970 h 13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2" h="13940">
                  <a:moveTo>
                    <a:pt x="17743" y="6970"/>
                  </a:moveTo>
                  <a:cubicBezTo>
                    <a:pt x="17743" y="10899"/>
                    <a:pt x="13814" y="13941"/>
                    <a:pt x="8872" y="13941"/>
                  </a:cubicBezTo>
                  <a:cubicBezTo>
                    <a:pt x="3929" y="13941"/>
                    <a:pt x="0" y="10773"/>
                    <a:pt x="0" y="6970"/>
                  </a:cubicBezTo>
                  <a:cubicBezTo>
                    <a:pt x="0" y="3168"/>
                    <a:pt x="4056" y="0"/>
                    <a:pt x="8872" y="0"/>
                  </a:cubicBezTo>
                  <a:cubicBezTo>
                    <a:pt x="13688" y="0"/>
                    <a:pt x="17743" y="3168"/>
                    <a:pt x="17743" y="69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5" name="Freeform: Shape 1744">
              <a:extLst>
                <a:ext uri="{FF2B5EF4-FFF2-40B4-BE49-F238E27FC236}">
                  <a16:creationId xmlns:a16="http://schemas.microsoft.com/office/drawing/2014/main" id="{FF2B0FDB-7D8E-521E-E7D4-58EDA137D029}"/>
                </a:ext>
              </a:extLst>
            </p:cNvPr>
            <p:cNvSpPr/>
            <p:nvPr/>
          </p:nvSpPr>
          <p:spPr>
            <a:xfrm>
              <a:off x="6801920" y="1109477"/>
              <a:ext cx="18250" cy="14447"/>
            </a:xfrm>
            <a:custGeom>
              <a:avLst/>
              <a:gdLst>
                <a:gd name="connsiteX0" fmla="*/ 18250 w 18250"/>
                <a:gd name="connsiteY0" fmla="*/ 7224 h 14447"/>
                <a:gd name="connsiteX1" fmla="*/ 9125 w 18250"/>
                <a:gd name="connsiteY1" fmla="*/ 14448 h 14447"/>
                <a:gd name="connsiteX2" fmla="*/ 0 w 18250"/>
                <a:gd name="connsiteY2" fmla="*/ 7224 h 14447"/>
                <a:gd name="connsiteX3" fmla="*/ 9125 w 18250"/>
                <a:gd name="connsiteY3" fmla="*/ 0 h 14447"/>
                <a:gd name="connsiteX4" fmla="*/ 18250 w 18250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7">
                  <a:moveTo>
                    <a:pt x="18250" y="7224"/>
                  </a:moveTo>
                  <a:cubicBezTo>
                    <a:pt x="18250" y="11279"/>
                    <a:pt x="14194" y="14448"/>
                    <a:pt x="9125" y="14448"/>
                  </a:cubicBezTo>
                  <a:cubicBezTo>
                    <a:pt x="4056" y="14448"/>
                    <a:pt x="0" y="11279"/>
                    <a:pt x="0" y="7224"/>
                  </a:cubicBezTo>
                  <a:cubicBezTo>
                    <a:pt x="0" y="3168"/>
                    <a:pt x="4056" y="0"/>
                    <a:pt x="9125" y="0"/>
                  </a:cubicBezTo>
                  <a:cubicBezTo>
                    <a:pt x="14194" y="0"/>
                    <a:pt x="18250" y="3295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6" name="Freeform: Shape 1745">
              <a:extLst>
                <a:ext uri="{FF2B5EF4-FFF2-40B4-BE49-F238E27FC236}">
                  <a16:creationId xmlns:a16="http://schemas.microsoft.com/office/drawing/2014/main" id="{D7CCB97A-76A8-99A5-44F0-F91CEBEBA916}"/>
                </a:ext>
              </a:extLst>
            </p:cNvPr>
            <p:cNvSpPr/>
            <p:nvPr/>
          </p:nvSpPr>
          <p:spPr>
            <a:xfrm>
              <a:off x="6928909" y="1133810"/>
              <a:ext cx="19010" cy="15208"/>
            </a:xfrm>
            <a:custGeom>
              <a:avLst/>
              <a:gdLst>
                <a:gd name="connsiteX0" fmla="*/ 19010 w 19010"/>
                <a:gd name="connsiteY0" fmla="*/ 7604 h 15208"/>
                <a:gd name="connsiteX1" fmla="*/ 9505 w 19010"/>
                <a:gd name="connsiteY1" fmla="*/ 15208 h 15208"/>
                <a:gd name="connsiteX2" fmla="*/ 0 w 19010"/>
                <a:gd name="connsiteY2" fmla="*/ 7604 h 15208"/>
                <a:gd name="connsiteX3" fmla="*/ 9505 w 19010"/>
                <a:gd name="connsiteY3" fmla="*/ 0 h 15208"/>
                <a:gd name="connsiteX4" fmla="*/ 19010 w 19010"/>
                <a:gd name="connsiteY4" fmla="*/ 7604 h 15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10" h="15208">
                  <a:moveTo>
                    <a:pt x="19010" y="7604"/>
                  </a:moveTo>
                  <a:cubicBezTo>
                    <a:pt x="19010" y="11786"/>
                    <a:pt x="14702" y="15208"/>
                    <a:pt x="9505" y="15208"/>
                  </a:cubicBezTo>
                  <a:cubicBezTo>
                    <a:pt x="4309" y="15208"/>
                    <a:pt x="0" y="11786"/>
                    <a:pt x="0" y="7604"/>
                  </a:cubicBezTo>
                  <a:cubicBezTo>
                    <a:pt x="0" y="3422"/>
                    <a:pt x="4309" y="0"/>
                    <a:pt x="9505" y="0"/>
                  </a:cubicBezTo>
                  <a:cubicBezTo>
                    <a:pt x="14702" y="0"/>
                    <a:pt x="19010" y="3422"/>
                    <a:pt x="19010" y="760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7" name="Freeform: Shape 1746">
              <a:extLst>
                <a:ext uri="{FF2B5EF4-FFF2-40B4-BE49-F238E27FC236}">
                  <a16:creationId xmlns:a16="http://schemas.microsoft.com/office/drawing/2014/main" id="{AD8F43C5-CE1E-3E67-A727-B7BA4FEC5D10}"/>
                </a:ext>
              </a:extLst>
            </p:cNvPr>
            <p:cNvSpPr/>
            <p:nvPr/>
          </p:nvSpPr>
          <p:spPr>
            <a:xfrm>
              <a:off x="7054758" y="1162832"/>
              <a:ext cx="19010" cy="15208"/>
            </a:xfrm>
            <a:custGeom>
              <a:avLst/>
              <a:gdLst>
                <a:gd name="connsiteX0" fmla="*/ 19010 w 19010"/>
                <a:gd name="connsiteY0" fmla="*/ 7604 h 15208"/>
                <a:gd name="connsiteX1" fmla="*/ 9505 w 19010"/>
                <a:gd name="connsiteY1" fmla="*/ 15208 h 15208"/>
                <a:gd name="connsiteX2" fmla="*/ 0 w 19010"/>
                <a:gd name="connsiteY2" fmla="*/ 7604 h 15208"/>
                <a:gd name="connsiteX3" fmla="*/ 9505 w 19010"/>
                <a:gd name="connsiteY3" fmla="*/ 0 h 15208"/>
                <a:gd name="connsiteX4" fmla="*/ 19010 w 19010"/>
                <a:gd name="connsiteY4" fmla="*/ 7604 h 15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10" h="15208">
                  <a:moveTo>
                    <a:pt x="19010" y="7604"/>
                  </a:moveTo>
                  <a:cubicBezTo>
                    <a:pt x="19010" y="11786"/>
                    <a:pt x="14701" y="15208"/>
                    <a:pt x="9505" y="15208"/>
                  </a:cubicBezTo>
                  <a:cubicBezTo>
                    <a:pt x="4309" y="15208"/>
                    <a:pt x="0" y="11786"/>
                    <a:pt x="0" y="7604"/>
                  </a:cubicBezTo>
                  <a:cubicBezTo>
                    <a:pt x="0" y="3422"/>
                    <a:pt x="4309" y="0"/>
                    <a:pt x="9505" y="0"/>
                  </a:cubicBezTo>
                  <a:cubicBezTo>
                    <a:pt x="14701" y="0"/>
                    <a:pt x="19010" y="3422"/>
                    <a:pt x="19010" y="760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8" name="Freeform: Shape 1747">
              <a:extLst>
                <a:ext uri="{FF2B5EF4-FFF2-40B4-BE49-F238E27FC236}">
                  <a16:creationId xmlns:a16="http://schemas.microsoft.com/office/drawing/2014/main" id="{5AC39BEF-673F-F714-7DA2-0EA588D1192A}"/>
                </a:ext>
              </a:extLst>
            </p:cNvPr>
            <p:cNvSpPr/>
            <p:nvPr/>
          </p:nvSpPr>
          <p:spPr>
            <a:xfrm>
              <a:off x="7178579" y="1196037"/>
              <a:ext cx="19770" cy="15715"/>
            </a:xfrm>
            <a:custGeom>
              <a:avLst/>
              <a:gdLst>
                <a:gd name="connsiteX0" fmla="*/ 19771 w 19770"/>
                <a:gd name="connsiteY0" fmla="*/ 7858 h 15715"/>
                <a:gd name="connsiteX1" fmla="*/ 9886 w 19770"/>
                <a:gd name="connsiteY1" fmla="*/ 15715 h 15715"/>
                <a:gd name="connsiteX2" fmla="*/ 0 w 19770"/>
                <a:gd name="connsiteY2" fmla="*/ 7858 h 15715"/>
                <a:gd name="connsiteX3" fmla="*/ 9886 w 19770"/>
                <a:gd name="connsiteY3" fmla="*/ 0 h 15715"/>
                <a:gd name="connsiteX4" fmla="*/ 19771 w 19770"/>
                <a:gd name="connsiteY4" fmla="*/ 7858 h 1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70" h="15715">
                  <a:moveTo>
                    <a:pt x="19771" y="7858"/>
                  </a:moveTo>
                  <a:cubicBezTo>
                    <a:pt x="19771" y="12167"/>
                    <a:pt x="15335" y="15715"/>
                    <a:pt x="9886" y="15715"/>
                  </a:cubicBezTo>
                  <a:cubicBezTo>
                    <a:pt x="4436" y="15715"/>
                    <a:pt x="0" y="12167"/>
                    <a:pt x="0" y="7858"/>
                  </a:cubicBezTo>
                  <a:cubicBezTo>
                    <a:pt x="0" y="3549"/>
                    <a:pt x="4436" y="0"/>
                    <a:pt x="9886" y="0"/>
                  </a:cubicBezTo>
                  <a:cubicBezTo>
                    <a:pt x="15335" y="0"/>
                    <a:pt x="19771" y="3549"/>
                    <a:pt x="19771" y="785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9" name="Freeform: Shape 1748">
              <a:extLst>
                <a:ext uri="{FF2B5EF4-FFF2-40B4-BE49-F238E27FC236}">
                  <a16:creationId xmlns:a16="http://schemas.microsoft.com/office/drawing/2014/main" id="{94E5CE6F-A0A1-5F96-44E3-926A5FDAE510}"/>
                </a:ext>
              </a:extLst>
            </p:cNvPr>
            <p:cNvSpPr/>
            <p:nvPr/>
          </p:nvSpPr>
          <p:spPr>
            <a:xfrm>
              <a:off x="7300373" y="1233424"/>
              <a:ext cx="20531" cy="16475"/>
            </a:xfrm>
            <a:custGeom>
              <a:avLst/>
              <a:gdLst>
                <a:gd name="connsiteX0" fmla="*/ 20531 w 20531"/>
                <a:gd name="connsiteY0" fmla="*/ 8238 h 16475"/>
                <a:gd name="connsiteX1" fmla="*/ 10266 w 20531"/>
                <a:gd name="connsiteY1" fmla="*/ 16476 h 16475"/>
                <a:gd name="connsiteX2" fmla="*/ 0 w 20531"/>
                <a:gd name="connsiteY2" fmla="*/ 8238 h 16475"/>
                <a:gd name="connsiteX3" fmla="*/ 10266 w 20531"/>
                <a:gd name="connsiteY3" fmla="*/ 0 h 16475"/>
                <a:gd name="connsiteX4" fmla="*/ 20531 w 20531"/>
                <a:gd name="connsiteY4" fmla="*/ 8238 h 16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31" h="16475">
                  <a:moveTo>
                    <a:pt x="20531" y="8238"/>
                  </a:moveTo>
                  <a:cubicBezTo>
                    <a:pt x="20531" y="12800"/>
                    <a:pt x="15968" y="16476"/>
                    <a:pt x="10266" y="16476"/>
                  </a:cubicBezTo>
                  <a:cubicBezTo>
                    <a:pt x="4562" y="16476"/>
                    <a:pt x="0" y="12800"/>
                    <a:pt x="0" y="8238"/>
                  </a:cubicBezTo>
                  <a:cubicBezTo>
                    <a:pt x="0" y="3675"/>
                    <a:pt x="4689" y="0"/>
                    <a:pt x="10266" y="0"/>
                  </a:cubicBezTo>
                  <a:cubicBezTo>
                    <a:pt x="15842" y="0"/>
                    <a:pt x="20531" y="3675"/>
                    <a:pt x="20531" y="823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0" name="Freeform: Shape 1749">
              <a:extLst>
                <a:ext uri="{FF2B5EF4-FFF2-40B4-BE49-F238E27FC236}">
                  <a16:creationId xmlns:a16="http://schemas.microsoft.com/office/drawing/2014/main" id="{A174CB02-3742-9715-F54F-1542D2E2837A}"/>
                </a:ext>
              </a:extLst>
            </p:cNvPr>
            <p:cNvSpPr/>
            <p:nvPr/>
          </p:nvSpPr>
          <p:spPr>
            <a:xfrm>
              <a:off x="7420391" y="1275247"/>
              <a:ext cx="20531" cy="16475"/>
            </a:xfrm>
            <a:custGeom>
              <a:avLst/>
              <a:gdLst>
                <a:gd name="connsiteX0" fmla="*/ 20531 w 20531"/>
                <a:gd name="connsiteY0" fmla="*/ 8238 h 16475"/>
                <a:gd name="connsiteX1" fmla="*/ 10266 w 20531"/>
                <a:gd name="connsiteY1" fmla="*/ 16476 h 16475"/>
                <a:gd name="connsiteX2" fmla="*/ 0 w 20531"/>
                <a:gd name="connsiteY2" fmla="*/ 8238 h 16475"/>
                <a:gd name="connsiteX3" fmla="*/ 10266 w 20531"/>
                <a:gd name="connsiteY3" fmla="*/ 0 h 16475"/>
                <a:gd name="connsiteX4" fmla="*/ 20531 w 20531"/>
                <a:gd name="connsiteY4" fmla="*/ 8238 h 16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31" h="16475">
                  <a:moveTo>
                    <a:pt x="20531" y="8238"/>
                  </a:moveTo>
                  <a:cubicBezTo>
                    <a:pt x="20531" y="12800"/>
                    <a:pt x="15842" y="16476"/>
                    <a:pt x="10266" y="16476"/>
                  </a:cubicBezTo>
                  <a:cubicBezTo>
                    <a:pt x="4689" y="16476"/>
                    <a:pt x="0" y="12800"/>
                    <a:pt x="0" y="8238"/>
                  </a:cubicBezTo>
                  <a:cubicBezTo>
                    <a:pt x="0" y="3675"/>
                    <a:pt x="4562" y="0"/>
                    <a:pt x="10266" y="0"/>
                  </a:cubicBezTo>
                  <a:cubicBezTo>
                    <a:pt x="15969" y="0"/>
                    <a:pt x="20531" y="3675"/>
                    <a:pt x="20531" y="823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1" name="Freeform: Shape 1750">
              <a:extLst>
                <a:ext uri="{FF2B5EF4-FFF2-40B4-BE49-F238E27FC236}">
                  <a16:creationId xmlns:a16="http://schemas.microsoft.com/office/drawing/2014/main" id="{E933DA27-4926-C85A-9B2E-0332AB0D7941}"/>
                </a:ext>
              </a:extLst>
            </p:cNvPr>
            <p:cNvSpPr/>
            <p:nvPr/>
          </p:nvSpPr>
          <p:spPr>
            <a:xfrm>
              <a:off x="7537368" y="1320999"/>
              <a:ext cx="21418" cy="16982"/>
            </a:xfrm>
            <a:custGeom>
              <a:avLst/>
              <a:gdLst>
                <a:gd name="connsiteX0" fmla="*/ 21418 w 21418"/>
                <a:gd name="connsiteY0" fmla="*/ 8491 h 16982"/>
                <a:gd name="connsiteX1" fmla="*/ 10773 w 21418"/>
                <a:gd name="connsiteY1" fmla="*/ 16983 h 16982"/>
                <a:gd name="connsiteX2" fmla="*/ 0 w 21418"/>
                <a:gd name="connsiteY2" fmla="*/ 8491 h 16982"/>
                <a:gd name="connsiteX3" fmla="*/ 10773 w 21418"/>
                <a:gd name="connsiteY3" fmla="*/ 0 h 16982"/>
                <a:gd name="connsiteX4" fmla="*/ 21418 w 21418"/>
                <a:gd name="connsiteY4" fmla="*/ 8491 h 1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18" h="16982">
                  <a:moveTo>
                    <a:pt x="21418" y="8491"/>
                  </a:moveTo>
                  <a:cubicBezTo>
                    <a:pt x="21418" y="13181"/>
                    <a:pt x="16602" y="16983"/>
                    <a:pt x="10773" y="16983"/>
                  </a:cubicBezTo>
                  <a:cubicBezTo>
                    <a:pt x="4943" y="16983"/>
                    <a:pt x="0" y="13181"/>
                    <a:pt x="0" y="8491"/>
                  </a:cubicBezTo>
                  <a:cubicBezTo>
                    <a:pt x="0" y="3802"/>
                    <a:pt x="4816" y="0"/>
                    <a:pt x="10773" y="0"/>
                  </a:cubicBezTo>
                  <a:cubicBezTo>
                    <a:pt x="16729" y="0"/>
                    <a:pt x="21418" y="3802"/>
                    <a:pt x="21418" y="84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2" name="Freeform: Shape 1751">
              <a:extLst>
                <a:ext uri="{FF2B5EF4-FFF2-40B4-BE49-F238E27FC236}">
                  <a16:creationId xmlns:a16="http://schemas.microsoft.com/office/drawing/2014/main" id="{0DA6FB72-2B1E-AF6C-0FE2-43A7B2E5E0EA}"/>
                </a:ext>
              </a:extLst>
            </p:cNvPr>
            <p:cNvSpPr/>
            <p:nvPr/>
          </p:nvSpPr>
          <p:spPr>
            <a:xfrm>
              <a:off x="7652318" y="1371060"/>
              <a:ext cx="21418" cy="16982"/>
            </a:xfrm>
            <a:custGeom>
              <a:avLst/>
              <a:gdLst>
                <a:gd name="connsiteX0" fmla="*/ 21418 w 21418"/>
                <a:gd name="connsiteY0" fmla="*/ 8491 h 16982"/>
                <a:gd name="connsiteX1" fmla="*/ 10646 w 21418"/>
                <a:gd name="connsiteY1" fmla="*/ 16983 h 16982"/>
                <a:gd name="connsiteX2" fmla="*/ 0 w 21418"/>
                <a:gd name="connsiteY2" fmla="*/ 8491 h 16982"/>
                <a:gd name="connsiteX3" fmla="*/ 10646 w 21418"/>
                <a:gd name="connsiteY3" fmla="*/ 0 h 16982"/>
                <a:gd name="connsiteX4" fmla="*/ 21418 w 21418"/>
                <a:gd name="connsiteY4" fmla="*/ 8491 h 1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18" h="16982">
                  <a:moveTo>
                    <a:pt x="21418" y="8491"/>
                  </a:moveTo>
                  <a:cubicBezTo>
                    <a:pt x="21418" y="13181"/>
                    <a:pt x="16602" y="16983"/>
                    <a:pt x="10646" y="16983"/>
                  </a:cubicBezTo>
                  <a:cubicBezTo>
                    <a:pt x="4689" y="16983"/>
                    <a:pt x="0" y="13181"/>
                    <a:pt x="0" y="8491"/>
                  </a:cubicBezTo>
                  <a:cubicBezTo>
                    <a:pt x="0" y="3802"/>
                    <a:pt x="4816" y="0"/>
                    <a:pt x="10646" y="0"/>
                  </a:cubicBezTo>
                  <a:cubicBezTo>
                    <a:pt x="16476" y="0"/>
                    <a:pt x="21418" y="3802"/>
                    <a:pt x="21418" y="84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3" name="Freeform: Shape 1752">
              <a:extLst>
                <a:ext uri="{FF2B5EF4-FFF2-40B4-BE49-F238E27FC236}">
                  <a16:creationId xmlns:a16="http://schemas.microsoft.com/office/drawing/2014/main" id="{C4C5AC83-556F-EB6B-D404-18832B3CDB42}"/>
                </a:ext>
              </a:extLst>
            </p:cNvPr>
            <p:cNvSpPr/>
            <p:nvPr/>
          </p:nvSpPr>
          <p:spPr>
            <a:xfrm>
              <a:off x="7764099" y="1424669"/>
              <a:ext cx="22051" cy="17489"/>
            </a:xfrm>
            <a:custGeom>
              <a:avLst/>
              <a:gdLst>
                <a:gd name="connsiteX0" fmla="*/ 22052 w 22051"/>
                <a:gd name="connsiteY0" fmla="*/ 8745 h 17489"/>
                <a:gd name="connsiteX1" fmla="*/ 11026 w 22051"/>
                <a:gd name="connsiteY1" fmla="*/ 17490 h 17489"/>
                <a:gd name="connsiteX2" fmla="*/ 0 w 22051"/>
                <a:gd name="connsiteY2" fmla="*/ 8745 h 17489"/>
                <a:gd name="connsiteX3" fmla="*/ 11026 w 22051"/>
                <a:gd name="connsiteY3" fmla="*/ 0 h 17489"/>
                <a:gd name="connsiteX4" fmla="*/ 22052 w 22051"/>
                <a:gd name="connsiteY4" fmla="*/ 8745 h 1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051" h="17489">
                  <a:moveTo>
                    <a:pt x="22052" y="8745"/>
                  </a:moveTo>
                  <a:cubicBezTo>
                    <a:pt x="22052" y="13561"/>
                    <a:pt x="17109" y="17490"/>
                    <a:pt x="11026" y="17490"/>
                  </a:cubicBezTo>
                  <a:cubicBezTo>
                    <a:pt x="4943" y="17490"/>
                    <a:pt x="0" y="13561"/>
                    <a:pt x="0" y="8745"/>
                  </a:cubicBezTo>
                  <a:cubicBezTo>
                    <a:pt x="0" y="3929"/>
                    <a:pt x="4943" y="0"/>
                    <a:pt x="11026" y="0"/>
                  </a:cubicBezTo>
                  <a:cubicBezTo>
                    <a:pt x="17109" y="0"/>
                    <a:pt x="22052" y="3929"/>
                    <a:pt x="22052" y="874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4" name="Freeform: Shape 1753">
              <a:extLst>
                <a:ext uri="{FF2B5EF4-FFF2-40B4-BE49-F238E27FC236}">
                  <a16:creationId xmlns:a16="http://schemas.microsoft.com/office/drawing/2014/main" id="{DF54EBE4-954C-3FE1-AB87-9976E551B7CE}"/>
                </a:ext>
              </a:extLst>
            </p:cNvPr>
            <p:cNvSpPr/>
            <p:nvPr/>
          </p:nvSpPr>
          <p:spPr>
            <a:xfrm>
              <a:off x="7873092" y="1482461"/>
              <a:ext cx="22052" cy="17489"/>
            </a:xfrm>
            <a:custGeom>
              <a:avLst/>
              <a:gdLst>
                <a:gd name="connsiteX0" fmla="*/ 22053 w 22052"/>
                <a:gd name="connsiteY0" fmla="*/ 8745 h 17489"/>
                <a:gd name="connsiteX1" fmla="*/ 11027 w 22052"/>
                <a:gd name="connsiteY1" fmla="*/ 17490 h 17489"/>
                <a:gd name="connsiteX2" fmla="*/ 0 w 22052"/>
                <a:gd name="connsiteY2" fmla="*/ 8745 h 17489"/>
                <a:gd name="connsiteX3" fmla="*/ 11027 w 22052"/>
                <a:gd name="connsiteY3" fmla="*/ 0 h 17489"/>
                <a:gd name="connsiteX4" fmla="*/ 22053 w 22052"/>
                <a:gd name="connsiteY4" fmla="*/ 8745 h 1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052" h="17489">
                  <a:moveTo>
                    <a:pt x="22053" y="8745"/>
                  </a:moveTo>
                  <a:cubicBezTo>
                    <a:pt x="22053" y="13561"/>
                    <a:pt x="17110" y="17490"/>
                    <a:pt x="11027" y="17490"/>
                  </a:cubicBezTo>
                  <a:cubicBezTo>
                    <a:pt x="4943" y="17490"/>
                    <a:pt x="0" y="13561"/>
                    <a:pt x="0" y="8745"/>
                  </a:cubicBezTo>
                  <a:cubicBezTo>
                    <a:pt x="0" y="3929"/>
                    <a:pt x="4943" y="0"/>
                    <a:pt x="11027" y="0"/>
                  </a:cubicBezTo>
                  <a:cubicBezTo>
                    <a:pt x="17110" y="0"/>
                    <a:pt x="22053" y="3929"/>
                    <a:pt x="22053" y="874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5" name="Freeform: Shape 1754">
              <a:extLst>
                <a:ext uri="{FF2B5EF4-FFF2-40B4-BE49-F238E27FC236}">
                  <a16:creationId xmlns:a16="http://schemas.microsoft.com/office/drawing/2014/main" id="{E54ED098-CC29-5690-F929-2D3702978E8F}"/>
                </a:ext>
              </a:extLst>
            </p:cNvPr>
            <p:cNvSpPr/>
            <p:nvPr/>
          </p:nvSpPr>
          <p:spPr>
            <a:xfrm>
              <a:off x="7978917" y="1543927"/>
              <a:ext cx="22051" cy="17489"/>
            </a:xfrm>
            <a:custGeom>
              <a:avLst/>
              <a:gdLst>
                <a:gd name="connsiteX0" fmla="*/ 22052 w 22051"/>
                <a:gd name="connsiteY0" fmla="*/ 8745 h 17489"/>
                <a:gd name="connsiteX1" fmla="*/ 11026 w 22051"/>
                <a:gd name="connsiteY1" fmla="*/ 17490 h 17489"/>
                <a:gd name="connsiteX2" fmla="*/ 0 w 22051"/>
                <a:gd name="connsiteY2" fmla="*/ 8745 h 17489"/>
                <a:gd name="connsiteX3" fmla="*/ 11026 w 22051"/>
                <a:gd name="connsiteY3" fmla="*/ 0 h 17489"/>
                <a:gd name="connsiteX4" fmla="*/ 22052 w 22051"/>
                <a:gd name="connsiteY4" fmla="*/ 8745 h 1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051" h="17489">
                  <a:moveTo>
                    <a:pt x="22052" y="8745"/>
                  </a:moveTo>
                  <a:cubicBezTo>
                    <a:pt x="22052" y="13561"/>
                    <a:pt x="17109" y="17490"/>
                    <a:pt x="11026" y="17490"/>
                  </a:cubicBezTo>
                  <a:cubicBezTo>
                    <a:pt x="4943" y="17490"/>
                    <a:pt x="0" y="13561"/>
                    <a:pt x="0" y="8745"/>
                  </a:cubicBezTo>
                  <a:cubicBezTo>
                    <a:pt x="0" y="3929"/>
                    <a:pt x="4943" y="0"/>
                    <a:pt x="11026" y="0"/>
                  </a:cubicBezTo>
                  <a:cubicBezTo>
                    <a:pt x="17109" y="0"/>
                    <a:pt x="22052" y="3929"/>
                    <a:pt x="22052" y="874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6" name="Freeform: Shape 1755">
              <a:extLst>
                <a:ext uri="{FF2B5EF4-FFF2-40B4-BE49-F238E27FC236}">
                  <a16:creationId xmlns:a16="http://schemas.microsoft.com/office/drawing/2014/main" id="{0A3E9AF8-8BED-4911-6E09-7EA53A7E86D6}"/>
                </a:ext>
              </a:extLst>
            </p:cNvPr>
            <p:cNvSpPr/>
            <p:nvPr/>
          </p:nvSpPr>
          <p:spPr>
            <a:xfrm>
              <a:off x="8081066" y="1609070"/>
              <a:ext cx="22051" cy="17489"/>
            </a:xfrm>
            <a:custGeom>
              <a:avLst/>
              <a:gdLst>
                <a:gd name="connsiteX0" fmla="*/ 22052 w 22051"/>
                <a:gd name="connsiteY0" fmla="*/ 8745 h 17489"/>
                <a:gd name="connsiteX1" fmla="*/ 11026 w 22051"/>
                <a:gd name="connsiteY1" fmla="*/ 17490 h 17489"/>
                <a:gd name="connsiteX2" fmla="*/ 0 w 22051"/>
                <a:gd name="connsiteY2" fmla="*/ 8745 h 17489"/>
                <a:gd name="connsiteX3" fmla="*/ 11026 w 22051"/>
                <a:gd name="connsiteY3" fmla="*/ 0 h 17489"/>
                <a:gd name="connsiteX4" fmla="*/ 22052 w 22051"/>
                <a:gd name="connsiteY4" fmla="*/ 8745 h 1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051" h="17489">
                  <a:moveTo>
                    <a:pt x="22052" y="8745"/>
                  </a:moveTo>
                  <a:cubicBezTo>
                    <a:pt x="22052" y="13561"/>
                    <a:pt x="17109" y="17490"/>
                    <a:pt x="11026" y="17490"/>
                  </a:cubicBezTo>
                  <a:cubicBezTo>
                    <a:pt x="4943" y="17490"/>
                    <a:pt x="0" y="13561"/>
                    <a:pt x="0" y="8745"/>
                  </a:cubicBezTo>
                  <a:cubicBezTo>
                    <a:pt x="0" y="3929"/>
                    <a:pt x="4943" y="0"/>
                    <a:pt x="11026" y="0"/>
                  </a:cubicBezTo>
                  <a:cubicBezTo>
                    <a:pt x="17109" y="0"/>
                    <a:pt x="22052" y="3929"/>
                    <a:pt x="22052" y="874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7" name="Freeform: Shape 1756">
              <a:extLst>
                <a:ext uri="{FF2B5EF4-FFF2-40B4-BE49-F238E27FC236}">
                  <a16:creationId xmlns:a16="http://schemas.microsoft.com/office/drawing/2014/main" id="{391D251D-BEE3-15D2-492D-09753A1B5E25}"/>
                </a:ext>
              </a:extLst>
            </p:cNvPr>
            <p:cNvSpPr/>
            <p:nvPr/>
          </p:nvSpPr>
          <p:spPr>
            <a:xfrm>
              <a:off x="8179666" y="1677634"/>
              <a:ext cx="22052" cy="17489"/>
            </a:xfrm>
            <a:custGeom>
              <a:avLst/>
              <a:gdLst>
                <a:gd name="connsiteX0" fmla="*/ 22053 w 22052"/>
                <a:gd name="connsiteY0" fmla="*/ 8745 h 17489"/>
                <a:gd name="connsiteX1" fmla="*/ 11027 w 22052"/>
                <a:gd name="connsiteY1" fmla="*/ 17490 h 17489"/>
                <a:gd name="connsiteX2" fmla="*/ 0 w 22052"/>
                <a:gd name="connsiteY2" fmla="*/ 8745 h 17489"/>
                <a:gd name="connsiteX3" fmla="*/ 11027 w 22052"/>
                <a:gd name="connsiteY3" fmla="*/ 0 h 17489"/>
                <a:gd name="connsiteX4" fmla="*/ 22053 w 22052"/>
                <a:gd name="connsiteY4" fmla="*/ 8745 h 1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052" h="17489">
                  <a:moveTo>
                    <a:pt x="22053" y="8745"/>
                  </a:moveTo>
                  <a:cubicBezTo>
                    <a:pt x="22053" y="13561"/>
                    <a:pt x="17110" y="17490"/>
                    <a:pt x="11027" y="17490"/>
                  </a:cubicBezTo>
                  <a:cubicBezTo>
                    <a:pt x="4943" y="17490"/>
                    <a:pt x="0" y="13561"/>
                    <a:pt x="0" y="8745"/>
                  </a:cubicBezTo>
                  <a:cubicBezTo>
                    <a:pt x="0" y="3929"/>
                    <a:pt x="4943" y="0"/>
                    <a:pt x="11027" y="0"/>
                  </a:cubicBezTo>
                  <a:cubicBezTo>
                    <a:pt x="17110" y="0"/>
                    <a:pt x="22053" y="3929"/>
                    <a:pt x="22053" y="874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8" name="Freeform: Shape 1757">
              <a:extLst>
                <a:ext uri="{FF2B5EF4-FFF2-40B4-BE49-F238E27FC236}">
                  <a16:creationId xmlns:a16="http://schemas.microsoft.com/office/drawing/2014/main" id="{C0B7EC1B-51A0-13DA-6033-A2FDC43CE7E0}"/>
                </a:ext>
              </a:extLst>
            </p:cNvPr>
            <p:cNvSpPr/>
            <p:nvPr/>
          </p:nvSpPr>
          <p:spPr>
            <a:xfrm>
              <a:off x="8274465" y="1749493"/>
              <a:ext cx="22051" cy="17489"/>
            </a:xfrm>
            <a:custGeom>
              <a:avLst/>
              <a:gdLst>
                <a:gd name="connsiteX0" fmla="*/ 22052 w 22051"/>
                <a:gd name="connsiteY0" fmla="*/ 8745 h 17489"/>
                <a:gd name="connsiteX1" fmla="*/ 11026 w 22051"/>
                <a:gd name="connsiteY1" fmla="*/ 17490 h 17489"/>
                <a:gd name="connsiteX2" fmla="*/ 0 w 22051"/>
                <a:gd name="connsiteY2" fmla="*/ 8745 h 17489"/>
                <a:gd name="connsiteX3" fmla="*/ 11026 w 22051"/>
                <a:gd name="connsiteY3" fmla="*/ 0 h 17489"/>
                <a:gd name="connsiteX4" fmla="*/ 22052 w 22051"/>
                <a:gd name="connsiteY4" fmla="*/ 8745 h 1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051" h="17489">
                  <a:moveTo>
                    <a:pt x="22052" y="8745"/>
                  </a:moveTo>
                  <a:cubicBezTo>
                    <a:pt x="22052" y="13561"/>
                    <a:pt x="17109" y="17490"/>
                    <a:pt x="11026" y="17490"/>
                  </a:cubicBezTo>
                  <a:cubicBezTo>
                    <a:pt x="4943" y="17490"/>
                    <a:pt x="0" y="13561"/>
                    <a:pt x="0" y="8745"/>
                  </a:cubicBezTo>
                  <a:cubicBezTo>
                    <a:pt x="0" y="3929"/>
                    <a:pt x="4943" y="0"/>
                    <a:pt x="11026" y="0"/>
                  </a:cubicBezTo>
                  <a:cubicBezTo>
                    <a:pt x="17109" y="0"/>
                    <a:pt x="22052" y="3929"/>
                    <a:pt x="22052" y="874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9" name="Freeform: Shape 1758">
              <a:extLst>
                <a:ext uri="{FF2B5EF4-FFF2-40B4-BE49-F238E27FC236}">
                  <a16:creationId xmlns:a16="http://schemas.microsoft.com/office/drawing/2014/main" id="{0524D00A-F0C9-9A14-F93A-6ECE32875D23}"/>
                </a:ext>
              </a:extLst>
            </p:cNvPr>
            <p:cNvSpPr/>
            <p:nvPr/>
          </p:nvSpPr>
          <p:spPr>
            <a:xfrm>
              <a:off x="8364701" y="1824394"/>
              <a:ext cx="22812" cy="17996"/>
            </a:xfrm>
            <a:custGeom>
              <a:avLst/>
              <a:gdLst>
                <a:gd name="connsiteX0" fmla="*/ 22812 w 22812"/>
                <a:gd name="connsiteY0" fmla="*/ 8998 h 17996"/>
                <a:gd name="connsiteX1" fmla="*/ 11406 w 22812"/>
                <a:gd name="connsiteY1" fmla="*/ 17996 h 17996"/>
                <a:gd name="connsiteX2" fmla="*/ 0 w 22812"/>
                <a:gd name="connsiteY2" fmla="*/ 8998 h 17996"/>
                <a:gd name="connsiteX3" fmla="*/ 11406 w 22812"/>
                <a:gd name="connsiteY3" fmla="*/ 0 h 17996"/>
                <a:gd name="connsiteX4" fmla="*/ 22812 w 22812"/>
                <a:gd name="connsiteY4" fmla="*/ 8998 h 17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12" h="17996">
                  <a:moveTo>
                    <a:pt x="22812" y="8998"/>
                  </a:moveTo>
                  <a:cubicBezTo>
                    <a:pt x="22812" y="13941"/>
                    <a:pt x="17743" y="17996"/>
                    <a:pt x="11406" y="17996"/>
                  </a:cubicBezTo>
                  <a:cubicBezTo>
                    <a:pt x="5069" y="17996"/>
                    <a:pt x="0" y="13941"/>
                    <a:pt x="0" y="8998"/>
                  </a:cubicBezTo>
                  <a:cubicBezTo>
                    <a:pt x="0" y="4056"/>
                    <a:pt x="5069" y="0"/>
                    <a:pt x="11406" y="0"/>
                  </a:cubicBezTo>
                  <a:cubicBezTo>
                    <a:pt x="17743" y="0"/>
                    <a:pt x="22812" y="4056"/>
                    <a:pt x="22812" y="89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0" name="Freeform: Shape 1759">
              <a:extLst>
                <a:ext uri="{FF2B5EF4-FFF2-40B4-BE49-F238E27FC236}">
                  <a16:creationId xmlns:a16="http://schemas.microsoft.com/office/drawing/2014/main" id="{95E42344-C451-770A-8FE8-60EE6BCCDB72}"/>
                </a:ext>
              </a:extLst>
            </p:cNvPr>
            <p:cNvSpPr/>
            <p:nvPr/>
          </p:nvSpPr>
          <p:spPr>
            <a:xfrm>
              <a:off x="8451515" y="1902844"/>
              <a:ext cx="22051" cy="17489"/>
            </a:xfrm>
            <a:custGeom>
              <a:avLst/>
              <a:gdLst>
                <a:gd name="connsiteX0" fmla="*/ 22052 w 22051"/>
                <a:gd name="connsiteY0" fmla="*/ 8745 h 17489"/>
                <a:gd name="connsiteX1" fmla="*/ 11026 w 22051"/>
                <a:gd name="connsiteY1" fmla="*/ 17490 h 17489"/>
                <a:gd name="connsiteX2" fmla="*/ 0 w 22051"/>
                <a:gd name="connsiteY2" fmla="*/ 8745 h 17489"/>
                <a:gd name="connsiteX3" fmla="*/ 11026 w 22051"/>
                <a:gd name="connsiteY3" fmla="*/ 0 h 17489"/>
                <a:gd name="connsiteX4" fmla="*/ 22052 w 22051"/>
                <a:gd name="connsiteY4" fmla="*/ 8745 h 1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051" h="17489">
                  <a:moveTo>
                    <a:pt x="22052" y="8745"/>
                  </a:moveTo>
                  <a:cubicBezTo>
                    <a:pt x="22052" y="13561"/>
                    <a:pt x="17110" y="17490"/>
                    <a:pt x="11026" y="17490"/>
                  </a:cubicBezTo>
                  <a:cubicBezTo>
                    <a:pt x="4943" y="17490"/>
                    <a:pt x="0" y="13561"/>
                    <a:pt x="0" y="8745"/>
                  </a:cubicBezTo>
                  <a:cubicBezTo>
                    <a:pt x="0" y="3929"/>
                    <a:pt x="4943" y="0"/>
                    <a:pt x="11026" y="0"/>
                  </a:cubicBezTo>
                  <a:cubicBezTo>
                    <a:pt x="17110" y="0"/>
                    <a:pt x="22052" y="3929"/>
                    <a:pt x="22052" y="874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1" name="Freeform: Shape 1760">
              <a:extLst>
                <a:ext uri="{FF2B5EF4-FFF2-40B4-BE49-F238E27FC236}">
                  <a16:creationId xmlns:a16="http://schemas.microsoft.com/office/drawing/2014/main" id="{7248971C-1FFE-182A-58C2-8FD1D0034346}"/>
                </a:ext>
              </a:extLst>
            </p:cNvPr>
            <p:cNvSpPr/>
            <p:nvPr/>
          </p:nvSpPr>
          <p:spPr>
            <a:xfrm>
              <a:off x="8533514" y="1983955"/>
              <a:ext cx="22051" cy="17489"/>
            </a:xfrm>
            <a:custGeom>
              <a:avLst/>
              <a:gdLst>
                <a:gd name="connsiteX0" fmla="*/ 22052 w 22051"/>
                <a:gd name="connsiteY0" fmla="*/ 8745 h 17489"/>
                <a:gd name="connsiteX1" fmla="*/ 11026 w 22051"/>
                <a:gd name="connsiteY1" fmla="*/ 17490 h 17489"/>
                <a:gd name="connsiteX2" fmla="*/ 0 w 22051"/>
                <a:gd name="connsiteY2" fmla="*/ 8745 h 17489"/>
                <a:gd name="connsiteX3" fmla="*/ 11026 w 22051"/>
                <a:gd name="connsiteY3" fmla="*/ 0 h 17489"/>
                <a:gd name="connsiteX4" fmla="*/ 22052 w 22051"/>
                <a:gd name="connsiteY4" fmla="*/ 8745 h 1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051" h="17489">
                  <a:moveTo>
                    <a:pt x="22052" y="8745"/>
                  </a:moveTo>
                  <a:cubicBezTo>
                    <a:pt x="22052" y="13561"/>
                    <a:pt x="17109" y="17490"/>
                    <a:pt x="11026" y="17490"/>
                  </a:cubicBezTo>
                  <a:cubicBezTo>
                    <a:pt x="4942" y="17490"/>
                    <a:pt x="0" y="13561"/>
                    <a:pt x="0" y="8745"/>
                  </a:cubicBezTo>
                  <a:cubicBezTo>
                    <a:pt x="0" y="3929"/>
                    <a:pt x="4942" y="0"/>
                    <a:pt x="11026" y="0"/>
                  </a:cubicBezTo>
                  <a:cubicBezTo>
                    <a:pt x="17109" y="0"/>
                    <a:pt x="22052" y="3929"/>
                    <a:pt x="22052" y="874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2" name="Freeform: Shape 1761">
              <a:extLst>
                <a:ext uri="{FF2B5EF4-FFF2-40B4-BE49-F238E27FC236}">
                  <a16:creationId xmlns:a16="http://schemas.microsoft.com/office/drawing/2014/main" id="{F48B2023-724D-B14E-243F-049176A4EF5F}"/>
                </a:ext>
              </a:extLst>
            </p:cNvPr>
            <p:cNvSpPr/>
            <p:nvPr/>
          </p:nvSpPr>
          <p:spPr>
            <a:xfrm>
              <a:off x="8611076" y="2067727"/>
              <a:ext cx="22051" cy="17489"/>
            </a:xfrm>
            <a:custGeom>
              <a:avLst/>
              <a:gdLst>
                <a:gd name="connsiteX0" fmla="*/ 22052 w 22051"/>
                <a:gd name="connsiteY0" fmla="*/ 8745 h 17489"/>
                <a:gd name="connsiteX1" fmla="*/ 11026 w 22051"/>
                <a:gd name="connsiteY1" fmla="*/ 17490 h 17489"/>
                <a:gd name="connsiteX2" fmla="*/ 0 w 22051"/>
                <a:gd name="connsiteY2" fmla="*/ 8745 h 17489"/>
                <a:gd name="connsiteX3" fmla="*/ 11026 w 22051"/>
                <a:gd name="connsiteY3" fmla="*/ 0 h 17489"/>
                <a:gd name="connsiteX4" fmla="*/ 22052 w 22051"/>
                <a:gd name="connsiteY4" fmla="*/ 8745 h 1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051" h="17489">
                  <a:moveTo>
                    <a:pt x="22052" y="8745"/>
                  </a:moveTo>
                  <a:cubicBezTo>
                    <a:pt x="22052" y="13561"/>
                    <a:pt x="17109" y="17490"/>
                    <a:pt x="11026" y="17490"/>
                  </a:cubicBezTo>
                  <a:cubicBezTo>
                    <a:pt x="4943" y="17490"/>
                    <a:pt x="0" y="13561"/>
                    <a:pt x="0" y="8745"/>
                  </a:cubicBezTo>
                  <a:cubicBezTo>
                    <a:pt x="0" y="3929"/>
                    <a:pt x="4943" y="0"/>
                    <a:pt x="11026" y="0"/>
                  </a:cubicBezTo>
                  <a:cubicBezTo>
                    <a:pt x="17109" y="0"/>
                    <a:pt x="22052" y="3929"/>
                    <a:pt x="22052" y="874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3" name="Freeform: Shape 1762">
              <a:extLst>
                <a:ext uri="{FF2B5EF4-FFF2-40B4-BE49-F238E27FC236}">
                  <a16:creationId xmlns:a16="http://schemas.microsoft.com/office/drawing/2014/main" id="{559E0D95-7D9B-4D97-2322-D1BE5E57A948}"/>
                </a:ext>
              </a:extLst>
            </p:cNvPr>
            <p:cNvSpPr/>
            <p:nvPr/>
          </p:nvSpPr>
          <p:spPr>
            <a:xfrm>
              <a:off x="8684329" y="2154541"/>
              <a:ext cx="21291" cy="16982"/>
            </a:xfrm>
            <a:custGeom>
              <a:avLst/>
              <a:gdLst>
                <a:gd name="connsiteX0" fmla="*/ 21292 w 21291"/>
                <a:gd name="connsiteY0" fmla="*/ 8491 h 16982"/>
                <a:gd name="connsiteX1" fmla="*/ 10646 w 21291"/>
                <a:gd name="connsiteY1" fmla="*/ 16983 h 16982"/>
                <a:gd name="connsiteX2" fmla="*/ 0 w 21291"/>
                <a:gd name="connsiteY2" fmla="*/ 8491 h 16982"/>
                <a:gd name="connsiteX3" fmla="*/ 10646 w 21291"/>
                <a:gd name="connsiteY3" fmla="*/ 0 h 16982"/>
                <a:gd name="connsiteX4" fmla="*/ 21292 w 21291"/>
                <a:gd name="connsiteY4" fmla="*/ 8491 h 1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291" h="16982">
                  <a:moveTo>
                    <a:pt x="21292" y="8491"/>
                  </a:moveTo>
                  <a:cubicBezTo>
                    <a:pt x="21292" y="13180"/>
                    <a:pt x="16476" y="16983"/>
                    <a:pt x="10646" y="16983"/>
                  </a:cubicBezTo>
                  <a:cubicBezTo>
                    <a:pt x="4816" y="16983"/>
                    <a:pt x="0" y="13180"/>
                    <a:pt x="0" y="8491"/>
                  </a:cubicBezTo>
                  <a:cubicBezTo>
                    <a:pt x="0" y="3802"/>
                    <a:pt x="4816" y="0"/>
                    <a:pt x="10646" y="0"/>
                  </a:cubicBezTo>
                  <a:cubicBezTo>
                    <a:pt x="16476" y="0"/>
                    <a:pt x="21292" y="3802"/>
                    <a:pt x="21292" y="84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4" name="Freeform: Shape 1763">
              <a:extLst>
                <a:ext uri="{FF2B5EF4-FFF2-40B4-BE49-F238E27FC236}">
                  <a16:creationId xmlns:a16="http://schemas.microsoft.com/office/drawing/2014/main" id="{4C9D3CD3-2913-BDC5-D8D1-6A8C0F4E5CD7}"/>
                </a:ext>
              </a:extLst>
            </p:cNvPr>
            <p:cNvSpPr/>
            <p:nvPr/>
          </p:nvSpPr>
          <p:spPr>
            <a:xfrm>
              <a:off x="8752133" y="2243383"/>
              <a:ext cx="21545" cy="16982"/>
            </a:xfrm>
            <a:custGeom>
              <a:avLst/>
              <a:gdLst>
                <a:gd name="connsiteX0" fmla="*/ 21545 w 21545"/>
                <a:gd name="connsiteY0" fmla="*/ 8491 h 16982"/>
                <a:gd name="connsiteX1" fmla="*/ 10772 w 21545"/>
                <a:gd name="connsiteY1" fmla="*/ 16983 h 16982"/>
                <a:gd name="connsiteX2" fmla="*/ 0 w 21545"/>
                <a:gd name="connsiteY2" fmla="*/ 8491 h 16982"/>
                <a:gd name="connsiteX3" fmla="*/ 10772 w 21545"/>
                <a:gd name="connsiteY3" fmla="*/ 0 h 16982"/>
                <a:gd name="connsiteX4" fmla="*/ 21545 w 21545"/>
                <a:gd name="connsiteY4" fmla="*/ 8491 h 1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45" h="16982">
                  <a:moveTo>
                    <a:pt x="21545" y="8491"/>
                  </a:moveTo>
                  <a:cubicBezTo>
                    <a:pt x="21545" y="13181"/>
                    <a:pt x="16729" y="16983"/>
                    <a:pt x="10772" y="16983"/>
                  </a:cubicBezTo>
                  <a:cubicBezTo>
                    <a:pt x="4816" y="16983"/>
                    <a:pt x="0" y="13181"/>
                    <a:pt x="0" y="8491"/>
                  </a:cubicBezTo>
                  <a:cubicBezTo>
                    <a:pt x="0" y="3802"/>
                    <a:pt x="4816" y="0"/>
                    <a:pt x="10772" y="0"/>
                  </a:cubicBezTo>
                  <a:cubicBezTo>
                    <a:pt x="16729" y="0"/>
                    <a:pt x="21545" y="3802"/>
                    <a:pt x="21545" y="84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5" name="Freeform: Shape 1764">
              <a:extLst>
                <a:ext uri="{FF2B5EF4-FFF2-40B4-BE49-F238E27FC236}">
                  <a16:creationId xmlns:a16="http://schemas.microsoft.com/office/drawing/2014/main" id="{1437B11E-FDD3-6893-5A50-AC1FB5AC53EC}"/>
                </a:ext>
              </a:extLst>
            </p:cNvPr>
            <p:cNvSpPr/>
            <p:nvPr/>
          </p:nvSpPr>
          <p:spPr>
            <a:xfrm>
              <a:off x="8815881" y="2334887"/>
              <a:ext cx="20531" cy="16475"/>
            </a:xfrm>
            <a:custGeom>
              <a:avLst/>
              <a:gdLst>
                <a:gd name="connsiteX0" fmla="*/ 20531 w 20531"/>
                <a:gd name="connsiteY0" fmla="*/ 8238 h 16475"/>
                <a:gd name="connsiteX1" fmla="*/ 10266 w 20531"/>
                <a:gd name="connsiteY1" fmla="*/ 16476 h 16475"/>
                <a:gd name="connsiteX2" fmla="*/ 0 w 20531"/>
                <a:gd name="connsiteY2" fmla="*/ 8238 h 16475"/>
                <a:gd name="connsiteX3" fmla="*/ 10266 w 20531"/>
                <a:gd name="connsiteY3" fmla="*/ 0 h 16475"/>
                <a:gd name="connsiteX4" fmla="*/ 20531 w 20531"/>
                <a:gd name="connsiteY4" fmla="*/ 8238 h 16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31" h="16475">
                  <a:moveTo>
                    <a:pt x="20531" y="8238"/>
                  </a:moveTo>
                  <a:cubicBezTo>
                    <a:pt x="20531" y="12800"/>
                    <a:pt x="15969" y="16476"/>
                    <a:pt x="10266" y="16476"/>
                  </a:cubicBezTo>
                  <a:cubicBezTo>
                    <a:pt x="4562" y="16476"/>
                    <a:pt x="0" y="12800"/>
                    <a:pt x="0" y="8238"/>
                  </a:cubicBezTo>
                  <a:cubicBezTo>
                    <a:pt x="0" y="3675"/>
                    <a:pt x="4562" y="0"/>
                    <a:pt x="10266" y="0"/>
                  </a:cubicBezTo>
                  <a:cubicBezTo>
                    <a:pt x="15969" y="0"/>
                    <a:pt x="20531" y="3675"/>
                    <a:pt x="20531" y="823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6" name="Freeform: Shape 1765">
              <a:extLst>
                <a:ext uri="{FF2B5EF4-FFF2-40B4-BE49-F238E27FC236}">
                  <a16:creationId xmlns:a16="http://schemas.microsoft.com/office/drawing/2014/main" id="{BFBD5138-596B-4219-3321-ACB4EA05478D}"/>
                </a:ext>
              </a:extLst>
            </p:cNvPr>
            <p:cNvSpPr/>
            <p:nvPr/>
          </p:nvSpPr>
          <p:spPr>
            <a:xfrm>
              <a:off x="8873799" y="2428164"/>
              <a:ext cx="20531" cy="16349"/>
            </a:xfrm>
            <a:custGeom>
              <a:avLst/>
              <a:gdLst>
                <a:gd name="connsiteX0" fmla="*/ 20531 w 20531"/>
                <a:gd name="connsiteY0" fmla="*/ 8238 h 16349"/>
                <a:gd name="connsiteX1" fmla="*/ 10266 w 20531"/>
                <a:gd name="connsiteY1" fmla="*/ 16349 h 16349"/>
                <a:gd name="connsiteX2" fmla="*/ 0 w 20531"/>
                <a:gd name="connsiteY2" fmla="*/ 8238 h 16349"/>
                <a:gd name="connsiteX3" fmla="*/ 10266 w 20531"/>
                <a:gd name="connsiteY3" fmla="*/ 0 h 16349"/>
                <a:gd name="connsiteX4" fmla="*/ 20531 w 20531"/>
                <a:gd name="connsiteY4" fmla="*/ 8238 h 16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31" h="16349">
                  <a:moveTo>
                    <a:pt x="20531" y="8238"/>
                  </a:moveTo>
                  <a:cubicBezTo>
                    <a:pt x="20531" y="12800"/>
                    <a:pt x="15969" y="16349"/>
                    <a:pt x="10266" y="16349"/>
                  </a:cubicBezTo>
                  <a:cubicBezTo>
                    <a:pt x="4562" y="16349"/>
                    <a:pt x="0" y="12674"/>
                    <a:pt x="0" y="8238"/>
                  </a:cubicBezTo>
                  <a:cubicBezTo>
                    <a:pt x="0" y="3802"/>
                    <a:pt x="4562" y="0"/>
                    <a:pt x="10266" y="0"/>
                  </a:cubicBezTo>
                  <a:cubicBezTo>
                    <a:pt x="15969" y="0"/>
                    <a:pt x="20531" y="3675"/>
                    <a:pt x="20531" y="823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7" name="Freeform: Shape 1766">
              <a:extLst>
                <a:ext uri="{FF2B5EF4-FFF2-40B4-BE49-F238E27FC236}">
                  <a16:creationId xmlns:a16="http://schemas.microsoft.com/office/drawing/2014/main" id="{2D84DDA5-4B2D-4D8C-6275-3814A04A921D}"/>
                </a:ext>
              </a:extLst>
            </p:cNvPr>
            <p:cNvSpPr/>
            <p:nvPr/>
          </p:nvSpPr>
          <p:spPr>
            <a:xfrm>
              <a:off x="8926648" y="2523216"/>
              <a:ext cx="20531" cy="16475"/>
            </a:xfrm>
            <a:custGeom>
              <a:avLst/>
              <a:gdLst>
                <a:gd name="connsiteX0" fmla="*/ 20531 w 20531"/>
                <a:gd name="connsiteY0" fmla="*/ 8238 h 16475"/>
                <a:gd name="connsiteX1" fmla="*/ 10266 w 20531"/>
                <a:gd name="connsiteY1" fmla="*/ 16476 h 16475"/>
                <a:gd name="connsiteX2" fmla="*/ 0 w 20531"/>
                <a:gd name="connsiteY2" fmla="*/ 8238 h 16475"/>
                <a:gd name="connsiteX3" fmla="*/ 10266 w 20531"/>
                <a:gd name="connsiteY3" fmla="*/ 0 h 16475"/>
                <a:gd name="connsiteX4" fmla="*/ 20531 w 20531"/>
                <a:gd name="connsiteY4" fmla="*/ 8238 h 16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31" h="16475">
                  <a:moveTo>
                    <a:pt x="20531" y="8238"/>
                  </a:moveTo>
                  <a:cubicBezTo>
                    <a:pt x="20531" y="12800"/>
                    <a:pt x="15969" y="16476"/>
                    <a:pt x="10266" y="16476"/>
                  </a:cubicBezTo>
                  <a:cubicBezTo>
                    <a:pt x="4563" y="16476"/>
                    <a:pt x="0" y="12800"/>
                    <a:pt x="0" y="8238"/>
                  </a:cubicBezTo>
                  <a:cubicBezTo>
                    <a:pt x="0" y="3675"/>
                    <a:pt x="4563" y="0"/>
                    <a:pt x="10266" y="0"/>
                  </a:cubicBezTo>
                  <a:cubicBezTo>
                    <a:pt x="15969" y="0"/>
                    <a:pt x="20531" y="3675"/>
                    <a:pt x="20531" y="823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8" name="Freeform: Shape 1767">
              <a:extLst>
                <a:ext uri="{FF2B5EF4-FFF2-40B4-BE49-F238E27FC236}">
                  <a16:creationId xmlns:a16="http://schemas.microsoft.com/office/drawing/2014/main" id="{1B5C018B-7EAD-7842-E973-909CEAE620AA}"/>
                </a:ext>
              </a:extLst>
            </p:cNvPr>
            <p:cNvSpPr/>
            <p:nvPr/>
          </p:nvSpPr>
          <p:spPr>
            <a:xfrm>
              <a:off x="8974048" y="2620169"/>
              <a:ext cx="20531" cy="16475"/>
            </a:xfrm>
            <a:custGeom>
              <a:avLst/>
              <a:gdLst>
                <a:gd name="connsiteX0" fmla="*/ 20531 w 20531"/>
                <a:gd name="connsiteY0" fmla="*/ 8238 h 16475"/>
                <a:gd name="connsiteX1" fmla="*/ 10266 w 20531"/>
                <a:gd name="connsiteY1" fmla="*/ 16476 h 16475"/>
                <a:gd name="connsiteX2" fmla="*/ 0 w 20531"/>
                <a:gd name="connsiteY2" fmla="*/ 8238 h 16475"/>
                <a:gd name="connsiteX3" fmla="*/ 10266 w 20531"/>
                <a:gd name="connsiteY3" fmla="*/ 0 h 16475"/>
                <a:gd name="connsiteX4" fmla="*/ 20531 w 20531"/>
                <a:gd name="connsiteY4" fmla="*/ 8238 h 16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31" h="16475">
                  <a:moveTo>
                    <a:pt x="20531" y="8238"/>
                  </a:moveTo>
                  <a:cubicBezTo>
                    <a:pt x="20531" y="12800"/>
                    <a:pt x="15968" y="16476"/>
                    <a:pt x="10266" y="16476"/>
                  </a:cubicBezTo>
                  <a:cubicBezTo>
                    <a:pt x="4562" y="16476"/>
                    <a:pt x="0" y="12800"/>
                    <a:pt x="0" y="8238"/>
                  </a:cubicBezTo>
                  <a:cubicBezTo>
                    <a:pt x="0" y="3675"/>
                    <a:pt x="4689" y="0"/>
                    <a:pt x="10266" y="0"/>
                  </a:cubicBezTo>
                  <a:cubicBezTo>
                    <a:pt x="15842" y="0"/>
                    <a:pt x="20531" y="3675"/>
                    <a:pt x="20531" y="823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9" name="Freeform: Shape 1768">
              <a:extLst>
                <a:ext uri="{FF2B5EF4-FFF2-40B4-BE49-F238E27FC236}">
                  <a16:creationId xmlns:a16="http://schemas.microsoft.com/office/drawing/2014/main" id="{74A5F283-A124-82AC-2868-6A0F0E53FDA8}"/>
                </a:ext>
              </a:extLst>
            </p:cNvPr>
            <p:cNvSpPr/>
            <p:nvPr/>
          </p:nvSpPr>
          <p:spPr>
            <a:xfrm>
              <a:off x="9016504" y="2719023"/>
              <a:ext cx="19897" cy="15715"/>
            </a:xfrm>
            <a:custGeom>
              <a:avLst/>
              <a:gdLst>
                <a:gd name="connsiteX0" fmla="*/ 19898 w 19897"/>
                <a:gd name="connsiteY0" fmla="*/ 7858 h 15715"/>
                <a:gd name="connsiteX1" fmla="*/ 10012 w 19897"/>
                <a:gd name="connsiteY1" fmla="*/ 15715 h 15715"/>
                <a:gd name="connsiteX2" fmla="*/ 0 w 19897"/>
                <a:gd name="connsiteY2" fmla="*/ 7858 h 15715"/>
                <a:gd name="connsiteX3" fmla="*/ 10012 w 19897"/>
                <a:gd name="connsiteY3" fmla="*/ 0 h 15715"/>
                <a:gd name="connsiteX4" fmla="*/ 19898 w 19897"/>
                <a:gd name="connsiteY4" fmla="*/ 7858 h 1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97" h="15715">
                  <a:moveTo>
                    <a:pt x="19898" y="7858"/>
                  </a:moveTo>
                  <a:cubicBezTo>
                    <a:pt x="19898" y="12167"/>
                    <a:pt x="15461" y="15715"/>
                    <a:pt x="10012" y="15715"/>
                  </a:cubicBezTo>
                  <a:cubicBezTo>
                    <a:pt x="4562" y="15715"/>
                    <a:pt x="0" y="12167"/>
                    <a:pt x="0" y="7858"/>
                  </a:cubicBezTo>
                  <a:cubicBezTo>
                    <a:pt x="0" y="3549"/>
                    <a:pt x="4435" y="0"/>
                    <a:pt x="10012" y="0"/>
                  </a:cubicBezTo>
                  <a:cubicBezTo>
                    <a:pt x="15588" y="0"/>
                    <a:pt x="19898" y="3549"/>
                    <a:pt x="19898" y="785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0" name="Freeform: Shape 1769">
              <a:extLst>
                <a:ext uri="{FF2B5EF4-FFF2-40B4-BE49-F238E27FC236}">
                  <a16:creationId xmlns:a16="http://schemas.microsoft.com/office/drawing/2014/main" id="{2C536A37-454B-1BB0-3F0A-FA1C07488D09}"/>
                </a:ext>
              </a:extLst>
            </p:cNvPr>
            <p:cNvSpPr/>
            <p:nvPr/>
          </p:nvSpPr>
          <p:spPr>
            <a:xfrm>
              <a:off x="9053638" y="2819145"/>
              <a:ext cx="19010" cy="15208"/>
            </a:xfrm>
            <a:custGeom>
              <a:avLst/>
              <a:gdLst>
                <a:gd name="connsiteX0" fmla="*/ 19010 w 19010"/>
                <a:gd name="connsiteY0" fmla="*/ 7604 h 15208"/>
                <a:gd name="connsiteX1" fmla="*/ 9505 w 19010"/>
                <a:gd name="connsiteY1" fmla="*/ 15208 h 15208"/>
                <a:gd name="connsiteX2" fmla="*/ 0 w 19010"/>
                <a:gd name="connsiteY2" fmla="*/ 7604 h 15208"/>
                <a:gd name="connsiteX3" fmla="*/ 9505 w 19010"/>
                <a:gd name="connsiteY3" fmla="*/ 0 h 15208"/>
                <a:gd name="connsiteX4" fmla="*/ 19010 w 19010"/>
                <a:gd name="connsiteY4" fmla="*/ 7604 h 15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10" h="15208">
                  <a:moveTo>
                    <a:pt x="19010" y="7604"/>
                  </a:moveTo>
                  <a:cubicBezTo>
                    <a:pt x="19010" y="11786"/>
                    <a:pt x="14702" y="15208"/>
                    <a:pt x="9505" y="15208"/>
                  </a:cubicBezTo>
                  <a:cubicBezTo>
                    <a:pt x="4309" y="15208"/>
                    <a:pt x="0" y="11786"/>
                    <a:pt x="0" y="7604"/>
                  </a:cubicBezTo>
                  <a:cubicBezTo>
                    <a:pt x="0" y="3422"/>
                    <a:pt x="4309" y="0"/>
                    <a:pt x="9505" y="0"/>
                  </a:cubicBezTo>
                  <a:cubicBezTo>
                    <a:pt x="14702" y="0"/>
                    <a:pt x="19010" y="3422"/>
                    <a:pt x="19010" y="760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1" name="Freeform: Shape 1770">
              <a:extLst>
                <a:ext uri="{FF2B5EF4-FFF2-40B4-BE49-F238E27FC236}">
                  <a16:creationId xmlns:a16="http://schemas.microsoft.com/office/drawing/2014/main" id="{1CCF9F60-CF54-C93E-58E3-F124AEDE735E}"/>
                </a:ext>
              </a:extLst>
            </p:cNvPr>
            <p:cNvSpPr/>
            <p:nvPr/>
          </p:nvSpPr>
          <p:spPr>
            <a:xfrm>
              <a:off x="9085195" y="2920533"/>
              <a:ext cx="18250" cy="14447"/>
            </a:xfrm>
            <a:custGeom>
              <a:avLst/>
              <a:gdLst>
                <a:gd name="connsiteX0" fmla="*/ 18250 w 18250"/>
                <a:gd name="connsiteY0" fmla="*/ 7224 h 14447"/>
                <a:gd name="connsiteX1" fmla="*/ 9125 w 18250"/>
                <a:gd name="connsiteY1" fmla="*/ 14448 h 14447"/>
                <a:gd name="connsiteX2" fmla="*/ 0 w 18250"/>
                <a:gd name="connsiteY2" fmla="*/ 7224 h 14447"/>
                <a:gd name="connsiteX3" fmla="*/ 9125 w 18250"/>
                <a:gd name="connsiteY3" fmla="*/ 0 h 14447"/>
                <a:gd name="connsiteX4" fmla="*/ 18250 w 18250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7">
                  <a:moveTo>
                    <a:pt x="18250" y="7224"/>
                  </a:moveTo>
                  <a:cubicBezTo>
                    <a:pt x="18250" y="11153"/>
                    <a:pt x="14194" y="14448"/>
                    <a:pt x="9125" y="14448"/>
                  </a:cubicBezTo>
                  <a:cubicBezTo>
                    <a:pt x="4056" y="14448"/>
                    <a:pt x="0" y="11153"/>
                    <a:pt x="0" y="7224"/>
                  </a:cubicBezTo>
                  <a:cubicBezTo>
                    <a:pt x="0" y="3295"/>
                    <a:pt x="4056" y="0"/>
                    <a:pt x="9125" y="0"/>
                  </a:cubicBezTo>
                  <a:cubicBezTo>
                    <a:pt x="14194" y="0"/>
                    <a:pt x="18250" y="3295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2" name="Freeform: Shape 1771">
              <a:extLst>
                <a:ext uri="{FF2B5EF4-FFF2-40B4-BE49-F238E27FC236}">
                  <a16:creationId xmlns:a16="http://schemas.microsoft.com/office/drawing/2014/main" id="{7C96E191-E04C-3EFB-CE93-FC902357E0CE}"/>
                </a:ext>
              </a:extLst>
            </p:cNvPr>
            <p:cNvSpPr/>
            <p:nvPr/>
          </p:nvSpPr>
          <p:spPr>
            <a:xfrm>
              <a:off x="9110796" y="3022556"/>
              <a:ext cx="18250" cy="14448"/>
            </a:xfrm>
            <a:custGeom>
              <a:avLst/>
              <a:gdLst>
                <a:gd name="connsiteX0" fmla="*/ 18250 w 18250"/>
                <a:gd name="connsiteY0" fmla="*/ 7224 h 14448"/>
                <a:gd name="connsiteX1" fmla="*/ 9125 w 18250"/>
                <a:gd name="connsiteY1" fmla="*/ 14448 h 14448"/>
                <a:gd name="connsiteX2" fmla="*/ 0 w 18250"/>
                <a:gd name="connsiteY2" fmla="*/ 7224 h 14448"/>
                <a:gd name="connsiteX3" fmla="*/ 9125 w 18250"/>
                <a:gd name="connsiteY3" fmla="*/ 0 h 14448"/>
                <a:gd name="connsiteX4" fmla="*/ 18250 w 18250"/>
                <a:gd name="connsiteY4" fmla="*/ 7224 h 14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8">
                  <a:moveTo>
                    <a:pt x="18250" y="7224"/>
                  </a:moveTo>
                  <a:cubicBezTo>
                    <a:pt x="18250" y="11280"/>
                    <a:pt x="14194" y="14448"/>
                    <a:pt x="9125" y="14448"/>
                  </a:cubicBezTo>
                  <a:cubicBezTo>
                    <a:pt x="4056" y="14448"/>
                    <a:pt x="0" y="11280"/>
                    <a:pt x="0" y="7224"/>
                  </a:cubicBezTo>
                  <a:cubicBezTo>
                    <a:pt x="0" y="3168"/>
                    <a:pt x="4056" y="0"/>
                    <a:pt x="9125" y="0"/>
                  </a:cubicBezTo>
                  <a:cubicBezTo>
                    <a:pt x="14194" y="0"/>
                    <a:pt x="18250" y="3168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3" name="Freeform: Shape 1772">
              <a:extLst>
                <a:ext uri="{FF2B5EF4-FFF2-40B4-BE49-F238E27FC236}">
                  <a16:creationId xmlns:a16="http://schemas.microsoft.com/office/drawing/2014/main" id="{E6FA23D0-4AA0-C88D-E2EE-6FFAA8522450}"/>
                </a:ext>
              </a:extLst>
            </p:cNvPr>
            <p:cNvSpPr/>
            <p:nvPr/>
          </p:nvSpPr>
          <p:spPr>
            <a:xfrm>
              <a:off x="9131327" y="3125846"/>
              <a:ext cx="16982" cy="13433"/>
            </a:xfrm>
            <a:custGeom>
              <a:avLst/>
              <a:gdLst>
                <a:gd name="connsiteX0" fmla="*/ 16983 w 16982"/>
                <a:gd name="connsiteY0" fmla="*/ 6717 h 13433"/>
                <a:gd name="connsiteX1" fmla="*/ 8491 w 16982"/>
                <a:gd name="connsiteY1" fmla="*/ 13434 h 13433"/>
                <a:gd name="connsiteX2" fmla="*/ 0 w 16982"/>
                <a:gd name="connsiteY2" fmla="*/ 6717 h 13433"/>
                <a:gd name="connsiteX3" fmla="*/ 8491 w 16982"/>
                <a:gd name="connsiteY3" fmla="*/ 0 h 13433"/>
                <a:gd name="connsiteX4" fmla="*/ 16983 w 16982"/>
                <a:gd name="connsiteY4" fmla="*/ 6717 h 13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82" h="13433">
                  <a:moveTo>
                    <a:pt x="16983" y="6717"/>
                  </a:moveTo>
                  <a:cubicBezTo>
                    <a:pt x="16983" y="10392"/>
                    <a:pt x="13180" y="13434"/>
                    <a:pt x="8491" y="13434"/>
                  </a:cubicBezTo>
                  <a:cubicBezTo>
                    <a:pt x="3802" y="13434"/>
                    <a:pt x="0" y="10392"/>
                    <a:pt x="0" y="6717"/>
                  </a:cubicBezTo>
                  <a:cubicBezTo>
                    <a:pt x="0" y="3042"/>
                    <a:pt x="3802" y="0"/>
                    <a:pt x="8491" y="0"/>
                  </a:cubicBezTo>
                  <a:cubicBezTo>
                    <a:pt x="13180" y="0"/>
                    <a:pt x="16983" y="3042"/>
                    <a:pt x="16983" y="671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4" name="Freeform: Shape 1773">
              <a:extLst>
                <a:ext uri="{FF2B5EF4-FFF2-40B4-BE49-F238E27FC236}">
                  <a16:creationId xmlns:a16="http://schemas.microsoft.com/office/drawing/2014/main" id="{A035006B-7D2B-46E6-E68A-E816D7FA9A72}"/>
                </a:ext>
              </a:extLst>
            </p:cNvPr>
            <p:cNvSpPr/>
            <p:nvPr/>
          </p:nvSpPr>
          <p:spPr>
            <a:xfrm>
              <a:off x="9146155" y="3229516"/>
              <a:ext cx="15968" cy="12673"/>
            </a:xfrm>
            <a:custGeom>
              <a:avLst/>
              <a:gdLst>
                <a:gd name="connsiteX0" fmla="*/ 15969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9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9" y="6337"/>
                  </a:moveTo>
                  <a:cubicBezTo>
                    <a:pt x="15969" y="9885"/>
                    <a:pt x="12421" y="12674"/>
                    <a:pt x="7984" y="12674"/>
                  </a:cubicBezTo>
                  <a:cubicBezTo>
                    <a:pt x="3549" y="12674"/>
                    <a:pt x="0" y="9885"/>
                    <a:pt x="0" y="6337"/>
                  </a:cubicBezTo>
                  <a:cubicBezTo>
                    <a:pt x="0" y="2788"/>
                    <a:pt x="3549" y="0"/>
                    <a:pt x="7984" y="0"/>
                  </a:cubicBezTo>
                  <a:cubicBezTo>
                    <a:pt x="12421" y="0"/>
                    <a:pt x="15969" y="2915"/>
                    <a:pt x="15969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5" name="Freeform: Shape 1774">
              <a:extLst>
                <a:ext uri="{FF2B5EF4-FFF2-40B4-BE49-F238E27FC236}">
                  <a16:creationId xmlns:a16="http://schemas.microsoft.com/office/drawing/2014/main" id="{2157DE9D-590C-B9ED-A397-AEBC95C7193C}"/>
                </a:ext>
              </a:extLst>
            </p:cNvPr>
            <p:cNvSpPr/>
            <p:nvPr/>
          </p:nvSpPr>
          <p:spPr>
            <a:xfrm>
              <a:off x="9155026" y="3333439"/>
              <a:ext cx="15462" cy="12293"/>
            </a:xfrm>
            <a:custGeom>
              <a:avLst/>
              <a:gdLst>
                <a:gd name="connsiteX0" fmla="*/ 15462 w 15462"/>
                <a:gd name="connsiteY0" fmla="*/ 6210 h 12293"/>
                <a:gd name="connsiteX1" fmla="*/ 7731 w 15462"/>
                <a:gd name="connsiteY1" fmla="*/ 12293 h 12293"/>
                <a:gd name="connsiteX2" fmla="*/ 0 w 15462"/>
                <a:gd name="connsiteY2" fmla="*/ 6210 h 12293"/>
                <a:gd name="connsiteX3" fmla="*/ 7731 w 15462"/>
                <a:gd name="connsiteY3" fmla="*/ 0 h 12293"/>
                <a:gd name="connsiteX4" fmla="*/ 15462 w 15462"/>
                <a:gd name="connsiteY4" fmla="*/ 6210 h 1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62" h="12293">
                  <a:moveTo>
                    <a:pt x="15462" y="6210"/>
                  </a:moveTo>
                  <a:cubicBezTo>
                    <a:pt x="15462" y="9632"/>
                    <a:pt x="12040" y="12293"/>
                    <a:pt x="7731" y="12293"/>
                  </a:cubicBezTo>
                  <a:cubicBezTo>
                    <a:pt x="3422" y="12293"/>
                    <a:pt x="0" y="9505"/>
                    <a:pt x="0" y="6210"/>
                  </a:cubicBezTo>
                  <a:cubicBezTo>
                    <a:pt x="0" y="2915"/>
                    <a:pt x="3549" y="0"/>
                    <a:pt x="7731" y="0"/>
                  </a:cubicBezTo>
                  <a:cubicBezTo>
                    <a:pt x="11913" y="0"/>
                    <a:pt x="15462" y="2788"/>
                    <a:pt x="15462" y="621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6" name="Freeform: Shape 1775">
              <a:extLst>
                <a:ext uri="{FF2B5EF4-FFF2-40B4-BE49-F238E27FC236}">
                  <a16:creationId xmlns:a16="http://schemas.microsoft.com/office/drawing/2014/main" id="{5851F000-92D5-5C2F-9C8F-406D36E640DC}"/>
                </a:ext>
              </a:extLst>
            </p:cNvPr>
            <p:cNvSpPr/>
            <p:nvPr/>
          </p:nvSpPr>
          <p:spPr>
            <a:xfrm>
              <a:off x="9283029" y="3437363"/>
              <a:ext cx="15462" cy="12293"/>
            </a:xfrm>
            <a:custGeom>
              <a:avLst/>
              <a:gdLst>
                <a:gd name="connsiteX0" fmla="*/ 15462 w 15462"/>
                <a:gd name="connsiteY0" fmla="*/ 6210 h 12293"/>
                <a:gd name="connsiteX1" fmla="*/ 7731 w 15462"/>
                <a:gd name="connsiteY1" fmla="*/ 12293 h 12293"/>
                <a:gd name="connsiteX2" fmla="*/ 0 w 15462"/>
                <a:gd name="connsiteY2" fmla="*/ 6210 h 12293"/>
                <a:gd name="connsiteX3" fmla="*/ 7731 w 15462"/>
                <a:gd name="connsiteY3" fmla="*/ 0 h 12293"/>
                <a:gd name="connsiteX4" fmla="*/ 15462 w 15462"/>
                <a:gd name="connsiteY4" fmla="*/ 6210 h 1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62" h="12293">
                  <a:moveTo>
                    <a:pt x="15462" y="6210"/>
                  </a:moveTo>
                  <a:cubicBezTo>
                    <a:pt x="15462" y="9632"/>
                    <a:pt x="12040" y="12293"/>
                    <a:pt x="7731" y="12293"/>
                  </a:cubicBezTo>
                  <a:cubicBezTo>
                    <a:pt x="3422" y="12293"/>
                    <a:pt x="0" y="9505"/>
                    <a:pt x="0" y="6210"/>
                  </a:cubicBezTo>
                  <a:cubicBezTo>
                    <a:pt x="0" y="2915"/>
                    <a:pt x="3549" y="0"/>
                    <a:pt x="7731" y="0"/>
                  </a:cubicBezTo>
                  <a:cubicBezTo>
                    <a:pt x="11913" y="0"/>
                    <a:pt x="15462" y="2788"/>
                    <a:pt x="15462" y="621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7" name="Freeform: Shape 1776">
              <a:extLst>
                <a:ext uri="{FF2B5EF4-FFF2-40B4-BE49-F238E27FC236}">
                  <a16:creationId xmlns:a16="http://schemas.microsoft.com/office/drawing/2014/main" id="{C252EBCF-F7EB-5BA4-F3FE-435E803C4F3E}"/>
                </a:ext>
              </a:extLst>
            </p:cNvPr>
            <p:cNvSpPr/>
            <p:nvPr/>
          </p:nvSpPr>
          <p:spPr>
            <a:xfrm>
              <a:off x="9280622" y="3541793"/>
              <a:ext cx="14701" cy="11659"/>
            </a:xfrm>
            <a:custGeom>
              <a:avLst/>
              <a:gdLst>
                <a:gd name="connsiteX0" fmla="*/ 14701 w 14701"/>
                <a:gd name="connsiteY0" fmla="*/ 5830 h 11659"/>
                <a:gd name="connsiteX1" fmla="*/ 7350 w 14701"/>
                <a:gd name="connsiteY1" fmla="*/ 11660 h 11659"/>
                <a:gd name="connsiteX2" fmla="*/ 0 w 14701"/>
                <a:gd name="connsiteY2" fmla="*/ 5830 h 11659"/>
                <a:gd name="connsiteX3" fmla="*/ 7350 w 14701"/>
                <a:gd name="connsiteY3" fmla="*/ 0 h 11659"/>
                <a:gd name="connsiteX4" fmla="*/ 14701 w 14701"/>
                <a:gd name="connsiteY4" fmla="*/ 5830 h 11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01" h="11659">
                  <a:moveTo>
                    <a:pt x="14701" y="5830"/>
                  </a:moveTo>
                  <a:cubicBezTo>
                    <a:pt x="14701" y="9125"/>
                    <a:pt x="11406" y="11660"/>
                    <a:pt x="7350" y="11660"/>
                  </a:cubicBezTo>
                  <a:cubicBezTo>
                    <a:pt x="3294" y="11660"/>
                    <a:pt x="0" y="9125"/>
                    <a:pt x="0" y="5830"/>
                  </a:cubicBezTo>
                  <a:cubicBezTo>
                    <a:pt x="0" y="2535"/>
                    <a:pt x="3294" y="0"/>
                    <a:pt x="7350" y="0"/>
                  </a:cubicBezTo>
                  <a:cubicBezTo>
                    <a:pt x="11406" y="0"/>
                    <a:pt x="14701" y="2535"/>
                    <a:pt x="14701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8" name="Freeform: Shape 1777">
              <a:extLst>
                <a:ext uri="{FF2B5EF4-FFF2-40B4-BE49-F238E27FC236}">
                  <a16:creationId xmlns:a16="http://schemas.microsoft.com/office/drawing/2014/main" id="{595EED05-711C-2012-852A-B08C824F48C1}"/>
                </a:ext>
              </a:extLst>
            </p:cNvPr>
            <p:cNvSpPr/>
            <p:nvPr/>
          </p:nvSpPr>
          <p:spPr>
            <a:xfrm>
              <a:off x="9272764" y="3645843"/>
              <a:ext cx="13941" cy="11152"/>
            </a:xfrm>
            <a:custGeom>
              <a:avLst/>
              <a:gdLst>
                <a:gd name="connsiteX0" fmla="*/ 13941 w 13941"/>
                <a:gd name="connsiteY0" fmla="*/ 5576 h 11152"/>
                <a:gd name="connsiteX1" fmla="*/ 6971 w 13941"/>
                <a:gd name="connsiteY1" fmla="*/ 11153 h 11152"/>
                <a:gd name="connsiteX2" fmla="*/ 0 w 13941"/>
                <a:gd name="connsiteY2" fmla="*/ 5576 h 11152"/>
                <a:gd name="connsiteX3" fmla="*/ 6971 w 13941"/>
                <a:gd name="connsiteY3" fmla="*/ 0 h 11152"/>
                <a:gd name="connsiteX4" fmla="*/ 13941 w 13941"/>
                <a:gd name="connsiteY4" fmla="*/ 5576 h 11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1" h="11152">
                  <a:moveTo>
                    <a:pt x="13941" y="5576"/>
                  </a:moveTo>
                  <a:cubicBezTo>
                    <a:pt x="13941" y="8618"/>
                    <a:pt x="10773" y="11153"/>
                    <a:pt x="6971" y="11153"/>
                  </a:cubicBezTo>
                  <a:cubicBezTo>
                    <a:pt x="3168" y="11153"/>
                    <a:pt x="0" y="8618"/>
                    <a:pt x="0" y="5576"/>
                  </a:cubicBezTo>
                  <a:cubicBezTo>
                    <a:pt x="0" y="2535"/>
                    <a:pt x="3168" y="0"/>
                    <a:pt x="6971" y="0"/>
                  </a:cubicBezTo>
                  <a:cubicBezTo>
                    <a:pt x="10773" y="0"/>
                    <a:pt x="13941" y="2408"/>
                    <a:pt x="13941" y="55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9" name="Freeform: Shape 1778">
              <a:extLst>
                <a:ext uri="{FF2B5EF4-FFF2-40B4-BE49-F238E27FC236}">
                  <a16:creationId xmlns:a16="http://schemas.microsoft.com/office/drawing/2014/main" id="{2069AE4E-7DEB-C811-DD53-7EABB1E009E6}"/>
                </a:ext>
              </a:extLst>
            </p:cNvPr>
            <p:cNvSpPr/>
            <p:nvPr/>
          </p:nvSpPr>
          <p:spPr>
            <a:xfrm>
              <a:off x="9259330" y="3749513"/>
              <a:ext cx="13433" cy="10645"/>
            </a:xfrm>
            <a:custGeom>
              <a:avLst/>
              <a:gdLst>
                <a:gd name="connsiteX0" fmla="*/ 13434 w 13433"/>
                <a:gd name="connsiteY0" fmla="*/ 5323 h 10645"/>
                <a:gd name="connsiteX1" fmla="*/ 6717 w 13433"/>
                <a:gd name="connsiteY1" fmla="*/ 10646 h 10645"/>
                <a:gd name="connsiteX2" fmla="*/ 0 w 13433"/>
                <a:gd name="connsiteY2" fmla="*/ 5323 h 10645"/>
                <a:gd name="connsiteX3" fmla="*/ 6717 w 13433"/>
                <a:gd name="connsiteY3" fmla="*/ 0 h 10645"/>
                <a:gd name="connsiteX4" fmla="*/ 13434 w 13433"/>
                <a:gd name="connsiteY4" fmla="*/ 5323 h 1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33" h="10645">
                  <a:moveTo>
                    <a:pt x="13434" y="5323"/>
                  </a:moveTo>
                  <a:cubicBezTo>
                    <a:pt x="13434" y="8238"/>
                    <a:pt x="10392" y="10646"/>
                    <a:pt x="6717" y="10646"/>
                  </a:cubicBezTo>
                  <a:cubicBezTo>
                    <a:pt x="3042" y="10646"/>
                    <a:pt x="0" y="8238"/>
                    <a:pt x="0" y="5323"/>
                  </a:cubicBezTo>
                  <a:cubicBezTo>
                    <a:pt x="0" y="2408"/>
                    <a:pt x="3042" y="0"/>
                    <a:pt x="6717" y="0"/>
                  </a:cubicBezTo>
                  <a:cubicBezTo>
                    <a:pt x="10392" y="0"/>
                    <a:pt x="13434" y="2408"/>
                    <a:pt x="13434" y="532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0" name="Freeform: Shape 1779">
              <a:extLst>
                <a:ext uri="{FF2B5EF4-FFF2-40B4-BE49-F238E27FC236}">
                  <a16:creationId xmlns:a16="http://schemas.microsoft.com/office/drawing/2014/main" id="{C983218C-EC52-0BBC-379D-450D1221699F}"/>
                </a:ext>
              </a:extLst>
            </p:cNvPr>
            <p:cNvSpPr/>
            <p:nvPr/>
          </p:nvSpPr>
          <p:spPr>
            <a:xfrm>
              <a:off x="9240700" y="3852676"/>
              <a:ext cx="12546" cy="10012"/>
            </a:xfrm>
            <a:custGeom>
              <a:avLst/>
              <a:gdLst>
                <a:gd name="connsiteX0" fmla="*/ 12547 w 12546"/>
                <a:gd name="connsiteY0" fmla="*/ 4943 h 10012"/>
                <a:gd name="connsiteX1" fmla="*/ 6210 w 12546"/>
                <a:gd name="connsiteY1" fmla="*/ 10012 h 10012"/>
                <a:gd name="connsiteX2" fmla="*/ 0 w 12546"/>
                <a:gd name="connsiteY2" fmla="*/ 4943 h 10012"/>
                <a:gd name="connsiteX3" fmla="*/ 6210 w 12546"/>
                <a:gd name="connsiteY3" fmla="*/ 0 h 10012"/>
                <a:gd name="connsiteX4" fmla="*/ 12547 w 12546"/>
                <a:gd name="connsiteY4" fmla="*/ 4943 h 1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46" h="10012">
                  <a:moveTo>
                    <a:pt x="12547" y="4943"/>
                  </a:moveTo>
                  <a:lnTo>
                    <a:pt x="6210" y="10012"/>
                  </a:lnTo>
                  <a:lnTo>
                    <a:pt x="0" y="4943"/>
                  </a:lnTo>
                  <a:lnTo>
                    <a:pt x="6210" y="0"/>
                  </a:lnTo>
                  <a:lnTo>
                    <a:pt x="12547" y="494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1" name="Freeform: Shape 1780">
              <a:extLst>
                <a:ext uri="{FF2B5EF4-FFF2-40B4-BE49-F238E27FC236}">
                  <a16:creationId xmlns:a16="http://schemas.microsoft.com/office/drawing/2014/main" id="{E829D62D-831D-CC0D-6A95-2BAF85B693C2}"/>
                </a:ext>
              </a:extLst>
            </p:cNvPr>
            <p:cNvSpPr/>
            <p:nvPr/>
          </p:nvSpPr>
          <p:spPr>
            <a:xfrm>
              <a:off x="9216747" y="3955332"/>
              <a:ext cx="11152" cy="8871"/>
            </a:xfrm>
            <a:custGeom>
              <a:avLst/>
              <a:gdLst>
                <a:gd name="connsiteX0" fmla="*/ 11153 w 11152"/>
                <a:gd name="connsiteY0" fmla="*/ 4436 h 8871"/>
                <a:gd name="connsiteX1" fmla="*/ 5576 w 11152"/>
                <a:gd name="connsiteY1" fmla="*/ 8872 h 8871"/>
                <a:gd name="connsiteX2" fmla="*/ 0 w 11152"/>
                <a:gd name="connsiteY2" fmla="*/ 4436 h 8871"/>
                <a:gd name="connsiteX3" fmla="*/ 5576 w 11152"/>
                <a:gd name="connsiteY3" fmla="*/ 0 h 8871"/>
                <a:gd name="connsiteX4" fmla="*/ 11153 w 11152"/>
                <a:gd name="connsiteY4" fmla="*/ 4436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52" h="8871">
                  <a:moveTo>
                    <a:pt x="11153" y="4436"/>
                  </a:moveTo>
                  <a:lnTo>
                    <a:pt x="5576" y="8872"/>
                  </a:lnTo>
                  <a:lnTo>
                    <a:pt x="0" y="4436"/>
                  </a:lnTo>
                  <a:lnTo>
                    <a:pt x="5576" y="0"/>
                  </a:lnTo>
                  <a:lnTo>
                    <a:pt x="11153" y="44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2" name="Freeform: Shape 1781">
              <a:extLst>
                <a:ext uri="{FF2B5EF4-FFF2-40B4-BE49-F238E27FC236}">
                  <a16:creationId xmlns:a16="http://schemas.microsoft.com/office/drawing/2014/main" id="{51F766EC-22C0-925D-4599-30B6449F56C6}"/>
                </a:ext>
              </a:extLst>
            </p:cNvPr>
            <p:cNvSpPr/>
            <p:nvPr/>
          </p:nvSpPr>
          <p:spPr>
            <a:xfrm>
              <a:off x="9187091" y="4056848"/>
              <a:ext cx="10645" cy="8364"/>
            </a:xfrm>
            <a:custGeom>
              <a:avLst/>
              <a:gdLst>
                <a:gd name="connsiteX0" fmla="*/ 10645 w 10645"/>
                <a:gd name="connsiteY0" fmla="*/ 4182 h 8364"/>
                <a:gd name="connsiteX1" fmla="*/ 5323 w 10645"/>
                <a:gd name="connsiteY1" fmla="*/ 8365 h 8364"/>
                <a:gd name="connsiteX2" fmla="*/ 0 w 10645"/>
                <a:gd name="connsiteY2" fmla="*/ 4182 h 8364"/>
                <a:gd name="connsiteX3" fmla="*/ 5323 w 10645"/>
                <a:gd name="connsiteY3" fmla="*/ 0 h 8364"/>
                <a:gd name="connsiteX4" fmla="*/ 10645 w 10645"/>
                <a:gd name="connsiteY4" fmla="*/ 4182 h 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45" h="8364">
                  <a:moveTo>
                    <a:pt x="10645" y="4182"/>
                  </a:moveTo>
                  <a:lnTo>
                    <a:pt x="5323" y="8365"/>
                  </a:lnTo>
                  <a:lnTo>
                    <a:pt x="0" y="4182"/>
                  </a:lnTo>
                  <a:lnTo>
                    <a:pt x="5323" y="0"/>
                  </a:lnTo>
                  <a:lnTo>
                    <a:pt x="10645" y="41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3" name="Freeform: Shape 1782">
              <a:extLst>
                <a:ext uri="{FF2B5EF4-FFF2-40B4-BE49-F238E27FC236}">
                  <a16:creationId xmlns:a16="http://schemas.microsoft.com/office/drawing/2014/main" id="{69F86AC8-42B7-1ECD-63EC-CF4C43DF99D9}"/>
                </a:ext>
              </a:extLst>
            </p:cNvPr>
            <p:cNvSpPr/>
            <p:nvPr/>
          </p:nvSpPr>
          <p:spPr>
            <a:xfrm>
              <a:off x="9152239" y="4157350"/>
              <a:ext cx="9885" cy="7730"/>
            </a:xfrm>
            <a:custGeom>
              <a:avLst/>
              <a:gdLst>
                <a:gd name="connsiteX0" fmla="*/ 9885 w 9885"/>
                <a:gd name="connsiteY0" fmla="*/ 3802 h 7730"/>
                <a:gd name="connsiteX1" fmla="*/ 4942 w 9885"/>
                <a:gd name="connsiteY1" fmla="*/ 7731 h 7730"/>
                <a:gd name="connsiteX2" fmla="*/ 0 w 9885"/>
                <a:gd name="connsiteY2" fmla="*/ 3802 h 7730"/>
                <a:gd name="connsiteX3" fmla="*/ 4942 w 9885"/>
                <a:gd name="connsiteY3" fmla="*/ 0 h 7730"/>
                <a:gd name="connsiteX4" fmla="*/ 9885 w 9885"/>
                <a:gd name="connsiteY4" fmla="*/ 3802 h 7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85" h="7730">
                  <a:moveTo>
                    <a:pt x="9885" y="3802"/>
                  </a:moveTo>
                  <a:lnTo>
                    <a:pt x="4942" y="7731"/>
                  </a:lnTo>
                  <a:lnTo>
                    <a:pt x="0" y="3802"/>
                  </a:lnTo>
                  <a:lnTo>
                    <a:pt x="4942" y="0"/>
                  </a:lnTo>
                  <a:lnTo>
                    <a:pt x="9885" y="380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4" name="Freeform: Shape 1783">
              <a:extLst>
                <a:ext uri="{FF2B5EF4-FFF2-40B4-BE49-F238E27FC236}">
                  <a16:creationId xmlns:a16="http://schemas.microsoft.com/office/drawing/2014/main" id="{77306E05-3574-25FD-EA34-33AA8005C65B}"/>
                </a:ext>
              </a:extLst>
            </p:cNvPr>
            <p:cNvSpPr/>
            <p:nvPr/>
          </p:nvSpPr>
          <p:spPr>
            <a:xfrm>
              <a:off x="9112063" y="4256457"/>
              <a:ext cx="9125" cy="7223"/>
            </a:xfrm>
            <a:custGeom>
              <a:avLst/>
              <a:gdLst>
                <a:gd name="connsiteX0" fmla="*/ 9125 w 9125"/>
                <a:gd name="connsiteY0" fmla="*/ 3675 h 7223"/>
                <a:gd name="connsiteX1" fmla="*/ 4563 w 9125"/>
                <a:gd name="connsiteY1" fmla="*/ 7224 h 7223"/>
                <a:gd name="connsiteX2" fmla="*/ 0 w 9125"/>
                <a:gd name="connsiteY2" fmla="*/ 3675 h 7223"/>
                <a:gd name="connsiteX3" fmla="*/ 4563 w 9125"/>
                <a:gd name="connsiteY3" fmla="*/ 0 h 7223"/>
                <a:gd name="connsiteX4" fmla="*/ 9125 w 9125"/>
                <a:gd name="connsiteY4" fmla="*/ 3675 h 7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5" h="7223">
                  <a:moveTo>
                    <a:pt x="9125" y="3675"/>
                  </a:moveTo>
                  <a:lnTo>
                    <a:pt x="4563" y="7224"/>
                  </a:lnTo>
                  <a:lnTo>
                    <a:pt x="0" y="3675"/>
                  </a:lnTo>
                  <a:lnTo>
                    <a:pt x="4563" y="0"/>
                  </a:lnTo>
                  <a:lnTo>
                    <a:pt x="9125" y="367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5" name="Freeform: Shape 1784">
              <a:extLst>
                <a:ext uri="{FF2B5EF4-FFF2-40B4-BE49-F238E27FC236}">
                  <a16:creationId xmlns:a16="http://schemas.microsoft.com/office/drawing/2014/main" id="{D778C075-BBA3-6C3C-F921-C9D10B7E3C93}"/>
                </a:ext>
              </a:extLst>
            </p:cNvPr>
            <p:cNvSpPr/>
            <p:nvPr/>
          </p:nvSpPr>
          <p:spPr>
            <a:xfrm>
              <a:off x="9067072" y="4354424"/>
              <a:ext cx="7857" cy="6210"/>
            </a:xfrm>
            <a:custGeom>
              <a:avLst/>
              <a:gdLst>
                <a:gd name="connsiteX0" fmla="*/ 7858 w 7857"/>
                <a:gd name="connsiteY0" fmla="*/ 3168 h 6210"/>
                <a:gd name="connsiteX1" fmla="*/ 3802 w 7857"/>
                <a:gd name="connsiteY1" fmla="*/ 6210 h 6210"/>
                <a:gd name="connsiteX2" fmla="*/ 0 w 7857"/>
                <a:gd name="connsiteY2" fmla="*/ 3168 h 6210"/>
                <a:gd name="connsiteX3" fmla="*/ 3802 w 7857"/>
                <a:gd name="connsiteY3" fmla="*/ 0 h 6210"/>
                <a:gd name="connsiteX4" fmla="*/ 7858 w 7857"/>
                <a:gd name="connsiteY4" fmla="*/ 3168 h 6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57" h="6210">
                  <a:moveTo>
                    <a:pt x="7858" y="3168"/>
                  </a:moveTo>
                  <a:lnTo>
                    <a:pt x="3802" y="6210"/>
                  </a:lnTo>
                  <a:lnTo>
                    <a:pt x="0" y="3168"/>
                  </a:lnTo>
                  <a:lnTo>
                    <a:pt x="3802" y="0"/>
                  </a:lnTo>
                  <a:lnTo>
                    <a:pt x="7858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6" name="Freeform: Shape 1785">
              <a:extLst>
                <a:ext uri="{FF2B5EF4-FFF2-40B4-BE49-F238E27FC236}">
                  <a16:creationId xmlns:a16="http://schemas.microsoft.com/office/drawing/2014/main" id="{46A4FE0C-7BB2-9BE7-C0C6-1AE5BE4B64B3}"/>
                </a:ext>
              </a:extLst>
            </p:cNvPr>
            <p:cNvSpPr/>
            <p:nvPr/>
          </p:nvSpPr>
          <p:spPr>
            <a:xfrm>
              <a:off x="9016504" y="4450616"/>
              <a:ext cx="7224" cy="5703"/>
            </a:xfrm>
            <a:custGeom>
              <a:avLst/>
              <a:gdLst>
                <a:gd name="connsiteX0" fmla="*/ 7224 w 7224"/>
                <a:gd name="connsiteY0" fmla="*/ 2788 h 5703"/>
                <a:gd name="connsiteX1" fmla="*/ 3675 w 7224"/>
                <a:gd name="connsiteY1" fmla="*/ 5703 h 5703"/>
                <a:gd name="connsiteX2" fmla="*/ 0 w 7224"/>
                <a:gd name="connsiteY2" fmla="*/ 2788 h 5703"/>
                <a:gd name="connsiteX3" fmla="*/ 3675 w 7224"/>
                <a:gd name="connsiteY3" fmla="*/ 0 h 5703"/>
                <a:gd name="connsiteX4" fmla="*/ 7224 w 7224"/>
                <a:gd name="connsiteY4" fmla="*/ 2788 h 5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24" h="5703">
                  <a:moveTo>
                    <a:pt x="7224" y="2788"/>
                  </a:moveTo>
                  <a:lnTo>
                    <a:pt x="3675" y="5703"/>
                  </a:lnTo>
                  <a:lnTo>
                    <a:pt x="0" y="2788"/>
                  </a:lnTo>
                  <a:lnTo>
                    <a:pt x="3675" y="0"/>
                  </a:lnTo>
                  <a:lnTo>
                    <a:pt x="7224" y="278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7" name="Freeform: Shape 1786">
              <a:extLst>
                <a:ext uri="{FF2B5EF4-FFF2-40B4-BE49-F238E27FC236}">
                  <a16:creationId xmlns:a16="http://schemas.microsoft.com/office/drawing/2014/main" id="{6457CD3F-97C7-5EDC-5698-E884EC0DC762}"/>
                </a:ext>
              </a:extLst>
            </p:cNvPr>
            <p:cNvSpPr/>
            <p:nvPr/>
          </p:nvSpPr>
          <p:spPr>
            <a:xfrm>
              <a:off x="8961374" y="4545162"/>
              <a:ext cx="5956" cy="4689"/>
            </a:xfrm>
            <a:custGeom>
              <a:avLst/>
              <a:gdLst>
                <a:gd name="connsiteX0" fmla="*/ 5956 w 5956"/>
                <a:gd name="connsiteY0" fmla="*/ 2408 h 4689"/>
                <a:gd name="connsiteX1" fmla="*/ 2915 w 5956"/>
                <a:gd name="connsiteY1" fmla="*/ 4689 h 4689"/>
                <a:gd name="connsiteX2" fmla="*/ 0 w 5956"/>
                <a:gd name="connsiteY2" fmla="*/ 2408 h 4689"/>
                <a:gd name="connsiteX3" fmla="*/ 2915 w 5956"/>
                <a:gd name="connsiteY3" fmla="*/ 0 h 4689"/>
                <a:gd name="connsiteX4" fmla="*/ 5956 w 5956"/>
                <a:gd name="connsiteY4" fmla="*/ 2408 h 4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6" h="4689">
                  <a:moveTo>
                    <a:pt x="5956" y="2408"/>
                  </a:moveTo>
                  <a:lnTo>
                    <a:pt x="2915" y="4689"/>
                  </a:lnTo>
                  <a:lnTo>
                    <a:pt x="0" y="2408"/>
                  </a:lnTo>
                  <a:lnTo>
                    <a:pt x="2915" y="0"/>
                  </a:lnTo>
                  <a:lnTo>
                    <a:pt x="5956" y="240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8" name="Freeform: Shape 1787">
              <a:extLst>
                <a:ext uri="{FF2B5EF4-FFF2-40B4-BE49-F238E27FC236}">
                  <a16:creationId xmlns:a16="http://schemas.microsoft.com/office/drawing/2014/main" id="{7B2D2114-F6A1-21AC-33B4-CCCD3E6F4068}"/>
                </a:ext>
              </a:extLst>
            </p:cNvPr>
            <p:cNvSpPr/>
            <p:nvPr/>
          </p:nvSpPr>
          <p:spPr>
            <a:xfrm>
              <a:off x="8900921" y="4637552"/>
              <a:ext cx="5322" cy="4182"/>
            </a:xfrm>
            <a:custGeom>
              <a:avLst/>
              <a:gdLst>
                <a:gd name="connsiteX0" fmla="*/ 5323 w 5322"/>
                <a:gd name="connsiteY0" fmla="*/ 2155 h 4182"/>
                <a:gd name="connsiteX1" fmla="*/ 2662 w 5322"/>
                <a:gd name="connsiteY1" fmla="*/ 4183 h 4182"/>
                <a:gd name="connsiteX2" fmla="*/ 0 w 5322"/>
                <a:gd name="connsiteY2" fmla="*/ 2155 h 4182"/>
                <a:gd name="connsiteX3" fmla="*/ 2662 w 5322"/>
                <a:gd name="connsiteY3" fmla="*/ 0 h 4182"/>
                <a:gd name="connsiteX4" fmla="*/ 5323 w 5322"/>
                <a:gd name="connsiteY4" fmla="*/ 2155 h 4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22" h="4182">
                  <a:moveTo>
                    <a:pt x="5323" y="2155"/>
                  </a:moveTo>
                  <a:lnTo>
                    <a:pt x="2662" y="4183"/>
                  </a:lnTo>
                  <a:lnTo>
                    <a:pt x="0" y="2155"/>
                  </a:lnTo>
                  <a:lnTo>
                    <a:pt x="2662" y="0"/>
                  </a:lnTo>
                  <a:lnTo>
                    <a:pt x="5323" y="215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9" name="Freeform: Shape 1788">
              <a:extLst>
                <a:ext uri="{FF2B5EF4-FFF2-40B4-BE49-F238E27FC236}">
                  <a16:creationId xmlns:a16="http://schemas.microsoft.com/office/drawing/2014/main" id="{F5CCEA3D-AEBE-7919-1B23-95F2097EAACD}"/>
                </a:ext>
              </a:extLst>
            </p:cNvPr>
            <p:cNvSpPr/>
            <p:nvPr/>
          </p:nvSpPr>
          <p:spPr>
            <a:xfrm>
              <a:off x="8835905" y="4728042"/>
              <a:ext cx="4182" cy="3295"/>
            </a:xfrm>
            <a:custGeom>
              <a:avLst/>
              <a:gdLst>
                <a:gd name="connsiteX0" fmla="*/ 4183 w 4182"/>
                <a:gd name="connsiteY0" fmla="*/ 1648 h 3295"/>
                <a:gd name="connsiteX1" fmla="*/ 2154 w 4182"/>
                <a:gd name="connsiteY1" fmla="*/ 3295 h 3295"/>
                <a:gd name="connsiteX2" fmla="*/ 0 w 4182"/>
                <a:gd name="connsiteY2" fmla="*/ 1648 h 3295"/>
                <a:gd name="connsiteX3" fmla="*/ 2154 w 4182"/>
                <a:gd name="connsiteY3" fmla="*/ 0 h 3295"/>
                <a:gd name="connsiteX4" fmla="*/ 4183 w 4182"/>
                <a:gd name="connsiteY4" fmla="*/ 1648 h 3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2" h="3295">
                  <a:moveTo>
                    <a:pt x="4183" y="1648"/>
                  </a:moveTo>
                  <a:lnTo>
                    <a:pt x="2154" y="3295"/>
                  </a:lnTo>
                  <a:lnTo>
                    <a:pt x="0" y="1648"/>
                  </a:lnTo>
                  <a:lnTo>
                    <a:pt x="2154" y="0"/>
                  </a:lnTo>
                  <a:lnTo>
                    <a:pt x="4183" y="164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0" name="Freeform: Shape 1789">
              <a:extLst>
                <a:ext uri="{FF2B5EF4-FFF2-40B4-BE49-F238E27FC236}">
                  <a16:creationId xmlns:a16="http://schemas.microsoft.com/office/drawing/2014/main" id="{A935B927-9410-332D-347D-BDD99B3C8AC5}"/>
                </a:ext>
              </a:extLst>
            </p:cNvPr>
            <p:cNvSpPr/>
            <p:nvPr/>
          </p:nvSpPr>
          <p:spPr>
            <a:xfrm>
              <a:off x="8765947" y="4816123"/>
              <a:ext cx="3548" cy="2788"/>
            </a:xfrm>
            <a:custGeom>
              <a:avLst/>
              <a:gdLst>
                <a:gd name="connsiteX0" fmla="*/ 3549 w 3548"/>
                <a:gd name="connsiteY0" fmla="*/ 1394 h 2788"/>
                <a:gd name="connsiteX1" fmla="*/ 1774 w 3548"/>
                <a:gd name="connsiteY1" fmla="*/ 2788 h 2788"/>
                <a:gd name="connsiteX2" fmla="*/ 0 w 3548"/>
                <a:gd name="connsiteY2" fmla="*/ 1394 h 2788"/>
                <a:gd name="connsiteX3" fmla="*/ 1774 w 3548"/>
                <a:gd name="connsiteY3" fmla="*/ 0 h 2788"/>
                <a:gd name="connsiteX4" fmla="*/ 3549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9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9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1" name="Freeform: Shape 1790">
              <a:extLst>
                <a:ext uri="{FF2B5EF4-FFF2-40B4-BE49-F238E27FC236}">
                  <a16:creationId xmlns:a16="http://schemas.microsoft.com/office/drawing/2014/main" id="{B7A3A7AA-94FD-1CAE-69BA-177446BDC917}"/>
                </a:ext>
              </a:extLst>
            </p:cNvPr>
            <p:cNvSpPr/>
            <p:nvPr/>
          </p:nvSpPr>
          <p:spPr>
            <a:xfrm>
              <a:off x="8691426" y="4901796"/>
              <a:ext cx="3042" cy="2281"/>
            </a:xfrm>
            <a:custGeom>
              <a:avLst/>
              <a:gdLst>
                <a:gd name="connsiteX0" fmla="*/ 3042 w 3042"/>
                <a:gd name="connsiteY0" fmla="*/ 1141 h 2281"/>
                <a:gd name="connsiteX1" fmla="*/ 1521 w 3042"/>
                <a:gd name="connsiteY1" fmla="*/ 2282 h 2281"/>
                <a:gd name="connsiteX2" fmla="*/ 0 w 3042"/>
                <a:gd name="connsiteY2" fmla="*/ 1141 h 2281"/>
                <a:gd name="connsiteX3" fmla="*/ 1521 w 3042"/>
                <a:gd name="connsiteY3" fmla="*/ 0 h 2281"/>
                <a:gd name="connsiteX4" fmla="*/ 3042 w 3042"/>
                <a:gd name="connsiteY4" fmla="*/ 1141 h 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2" h="2281">
                  <a:moveTo>
                    <a:pt x="3042" y="1141"/>
                  </a:moveTo>
                  <a:lnTo>
                    <a:pt x="1521" y="2282"/>
                  </a:lnTo>
                  <a:lnTo>
                    <a:pt x="0" y="1141"/>
                  </a:lnTo>
                  <a:lnTo>
                    <a:pt x="1521" y="0"/>
                  </a:lnTo>
                  <a:lnTo>
                    <a:pt x="3042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2" name="Freeform: Shape 1791">
              <a:extLst>
                <a:ext uri="{FF2B5EF4-FFF2-40B4-BE49-F238E27FC236}">
                  <a16:creationId xmlns:a16="http://schemas.microsoft.com/office/drawing/2014/main" id="{97ED3912-F52E-DC97-430E-729F4B50F6B4}"/>
                </a:ext>
              </a:extLst>
            </p:cNvPr>
            <p:cNvSpPr/>
            <p:nvPr/>
          </p:nvSpPr>
          <p:spPr>
            <a:xfrm>
              <a:off x="8612470" y="4984809"/>
              <a:ext cx="2408" cy="1900"/>
            </a:xfrm>
            <a:custGeom>
              <a:avLst/>
              <a:gdLst>
                <a:gd name="connsiteX0" fmla="*/ 2408 w 2408"/>
                <a:gd name="connsiteY0" fmla="*/ 887 h 1900"/>
                <a:gd name="connsiteX1" fmla="*/ 1267 w 2408"/>
                <a:gd name="connsiteY1" fmla="*/ 1901 h 1900"/>
                <a:gd name="connsiteX2" fmla="*/ 0 w 2408"/>
                <a:gd name="connsiteY2" fmla="*/ 887 h 1900"/>
                <a:gd name="connsiteX3" fmla="*/ 1267 w 2408"/>
                <a:gd name="connsiteY3" fmla="*/ 0 h 1900"/>
                <a:gd name="connsiteX4" fmla="*/ 2408 w 2408"/>
                <a:gd name="connsiteY4" fmla="*/ 887 h 1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8" h="1900">
                  <a:moveTo>
                    <a:pt x="2408" y="887"/>
                  </a:moveTo>
                  <a:lnTo>
                    <a:pt x="1267" y="1901"/>
                  </a:lnTo>
                  <a:lnTo>
                    <a:pt x="0" y="887"/>
                  </a:lnTo>
                  <a:lnTo>
                    <a:pt x="1267" y="0"/>
                  </a:lnTo>
                  <a:lnTo>
                    <a:pt x="2408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3" name="Freeform: Shape 1792">
              <a:extLst>
                <a:ext uri="{FF2B5EF4-FFF2-40B4-BE49-F238E27FC236}">
                  <a16:creationId xmlns:a16="http://schemas.microsoft.com/office/drawing/2014/main" id="{B4147F4B-9F77-2B4C-72B0-8F6FF82339CC}"/>
                </a:ext>
              </a:extLst>
            </p:cNvPr>
            <p:cNvSpPr/>
            <p:nvPr/>
          </p:nvSpPr>
          <p:spPr>
            <a:xfrm>
              <a:off x="8529458" y="5065286"/>
              <a:ext cx="1393" cy="1140"/>
            </a:xfrm>
            <a:custGeom>
              <a:avLst/>
              <a:gdLst>
                <a:gd name="connsiteX0" fmla="*/ 1394 w 1393"/>
                <a:gd name="connsiteY0" fmla="*/ 634 h 1140"/>
                <a:gd name="connsiteX1" fmla="*/ 634 w 1393"/>
                <a:gd name="connsiteY1" fmla="*/ 1141 h 1140"/>
                <a:gd name="connsiteX2" fmla="*/ 0 w 1393"/>
                <a:gd name="connsiteY2" fmla="*/ 634 h 1140"/>
                <a:gd name="connsiteX3" fmla="*/ 634 w 1393"/>
                <a:gd name="connsiteY3" fmla="*/ 0 h 1140"/>
                <a:gd name="connsiteX4" fmla="*/ 1394 w 1393"/>
                <a:gd name="connsiteY4" fmla="*/ 634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3" h="1140">
                  <a:moveTo>
                    <a:pt x="1394" y="634"/>
                  </a:moveTo>
                  <a:lnTo>
                    <a:pt x="634" y="1141"/>
                  </a:lnTo>
                  <a:lnTo>
                    <a:pt x="0" y="634"/>
                  </a:lnTo>
                  <a:lnTo>
                    <a:pt x="634" y="0"/>
                  </a:lnTo>
                  <a:lnTo>
                    <a:pt x="1394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4" name="Freeform: Shape 1793">
              <a:extLst>
                <a:ext uri="{FF2B5EF4-FFF2-40B4-BE49-F238E27FC236}">
                  <a16:creationId xmlns:a16="http://schemas.microsoft.com/office/drawing/2014/main" id="{F117A123-8100-7267-EB8C-5E6C1F25FC4F}"/>
                </a:ext>
              </a:extLst>
            </p:cNvPr>
            <p:cNvSpPr/>
            <p:nvPr/>
          </p:nvSpPr>
          <p:spPr>
            <a:xfrm>
              <a:off x="8442264" y="5142975"/>
              <a:ext cx="379" cy="380"/>
            </a:xfrm>
            <a:custGeom>
              <a:avLst/>
              <a:gdLst>
                <a:gd name="connsiteX0" fmla="*/ 380 w 379"/>
                <a:gd name="connsiteY0" fmla="*/ 254 h 380"/>
                <a:gd name="connsiteX1" fmla="*/ 127 w 379"/>
                <a:gd name="connsiteY1" fmla="*/ 380 h 380"/>
                <a:gd name="connsiteX2" fmla="*/ 0 w 379"/>
                <a:gd name="connsiteY2" fmla="*/ 254 h 380"/>
                <a:gd name="connsiteX3" fmla="*/ 127 w 379"/>
                <a:gd name="connsiteY3" fmla="*/ 0 h 380"/>
                <a:gd name="connsiteX4" fmla="*/ 380 w 379"/>
                <a:gd name="connsiteY4" fmla="*/ 254 h 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" h="380">
                  <a:moveTo>
                    <a:pt x="380" y="254"/>
                  </a:moveTo>
                  <a:lnTo>
                    <a:pt x="127" y="380"/>
                  </a:lnTo>
                  <a:lnTo>
                    <a:pt x="0" y="254"/>
                  </a:lnTo>
                  <a:lnTo>
                    <a:pt x="127" y="0"/>
                  </a:lnTo>
                  <a:lnTo>
                    <a:pt x="380" y="2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5" name="Freeform: Shape 1794">
              <a:extLst>
                <a:ext uri="{FF2B5EF4-FFF2-40B4-BE49-F238E27FC236}">
                  <a16:creationId xmlns:a16="http://schemas.microsoft.com/office/drawing/2014/main" id="{0093EEEC-18BB-D0B6-7F99-B885F3B0F9A9}"/>
                </a:ext>
              </a:extLst>
            </p:cNvPr>
            <p:cNvSpPr/>
            <p:nvPr/>
          </p:nvSpPr>
          <p:spPr>
            <a:xfrm>
              <a:off x="8350380" y="5217242"/>
              <a:ext cx="506" cy="507"/>
            </a:xfrm>
            <a:custGeom>
              <a:avLst/>
              <a:gdLst>
                <a:gd name="connsiteX0" fmla="*/ 507 w 506"/>
                <a:gd name="connsiteY0" fmla="*/ 253 h 507"/>
                <a:gd name="connsiteX1" fmla="*/ 254 w 506"/>
                <a:gd name="connsiteY1" fmla="*/ 507 h 507"/>
                <a:gd name="connsiteX2" fmla="*/ 0 w 506"/>
                <a:gd name="connsiteY2" fmla="*/ 253 h 507"/>
                <a:gd name="connsiteX3" fmla="*/ 254 w 506"/>
                <a:gd name="connsiteY3" fmla="*/ 0 h 507"/>
                <a:gd name="connsiteX4" fmla="*/ 507 w 506"/>
                <a:gd name="connsiteY4" fmla="*/ 253 h 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" h="507">
                  <a:moveTo>
                    <a:pt x="507" y="253"/>
                  </a:moveTo>
                  <a:lnTo>
                    <a:pt x="254" y="507"/>
                  </a:lnTo>
                  <a:lnTo>
                    <a:pt x="0" y="253"/>
                  </a:lnTo>
                  <a:lnTo>
                    <a:pt x="254" y="0"/>
                  </a:lnTo>
                  <a:lnTo>
                    <a:pt x="507" y="25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6" name="Freeform: Shape 1795">
              <a:extLst>
                <a:ext uri="{FF2B5EF4-FFF2-40B4-BE49-F238E27FC236}">
                  <a16:creationId xmlns:a16="http://schemas.microsoft.com/office/drawing/2014/main" id="{04C4AC9D-0045-FB33-7968-78560C868E73}"/>
                </a:ext>
              </a:extLst>
            </p:cNvPr>
            <p:cNvSpPr/>
            <p:nvPr/>
          </p:nvSpPr>
          <p:spPr>
            <a:xfrm>
              <a:off x="8254821" y="5288468"/>
              <a:ext cx="506" cy="380"/>
            </a:xfrm>
            <a:custGeom>
              <a:avLst/>
              <a:gdLst>
                <a:gd name="connsiteX0" fmla="*/ 507 w 506"/>
                <a:gd name="connsiteY0" fmla="*/ 127 h 380"/>
                <a:gd name="connsiteX1" fmla="*/ 253 w 506"/>
                <a:gd name="connsiteY1" fmla="*/ 380 h 380"/>
                <a:gd name="connsiteX2" fmla="*/ 0 w 506"/>
                <a:gd name="connsiteY2" fmla="*/ 127 h 380"/>
                <a:gd name="connsiteX3" fmla="*/ 253 w 506"/>
                <a:gd name="connsiteY3" fmla="*/ 0 h 380"/>
                <a:gd name="connsiteX4" fmla="*/ 507 w 506"/>
                <a:gd name="connsiteY4" fmla="*/ 127 h 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" h="380">
                  <a:moveTo>
                    <a:pt x="507" y="127"/>
                  </a:moveTo>
                  <a:lnTo>
                    <a:pt x="253" y="380"/>
                  </a:lnTo>
                  <a:lnTo>
                    <a:pt x="0" y="127"/>
                  </a:lnTo>
                  <a:lnTo>
                    <a:pt x="253" y="0"/>
                  </a:lnTo>
                  <a:lnTo>
                    <a:pt x="507" y="12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7" name="Freeform: Shape 1796">
              <a:extLst>
                <a:ext uri="{FF2B5EF4-FFF2-40B4-BE49-F238E27FC236}">
                  <a16:creationId xmlns:a16="http://schemas.microsoft.com/office/drawing/2014/main" id="{3A9D8BB1-1165-E327-72B9-ECE2C2F6C8CE}"/>
                </a:ext>
              </a:extLst>
            </p:cNvPr>
            <p:cNvSpPr/>
            <p:nvPr/>
          </p:nvSpPr>
          <p:spPr>
            <a:xfrm>
              <a:off x="8154826" y="5355765"/>
              <a:ext cx="2154" cy="1647"/>
            </a:xfrm>
            <a:custGeom>
              <a:avLst/>
              <a:gdLst>
                <a:gd name="connsiteX0" fmla="*/ 2154 w 2154"/>
                <a:gd name="connsiteY0" fmla="*/ 887 h 1647"/>
                <a:gd name="connsiteX1" fmla="*/ 1014 w 2154"/>
                <a:gd name="connsiteY1" fmla="*/ 1648 h 1647"/>
                <a:gd name="connsiteX2" fmla="*/ 0 w 2154"/>
                <a:gd name="connsiteY2" fmla="*/ 887 h 1647"/>
                <a:gd name="connsiteX3" fmla="*/ 1014 w 2154"/>
                <a:gd name="connsiteY3" fmla="*/ 0 h 1647"/>
                <a:gd name="connsiteX4" fmla="*/ 2154 w 2154"/>
                <a:gd name="connsiteY4" fmla="*/ 887 h 1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4" h="1647">
                  <a:moveTo>
                    <a:pt x="2154" y="887"/>
                  </a:moveTo>
                  <a:lnTo>
                    <a:pt x="1014" y="1648"/>
                  </a:lnTo>
                  <a:lnTo>
                    <a:pt x="0" y="887"/>
                  </a:lnTo>
                  <a:lnTo>
                    <a:pt x="1014" y="0"/>
                  </a:lnTo>
                  <a:lnTo>
                    <a:pt x="2154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8" name="Freeform: Shape 1797">
              <a:extLst>
                <a:ext uri="{FF2B5EF4-FFF2-40B4-BE49-F238E27FC236}">
                  <a16:creationId xmlns:a16="http://schemas.microsoft.com/office/drawing/2014/main" id="{94209F79-E4AA-AD9B-E4E0-6D1755269D30}"/>
                </a:ext>
              </a:extLst>
            </p:cNvPr>
            <p:cNvSpPr/>
            <p:nvPr/>
          </p:nvSpPr>
          <p:spPr>
            <a:xfrm>
              <a:off x="8051283" y="5419766"/>
              <a:ext cx="3548" cy="2788"/>
            </a:xfrm>
            <a:custGeom>
              <a:avLst/>
              <a:gdLst>
                <a:gd name="connsiteX0" fmla="*/ 3548 w 3548"/>
                <a:gd name="connsiteY0" fmla="*/ 1394 h 2788"/>
                <a:gd name="connsiteX1" fmla="*/ 1774 w 3548"/>
                <a:gd name="connsiteY1" fmla="*/ 2788 h 2788"/>
                <a:gd name="connsiteX2" fmla="*/ 0 w 3548"/>
                <a:gd name="connsiteY2" fmla="*/ 1394 h 2788"/>
                <a:gd name="connsiteX3" fmla="*/ 1774 w 3548"/>
                <a:gd name="connsiteY3" fmla="*/ 0 h 2788"/>
                <a:gd name="connsiteX4" fmla="*/ 3548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8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8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9" name="Freeform: Shape 1798">
              <a:extLst>
                <a:ext uri="{FF2B5EF4-FFF2-40B4-BE49-F238E27FC236}">
                  <a16:creationId xmlns:a16="http://schemas.microsoft.com/office/drawing/2014/main" id="{36BB9792-2B8A-65F9-A80E-5E8B9FFC0CC0}"/>
                </a:ext>
              </a:extLst>
            </p:cNvPr>
            <p:cNvSpPr/>
            <p:nvPr/>
          </p:nvSpPr>
          <p:spPr>
            <a:xfrm>
              <a:off x="7944952" y="5480600"/>
              <a:ext cx="4181" cy="3421"/>
            </a:xfrm>
            <a:custGeom>
              <a:avLst/>
              <a:gdLst>
                <a:gd name="connsiteX0" fmla="*/ 4182 w 4181"/>
                <a:gd name="connsiteY0" fmla="*/ 1648 h 3421"/>
                <a:gd name="connsiteX1" fmla="*/ 2027 w 4181"/>
                <a:gd name="connsiteY1" fmla="*/ 3422 h 3421"/>
                <a:gd name="connsiteX2" fmla="*/ 0 w 4181"/>
                <a:gd name="connsiteY2" fmla="*/ 1648 h 3421"/>
                <a:gd name="connsiteX3" fmla="*/ 2027 w 4181"/>
                <a:gd name="connsiteY3" fmla="*/ 0 h 3421"/>
                <a:gd name="connsiteX4" fmla="*/ 4182 w 4181"/>
                <a:gd name="connsiteY4" fmla="*/ 1648 h 3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1" h="3421">
                  <a:moveTo>
                    <a:pt x="4182" y="1648"/>
                  </a:moveTo>
                  <a:lnTo>
                    <a:pt x="2027" y="3422"/>
                  </a:lnTo>
                  <a:lnTo>
                    <a:pt x="0" y="1648"/>
                  </a:lnTo>
                  <a:lnTo>
                    <a:pt x="2027" y="0"/>
                  </a:lnTo>
                  <a:lnTo>
                    <a:pt x="4182" y="164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0" name="Freeform: Shape 1799">
              <a:extLst>
                <a:ext uri="{FF2B5EF4-FFF2-40B4-BE49-F238E27FC236}">
                  <a16:creationId xmlns:a16="http://schemas.microsoft.com/office/drawing/2014/main" id="{56800B18-351A-469E-6392-13FF946050B5}"/>
                </a:ext>
              </a:extLst>
            </p:cNvPr>
            <p:cNvSpPr/>
            <p:nvPr/>
          </p:nvSpPr>
          <p:spPr>
            <a:xfrm>
              <a:off x="7834945" y="5537631"/>
              <a:ext cx="5702" cy="4435"/>
            </a:xfrm>
            <a:custGeom>
              <a:avLst/>
              <a:gdLst>
                <a:gd name="connsiteX0" fmla="*/ 5702 w 5702"/>
                <a:gd name="connsiteY0" fmla="*/ 2154 h 4435"/>
                <a:gd name="connsiteX1" fmla="*/ 2915 w 5702"/>
                <a:gd name="connsiteY1" fmla="*/ 4436 h 4435"/>
                <a:gd name="connsiteX2" fmla="*/ 0 w 5702"/>
                <a:gd name="connsiteY2" fmla="*/ 2154 h 4435"/>
                <a:gd name="connsiteX3" fmla="*/ 2915 w 5702"/>
                <a:gd name="connsiteY3" fmla="*/ 0 h 4435"/>
                <a:gd name="connsiteX4" fmla="*/ 5702 w 5702"/>
                <a:gd name="connsiteY4" fmla="*/ 2154 h 4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02" h="4435">
                  <a:moveTo>
                    <a:pt x="5702" y="2154"/>
                  </a:moveTo>
                  <a:lnTo>
                    <a:pt x="2915" y="4436"/>
                  </a:lnTo>
                  <a:lnTo>
                    <a:pt x="0" y="2154"/>
                  </a:lnTo>
                  <a:lnTo>
                    <a:pt x="2915" y="0"/>
                  </a:lnTo>
                  <a:lnTo>
                    <a:pt x="5702" y="21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1" name="Freeform: Shape 1800">
              <a:extLst>
                <a:ext uri="{FF2B5EF4-FFF2-40B4-BE49-F238E27FC236}">
                  <a16:creationId xmlns:a16="http://schemas.microsoft.com/office/drawing/2014/main" id="{B1B08051-2AD8-AB56-74FF-47938427295E}"/>
                </a:ext>
              </a:extLst>
            </p:cNvPr>
            <p:cNvSpPr/>
            <p:nvPr/>
          </p:nvSpPr>
          <p:spPr>
            <a:xfrm>
              <a:off x="7722783" y="5591494"/>
              <a:ext cx="5830" cy="4435"/>
            </a:xfrm>
            <a:custGeom>
              <a:avLst/>
              <a:gdLst>
                <a:gd name="connsiteX0" fmla="*/ 5830 w 5830"/>
                <a:gd name="connsiteY0" fmla="*/ 2281 h 4435"/>
                <a:gd name="connsiteX1" fmla="*/ 2915 w 5830"/>
                <a:gd name="connsiteY1" fmla="*/ 4436 h 4435"/>
                <a:gd name="connsiteX2" fmla="*/ 0 w 5830"/>
                <a:gd name="connsiteY2" fmla="*/ 2281 h 4435"/>
                <a:gd name="connsiteX3" fmla="*/ 2915 w 5830"/>
                <a:gd name="connsiteY3" fmla="*/ 0 h 4435"/>
                <a:gd name="connsiteX4" fmla="*/ 5830 w 5830"/>
                <a:gd name="connsiteY4" fmla="*/ 2281 h 4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30" h="4435">
                  <a:moveTo>
                    <a:pt x="5830" y="2281"/>
                  </a:moveTo>
                  <a:lnTo>
                    <a:pt x="2915" y="4436"/>
                  </a:lnTo>
                  <a:lnTo>
                    <a:pt x="0" y="2281"/>
                  </a:lnTo>
                  <a:lnTo>
                    <a:pt x="2915" y="0"/>
                  </a:lnTo>
                  <a:lnTo>
                    <a:pt x="5830" y="22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2" name="Freeform: Shape 1801">
              <a:extLst>
                <a:ext uri="{FF2B5EF4-FFF2-40B4-BE49-F238E27FC236}">
                  <a16:creationId xmlns:a16="http://schemas.microsoft.com/office/drawing/2014/main" id="{F9314C78-9C93-AEED-8B12-08D457FCEC45}"/>
                </a:ext>
              </a:extLst>
            </p:cNvPr>
            <p:cNvSpPr/>
            <p:nvPr/>
          </p:nvSpPr>
          <p:spPr>
            <a:xfrm>
              <a:off x="7607200" y="5640921"/>
              <a:ext cx="7224" cy="5703"/>
            </a:xfrm>
            <a:custGeom>
              <a:avLst/>
              <a:gdLst>
                <a:gd name="connsiteX0" fmla="*/ 7224 w 7224"/>
                <a:gd name="connsiteY0" fmla="*/ 2915 h 5703"/>
                <a:gd name="connsiteX1" fmla="*/ 3549 w 7224"/>
                <a:gd name="connsiteY1" fmla="*/ 5703 h 5703"/>
                <a:gd name="connsiteX2" fmla="*/ 0 w 7224"/>
                <a:gd name="connsiteY2" fmla="*/ 2915 h 5703"/>
                <a:gd name="connsiteX3" fmla="*/ 3549 w 7224"/>
                <a:gd name="connsiteY3" fmla="*/ 0 h 5703"/>
                <a:gd name="connsiteX4" fmla="*/ 7224 w 7224"/>
                <a:gd name="connsiteY4" fmla="*/ 2915 h 5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24" h="5703">
                  <a:moveTo>
                    <a:pt x="7224" y="2915"/>
                  </a:moveTo>
                  <a:lnTo>
                    <a:pt x="3549" y="5703"/>
                  </a:lnTo>
                  <a:lnTo>
                    <a:pt x="0" y="2915"/>
                  </a:lnTo>
                  <a:lnTo>
                    <a:pt x="3549" y="0"/>
                  </a:lnTo>
                  <a:lnTo>
                    <a:pt x="7224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3" name="Freeform: Shape 1802">
              <a:extLst>
                <a:ext uri="{FF2B5EF4-FFF2-40B4-BE49-F238E27FC236}">
                  <a16:creationId xmlns:a16="http://schemas.microsoft.com/office/drawing/2014/main" id="{20FCD549-ADA9-52BD-9247-1C1B9A6A2D8D}"/>
                </a:ext>
              </a:extLst>
            </p:cNvPr>
            <p:cNvSpPr/>
            <p:nvPr/>
          </p:nvSpPr>
          <p:spPr>
            <a:xfrm>
              <a:off x="7489336" y="5686799"/>
              <a:ext cx="8111" cy="6463"/>
            </a:xfrm>
            <a:custGeom>
              <a:avLst/>
              <a:gdLst>
                <a:gd name="connsiteX0" fmla="*/ 8111 w 8111"/>
                <a:gd name="connsiteY0" fmla="*/ 3295 h 6463"/>
                <a:gd name="connsiteX1" fmla="*/ 4056 w 8111"/>
                <a:gd name="connsiteY1" fmla="*/ 6464 h 6463"/>
                <a:gd name="connsiteX2" fmla="*/ 0 w 8111"/>
                <a:gd name="connsiteY2" fmla="*/ 3295 h 6463"/>
                <a:gd name="connsiteX3" fmla="*/ 4056 w 8111"/>
                <a:gd name="connsiteY3" fmla="*/ 0 h 6463"/>
                <a:gd name="connsiteX4" fmla="*/ 8111 w 8111"/>
                <a:gd name="connsiteY4" fmla="*/ 3295 h 6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11" h="6463">
                  <a:moveTo>
                    <a:pt x="8111" y="3295"/>
                  </a:moveTo>
                  <a:lnTo>
                    <a:pt x="4056" y="6464"/>
                  </a:lnTo>
                  <a:lnTo>
                    <a:pt x="0" y="3295"/>
                  </a:lnTo>
                  <a:lnTo>
                    <a:pt x="4056" y="0"/>
                  </a:lnTo>
                  <a:lnTo>
                    <a:pt x="8111" y="32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4" name="Freeform: Shape 1803">
              <a:extLst>
                <a:ext uri="{FF2B5EF4-FFF2-40B4-BE49-F238E27FC236}">
                  <a16:creationId xmlns:a16="http://schemas.microsoft.com/office/drawing/2014/main" id="{26E22DAA-694B-3C8F-078B-0CC396F11C94}"/>
                </a:ext>
              </a:extLst>
            </p:cNvPr>
            <p:cNvSpPr/>
            <p:nvPr/>
          </p:nvSpPr>
          <p:spPr>
            <a:xfrm>
              <a:off x="7368810" y="5728622"/>
              <a:ext cx="9505" cy="7477"/>
            </a:xfrm>
            <a:custGeom>
              <a:avLst/>
              <a:gdLst>
                <a:gd name="connsiteX0" fmla="*/ 9505 w 9505"/>
                <a:gd name="connsiteY0" fmla="*/ 3675 h 7477"/>
                <a:gd name="connsiteX1" fmla="*/ 4816 w 9505"/>
                <a:gd name="connsiteY1" fmla="*/ 7477 h 7477"/>
                <a:gd name="connsiteX2" fmla="*/ 0 w 9505"/>
                <a:gd name="connsiteY2" fmla="*/ 3675 h 7477"/>
                <a:gd name="connsiteX3" fmla="*/ 4816 w 9505"/>
                <a:gd name="connsiteY3" fmla="*/ 0 h 7477"/>
                <a:gd name="connsiteX4" fmla="*/ 9505 w 9505"/>
                <a:gd name="connsiteY4" fmla="*/ 3675 h 7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05" h="7477">
                  <a:moveTo>
                    <a:pt x="9505" y="3675"/>
                  </a:moveTo>
                  <a:lnTo>
                    <a:pt x="4816" y="7477"/>
                  </a:lnTo>
                  <a:lnTo>
                    <a:pt x="0" y="3675"/>
                  </a:lnTo>
                  <a:lnTo>
                    <a:pt x="4816" y="0"/>
                  </a:lnTo>
                  <a:lnTo>
                    <a:pt x="9505" y="367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5" name="Freeform: Shape 1804">
              <a:extLst>
                <a:ext uri="{FF2B5EF4-FFF2-40B4-BE49-F238E27FC236}">
                  <a16:creationId xmlns:a16="http://schemas.microsoft.com/office/drawing/2014/main" id="{C9039825-3432-E665-530E-CA1C86CAF445}"/>
                </a:ext>
              </a:extLst>
            </p:cNvPr>
            <p:cNvSpPr/>
            <p:nvPr/>
          </p:nvSpPr>
          <p:spPr>
            <a:xfrm>
              <a:off x="7246510" y="5766516"/>
              <a:ext cx="10265" cy="8110"/>
            </a:xfrm>
            <a:custGeom>
              <a:avLst/>
              <a:gdLst>
                <a:gd name="connsiteX0" fmla="*/ 10266 w 10265"/>
                <a:gd name="connsiteY0" fmla="*/ 4056 h 8110"/>
                <a:gd name="connsiteX1" fmla="*/ 5196 w 10265"/>
                <a:gd name="connsiteY1" fmla="*/ 8111 h 8110"/>
                <a:gd name="connsiteX2" fmla="*/ 0 w 10265"/>
                <a:gd name="connsiteY2" fmla="*/ 4056 h 8110"/>
                <a:gd name="connsiteX3" fmla="*/ 5196 w 10265"/>
                <a:gd name="connsiteY3" fmla="*/ 0 h 8110"/>
                <a:gd name="connsiteX4" fmla="*/ 10266 w 10265"/>
                <a:gd name="connsiteY4" fmla="*/ 4056 h 8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5" h="8110">
                  <a:moveTo>
                    <a:pt x="10266" y="4056"/>
                  </a:moveTo>
                  <a:lnTo>
                    <a:pt x="5196" y="8111"/>
                  </a:lnTo>
                  <a:lnTo>
                    <a:pt x="0" y="4056"/>
                  </a:lnTo>
                  <a:lnTo>
                    <a:pt x="5196" y="0"/>
                  </a:lnTo>
                  <a:lnTo>
                    <a:pt x="10266" y="405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6" name="Freeform: Shape 1805">
              <a:extLst>
                <a:ext uri="{FF2B5EF4-FFF2-40B4-BE49-F238E27FC236}">
                  <a16:creationId xmlns:a16="http://schemas.microsoft.com/office/drawing/2014/main" id="{55FB6948-05C2-1D01-1FAA-F7E271A84930}"/>
                </a:ext>
              </a:extLst>
            </p:cNvPr>
            <p:cNvSpPr/>
            <p:nvPr/>
          </p:nvSpPr>
          <p:spPr>
            <a:xfrm>
              <a:off x="7122308" y="5800481"/>
              <a:ext cx="11025" cy="8744"/>
            </a:xfrm>
            <a:custGeom>
              <a:avLst/>
              <a:gdLst>
                <a:gd name="connsiteX0" fmla="*/ 11026 w 11025"/>
                <a:gd name="connsiteY0" fmla="*/ 4309 h 8744"/>
                <a:gd name="connsiteX1" fmla="*/ 5576 w 11025"/>
                <a:gd name="connsiteY1" fmla="*/ 8745 h 8744"/>
                <a:gd name="connsiteX2" fmla="*/ 0 w 11025"/>
                <a:gd name="connsiteY2" fmla="*/ 4309 h 8744"/>
                <a:gd name="connsiteX3" fmla="*/ 5576 w 11025"/>
                <a:gd name="connsiteY3" fmla="*/ 0 h 8744"/>
                <a:gd name="connsiteX4" fmla="*/ 11026 w 11025"/>
                <a:gd name="connsiteY4" fmla="*/ 4309 h 8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25" h="8744">
                  <a:moveTo>
                    <a:pt x="11026" y="4309"/>
                  </a:moveTo>
                  <a:lnTo>
                    <a:pt x="5576" y="8745"/>
                  </a:lnTo>
                  <a:lnTo>
                    <a:pt x="0" y="4309"/>
                  </a:lnTo>
                  <a:lnTo>
                    <a:pt x="5576" y="0"/>
                  </a:lnTo>
                  <a:lnTo>
                    <a:pt x="11026" y="430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7" name="Freeform: Shape 1806">
              <a:extLst>
                <a:ext uri="{FF2B5EF4-FFF2-40B4-BE49-F238E27FC236}">
                  <a16:creationId xmlns:a16="http://schemas.microsoft.com/office/drawing/2014/main" id="{2D10BD38-BF65-F0B2-2630-4CE0304DE4B5}"/>
                </a:ext>
              </a:extLst>
            </p:cNvPr>
            <p:cNvSpPr/>
            <p:nvPr/>
          </p:nvSpPr>
          <p:spPr>
            <a:xfrm>
              <a:off x="6996206" y="5830011"/>
              <a:ext cx="12419" cy="9758"/>
            </a:xfrm>
            <a:custGeom>
              <a:avLst/>
              <a:gdLst>
                <a:gd name="connsiteX0" fmla="*/ 12420 w 12419"/>
                <a:gd name="connsiteY0" fmla="*/ 4943 h 9758"/>
                <a:gd name="connsiteX1" fmla="*/ 6083 w 12419"/>
                <a:gd name="connsiteY1" fmla="*/ 9759 h 9758"/>
                <a:gd name="connsiteX2" fmla="*/ 0 w 12419"/>
                <a:gd name="connsiteY2" fmla="*/ 4943 h 9758"/>
                <a:gd name="connsiteX3" fmla="*/ 6083 w 12419"/>
                <a:gd name="connsiteY3" fmla="*/ 0 h 9758"/>
                <a:gd name="connsiteX4" fmla="*/ 12420 w 12419"/>
                <a:gd name="connsiteY4" fmla="*/ 4943 h 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19" h="9758">
                  <a:moveTo>
                    <a:pt x="12420" y="4943"/>
                  </a:moveTo>
                  <a:lnTo>
                    <a:pt x="6083" y="9759"/>
                  </a:lnTo>
                  <a:lnTo>
                    <a:pt x="0" y="4943"/>
                  </a:lnTo>
                  <a:lnTo>
                    <a:pt x="6083" y="0"/>
                  </a:lnTo>
                  <a:lnTo>
                    <a:pt x="12420" y="494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8" name="Freeform: Shape 1807">
              <a:extLst>
                <a:ext uri="{FF2B5EF4-FFF2-40B4-BE49-F238E27FC236}">
                  <a16:creationId xmlns:a16="http://schemas.microsoft.com/office/drawing/2014/main" id="{6E9B01F2-6794-E238-F514-4637F49279F9}"/>
                </a:ext>
              </a:extLst>
            </p:cNvPr>
            <p:cNvSpPr/>
            <p:nvPr/>
          </p:nvSpPr>
          <p:spPr>
            <a:xfrm>
              <a:off x="6868836" y="5855484"/>
              <a:ext cx="13181" cy="10519"/>
            </a:xfrm>
            <a:custGeom>
              <a:avLst/>
              <a:gdLst>
                <a:gd name="connsiteX0" fmla="*/ 13181 w 13181"/>
                <a:gd name="connsiteY0" fmla="*/ 5323 h 10519"/>
                <a:gd name="connsiteX1" fmla="*/ 6591 w 13181"/>
                <a:gd name="connsiteY1" fmla="*/ 10519 h 10519"/>
                <a:gd name="connsiteX2" fmla="*/ 0 w 13181"/>
                <a:gd name="connsiteY2" fmla="*/ 5323 h 10519"/>
                <a:gd name="connsiteX3" fmla="*/ 6591 w 13181"/>
                <a:gd name="connsiteY3" fmla="*/ 0 h 10519"/>
                <a:gd name="connsiteX4" fmla="*/ 13181 w 13181"/>
                <a:gd name="connsiteY4" fmla="*/ 5323 h 10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81" h="10519">
                  <a:moveTo>
                    <a:pt x="13181" y="5323"/>
                  </a:moveTo>
                  <a:lnTo>
                    <a:pt x="6591" y="10519"/>
                  </a:lnTo>
                  <a:lnTo>
                    <a:pt x="0" y="5323"/>
                  </a:lnTo>
                  <a:lnTo>
                    <a:pt x="6591" y="0"/>
                  </a:lnTo>
                  <a:lnTo>
                    <a:pt x="13181" y="532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9" name="Freeform: Shape 1808">
              <a:extLst>
                <a:ext uri="{FF2B5EF4-FFF2-40B4-BE49-F238E27FC236}">
                  <a16:creationId xmlns:a16="http://schemas.microsoft.com/office/drawing/2014/main" id="{54BDC81D-CA7A-2F44-ED61-F6BE62491079}"/>
                </a:ext>
              </a:extLst>
            </p:cNvPr>
            <p:cNvSpPr/>
            <p:nvPr/>
          </p:nvSpPr>
          <p:spPr>
            <a:xfrm>
              <a:off x="6740326" y="5876903"/>
              <a:ext cx="13686" cy="10899"/>
            </a:xfrm>
            <a:custGeom>
              <a:avLst/>
              <a:gdLst>
                <a:gd name="connsiteX0" fmla="*/ 13687 w 13686"/>
                <a:gd name="connsiteY0" fmla="*/ 5450 h 10899"/>
                <a:gd name="connsiteX1" fmla="*/ 6843 w 13686"/>
                <a:gd name="connsiteY1" fmla="*/ 10899 h 10899"/>
                <a:gd name="connsiteX2" fmla="*/ 0 w 13686"/>
                <a:gd name="connsiteY2" fmla="*/ 5450 h 10899"/>
                <a:gd name="connsiteX3" fmla="*/ 6843 w 13686"/>
                <a:gd name="connsiteY3" fmla="*/ 0 h 10899"/>
                <a:gd name="connsiteX4" fmla="*/ 13687 w 13686"/>
                <a:gd name="connsiteY4" fmla="*/ 5450 h 10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86" h="10899">
                  <a:moveTo>
                    <a:pt x="13687" y="5450"/>
                  </a:moveTo>
                  <a:cubicBezTo>
                    <a:pt x="13687" y="8491"/>
                    <a:pt x="10645" y="10899"/>
                    <a:pt x="6843" y="10899"/>
                  </a:cubicBezTo>
                  <a:cubicBezTo>
                    <a:pt x="3042" y="10899"/>
                    <a:pt x="0" y="8491"/>
                    <a:pt x="0" y="5450"/>
                  </a:cubicBezTo>
                  <a:cubicBezTo>
                    <a:pt x="0" y="2408"/>
                    <a:pt x="3168" y="0"/>
                    <a:pt x="6843" y="0"/>
                  </a:cubicBezTo>
                  <a:cubicBezTo>
                    <a:pt x="10519" y="0"/>
                    <a:pt x="13687" y="2535"/>
                    <a:pt x="13687" y="545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0" name="Freeform: Shape 1809">
              <a:extLst>
                <a:ext uri="{FF2B5EF4-FFF2-40B4-BE49-F238E27FC236}">
                  <a16:creationId xmlns:a16="http://schemas.microsoft.com/office/drawing/2014/main" id="{41F6D4D7-8BFC-1A38-EC61-E58C0FB6F410}"/>
                </a:ext>
              </a:extLst>
            </p:cNvPr>
            <p:cNvSpPr/>
            <p:nvPr/>
          </p:nvSpPr>
          <p:spPr>
            <a:xfrm>
              <a:off x="6610675" y="5893885"/>
              <a:ext cx="14448" cy="11659"/>
            </a:xfrm>
            <a:custGeom>
              <a:avLst/>
              <a:gdLst>
                <a:gd name="connsiteX0" fmla="*/ 14448 w 14448"/>
                <a:gd name="connsiteY0" fmla="*/ 5830 h 11659"/>
                <a:gd name="connsiteX1" fmla="*/ 7224 w 14448"/>
                <a:gd name="connsiteY1" fmla="*/ 11660 h 11659"/>
                <a:gd name="connsiteX2" fmla="*/ 0 w 14448"/>
                <a:gd name="connsiteY2" fmla="*/ 5830 h 11659"/>
                <a:gd name="connsiteX3" fmla="*/ 7224 w 14448"/>
                <a:gd name="connsiteY3" fmla="*/ 0 h 11659"/>
                <a:gd name="connsiteX4" fmla="*/ 14448 w 14448"/>
                <a:gd name="connsiteY4" fmla="*/ 5830 h 11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48" h="11659">
                  <a:moveTo>
                    <a:pt x="14448" y="5830"/>
                  </a:moveTo>
                  <a:cubicBezTo>
                    <a:pt x="14448" y="8999"/>
                    <a:pt x="11153" y="11660"/>
                    <a:pt x="7224" y="11660"/>
                  </a:cubicBezTo>
                  <a:cubicBezTo>
                    <a:pt x="3295" y="11660"/>
                    <a:pt x="0" y="9125"/>
                    <a:pt x="0" y="5830"/>
                  </a:cubicBezTo>
                  <a:cubicBezTo>
                    <a:pt x="0" y="2535"/>
                    <a:pt x="3295" y="0"/>
                    <a:pt x="7224" y="0"/>
                  </a:cubicBezTo>
                  <a:cubicBezTo>
                    <a:pt x="11153" y="0"/>
                    <a:pt x="14448" y="2535"/>
                    <a:pt x="14448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1" name="Freeform: Shape 1810">
              <a:extLst>
                <a:ext uri="{FF2B5EF4-FFF2-40B4-BE49-F238E27FC236}">
                  <a16:creationId xmlns:a16="http://schemas.microsoft.com/office/drawing/2014/main" id="{28F7CCA7-E604-1451-E9DB-A790AB7755B6}"/>
                </a:ext>
              </a:extLst>
            </p:cNvPr>
            <p:cNvSpPr/>
            <p:nvPr/>
          </p:nvSpPr>
          <p:spPr>
            <a:xfrm>
              <a:off x="6479884" y="5906433"/>
              <a:ext cx="15968" cy="12673"/>
            </a:xfrm>
            <a:custGeom>
              <a:avLst/>
              <a:gdLst>
                <a:gd name="connsiteX0" fmla="*/ 15968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8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8" y="6337"/>
                  </a:moveTo>
                  <a:cubicBezTo>
                    <a:pt x="15968" y="9759"/>
                    <a:pt x="12420" y="12674"/>
                    <a:pt x="7984" y="12674"/>
                  </a:cubicBezTo>
                  <a:cubicBezTo>
                    <a:pt x="3549" y="12674"/>
                    <a:pt x="0" y="9885"/>
                    <a:pt x="0" y="6337"/>
                  </a:cubicBezTo>
                  <a:cubicBezTo>
                    <a:pt x="0" y="2788"/>
                    <a:pt x="3549" y="0"/>
                    <a:pt x="7984" y="0"/>
                  </a:cubicBezTo>
                  <a:cubicBezTo>
                    <a:pt x="12420" y="0"/>
                    <a:pt x="15968" y="2788"/>
                    <a:pt x="15968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2" name="Freeform: Shape 1811">
              <a:extLst>
                <a:ext uri="{FF2B5EF4-FFF2-40B4-BE49-F238E27FC236}">
                  <a16:creationId xmlns:a16="http://schemas.microsoft.com/office/drawing/2014/main" id="{FBC9601F-8BE2-DD2C-E7AE-85E9CD26D2A0}"/>
                </a:ext>
              </a:extLst>
            </p:cNvPr>
            <p:cNvSpPr/>
            <p:nvPr/>
          </p:nvSpPr>
          <p:spPr>
            <a:xfrm>
              <a:off x="6348839" y="5914797"/>
              <a:ext cx="16728" cy="13180"/>
            </a:xfrm>
            <a:custGeom>
              <a:avLst/>
              <a:gdLst>
                <a:gd name="connsiteX0" fmla="*/ 16729 w 16728"/>
                <a:gd name="connsiteY0" fmla="*/ 6590 h 13180"/>
                <a:gd name="connsiteX1" fmla="*/ 8364 w 16728"/>
                <a:gd name="connsiteY1" fmla="*/ 13180 h 13180"/>
                <a:gd name="connsiteX2" fmla="*/ 0 w 16728"/>
                <a:gd name="connsiteY2" fmla="*/ 6590 h 13180"/>
                <a:gd name="connsiteX3" fmla="*/ 8364 w 16728"/>
                <a:gd name="connsiteY3" fmla="*/ 0 h 13180"/>
                <a:gd name="connsiteX4" fmla="*/ 16729 w 16728"/>
                <a:gd name="connsiteY4" fmla="*/ 6590 h 13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8" h="13180">
                  <a:moveTo>
                    <a:pt x="16729" y="6590"/>
                  </a:moveTo>
                  <a:cubicBezTo>
                    <a:pt x="16729" y="10266"/>
                    <a:pt x="12927" y="13180"/>
                    <a:pt x="8364" y="13180"/>
                  </a:cubicBezTo>
                  <a:cubicBezTo>
                    <a:pt x="3802" y="13180"/>
                    <a:pt x="0" y="10266"/>
                    <a:pt x="0" y="6590"/>
                  </a:cubicBezTo>
                  <a:cubicBezTo>
                    <a:pt x="0" y="2915"/>
                    <a:pt x="3802" y="0"/>
                    <a:pt x="8364" y="0"/>
                  </a:cubicBezTo>
                  <a:cubicBezTo>
                    <a:pt x="12927" y="0"/>
                    <a:pt x="16729" y="3042"/>
                    <a:pt x="16729" y="659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3" name="Freeform: Shape 1812">
              <a:extLst>
                <a:ext uri="{FF2B5EF4-FFF2-40B4-BE49-F238E27FC236}">
                  <a16:creationId xmlns:a16="http://schemas.microsoft.com/office/drawing/2014/main" id="{37E67754-2CFB-D810-8E9F-AB7B6DE2E090}"/>
                </a:ext>
              </a:extLst>
            </p:cNvPr>
            <p:cNvSpPr/>
            <p:nvPr/>
          </p:nvSpPr>
          <p:spPr>
            <a:xfrm>
              <a:off x="6217413" y="5918852"/>
              <a:ext cx="17489" cy="13941"/>
            </a:xfrm>
            <a:custGeom>
              <a:avLst/>
              <a:gdLst>
                <a:gd name="connsiteX0" fmla="*/ 17490 w 17489"/>
                <a:gd name="connsiteY0" fmla="*/ 6971 h 13941"/>
                <a:gd name="connsiteX1" fmla="*/ 8745 w 17489"/>
                <a:gd name="connsiteY1" fmla="*/ 13941 h 13941"/>
                <a:gd name="connsiteX2" fmla="*/ 0 w 17489"/>
                <a:gd name="connsiteY2" fmla="*/ 6971 h 13941"/>
                <a:gd name="connsiteX3" fmla="*/ 8745 w 17489"/>
                <a:gd name="connsiteY3" fmla="*/ 0 h 13941"/>
                <a:gd name="connsiteX4" fmla="*/ 17490 w 17489"/>
                <a:gd name="connsiteY4" fmla="*/ 6971 h 1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89" h="13941">
                  <a:moveTo>
                    <a:pt x="17490" y="6971"/>
                  </a:moveTo>
                  <a:cubicBezTo>
                    <a:pt x="17490" y="10773"/>
                    <a:pt x="13561" y="13941"/>
                    <a:pt x="8745" y="13941"/>
                  </a:cubicBezTo>
                  <a:cubicBezTo>
                    <a:pt x="3929" y="13941"/>
                    <a:pt x="0" y="10899"/>
                    <a:pt x="0" y="6971"/>
                  </a:cubicBezTo>
                  <a:cubicBezTo>
                    <a:pt x="0" y="3042"/>
                    <a:pt x="3929" y="0"/>
                    <a:pt x="8745" y="0"/>
                  </a:cubicBezTo>
                  <a:cubicBezTo>
                    <a:pt x="13561" y="0"/>
                    <a:pt x="17490" y="3168"/>
                    <a:pt x="17490" y="697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4" name="Freeform: Shape 1813">
              <a:extLst>
                <a:ext uri="{FF2B5EF4-FFF2-40B4-BE49-F238E27FC236}">
                  <a16:creationId xmlns:a16="http://schemas.microsoft.com/office/drawing/2014/main" id="{10E1D04E-1D08-B861-3C70-9BDA40706B38}"/>
                </a:ext>
              </a:extLst>
            </p:cNvPr>
            <p:cNvSpPr/>
            <p:nvPr/>
          </p:nvSpPr>
          <p:spPr>
            <a:xfrm>
              <a:off x="6085735" y="5918346"/>
              <a:ext cx="18757" cy="14954"/>
            </a:xfrm>
            <a:custGeom>
              <a:avLst/>
              <a:gdLst>
                <a:gd name="connsiteX0" fmla="*/ 18757 w 18757"/>
                <a:gd name="connsiteY0" fmla="*/ 7477 h 14954"/>
                <a:gd name="connsiteX1" fmla="*/ 9378 w 18757"/>
                <a:gd name="connsiteY1" fmla="*/ 14955 h 14954"/>
                <a:gd name="connsiteX2" fmla="*/ 0 w 18757"/>
                <a:gd name="connsiteY2" fmla="*/ 7477 h 14954"/>
                <a:gd name="connsiteX3" fmla="*/ 9378 w 18757"/>
                <a:gd name="connsiteY3" fmla="*/ 0 h 14954"/>
                <a:gd name="connsiteX4" fmla="*/ 18757 w 18757"/>
                <a:gd name="connsiteY4" fmla="*/ 7477 h 14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57" h="14954">
                  <a:moveTo>
                    <a:pt x="18757" y="7477"/>
                  </a:moveTo>
                  <a:cubicBezTo>
                    <a:pt x="18757" y="11533"/>
                    <a:pt x="14575" y="14955"/>
                    <a:pt x="9378" y="14955"/>
                  </a:cubicBezTo>
                  <a:cubicBezTo>
                    <a:pt x="4182" y="14955"/>
                    <a:pt x="0" y="11533"/>
                    <a:pt x="0" y="7477"/>
                  </a:cubicBezTo>
                  <a:cubicBezTo>
                    <a:pt x="0" y="3422"/>
                    <a:pt x="4182" y="0"/>
                    <a:pt x="9378" y="0"/>
                  </a:cubicBezTo>
                  <a:cubicBezTo>
                    <a:pt x="14575" y="0"/>
                    <a:pt x="18757" y="3295"/>
                    <a:pt x="18757" y="747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5" name="Freeform: Shape 1814">
              <a:extLst>
                <a:ext uri="{FF2B5EF4-FFF2-40B4-BE49-F238E27FC236}">
                  <a16:creationId xmlns:a16="http://schemas.microsoft.com/office/drawing/2014/main" id="{8A82C444-3420-0E72-17C1-EB0A0B507322}"/>
                </a:ext>
              </a:extLst>
            </p:cNvPr>
            <p:cNvSpPr/>
            <p:nvPr/>
          </p:nvSpPr>
          <p:spPr>
            <a:xfrm>
              <a:off x="5954183" y="5913656"/>
              <a:ext cx="19643" cy="15588"/>
            </a:xfrm>
            <a:custGeom>
              <a:avLst/>
              <a:gdLst>
                <a:gd name="connsiteX0" fmla="*/ 19644 w 19643"/>
                <a:gd name="connsiteY0" fmla="*/ 7731 h 15588"/>
                <a:gd name="connsiteX1" fmla="*/ 9885 w 19643"/>
                <a:gd name="connsiteY1" fmla="*/ 15589 h 15588"/>
                <a:gd name="connsiteX2" fmla="*/ 0 w 19643"/>
                <a:gd name="connsiteY2" fmla="*/ 7731 h 15588"/>
                <a:gd name="connsiteX3" fmla="*/ 9885 w 19643"/>
                <a:gd name="connsiteY3" fmla="*/ 0 h 15588"/>
                <a:gd name="connsiteX4" fmla="*/ 19644 w 19643"/>
                <a:gd name="connsiteY4" fmla="*/ 7731 h 1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43" h="15588">
                  <a:moveTo>
                    <a:pt x="19644" y="7731"/>
                  </a:moveTo>
                  <a:cubicBezTo>
                    <a:pt x="19644" y="12040"/>
                    <a:pt x="15208" y="15589"/>
                    <a:pt x="9885" y="15589"/>
                  </a:cubicBezTo>
                  <a:cubicBezTo>
                    <a:pt x="4563" y="15589"/>
                    <a:pt x="0" y="12040"/>
                    <a:pt x="0" y="7731"/>
                  </a:cubicBezTo>
                  <a:cubicBezTo>
                    <a:pt x="0" y="3422"/>
                    <a:pt x="4436" y="0"/>
                    <a:pt x="9885" y="0"/>
                  </a:cubicBezTo>
                  <a:cubicBezTo>
                    <a:pt x="15335" y="0"/>
                    <a:pt x="19644" y="3422"/>
                    <a:pt x="19644" y="773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6" name="Freeform: Shape 1815">
              <a:extLst>
                <a:ext uri="{FF2B5EF4-FFF2-40B4-BE49-F238E27FC236}">
                  <a16:creationId xmlns:a16="http://schemas.microsoft.com/office/drawing/2014/main" id="{FD1A65C5-72B9-0201-AE05-9EE3417E81FB}"/>
                </a:ext>
              </a:extLst>
            </p:cNvPr>
            <p:cNvSpPr/>
            <p:nvPr/>
          </p:nvSpPr>
          <p:spPr>
            <a:xfrm>
              <a:off x="5823265" y="5904658"/>
              <a:ext cx="20404" cy="16222"/>
            </a:xfrm>
            <a:custGeom>
              <a:avLst/>
              <a:gdLst>
                <a:gd name="connsiteX0" fmla="*/ 20404 w 20404"/>
                <a:gd name="connsiteY0" fmla="*/ 8111 h 16222"/>
                <a:gd name="connsiteX1" fmla="*/ 10266 w 20404"/>
                <a:gd name="connsiteY1" fmla="*/ 16222 h 16222"/>
                <a:gd name="connsiteX2" fmla="*/ 0 w 20404"/>
                <a:gd name="connsiteY2" fmla="*/ 8111 h 16222"/>
                <a:gd name="connsiteX3" fmla="*/ 10266 w 20404"/>
                <a:gd name="connsiteY3" fmla="*/ 0 h 16222"/>
                <a:gd name="connsiteX4" fmla="*/ 20404 w 20404"/>
                <a:gd name="connsiteY4" fmla="*/ 8111 h 1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04" h="16222">
                  <a:moveTo>
                    <a:pt x="20404" y="8111"/>
                  </a:moveTo>
                  <a:cubicBezTo>
                    <a:pt x="20404" y="12547"/>
                    <a:pt x="15842" y="16222"/>
                    <a:pt x="10266" y="16222"/>
                  </a:cubicBezTo>
                  <a:cubicBezTo>
                    <a:pt x="4689" y="16222"/>
                    <a:pt x="0" y="12674"/>
                    <a:pt x="0" y="8111"/>
                  </a:cubicBezTo>
                  <a:cubicBezTo>
                    <a:pt x="0" y="3549"/>
                    <a:pt x="4562" y="0"/>
                    <a:pt x="10266" y="0"/>
                  </a:cubicBezTo>
                  <a:cubicBezTo>
                    <a:pt x="15968" y="0"/>
                    <a:pt x="20404" y="3549"/>
                    <a:pt x="20404" y="811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7" name="Freeform: Shape 1816">
              <a:extLst>
                <a:ext uri="{FF2B5EF4-FFF2-40B4-BE49-F238E27FC236}">
                  <a16:creationId xmlns:a16="http://schemas.microsoft.com/office/drawing/2014/main" id="{B95E5126-B79F-4BA5-B7DD-0DFB9F6B07DA}"/>
                </a:ext>
              </a:extLst>
            </p:cNvPr>
            <p:cNvSpPr/>
            <p:nvPr/>
          </p:nvSpPr>
          <p:spPr>
            <a:xfrm>
              <a:off x="5693107" y="5891604"/>
              <a:ext cx="20404" cy="16222"/>
            </a:xfrm>
            <a:custGeom>
              <a:avLst/>
              <a:gdLst>
                <a:gd name="connsiteX0" fmla="*/ 20405 w 20404"/>
                <a:gd name="connsiteY0" fmla="*/ 8111 h 16222"/>
                <a:gd name="connsiteX1" fmla="*/ 10139 w 20404"/>
                <a:gd name="connsiteY1" fmla="*/ 16222 h 16222"/>
                <a:gd name="connsiteX2" fmla="*/ 0 w 20404"/>
                <a:gd name="connsiteY2" fmla="*/ 8111 h 16222"/>
                <a:gd name="connsiteX3" fmla="*/ 10139 w 20404"/>
                <a:gd name="connsiteY3" fmla="*/ 0 h 16222"/>
                <a:gd name="connsiteX4" fmla="*/ 20405 w 20404"/>
                <a:gd name="connsiteY4" fmla="*/ 8111 h 1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04" h="16222">
                  <a:moveTo>
                    <a:pt x="20405" y="8111"/>
                  </a:moveTo>
                  <a:cubicBezTo>
                    <a:pt x="20405" y="12547"/>
                    <a:pt x="15842" y="16222"/>
                    <a:pt x="10139" y="16222"/>
                  </a:cubicBezTo>
                  <a:cubicBezTo>
                    <a:pt x="4436" y="16222"/>
                    <a:pt x="0" y="12674"/>
                    <a:pt x="0" y="8111"/>
                  </a:cubicBezTo>
                  <a:cubicBezTo>
                    <a:pt x="0" y="3549"/>
                    <a:pt x="4563" y="0"/>
                    <a:pt x="10139" y="0"/>
                  </a:cubicBezTo>
                  <a:cubicBezTo>
                    <a:pt x="15716" y="0"/>
                    <a:pt x="20405" y="3549"/>
                    <a:pt x="20405" y="811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8" name="Freeform: Shape 1817">
              <a:extLst>
                <a:ext uri="{FF2B5EF4-FFF2-40B4-BE49-F238E27FC236}">
                  <a16:creationId xmlns:a16="http://schemas.microsoft.com/office/drawing/2014/main" id="{CFA15C3C-C1D4-4F77-89E4-612259186641}"/>
                </a:ext>
              </a:extLst>
            </p:cNvPr>
            <p:cNvSpPr/>
            <p:nvPr/>
          </p:nvSpPr>
          <p:spPr>
            <a:xfrm>
              <a:off x="5563329" y="5873988"/>
              <a:ext cx="21291" cy="16728"/>
            </a:xfrm>
            <a:custGeom>
              <a:avLst/>
              <a:gdLst>
                <a:gd name="connsiteX0" fmla="*/ 21292 w 21291"/>
                <a:gd name="connsiteY0" fmla="*/ 8364 h 16728"/>
                <a:gd name="connsiteX1" fmla="*/ 10646 w 21291"/>
                <a:gd name="connsiteY1" fmla="*/ 16729 h 16728"/>
                <a:gd name="connsiteX2" fmla="*/ 0 w 21291"/>
                <a:gd name="connsiteY2" fmla="*/ 8364 h 16728"/>
                <a:gd name="connsiteX3" fmla="*/ 10646 w 21291"/>
                <a:gd name="connsiteY3" fmla="*/ 0 h 16728"/>
                <a:gd name="connsiteX4" fmla="*/ 21292 w 21291"/>
                <a:gd name="connsiteY4" fmla="*/ 8364 h 16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291" h="16728">
                  <a:moveTo>
                    <a:pt x="21292" y="8364"/>
                  </a:moveTo>
                  <a:cubicBezTo>
                    <a:pt x="21292" y="13054"/>
                    <a:pt x="16602" y="16729"/>
                    <a:pt x="10646" y="16729"/>
                  </a:cubicBezTo>
                  <a:cubicBezTo>
                    <a:pt x="4689" y="16729"/>
                    <a:pt x="0" y="12927"/>
                    <a:pt x="0" y="8364"/>
                  </a:cubicBezTo>
                  <a:cubicBezTo>
                    <a:pt x="0" y="3802"/>
                    <a:pt x="4689" y="0"/>
                    <a:pt x="10646" y="0"/>
                  </a:cubicBezTo>
                  <a:cubicBezTo>
                    <a:pt x="16602" y="0"/>
                    <a:pt x="21292" y="3802"/>
                    <a:pt x="21292" y="836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9" name="Freeform: Shape 1818">
              <a:extLst>
                <a:ext uri="{FF2B5EF4-FFF2-40B4-BE49-F238E27FC236}">
                  <a16:creationId xmlns:a16="http://schemas.microsoft.com/office/drawing/2014/main" id="{A40547B4-E390-D9F6-042C-9FB28F694342}"/>
                </a:ext>
              </a:extLst>
            </p:cNvPr>
            <p:cNvSpPr/>
            <p:nvPr/>
          </p:nvSpPr>
          <p:spPr>
            <a:xfrm>
              <a:off x="5434946" y="5852190"/>
              <a:ext cx="21798" cy="17235"/>
            </a:xfrm>
            <a:custGeom>
              <a:avLst/>
              <a:gdLst>
                <a:gd name="connsiteX0" fmla="*/ 21799 w 21798"/>
                <a:gd name="connsiteY0" fmla="*/ 8618 h 17235"/>
                <a:gd name="connsiteX1" fmla="*/ 10899 w 21798"/>
                <a:gd name="connsiteY1" fmla="*/ 17236 h 17235"/>
                <a:gd name="connsiteX2" fmla="*/ 0 w 21798"/>
                <a:gd name="connsiteY2" fmla="*/ 8618 h 17235"/>
                <a:gd name="connsiteX3" fmla="*/ 10899 w 21798"/>
                <a:gd name="connsiteY3" fmla="*/ 0 h 17235"/>
                <a:gd name="connsiteX4" fmla="*/ 21799 w 21798"/>
                <a:gd name="connsiteY4" fmla="*/ 8618 h 17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798" h="17235">
                  <a:moveTo>
                    <a:pt x="21799" y="8618"/>
                  </a:moveTo>
                  <a:cubicBezTo>
                    <a:pt x="21799" y="13434"/>
                    <a:pt x="16983" y="17236"/>
                    <a:pt x="10899" y="17236"/>
                  </a:cubicBezTo>
                  <a:cubicBezTo>
                    <a:pt x="4816" y="17236"/>
                    <a:pt x="0" y="13434"/>
                    <a:pt x="0" y="8618"/>
                  </a:cubicBezTo>
                  <a:cubicBezTo>
                    <a:pt x="0" y="3802"/>
                    <a:pt x="4816" y="0"/>
                    <a:pt x="10899" y="0"/>
                  </a:cubicBezTo>
                  <a:cubicBezTo>
                    <a:pt x="16983" y="0"/>
                    <a:pt x="21799" y="3929"/>
                    <a:pt x="21799" y="86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0" name="Freeform: Shape 1819">
              <a:extLst>
                <a:ext uri="{FF2B5EF4-FFF2-40B4-BE49-F238E27FC236}">
                  <a16:creationId xmlns:a16="http://schemas.microsoft.com/office/drawing/2014/main" id="{31DE0553-5A19-0A5A-9EDB-BEEC0C035C19}"/>
                </a:ext>
              </a:extLst>
            </p:cNvPr>
            <p:cNvSpPr/>
            <p:nvPr/>
          </p:nvSpPr>
          <p:spPr>
            <a:xfrm>
              <a:off x="5307576" y="5825955"/>
              <a:ext cx="22558" cy="17869"/>
            </a:xfrm>
            <a:custGeom>
              <a:avLst/>
              <a:gdLst>
                <a:gd name="connsiteX0" fmla="*/ 22559 w 22558"/>
                <a:gd name="connsiteY0" fmla="*/ 8998 h 17869"/>
                <a:gd name="connsiteX1" fmla="*/ 11279 w 22558"/>
                <a:gd name="connsiteY1" fmla="*/ 17870 h 17869"/>
                <a:gd name="connsiteX2" fmla="*/ 0 w 22558"/>
                <a:gd name="connsiteY2" fmla="*/ 8998 h 17869"/>
                <a:gd name="connsiteX3" fmla="*/ 11279 w 22558"/>
                <a:gd name="connsiteY3" fmla="*/ 0 h 17869"/>
                <a:gd name="connsiteX4" fmla="*/ 22559 w 22558"/>
                <a:gd name="connsiteY4" fmla="*/ 8998 h 1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8" h="17869">
                  <a:moveTo>
                    <a:pt x="22559" y="8998"/>
                  </a:moveTo>
                  <a:cubicBezTo>
                    <a:pt x="22559" y="13941"/>
                    <a:pt x="17490" y="17870"/>
                    <a:pt x="11279" y="17870"/>
                  </a:cubicBezTo>
                  <a:cubicBezTo>
                    <a:pt x="5069" y="17870"/>
                    <a:pt x="0" y="13814"/>
                    <a:pt x="0" y="8998"/>
                  </a:cubicBezTo>
                  <a:cubicBezTo>
                    <a:pt x="0" y="4182"/>
                    <a:pt x="5069" y="0"/>
                    <a:pt x="11279" y="0"/>
                  </a:cubicBezTo>
                  <a:cubicBezTo>
                    <a:pt x="17490" y="0"/>
                    <a:pt x="22559" y="4056"/>
                    <a:pt x="22559" y="89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1" name="Freeform: Shape 1820">
              <a:extLst>
                <a:ext uri="{FF2B5EF4-FFF2-40B4-BE49-F238E27FC236}">
                  <a16:creationId xmlns:a16="http://schemas.microsoft.com/office/drawing/2014/main" id="{53A38BAF-D695-5B09-8153-D063E4530FEE}"/>
                </a:ext>
              </a:extLst>
            </p:cNvPr>
            <p:cNvSpPr/>
            <p:nvPr/>
          </p:nvSpPr>
          <p:spPr>
            <a:xfrm>
              <a:off x="5182108" y="5795792"/>
              <a:ext cx="22558" cy="17869"/>
            </a:xfrm>
            <a:custGeom>
              <a:avLst/>
              <a:gdLst>
                <a:gd name="connsiteX0" fmla="*/ 22559 w 22558"/>
                <a:gd name="connsiteY0" fmla="*/ 8998 h 17869"/>
                <a:gd name="connsiteX1" fmla="*/ 11279 w 22558"/>
                <a:gd name="connsiteY1" fmla="*/ 17870 h 17869"/>
                <a:gd name="connsiteX2" fmla="*/ 0 w 22558"/>
                <a:gd name="connsiteY2" fmla="*/ 8998 h 17869"/>
                <a:gd name="connsiteX3" fmla="*/ 11279 w 22558"/>
                <a:gd name="connsiteY3" fmla="*/ 0 h 17869"/>
                <a:gd name="connsiteX4" fmla="*/ 22559 w 22558"/>
                <a:gd name="connsiteY4" fmla="*/ 8998 h 1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8" h="17869">
                  <a:moveTo>
                    <a:pt x="22559" y="8998"/>
                  </a:moveTo>
                  <a:cubicBezTo>
                    <a:pt x="22559" y="13941"/>
                    <a:pt x="17489" y="17870"/>
                    <a:pt x="11279" y="17870"/>
                  </a:cubicBezTo>
                  <a:cubicBezTo>
                    <a:pt x="5069" y="17870"/>
                    <a:pt x="0" y="13814"/>
                    <a:pt x="0" y="8998"/>
                  </a:cubicBezTo>
                  <a:cubicBezTo>
                    <a:pt x="0" y="4182"/>
                    <a:pt x="5069" y="0"/>
                    <a:pt x="11279" y="0"/>
                  </a:cubicBezTo>
                  <a:cubicBezTo>
                    <a:pt x="17489" y="0"/>
                    <a:pt x="22559" y="4056"/>
                    <a:pt x="22559" y="89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2" name="Freeform: Shape 1821">
              <a:extLst>
                <a:ext uri="{FF2B5EF4-FFF2-40B4-BE49-F238E27FC236}">
                  <a16:creationId xmlns:a16="http://schemas.microsoft.com/office/drawing/2014/main" id="{775C462B-415F-512F-4C1C-E054F15E133C}"/>
                </a:ext>
              </a:extLst>
            </p:cNvPr>
            <p:cNvSpPr/>
            <p:nvPr/>
          </p:nvSpPr>
          <p:spPr>
            <a:xfrm>
              <a:off x="5057906" y="5761320"/>
              <a:ext cx="23319" cy="18503"/>
            </a:xfrm>
            <a:custGeom>
              <a:avLst/>
              <a:gdLst>
                <a:gd name="connsiteX0" fmla="*/ 23319 w 23319"/>
                <a:gd name="connsiteY0" fmla="*/ 9252 h 18503"/>
                <a:gd name="connsiteX1" fmla="*/ 11660 w 23319"/>
                <a:gd name="connsiteY1" fmla="*/ 18503 h 18503"/>
                <a:gd name="connsiteX2" fmla="*/ 0 w 23319"/>
                <a:gd name="connsiteY2" fmla="*/ 9252 h 18503"/>
                <a:gd name="connsiteX3" fmla="*/ 11660 w 23319"/>
                <a:gd name="connsiteY3" fmla="*/ 0 h 18503"/>
                <a:gd name="connsiteX4" fmla="*/ 23319 w 23319"/>
                <a:gd name="connsiteY4" fmla="*/ 9252 h 18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319" h="18503">
                  <a:moveTo>
                    <a:pt x="23319" y="9252"/>
                  </a:moveTo>
                  <a:cubicBezTo>
                    <a:pt x="23319" y="14448"/>
                    <a:pt x="18123" y="18503"/>
                    <a:pt x="11660" y="18503"/>
                  </a:cubicBezTo>
                  <a:cubicBezTo>
                    <a:pt x="5196" y="18503"/>
                    <a:pt x="0" y="14321"/>
                    <a:pt x="0" y="9252"/>
                  </a:cubicBezTo>
                  <a:cubicBezTo>
                    <a:pt x="0" y="4182"/>
                    <a:pt x="5196" y="0"/>
                    <a:pt x="11660" y="0"/>
                  </a:cubicBezTo>
                  <a:cubicBezTo>
                    <a:pt x="18123" y="0"/>
                    <a:pt x="23319" y="4182"/>
                    <a:pt x="23319" y="925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3" name="Freeform: Shape 1822">
              <a:extLst>
                <a:ext uri="{FF2B5EF4-FFF2-40B4-BE49-F238E27FC236}">
                  <a16:creationId xmlns:a16="http://schemas.microsoft.com/office/drawing/2014/main" id="{DCD4996B-5B3F-3F35-8C4E-D3EC6BB9D5EC}"/>
                </a:ext>
              </a:extLst>
            </p:cNvPr>
            <p:cNvSpPr/>
            <p:nvPr/>
          </p:nvSpPr>
          <p:spPr>
            <a:xfrm>
              <a:off x="4935606" y="5722792"/>
              <a:ext cx="23952" cy="19010"/>
            </a:xfrm>
            <a:custGeom>
              <a:avLst/>
              <a:gdLst>
                <a:gd name="connsiteX0" fmla="*/ 23953 w 23952"/>
                <a:gd name="connsiteY0" fmla="*/ 9505 h 19010"/>
                <a:gd name="connsiteX1" fmla="*/ 12040 w 23952"/>
                <a:gd name="connsiteY1" fmla="*/ 19010 h 19010"/>
                <a:gd name="connsiteX2" fmla="*/ 0 w 23952"/>
                <a:gd name="connsiteY2" fmla="*/ 9505 h 19010"/>
                <a:gd name="connsiteX3" fmla="*/ 12040 w 23952"/>
                <a:gd name="connsiteY3" fmla="*/ 0 h 19010"/>
                <a:gd name="connsiteX4" fmla="*/ 23953 w 23952"/>
                <a:gd name="connsiteY4" fmla="*/ 9505 h 19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52" h="19010">
                  <a:moveTo>
                    <a:pt x="23953" y="9505"/>
                  </a:moveTo>
                  <a:cubicBezTo>
                    <a:pt x="23953" y="14701"/>
                    <a:pt x="18630" y="19010"/>
                    <a:pt x="12040" y="19010"/>
                  </a:cubicBezTo>
                  <a:cubicBezTo>
                    <a:pt x="5450" y="19010"/>
                    <a:pt x="0" y="14701"/>
                    <a:pt x="0" y="9505"/>
                  </a:cubicBezTo>
                  <a:cubicBezTo>
                    <a:pt x="0" y="4309"/>
                    <a:pt x="5323" y="0"/>
                    <a:pt x="12040" y="0"/>
                  </a:cubicBezTo>
                  <a:cubicBezTo>
                    <a:pt x="18757" y="0"/>
                    <a:pt x="23953" y="4309"/>
                    <a:pt x="23953" y="950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4" name="Freeform: Shape 1823">
              <a:extLst>
                <a:ext uri="{FF2B5EF4-FFF2-40B4-BE49-F238E27FC236}">
                  <a16:creationId xmlns:a16="http://schemas.microsoft.com/office/drawing/2014/main" id="{E777E531-BCDD-F2EE-2DE3-CCD13CCEFE46}"/>
                </a:ext>
              </a:extLst>
            </p:cNvPr>
            <p:cNvSpPr/>
            <p:nvPr/>
          </p:nvSpPr>
          <p:spPr>
            <a:xfrm>
              <a:off x="4815714" y="5680589"/>
              <a:ext cx="24079" cy="19010"/>
            </a:xfrm>
            <a:custGeom>
              <a:avLst/>
              <a:gdLst>
                <a:gd name="connsiteX0" fmla="*/ 24080 w 24079"/>
                <a:gd name="connsiteY0" fmla="*/ 9505 h 19010"/>
                <a:gd name="connsiteX1" fmla="*/ 12040 w 24079"/>
                <a:gd name="connsiteY1" fmla="*/ 19010 h 19010"/>
                <a:gd name="connsiteX2" fmla="*/ 0 w 24079"/>
                <a:gd name="connsiteY2" fmla="*/ 9505 h 19010"/>
                <a:gd name="connsiteX3" fmla="*/ 12040 w 24079"/>
                <a:gd name="connsiteY3" fmla="*/ 0 h 19010"/>
                <a:gd name="connsiteX4" fmla="*/ 24080 w 24079"/>
                <a:gd name="connsiteY4" fmla="*/ 9505 h 19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79" h="19010">
                  <a:moveTo>
                    <a:pt x="24080" y="9505"/>
                  </a:moveTo>
                  <a:cubicBezTo>
                    <a:pt x="24080" y="14701"/>
                    <a:pt x="18757" y="19010"/>
                    <a:pt x="12040" y="19010"/>
                  </a:cubicBezTo>
                  <a:cubicBezTo>
                    <a:pt x="5323" y="19010"/>
                    <a:pt x="0" y="14701"/>
                    <a:pt x="0" y="9505"/>
                  </a:cubicBezTo>
                  <a:cubicBezTo>
                    <a:pt x="0" y="4309"/>
                    <a:pt x="5323" y="0"/>
                    <a:pt x="12040" y="0"/>
                  </a:cubicBezTo>
                  <a:cubicBezTo>
                    <a:pt x="18757" y="0"/>
                    <a:pt x="24080" y="4182"/>
                    <a:pt x="24080" y="950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5" name="Freeform: Shape 1824">
              <a:extLst>
                <a:ext uri="{FF2B5EF4-FFF2-40B4-BE49-F238E27FC236}">
                  <a16:creationId xmlns:a16="http://schemas.microsoft.com/office/drawing/2014/main" id="{316F811D-53F9-B60A-0009-F159BEC66B8F}"/>
                </a:ext>
              </a:extLst>
            </p:cNvPr>
            <p:cNvSpPr/>
            <p:nvPr/>
          </p:nvSpPr>
          <p:spPr>
            <a:xfrm>
              <a:off x="4698103" y="5633950"/>
              <a:ext cx="24713" cy="19770"/>
            </a:xfrm>
            <a:custGeom>
              <a:avLst/>
              <a:gdLst>
                <a:gd name="connsiteX0" fmla="*/ 24713 w 24713"/>
                <a:gd name="connsiteY0" fmla="*/ 9885 h 19770"/>
                <a:gd name="connsiteX1" fmla="*/ 12420 w 24713"/>
                <a:gd name="connsiteY1" fmla="*/ 19771 h 19770"/>
                <a:gd name="connsiteX2" fmla="*/ 0 w 24713"/>
                <a:gd name="connsiteY2" fmla="*/ 9885 h 19770"/>
                <a:gd name="connsiteX3" fmla="*/ 12420 w 24713"/>
                <a:gd name="connsiteY3" fmla="*/ 0 h 19770"/>
                <a:gd name="connsiteX4" fmla="*/ 24713 w 24713"/>
                <a:gd name="connsiteY4" fmla="*/ 9885 h 19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713" h="19770">
                  <a:moveTo>
                    <a:pt x="24713" y="9885"/>
                  </a:moveTo>
                  <a:cubicBezTo>
                    <a:pt x="24713" y="15335"/>
                    <a:pt x="19137" y="19771"/>
                    <a:pt x="12420" y="19771"/>
                  </a:cubicBezTo>
                  <a:cubicBezTo>
                    <a:pt x="5703" y="19771"/>
                    <a:pt x="0" y="15335"/>
                    <a:pt x="0" y="9885"/>
                  </a:cubicBezTo>
                  <a:cubicBezTo>
                    <a:pt x="0" y="4435"/>
                    <a:pt x="5576" y="0"/>
                    <a:pt x="12420" y="0"/>
                  </a:cubicBezTo>
                  <a:cubicBezTo>
                    <a:pt x="19264" y="0"/>
                    <a:pt x="24713" y="4435"/>
                    <a:pt x="24713" y="988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6" name="Freeform: Shape 1825">
              <a:extLst>
                <a:ext uri="{FF2B5EF4-FFF2-40B4-BE49-F238E27FC236}">
                  <a16:creationId xmlns:a16="http://schemas.microsoft.com/office/drawing/2014/main" id="{6FBDE18F-173B-C219-8C00-CBF48905050B}"/>
                </a:ext>
              </a:extLst>
            </p:cNvPr>
            <p:cNvSpPr/>
            <p:nvPr/>
          </p:nvSpPr>
          <p:spPr>
            <a:xfrm>
              <a:off x="4583407" y="5584270"/>
              <a:ext cx="24079" cy="19010"/>
            </a:xfrm>
            <a:custGeom>
              <a:avLst/>
              <a:gdLst>
                <a:gd name="connsiteX0" fmla="*/ 24080 w 24079"/>
                <a:gd name="connsiteY0" fmla="*/ 9505 h 19010"/>
                <a:gd name="connsiteX1" fmla="*/ 12040 w 24079"/>
                <a:gd name="connsiteY1" fmla="*/ 19010 h 19010"/>
                <a:gd name="connsiteX2" fmla="*/ 0 w 24079"/>
                <a:gd name="connsiteY2" fmla="*/ 9505 h 19010"/>
                <a:gd name="connsiteX3" fmla="*/ 12040 w 24079"/>
                <a:gd name="connsiteY3" fmla="*/ 0 h 19010"/>
                <a:gd name="connsiteX4" fmla="*/ 24080 w 24079"/>
                <a:gd name="connsiteY4" fmla="*/ 9505 h 19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79" h="19010">
                  <a:moveTo>
                    <a:pt x="24080" y="9505"/>
                  </a:moveTo>
                  <a:cubicBezTo>
                    <a:pt x="24080" y="14701"/>
                    <a:pt x="18757" y="19010"/>
                    <a:pt x="12040" y="19010"/>
                  </a:cubicBezTo>
                  <a:cubicBezTo>
                    <a:pt x="5323" y="19010"/>
                    <a:pt x="0" y="14701"/>
                    <a:pt x="0" y="9505"/>
                  </a:cubicBezTo>
                  <a:cubicBezTo>
                    <a:pt x="0" y="4309"/>
                    <a:pt x="5323" y="0"/>
                    <a:pt x="12040" y="0"/>
                  </a:cubicBezTo>
                  <a:cubicBezTo>
                    <a:pt x="18757" y="0"/>
                    <a:pt x="24080" y="4309"/>
                    <a:pt x="24080" y="950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7" name="Freeform: Shape 1826">
              <a:extLst>
                <a:ext uri="{FF2B5EF4-FFF2-40B4-BE49-F238E27FC236}">
                  <a16:creationId xmlns:a16="http://schemas.microsoft.com/office/drawing/2014/main" id="{76AD7750-DB98-5F9C-8536-5A4D2A902401}"/>
                </a:ext>
              </a:extLst>
            </p:cNvPr>
            <p:cNvSpPr/>
            <p:nvPr/>
          </p:nvSpPr>
          <p:spPr>
            <a:xfrm>
              <a:off x="4470992" y="5530027"/>
              <a:ext cx="24840" cy="19643"/>
            </a:xfrm>
            <a:custGeom>
              <a:avLst/>
              <a:gdLst>
                <a:gd name="connsiteX0" fmla="*/ 24840 w 24840"/>
                <a:gd name="connsiteY0" fmla="*/ 9759 h 19643"/>
                <a:gd name="connsiteX1" fmla="*/ 12420 w 24840"/>
                <a:gd name="connsiteY1" fmla="*/ 19644 h 19643"/>
                <a:gd name="connsiteX2" fmla="*/ 0 w 24840"/>
                <a:gd name="connsiteY2" fmla="*/ 9759 h 19643"/>
                <a:gd name="connsiteX3" fmla="*/ 12420 w 24840"/>
                <a:gd name="connsiteY3" fmla="*/ 0 h 19643"/>
                <a:gd name="connsiteX4" fmla="*/ 24840 w 24840"/>
                <a:gd name="connsiteY4" fmla="*/ 9759 h 19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840" h="19643">
                  <a:moveTo>
                    <a:pt x="24840" y="9759"/>
                  </a:moveTo>
                  <a:cubicBezTo>
                    <a:pt x="24840" y="15208"/>
                    <a:pt x="19264" y="19644"/>
                    <a:pt x="12420" y="19644"/>
                  </a:cubicBezTo>
                  <a:cubicBezTo>
                    <a:pt x="5576" y="19644"/>
                    <a:pt x="0" y="15208"/>
                    <a:pt x="0" y="9759"/>
                  </a:cubicBezTo>
                  <a:cubicBezTo>
                    <a:pt x="0" y="4309"/>
                    <a:pt x="5576" y="0"/>
                    <a:pt x="12420" y="0"/>
                  </a:cubicBezTo>
                  <a:cubicBezTo>
                    <a:pt x="19264" y="0"/>
                    <a:pt x="24840" y="4436"/>
                    <a:pt x="24840" y="975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8" name="Freeform: Shape 1827">
              <a:extLst>
                <a:ext uri="{FF2B5EF4-FFF2-40B4-BE49-F238E27FC236}">
                  <a16:creationId xmlns:a16="http://schemas.microsoft.com/office/drawing/2014/main" id="{6D4D49AD-6D47-5AD7-C161-1361787B089E}"/>
                </a:ext>
              </a:extLst>
            </p:cNvPr>
            <p:cNvSpPr/>
            <p:nvPr/>
          </p:nvSpPr>
          <p:spPr>
            <a:xfrm>
              <a:off x="4361872" y="5472488"/>
              <a:ext cx="24713" cy="19644"/>
            </a:xfrm>
            <a:custGeom>
              <a:avLst/>
              <a:gdLst>
                <a:gd name="connsiteX0" fmla="*/ 24713 w 24713"/>
                <a:gd name="connsiteY0" fmla="*/ 9759 h 19644"/>
                <a:gd name="connsiteX1" fmla="*/ 12420 w 24713"/>
                <a:gd name="connsiteY1" fmla="*/ 19644 h 19644"/>
                <a:gd name="connsiteX2" fmla="*/ 0 w 24713"/>
                <a:gd name="connsiteY2" fmla="*/ 9759 h 19644"/>
                <a:gd name="connsiteX3" fmla="*/ 12420 w 24713"/>
                <a:gd name="connsiteY3" fmla="*/ 0 h 19644"/>
                <a:gd name="connsiteX4" fmla="*/ 24713 w 24713"/>
                <a:gd name="connsiteY4" fmla="*/ 9759 h 19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713" h="19644">
                  <a:moveTo>
                    <a:pt x="24713" y="9759"/>
                  </a:moveTo>
                  <a:cubicBezTo>
                    <a:pt x="24713" y="15208"/>
                    <a:pt x="19137" y="19644"/>
                    <a:pt x="12420" y="19644"/>
                  </a:cubicBezTo>
                  <a:cubicBezTo>
                    <a:pt x="5703" y="19644"/>
                    <a:pt x="0" y="15208"/>
                    <a:pt x="0" y="9759"/>
                  </a:cubicBezTo>
                  <a:cubicBezTo>
                    <a:pt x="0" y="4309"/>
                    <a:pt x="5576" y="0"/>
                    <a:pt x="12420" y="0"/>
                  </a:cubicBezTo>
                  <a:cubicBezTo>
                    <a:pt x="19264" y="0"/>
                    <a:pt x="24713" y="4436"/>
                    <a:pt x="24713" y="975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9" name="Freeform: Shape 1828">
              <a:extLst>
                <a:ext uri="{FF2B5EF4-FFF2-40B4-BE49-F238E27FC236}">
                  <a16:creationId xmlns:a16="http://schemas.microsoft.com/office/drawing/2014/main" id="{5B11F3FF-13A8-FB07-AC4A-40B2A2119108}"/>
                </a:ext>
              </a:extLst>
            </p:cNvPr>
            <p:cNvSpPr/>
            <p:nvPr/>
          </p:nvSpPr>
          <p:spPr>
            <a:xfrm>
              <a:off x="4255287" y="5411022"/>
              <a:ext cx="25600" cy="20277"/>
            </a:xfrm>
            <a:custGeom>
              <a:avLst/>
              <a:gdLst>
                <a:gd name="connsiteX0" fmla="*/ 25601 w 25600"/>
                <a:gd name="connsiteY0" fmla="*/ 10139 h 20277"/>
                <a:gd name="connsiteX1" fmla="*/ 12800 w 25600"/>
                <a:gd name="connsiteY1" fmla="*/ 20277 h 20277"/>
                <a:gd name="connsiteX2" fmla="*/ 0 w 25600"/>
                <a:gd name="connsiteY2" fmla="*/ 10139 h 20277"/>
                <a:gd name="connsiteX3" fmla="*/ 12800 w 25600"/>
                <a:gd name="connsiteY3" fmla="*/ 0 h 20277"/>
                <a:gd name="connsiteX4" fmla="*/ 25601 w 25600"/>
                <a:gd name="connsiteY4" fmla="*/ 10139 h 2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00" h="20277">
                  <a:moveTo>
                    <a:pt x="25601" y="10139"/>
                  </a:moveTo>
                  <a:cubicBezTo>
                    <a:pt x="25601" y="15715"/>
                    <a:pt x="19897" y="20277"/>
                    <a:pt x="12800" y="20277"/>
                  </a:cubicBezTo>
                  <a:cubicBezTo>
                    <a:pt x="5703" y="20277"/>
                    <a:pt x="0" y="15715"/>
                    <a:pt x="0" y="10139"/>
                  </a:cubicBezTo>
                  <a:cubicBezTo>
                    <a:pt x="0" y="4562"/>
                    <a:pt x="5703" y="0"/>
                    <a:pt x="12800" y="0"/>
                  </a:cubicBezTo>
                  <a:cubicBezTo>
                    <a:pt x="19897" y="0"/>
                    <a:pt x="25601" y="4562"/>
                    <a:pt x="25601" y="1013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0" name="Freeform: Shape 1829">
              <a:extLst>
                <a:ext uri="{FF2B5EF4-FFF2-40B4-BE49-F238E27FC236}">
                  <a16:creationId xmlns:a16="http://schemas.microsoft.com/office/drawing/2014/main" id="{F4DC02E7-2017-C418-7BD1-854445E2A3D0}"/>
                </a:ext>
              </a:extLst>
            </p:cNvPr>
            <p:cNvSpPr/>
            <p:nvPr/>
          </p:nvSpPr>
          <p:spPr>
            <a:xfrm>
              <a:off x="4152504" y="5346513"/>
              <a:ext cx="25600" cy="20277"/>
            </a:xfrm>
            <a:custGeom>
              <a:avLst/>
              <a:gdLst>
                <a:gd name="connsiteX0" fmla="*/ 25601 w 25600"/>
                <a:gd name="connsiteY0" fmla="*/ 10139 h 20277"/>
                <a:gd name="connsiteX1" fmla="*/ 12800 w 25600"/>
                <a:gd name="connsiteY1" fmla="*/ 20278 h 20277"/>
                <a:gd name="connsiteX2" fmla="*/ 0 w 25600"/>
                <a:gd name="connsiteY2" fmla="*/ 10139 h 20277"/>
                <a:gd name="connsiteX3" fmla="*/ 12800 w 25600"/>
                <a:gd name="connsiteY3" fmla="*/ 0 h 20277"/>
                <a:gd name="connsiteX4" fmla="*/ 25601 w 25600"/>
                <a:gd name="connsiteY4" fmla="*/ 10139 h 2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00" h="20277">
                  <a:moveTo>
                    <a:pt x="25601" y="10139"/>
                  </a:moveTo>
                  <a:cubicBezTo>
                    <a:pt x="25601" y="15716"/>
                    <a:pt x="19898" y="20278"/>
                    <a:pt x="12800" y="20278"/>
                  </a:cubicBezTo>
                  <a:cubicBezTo>
                    <a:pt x="5703" y="20278"/>
                    <a:pt x="0" y="15716"/>
                    <a:pt x="0" y="10139"/>
                  </a:cubicBezTo>
                  <a:cubicBezTo>
                    <a:pt x="0" y="4563"/>
                    <a:pt x="5703" y="0"/>
                    <a:pt x="12800" y="0"/>
                  </a:cubicBezTo>
                  <a:cubicBezTo>
                    <a:pt x="19898" y="0"/>
                    <a:pt x="25601" y="4563"/>
                    <a:pt x="25601" y="1013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1" name="Freeform: Shape 1830">
              <a:extLst>
                <a:ext uri="{FF2B5EF4-FFF2-40B4-BE49-F238E27FC236}">
                  <a16:creationId xmlns:a16="http://schemas.microsoft.com/office/drawing/2014/main" id="{35014D9C-03F0-C683-F45B-E5E7D31706EC}"/>
                </a:ext>
              </a:extLst>
            </p:cNvPr>
            <p:cNvSpPr/>
            <p:nvPr/>
          </p:nvSpPr>
          <p:spPr>
            <a:xfrm>
              <a:off x="4053270" y="5278456"/>
              <a:ext cx="25600" cy="20277"/>
            </a:xfrm>
            <a:custGeom>
              <a:avLst/>
              <a:gdLst>
                <a:gd name="connsiteX0" fmla="*/ 25601 w 25600"/>
                <a:gd name="connsiteY0" fmla="*/ 10139 h 20277"/>
                <a:gd name="connsiteX1" fmla="*/ 12800 w 25600"/>
                <a:gd name="connsiteY1" fmla="*/ 20278 h 20277"/>
                <a:gd name="connsiteX2" fmla="*/ 0 w 25600"/>
                <a:gd name="connsiteY2" fmla="*/ 10139 h 20277"/>
                <a:gd name="connsiteX3" fmla="*/ 12800 w 25600"/>
                <a:gd name="connsiteY3" fmla="*/ 0 h 20277"/>
                <a:gd name="connsiteX4" fmla="*/ 25601 w 25600"/>
                <a:gd name="connsiteY4" fmla="*/ 10139 h 2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00" h="20277">
                  <a:moveTo>
                    <a:pt x="25601" y="10139"/>
                  </a:moveTo>
                  <a:cubicBezTo>
                    <a:pt x="25601" y="15716"/>
                    <a:pt x="19898" y="20278"/>
                    <a:pt x="12800" y="20278"/>
                  </a:cubicBezTo>
                  <a:cubicBezTo>
                    <a:pt x="5703" y="20278"/>
                    <a:pt x="0" y="15716"/>
                    <a:pt x="0" y="10139"/>
                  </a:cubicBezTo>
                  <a:cubicBezTo>
                    <a:pt x="0" y="4563"/>
                    <a:pt x="5703" y="0"/>
                    <a:pt x="12800" y="0"/>
                  </a:cubicBezTo>
                  <a:cubicBezTo>
                    <a:pt x="19898" y="0"/>
                    <a:pt x="25601" y="4563"/>
                    <a:pt x="25601" y="1013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2" name="Freeform: Shape 1831">
              <a:extLst>
                <a:ext uri="{FF2B5EF4-FFF2-40B4-BE49-F238E27FC236}">
                  <a16:creationId xmlns:a16="http://schemas.microsoft.com/office/drawing/2014/main" id="{FCB8D574-1B91-F8EC-79EF-221FD1EECFA8}"/>
                </a:ext>
              </a:extLst>
            </p:cNvPr>
            <p:cNvSpPr/>
            <p:nvPr/>
          </p:nvSpPr>
          <p:spPr>
            <a:xfrm>
              <a:off x="3957711" y="5207357"/>
              <a:ext cx="25600" cy="20277"/>
            </a:xfrm>
            <a:custGeom>
              <a:avLst/>
              <a:gdLst>
                <a:gd name="connsiteX0" fmla="*/ 25601 w 25600"/>
                <a:gd name="connsiteY0" fmla="*/ 10139 h 20277"/>
                <a:gd name="connsiteX1" fmla="*/ 12800 w 25600"/>
                <a:gd name="connsiteY1" fmla="*/ 20278 h 20277"/>
                <a:gd name="connsiteX2" fmla="*/ 0 w 25600"/>
                <a:gd name="connsiteY2" fmla="*/ 10139 h 20277"/>
                <a:gd name="connsiteX3" fmla="*/ 12800 w 25600"/>
                <a:gd name="connsiteY3" fmla="*/ 0 h 20277"/>
                <a:gd name="connsiteX4" fmla="*/ 25601 w 25600"/>
                <a:gd name="connsiteY4" fmla="*/ 10139 h 2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00" h="20277">
                  <a:moveTo>
                    <a:pt x="25601" y="10139"/>
                  </a:moveTo>
                  <a:cubicBezTo>
                    <a:pt x="25601" y="15715"/>
                    <a:pt x="19898" y="20278"/>
                    <a:pt x="12800" y="20278"/>
                  </a:cubicBezTo>
                  <a:cubicBezTo>
                    <a:pt x="5703" y="20278"/>
                    <a:pt x="0" y="15715"/>
                    <a:pt x="0" y="10139"/>
                  </a:cubicBezTo>
                  <a:cubicBezTo>
                    <a:pt x="0" y="4562"/>
                    <a:pt x="5703" y="0"/>
                    <a:pt x="12800" y="0"/>
                  </a:cubicBezTo>
                  <a:cubicBezTo>
                    <a:pt x="19898" y="0"/>
                    <a:pt x="25601" y="4562"/>
                    <a:pt x="25601" y="1013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3" name="Freeform: Shape 1832">
              <a:extLst>
                <a:ext uri="{FF2B5EF4-FFF2-40B4-BE49-F238E27FC236}">
                  <a16:creationId xmlns:a16="http://schemas.microsoft.com/office/drawing/2014/main" id="{C2B717B5-3D3E-5498-7070-D6D74E132568}"/>
                </a:ext>
              </a:extLst>
            </p:cNvPr>
            <p:cNvSpPr/>
            <p:nvPr/>
          </p:nvSpPr>
          <p:spPr>
            <a:xfrm>
              <a:off x="3866081" y="5133090"/>
              <a:ext cx="25474" cy="20277"/>
            </a:xfrm>
            <a:custGeom>
              <a:avLst/>
              <a:gdLst>
                <a:gd name="connsiteX0" fmla="*/ 25474 w 25474"/>
                <a:gd name="connsiteY0" fmla="*/ 10139 h 20277"/>
                <a:gd name="connsiteX1" fmla="*/ 12674 w 25474"/>
                <a:gd name="connsiteY1" fmla="*/ 20278 h 20277"/>
                <a:gd name="connsiteX2" fmla="*/ 0 w 25474"/>
                <a:gd name="connsiteY2" fmla="*/ 10139 h 20277"/>
                <a:gd name="connsiteX3" fmla="*/ 12674 w 25474"/>
                <a:gd name="connsiteY3" fmla="*/ 0 h 20277"/>
                <a:gd name="connsiteX4" fmla="*/ 25474 w 25474"/>
                <a:gd name="connsiteY4" fmla="*/ 10139 h 2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74" h="20277">
                  <a:moveTo>
                    <a:pt x="25474" y="10139"/>
                  </a:moveTo>
                  <a:cubicBezTo>
                    <a:pt x="25474" y="15716"/>
                    <a:pt x="19771" y="20278"/>
                    <a:pt x="12674" y="20278"/>
                  </a:cubicBezTo>
                  <a:cubicBezTo>
                    <a:pt x="5576" y="20278"/>
                    <a:pt x="0" y="15716"/>
                    <a:pt x="0" y="10139"/>
                  </a:cubicBezTo>
                  <a:cubicBezTo>
                    <a:pt x="0" y="4563"/>
                    <a:pt x="5703" y="0"/>
                    <a:pt x="12674" y="0"/>
                  </a:cubicBezTo>
                  <a:cubicBezTo>
                    <a:pt x="19644" y="0"/>
                    <a:pt x="25474" y="4563"/>
                    <a:pt x="25474" y="1013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4" name="Freeform: Shape 1833">
              <a:extLst>
                <a:ext uri="{FF2B5EF4-FFF2-40B4-BE49-F238E27FC236}">
                  <a16:creationId xmlns:a16="http://schemas.microsoft.com/office/drawing/2014/main" id="{F871572B-E636-B122-840B-F766C7FC4A79}"/>
                </a:ext>
              </a:extLst>
            </p:cNvPr>
            <p:cNvSpPr/>
            <p:nvPr/>
          </p:nvSpPr>
          <p:spPr>
            <a:xfrm>
              <a:off x="3778253" y="5055780"/>
              <a:ext cx="25600" cy="20277"/>
            </a:xfrm>
            <a:custGeom>
              <a:avLst/>
              <a:gdLst>
                <a:gd name="connsiteX0" fmla="*/ 25601 w 25600"/>
                <a:gd name="connsiteY0" fmla="*/ 10139 h 20277"/>
                <a:gd name="connsiteX1" fmla="*/ 12800 w 25600"/>
                <a:gd name="connsiteY1" fmla="*/ 20278 h 20277"/>
                <a:gd name="connsiteX2" fmla="*/ 0 w 25600"/>
                <a:gd name="connsiteY2" fmla="*/ 10139 h 20277"/>
                <a:gd name="connsiteX3" fmla="*/ 12800 w 25600"/>
                <a:gd name="connsiteY3" fmla="*/ 0 h 20277"/>
                <a:gd name="connsiteX4" fmla="*/ 25601 w 25600"/>
                <a:gd name="connsiteY4" fmla="*/ 10139 h 2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00" h="20277">
                  <a:moveTo>
                    <a:pt x="25601" y="10139"/>
                  </a:moveTo>
                  <a:cubicBezTo>
                    <a:pt x="25601" y="15716"/>
                    <a:pt x="19898" y="20278"/>
                    <a:pt x="12800" y="20278"/>
                  </a:cubicBezTo>
                  <a:cubicBezTo>
                    <a:pt x="5703" y="20278"/>
                    <a:pt x="0" y="15716"/>
                    <a:pt x="0" y="10139"/>
                  </a:cubicBezTo>
                  <a:cubicBezTo>
                    <a:pt x="0" y="4563"/>
                    <a:pt x="5703" y="0"/>
                    <a:pt x="12800" y="0"/>
                  </a:cubicBezTo>
                  <a:cubicBezTo>
                    <a:pt x="19898" y="0"/>
                    <a:pt x="25601" y="4563"/>
                    <a:pt x="25601" y="1013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5" name="Freeform: Shape 1834">
              <a:extLst>
                <a:ext uri="{FF2B5EF4-FFF2-40B4-BE49-F238E27FC236}">
                  <a16:creationId xmlns:a16="http://schemas.microsoft.com/office/drawing/2014/main" id="{510F2697-F7C9-1919-02B0-BC6B3CA046FE}"/>
                </a:ext>
              </a:extLst>
            </p:cNvPr>
            <p:cNvSpPr/>
            <p:nvPr/>
          </p:nvSpPr>
          <p:spPr>
            <a:xfrm>
              <a:off x="3694861" y="4975557"/>
              <a:ext cx="25473" cy="20277"/>
            </a:xfrm>
            <a:custGeom>
              <a:avLst/>
              <a:gdLst>
                <a:gd name="connsiteX0" fmla="*/ 25474 w 25473"/>
                <a:gd name="connsiteY0" fmla="*/ 10139 h 20277"/>
                <a:gd name="connsiteX1" fmla="*/ 12800 w 25473"/>
                <a:gd name="connsiteY1" fmla="*/ 20278 h 20277"/>
                <a:gd name="connsiteX2" fmla="*/ 0 w 25473"/>
                <a:gd name="connsiteY2" fmla="*/ 10139 h 20277"/>
                <a:gd name="connsiteX3" fmla="*/ 12800 w 25473"/>
                <a:gd name="connsiteY3" fmla="*/ 0 h 20277"/>
                <a:gd name="connsiteX4" fmla="*/ 25474 w 25473"/>
                <a:gd name="connsiteY4" fmla="*/ 10139 h 2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73" h="20277">
                  <a:moveTo>
                    <a:pt x="25474" y="10139"/>
                  </a:moveTo>
                  <a:cubicBezTo>
                    <a:pt x="25474" y="15715"/>
                    <a:pt x="19771" y="20278"/>
                    <a:pt x="12800" y="20278"/>
                  </a:cubicBezTo>
                  <a:cubicBezTo>
                    <a:pt x="5830" y="20278"/>
                    <a:pt x="0" y="15715"/>
                    <a:pt x="0" y="10139"/>
                  </a:cubicBezTo>
                  <a:cubicBezTo>
                    <a:pt x="0" y="4563"/>
                    <a:pt x="5703" y="0"/>
                    <a:pt x="12800" y="0"/>
                  </a:cubicBezTo>
                  <a:cubicBezTo>
                    <a:pt x="19897" y="0"/>
                    <a:pt x="25474" y="4563"/>
                    <a:pt x="25474" y="1013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6" name="Freeform: Shape 1835">
              <a:extLst>
                <a:ext uri="{FF2B5EF4-FFF2-40B4-BE49-F238E27FC236}">
                  <a16:creationId xmlns:a16="http://schemas.microsoft.com/office/drawing/2014/main" id="{9954EE8F-908E-360A-0E52-EC7BEF7F7197}"/>
                </a:ext>
              </a:extLst>
            </p:cNvPr>
            <p:cNvSpPr/>
            <p:nvPr/>
          </p:nvSpPr>
          <p:spPr>
            <a:xfrm>
              <a:off x="3615777" y="4893052"/>
              <a:ext cx="24840" cy="19644"/>
            </a:xfrm>
            <a:custGeom>
              <a:avLst/>
              <a:gdLst>
                <a:gd name="connsiteX0" fmla="*/ 24841 w 24840"/>
                <a:gd name="connsiteY0" fmla="*/ 9885 h 19644"/>
                <a:gd name="connsiteX1" fmla="*/ 12420 w 24840"/>
                <a:gd name="connsiteY1" fmla="*/ 19644 h 19644"/>
                <a:gd name="connsiteX2" fmla="*/ 0 w 24840"/>
                <a:gd name="connsiteY2" fmla="*/ 9885 h 19644"/>
                <a:gd name="connsiteX3" fmla="*/ 12420 w 24840"/>
                <a:gd name="connsiteY3" fmla="*/ 0 h 19644"/>
                <a:gd name="connsiteX4" fmla="*/ 24841 w 24840"/>
                <a:gd name="connsiteY4" fmla="*/ 9885 h 19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840" h="19644">
                  <a:moveTo>
                    <a:pt x="24841" y="9885"/>
                  </a:moveTo>
                  <a:cubicBezTo>
                    <a:pt x="24841" y="15335"/>
                    <a:pt x="19264" y="19644"/>
                    <a:pt x="12420" y="19644"/>
                  </a:cubicBezTo>
                  <a:cubicBezTo>
                    <a:pt x="5576" y="19644"/>
                    <a:pt x="0" y="15208"/>
                    <a:pt x="0" y="9885"/>
                  </a:cubicBezTo>
                  <a:cubicBezTo>
                    <a:pt x="0" y="4563"/>
                    <a:pt x="5576" y="0"/>
                    <a:pt x="12420" y="0"/>
                  </a:cubicBezTo>
                  <a:cubicBezTo>
                    <a:pt x="19264" y="0"/>
                    <a:pt x="24841" y="4436"/>
                    <a:pt x="24841" y="988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7" name="Freeform: Shape 1836">
              <a:extLst>
                <a:ext uri="{FF2B5EF4-FFF2-40B4-BE49-F238E27FC236}">
                  <a16:creationId xmlns:a16="http://schemas.microsoft.com/office/drawing/2014/main" id="{C4152419-685C-FCE1-B5AE-5654552D2F38}"/>
                </a:ext>
              </a:extLst>
            </p:cNvPr>
            <p:cNvSpPr/>
            <p:nvPr/>
          </p:nvSpPr>
          <p:spPr>
            <a:xfrm>
              <a:off x="3540623" y="4807378"/>
              <a:ext cx="25600" cy="20277"/>
            </a:xfrm>
            <a:custGeom>
              <a:avLst/>
              <a:gdLst>
                <a:gd name="connsiteX0" fmla="*/ 25601 w 25600"/>
                <a:gd name="connsiteY0" fmla="*/ 10139 h 20277"/>
                <a:gd name="connsiteX1" fmla="*/ 12800 w 25600"/>
                <a:gd name="connsiteY1" fmla="*/ 20277 h 20277"/>
                <a:gd name="connsiteX2" fmla="*/ 0 w 25600"/>
                <a:gd name="connsiteY2" fmla="*/ 10139 h 20277"/>
                <a:gd name="connsiteX3" fmla="*/ 12800 w 25600"/>
                <a:gd name="connsiteY3" fmla="*/ 0 h 20277"/>
                <a:gd name="connsiteX4" fmla="*/ 25601 w 25600"/>
                <a:gd name="connsiteY4" fmla="*/ 10139 h 2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00" h="20277">
                  <a:moveTo>
                    <a:pt x="25601" y="10139"/>
                  </a:moveTo>
                  <a:cubicBezTo>
                    <a:pt x="25601" y="15715"/>
                    <a:pt x="19898" y="20277"/>
                    <a:pt x="12800" y="20277"/>
                  </a:cubicBezTo>
                  <a:cubicBezTo>
                    <a:pt x="5703" y="20277"/>
                    <a:pt x="0" y="15715"/>
                    <a:pt x="0" y="10139"/>
                  </a:cubicBezTo>
                  <a:cubicBezTo>
                    <a:pt x="0" y="4562"/>
                    <a:pt x="5703" y="0"/>
                    <a:pt x="12800" y="0"/>
                  </a:cubicBezTo>
                  <a:cubicBezTo>
                    <a:pt x="19898" y="0"/>
                    <a:pt x="25601" y="4562"/>
                    <a:pt x="25601" y="1013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8" name="Freeform: Shape 1837">
              <a:extLst>
                <a:ext uri="{FF2B5EF4-FFF2-40B4-BE49-F238E27FC236}">
                  <a16:creationId xmlns:a16="http://schemas.microsoft.com/office/drawing/2014/main" id="{8499905B-7CC1-BBC9-B76B-6C7EDD338D66}"/>
                </a:ext>
              </a:extLst>
            </p:cNvPr>
            <p:cNvSpPr/>
            <p:nvPr/>
          </p:nvSpPr>
          <p:spPr>
            <a:xfrm>
              <a:off x="3470791" y="4719930"/>
              <a:ext cx="24713" cy="19644"/>
            </a:xfrm>
            <a:custGeom>
              <a:avLst/>
              <a:gdLst>
                <a:gd name="connsiteX0" fmla="*/ 24714 w 24713"/>
                <a:gd name="connsiteY0" fmla="*/ 9759 h 19644"/>
                <a:gd name="connsiteX1" fmla="*/ 12420 w 24713"/>
                <a:gd name="connsiteY1" fmla="*/ 19644 h 19644"/>
                <a:gd name="connsiteX2" fmla="*/ 0 w 24713"/>
                <a:gd name="connsiteY2" fmla="*/ 9759 h 19644"/>
                <a:gd name="connsiteX3" fmla="*/ 12420 w 24713"/>
                <a:gd name="connsiteY3" fmla="*/ 0 h 19644"/>
                <a:gd name="connsiteX4" fmla="*/ 24714 w 24713"/>
                <a:gd name="connsiteY4" fmla="*/ 9759 h 19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713" h="19644">
                  <a:moveTo>
                    <a:pt x="24714" y="9759"/>
                  </a:moveTo>
                  <a:cubicBezTo>
                    <a:pt x="24714" y="15208"/>
                    <a:pt x="19137" y="19644"/>
                    <a:pt x="12420" y="19644"/>
                  </a:cubicBezTo>
                  <a:cubicBezTo>
                    <a:pt x="5703" y="19644"/>
                    <a:pt x="0" y="15208"/>
                    <a:pt x="0" y="9759"/>
                  </a:cubicBezTo>
                  <a:cubicBezTo>
                    <a:pt x="0" y="4309"/>
                    <a:pt x="5576" y="0"/>
                    <a:pt x="12420" y="0"/>
                  </a:cubicBezTo>
                  <a:cubicBezTo>
                    <a:pt x="19264" y="0"/>
                    <a:pt x="24714" y="4436"/>
                    <a:pt x="24714" y="975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9" name="Freeform: Shape 1838">
              <a:extLst>
                <a:ext uri="{FF2B5EF4-FFF2-40B4-BE49-F238E27FC236}">
                  <a16:creationId xmlns:a16="http://schemas.microsoft.com/office/drawing/2014/main" id="{30B3F7FF-DE6C-D2E2-09DA-A1B0D0A4E473}"/>
                </a:ext>
              </a:extLst>
            </p:cNvPr>
            <p:cNvSpPr/>
            <p:nvPr/>
          </p:nvSpPr>
          <p:spPr>
            <a:xfrm>
              <a:off x="3405269" y="4629821"/>
              <a:ext cx="24713" cy="19643"/>
            </a:xfrm>
            <a:custGeom>
              <a:avLst/>
              <a:gdLst>
                <a:gd name="connsiteX0" fmla="*/ 24714 w 24713"/>
                <a:gd name="connsiteY0" fmla="*/ 9885 h 19643"/>
                <a:gd name="connsiteX1" fmla="*/ 12293 w 24713"/>
                <a:gd name="connsiteY1" fmla="*/ 19644 h 19643"/>
                <a:gd name="connsiteX2" fmla="*/ 0 w 24713"/>
                <a:gd name="connsiteY2" fmla="*/ 9885 h 19643"/>
                <a:gd name="connsiteX3" fmla="*/ 12293 w 24713"/>
                <a:gd name="connsiteY3" fmla="*/ 0 h 19643"/>
                <a:gd name="connsiteX4" fmla="*/ 24714 w 24713"/>
                <a:gd name="connsiteY4" fmla="*/ 9885 h 19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713" h="19643">
                  <a:moveTo>
                    <a:pt x="24714" y="9885"/>
                  </a:moveTo>
                  <a:cubicBezTo>
                    <a:pt x="24714" y="15335"/>
                    <a:pt x="19137" y="19644"/>
                    <a:pt x="12293" y="19644"/>
                  </a:cubicBezTo>
                  <a:cubicBezTo>
                    <a:pt x="5450" y="19644"/>
                    <a:pt x="0" y="15208"/>
                    <a:pt x="0" y="9885"/>
                  </a:cubicBezTo>
                  <a:cubicBezTo>
                    <a:pt x="0" y="4562"/>
                    <a:pt x="5576" y="0"/>
                    <a:pt x="12293" y="0"/>
                  </a:cubicBezTo>
                  <a:cubicBezTo>
                    <a:pt x="19010" y="0"/>
                    <a:pt x="24714" y="4436"/>
                    <a:pt x="24714" y="988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0" name="Freeform: Shape 1839">
              <a:extLst>
                <a:ext uri="{FF2B5EF4-FFF2-40B4-BE49-F238E27FC236}">
                  <a16:creationId xmlns:a16="http://schemas.microsoft.com/office/drawing/2014/main" id="{B6219434-EB3A-77E4-805F-7404EA0A6CBA}"/>
                </a:ext>
              </a:extLst>
            </p:cNvPr>
            <p:cNvSpPr/>
            <p:nvPr/>
          </p:nvSpPr>
          <p:spPr>
            <a:xfrm>
              <a:off x="3344816" y="4538064"/>
              <a:ext cx="24079" cy="19010"/>
            </a:xfrm>
            <a:custGeom>
              <a:avLst/>
              <a:gdLst>
                <a:gd name="connsiteX0" fmla="*/ 24080 w 24079"/>
                <a:gd name="connsiteY0" fmla="*/ 9505 h 19010"/>
                <a:gd name="connsiteX1" fmla="*/ 12040 w 24079"/>
                <a:gd name="connsiteY1" fmla="*/ 19010 h 19010"/>
                <a:gd name="connsiteX2" fmla="*/ 0 w 24079"/>
                <a:gd name="connsiteY2" fmla="*/ 9505 h 19010"/>
                <a:gd name="connsiteX3" fmla="*/ 12040 w 24079"/>
                <a:gd name="connsiteY3" fmla="*/ 0 h 19010"/>
                <a:gd name="connsiteX4" fmla="*/ 24080 w 24079"/>
                <a:gd name="connsiteY4" fmla="*/ 9505 h 19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79" h="19010">
                  <a:moveTo>
                    <a:pt x="24080" y="9505"/>
                  </a:moveTo>
                  <a:cubicBezTo>
                    <a:pt x="24080" y="14701"/>
                    <a:pt x="18757" y="19010"/>
                    <a:pt x="12040" y="19010"/>
                  </a:cubicBezTo>
                  <a:cubicBezTo>
                    <a:pt x="5323" y="19010"/>
                    <a:pt x="0" y="14701"/>
                    <a:pt x="0" y="9505"/>
                  </a:cubicBezTo>
                  <a:cubicBezTo>
                    <a:pt x="0" y="4309"/>
                    <a:pt x="5323" y="0"/>
                    <a:pt x="12040" y="0"/>
                  </a:cubicBezTo>
                  <a:cubicBezTo>
                    <a:pt x="18757" y="0"/>
                    <a:pt x="24080" y="4309"/>
                    <a:pt x="24080" y="950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1" name="Freeform: Shape 1840">
              <a:extLst>
                <a:ext uri="{FF2B5EF4-FFF2-40B4-BE49-F238E27FC236}">
                  <a16:creationId xmlns:a16="http://schemas.microsoft.com/office/drawing/2014/main" id="{9CCB5499-C545-C251-20F6-10774B630E4E}"/>
                </a:ext>
              </a:extLst>
            </p:cNvPr>
            <p:cNvSpPr/>
            <p:nvPr/>
          </p:nvSpPr>
          <p:spPr>
            <a:xfrm>
              <a:off x="3288926" y="4443899"/>
              <a:ext cx="24079" cy="19010"/>
            </a:xfrm>
            <a:custGeom>
              <a:avLst/>
              <a:gdLst>
                <a:gd name="connsiteX0" fmla="*/ 24080 w 24079"/>
                <a:gd name="connsiteY0" fmla="*/ 9505 h 19010"/>
                <a:gd name="connsiteX1" fmla="*/ 12040 w 24079"/>
                <a:gd name="connsiteY1" fmla="*/ 19010 h 19010"/>
                <a:gd name="connsiteX2" fmla="*/ 0 w 24079"/>
                <a:gd name="connsiteY2" fmla="*/ 9505 h 19010"/>
                <a:gd name="connsiteX3" fmla="*/ 12040 w 24079"/>
                <a:gd name="connsiteY3" fmla="*/ 0 h 19010"/>
                <a:gd name="connsiteX4" fmla="*/ 24080 w 24079"/>
                <a:gd name="connsiteY4" fmla="*/ 9505 h 19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79" h="19010">
                  <a:moveTo>
                    <a:pt x="24080" y="9505"/>
                  </a:moveTo>
                  <a:cubicBezTo>
                    <a:pt x="24080" y="14701"/>
                    <a:pt x="18757" y="19010"/>
                    <a:pt x="12040" y="19010"/>
                  </a:cubicBezTo>
                  <a:cubicBezTo>
                    <a:pt x="5323" y="19010"/>
                    <a:pt x="0" y="14701"/>
                    <a:pt x="0" y="9505"/>
                  </a:cubicBezTo>
                  <a:cubicBezTo>
                    <a:pt x="0" y="4309"/>
                    <a:pt x="5323" y="0"/>
                    <a:pt x="12040" y="0"/>
                  </a:cubicBezTo>
                  <a:cubicBezTo>
                    <a:pt x="18757" y="0"/>
                    <a:pt x="24080" y="4309"/>
                    <a:pt x="24080" y="950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2" name="Freeform: Shape 1841">
              <a:extLst>
                <a:ext uri="{FF2B5EF4-FFF2-40B4-BE49-F238E27FC236}">
                  <a16:creationId xmlns:a16="http://schemas.microsoft.com/office/drawing/2014/main" id="{E52F38CB-3435-9FDD-23D8-694348DA0B48}"/>
                </a:ext>
              </a:extLst>
            </p:cNvPr>
            <p:cNvSpPr/>
            <p:nvPr/>
          </p:nvSpPr>
          <p:spPr>
            <a:xfrm>
              <a:off x="3238611" y="4348341"/>
              <a:ext cx="23319" cy="18503"/>
            </a:xfrm>
            <a:custGeom>
              <a:avLst/>
              <a:gdLst>
                <a:gd name="connsiteX0" fmla="*/ 23320 w 23319"/>
                <a:gd name="connsiteY0" fmla="*/ 9251 h 18503"/>
                <a:gd name="connsiteX1" fmla="*/ 11660 w 23319"/>
                <a:gd name="connsiteY1" fmla="*/ 18503 h 18503"/>
                <a:gd name="connsiteX2" fmla="*/ 0 w 23319"/>
                <a:gd name="connsiteY2" fmla="*/ 9251 h 18503"/>
                <a:gd name="connsiteX3" fmla="*/ 11660 w 23319"/>
                <a:gd name="connsiteY3" fmla="*/ 0 h 18503"/>
                <a:gd name="connsiteX4" fmla="*/ 23320 w 23319"/>
                <a:gd name="connsiteY4" fmla="*/ 9251 h 18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319" h="18503">
                  <a:moveTo>
                    <a:pt x="23320" y="9251"/>
                  </a:moveTo>
                  <a:cubicBezTo>
                    <a:pt x="23320" y="14321"/>
                    <a:pt x="18123" y="18503"/>
                    <a:pt x="11660" y="18503"/>
                  </a:cubicBezTo>
                  <a:cubicBezTo>
                    <a:pt x="5196" y="18503"/>
                    <a:pt x="0" y="14321"/>
                    <a:pt x="0" y="9251"/>
                  </a:cubicBezTo>
                  <a:cubicBezTo>
                    <a:pt x="0" y="4182"/>
                    <a:pt x="5196" y="0"/>
                    <a:pt x="11660" y="0"/>
                  </a:cubicBezTo>
                  <a:cubicBezTo>
                    <a:pt x="18123" y="0"/>
                    <a:pt x="23320" y="4182"/>
                    <a:pt x="23320" y="925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3" name="Freeform: Shape 1842">
              <a:extLst>
                <a:ext uri="{FF2B5EF4-FFF2-40B4-BE49-F238E27FC236}">
                  <a16:creationId xmlns:a16="http://schemas.microsoft.com/office/drawing/2014/main" id="{E8FCDA0F-C814-7178-D0CF-6289905E3F08}"/>
                </a:ext>
              </a:extLst>
            </p:cNvPr>
            <p:cNvSpPr/>
            <p:nvPr/>
          </p:nvSpPr>
          <p:spPr>
            <a:xfrm>
              <a:off x="3192860" y="4250881"/>
              <a:ext cx="23319" cy="18503"/>
            </a:xfrm>
            <a:custGeom>
              <a:avLst/>
              <a:gdLst>
                <a:gd name="connsiteX0" fmla="*/ 23320 w 23319"/>
                <a:gd name="connsiteY0" fmla="*/ 9251 h 18503"/>
                <a:gd name="connsiteX1" fmla="*/ 11660 w 23319"/>
                <a:gd name="connsiteY1" fmla="*/ 18503 h 18503"/>
                <a:gd name="connsiteX2" fmla="*/ 0 w 23319"/>
                <a:gd name="connsiteY2" fmla="*/ 9251 h 18503"/>
                <a:gd name="connsiteX3" fmla="*/ 11660 w 23319"/>
                <a:gd name="connsiteY3" fmla="*/ 0 h 18503"/>
                <a:gd name="connsiteX4" fmla="*/ 23320 w 23319"/>
                <a:gd name="connsiteY4" fmla="*/ 9251 h 18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319" h="18503">
                  <a:moveTo>
                    <a:pt x="23320" y="9251"/>
                  </a:moveTo>
                  <a:cubicBezTo>
                    <a:pt x="23320" y="14321"/>
                    <a:pt x="18123" y="18503"/>
                    <a:pt x="11660" y="18503"/>
                  </a:cubicBezTo>
                  <a:cubicBezTo>
                    <a:pt x="5196" y="18503"/>
                    <a:pt x="0" y="14321"/>
                    <a:pt x="0" y="9251"/>
                  </a:cubicBezTo>
                  <a:cubicBezTo>
                    <a:pt x="0" y="4182"/>
                    <a:pt x="5196" y="0"/>
                    <a:pt x="11660" y="0"/>
                  </a:cubicBezTo>
                  <a:cubicBezTo>
                    <a:pt x="18123" y="0"/>
                    <a:pt x="23320" y="4182"/>
                    <a:pt x="23320" y="925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4" name="Freeform: Shape 1843">
              <a:extLst>
                <a:ext uri="{FF2B5EF4-FFF2-40B4-BE49-F238E27FC236}">
                  <a16:creationId xmlns:a16="http://schemas.microsoft.com/office/drawing/2014/main" id="{6E3DF991-DEBE-6896-EA1D-87DFA6065D67}"/>
                </a:ext>
              </a:extLst>
            </p:cNvPr>
            <p:cNvSpPr/>
            <p:nvPr/>
          </p:nvSpPr>
          <p:spPr>
            <a:xfrm>
              <a:off x="3152811" y="4152153"/>
              <a:ext cx="22558" cy="17996"/>
            </a:xfrm>
            <a:custGeom>
              <a:avLst/>
              <a:gdLst>
                <a:gd name="connsiteX0" fmla="*/ 22559 w 22558"/>
                <a:gd name="connsiteY0" fmla="*/ 8998 h 17996"/>
                <a:gd name="connsiteX1" fmla="*/ 11279 w 22558"/>
                <a:gd name="connsiteY1" fmla="*/ 17997 h 17996"/>
                <a:gd name="connsiteX2" fmla="*/ 0 w 22558"/>
                <a:gd name="connsiteY2" fmla="*/ 8998 h 17996"/>
                <a:gd name="connsiteX3" fmla="*/ 11279 w 22558"/>
                <a:gd name="connsiteY3" fmla="*/ 0 h 17996"/>
                <a:gd name="connsiteX4" fmla="*/ 22559 w 22558"/>
                <a:gd name="connsiteY4" fmla="*/ 8998 h 17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8" h="17996">
                  <a:moveTo>
                    <a:pt x="22559" y="8998"/>
                  </a:moveTo>
                  <a:cubicBezTo>
                    <a:pt x="22559" y="13941"/>
                    <a:pt x="17489" y="17997"/>
                    <a:pt x="11279" y="17997"/>
                  </a:cubicBezTo>
                  <a:cubicBezTo>
                    <a:pt x="5069" y="17997"/>
                    <a:pt x="0" y="13941"/>
                    <a:pt x="0" y="8998"/>
                  </a:cubicBezTo>
                  <a:cubicBezTo>
                    <a:pt x="0" y="4056"/>
                    <a:pt x="5069" y="0"/>
                    <a:pt x="11279" y="0"/>
                  </a:cubicBezTo>
                  <a:cubicBezTo>
                    <a:pt x="17489" y="0"/>
                    <a:pt x="22559" y="4056"/>
                    <a:pt x="22559" y="89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5" name="Freeform: Shape 1844">
              <a:extLst>
                <a:ext uri="{FF2B5EF4-FFF2-40B4-BE49-F238E27FC236}">
                  <a16:creationId xmlns:a16="http://schemas.microsoft.com/office/drawing/2014/main" id="{3C3AF14A-197C-EA82-030B-0910922751F7}"/>
                </a:ext>
              </a:extLst>
            </p:cNvPr>
            <p:cNvSpPr/>
            <p:nvPr/>
          </p:nvSpPr>
          <p:spPr>
            <a:xfrm>
              <a:off x="3117832" y="4052412"/>
              <a:ext cx="21798" cy="17235"/>
            </a:xfrm>
            <a:custGeom>
              <a:avLst/>
              <a:gdLst>
                <a:gd name="connsiteX0" fmla="*/ 21799 w 21798"/>
                <a:gd name="connsiteY0" fmla="*/ 8618 h 17235"/>
                <a:gd name="connsiteX1" fmla="*/ 10899 w 21798"/>
                <a:gd name="connsiteY1" fmla="*/ 17236 h 17235"/>
                <a:gd name="connsiteX2" fmla="*/ 0 w 21798"/>
                <a:gd name="connsiteY2" fmla="*/ 8618 h 17235"/>
                <a:gd name="connsiteX3" fmla="*/ 10899 w 21798"/>
                <a:gd name="connsiteY3" fmla="*/ 0 h 17235"/>
                <a:gd name="connsiteX4" fmla="*/ 21799 w 21798"/>
                <a:gd name="connsiteY4" fmla="*/ 8618 h 17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798" h="17235">
                  <a:moveTo>
                    <a:pt x="21799" y="8618"/>
                  </a:moveTo>
                  <a:cubicBezTo>
                    <a:pt x="21799" y="13434"/>
                    <a:pt x="16983" y="17236"/>
                    <a:pt x="10899" y="17236"/>
                  </a:cubicBezTo>
                  <a:cubicBezTo>
                    <a:pt x="4816" y="17236"/>
                    <a:pt x="0" y="13307"/>
                    <a:pt x="0" y="8618"/>
                  </a:cubicBezTo>
                  <a:cubicBezTo>
                    <a:pt x="0" y="3929"/>
                    <a:pt x="4816" y="0"/>
                    <a:pt x="10899" y="0"/>
                  </a:cubicBezTo>
                  <a:cubicBezTo>
                    <a:pt x="16983" y="0"/>
                    <a:pt x="21799" y="3929"/>
                    <a:pt x="21799" y="86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6" name="Freeform: Shape 1845">
              <a:extLst>
                <a:ext uri="{FF2B5EF4-FFF2-40B4-BE49-F238E27FC236}">
                  <a16:creationId xmlns:a16="http://schemas.microsoft.com/office/drawing/2014/main" id="{E51840A8-AF8A-A235-405B-6772BAC800DB}"/>
                </a:ext>
              </a:extLst>
            </p:cNvPr>
            <p:cNvSpPr/>
            <p:nvPr/>
          </p:nvSpPr>
          <p:spPr>
            <a:xfrm>
              <a:off x="3088176" y="3951404"/>
              <a:ext cx="21291" cy="16729"/>
            </a:xfrm>
            <a:custGeom>
              <a:avLst/>
              <a:gdLst>
                <a:gd name="connsiteX0" fmla="*/ 21292 w 21291"/>
                <a:gd name="connsiteY0" fmla="*/ 8365 h 16729"/>
                <a:gd name="connsiteX1" fmla="*/ 10646 w 21291"/>
                <a:gd name="connsiteY1" fmla="*/ 16729 h 16729"/>
                <a:gd name="connsiteX2" fmla="*/ 0 w 21291"/>
                <a:gd name="connsiteY2" fmla="*/ 8365 h 16729"/>
                <a:gd name="connsiteX3" fmla="*/ 10646 w 21291"/>
                <a:gd name="connsiteY3" fmla="*/ 0 h 16729"/>
                <a:gd name="connsiteX4" fmla="*/ 21292 w 21291"/>
                <a:gd name="connsiteY4" fmla="*/ 8365 h 16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291" h="16729">
                  <a:moveTo>
                    <a:pt x="21292" y="8365"/>
                  </a:moveTo>
                  <a:cubicBezTo>
                    <a:pt x="21292" y="13054"/>
                    <a:pt x="16602" y="16729"/>
                    <a:pt x="10646" y="16729"/>
                  </a:cubicBezTo>
                  <a:cubicBezTo>
                    <a:pt x="4689" y="16729"/>
                    <a:pt x="0" y="12927"/>
                    <a:pt x="0" y="8365"/>
                  </a:cubicBezTo>
                  <a:cubicBezTo>
                    <a:pt x="0" y="3802"/>
                    <a:pt x="4816" y="0"/>
                    <a:pt x="10646" y="0"/>
                  </a:cubicBezTo>
                  <a:cubicBezTo>
                    <a:pt x="16476" y="0"/>
                    <a:pt x="21292" y="3802"/>
                    <a:pt x="21292" y="836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7" name="Freeform: Shape 1846">
              <a:extLst>
                <a:ext uri="{FF2B5EF4-FFF2-40B4-BE49-F238E27FC236}">
                  <a16:creationId xmlns:a16="http://schemas.microsoft.com/office/drawing/2014/main" id="{33C894DD-59D9-2977-13F6-A6928F10739E}"/>
                </a:ext>
              </a:extLst>
            </p:cNvPr>
            <p:cNvSpPr/>
            <p:nvPr/>
          </p:nvSpPr>
          <p:spPr>
            <a:xfrm>
              <a:off x="3063716" y="3849254"/>
              <a:ext cx="21164" cy="16729"/>
            </a:xfrm>
            <a:custGeom>
              <a:avLst/>
              <a:gdLst>
                <a:gd name="connsiteX0" fmla="*/ 21165 w 21164"/>
                <a:gd name="connsiteY0" fmla="*/ 8365 h 16729"/>
                <a:gd name="connsiteX1" fmla="*/ 10646 w 21164"/>
                <a:gd name="connsiteY1" fmla="*/ 16729 h 16729"/>
                <a:gd name="connsiteX2" fmla="*/ 0 w 21164"/>
                <a:gd name="connsiteY2" fmla="*/ 8365 h 16729"/>
                <a:gd name="connsiteX3" fmla="*/ 10646 w 21164"/>
                <a:gd name="connsiteY3" fmla="*/ 0 h 16729"/>
                <a:gd name="connsiteX4" fmla="*/ 21165 w 21164"/>
                <a:gd name="connsiteY4" fmla="*/ 8365 h 16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164" h="16729">
                  <a:moveTo>
                    <a:pt x="21165" y="8365"/>
                  </a:moveTo>
                  <a:cubicBezTo>
                    <a:pt x="21165" y="13054"/>
                    <a:pt x="16476" y="16729"/>
                    <a:pt x="10646" y="16729"/>
                  </a:cubicBezTo>
                  <a:cubicBezTo>
                    <a:pt x="4816" y="16729"/>
                    <a:pt x="0" y="12927"/>
                    <a:pt x="0" y="8365"/>
                  </a:cubicBezTo>
                  <a:cubicBezTo>
                    <a:pt x="0" y="3802"/>
                    <a:pt x="4689" y="0"/>
                    <a:pt x="10646" y="0"/>
                  </a:cubicBezTo>
                  <a:cubicBezTo>
                    <a:pt x="16602" y="0"/>
                    <a:pt x="21165" y="3802"/>
                    <a:pt x="21165" y="836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8" name="Freeform: Shape 1847">
              <a:extLst>
                <a:ext uri="{FF2B5EF4-FFF2-40B4-BE49-F238E27FC236}">
                  <a16:creationId xmlns:a16="http://schemas.microsoft.com/office/drawing/2014/main" id="{193600C8-91F9-2EFE-FAC3-A838F5A92865}"/>
                </a:ext>
              </a:extLst>
            </p:cNvPr>
            <p:cNvSpPr/>
            <p:nvPr/>
          </p:nvSpPr>
          <p:spPr>
            <a:xfrm>
              <a:off x="3044959" y="3746725"/>
              <a:ext cx="20404" cy="16222"/>
            </a:xfrm>
            <a:custGeom>
              <a:avLst/>
              <a:gdLst>
                <a:gd name="connsiteX0" fmla="*/ 20404 w 20404"/>
                <a:gd name="connsiteY0" fmla="*/ 8111 h 16222"/>
                <a:gd name="connsiteX1" fmla="*/ 10266 w 20404"/>
                <a:gd name="connsiteY1" fmla="*/ 16222 h 16222"/>
                <a:gd name="connsiteX2" fmla="*/ 0 w 20404"/>
                <a:gd name="connsiteY2" fmla="*/ 8111 h 16222"/>
                <a:gd name="connsiteX3" fmla="*/ 10266 w 20404"/>
                <a:gd name="connsiteY3" fmla="*/ 0 h 16222"/>
                <a:gd name="connsiteX4" fmla="*/ 20404 w 20404"/>
                <a:gd name="connsiteY4" fmla="*/ 8111 h 1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04" h="16222">
                  <a:moveTo>
                    <a:pt x="20404" y="8111"/>
                  </a:moveTo>
                  <a:cubicBezTo>
                    <a:pt x="20404" y="12547"/>
                    <a:pt x="15842" y="16222"/>
                    <a:pt x="10266" y="16222"/>
                  </a:cubicBezTo>
                  <a:cubicBezTo>
                    <a:pt x="4689" y="16222"/>
                    <a:pt x="0" y="12674"/>
                    <a:pt x="0" y="8111"/>
                  </a:cubicBezTo>
                  <a:cubicBezTo>
                    <a:pt x="0" y="3549"/>
                    <a:pt x="4563" y="0"/>
                    <a:pt x="10266" y="0"/>
                  </a:cubicBezTo>
                  <a:cubicBezTo>
                    <a:pt x="15969" y="0"/>
                    <a:pt x="20404" y="3549"/>
                    <a:pt x="20404" y="811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9" name="Freeform: Shape 1848">
              <a:extLst>
                <a:ext uri="{FF2B5EF4-FFF2-40B4-BE49-F238E27FC236}">
                  <a16:creationId xmlns:a16="http://schemas.microsoft.com/office/drawing/2014/main" id="{817387EE-54E8-B6DC-4F4D-819CDFD36D80}"/>
                </a:ext>
              </a:extLst>
            </p:cNvPr>
            <p:cNvSpPr/>
            <p:nvPr/>
          </p:nvSpPr>
          <p:spPr>
            <a:xfrm>
              <a:off x="3031652" y="3643562"/>
              <a:ext cx="19643" cy="15588"/>
            </a:xfrm>
            <a:custGeom>
              <a:avLst/>
              <a:gdLst>
                <a:gd name="connsiteX0" fmla="*/ 19644 w 19643"/>
                <a:gd name="connsiteY0" fmla="*/ 7858 h 15588"/>
                <a:gd name="connsiteX1" fmla="*/ 9885 w 19643"/>
                <a:gd name="connsiteY1" fmla="*/ 15589 h 15588"/>
                <a:gd name="connsiteX2" fmla="*/ 0 w 19643"/>
                <a:gd name="connsiteY2" fmla="*/ 7858 h 15588"/>
                <a:gd name="connsiteX3" fmla="*/ 9885 w 19643"/>
                <a:gd name="connsiteY3" fmla="*/ 0 h 15588"/>
                <a:gd name="connsiteX4" fmla="*/ 19644 w 19643"/>
                <a:gd name="connsiteY4" fmla="*/ 7858 h 1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43" h="15588">
                  <a:moveTo>
                    <a:pt x="19644" y="7858"/>
                  </a:moveTo>
                  <a:cubicBezTo>
                    <a:pt x="19644" y="12167"/>
                    <a:pt x="15208" y="15589"/>
                    <a:pt x="9885" y="15589"/>
                  </a:cubicBezTo>
                  <a:cubicBezTo>
                    <a:pt x="4563" y="15589"/>
                    <a:pt x="0" y="12167"/>
                    <a:pt x="0" y="7858"/>
                  </a:cubicBezTo>
                  <a:cubicBezTo>
                    <a:pt x="0" y="3549"/>
                    <a:pt x="4436" y="0"/>
                    <a:pt x="9885" y="0"/>
                  </a:cubicBezTo>
                  <a:cubicBezTo>
                    <a:pt x="15335" y="0"/>
                    <a:pt x="19644" y="3422"/>
                    <a:pt x="19644" y="785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0" name="Freeform: Shape 1849">
              <a:extLst>
                <a:ext uri="{FF2B5EF4-FFF2-40B4-BE49-F238E27FC236}">
                  <a16:creationId xmlns:a16="http://schemas.microsoft.com/office/drawing/2014/main" id="{F9AC47B6-F625-5033-0AAA-89B4A5F90E1A}"/>
                </a:ext>
              </a:extLst>
            </p:cNvPr>
            <p:cNvSpPr/>
            <p:nvPr/>
          </p:nvSpPr>
          <p:spPr>
            <a:xfrm>
              <a:off x="3023921" y="3540145"/>
              <a:ext cx="18756" cy="14955"/>
            </a:xfrm>
            <a:custGeom>
              <a:avLst/>
              <a:gdLst>
                <a:gd name="connsiteX0" fmla="*/ 18757 w 18756"/>
                <a:gd name="connsiteY0" fmla="*/ 7477 h 14955"/>
                <a:gd name="connsiteX1" fmla="*/ 9378 w 18756"/>
                <a:gd name="connsiteY1" fmla="*/ 14955 h 14955"/>
                <a:gd name="connsiteX2" fmla="*/ 0 w 18756"/>
                <a:gd name="connsiteY2" fmla="*/ 7477 h 14955"/>
                <a:gd name="connsiteX3" fmla="*/ 9378 w 18756"/>
                <a:gd name="connsiteY3" fmla="*/ 0 h 14955"/>
                <a:gd name="connsiteX4" fmla="*/ 18757 w 18756"/>
                <a:gd name="connsiteY4" fmla="*/ 7477 h 14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56" h="14955">
                  <a:moveTo>
                    <a:pt x="18757" y="7477"/>
                  </a:moveTo>
                  <a:cubicBezTo>
                    <a:pt x="18757" y="11660"/>
                    <a:pt x="14575" y="14955"/>
                    <a:pt x="9378" y="14955"/>
                  </a:cubicBezTo>
                  <a:cubicBezTo>
                    <a:pt x="4182" y="14955"/>
                    <a:pt x="0" y="11660"/>
                    <a:pt x="0" y="7477"/>
                  </a:cubicBezTo>
                  <a:cubicBezTo>
                    <a:pt x="0" y="3295"/>
                    <a:pt x="4182" y="0"/>
                    <a:pt x="9378" y="0"/>
                  </a:cubicBezTo>
                  <a:cubicBezTo>
                    <a:pt x="14575" y="0"/>
                    <a:pt x="18757" y="3295"/>
                    <a:pt x="18757" y="747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1" name="Freeform: Shape 1850">
              <a:extLst>
                <a:ext uri="{FF2B5EF4-FFF2-40B4-BE49-F238E27FC236}">
                  <a16:creationId xmlns:a16="http://schemas.microsoft.com/office/drawing/2014/main" id="{E1FDA984-B523-6131-A645-B2C2170114E7}"/>
                </a:ext>
              </a:extLst>
            </p:cNvPr>
            <p:cNvSpPr/>
            <p:nvPr/>
          </p:nvSpPr>
          <p:spPr>
            <a:xfrm>
              <a:off x="3021386" y="3436349"/>
              <a:ext cx="18250" cy="14448"/>
            </a:xfrm>
            <a:custGeom>
              <a:avLst/>
              <a:gdLst>
                <a:gd name="connsiteX0" fmla="*/ 18250 w 18250"/>
                <a:gd name="connsiteY0" fmla="*/ 7224 h 14448"/>
                <a:gd name="connsiteX1" fmla="*/ 9125 w 18250"/>
                <a:gd name="connsiteY1" fmla="*/ 14448 h 14448"/>
                <a:gd name="connsiteX2" fmla="*/ 0 w 18250"/>
                <a:gd name="connsiteY2" fmla="*/ 7224 h 14448"/>
                <a:gd name="connsiteX3" fmla="*/ 9125 w 18250"/>
                <a:gd name="connsiteY3" fmla="*/ 0 h 14448"/>
                <a:gd name="connsiteX4" fmla="*/ 18250 w 18250"/>
                <a:gd name="connsiteY4" fmla="*/ 7224 h 14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8">
                  <a:moveTo>
                    <a:pt x="18250" y="7224"/>
                  </a:moveTo>
                  <a:cubicBezTo>
                    <a:pt x="18250" y="11153"/>
                    <a:pt x="14195" y="14448"/>
                    <a:pt x="9125" y="14448"/>
                  </a:cubicBezTo>
                  <a:cubicBezTo>
                    <a:pt x="4056" y="14448"/>
                    <a:pt x="0" y="11153"/>
                    <a:pt x="0" y="7224"/>
                  </a:cubicBezTo>
                  <a:cubicBezTo>
                    <a:pt x="0" y="3295"/>
                    <a:pt x="4056" y="0"/>
                    <a:pt x="9125" y="0"/>
                  </a:cubicBezTo>
                  <a:cubicBezTo>
                    <a:pt x="14195" y="0"/>
                    <a:pt x="18250" y="3295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2" name="Freeform: Shape 1851">
              <a:extLst>
                <a:ext uri="{FF2B5EF4-FFF2-40B4-BE49-F238E27FC236}">
                  <a16:creationId xmlns:a16="http://schemas.microsoft.com/office/drawing/2014/main" id="{7CA35BBB-A645-FB5C-B60E-8890537CA62F}"/>
                </a:ext>
              </a:extLst>
            </p:cNvPr>
            <p:cNvSpPr/>
            <p:nvPr/>
          </p:nvSpPr>
          <p:spPr>
            <a:xfrm>
              <a:off x="3024554" y="3332679"/>
              <a:ext cx="17489" cy="13941"/>
            </a:xfrm>
            <a:custGeom>
              <a:avLst/>
              <a:gdLst>
                <a:gd name="connsiteX0" fmla="*/ 17490 w 17489"/>
                <a:gd name="connsiteY0" fmla="*/ 6971 h 13941"/>
                <a:gd name="connsiteX1" fmla="*/ 8745 w 17489"/>
                <a:gd name="connsiteY1" fmla="*/ 13941 h 13941"/>
                <a:gd name="connsiteX2" fmla="*/ 0 w 17489"/>
                <a:gd name="connsiteY2" fmla="*/ 6971 h 13941"/>
                <a:gd name="connsiteX3" fmla="*/ 8745 w 17489"/>
                <a:gd name="connsiteY3" fmla="*/ 0 h 13941"/>
                <a:gd name="connsiteX4" fmla="*/ 17490 w 17489"/>
                <a:gd name="connsiteY4" fmla="*/ 6971 h 1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89" h="13941">
                  <a:moveTo>
                    <a:pt x="17490" y="6971"/>
                  </a:moveTo>
                  <a:cubicBezTo>
                    <a:pt x="17490" y="10773"/>
                    <a:pt x="13561" y="13941"/>
                    <a:pt x="8745" y="13941"/>
                  </a:cubicBezTo>
                  <a:cubicBezTo>
                    <a:pt x="3929" y="13941"/>
                    <a:pt x="0" y="10899"/>
                    <a:pt x="0" y="6971"/>
                  </a:cubicBezTo>
                  <a:cubicBezTo>
                    <a:pt x="0" y="3042"/>
                    <a:pt x="3929" y="0"/>
                    <a:pt x="8745" y="0"/>
                  </a:cubicBezTo>
                  <a:cubicBezTo>
                    <a:pt x="13561" y="0"/>
                    <a:pt x="17490" y="3042"/>
                    <a:pt x="17490" y="697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3" name="Freeform: Shape 1852">
              <a:extLst>
                <a:ext uri="{FF2B5EF4-FFF2-40B4-BE49-F238E27FC236}">
                  <a16:creationId xmlns:a16="http://schemas.microsoft.com/office/drawing/2014/main" id="{4A1EC456-F450-E166-6C65-A24BA4E1E4C6}"/>
                </a:ext>
              </a:extLst>
            </p:cNvPr>
            <p:cNvSpPr/>
            <p:nvPr/>
          </p:nvSpPr>
          <p:spPr>
            <a:xfrm>
              <a:off x="3033046" y="3229262"/>
              <a:ext cx="16729" cy="13180"/>
            </a:xfrm>
            <a:custGeom>
              <a:avLst/>
              <a:gdLst>
                <a:gd name="connsiteX0" fmla="*/ 16729 w 16729"/>
                <a:gd name="connsiteY0" fmla="*/ 6590 h 13180"/>
                <a:gd name="connsiteX1" fmla="*/ 8364 w 16729"/>
                <a:gd name="connsiteY1" fmla="*/ 13180 h 13180"/>
                <a:gd name="connsiteX2" fmla="*/ 0 w 16729"/>
                <a:gd name="connsiteY2" fmla="*/ 6590 h 13180"/>
                <a:gd name="connsiteX3" fmla="*/ 8364 w 16729"/>
                <a:gd name="connsiteY3" fmla="*/ 0 h 13180"/>
                <a:gd name="connsiteX4" fmla="*/ 16729 w 16729"/>
                <a:gd name="connsiteY4" fmla="*/ 6590 h 13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9" h="13180">
                  <a:moveTo>
                    <a:pt x="16729" y="6590"/>
                  </a:moveTo>
                  <a:cubicBezTo>
                    <a:pt x="16729" y="10266"/>
                    <a:pt x="12927" y="13180"/>
                    <a:pt x="8364" y="13180"/>
                  </a:cubicBezTo>
                  <a:cubicBezTo>
                    <a:pt x="3802" y="13180"/>
                    <a:pt x="0" y="10266"/>
                    <a:pt x="0" y="6590"/>
                  </a:cubicBezTo>
                  <a:cubicBezTo>
                    <a:pt x="0" y="2915"/>
                    <a:pt x="3675" y="0"/>
                    <a:pt x="8364" y="0"/>
                  </a:cubicBezTo>
                  <a:cubicBezTo>
                    <a:pt x="13054" y="0"/>
                    <a:pt x="16729" y="2915"/>
                    <a:pt x="16729" y="659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4" name="Freeform: Shape 1853">
              <a:extLst>
                <a:ext uri="{FF2B5EF4-FFF2-40B4-BE49-F238E27FC236}">
                  <a16:creationId xmlns:a16="http://schemas.microsoft.com/office/drawing/2014/main" id="{B8F6CCD5-6896-F77A-ABFB-76F22E5DDDE6}"/>
                </a:ext>
              </a:extLst>
            </p:cNvPr>
            <p:cNvSpPr/>
            <p:nvPr/>
          </p:nvSpPr>
          <p:spPr>
            <a:xfrm>
              <a:off x="3047113" y="3126099"/>
              <a:ext cx="15968" cy="12673"/>
            </a:xfrm>
            <a:custGeom>
              <a:avLst/>
              <a:gdLst>
                <a:gd name="connsiteX0" fmla="*/ 15969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9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9" y="6337"/>
                  </a:moveTo>
                  <a:cubicBezTo>
                    <a:pt x="15969" y="9759"/>
                    <a:pt x="12420" y="12674"/>
                    <a:pt x="7984" y="12674"/>
                  </a:cubicBezTo>
                  <a:cubicBezTo>
                    <a:pt x="3549" y="12674"/>
                    <a:pt x="0" y="9885"/>
                    <a:pt x="0" y="6337"/>
                  </a:cubicBezTo>
                  <a:cubicBezTo>
                    <a:pt x="0" y="2788"/>
                    <a:pt x="3549" y="0"/>
                    <a:pt x="7984" y="0"/>
                  </a:cubicBezTo>
                  <a:cubicBezTo>
                    <a:pt x="12420" y="0"/>
                    <a:pt x="15969" y="2788"/>
                    <a:pt x="15969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5" name="Freeform: Shape 1854">
              <a:extLst>
                <a:ext uri="{FF2B5EF4-FFF2-40B4-BE49-F238E27FC236}">
                  <a16:creationId xmlns:a16="http://schemas.microsoft.com/office/drawing/2014/main" id="{30DF6F45-A26D-6B07-F6D4-B2F81C5CA6CE}"/>
                </a:ext>
              </a:extLst>
            </p:cNvPr>
            <p:cNvSpPr/>
            <p:nvPr/>
          </p:nvSpPr>
          <p:spPr>
            <a:xfrm>
              <a:off x="3067138" y="3023696"/>
              <a:ext cx="14447" cy="11532"/>
            </a:xfrm>
            <a:custGeom>
              <a:avLst/>
              <a:gdLst>
                <a:gd name="connsiteX0" fmla="*/ 14448 w 14447"/>
                <a:gd name="connsiteY0" fmla="*/ 5830 h 11532"/>
                <a:gd name="connsiteX1" fmla="*/ 7224 w 14447"/>
                <a:gd name="connsiteY1" fmla="*/ 11533 h 11532"/>
                <a:gd name="connsiteX2" fmla="*/ 0 w 14447"/>
                <a:gd name="connsiteY2" fmla="*/ 5830 h 11532"/>
                <a:gd name="connsiteX3" fmla="*/ 7224 w 14447"/>
                <a:gd name="connsiteY3" fmla="*/ 0 h 11532"/>
                <a:gd name="connsiteX4" fmla="*/ 14448 w 14447"/>
                <a:gd name="connsiteY4" fmla="*/ 5830 h 11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47" h="11532">
                  <a:moveTo>
                    <a:pt x="14448" y="5830"/>
                  </a:moveTo>
                  <a:cubicBezTo>
                    <a:pt x="14448" y="8998"/>
                    <a:pt x="11279" y="11533"/>
                    <a:pt x="7224" y="11533"/>
                  </a:cubicBezTo>
                  <a:cubicBezTo>
                    <a:pt x="3168" y="11533"/>
                    <a:pt x="0" y="8998"/>
                    <a:pt x="0" y="5830"/>
                  </a:cubicBezTo>
                  <a:cubicBezTo>
                    <a:pt x="0" y="2661"/>
                    <a:pt x="3295" y="0"/>
                    <a:pt x="7224" y="0"/>
                  </a:cubicBezTo>
                  <a:cubicBezTo>
                    <a:pt x="11153" y="0"/>
                    <a:pt x="14448" y="2535"/>
                    <a:pt x="14448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6" name="Freeform: Shape 1855">
              <a:extLst>
                <a:ext uri="{FF2B5EF4-FFF2-40B4-BE49-F238E27FC236}">
                  <a16:creationId xmlns:a16="http://schemas.microsoft.com/office/drawing/2014/main" id="{10F44403-D7BC-BA4A-C84E-25A821A4F626}"/>
                </a:ext>
              </a:extLst>
            </p:cNvPr>
            <p:cNvSpPr/>
            <p:nvPr/>
          </p:nvSpPr>
          <p:spPr>
            <a:xfrm>
              <a:off x="3092231" y="2922181"/>
              <a:ext cx="13180" cy="10392"/>
            </a:xfrm>
            <a:custGeom>
              <a:avLst/>
              <a:gdLst>
                <a:gd name="connsiteX0" fmla="*/ 13180 w 13180"/>
                <a:gd name="connsiteY0" fmla="*/ 5196 h 10392"/>
                <a:gd name="connsiteX1" fmla="*/ 6590 w 13180"/>
                <a:gd name="connsiteY1" fmla="*/ 10392 h 10392"/>
                <a:gd name="connsiteX2" fmla="*/ 0 w 13180"/>
                <a:gd name="connsiteY2" fmla="*/ 5196 h 10392"/>
                <a:gd name="connsiteX3" fmla="*/ 6590 w 13180"/>
                <a:gd name="connsiteY3" fmla="*/ 0 h 10392"/>
                <a:gd name="connsiteX4" fmla="*/ 13180 w 13180"/>
                <a:gd name="connsiteY4" fmla="*/ 5196 h 1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80" h="10392">
                  <a:moveTo>
                    <a:pt x="13180" y="5196"/>
                  </a:moveTo>
                  <a:lnTo>
                    <a:pt x="6590" y="10392"/>
                  </a:lnTo>
                  <a:lnTo>
                    <a:pt x="0" y="5196"/>
                  </a:lnTo>
                  <a:lnTo>
                    <a:pt x="6590" y="0"/>
                  </a:lnTo>
                  <a:lnTo>
                    <a:pt x="13180" y="519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7" name="Freeform: Shape 1856">
              <a:extLst>
                <a:ext uri="{FF2B5EF4-FFF2-40B4-BE49-F238E27FC236}">
                  <a16:creationId xmlns:a16="http://schemas.microsoft.com/office/drawing/2014/main" id="{D61D9FC0-271D-9712-C37D-991BF3C99768}"/>
                </a:ext>
              </a:extLst>
            </p:cNvPr>
            <p:cNvSpPr/>
            <p:nvPr/>
          </p:nvSpPr>
          <p:spPr>
            <a:xfrm>
              <a:off x="3122521" y="2821299"/>
              <a:ext cx="12420" cy="9758"/>
            </a:xfrm>
            <a:custGeom>
              <a:avLst/>
              <a:gdLst>
                <a:gd name="connsiteX0" fmla="*/ 12420 w 12420"/>
                <a:gd name="connsiteY0" fmla="*/ 4816 h 9758"/>
                <a:gd name="connsiteX1" fmla="*/ 6210 w 12420"/>
                <a:gd name="connsiteY1" fmla="*/ 9759 h 9758"/>
                <a:gd name="connsiteX2" fmla="*/ 0 w 12420"/>
                <a:gd name="connsiteY2" fmla="*/ 4816 h 9758"/>
                <a:gd name="connsiteX3" fmla="*/ 6210 w 12420"/>
                <a:gd name="connsiteY3" fmla="*/ 0 h 9758"/>
                <a:gd name="connsiteX4" fmla="*/ 12420 w 12420"/>
                <a:gd name="connsiteY4" fmla="*/ 4816 h 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20" h="9758">
                  <a:moveTo>
                    <a:pt x="12420" y="4816"/>
                  </a:moveTo>
                  <a:lnTo>
                    <a:pt x="6210" y="9759"/>
                  </a:lnTo>
                  <a:lnTo>
                    <a:pt x="0" y="4816"/>
                  </a:lnTo>
                  <a:lnTo>
                    <a:pt x="6210" y="0"/>
                  </a:lnTo>
                  <a:lnTo>
                    <a:pt x="12420" y="481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8" name="Freeform: Shape 1857">
              <a:extLst>
                <a:ext uri="{FF2B5EF4-FFF2-40B4-BE49-F238E27FC236}">
                  <a16:creationId xmlns:a16="http://schemas.microsoft.com/office/drawing/2014/main" id="{451C874A-734D-600A-36DC-16C13A11A0A8}"/>
                </a:ext>
              </a:extLst>
            </p:cNvPr>
            <p:cNvSpPr/>
            <p:nvPr/>
          </p:nvSpPr>
          <p:spPr>
            <a:xfrm>
              <a:off x="3158261" y="2721431"/>
              <a:ext cx="11533" cy="9125"/>
            </a:xfrm>
            <a:custGeom>
              <a:avLst/>
              <a:gdLst>
                <a:gd name="connsiteX0" fmla="*/ 11533 w 11533"/>
                <a:gd name="connsiteY0" fmla="*/ 4563 h 9125"/>
                <a:gd name="connsiteX1" fmla="*/ 5830 w 11533"/>
                <a:gd name="connsiteY1" fmla="*/ 9125 h 9125"/>
                <a:gd name="connsiteX2" fmla="*/ 0 w 11533"/>
                <a:gd name="connsiteY2" fmla="*/ 4563 h 9125"/>
                <a:gd name="connsiteX3" fmla="*/ 5830 w 11533"/>
                <a:gd name="connsiteY3" fmla="*/ 0 h 9125"/>
                <a:gd name="connsiteX4" fmla="*/ 11533 w 11533"/>
                <a:gd name="connsiteY4" fmla="*/ 4563 h 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33" h="9125">
                  <a:moveTo>
                    <a:pt x="11533" y="4563"/>
                  </a:moveTo>
                  <a:lnTo>
                    <a:pt x="5830" y="9125"/>
                  </a:lnTo>
                  <a:lnTo>
                    <a:pt x="0" y="4563"/>
                  </a:lnTo>
                  <a:lnTo>
                    <a:pt x="5830" y="0"/>
                  </a:lnTo>
                  <a:lnTo>
                    <a:pt x="11533" y="456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9" name="Freeform: Shape 1858">
              <a:extLst>
                <a:ext uri="{FF2B5EF4-FFF2-40B4-BE49-F238E27FC236}">
                  <a16:creationId xmlns:a16="http://schemas.microsoft.com/office/drawing/2014/main" id="{426CC995-B56B-96A0-5B02-2645B3DCEA74}"/>
                </a:ext>
              </a:extLst>
            </p:cNvPr>
            <p:cNvSpPr/>
            <p:nvPr/>
          </p:nvSpPr>
          <p:spPr>
            <a:xfrm>
              <a:off x="3199070" y="2622704"/>
              <a:ext cx="11025" cy="8744"/>
            </a:xfrm>
            <a:custGeom>
              <a:avLst/>
              <a:gdLst>
                <a:gd name="connsiteX0" fmla="*/ 11026 w 11025"/>
                <a:gd name="connsiteY0" fmla="*/ 4436 h 8744"/>
                <a:gd name="connsiteX1" fmla="*/ 5450 w 11025"/>
                <a:gd name="connsiteY1" fmla="*/ 8745 h 8744"/>
                <a:gd name="connsiteX2" fmla="*/ 0 w 11025"/>
                <a:gd name="connsiteY2" fmla="*/ 4436 h 8744"/>
                <a:gd name="connsiteX3" fmla="*/ 5450 w 11025"/>
                <a:gd name="connsiteY3" fmla="*/ 0 h 8744"/>
                <a:gd name="connsiteX4" fmla="*/ 11026 w 11025"/>
                <a:gd name="connsiteY4" fmla="*/ 4436 h 8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25" h="8744">
                  <a:moveTo>
                    <a:pt x="11026" y="4436"/>
                  </a:moveTo>
                  <a:lnTo>
                    <a:pt x="5450" y="8745"/>
                  </a:lnTo>
                  <a:lnTo>
                    <a:pt x="0" y="4436"/>
                  </a:lnTo>
                  <a:lnTo>
                    <a:pt x="5450" y="0"/>
                  </a:lnTo>
                  <a:lnTo>
                    <a:pt x="11026" y="44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0" name="Freeform: Shape 1859">
              <a:extLst>
                <a:ext uri="{FF2B5EF4-FFF2-40B4-BE49-F238E27FC236}">
                  <a16:creationId xmlns:a16="http://schemas.microsoft.com/office/drawing/2014/main" id="{44A0D9EC-F8CC-9AB6-C4E7-B88CD2F71F0C}"/>
                </a:ext>
              </a:extLst>
            </p:cNvPr>
            <p:cNvSpPr/>
            <p:nvPr/>
          </p:nvSpPr>
          <p:spPr>
            <a:xfrm>
              <a:off x="3245582" y="2525878"/>
              <a:ext cx="9378" cy="7477"/>
            </a:xfrm>
            <a:custGeom>
              <a:avLst/>
              <a:gdLst>
                <a:gd name="connsiteX0" fmla="*/ 9378 w 9378"/>
                <a:gd name="connsiteY0" fmla="*/ 3675 h 7477"/>
                <a:gd name="connsiteX1" fmla="*/ 4689 w 9378"/>
                <a:gd name="connsiteY1" fmla="*/ 7477 h 7477"/>
                <a:gd name="connsiteX2" fmla="*/ 0 w 9378"/>
                <a:gd name="connsiteY2" fmla="*/ 3675 h 7477"/>
                <a:gd name="connsiteX3" fmla="*/ 4689 w 9378"/>
                <a:gd name="connsiteY3" fmla="*/ 0 h 7477"/>
                <a:gd name="connsiteX4" fmla="*/ 9378 w 9378"/>
                <a:gd name="connsiteY4" fmla="*/ 3675 h 7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78" h="7477">
                  <a:moveTo>
                    <a:pt x="9378" y="3675"/>
                  </a:moveTo>
                  <a:lnTo>
                    <a:pt x="4689" y="7477"/>
                  </a:lnTo>
                  <a:lnTo>
                    <a:pt x="0" y="3675"/>
                  </a:lnTo>
                  <a:lnTo>
                    <a:pt x="4689" y="0"/>
                  </a:lnTo>
                  <a:lnTo>
                    <a:pt x="9378" y="367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1" name="Freeform: Shape 1860">
              <a:extLst>
                <a:ext uri="{FF2B5EF4-FFF2-40B4-BE49-F238E27FC236}">
                  <a16:creationId xmlns:a16="http://schemas.microsoft.com/office/drawing/2014/main" id="{34688B4D-387B-E39F-56A4-605B240ABD59}"/>
                </a:ext>
              </a:extLst>
            </p:cNvPr>
            <p:cNvSpPr/>
            <p:nvPr/>
          </p:nvSpPr>
          <p:spPr>
            <a:xfrm>
              <a:off x="3296783" y="2430319"/>
              <a:ext cx="8617" cy="6843"/>
            </a:xfrm>
            <a:custGeom>
              <a:avLst/>
              <a:gdLst>
                <a:gd name="connsiteX0" fmla="*/ 8618 w 8617"/>
                <a:gd name="connsiteY0" fmla="*/ 3422 h 6843"/>
                <a:gd name="connsiteX1" fmla="*/ 4309 w 8617"/>
                <a:gd name="connsiteY1" fmla="*/ 6844 h 6843"/>
                <a:gd name="connsiteX2" fmla="*/ 0 w 8617"/>
                <a:gd name="connsiteY2" fmla="*/ 3422 h 6843"/>
                <a:gd name="connsiteX3" fmla="*/ 4309 w 8617"/>
                <a:gd name="connsiteY3" fmla="*/ 0 h 6843"/>
                <a:gd name="connsiteX4" fmla="*/ 8618 w 8617"/>
                <a:gd name="connsiteY4" fmla="*/ 3422 h 6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7" h="6843">
                  <a:moveTo>
                    <a:pt x="8618" y="3422"/>
                  </a:moveTo>
                  <a:lnTo>
                    <a:pt x="4309" y="6844"/>
                  </a:lnTo>
                  <a:lnTo>
                    <a:pt x="0" y="3422"/>
                  </a:lnTo>
                  <a:lnTo>
                    <a:pt x="4309" y="0"/>
                  </a:lnTo>
                  <a:lnTo>
                    <a:pt x="8618" y="342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2" name="Freeform: Shape 1861">
              <a:extLst>
                <a:ext uri="{FF2B5EF4-FFF2-40B4-BE49-F238E27FC236}">
                  <a16:creationId xmlns:a16="http://schemas.microsoft.com/office/drawing/2014/main" id="{1C47842D-E1BC-C7BA-FDFC-A7E08739557F}"/>
                </a:ext>
              </a:extLst>
            </p:cNvPr>
            <p:cNvSpPr/>
            <p:nvPr/>
          </p:nvSpPr>
          <p:spPr>
            <a:xfrm>
              <a:off x="3352800" y="2336534"/>
              <a:ext cx="8111" cy="6336"/>
            </a:xfrm>
            <a:custGeom>
              <a:avLst/>
              <a:gdLst>
                <a:gd name="connsiteX0" fmla="*/ 8111 w 8111"/>
                <a:gd name="connsiteY0" fmla="*/ 3168 h 6336"/>
                <a:gd name="connsiteX1" fmla="*/ 4056 w 8111"/>
                <a:gd name="connsiteY1" fmla="*/ 6337 h 6336"/>
                <a:gd name="connsiteX2" fmla="*/ 0 w 8111"/>
                <a:gd name="connsiteY2" fmla="*/ 3168 h 6336"/>
                <a:gd name="connsiteX3" fmla="*/ 4056 w 8111"/>
                <a:gd name="connsiteY3" fmla="*/ 0 h 6336"/>
                <a:gd name="connsiteX4" fmla="*/ 8111 w 8111"/>
                <a:gd name="connsiteY4" fmla="*/ 3168 h 6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11" h="6336">
                  <a:moveTo>
                    <a:pt x="8111" y="3168"/>
                  </a:moveTo>
                  <a:lnTo>
                    <a:pt x="4056" y="6337"/>
                  </a:lnTo>
                  <a:lnTo>
                    <a:pt x="0" y="3168"/>
                  </a:lnTo>
                  <a:lnTo>
                    <a:pt x="4056" y="0"/>
                  </a:lnTo>
                  <a:lnTo>
                    <a:pt x="8111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3" name="Freeform: Shape 1862">
              <a:extLst>
                <a:ext uri="{FF2B5EF4-FFF2-40B4-BE49-F238E27FC236}">
                  <a16:creationId xmlns:a16="http://schemas.microsoft.com/office/drawing/2014/main" id="{CCED92DE-86B3-B2BB-1FD2-A6E93947DDB8}"/>
                </a:ext>
              </a:extLst>
            </p:cNvPr>
            <p:cNvSpPr/>
            <p:nvPr/>
          </p:nvSpPr>
          <p:spPr>
            <a:xfrm>
              <a:off x="3414014" y="2244651"/>
              <a:ext cx="7224" cy="5829"/>
            </a:xfrm>
            <a:custGeom>
              <a:avLst/>
              <a:gdLst>
                <a:gd name="connsiteX0" fmla="*/ 7224 w 7224"/>
                <a:gd name="connsiteY0" fmla="*/ 2915 h 5829"/>
                <a:gd name="connsiteX1" fmla="*/ 3675 w 7224"/>
                <a:gd name="connsiteY1" fmla="*/ 5830 h 5829"/>
                <a:gd name="connsiteX2" fmla="*/ 0 w 7224"/>
                <a:gd name="connsiteY2" fmla="*/ 2915 h 5829"/>
                <a:gd name="connsiteX3" fmla="*/ 3675 w 7224"/>
                <a:gd name="connsiteY3" fmla="*/ 0 h 5829"/>
                <a:gd name="connsiteX4" fmla="*/ 7224 w 7224"/>
                <a:gd name="connsiteY4" fmla="*/ 2915 h 5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24" h="5829">
                  <a:moveTo>
                    <a:pt x="7224" y="2915"/>
                  </a:moveTo>
                  <a:lnTo>
                    <a:pt x="3675" y="5830"/>
                  </a:lnTo>
                  <a:lnTo>
                    <a:pt x="0" y="2915"/>
                  </a:lnTo>
                  <a:lnTo>
                    <a:pt x="3675" y="0"/>
                  </a:lnTo>
                  <a:lnTo>
                    <a:pt x="7224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4" name="Freeform: Shape 1863">
              <a:extLst>
                <a:ext uri="{FF2B5EF4-FFF2-40B4-BE49-F238E27FC236}">
                  <a16:creationId xmlns:a16="http://schemas.microsoft.com/office/drawing/2014/main" id="{C17198A8-7DF3-E20E-F5D7-2F797B6A38C1}"/>
                </a:ext>
              </a:extLst>
            </p:cNvPr>
            <p:cNvSpPr/>
            <p:nvPr/>
          </p:nvSpPr>
          <p:spPr>
            <a:xfrm>
              <a:off x="3480424" y="2155175"/>
              <a:ext cx="5576" cy="4562"/>
            </a:xfrm>
            <a:custGeom>
              <a:avLst/>
              <a:gdLst>
                <a:gd name="connsiteX0" fmla="*/ 5576 w 5576"/>
                <a:gd name="connsiteY0" fmla="*/ 2281 h 4562"/>
                <a:gd name="connsiteX1" fmla="*/ 2788 w 5576"/>
                <a:gd name="connsiteY1" fmla="*/ 4563 h 4562"/>
                <a:gd name="connsiteX2" fmla="*/ 0 w 5576"/>
                <a:gd name="connsiteY2" fmla="*/ 2281 h 4562"/>
                <a:gd name="connsiteX3" fmla="*/ 2788 w 5576"/>
                <a:gd name="connsiteY3" fmla="*/ 0 h 4562"/>
                <a:gd name="connsiteX4" fmla="*/ 5576 w 5576"/>
                <a:gd name="connsiteY4" fmla="*/ 2281 h 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6" h="4562">
                  <a:moveTo>
                    <a:pt x="5576" y="2281"/>
                  </a:moveTo>
                  <a:lnTo>
                    <a:pt x="2788" y="4563"/>
                  </a:lnTo>
                  <a:lnTo>
                    <a:pt x="0" y="2281"/>
                  </a:lnTo>
                  <a:lnTo>
                    <a:pt x="2788" y="0"/>
                  </a:lnTo>
                  <a:lnTo>
                    <a:pt x="5576" y="22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5" name="Freeform: Shape 1864">
              <a:extLst>
                <a:ext uri="{FF2B5EF4-FFF2-40B4-BE49-F238E27FC236}">
                  <a16:creationId xmlns:a16="http://schemas.microsoft.com/office/drawing/2014/main" id="{809429C7-33BF-433E-9AB1-2AC5DFE295EC}"/>
                </a:ext>
              </a:extLst>
            </p:cNvPr>
            <p:cNvSpPr/>
            <p:nvPr/>
          </p:nvSpPr>
          <p:spPr>
            <a:xfrm>
              <a:off x="3550889" y="2067600"/>
              <a:ext cx="5069" cy="4055"/>
            </a:xfrm>
            <a:custGeom>
              <a:avLst/>
              <a:gdLst>
                <a:gd name="connsiteX0" fmla="*/ 5069 w 5069"/>
                <a:gd name="connsiteY0" fmla="*/ 2028 h 4055"/>
                <a:gd name="connsiteX1" fmla="*/ 2535 w 5069"/>
                <a:gd name="connsiteY1" fmla="*/ 4055 h 4055"/>
                <a:gd name="connsiteX2" fmla="*/ 0 w 5069"/>
                <a:gd name="connsiteY2" fmla="*/ 2028 h 4055"/>
                <a:gd name="connsiteX3" fmla="*/ 2535 w 5069"/>
                <a:gd name="connsiteY3" fmla="*/ 0 h 4055"/>
                <a:gd name="connsiteX4" fmla="*/ 5069 w 5069"/>
                <a:gd name="connsiteY4" fmla="*/ 2028 h 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9" h="4055">
                  <a:moveTo>
                    <a:pt x="5069" y="2028"/>
                  </a:moveTo>
                  <a:lnTo>
                    <a:pt x="2535" y="4055"/>
                  </a:lnTo>
                  <a:lnTo>
                    <a:pt x="0" y="2028"/>
                  </a:lnTo>
                  <a:lnTo>
                    <a:pt x="2535" y="0"/>
                  </a:lnTo>
                  <a:lnTo>
                    <a:pt x="5069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6" name="Freeform: Shape 1865">
              <a:extLst>
                <a:ext uri="{FF2B5EF4-FFF2-40B4-BE49-F238E27FC236}">
                  <a16:creationId xmlns:a16="http://schemas.microsoft.com/office/drawing/2014/main" id="{CD3D59F7-9A20-B9E5-CE0A-8F678816B6AA}"/>
                </a:ext>
              </a:extLst>
            </p:cNvPr>
            <p:cNvSpPr/>
            <p:nvPr/>
          </p:nvSpPr>
          <p:spPr>
            <a:xfrm>
              <a:off x="3626550" y="1982941"/>
              <a:ext cx="3422" cy="2788"/>
            </a:xfrm>
            <a:custGeom>
              <a:avLst/>
              <a:gdLst>
                <a:gd name="connsiteX0" fmla="*/ 3422 w 3422"/>
                <a:gd name="connsiteY0" fmla="*/ 1394 h 2788"/>
                <a:gd name="connsiteX1" fmla="*/ 1648 w 3422"/>
                <a:gd name="connsiteY1" fmla="*/ 2788 h 2788"/>
                <a:gd name="connsiteX2" fmla="*/ 0 w 3422"/>
                <a:gd name="connsiteY2" fmla="*/ 1394 h 2788"/>
                <a:gd name="connsiteX3" fmla="*/ 1648 w 3422"/>
                <a:gd name="connsiteY3" fmla="*/ 0 h 2788"/>
                <a:gd name="connsiteX4" fmla="*/ 3422 w 3422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22" h="2788">
                  <a:moveTo>
                    <a:pt x="3422" y="1394"/>
                  </a:moveTo>
                  <a:lnTo>
                    <a:pt x="1648" y="2788"/>
                  </a:lnTo>
                  <a:lnTo>
                    <a:pt x="0" y="1394"/>
                  </a:lnTo>
                  <a:lnTo>
                    <a:pt x="1648" y="0"/>
                  </a:lnTo>
                  <a:lnTo>
                    <a:pt x="3422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7" name="Freeform: Shape 1866">
              <a:extLst>
                <a:ext uri="{FF2B5EF4-FFF2-40B4-BE49-F238E27FC236}">
                  <a16:creationId xmlns:a16="http://schemas.microsoft.com/office/drawing/2014/main" id="{A49331F5-532F-737F-4228-81D53F8E4F37}"/>
                </a:ext>
              </a:extLst>
            </p:cNvPr>
            <p:cNvSpPr/>
            <p:nvPr/>
          </p:nvSpPr>
          <p:spPr>
            <a:xfrm>
              <a:off x="3706014" y="1900309"/>
              <a:ext cx="3041" cy="2281"/>
            </a:xfrm>
            <a:custGeom>
              <a:avLst/>
              <a:gdLst>
                <a:gd name="connsiteX0" fmla="*/ 3042 w 3041"/>
                <a:gd name="connsiteY0" fmla="*/ 1141 h 2281"/>
                <a:gd name="connsiteX1" fmla="*/ 1521 w 3041"/>
                <a:gd name="connsiteY1" fmla="*/ 2281 h 2281"/>
                <a:gd name="connsiteX2" fmla="*/ 0 w 3041"/>
                <a:gd name="connsiteY2" fmla="*/ 1141 h 2281"/>
                <a:gd name="connsiteX3" fmla="*/ 1521 w 3041"/>
                <a:gd name="connsiteY3" fmla="*/ 0 h 2281"/>
                <a:gd name="connsiteX4" fmla="*/ 3042 w 3041"/>
                <a:gd name="connsiteY4" fmla="*/ 1141 h 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1" h="2281">
                  <a:moveTo>
                    <a:pt x="3042" y="1141"/>
                  </a:moveTo>
                  <a:lnTo>
                    <a:pt x="1521" y="2281"/>
                  </a:lnTo>
                  <a:lnTo>
                    <a:pt x="0" y="1141"/>
                  </a:lnTo>
                  <a:lnTo>
                    <a:pt x="1521" y="0"/>
                  </a:lnTo>
                  <a:lnTo>
                    <a:pt x="3042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8" name="Freeform: Shape 1867">
              <a:extLst>
                <a:ext uri="{FF2B5EF4-FFF2-40B4-BE49-F238E27FC236}">
                  <a16:creationId xmlns:a16="http://schemas.microsoft.com/office/drawing/2014/main" id="{D42E5921-1326-2070-8BF7-080454FAC8F3}"/>
                </a:ext>
              </a:extLst>
            </p:cNvPr>
            <p:cNvSpPr/>
            <p:nvPr/>
          </p:nvSpPr>
          <p:spPr>
            <a:xfrm>
              <a:off x="3790420" y="1820846"/>
              <a:ext cx="1394" cy="1013"/>
            </a:xfrm>
            <a:custGeom>
              <a:avLst/>
              <a:gdLst>
                <a:gd name="connsiteX0" fmla="*/ 1394 w 1394"/>
                <a:gd name="connsiteY0" fmla="*/ 507 h 1013"/>
                <a:gd name="connsiteX1" fmla="*/ 761 w 1394"/>
                <a:gd name="connsiteY1" fmla="*/ 1014 h 1013"/>
                <a:gd name="connsiteX2" fmla="*/ 0 w 1394"/>
                <a:gd name="connsiteY2" fmla="*/ 507 h 1013"/>
                <a:gd name="connsiteX3" fmla="*/ 761 w 1394"/>
                <a:gd name="connsiteY3" fmla="*/ 0 h 1013"/>
                <a:gd name="connsiteX4" fmla="*/ 1394 w 1394"/>
                <a:gd name="connsiteY4" fmla="*/ 507 h 1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" h="1013">
                  <a:moveTo>
                    <a:pt x="1394" y="507"/>
                  </a:moveTo>
                  <a:lnTo>
                    <a:pt x="761" y="1014"/>
                  </a:lnTo>
                  <a:lnTo>
                    <a:pt x="0" y="507"/>
                  </a:lnTo>
                  <a:lnTo>
                    <a:pt x="761" y="0"/>
                  </a:lnTo>
                  <a:lnTo>
                    <a:pt x="1394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9" name="Freeform: Shape 1868">
              <a:extLst>
                <a:ext uri="{FF2B5EF4-FFF2-40B4-BE49-F238E27FC236}">
                  <a16:creationId xmlns:a16="http://schemas.microsoft.com/office/drawing/2014/main" id="{01C771FE-EFDE-8458-C4CA-E352AB04DB52}"/>
                </a:ext>
              </a:extLst>
            </p:cNvPr>
            <p:cNvSpPr/>
            <p:nvPr/>
          </p:nvSpPr>
          <p:spPr>
            <a:xfrm>
              <a:off x="3878501" y="1743790"/>
              <a:ext cx="633" cy="507"/>
            </a:xfrm>
            <a:custGeom>
              <a:avLst/>
              <a:gdLst>
                <a:gd name="connsiteX0" fmla="*/ 634 w 633"/>
                <a:gd name="connsiteY0" fmla="*/ 254 h 507"/>
                <a:gd name="connsiteX1" fmla="*/ 380 w 633"/>
                <a:gd name="connsiteY1" fmla="*/ 507 h 507"/>
                <a:gd name="connsiteX2" fmla="*/ 0 w 633"/>
                <a:gd name="connsiteY2" fmla="*/ 254 h 507"/>
                <a:gd name="connsiteX3" fmla="*/ 380 w 633"/>
                <a:gd name="connsiteY3" fmla="*/ 0 h 507"/>
                <a:gd name="connsiteX4" fmla="*/ 634 w 633"/>
                <a:gd name="connsiteY4" fmla="*/ 254 h 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" h="507">
                  <a:moveTo>
                    <a:pt x="634" y="254"/>
                  </a:moveTo>
                  <a:lnTo>
                    <a:pt x="380" y="507"/>
                  </a:lnTo>
                  <a:lnTo>
                    <a:pt x="0" y="254"/>
                  </a:lnTo>
                  <a:lnTo>
                    <a:pt x="380" y="0"/>
                  </a:lnTo>
                  <a:lnTo>
                    <a:pt x="634" y="2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0" name="Freeform: Shape 1869">
              <a:extLst>
                <a:ext uri="{FF2B5EF4-FFF2-40B4-BE49-F238E27FC236}">
                  <a16:creationId xmlns:a16="http://schemas.microsoft.com/office/drawing/2014/main" id="{F211FCD0-477E-BC1D-9029-0F9151758A52}"/>
                </a:ext>
              </a:extLst>
            </p:cNvPr>
            <p:cNvSpPr/>
            <p:nvPr/>
          </p:nvSpPr>
          <p:spPr>
            <a:xfrm>
              <a:off x="3970385" y="1669649"/>
              <a:ext cx="380" cy="253"/>
            </a:xfrm>
            <a:custGeom>
              <a:avLst/>
              <a:gdLst>
                <a:gd name="connsiteX0" fmla="*/ 380 w 380"/>
                <a:gd name="connsiteY0" fmla="*/ 127 h 253"/>
                <a:gd name="connsiteX1" fmla="*/ 127 w 380"/>
                <a:gd name="connsiteY1" fmla="*/ 254 h 253"/>
                <a:gd name="connsiteX2" fmla="*/ 0 w 380"/>
                <a:gd name="connsiteY2" fmla="*/ 127 h 253"/>
                <a:gd name="connsiteX3" fmla="*/ 127 w 380"/>
                <a:gd name="connsiteY3" fmla="*/ 0 h 253"/>
                <a:gd name="connsiteX4" fmla="*/ 380 w 380"/>
                <a:gd name="connsiteY4" fmla="*/ 127 h 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" h="253">
                  <a:moveTo>
                    <a:pt x="380" y="127"/>
                  </a:moveTo>
                  <a:lnTo>
                    <a:pt x="127" y="254"/>
                  </a:lnTo>
                  <a:lnTo>
                    <a:pt x="0" y="127"/>
                  </a:lnTo>
                  <a:lnTo>
                    <a:pt x="127" y="0"/>
                  </a:lnTo>
                  <a:lnTo>
                    <a:pt x="380" y="12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1" name="Freeform: Shape 1870">
              <a:extLst>
                <a:ext uri="{FF2B5EF4-FFF2-40B4-BE49-F238E27FC236}">
                  <a16:creationId xmlns:a16="http://schemas.microsoft.com/office/drawing/2014/main" id="{A2725731-75BB-0A6D-F09C-6F25A2F05CCB}"/>
                </a:ext>
              </a:extLst>
            </p:cNvPr>
            <p:cNvSpPr/>
            <p:nvPr/>
          </p:nvSpPr>
          <p:spPr>
            <a:xfrm>
              <a:off x="4065690" y="1598297"/>
              <a:ext cx="887" cy="633"/>
            </a:xfrm>
            <a:custGeom>
              <a:avLst/>
              <a:gdLst>
                <a:gd name="connsiteX0" fmla="*/ 887 w 887"/>
                <a:gd name="connsiteY0" fmla="*/ 253 h 633"/>
                <a:gd name="connsiteX1" fmla="*/ 380 w 887"/>
                <a:gd name="connsiteY1" fmla="*/ 634 h 633"/>
                <a:gd name="connsiteX2" fmla="*/ 0 w 887"/>
                <a:gd name="connsiteY2" fmla="*/ 253 h 633"/>
                <a:gd name="connsiteX3" fmla="*/ 380 w 887"/>
                <a:gd name="connsiteY3" fmla="*/ 0 h 633"/>
                <a:gd name="connsiteX4" fmla="*/ 887 w 887"/>
                <a:gd name="connsiteY4" fmla="*/ 253 h 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7" h="633">
                  <a:moveTo>
                    <a:pt x="887" y="253"/>
                  </a:moveTo>
                  <a:lnTo>
                    <a:pt x="380" y="634"/>
                  </a:lnTo>
                  <a:lnTo>
                    <a:pt x="0" y="253"/>
                  </a:lnTo>
                  <a:lnTo>
                    <a:pt x="380" y="0"/>
                  </a:lnTo>
                  <a:lnTo>
                    <a:pt x="887" y="25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2" name="Freeform: Shape 1871">
              <a:extLst>
                <a:ext uri="{FF2B5EF4-FFF2-40B4-BE49-F238E27FC236}">
                  <a16:creationId xmlns:a16="http://schemas.microsoft.com/office/drawing/2014/main" id="{667E836A-3BF6-C03B-57D5-EB39C70960F1}"/>
                </a:ext>
              </a:extLst>
            </p:cNvPr>
            <p:cNvSpPr/>
            <p:nvPr/>
          </p:nvSpPr>
          <p:spPr>
            <a:xfrm>
              <a:off x="4164544" y="1529860"/>
              <a:ext cx="1774" cy="1520"/>
            </a:xfrm>
            <a:custGeom>
              <a:avLst/>
              <a:gdLst>
                <a:gd name="connsiteX0" fmla="*/ 1774 w 1774"/>
                <a:gd name="connsiteY0" fmla="*/ 760 h 1520"/>
                <a:gd name="connsiteX1" fmla="*/ 887 w 1774"/>
                <a:gd name="connsiteY1" fmla="*/ 1521 h 1520"/>
                <a:gd name="connsiteX2" fmla="*/ 0 w 1774"/>
                <a:gd name="connsiteY2" fmla="*/ 760 h 1520"/>
                <a:gd name="connsiteX3" fmla="*/ 887 w 1774"/>
                <a:gd name="connsiteY3" fmla="*/ 0 h 1520"/>
                <a:gd name="connsiteX4" fmla="*/ 1774 w 1774"/>
                <a:gd name="connsiteY4" fmla="*/ 760 h 1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" h="1520">
                  <a:moveTo>
                    <a:pt x="1774" y="760"/>
                  </a:moveTo>
                  <a:lnTo>
                    <a:pt x="887" y="1521"/>
                  </a:lnTo>
                  <a:lnTo>
                    <a:pt x="0" y="760"/>
                  </a:lnTo>
                  <a:lnTo>
                    <a:pt x="887" y="0"/>
                  </a:lnTo>
                  <a:lnTo>
                    <a:pt x="1774" y="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3" name="Freeform: Shape 1872">
              <a:extLst>
                <a:ext uri="{FF2B5EF4-FFF2-40B4-BE49-F238E27FC236}">
                  <a16:creationId xmlns:a16="http://schemas.microsoft.com/office/drawing/2014/main" id="{F5A30733-8D88-0203-01B2-76734FC6F340}"/>
                </a:ext>
              </a:extLst>
            </p:cNvPr>
            <p:cNvSpPr/>
            <p:nvPr/>
          </p:nvSpPr>
          <p:spPr>
            <a:xfrm>
              <a:off x="4266947" y="1465098"/>
              <a:ext cx="2408" cy="1901"/>
            </a:xfrm>
            <a:custGeom>
              <a:avLst/>
              <a:gdLst>
                <a:gd name="connsiteX0" fmla="*/ 2408 w 2408"/>
                <a:gd name="connsiteY0" fmla="*/ 887 h 1901"/>
                <a:gd name="connsiteX1" fmla="*/ 1141 w 2408"/>
                <a:gd name="connsiteY1" fmla="*/ 1901 h 1901"/>
                <a:gd name="connsiteX2" fmla="*/ 0 w 2408"/>
                <a:gd name="connsiteY2" fmla="*/ 887 h 1901"/>
                <a:gd name="connsiteX3" fmla="*/ 1141 w 2408"/>
                <a:gd name="connsiteY3" fmla="*/ 0 h 1901"/>
                <a:gd name="connsiteX4" fmla="*/ 2408 w 2408"/>
                <a:gd name="connsiteY4" fmla="*/ 887 h 1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8" h="1901">
                  <a:moveTo>
                    <a:pt x="2408" y="887"/>
                  </a:moveTo>
                  <a:lnTo>
                    <a:pt x="1141" y="1901"/>
                  </a:lnTo>
                  <a:lnTo>
                    <a:pt x="0" y="887"/>
                  </a:lnTo>
                  <a:lnTo>
                    <a:pt x="1141" y="0"/>
                  </a:lnTo>
                  <a:lnTo>
                    <a:pt x="2408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4" name="Freeform: Shape 1873">
              <a:extLst>
                <a:ext uri="{FF2B5EF4-FFF2-40B4-BE49-F238E27FC236}">
                  <a16:creationId xmlns:a16="http://schemas.microsoft.com/office/drawing/2014/main" id="{302C481B-6C54-9FF4-7FEA-40F80E51DE63}"/>
                </a:ext>
              </a:extLst>
            </p:cNvPr>
            <p:cNvSpPr/>
            <p:nvPr/>
          </p:nvSpPr>
          <p:spPr>
            <a:xfrm>
              <a:off x="4372391" y="1403504"/>
              <a:ext cx="3548" cy="2788"/>
            </a:xfrm>
            <a:custGeom>
              <a:avLst/>
              <a:gdLst>
                <a:gd name="connsiteX0" fmla="*/ 3549 w 3548"/>
                <a:gd name="connsiteY0" fmla="*/ 1394 h 2788"/>
                <a:gd name="connsiteX1" fmla="*/ 1774 w 3548"/>
                <a:gd name="connsiteY1" fmla="*/ 2788 h 2788"/>
                <a:gd name="connsiteX2" fmla="*/ 0 w 3548"/>
                <a:gd name="connsiteY2" fmla="*/ 1394 h 2788"/>
                <a:gd name="connsiteX3" fmla="*/ 1774 w 3548"/>
                <a:gd name="connsiteY3" fmla="*/ 0 h 2788"/>
                <a:gd name="connsiteX4" fmla="*/ 3549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9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9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5" name="Freeform: Shape 1874">
              <a:extLst>
                <a:ext uri="{FF2B5EF4-FFF2-40B4-BE49-F238E27FC236}">
                  <a16:creationId xmlns:a16="http://schemas.microsoft.com/office/drawing/2014/main" id="{76559329-21B8-828F-054D-391CB18ABB91}"/>
                </a:ext>
              </a:extLst>
            </p:cNvPr>
            <p:cNvSpPr/>
            <p:nvPr/>
          </p:nvSpPr>
          <p:spPr>
            <a:xfrm>
              <a:off x="4481384" y="1345712"/>
              <a:ext cx="4055" cy="3295"/>
            </a:xfrm>
            <a:custGeom>
              <a:avLst/>
              <a:gdLst>
                <a:gd name="connsiteX0" fmla="*/ 4056 w 4055"/>
                <a:gd name="connsiteY0" fmla="*/ 1648 h 3295"/>
                <a:gd name="connsiteX1" fmla="*/ 2028 w 4055"/>
                <a:gd name="connsiteY1" fmla="*/ 3295 h 3295"/>
                <a:gd name="connsiteX2" fmla="*/ 0 w 4055"/>
                <a:gd name="connsiteY2" fmla="*/ 1648 h 3295"/>
                <a:gd name="connsiteX3" fmla="*/ 2028 w 4055"/>
                <a:gd name="connsiteY3" fmla="*/ 0 h 3295"/>
                <a:gd name="connsiteX4" fmla="*/ 4056 w 4055"/>
                <a:gd name="connsiteY4" fmla="*/ 1648 h 3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5" h="3295">
                  <a:moveTo>
                    <a:pt x="4056" y="1648"/>
                  </a:moveTo>
                  <a:lnTo>
                    <a:pt x="2028" y="3295"/>
                  </a:lnTo>
                  <a:lnTo>
                    <a:pt x="0" y="1648"/>
                  </a:lnTo>
                  <a:lnTo>
                    <a:pt x="2028" y="0"/>
                  </a:lnTo>
                  <a:lnTo>
                    <a:pt x="4056" y="164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6" name="Freeform: Shape 1875">
              <a:extLst>
                <a:ext uri="{FF2B5EF4-FFF2-40B4-BE49-F238E27FC236}">
                  <a16:creationId xmlns:a16="http://schemas.microsoft.com/office/drawing/2014/main" id="{B4506B4E-6F62-8775-45BD-3995194A7313}"/>
                </a:ext>
              </a:extLst>
            </p:cNvPr>
            <p:cNvSpPr/>
            <p:nvPr/>
          </p:nvSpPr>
          <p:spPr>
            <a:xfrm>
              <a:off x="4592912" y="1291343"/>
              <a:ext cx="5323" cy="4182"/>
            </a:xfrm>
            <a:custGeom>
              <a:avLst/>
              <a:gdLst>
                <a:gd name="connsiteX0" fmla="*/ 5323 w 5323"/>
                <a:gd name="connsiteY0" fmla="*/ 2154 h 4182"/>
                <a:gd name="connsiteX1" fmla="*/ 2661 w 5323"/>
                <a:gd name="connsiteY1" fmla="*/ 4182 h 4182"/>
                <a:gd name="connsiteX2" fmla="*/ 0 w 5323"/>
                <a:gd name="connsiteY2" fmla="*/ 2154 h 4182"/>
                <a:gd name="connsiteX3" fmla="*/ 2661 w 5323"/>
                <a:gd name="connsiteY3" fmla="*/ 0 h 4182"/>
                <a:gd name="connsiteX4" fmla="*/ 5323 w 5323"/>
                <a:gd name="connsiteY4" fmla="*/ 2154 h 4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23" h="4182">
                  <a:moveTo>
                    <a:pt x="5323" y="2154"/>
                  </a:moveTo>
                  <a:lnTo>
                    <a:pt x="2661" y="4182"/>
                  </a:lnTo>
                  <a:lnTo>
                    <a:pt x="0" y="2154"/>
                  </a:lnTo>
                  <a:lnTo>
                    <a:pt x="2661" y="0"/>
                  </a:lnTo>
                  <a:lnTo>
                    <a:pt x="5323" y="21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7" name="Freeform: Shape 1876">
              <a:extLst>
                <a:ext uri="{FF2B5EF4-FFF2-40B4-BE49-F238E27FC236}">
                  <a16:creationId xmlns:a16="http://schemas.microsoft.com/office/drawing/2014/main" id="{864F8520-5F4B-BB6B-DA22-672B077D85E0}"/>
                </a:ext>
              </a:extLst>
            </p:cNvPr>
            <p:cNvSpPr/>
            <p:nvPr/>
          </p:nvSpPr>
          <p:spPr>
            <a:xfrm>
              <a:off x="4707735" y="1241282"/>
              <a:ext cx="5323" cy="4182"/>
            </a:xfrm>
            <a:custGeom>
              <a:avLst/>
              <a:gdLst>
                <a:gd name="connsiteX0" fmla="*/ 5323 w 5323"/>
                <a:gd name="connsiteY0" fmla="*/ 2155 h 4182"/>
                <a:gd name="connsiteX1" fmla="*/ 2662 w 5323"/>
                <a:gd name="connsiteY1" fmla="*/ 4182 h 4182"/>
                <a:gd name="connsiteX2" fmla="*/ 0 w 5323"/>
                <a:gd name="connsiteY2" fmla="*/ 2155 h 4182"/>
                <a:gd name="connsiteX3" fmla="*/ 2662 w 5323"/>
                <a:gd name="connsiteY3" fmla="*/ 0 h 4182"/>
                <a:gd name="connsiteX4" fmla="*/ 5323 w 5323"/>
                <a:gd name="connsiteY4" fmla="*/ 2155 h 4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23" h="4182">
                  <a:moveTo>
                    <a:pt x="5323" y="2155"/>
                  </a:moveTo>
                  <a:lnTo>
                    <a:pt x="2662" y="4182"/>
                  </a:lnTo>
                  <a:lnTo>
                    <a:pt x="0" y="2155"/>
                  </a:lnTo>
                  <a:lnTo>
                    <a:pt x="2662" y="0"/>
                  </a:lnTo>
                  <a:lnTo>
                    <a:pt x="5323" y="215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8" name="Freeform: Shape 1877">
              <a:extLst>
                <a:ext uri="{FF2B5EF4-FFF2-40B4-BE49-F238E27FC236}">
                  <a16:creationId xmlns:a16="http://schemas.microsoft.com/office/drawing/2014/main" id="{F6B0E8AA-AD5A-439B-A939-BC2D7B1D883A}"/>
                </a:ext>
              </a:extLst>
            </p:cNvPr>
            <p:cNvSpPr/>
            <p:nvPr/>
          </p:nvSpPr>
          <p:spPr>
            <a:xfrm>
              <a:off x="4824585" y="1194643"/>
              <a:ext cx="6463" cy="5069"/>
            </a:xfrm>
            <a:custGeom>
              <a:avLst/>
              <a:gdLst>
                <a:gd name="connsiteX0" fmla="*/ 6464 w 6463"/>
                <a:gd name="connsiteY0" fmla="*/ 2535 h 5069"/>
                <a:gd name="connsiteX1" fmla="*/ 3295 w 6463"/>
                <a:gd name="connsiteY1" fmla="*/ 5069 h 5069"/>
                <a:gd name="connsiteX2" fmla="*/ 0 w 6463"/>
                <a:gd name="connsiteY2" fmla="*/ 2535 h 5069"/>
                <a:gd name="connsiteX3" fmla="*/ 3295 w 6463"/>
                <a:gd name="connsiteY3" fmla="*/ 0 h 5069"/>
                <a:gd name="connsiteX4" fmla="*/ 6464 w 6463"/>
                <a:gd name="connsiteY4" fmla="*/ 2535 h 5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069">
                  <a:moveTo>
                    <a:pt x="6464" y="2535"/>
                  </a:moveTo>
                  <a:lnTo>
                    <a:pt x="3295" y="5069"/>
                  </a:lnTo>
                  <a:lnTo>
                    <a:pt x="0" y="2535"/>
                  </a:lnTo>
                  <a:lnTo>
                    <a:pt x="3295" y="0"/>
                  </a:lnTo>
                  <a:lnTo>
                    <a:pt x="6464" y="253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9" name="Freeform: Shape 1878">
              <a:extLst>
                <a:ext uri="{FF2B5EF4-FFF2-40B4-BE49-F238E27FC236}">
                  <a16:creationId xmlns:a16="http://schemas.microsoft.com/office/drawing/2014/main" id="{FE9F4E3B-1970-BA72-A260-7E0D2D96FC4C}"/>
                </a:ext>
              </a:extLst>
            </p:cNvPr>
            <p:cNvSpPr/>
            <p:nvPr/>
          </p:nvSpPr>
          <p:spPr>
            <a:xfrm>
              <a:off x="4943971" y="1151933"/>
              <a:ext cx="7224" cy="5829"/>
            </a:xfrm>
            <a:custGeom>
              <a:avLst/>
              <a:gdLst>
                <a:gd name="connsiteX0" fmla="*/ 7224 w 7224"/>
                <a:gd name="connsiteY0" fmla="*/ 2915 h 5829"/>
                <a:gd name="connsiteX1" fmla="*/ 3675 w 7224"/>
                <a:gd name="connsiteY1" fmla="*/ 5830 h 5829"/>
                <a:gd name="connsiteX2" fmla="*/ 0 w 7224"/>
                <a:gd name="connsiteY2" fmla="*/ 2915 h 5829"/>
                <a:gd name="connsiteX3" fmla="*/ 3675 w 7224"/>
                <a:gd name="connsiteY3" fmla="*/ 0 h 5829"/>
                <a:gd name="connsiteX4" fmla="*/ 7224 w 7224"/>
                <a:gd name="connsiteY4" fmla="*/ 2915 h 5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24" h="5829">
                  <a:moveTo>
                    <a:pt x="7224" y="2915"/>
                  </a:moveTo>
                  <a:lnTo>
                    <a:pt x="3675" y="5830"/>
                  </a:lnTo>
                  <a:lnTo>
                    <a:pt x="0" y="2915"/>
                  </a:lnTo>
                  <a:lnTo>
                    <a:pt x="3675" y="0"/>
                  </a:lnTo>
                  <a:lnTo>
                    <a:pt x="7224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0" name="Freeform: Shape 1879">
              <a:extLst>
                <a:ext uri="{FF2B5EF4-FFF2-40B4-BE49-F238E27FC236}">
                  <a16:creationId xmlns:a16="http://schemas.microsoft.com/office/drawing/2014/main" id="{7E748405-B477-A561-C94E-CB9A4FA07941}"/>
                </a:ext>
              </a:extLst>
            </p:cNvPr>
            <p:cNvSpPr/>
            <p:nvPr/>
          </p:nvSpPr>
          <p:spPr>
            <a:xfrm>
              <a:off x="5065257" y="1113279"/>
              <a:ext cx="8491" cy="6590"/>
            </a:xfrm>
            <a:custGeom>
              <a:avLst/>
              <a:gdLst>
                <a:gd name="connsiteX0" fmla="*/ 8491 w 8491"/>
                <a:gd name="connsiteY0" fmla="*/ 3295 h 6590"/>
                <a:gd name="connsiteX1" fmla="*/ 4309 w 8491"/>
                <a:gd name="connsiteY1" fmla="*/ 6590 h 6590"/>
                <a:gd name="connsiteX2" fmla="*/ 0 w 8491"/>
                <a:gd name="connsiteY2" fmla="*/ 3295 h 6590"/>
                <a:gd name="connsiteX3" fmla="*/ 4309 w 8491"/>
                <a:gd name="connsiteY3" fmla="*/ 0 h 6590"/>
                <a:gd name="connsiteX4" fmla="*/ 8491 w 8491"/>
                <a:gd name="connsiteY4" fmla="*/ 3295 h 6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91" h="6590">
                  <a:moveTo>
                    <a:pt x="8491" y="3295"/>
                  </a:moveTo>
                  <a:lnTo>
                    <a:pt x="4309" y="6590"/>
                  </a:lnTo>
                  <a:lnTo>
                    <a:pt x="0" y="3295"/>
                  </a:lnTo>
                  <a:lnTo>
                    <a:pt x="4309" y="0"/>
                  </a:lnTo>
                  <a:lnTo>
                    <a:pt x="8491" y="32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1" name="Freeform: Shape 1880">
              <a:extLst>
                <a:ext uri="{FF2B5EF4-FFF2-40B4-BE49-F238E27FC236}">
                  <a16:creationId xmlns:a16="http://schemas.microsoft.com/office/drawing/2014/main" id="{AE6CC728-9EF2-E94F-1464-BE8BB0D3C36C}"/>
                </a:ext>
              </a:extLst>
            </p:cNvPr>
            <p:cNvSpPr/>
            <p:nvPr/>
          </p:nvSpPr>
          <p:spPr>
            <a:xfrm>
              <a:off x="5188698" y="1078680"/>
              <a:ext cx="9251" cy="7350"/>
            </a:xfrm>
            <a:custGeom>
              <a:avLst/>
              <a:gdLst>
                <a:gd name="connsiteX0" fmla="*/ 9252 w 9251"/>
                <a:gd name="connsiteY0" fmla="*/ 3675 h 7350"/>
                <a:gd name="connsiteX1" fmla="*/ 4689 w 9251"/>
                <a:gd name="connsiteY1" fmla="*/ 7351 h 7350"/>
                <a:gd name="connsiteX2" fmla="*/ 0 w 9251"/>
                <a:gd name="connsiteY2" fmla="*/ 3675 h 7350"/>
                <a:gd name="connsiteX3" fmla="*/ 4689 w 9251"/>
                <a:gd name="connsiteY3" fmla="*/ 0 h 7350"/>
                <a:gd name="connsiteX4" fmla="*/ 9252 w 9251"/>
                <a:gd name="connsiteY4" fmla="*/ 3675 h 7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51" h="7350">
                  <a:moveTo>
                    <a:pt x="9252" y="3675"/>
                  </a:moveTo>
                  <a:lnTo>
                    <a:pt x="4689" y="7351"/>
                  </a:lnTo>
                  <a:lnTo>
                    <a:pt x="0" y="3675"/>
                  </a:lnTo>
                  <a:lnTo>
                    <a:pt x="4689" y="0"/>
                  </a:lnTo>
                  <a:lnTo>
                    <a:pt x="9252" y="367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2" name="Freeform: Shape 1881">
              <a:extLst>
                <a:ext uri="{FF2B5EF4-FFF2-40B4-BE49-F238E27FC236}">
                  <a16:creationId xmlns:a16="http://schemas.microsoft.com/office/drawing/2014/main" id="{6EA2CC41-503A-FE49-2904-93F389DF5768}"/>
                </a:ext>
              </a:extLst>
            </p:cNvPr>
            <p:cNvSpPr/>
            <p:nvPr/>
          </p:nvSpPr>
          <p:spPr>
            <a:xfrm>
              <a:off x="5313913" y="1048390"/>
              <a:ext cx="9885" cy="7857"/>
            </a:xfrm>
            <a:custGeom>
              <a:avLst/>
              <a:gdLst>
                <a:gd name="connsiteX0" fmla="*/ 9885 w 9885"/>
                <a:gd name="connsiteY0" fmla="*/ 3929 h 7857"/>
                <a:gd name="connsiteX1" fmla="*/ 4943 w 9885"/>
                <a:gd name="connsiteY1" fmla="*/ 7858 h 7857"/>
                <a:gd name="connsiteX2" fmla="*/ 0 w 9885"/>
                <a:gd name="connsiteY2" fmla="*/ 3929 h 7857"/>
                <a:gd name="connsiteX3" fmla="*/ 4943 w 9885"/>
                <a:gd name="connsiteY3" fmla="*/ 0 h 7857"/>
                <a:gd name="connsiteX4" fmla="*/ 9885 w 9885"/>
                <a:gd name="connsiteY4" fmla="*/ 3929 h 7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85" h="7857">
                  <a:moveTo>
                    <a:pt x="9885" y="3929"/>
                  </a:moveTo>
                  <a:lnTo>
                    <a:pt x="4943" y="7858"/>
                  </a:lnTo>
                  <a:lnTo>
                    <a:pt x="0" y="3929"/>
                  </a:lnTo>
                  <a:lnTo>
                    <a:pt x="4943" y="0"/>
                  </a:lnTo>
                  <a:lnTo>
                    <a:pt x="9885" y="392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3" name="Freeform: Shape 1882">
              <a:extLst>
                <a:ext uri="{FF2B5EF4-FFF2-40B4-BE49-F238E27FC236}">
                  <a16:creationId xmlns:a16="http://schemas.microsoft.com/office/drawing/2014/main" id="{3AD21CDC-6D56-4E0A-591A-55291F668486}"/>
                </a:ext>
              </a:extLst>
            </p:cNvPr>
            <p:cNvSpPr/>
            <p:nvPr/>
          </p:nvSpPr>
          <p:spPr>
            <a:xfrm>
              <a:off x="5440269" y="1022029"/>
              <a:ext cx="11152" cy="8871"/>
            </a:xfrm>
            <a:custGeom>
              <a:avLst/>
              <a:gdLst>
                <a:gd name="connsiteX0" fmla="*/ 11153 w 11152"/>
                <a:gd name="connsiteY0" fmla="*/ 4436 h 8871"/>
                <a:gd name="connsiteX1" fmla="*/ 5576 w 11152"/>
                <a:gd name="connsiteY1" fmla="*/ 8871 h 8871"/>
                <a:gd name="connsiteX2" fmla="*/ 0 w 11152"/>
                <a:gd name="connsiteY2" fmla="*/ 4436 h 8871"/>
                <a:gd name="connsiteX3" fmla="*/ 5576 w 11152"/>
                <a:gd name="connsiteY3" fmla="*/ 0 h 8871"/>
                <a:gd name="connsiteX4" fmla="*/ 11153 w 11152"/>
                <a:gd name="connsiteY4" fmla="*/ 4436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52" h="8871">
                  <a:moveTo>
                    <a:pt x="11153" y="4436"/>
                  </a:moveTo>
                  <a:lnTo>
                    <a:pt x="5576" y="8871"/>
                  </a:lnTo>
                  <a:lnTo>
                    <a:pt x="0" y="4436"/>
                  </a:lnTo>
                  <a:lnTo>
                    <a:pt x="5576" y="0"/>
                  </a:lnTo>
                  <a:lnTo>
                    <a:pt x="11153" y="44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4" name="Freeform: Shape 1883">
              <a:extLst>
                <a:ext uri="{FF2B5EF4-FFF2-40B4-BE49-F238E27FC236}">
                  <a16:creationId xmlns:a16="http://schemas.microsoft.com/office/drawing/2014/main" id="{51B75EDA-013E-D8FB-9395-E0E12FB6E5C3}"/>
                </a:ext>
              </a:extLst>
            </p:cNvPr>
            <p:cNvSpPr/>
            <p:nvPr/>
          </p:nvSpPr>
          <p:spPr>
            <a:xfrm>
              <a:off x="5568145" y="1000103"/>
              <a:ext cx="11913" cy="9505"/>
            </a:xfrm>
            <a:custGeom>
              <a:avLst/>
              <a:gdLst>
                <a:gd name="connsiteX0" fmla="*/ 11913 w 11913"/>
                <a:gd name="connsiteY0" fmla="*/ 4689 h 9505"/>
                <a:gd name="connsiteX1" fmla="*/ 5957 w 11913"/>
                <a:gd name="connsiteY1" fmla="*/ 9505 h 9505"/>
                <a:gd name="connsiteX2" fmla="*/ 0 w 11913"/>
                <a:gd name="connsiteY2" fmla="*/ 4689 h 9505"/>
                <a:gd name="connsiteX3" fmla="*/ 5957 w 11913"/>
                <a:gd name="connsiteY3" fmla="*/ 0 h 9505"/>
                <a:gd name="connsiteX4" fmla="*/ 11913 w 11913"/>
                <a:gd name="connsiteY4" fmla="*/ 4689 h 9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13" h="9505">
                  <a:moveTo>
                    <a:pt x="11913" y="4689"/>
                  </a:moveTo>
                  <a:lnTo>
                    <a:pt x="5957" y="9505"/>
                  </a:lnTo>
                  <a:lnTo>
                    <a:pt x="0" y="4689"/>
                  </a:lnTo>
                  <a:lnTo>
                    <a:pt x="5957" y="0"/>
                  </a:lnTo>
                  <a:lnTo>
                    <a:pt x="11913" y="468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5" name="Freeform: Shape 1884">
              <a:extLst>
                <a:ext uri="{FF2B5EF4-FFF2-40B4-BE49-F238E27FC236}">
                  <a16:creationId xmlns:a16="http://schemas.microsoft.com/office/drawing/2014/main" id="{C0719EF1-A24A-EEEB-F86B-B548464647ED}"/>
                </a:ext>
              </a:extLst>
            </p:cNvPr>
            <p:cNvSpPr/>
            <p:nvPr/>
          </p:nvSpPr>
          <p:spPr>
            <a:xfrm>
              <a:off x="5697036" y="982487"/>
              <a:ext cx="12547" cy="10012"/>
            </a:xfrm>
            <a:custGeom>
              <a:avLst/>
              <a:gdLst>
                <a:gd name="connsiteX0" fmla="*/ 12547 w 12547"/>
                <a:gd name="connsiteY0" fmla="*/ 5069 h 10012"/>
                <a:gd name="connsiteX1" fmla="*/ 6337 w 12547"/>
                <a:gd name="connsiteY1" fmla="*/ 10012 h 10012"/>
                <a:gd name="connsiteX2" fmla="*/ 0 w 12547"/>
                <a:gd name="connsiteY2" fmla="*/ 5069 h 10012"/>
                <a:gd name="connsiteX3" fmla="*/ 6337 w 12547"/>
                <a:gd name="connsiteY3" fmla="*/ 0 h 10012"/>
                <a:gd name="connsiteX4" fmla="*/ 12547 w 12547"/>
                <a:gd name="connsiteY4" fmla="*/ 5069 h 1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47" h="10012">
                  <a:moveTo>
                    <a:pt x="12547" y="5069"/>
                  </a:moveTo>
                  <a:lnTo>
                    <a:pt x="6337" y="10012"/>
                  </a:lnTo>
                  <a:lnTo>
                    <a:pt x="0" y="5069"/>
                  </a:lnTo>
                  <a:lnTo>
                    <a:pt x="6337" y="0"/>
                  </a:lnTo>
                  <a:lnTo>
                    <a:pt x="12547" y="506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6" name="Freeform: Shape 1885">
              <a:extLst>
                <a:ext uri="{FF2B5EF4-FFF2-40B4-BE49-F238E27FC236}">
                  <a16:creationId xmlns:a16="http://schemas.microsoft.com/office/drawing/2014/main" id="{38206449-90AA-59B5-B58A-F7D27033986A}"/>
                </a:ext>
              </a:extLst>
            </p:cNvPr>
            <p:cNvSpPr/>
            <p:nvPr/>
          </p:nvSpPr>
          <p:spPr>
            <a:xfrm>
              <a:off x="5826687" y="969180"/>
              <a:ext cx="13433" cy="10645"/>
            </a:xfrm>
            <a:custGeom>
              <a:avLst/>
              <a:gdLst>
                <a:gd name="connsiteX0" fmla="*/ 13434 w 13433"/>
                <a:gd name="connsiteY0" fmla="*/ 5323 h 10645"/>
                <a:gd name="connsiteX1" fmla="*/ 6717 w 13433"/>
                <a:gd name="connsiteY1" fmla="*/ 10646 h 10645"/>
                <a:gd name="connsiteX2" fmla="*/ 0 w 13433"/>
                <a:gd name="connsiteY2" fmla="*/ 5323 h 10645"/>
                <a:gd name="connsiteX3" fmla="*/ 6717 w 13433"/>
                <a:gd name="connsiteY3" fmla="*/ 0 h 10645"/>
                <a:gd name="connsiteX4" fmla="*/ 13434 w 13433"/>
                <a:gd name="connsiteY4" fmla="*/ 5323 h 1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33" h="10645">
                  <a:moveTo>
                    <a:pt x="13434" y="5323"/>
                  </a:moveTo>
                  <a:cubicBezTo>
                    <a:pt x="13434" y="8238"/>
                    <a:pt x="10392" y="10646"/>
                    <a:pt x="6717" y="10646"/>
                  </a:cubicBezTo>
                  <a:cubicBezTo>
                    <a:pt x="3042" y="10646"/>
                    <a:pt x="0" y="8238"/>
                    <a:pt x="0" y="5323"/>
                  </a:cubicBezTo>
                  <a:cubicBezTo>
                    <a:pt x="0" y="2408"/>
                    <a:pt x="3042" y="0"/>
                    <a:pt x="6717" y="0"/>
                  </a:cubicBezTo>
                  <a:cubicBezTo>
                    <a:pt x="10392" y="0"/>
                    <a:pt x="13434" y="2408"/>
                    <a:pt x="13434" y="532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7" name="Freeform: Shape 1886">
              <a:extLst>
                <a:ext uri="{FF2B5EF4-FFF2-40B4-BE49-F238E27FC236}">
                  <a16:creationId xmlns:a16="http://schemas.microsoft.com/office/drawing/2014/main" id="{68569DAE-1229-FE07-D2B9-9F7FC43DDB45}"/>
                </a:ext>
              </a:extLst>
            </p:cNvPr>
            <p:cNvSpPr/>
            <p:nvPr/>
          </p:nvSpPr>
          <p:spPr>
            <a:xfrm>
              <a:off x="5957098" y="960182"/>
              <a:ext cx="13941" cy="11152"/>
            </a:xfrm>
            <a:custGeom>
              <a:avLst/>
              <a:gdLst>
                <a:gd name="connsiteX0" fmla="*/ 13941 w 13941"/>
                <a:gd name="connsiteY0" fmla="*/ 5576 h 11152"/>
                <a:gd name="connsiteX1" fmla="*/ 6970 w 13941"/>
                <a:gd name="connsiteY1" fmla="*/ 11153 h 11152"/>
                <a:gd name="connsiteX2" fmla="*/ 0 w 13941"/>
                <a:gd name="connsiteY2" fmla="*/ 5576 h 11152"/>
                <a:gd name="connsiteX3" fmla="*/ 6970 w 13941"/>
                <a:gd name="connsiteY3" fmla="*/ 0 h 11152"/>
                <a:gd name="connsiteX4" fmla="*/ 13941 w 13941"/>
                <a:gd name="connsiteY4" fmla="*/ 5576 h 11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1" h="11152">
                  <a:moveTo>
                    <a:pt x="13941" y="5576"/>
                  </a:moveTo>
                  <a:cubicBezTo>
                    <a:pt x="13941" y="8618"/>
                    <a:pt x="10773" y="11153"/>
                    <a:pt x="6970" y="11153"/>
                  </a:cubicBezTo>
                  <a:cubicBezTo>
                    <a:pt x="3168" y="11153"/>
                    <a:pt x="0" y="8745"/>
                    <a:pt x="0" y="5576"/>
                  </a:cubicBezTo>
                  <a:cubicBezTo>
                    <a:pt x="0" y="2408"/>
                    <a:pt x="3042" y="0"/>
                    <a:pt x="6970" y="0"/>
                  </a:cubicBezTo>
                  <a:cubicBezTo>
                    <a:pt x="10899" y="0"/>
                    <a:pt x="13941" y="2408"/>
                    <a:pt x="13941" y="55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8" name="Freeform: Shape 1887">
              <a:extLst>
                <a:ext uri="{FF2B5EF4-FFF2-40B4-BE49-F238E27FC236}">
                  <a16:creationId xmlns:a16="http://schemas.microsoft.com/office/drawing/2014/main" id="{184EEAA3-276B-BD2E-A427-FB01D02C7E74}"/>
                </a:ext>
              </a:extLst>
            </p:cNvPr>
            <p:cNvSpPr/>
            <p:nvPr/>
          </p:nvSpPr>
          <p:spPr>
            <a:xfrm>
              <a:off x="6087763" y="955619"/>
              <a:ext cx="14701" cy="11659"/>
            </a:xfrm>
            <a:custGeom>
              <a:avLst/>
              <a:gdLst>
                <a:gd name="connsiteX0" fmla="*/ 14701 w 14701"/>
                <a:gd name="connsiteY0" fmla="*/ 5830 h 11659"/>
                <a:gd name="connsiteX1" fmla="*/ 7351 w 14701"/>
                <a:gd name="connsiteY1" fmla="*/ 11660 h 11659"/>
                <a:gd name="connsiteX2" fmla="*/ 0 w 14701"/>
                <a:gd name="connsiteY2" fmla="*/ 5830 h 11659"/>
                <a:gd name="connsiteX3" fmla="*/ 7351 w 14701"/>
                <a:gd name="connsiteY3" fmla="*/ 0 h 11659"/>
                <a:gd name="connsiteX4" fmla="*/ 14701 w 14701"/>
                <a:gd name="connsiteY4" fmla="*/ 5830 h 11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01" h="11659">
                  <a:moveTo>
                    <a:pt x="14701" y="5830"/>
                  </a:moveTo>
                  <a:cubicBezTo>
                    <a:pt x="14701" y="8998"/>
                    <a:pt x="11406" y="11660"/>
                    <a:pt x="7351" y="11660"/>
                  </a:cubicBezTo>
                  <a:cubicBezTo>
                    <a:pt x="3295" y="11660"/>
                    <a:pt x="0" y="8998"/>
                    <a:pt x="0" y="5830"/>
                  </a:cubicBezTo>
                  <a:cubicBezTo>
                    <a:pt x="0" y="2662"/>
                    <a:pt x="3295" y="0"/>
                    <a:pt x="7351" y="0"/>
                  </a:cubicBezTo>
                  <a:cubicBezTo>
                    <a:pt x="11406" y="0"/>
                    <a:pt x="14701" y="2662"/>
                    <a:pt x="14701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9" name="Freeform: Shape 1888">
              <a:extLst>
                <a:ext uri="{FF2B5EF4-FFF2-40B4-BE49-F238E27FC236}">
                  <a16:creationId xmlns:a16="http://schemas.microsoft.com/office/drawing/2014/main" id="{7518B5B5-5B30-9746-E814-4BB2BA8A7547}"/>
                </a:ext>
              </a:extLst>
            </p:cNvPr>
            <p:cNvSpPr/>
            <p:nvPr/>
          </p:nvSpPr>
          <p:spPr>
            <a:xfrm>
              <a:off x="6218301" y="955112"/>
              <a:ext cx="15968" cy="12673"/>
            </a:xfrm>
            <a:custGeom>
              <a:avLst/>
              <a:gdLst>
                <a:gd name="connsiteX0" fmla="*/ 15969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9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9" y="6337"/>
                  </a:moveTo>
                  <a:cubicBezTo>
                    <a:pt x="15969" y="9885"/>
                    <a:pt x="12420" y="12674"/>
                    <a:pt x="7984" y="12674"/>
                  </a:cubicBezTo>
                  <a:cubicBezTo>
                    <a:pt x="3549" y="12674"/>
                    <a:pt x="0" y="9885"/>
                    <a:pt x="0" y="6337"/>
                  </a:cubicBezTo>
                  <a:cubicBezTo>
                    <a:pt x="0" y="2788"/>
                    <a:pt x="3675" y="0"/>
                    <a:pt x="7984" y="0"/>
                  </a:cubicBezTo>
                  <a:cubicBezTo>
                    <a:pt x="12293" y="0"/>
                    <a:pt x="15969" y="2915"/>
                    <a:pt x="15969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0" name="Freeform: Shape 1889">
              <a:extLst>
                <a:ext uri="{FF2B5EF4-FFF2-40B4-BE49-F238E27FC236}">
                  <a16:creationId xmlns:a16="http://schemas.microsoft.com/office/drawing/2014/main" id="{BF39961B-49AE-8BE1-CE04-822AD18C6659}"/>
                </a:ext>
              </a:extLst>
            </p:cNvPr>
            <p:cNvSpPr/>
            <p:nvPr/>
          </p:nvSpPr>
          <p:spPr>
            <a:xfrm>
              <a:off x="6348585" y="959041"/>
              <a:ext cx="16982" cy="13433"/>
            </a:xfrm>
            <a:custGeom>
              <a:avLst/>
              <a:gdLst>
                <a:gd name="connsiteX0" fmla="*/ 16983 w 16982"/>
                <a:gd name="connsiteY0" fmla="*/ 6717 h 13433"/>
                <a:gd name="connsiteX1" fmla="*/ 8491 w 16982"/>
                <a:gd name="connsiteY1" fmla="*/ 13434 h 13433"/>
                <a:gd name="connsiteX2" fmla="*/ 0 w 16982"/>
                <a:gd name="connsiteY2" fmla="*/ 6717 h 13433"/>
                <a:gd name="connsiteX3" fmla="*/ 8491 w 16982"/>
                <a:gd name="connsiteY3" fmla="*/ 0 h 13433"/>
                <a:gd name="connsiteX4" fmla="*/ 16983 w 16982"/>
                <a:gd name="connsiteY4" fmla="*/ 6717 h 13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82" h="13433">
                  <a:moveTo>
                    <a:pt x="16983" y="6717"/>
                  </a:moveTo>
                  <a:cubicBezTo>
                    <a:pt x="16983" y="10392"/>
                    <a:pt x="13181" y="13434"/>
                    <a:pt x="8491" y="13434"/>
                  </a:cubicBezTo>
                  <a:cubicBezTo>
                    <a:pt x="3802" y="13434"/>
                    <a:pt x="0" y="10392"/>
                    <a:pt x="0" y="6717"/>
                  </a:cubicBezTo>
                  <a:cubicBezTo>
                    <a:pt x="0" y="3042"/>
                    <a:pt x="3802" y="0"/>
                    <a:pt x="8491" y="0"/>
                  </a:cubicBezTo>
                  <a:cubicBezTo>
                    <a:pt x="13181" y="0"/>
                    <a:pt x="16983" y="3042"/>
                    <a:pt x="16983" y="671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1" name="Freeform: Shape 1890">
              <a:extLst>
                <a:ext uri="{FF2B5EF4-FFF2-40B4-BE49-F238E27FC236}">
                  <a16:creationId xmlns:a16="http://schemas.microsoft.com/office/drawing/2014/main" id="{8FF12C90-41C4-4C94-4180-2E51D3CFC44D}"/>
                </a:ext>
              </a:extLst>
            </p:cNvPr>
            <p:cNvSpPr/>
            <p:nvPr/>
          </p:nvSpPr>
          <p:spPr>
            <a:xfrm>
              <a:off x="6478870" y="967532"/>
              <a:ext cx="17742" cy="13940"/>
            </a:xfrm>
            <a:custGeom>
              <a:avLst/>
              <a:gdLst>
                <a:gd name="connsiteX0" fmla="*/ 17743 w 17742"/>
                <a:gd name="connsiteY0" fmla="*/ 6971 h 13940"/>
                <a:gd name="connsiteX1" fmla="*/ 8872 w 17742"/>
                <a:gd name="connsiteY1" fmla="*/ 13941 h 13940"/>
                <a:gd name="connsiteX2" fmla="*/ 0 w 17742"/>
                <a:gd name="connsiteY2" fmla="*/ 6971 h 13940"/>
                <a:gd name="connsiteX3" fmla="*/ 8872 w 17742"/>
                <a:gd name="connsiteY3" fmla="*/ 0 h 13940"/>
                <a:gd name="connsiteX4" fmla="*/ 17743 w 17742"/>
                <a:gd name="connsiteY4" fmla="*/ 6971 h 13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2" h="13940">
                  <a:moveTo>
                    <a:pt x="17743" y="6971"/>
                  </a:moveTo>
                  <a:cubicBezTo>
                    <a:pt x="17743" y="10773"/>
                    <a:pt x="13814" y="13941"/>
                    <a:pt x="8872" y="13941"/>
                  </a:cubicBezTo>
                  <a:cubicBezTo>
                    <a:pt x="3929" y="13941"/>
                    <a:pt x="0" y="10773"/>
                    <a:pt x="0" y="6971"/>
                  </a:cubicBezTo>
                  <a:cubicBezTo>
                    <a:pt x="0" y="3168"/>
                    <a:pt x="3929" y="0"/>
                    <a:pt x="8872" y="0"/>
                  </a:cubicBezTo>
                  <a:cubicBezTo>
                    <a:pt x="13814" y="0"/>
                    <a:pt x="17743" y="3168"/>
                    <a:pt x="17743" y="697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2" name="Freeform: Shape 1891">
              <a:extLst>
                <a:ext uri="{FF2B5EF4-FFF2-40B4-BE49-F238E27FC236}">
                  <a16:creationId xmlns:a16="http://schemas.microsoft.com/office/drawing/2014/main" id="{DD8FE6FD-7A0B-0D1C-A591-431878A70750}"/>
                </a:ext>
              </a:extLst>
            </p:cNvPr>
            <p:cNvSpPr/>
            <p:nvPr/>
          </p:nvSpPr>
          <p:spPr>
            <a:xfrm>
              <a:off x="6608774" y="980333"/>
              <a:ext cx="18250" cy="14447"/>
            </a:xfrm>
            <a:custGeom>
              <a:avLst/>
              <a:gdLst>
                <a:gd name="connsiteX0" fmla="*/ 18250 w 18250"/>
                <a:gd name="connsiteY0" fmla="*/ 7224 h 14447"/>
                <a:gd name="connsiteX1" fmla="*/ 9125 w 18250"/>
                <a:gd name="connsiteY1" fmla="*/ 14448 h 14447"/>
                <a:gd name="connsiteX2" fmla="*/ 0 w 18250"/>
                <a:gd name="connsiteY2" fmla="*/ 7224 h 14447"/>
                <a:gd name="connsiteX3" fmla="*/ 9125 w 18250"/>
                <a:gd name="connsiteY3" fmla="*/ 0 h 14447"/>
                <a:gd name="connsiteX4" fmla="*/ 18250 w 18250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7">
                  <a:moveTo>
                    <a:pt x="18250" y="7224"/>
                  </a:moveTo>
                  <a:cubicBezTo>
                    <a:pt x="18250" y="11279"/>
                    <a:pt x="14194" y="14448"/>
                    <a:pt x="9125" y="14448"/>
                  </a:cubicBezTo>
                  <a:cubicBezTo>
                    <a:pt x="4056" y="14448"/>
                    <a:pt x="0" y="11153"/>
                    <a:pt x="0" y="7224"/>
                  </a:cubicBezTo>
                  <a:cubicBezTo>
                    <a:pt x="0" y="3295"/>
                    <a:pt x="4056" y="0"/>
                    <a:pt x="9125" y="0"/>
                  </a:cubicBezTo>
                  <a:cubicBezTo>
                    <a:pt x="14194" y="0"/>
                    <a:pt x="18250" y="3295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3" name="Freeform: Shape 1892">
              <a:extLst>
                <a:ext uri="{FF2B5EF4-FFF2-40B4-BE49-F238E27FC236}">
                  <a16:creationId xmlns:a16="http://schemas.microsoft.com/office/drawing/2014/main" id="{205216A1-6ABA-54A2-F630-0A4831994394}"/>
                </a:ext>
              </a:extLst>
            </p:cNvPr>
            <p:cNvSpPr/>
            <p:nvPr/>
          </p:nvSpPr>
          <p:spPr>
            <a:xfrm>
              <a:off x="6737665" y="997189"/>
              <a:ext cx="19010" cy="15208"/>
            </a:xfrm>
            <a:custGeom>
              <a:avLst/>
              <a:gdLst>
                <a:gd name="connsiteX0" fmla="*/ 19010 w 19010"/>
                <a:gd name="connsiteY0" fmla="*/ 7604 h 15208"/>
                <a:gd name="connsiteX1" fmla="*/ 9505 w 19010"/>
                <a:gd name="connsiteY1" fmla="*/ 15208 h 15208"/>
                <a:gd name="connsiteX2" fmla="*/ 0 w 19010"/>
                <a:gd name="connsiteY2" fmla="*/ 7604 h 15208"/>
                <a:gd name="connsiteX3" fmla="*/ 9505 w 19010"/>
                <a:gd name="connsiteY3" fmla="*/ 0 h 15208"/>
                <a:gd name="connsiteX4" fmla="*/ 19010 w 19010"/>
                <a:gd name="connsiteY4" fmla="*/ 7604 h 15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10" h="15208">
                  <a:moveTo>
                    <a:pt x="19010" y="7604"/>
                  </a:moveTo>
                  <a:cubicBezTo>
                    <a:pt x="19010" y="11786"/>
                    <a:pt x="14701" y="15208"/>
                    <a:pt x="9505" y="15208"/>
                  </a:cubicBezTo>
                  <a:cubicBezTo>
                    <a:pt x="4309" y="15208"/>
                    <a:pt x="0" y="11786"/>
                    <a:pt x="0" y="7604"/>
                  </a:cubicBezTo>
                  <a:cubicBezTo>
                    <a:pt x="0" y="3422"/>
                    <a:pt x="4309" y="0"/>
                    <a:pt x="9505" y="0"/>
                  </a:cubicBezTo>
                  <a:cubicBezTo>
                    <a:pt x="14701" y="0"/>
                    <a:pt x="19010" y="3422"/>
                    <a:pt x="19010" y="760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4" name="Freeform: Shape 1893">
              <a:extLst>
                <a:ext uri="{FF2B5EF4-FFF2-40B4-BE49-F238E27FC236}">
                  <a16:creationId xmlns:a16="http://schemas.microsoft.com/office/drawing/2014/main" id="{CDCEB6AF-B96D-236F-CCCA-7531FB67EA18}"/>
                </a:ext>
              </a:extLst>
            </p:cNvPr>
            <p:cNvSpPr/>
            <p:nvPr/>
          </p:nvSpPr>
          <p:spPr>
            <a:xfrm>
              <a:off x="6865541" y="1018607"/>
              <a:ext cx="19771" cy="15715"/>
            </a:xfrm>
            <a:custGeom>
              <a:avLst/>
              <a:gdLst>
                <a:gd name="connsiteX0" fmla="*/ 19772 w 19771"/>
                <a:gd name="connsiteY0" fmla="*/ 7858 h 15715"/>
                <a:gd name="connsiteX1" fmla="*/ 9886 w 19771"/>
                <a:gd name="connsiteY1" fmla="*/ 15715 h 15715"/>
                <a:gd name="connsiteX2" fmla="*/ 0 w 19771"/>
                <a:gd name="connsiteY2" fmla="*/ 7858 h 15715"/>
                <a:gd name="connsiteX3" fmla="*/ 9886 w 19771"/>
                <a:gd name="connsiteY3" fmla="*/ 0 h 15715"/>
                <a:gd name="connsiteX4" fmla="*/ 19772 w 19771"/>
                <a:gd name="connsiteY4" fmla="*/ 7858 h 1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71" h="15715">
                  <a:moveTo>
                    <a:pt x="19772" y="7858"/>
                  </a:moveTo>
                  <a:cubicBezTo>
                    <a:pt x="19772" y="12167"/>
                    <a:pt x="15335" y="15715"/>
                    <a:pt x="9886" y="15715"/>
                  </a:cubicBezTo>
                  <a:cubicBezTo>
                    <a:pt x="4436" y="15715"/>
                    <a:pt x="0" y="12293"/>
                    <a:pt x="0" y="7858"/>
                  </a:cubicBezTo>
                  <a:cubicBezTo>
                    <a:pt x="0" y="3422"/>
                    <a:pt x="4436" y="0"/>
                    <a:pt x="9886" y="0"/>
                  </a:cubicBezTo>
                  <a:cubicBezTo>
                    <a:pt x="15335" y="0"/>
                    <a:pt x="19772" y="3549"/>
                    <a:pt x="19772" y="785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5" name="Freeform: Shape 1894">
              <a:extLst>
                <a:ext uri="{FF2B5EF4-FFF2-40B4-BE49-F238E27FC236}">
                  <a16:creationId xmlns:a16="http://schemas.microsoft.com/office/drawing/2014/main" id="{FE222B85-40B9-EFBD-BD86-561B2C67BD8B}"/>
                </a:ext>
              </a:extLst>
            </p:cNvPr>
            <p:cNvSpPr/>
            <p:nvPr/>
          </p:nvSpPr>
          <p:spPr>
            <a:xfrm>
              <a:off x="6992531" y="1044461"/>
              <a:ext cx="19770" cy="15715"/>
            </a:xfrm>
            <a:custGeom>
              <a:avLst/>
              <a:gdLst>
                <a:gd name="connsiteX0" fmla="*/ 19771 w 19770"/>
                <a:gd name="connsiteY0" fmla="*/ 7858 h 15715"/>
                <a:gd name="connsiteX1" fmla="*/ 9886 w 19770"/>
                <a:gd name="connsiteY1" fmla="*/ 15715 h 15715"/>
                <a:gd name="connsiteX2" fmla="*/ 0 w 19770"/>
                <a:gd name="connsiteY2" fmla="*/ 7858 h 15715"/>
                <a:gd name="connsiteX3" fmla="*/ 9886 w 19770"/>
                <a:gd name="connsiteY3" fmla="*/ 0 h 15715"/>
                <a:gd name="connsiteX4" fmla="*/ 19771 w 19770"/>
                <a:gd name="connsiteY4" fmla="*/ 7858 h 1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70" h="15715">
                  <a:moveTo>
                    <a:pt x="19771" y="7858"/>
                  </a:moveTo>
                  <a:cubicBezTo>
                    <a:pt x="19771" y="12167"/>
                    <a:pt x="15335" y="15715"/>
                    <a:pt x="9886" y="15715"/>
                  </a:cubicBezTo>
                  <a:cubicBezTo>
                    <a:pt x="4436" y="15715"/>
                    <a:pt x="0" y="12167"/>
                    <a:pt x="0" y="7858"/>
                  </a:cubicBezTo>
                  <a:cubicBezTo>
                    <a:pt x="0" y="3549"/>
                    <a:pt x="4436" y="0"/>
                    <a:pt x="9886" y="0"/>
                  </a:cubicBezTo>
                  <a:cubicBezTo>
                    <a:pt x="15335" y="0"/>
                    <a:pt x="19771" y="3549"/>
                    <a:pt x="19771" y="785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6" name="Freeform: Shape 1895">
              <a:extLst>
                <a:ext uri="{FF2B5EF4-FFF2-40B4-BE49-F238E27FC236}">
                  <a16:creationId xmlns:a16="http://schemas.microsoft.com/office/drawing/2014/main" id="{59B29D0E-53C9-73C5-EE8C-DA59F55642EF}"/>
                </a:ext>
              </a:extLst>
            </p:cNvPr>
            <p:cNvSpPr/>
            <p:nvPr/>
          </p:nvSpPr>
          <p:spPr>
            <a:xfrm>
              <a:off x="7117619" y="1074244"/>
              <a:ext cx="20531" cy="16348"/>
            </a:xfrm>
            <a:custGeom>
              <a:avLst/>
              <a:gdLst>
                <a:gd name="connsiteX0" fmla="*/ 20531 w 20531"/>
                <a:gd name="connsiteY0" fmla="*/ 8111 h 16348"/>
                <a:gd name="connsiteX1" fmla="*/ 10266 w 20531"/>
                <a:gd name="connsiteY1" fmla="*/ 16349 h 16348"/>
                <a:gd name="connsiteX2" fmla="*/ 0 w 20531"/>
                <a:gd name="connsiteY2" fmla="*/ 8111 h 16348"/>
                <a:gd name="connsiteX3" fmla="*/ 10266 w 20531"/>
                <a:gd name="connsiteY3" fmla="*/ 0 h 16348"/>
                <a:gd name="connsiteX4" fmla="*/ 20531 w 20531"/>
                <a:gd name="connsiteY4" fmla="*/ 8111 h 16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31" h="16348">
                  <a:moveTo>
                    <a:pt x="20531" y="8111"/>
                  </a:moveTo>
                  <a:cubicBezTo>
                    <a:pt x="20531" y="12674"/>
                    <a:pt x="15969" y="16349"/>
                    <a:pt x="10266" y="16349"/>
                  </a:cubicBezTo>
                  <a:cubicBezTo>
                    <a:pt x="4562" y="16349"/>
                    <a:pt x="0" y="12674"/>
                    <a:pt x="0" y="8111"/>
                  </a:cubicBezTo>
                  <a:cubicBezTo>
                    <a:pt x="0" y="3549"/>
                    <a:pt x="4562" y="0"/>
                    <a:pt x="10266" y="0"/>
                  </a:cubicBezTo>
                  <a:cubicBezTo>
                    <a:pt x="15969" y="0"/>
                    <a:pt x="20531" y="3675"/>
                    <a:pt x="20531" y="811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7" name="Freeform: Shape 1896">
              <a:extLst>
                <a:ext uri="{FF2B5EF4-FFF2-40B4-BE49-F238E27FC236}">
                  <a16:creationId xmlns:a16="http://schemas.microsoft.com/office/drawing/2014/main" id="{AB142A11-6743-2D0D-791D-217E4D58E5CF}"/>
                </a:ext>
              </a:extLst>
            </p:cNvPr>
            <p:cNvSpPr/>
            <p:nvPr/>
          </p:nvSpPr>
          <p:spPr>
            <a:xfrm>
              <a:off x="7240934" y="1108083"/>
              <a:ext cx="21418" cy="16982"/>
            </a:xfrm>
            <a:custGeom>
              <a:avLst/>
              <a:gdLst>
                <a:gd name="connsiteX0" fmla="*/ 21418 w 21418"/>
                <a:gd name="connsiteY0" fmla="*/ 8491 h 16982"/>
                <a:gd name="connsiteX1" fmla="*/ 10772 w 21418"/>
                <a:gd name="connsiteY1" fmla="*/ 16983 h 16982"/>
                <a:gd name="connsiteX2" fmla="*/ 0 w 21418"/>
                <a:gd name="connsiteY2" fmla="*/ 8491 h 16982"/>
                <a:gd name="connsiteX3" fmla="*/ 10772 w 21418"/>
                <a:gd name="connsiteY3" fmla="*/ 0 h 16982"/>
                <a:gd name="connsiteX4" fmla="*/ 21418 w 21418"/>
                <a:gd name="connsiteY4" fmla="*/ 8491 h 1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18" h="16982">
                  <a:moveTo>
                    <a:pt x="21418" y="8491"/>
                  </a:moveTo>
                  <a:cubicBezTo>
                    <a:pt x="21418" y="13181"/>
                    <a:pt x="16602" y="16983"/>
                    <a:pt x="10772" y="16983"/>
                  </a:cubicBezTo>
                  <a:cubicBezTo>
                    <a:pt x="4942" y="16983"/>
                    <a:pt x="0" y="13181"/>
                    <a:pt x="0" y="8491"/>
                  </a:cubicBezTo>
                  <a:cubicBezTo>
                    <a:pt x="0" y="3802"/>
                    <a:pt x="4815" y="0"/>
                    <a:pt x="10772" y="0"/>
                  </a:cubicBezTo>
                  <a:cubicBezTo>
                    <a:pt x="16728" y="0"/>
                    <a:pt x="21418" y="3802"/>
                    <a:pt x="21418" y="84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8" name="Freeform: Shape 1897">
              <a:extLst>
                <a:ext uri="{FF2B5EF4-FFF2-40B4-BE49-F238E27FC236}">
                  <a16:creationId xmlns:a16="http://schemas.microsoft.com/office/drawing/2014/main" id="{BC9588CB-8FBC-8FE2-0666-22E156DD9474}"/>
                </a:ext>
              </a:extLst>
            </p:cNvPr>
            <p:cNvSpPr/>
            <p:nvPr/>
          </p:nvSpPr>
          <p:spPr>
            <a:xfrm>
              <a:off x="7362854" y="1146357"/>
              <a:ext cx="21418" cy="16982"/>
            </a:xfrm>
            <a:custGeom>
              <a:avLst/>
              <a:gdLst>
                <a:gd name="connsiteX0" fmla="*/ 21418 w 21418"/>
                <a:gd name="connsiteY0" fmla="*/ 8491 h 16982"/>
                <a:gd name="connsiteX1" fmla="*/ 10772 w 21418"/>
                <a:gd name="connsiteY1" fmla="*/ 16983 h 16982"/>
                <a:gd name="connsiteX2" fmla="*/ 0 w 21418"/>
                <a:gd name="connsiteY2" fmla="*/ 8491 h 16982"/>
                <a:gd name="connsiteX3" fmla="*/ 10772 w 21418"/>
                <a:gd name="connsiteY3" fmla="*/ 0 h 16982"/>
                <a:gd name="connsiteX4" fmla="*/ 21418 w 21418"/>
                <a:gd name="connsiteY4" fmla="*/ 8491 h 1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18" h="16982">
                  <a:moveTo>
                    <a:pt x="21418" y="8491"/>
                  </a:moveTo>
                  <a:cubicBezTo>
                    <a:pt x="21418" y="13181"/>
                    <a:pt x="16602" y="16983"/>
                    <a:pt x="10772" y="16983"/>
                  </a:cubicBezTo>
                  <a:cubicBezTo>
                    <a:pt x="4942" y="16983"/>
                    <a:pt x="0" y="13181"/>
                    <a:pt x="0" y="8491"/>
                  </a:cubicBezTo>
                  <a:cubicBezTo>
                    <a:pt x="0" y="3802"/>
                    <a:pt x="4816" y="0"/>
                    <a:pt x="10772" y="0"/>
                  </a:cubicBezTo>
                  <a:cubicBezTo>
                    <a:pt x="16729" y="0"/>
                    <a:pt x="21418" y="3802"/>
                    <a:pt x="21418" y="84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9" name="Freeform: Shape 1898">
              <a:extLst>
                <a:ext uri="{FF2B5EF4-FFF2-40B4-BE49-F238E27FC236}">
                  <a16:creationId xmlns:a16="http://schemas.microsoft.com/office/drawing/2014/main" id="{35AD95E2-3157-947F-9F7F-52CDB7708E39}"/>
                </a:ext>
              </a:extLst>
            </p:cNvPr>
            <p:cNvSpPr/>
            <p:nvPr/>
          </p:nvSpPr>
          <p:spPr>
            <a:xfrm>
              <a:off x="7482365" y="1188433"/>
              <a:ext cx="22051" cy="17489"/>
            </a:xfrm>
            <a:custGeom>
              <a:avLst/>
              <a:gdLst>
                <a:gd name="connsiteX0" fmla="*/ 22052 w 22051"/>
                <a:gd name="connsiteY0" fmla="*/ 8745 h 17489"/>
                <a:gd name="connsiteX1" fmla="*/ 11026 w 22051"/>
                <a:gd name="connsiteY1" fmla="*/ 17490 h 17489"/>
                <a:gd name="connsiteX2" fmla="*/ 0 w 22051"/>
                <a:gd name="connsiteY2" fmla="*/ 8745 h 17489"/>
                <a:gd name="connsiteX3" fmla="*/ 11026 w 22051"/>
                <a:gd name="connsiteY3" fmla="*/ 0 h 17489"/>
                <a:gd name="connsiteX4" fmla="*/ 22052 w 22051"/>
                <a:gd name="connsiteY4" fmla="*/ 8745 h 1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051" h="17489">
                  <a:moveTo>
                    <a:pt x="22052" y="8745"/>
                  </a:moveTo>
                  <a:cubicBezTo>
                    <a:pt x="22052" y="13561"/>
                    <a:pt x="17109" y="17490"/>
                    <a:pt x="11026" y="17490"/>
                  </a:cubicBezTo>
                  <a:cubicBezTo>
                    <a:pt x="4943" y="17490"/>
                    <a:pt x="0" y="13561"/>
                    <a:pt x="0" y="8745"/>
                  </a:cubicBezTo>
                  <a:cubicBezTo>
                    <a:pt x="0" y="3929"/>
                    <a:pt x="4943" y="0"/>
                    <a:pt x="11026" y="0"/>
                  </a:cubicBezTo>
                  <a:cubicBezTo>
                    <a:pt x="17109" y="0"/>
                    <a:pt x="22052" y="3929"/>
                    <a:pt x="22052" y="874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0" name="Freeform: Shape 1899">
              <a:extLst>
                <a:ext uri="{FF2B5EF4-FFF2-40B4-BE49-F238E27FC236}">
                  <a16:creationId xmlns:a16="http://schemas.microsoft.com/office/drawing/2014/main" id="{91EF0F8E-00A0-3FA9-F36F-FBFCF1FCAE42}"/>
                </a:ext>
              </a:extLst>
            </p:cNvPr>
            <p:cNvSpPr/>
            <p:nvPr/>
          </p:nvSpPr>
          <p:spPr>
            <a:xfrm>
              <a:off x="7599723" y="1234692"/>
              <a:ext cx="22051" cy="17489"/>
            </a:xfrm>
            <a:custGeom>
              <a:avLst/>
              <a:gdLst>
                <a:gd name="connsiteX0" fmla="*/ 22052 w 22051"/>
                <a:gd name="connsiteY0" fmla="*/ 8745 h 17489"/>
                <a:gd name="connsiteX1" fmla="*/ 11026 w 22051"/>
                <a:gd name="connsiteY1" fmla="*/ 17490 h 17489"/>
                <a:gd name="connsiteX2" fmla="*/ 0 w 22051"/>
                <a:gd name="connsiteY2" fmla="*/ 8745 h 17489"/>
                <a:gd name="connsiteX3" fmla="*/ 11026 w 22051"/>
                <a:gd name="connsiteY3" fmla="*/ 0 h 17489"/>
                <a:gd name="connsiteX4" fmla="*/ 22052 w 22051"/>
                <a:gd name="connsiteY4" fmla="*/ 8745 h 1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051" h="17489">
                  <a:moveTo>
                    <a:pt x="22052" y="8745"/>
                  </a:moveTo>
                  <a:cubicBezTo>
                    <a:pt x="22052" y="13561"/>
                    <a:pt x="17109" y="17490"/>
                    <a:pt x="11026" y="17490"/>
                  </a:cubicBezTo>
                  <a:cubicBezTo>
                    <a:pt x="4942" y="17490"/>
                    <a:pt x="0" y="13561"/>
                    <a:pt x="0" y="8745"/>
                  </a:cubicBezTo>
                  <a:cubicBezTo>
                    <a:pt x="0" y="3929"/>
                    <a:pt x="4942" y="0"/>
                    <a:pt x="11026" y="0"/>
                  </a:cubicBezTo>
                  <a:cubicBezTo>
                    <a:pt x="17109" y="0"/>
                    <a:pt x="22052" y="3929"/>
                    <a:pt x="22052" y="874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1" name="Freeform: Shape 1900">
              <a:extLst>
                <a:ext uri="{FF2B5EF4-FFF2-40B4-BE49-F238E27FC236}">
                  <a16:creationId xmlns:a16="http://schemas.microsoft.com/office/drawing/2014/main" id="{ECA34DB4-9915-D324-6601-8AC9377ED60E}"/>
                </a:ext>
              </a:extLst>
            </p:cNvPr>
            <p:cNvSpPr/>
            <p:nvPr/>
          </p:nvSpPr>
          <p:spPr>
            <a:xfrm>
              <a:off x="7714292" y="1284372"/>
              <a:ext cx="22812" cy="18123"/>
            </a:xfrm>
            <a:custGeom>
              <a:avLst/>
              <a:gdLst>
                <a:gd name="connsiteX0" fmla="*/ 22812 w 22812"/>
                <a:gd name="connsiteY0" fmla="*/ 9125 h 18123"/>
                <a:gd name="connsiteX1" fmla="*/ 11407 w 22812"/>
                <a:gd name="connsiteY1" fmla="*/ 18123 h 18123"/>
                <a:gd name="connsiteX2" fmla="*/ 0 w 22812"/>
                <a:gd name="connsiteY2" fmla="*/ 9125 h 18123"/>
                <a:gd name="connsiteX3" fmla="*/ 11407 w 22812"/>
                <a:gd name="connsiteY3" fmla="*/ 0 h 18123"/>
                <a:gd name="connsiteX4" fmla="*/ 22812 w 22812"/>
                <a:gd name="connsiteY4" fmla="*/ 9125 h 18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12" h="18123">
                  <a:moveTo>
                    <a:pt x="22812" y="9125"/>
                  </a:moveTo>
                  <a:cubicBezTo>
                    <a:pt x="22812" y="14068"/>
                    <a:pt x="17743" y="18123"/>
                    <a:pt x="11407" y="18123"/>
                  </a:cubicBezTo>
                  <a:cubicBezTo>
                    <a:pt x="5070" y="18123"/>
                    <a:pt x="0" y="14068"/>
                    <a:pt x="0" y="9125"/>
                  </a:cubicBezTo>
                  <a:cubicBezTo>
                    <a:pt x="0" y="4182"/>
                    <a:pt x="5070" y="0"/>
                    <a:pt x="11407" y="0"/>
                  </a:cubicBezTo>
                  <a:cubicBezTo>
                    <a:pt x="17743" y="0"/>
                    <a:pt x="22812" y="4056"/>
                    <a:pt x="22812" y="912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2" name="Freeform: Shape 1901">
              <a:extLst>
                <a:ext uri="{FF2B5EF4-FFF2-40B4-BE49-F238E27FC236}">
                  <a16:creationId xmlns:a16="http://schemas.microsoft.com/office/drawing/2014/main" id="{6CF36D14-4055-AD73-51C8-EB8A491F31E2}"/>
                </a:ext>
              </a:extLst>
            </p:cNvPr>
            <p:cNvSpPr/>
            <p:nvPr/>
          </p:nvSpPr>
          <p:spPr>
            <a:xfrm>
              <a:off x="7826834" y="1338615"/>
              <a:ext cx="22051" cy="17489"/>
            </a:xfrm>
            <a:custGeom>
              <a:avLst/>
              <a:gdLst>
                <a:gd name="connsiteX0" fmla="*/ 22052 w 22051"/>
                <a:gd name="connsiteY0" fmla="*/ 8745 h 17489"/>
                <a:gd name="connsiteX1" fmla="*/ 11026 w 22051"/>
                <a:gd name="connsiteY1" fmla="*/ 17490 h 17489"/>
                <a:gd name="connsiteX2" fmla="*/ 0 w 22051"/>
                <a:gd name="connsiteY2" fmla="*/ 8745 h 17489"/>
                <a:gd name="connsiteX3" fmla="*/ 11026 w 22051"/>
                <a:gd name="connsiteY3" fmla="*/ 0 h 17489"/>
                <a:gd name="connsiteX4" fmla="*/ 22052 w 22051"/>
                <a:gd name="connsiteY4" fmla="*/ 8745 h 1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051" h="17489">
                  <a:moveTo>
                    <a:pt x="22052" y="8745"/>
                  </a:moveTo>
                  <a:cubicBezTo>
                    <a:pt x="22052" y="13561"/>
                    <a:pt x="17109" y="17490"/>
                    <a:pt x="11026" y="17490"/>
                  </a:cubicBezTo>
                  <a:cubicBezTo>
                    <a:pt x="4943" y="17490"/>
                    <a:pt x="0" y="13561"/>
                    <a:pt x="0" y="8745"/>
                  </a:cubicBezTo>
                  <a:cubicBezTo>
                    <a:pt x="0" y="3929"/>
                    <a:pt x="4943" y="0"/>
                    <a:pt x="11026" y="0"/>
                  </a:cubicBezTo>
                  <a:cubicBezTo>
                    <a:pt x="17109" y="0"/>
                    <a:pt x="22052" y="3929"/>
                    <a:pt x="22052" y="874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3" name="Freeform: Shape 1902">
              <a:extLst>
                <a:ext uri="{FF2B5EF4-FFF2-40B4-BE49-F238E27FC236}">
                  <a16:creationId xmlns:a16="http://schemas.microsoft.com/office/drawing/2014/main" id="{656FA5E1-7DEA-1698-6C97-6C97E30C7669}"/>
                </a:ext>
              </a:extLst>
            </p:cNvPr>
            <p:cNvSpPr/>
            <p:nvPr/>
          </p:nvSpPr>
          <p:spPr>
            <a:xfrm>
              <a:off x="7935573" y="1395900"/>
              <a:ext cx="22812" cy="17996"/>
            </a:xfrm>
            <a:custGeom>
              <a:avLst/>
              <a:gdLst>
                <a:gd name="connsiteX0" fmla="*/ 22812 w 22812"/>
                <a:gd name="connsiteY0" fmla="*/ 8998 h 17996"/>
                <a:gd name="connsiteX1" fmla="*/ 11406 w 22812"/>
                <a:gd name="connsiteY1" fmla="*/ 17996 h 17996"/>
                <a:gd name="connsiteX2" fmla="*/ 0 w 22812"/>
                <a:gd name="connsiteY2" fmla="*/ 8998 h 17996"/>
                <a:gd name="connsiteX3" fmla="*/ 11406 w 22812"/>
                <a:gd name="connsiteY3" fmla="*/ 0 h 17996"/>
                <a:gd name="connsiteX4" fmla="*/ 22812 w 22812"/>
                <a:gd name="connsiteY4" fmla="*/ 8998 h 17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12" h="17996">
                  <a:moveTo>
                    <a:pt x="22812" y="8998"/>
                  </a:moveTo>
                  <a:cubicBezTo>
                    <a:pt x="22812" y="13941"/>
                    <a:pt x="17743" y="17996"/>
                    <a:pt x="11406" y="17996"/>
                  </a:cubicBezTo>
                  <a:cubicBezTo>
                    <a:pt x="5069" y="17996"/>
                    <a:pt x="0" y="13941"/>
                    <a:pt x="0" y="8998"/>
                  </a:cubicBezTo>
                  <a:cubicBezTo>
                    <a:pt x="0" y="4056"/>
                    <a:pt x="5069" y="0"/>
                    <a:pt x="11406" y="0"/>
                  </a:cubicBezTo>
                  <a:cubicBezTo>
                    <a:pt x="17743" y="0"/>
                    <a:pt x="22812" y="4056"/>
                    <a:pt x="22812" y="89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4" name="Freeform: Shape 1903">
              <a:extLst>
                <a:ext uri="{FF2B5EF4-FFF2-40B4-BE49-F238E27FC236}">
                  <a16:creationId xmlns:a16="http://schemas.microsoft.com/office/drawing/2014/main" id="{C4713820-CB19-EB30-1AA5-D423CC2C3451}"/>
                </a:ext>
              </a:extLst>
            </p:cNvPr>
            <p:cNvSpPr/>
            <p:nvPr/>
          </p:nvSpPr>
          <p:spPr>
            <a:xfrm>
              <a:off x="8041651" y="1456987"/>
              <a:ext cx="22812" cy="18123"/>
            </a:xfrm>
            <a:custGeom>
              <a:avLst/>
              <a:gdLst>
                <a:gd name="connsiteX0" fmla="*/ 22812 w 22812"/>
                <a:gd name="connsiteY0" fmla="*/ 8998 h 18123"/>
                <a:gd name="connsiteX1" fmla="*/ 11406 w 22812"/>
                <a:gd name="connsiteY1" fmla="*/ 18123 h 18123"/>
                <a:gd name="connsiteX2" fmla="*/ 0 w 22812"/>
                <a:gd name="connsiteY2" fmla="*/ 8998 h 18123"/>
                <a:gd name="connsiteX3" fmla="*/ 11406 w 22812"/>
                <a:gd name="connsiteY3" fmla="*/ 0 h 18123"/>
                <a:gd name="connsiteX4" fmla="*/ 22812 w 22812"/>
                <a:gd name="connsiteY4" fmla="*/ 8998 h 18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12" h="18123">
                  <a:moveTo>
                    <a:pt x="22812" y="8998"/>
                  </a:moveTo>
                  <a:cubicBezTo>
                    <a:pt x="22812" y="13941"/>
                    <a:pt x="17743" y="18123"/>
                    <a:pt x="11406" y="18123"/>
                  </a:cubicBezTo>
                  <a:cubicBezTo>
                    <a:pt x="5069" y="18123"/>
                    <a:pt x="0" y="14068"/>
                    <a:pt x="0" y="8998"/>
                  </a:cubicBezTo>
                  <a:cubicBezTo>
                    <a:pt x="0" y="3929"/>
                    <a:pt x="5069" y="0"/>
                    <a:pt x="11406" y="0"/>
                  </a:cubicBezTo>
                  <a:cubicBezTo>
                    <a:pt x="17743" y="0"/>
                    <a:pt x="22812" y="4056"/>
                    <a:pt x="22812" y="89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5" name="Freeform: Shape 1904">
              <a:extLst>
                <a:ext uri="{FF2B5EF4-FFF2-40B4-BE49-F238E27FC236}">
                  <a16:creationId xmlns:a16="http://schemas.microsoft.com/office/drawing/2014/main" id="{3EC667E6-FEEE-7BC9-8683-9FB21B6E78C5}"/>
                </a:ext>
              </a:extLst>
            </p:cNvPr>
            <p:cNvSpPr/>
            <p:nvPr/>
          </p:nvSpPr>
          <p:spPr>
            <a:xfrm>
              <a:off x="8144053" y="1521242"/>
              <a:ext cx="23573" cy="18756"/>
            </a:xfrm>
            <a:custGeom>
              <a:avLst/>
              <a:gdLst>
                <a:gd name="connsiteX0" fmla="*/ 23573 w 23573"/>
                <a:gd name="connsiteY0" fmla="*/ 9378 h 18756"/>
                <a:gd name="connsiteX1" fmla="*/ 11787 w 23573"/>
                <a:gd name="connsiteY1" fmla="*/ 18757 h 18756"/>
                <a:gd name="connsiteX2" fmla="*/ 0 w 23573"/>
                <a:gd name="connsiteY2" fmla="*/ 9378 h 18756"/>
                <a:gd name="connsiteX3" fmla="*/ 11787 w 23573"/>
                <a:gd name="connsiteY3" fmla="*/ 0 h 18756"/>
                <a:gd name="connsiteX4" fmla="*/ 23573 w 23573"/>
                <a:gd name="connsiteY4" fmla="*/ 9378 h 1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573" h="18756">
                  <a:moveTo>
                    <a:pt x="23573" y="9378"/>
                  </a:moveTo>
                  <a:cubicBezTo>
                    <a:pt x="23573" y="14575"/>
                    <a:pt x="18377" y="18757"/>
                    <a:pt x="11787" y="18757"/>
                  </a:cubicBezTo>
                  <a:cubicBezTo>
                    <a:pt x="5197" y="18757"/>
                    <a:pt x="0" y="14575"/>
                    <a:pt x="0" y="9378"/>
                  </a:cubicBezTo>
                  <a:cubicBezTo>
                    <a:pt x="0" y="4182"/>
                    <a:pt x="5197" y="0"/>
                    <a:pt x="11787" y="0"/>
                  </a:cubicBezTo>
                  <a:cubicBezTo>
                    <a:pt x="18377" y="0"/>
                    <a:pt x="23573" y="4182"/>
                    <a:pt x="23573" y="937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6" name="Freeform: Shape 1905">
              <a:extLst>
                <a:ext uri="{FF2B5EF4-FFF2-40B4-BE49-F238E27FC236}">
                  <a16:creationId xmlns:a16="http://schemas.microsoft.com/office/drawing/2014/main" id="{8620C300-EE80-A77B-6003-14A23B2AF765}"/>
                </a:ext>
              </a:extLst>
            </p:cNvPr>
            <p:cNvSpPr/>
            <p:nvPr/>
          </p:nvSpPr>
          <p:spPr>
            <a:xfrm>
              <a:off x="8243288" y="1589172"/>
              <a:ext cx="23572" cy="18756"/>
            </a:xfrm>
            <a:custGeom>
              <a:avLst/>
              <a:gdLst>
                <a:gd name="connsiteX0" fmla="*/ 23573 w 23572"/>
                <a:gd name="connsiteY0" fmla="*/ 9378 h 18756"/>
                <a:gd name="connsiteX1" fmla="*/ 11786 w 23572"/>
                <a:gd name="connsiteY1" fmla="*/ 18757 h 18756"/>
                <a:gd name="connsiteX2" fmla="*/ 0 w 23572"/>
                <a:gd name="connsiteY2" fmla="*/ 9378 h 18756"/>
                <a:gd name="connsiteX3" fmla="*/ 11786 w 23572"/>
                <a:gd name="connsiteY3" fmla="*/ 0 h 18756"/>
                <a:gd name="connsiteX4" fmla="*/ 23573 w 23572"/>
                <a:gd name="connsiteY4" fmla="*/ 9378 h 1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572" h="18756">
                  <a:moveTo>
                    <a:pt x="23573" y="9378"/>
                  </a:moveTo>
                  <a:cubicBezTo>
                    <a:pt x="23573" y="14575"/>
                    <a:pt x="18250" y="18757"/>
                    <a:pt x="11786" y="18757"/>
                  </a:cubicBezTo>
                  <a:cubicBezTo>
                    <a:pt x="5323" y="18757"/>
                    <a:pt x="0" y="14575"/>
                    <a:pt x="0" y="9378"/>
                  </a:cubicBezTo>
                  <a:cubicBezTo>
                    <a:pt x="0" y="4182"/>
                    <a:pt x="5323" y="0"/>
                    <a:pt x="11786" y="0"/>
                  </a:cubicBezTo>
                  <a:cubicBezTo>
                    <a:pt x="18250" y="0"/>
                    <a:pt x="23573" y="4182"/>
                    <a:pt x="23573" y="937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7" name="Freeform: Shape 1906">
              <a:extLst>
                <a:ext uri="{FF2B5EF4-FFF2-40B4-BE49-F238E27FC236}">
                  <a16:creationId xmlns:a16="http://schemas.microsoft.com/office/drawing/2014/main" id="{F7D6F338-730C-3421-1DC3-625C831738FC}"/>
                </a:ext>
              </a:extLst>
            </p:cNvPr>
            <p:cNvSpPr/>
            <p:nvPr/>
          </p:nvSpPr>
          <p:spPr>
            <a:xfrm>
              <a:off x="8339227" y="1660778"/>
              <a:ext cx="22812" cy="17996"/>
            </a:xfrm>
            <a:custGeom>
              <a:avLst/>
              <a:gdLst>
                <a:gd name="connsiteX0" fmla="*/ 22812 w 22812"/>
                <a:gd name="connsiteY0" fmla="*/ 8998 h 17996"/>
                <a:gd name="connsiteX1" fmla="*/ 11407 w 22812"/>
                <a:gd name="connsiteY1" fmla="*/ 17996 h 17996"/>
                <a:gd name="connsiteX2" fmla="*/ 0 w 22812"/>
                <a:gd name="connsiteY2" fmla="*/ 8998 h 17996"/>
                <a:gd name="connsiteX3" fmla="*/ 11407 w 22812"/>
                <a:gd name="connsiteY3" fmla="*/ 0 h 17996"/>
                <a:gd name="connsiteX4" fmla="*/ 22812 w 22812"/>
                <a:gd name="connsiteY4" fmla="*/ 8998 h 17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12" h="17996">
                  <a:moveTo>
                    <a:pt x="22812" y="8998"/>
                  </a:moveTo>
                  <a:cubicBezTo>
                    <a:pt x="22812" y="13941"/>
                    <a:pt x="17743" y="17996"/>
                    <a:pt x="11407" y="17996"/>
                  </a:cubicBezTo>
                  <a:cubicBezTo>
                    <a:pt x="5070" y="17996"/>
                    <a:pt x="0" y="13941"/>
                    <a:pt x="0" y="8998"/>
                  </a:cubicBezTo>
                  <a:cubicBezTo>
                    <a:pt x="0" y="4056"/>
                    <a:pt x="5070" y="0"/>
                    <a:pt x="11407" y="0"/>
                  </a:cubicBezTo>
                  <a:cubicBezTo>
                    <a:pt x="17743" y="0"/>
                    <a:pt x="22812" y="4056"/>
                    <a:pt x="22812" y="89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8" name="Freeform: Shape 1907">
              <a:extLst>
                <a:ext uri="{FF2B5EF4-FFF2-40B4-BE49-F238E27FC236}">
                  <a16:creationId xmlns:a16="http://schemas.microsoft.com/office/drawing/2014/main" id="{A35902A1-07BA-FDB9-9C2F-3751604F0CB6}"/>
                </a:ext>
              </a:extLst>
            </p:cNvPr>
            <p:cNvSpPr/>
            <p:nvPr/>
          </p:nvSpPr>
          <p:spPr>
            <a:xfrm>
              <a:off x="8430984" y="1735045"/>
              <a:ext cx="22812" cy="17996"/>
            </a:xfrm>
            <a:custGeom>
              <a:avLst/>
              <a:gdLst>
                <a:gd name="connsiteX0" fmla="*/ 22812 w 22812"/>
                <a:gd name="connsiteY0" fmla="*/ 8998 h 17996"/>
                <a:gd name="connsiteX1" fmla="*/ 11407 w 22812"/>
                <a:gd name="connsiteY1" fmla="*/ 17996 h 17996"/>
                <a:gd name="connsiteX2" fmla="*/ 0 w 22812"/>
                <a:gd name="connsiteY2" fmla="*/ 8998 h 17996"/>
                <a:gd name="connsiteX3" fmla="*/ 11407 w 22812"/>
                <a:gd name="connsiteY3" fmla="*/ 0 h 17996"/>
                <a:gd name="connsiteX4" fmla="*/ 22812 w 22812"/>
                <a:gd name="connsiteY4" fmla="*/ 8998 h 17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12" h="17996">
                  <a:moveTo>
                    <a:pt x="22812" y="8998"/>
                  </a:moveTo>
                  <a:cubicBezTo>
                    <a:pt x="22812" y="13941"/>
                    <a:pt x="17743" y="17996"/>
                    <a:pt x="11407" y="17996"/>
                  </a:cubicBezTo>
                  <a:cubicBezTo>
                    <a:pt x="5070" y="17996"/>
                    <a:pt x="0" y="13941"/>
                    <a:pt x="0" y="8998"/>
                  </a:cubicBezTo>
                  <a:cubicBezTo>
                    <a:pt x="0" y="4056"/>
                    <a:pt x="5070" y="0"/>
                    <a:pt x="11407" y="0"/>
                  </a:cubicBezTo>
                  <a:cubicBezTo>
                    <a:pt x="17743" y="0"/>
                    <a:pt x="22812" y="4056"/>
                    <a:pt x="22812" y="89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9" name="Freeform: Shape 1908">
              <a:extLst>
                <a:ext uri="{FF2B5EF4-FFF2-40B4-BE49-F238E27FC236}">
                  <a16:creationId xmlns:a16="http://schemas.microsoft.com/office/drawing/2014/main" id="{2E329A9E-6DFA-39A5-7856-819142CC8E03}"/>
                </a:ext>
              </a:extLst>
            </p:cNvPr>
            <p:cNvSpPr/>
            <p:nvPr/>
          </p:nvSpPr>
          <p:spPr>
            <a:xfrm>
              <a:off x="8518305" y="1811974"/>
              <a:ext cx="23572" cy="18756"/>
            </a:xfrm>
            <a:custGeom>
              <a:avLst/>
              <a:gdLst>
                <a:gd name="connsiteX0" fmla="*/ 23573 w 23572"/>
                <a:gd name="connsiteY0" fmla="*/ 9378 h 18756"/>
                <a:gd name="connsiteX1" fmla="*/ 11786 w 23572"/>
                <a:gd name="connsiteY1" fmla="*/ 18757 h 18756"/>
                <a:gd name="connsiteX2" fmla="*/ 0 w 23572"/>
                <a:gd name="connsiteY2" fmla="*/ 9378 h 18756"/>
                <a:gd name="connsiteX3" fmla="*/ 11786 w 23572"/>
                <a:gd name="connsiteY3" fmla="*/ 0 h 18756"/>
                <a:gd name="connsiteX4" fmla="*/ 23573 w 23572"/>
                <a:gd name="connsiteY4" fmla="*/ 9378 h 1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572" h="18756">
                  <a:moveTo>
                    <a:pt x="23573" y="9378"/>
                  </a:moveTo>
                  <a:cubicBezTo>
                    <a:pt x="23573" y="14575"/>
                    <a:pt x="18250" y="18757"/>
                    <a:pt x="11786" y="18757"/>
                  </a:cubicBezTo>
                  <a:cubicBezTo>
                    <a:pt x="5323" y="18757"/>
                    <a:pt x="0" y="14575"/>
                    <a:pt x="0" y="9378"/>
                  </a:cubicBezTo>
                  <a:cubicBezTo>
                    <a:pt x="0" y="4182"/>
                    <a:pt x="5323" y="0"/>
                    <a:pt x="11786" y="0"/>
                  </a:cubicBezTo>
                  <a:cubicBezTo>
                    <a:pt x="18250" y="0"/>
                    <a:pt x="23573" y="4182"/>
                    <a:pt x="23573" y="937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10" name="Freeform: Shape 1909">
              <a:extLst>
                <a:ext uri="{FF2B5EF4-FFF2-40B4-BE49-F238E27FC236}">
                  <a16:creationId xmlns:a16="http://schemas.microsoft.com/office/drawing/2014/main" id="{1216D031-2710-946E-7FFD-5C678A5EB3A8}"/>
                </a:ext>
              </a:extLst>
            </p:cNvPr>
            <p:cNvSpPr/>
            <p:nvPr/>
          </p:nvSpPr>
          <p:spPr>
            <a:xfrm>
              <a:off x="8601951" y="1892071"/>
              <a:ext cx="23573" cy="18757"/>
            </a:xfrm>
            <a:custGeom>
              <a:avLst/>
              <a:gdLst>
                <a:gd name="connsiteX0" fmla="*/ 23573 w 23573"/>
                <a:gd name="connsiteY0" fmla="*/ 9379 h 18757"/>
                <a:gd name="connsiteX1" fmla="*/ 11786 w 23573"/>
                <a:gd name="connsiteY1" fmla="*/ 18757 h 18757"/>
                <a:gd name="connsiteX2" fmla="*/ 0 w 23573"/>
                <a:gd name="connsiteY2" fmla="*/ 9379 h 18757"/>
                <a:gd name="connsiteX3" fmla="*/ 11786 w 23573"/>
                <a:gd name="connsiteY3" fmla="*/ 0 h 18757"/>
                <a:gd name="connsiteX4" fmla="*/ 23573 w 23573"/>
                <a:gd name="connsiteY4" fmla="*/ 9379 h 18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573" h="18757">
                  <a:moveTo>
                    <a:pt x="23573" y="9379"/>
                  </a:moveTo>
                  <a:cubicBezTo>
                    <a:pt x="23573" y="14575"/>
                    <a:pt x="18250" y="18757"/>
                    <a:pt x="11786" y="18757"/>
                  </a:cubicBezTo>
                  <a:cubicBezTo>
                    <a:pt x="5323" y="18757"/>
                    <a:pt x="0" y="14575"/>
                    <a:pt x="0" y="9379"/>
                  </a:cubicBezTo>
                  <a:cubicBezTo>
                    <a:pt x="0" y="4182"/>
                    <a:pt x="5197" y="0"/>
                    <a:pt x="11786" y="0"/>
                  </a:cubicBezTo>
                  <a:cubicBezTo>
                    <a:pt x="18377" y="0"/>
                    <a:pt x="23573" y="4182"/>
                    <a:pt x="23573" y="937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11" name="Freeform: Shape 1910">
              <a:extLst>
                <a:ext uri="{FF2B5EF4-FFF2-40B4-BE49-F238E27FC236}">
                  <a16:creationId xmlns:a16="http://schemas.microsoft.com/office/drawing/2014/main" id="{75B5F376-FF3D-539C-D3CA-F0A4DA185A64}"/>
                </a:ext>
              </a:extLst>
            </p:cNvPr>
            <p:cNvSpPr/>
            <p:nvPr/>
          </p:nvSpPr>
          <p:spPr>
            <a:xfrm>
              <a:off x="8681414" y="1975337"/>
              <a:ext cx="22939" cy="18123"/>
            </a:xfrm>
            <a:custGeom>
              <a:avLst/>
              <a:gdLst>
                <a:gd name="connsiteX0" fmla="*/ 22939 w 22939"/>
                <a:gd name="connsiteY0" fmla="*/ 8998 h 18123"/>
                <a:gd name="connsiteX1" fmla="*/ 11533 w 22939"/>
                <a:gd name="connsiteY1" fmla="*/ 18123 h 18123"/>
                <a:gd name="connsiteX2" fmla="*/ 0 w 22939"/>
                <a:gd name="connsiteY2" fmla="*/ 8998 h 18123"/>
                <a:gd name="connsiteX3" fmla="*/ 11533 w 22939"/>
                <a:gd name="connsiteY3" fmla="*/ 0 h 18123"/>
                <a:gd name="connsiteX4" fmla="*/ 22939 w 22939"/>
                <a:gd name="connsiteY4" fmla="*/ 8998 h 18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939" h="18123">
                  <a:moveTo>
                    <a:pt x="22939" y="8998"/>
                  </a:moveTo>
                  <a:cubicBezTo>
                    <a:pt x="22939" y="13941"/>
                    <a:pt x="17869" y="18123"/>
                    <a:pt x="11533" y="18123"/>
                  </a:cubicBezTo>
                  <a:cubicBezTo>
                    <a:pt x="5196" y="18123"/>
                    <a:pt x="0" y="14068"/>
                    <a:pt x="0" y="8998"/>
                  </a:cubicBezTo>
                  <a:cubicBezTo>
                    <a:pt x="0" y="3929"/>
                    <a:pt x="5070" y="0"/>
                    <a:pt x="11533" y="0"/>
                  </a:cubicBezTo>
                  <a:cubicBezTo>
                    <a:pt x="17996" y="0"/>
                    <a:pt x="22939" y="4055"/>
                    <a:pt x="22939" y="89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12" name="Freeform: Shape 1911">
              <a:extLst>
                <a:ext uri="{FF2B5EF4-FFF2-40B4-BE49-F238E27FC236}">
                  <a16:creationId xmlns:a16="http://schemas.microsoft.com/office/drawing/2014/main" id="{538B69A7-65CF-5C1D-1A29-5EF06318858F}"/>
                </a:ext>
              </a:extLst>
            </p:cNvPr>
            <p:cNvSpPr/>
            <p:nvPr/>
          </p:nvSpPr>
          <p:spPr>
            <a:xfrm>
              <a:off x="8756315" y="2060630"/>
              <a:ext cx="22813" cy="17996"/>
            </a:xfrm>
            <a:custGeom>
              <a:avLst/>
              <a:gdLst>
                <a:gd name="connsiteX0" fmla="*/ 22813 w 22813"/>
                <a:gd name="connsiteY0" fmla="*/ 8998 h 17996"/>
                <a:gd name="connsiteX1" fmla="*/ 11407 w 22813"/>
                <a:gd name="connsiteY1" fmla="*/ 17996 h 17996"/>
                <a:gd name="connsiteX2" fmla="*/ 0 w 22813"/>
                <a:gd name="connsiteY2" fmla="*/ 8998 h 17996"/>
                <a:gd name="connsiteX3" fmla="*/ 11407 w 22813"/>
                <a:gd name="connsiteY3" fmla="*/ 0 h 17996"/>
                <a:gd name="connsiteX4" fmla="*/ 22813 w 22813"/>
                <a:gd name="connsiteY4" fmla="*/ 8998 h 17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13" h="17996">
                  <a:moveTo>
                    <a:pt x="22813" y="8998"/>
                  </a:moveTo>
                  <a:cubicBezTo>
                    <a:pt x="22813" y="13941"/>
                    <a:pt x="17743" y="17996"/>
                    <a:pt x="11407" y="17996"/>
                  </a:cubicBezTo>
                  <a:cubicBezTo>
                    <a:pt x="5070" y="17996"/>
                    <a:pt x="0" y="13941"/>
                    <a:pt x="0" y="8998"/>
                  </a:cubicBezTo>
                  <a:cubicBezTo>
                    <a:pt x="0" y="4056"/>
                    <a:pt x="5070" y="0"/>
                    <a:pt x="11407" y="0"/>
                  </a:cubicBezTo>
                  <a:cubicBezTo>
                    <a:pt x="17743" y="0"/>
                    <a:pt x="22813" y="4056"/>
                    <a:pt x="22813" y="89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13" name="Freeform: Shape 1912">
              <a:extLst>
                <a:ext uri="{FF2B5EF4-FFF2-40B4-BE49-F238E27FC236}">
                  <a16:creationId xmlns:a16="http://schemas.microsoft.com/office/drawing/2014/main" id="{03443A51-713F-AF8B-D9AC-1EF4EA760E19}"/>
                </a:ext>
              </a:extLst>
            </p:cNvPr>
            <p:cNvSpPr/>
            <p:nvPr/>
          </p:nvSpPr>
          <p:spPr>
            <a:xfrm>
              <a:off x="8826907" y="2148711"/>
              <a:ext cx="22051" cy="17489"/>
            </a:xfrm>
            <a:custGeom>
              <a:avLst/>
              <a:gdLst>
                <a:gd name="connsiteX0" fmla="*/ 22052 w 22051"/>
                <a:gd name="connsiteY0" fmla="*/ 8745 h 17489"/>
                <a:gd name="connsiteX1" fmla="*/ 11026 w 22051"/>
                <a:gd name="connsiteY1" fmla="*/ 17490 h 17489"/>
                <a:gd name="connsiteX2" fmla="*/ 0 w 22051"/>
                <a:gd name="connsiteY2" fmla="*/ 8745 h 17489"/>
                <a:gd name="connsiteX3" fmla="*/ 11026 w 22051"/>
                <a:gd name="connsiteY3" fmla="*/ 0 h 17489"/>
                <a:gd name="connsiteX4" fmla="*/ 22052 w 22051"/>
                <a:gd name="connsiteY4" fmla="*/ 8745 h 1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051" h="17489">
                  <a:moveTo>
                    <a:pt x="22052" y="8745"/>
                  </a:moveTo>
                  <a:cubicBezTo>
                    <a:pt x="22052" y="13561"/>
                    <a:pt x="17110" y="17490"/>
                    <a:pt x="11026" y="17490"/>
                  </a:cubicBezTo>
                  <a:cubicBezTo>
                    <a:pt x="4943" y="17490"/>
                    <a:pt x="0" y="13561"/>
                    <a:pt x="0" y="8745"/>
                  </a:cubicBezTo>
                  <a:cubicBezTo>
                    <a:pt x="0" y="3929"/>
                    <a:pt x="4943" y="0"/>
                    <a:pt x="11026" y="0"/>
                  </a:cubicBezTo>
                  <a:cubicBezTo>
                    <a:pt x="17110" y="0"/>
                    <a:pt x="22052" y="3929"/>
                    <a:pt x="22052" y="874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14" name="Freeform: Shape 1913">
              <a:extLst>
                <a:ext uri="{FF2B5EF4-FFF2-40B4-BE49-F238E27FC236}">
                  <a16:creationId xmlns:a16="http://schemas.microsoft.com/office/drawing/2014/main" id="{0693F14C-7BB1-9E92-EB94-8AB799C5310E}"/>
                </a:ext>
              </a:extLst>
            </p:cNvPr>
            <p:cNvSpPr/>
            <p:nvPr/>
          </p:nvSpPr>
          <p:spPr>
            <a:xfrm>
              <a:off x="8892556" y="2238821"/>
              <a:ext cx="22052" cy="17489"/>
            </a:xfrm>
            <a:custGeom>
              <a:avLst/>
              <a:gdLst>
                <a:gd name="connsiteX0" fmla="*/ 22053 w 22052"/>
                <a:gd name="connsiteY0" fmla="*/ 8745 h 17489"/>
                <a:gd name="connsiteX1" fmla="*/ 11027 w 22052"/>
                <a:gd name="connsiteY1" fmla="*/ 17490 h 17489"/>
                <a:gd name="connsiteX2" fmla="*/ 0 w 22052"/>
                <a:gd name="connsiteY2" fmla="*/ 8745 h 17489"/>
                <a:gd name="connsiteX3" fmla="*/ 11027 w 22052"/>
                <a:gd name="connsiteY3" fmla="*/ 0 h 17489"/>
                <a:gd name="connsiteX4" fmla="*/ 22053 w 22052"/>
                <a:gd name="connsiteY4" fmla="*/ 8745 h 1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052" h="17489">
                  <a:moveTo>
                    <a:pt x="22053" y="8745"/>
                  </a:moveTo>
                  <a:cubicBezTo>
                    <a:pt x="22053" y="13561"/>
                    <a:pt x="17110" y="17490"/>
                    <a:pt x="11027" y="17490"/>
                  </a:cubicBezTo>
                  <a:cubicBezTo>
                    <a:pt x="4943" y="17490"/>
                    <a:pt x="0" y="13561"/>
                    <a:pt x="0" y="8745"/>
                  </a:cubicBezTo>
                  <a:cubicBezTo>
                    <a:pt x="0" y="3929"/>
                    <a:pt x="4943" y="0"/>
                    <a:pt x="11027" y="0"/>
                  </a:cubicBezTo>
                  <a:cubicBezTo>
                    <a:pt x="17110" y="0"/>
                    <a:pt x="22053" y="3929"/>
                    <a:pt x="22053" y="874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15" name="Freeform: Shape 1914">
              <a:extLst>
                <a:ext uri="{FF2B5EF4-FFF2-40B4-BE49-F238E27FC236}">
                  <a16:creationId xmlns:a16="http://schemas.microsoft.com/office/drawing/2014/main" id="{2B0D6B06-6423-18BB-7BFC-B035C29B3F6D}"/>
                </a:ext>
              </a:extLst>
            </p:cNvPr>
            <p:cNvSpPr/>
            <p:nvPr/>
          </p:nvSpPr>
          <p:spPr>
            <a:xfrm>
              <a:off x="8953643" y="2331211"/>
              <a:ext cx="21418" cy="16982"/>
            </a:xfrm>
            <a:custGeom>
              <a:avLst/>
              <a:gdLst>
                <a:gd name="connsiteX0" fmla="*/ 21418 w 21418"/>
                <a:gd name="connsiteY0" fmla="*/ 8491 h 16982"/>
                <a:gd name="connsiteX1" fmla="*/ 10646 w 21418"/>
                <a:gd name="connsiteY1" fmla="*/ 16983 h 16982"/>
                <a:gd name="connsiteX2" fmla="*/ 0 w 21418"/>
                <a:gd name="connsiteY2" fmla="*/ 8491 h 16982"/>
                <a:gd name="connsiteX3" fmla="*/ 10646 w 21418"/>
                <a:gd name="connsiteY3" fmla="*/ 0 h 16982"/>
                <a:gd name="connsiteX4" fmla="*/ 21418 w 21418"/>
                <a:gd name="connsiteY4" fmla="*/ 8491 h 1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18" h="16982">
                  <a:moveTo>
                    <a:pt x="21418" y="8491"/>
                  </a:moveTo>
                  <a:cubicBezTo>
                    <a:pt x="21418" y="13180"/>
                    <a:pt x="16602" y="16983"/>
                    <a:pt x="10646" y="16983"/>
                  </a:cubicBezTo>
                  <a:cubicBezTo>
                    <a:pt x="4689" y="16983"/>
                    <a:pt x="0" y="13180"/>
                    <a:pt x="0" y="8491"/>
                  </a:cubicBezTo>
                  <a:cubicBezTo>
                    <a:pt x="0" y="3802"/>
                    <a:pt x="4816" y="0"/>
                    <a:pt x="10646" y="0"/>
                  </a:cubicBezTo>
                  <a:cubicBezTo>
                    <a:pt x="16476" y="0"/>
                    <a:pt x="21418" y="3802"/>
                    <a:pt x="21418" y="84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16" name="Freeform: Shape 1915">
              <a:extLst>
                <a:ext uri="{FF2B5EF4-FFF2-40B4-BE49-F238E27FC236}">
                  <a16:creationId xmlns:a16="http://schemas.microsoft.com/office/drawing/2014/main" id="{B9DBFA1D-8ED4-C7F9-8BB7-3375DED49549}"/>
                </a:ext>
              </a:extLst>
            </p:cNvPr>
            <p:cNvSpPr/>
            <p:nvPr/>
          </p:nvSpPr>
          <p:spPr>
            <a:xfrm>
              <a:off x="9009026" y="2424996"/>
              <a:ext cx="22052" cy="17489"/>
            </a:xfrm>
            <a:custGeom>
              <a:avLst/>
              <a:gdLst>
                <a:gd name="connsiteX0" fmla="*/ 22053 w 22052"/>
                <a:gd name="connsiteY0" fmla="*/ 8745 h 17489"/>
                <a:gd name="connsiteX1" fmla="*/ 11026 w 22052"/>
                <a:gd name="connsiteY1" fmla="*/ 17490 h 17489"/>
                <a:gd name="connsiteX2" fmla="*/ 0 w 22052"/>
                <a:gd name="connsiteY2" fmla="*/ 8745 h 17489"/>
                <a:gd name="connsiteX3" fmla="*/ 11026 w 22052"/>
                <a:gd name="connsiteY3" fmla="*/ 0 h 17489"/>
                <a:gd name="connsiteX4" fmla="*/ 22053 w 22052"/>
                <a:gd name="connsiteY4" fmla="*/ 8745 h 1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052" h="17489">
                  <a:moveTo>
                    <a:pt x="22053" y="8745"/>
                  </a:moveTo>
                  <a:cubicBezTo>
                    <a:pt x="22053" y="13561"/>
                    <a:pt x="17110" y="17490"/>
                    <a:pt x="11026" y="17490"/>
                  </a:cubicBezTo>
                  <a:cubicBezTo>
                    <a:pt x="4943" y="17490"/>
                    <a:pt x="0" y="13561"/>
                    <a:pt x="0" y="8745"/>
                  </a:cubicBezTo>
                  <a:cubicBezTo>
                    <a:pt x="0" y="3929"/>
                    <a:pt x="4943" y="0"/>
                    <a:pt x="11026" y="0"/>
                  </a:cubicBezTo>
                  <a:cubicBezTo>
                    <a:pt x="17110" y="0"/>
                    <a:pt x="22053" y="3929"/>
                    <a:pt x="22053" y="874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17" name="Freeform: Shape 1916">
              <a:extLst>
                <a:ext uri="{FF2B5EF4-FFF2-40B4-BE49-F238E27FC236}">
                  <a16:creationId xmlns:a16="http://schemas.microsoft.com/office/drawing/2014/main" id="{4B8A55AF-A385-FF13-1527-B6F0FD13A0C1}"/>
                </a:ext>
              </a:extLst>
            </p:cNvPr>
            <p:cNvSpPr/>
            <p:nvPr/>
          </p:nvSpPr>
          <p:spPr>
            <a:xfrm>
              <a:off x="9060228" y="2521062"/>
              <a:ext cx="21418" cy="16982"/>
            </a:xfrm>
            <a:custGeom>
              <a:avLst/>
              <a:gdLst>
                <a:gd name="connsiteX0" fmla="*/ 21418 w 21418"/>
                <a:gd name="connsiteY0" fmla="*/ 8491 h 16982"/>
                <a:gd name="connsiteX1" fmla="*/ 10645 w 21418"/>
                <a:gd name="connsiteY1" fmla="*/ 16983 h 16982"/>
                <a:gd name="connsiteX2" fmla="*/ 0 w 21418"/>
                <a:gd name="connsiteY2" fmla="*/ 8491 h 16982"/>
                <a:gd name="connsiteX3" fmla="*/ 10645 w 21418"/>
                <a:gd name="connsiteY3" fmla="*/ 0 h 16982"/>
                <a:gd name="connsiteX4" fmla="*/ 21418 w 21418"/>
                <a:gd name="connsiteY4" fmla="*/ 8491 h 1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18" h="16982">
                  <a:moveTo>
                    <a:pt x="21418" y="8491"/>
                  </a:moveTo>
                  <a:cubicBezTo>
                    <a:pt x="21418" y="13180"/>
                    <a:pt x="16602" y="16983"/>
                    <a:pt x="10645" y="16983"/>
                  </a:cubicBezTo>
                  <a:cubicBezTo>
                    <a:pt x="4689" y="16983"/>
                    <a:pt x="0" y="13180"/>
                    <a:pt x="0" y="8491"/>
                  </a:cubicBezTo>
                  <a:cubicBezTo>
                    <a:pt x="0" y="3802"/>
                    <a:pt x="4816" y="0"/>
                    <a:pt x="10645" y="0"/>
                  </a:cubicBezTo>
                  <a:cubicBezTo>
                    <a:pt x="16476" y="0"/>
                    <a:pt x="21418" y="3802"/>
                    <a:pt x="21418" y="84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18" name="Freeform: Shape 1917">
              <a:extLst>
                <a:ext uri="{FF2B5EF4-FFF2-40B4-BE49-F238E27FC236}">
                  <a16:creationId xmlns:a16="http://schemas.microsoft.com/office/drawing/2014/main" id="{91220F6C-C2A2-17CD-EF05-1BA3A58EB723}"/>
                </a:ext>
              </a:extLst>
            </p:cNvPr>
            <p:cNvSpPr/>
            <p:nvPr/>
          </p:nvSpPr>
          <p:spPr>
            <a:xfrm>
              <a:off x="9105853" y="2618648"/>
              <a:ext cx="21418" cy="16982"/>
            </a:xfrm>
            <a:custGeom>
              <a:avLst/>
              <a:gdLst>
                <a:gd name="connsiteX0" fmla="*/ 21418 w 21418"/>
                <a:gd name="connsiteY0" fmla="*/ 8491 h 16982"/>
                <a:gd name="connsiteX1" fmla="*/ 10773 w 21418"/>
                <a:gd name="connsiteY1" fmla="*/ 16983 h 16982"/>
                <a:gd name="connsiteX2" fmla="*/ 0 w 21418"/>
                <a:gd name="connsiteY2" fmla="*/ 8491 h 16982"/>
                <a:gd name="connsiteX3" fmla="*/ 10773 w 21418"/>
                <a:gd name="connsiteY3" fmla="*/ 0 h 16982"/>
                <a:gd name="connsiteX4" fmla="*/ 21418 w 21418"/>
                <a:gd name="connsiteY4" fmla="*/ 8491 h 1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18" h="16982">
                  <a:moveTo>
                    <a:pt x="21418" y="8491"/>
                  </a:moveTo>
                  <a:cubicBezTo>
                    <a:pt x="21418" y="13181"/>
                    <a:pt x="16602" y="16983"/>
                    <a:pt x="10773" y="16983"/>
                  </a:cubicBezTo>
                  <a:cubicBezTo>
                    <a:pt x="4943" y="16983"/>
                    <a:pt x="0" y="13181"/>
                    <a:pt x="0" y="8491"/>
                  </a:cubicBezTo>
                  <a:cubicBezTo>
                    <a:pt x="0" y="3802"/>
                    <a:pt x="4816" y="0"/>
                    <a:pt x="10773" y="0"/>
                  </a:cubicBezTo>
                  <a:cubicBezTo>
                    <a:pt x="16729" y="0"/>
                    <a:pt x="21418" y="3802"/>
                    <a:pt x="21418" y="84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19" name="Freeform: Shape 1918">
              <a:extLst>
                <a:ext uri="{FF2B5EF4-FFF2-40B4-BE49-F238E27FC236}">
                  <a16:creationId xmlns:a16="http://schemas.microsoft.com/office/drawing/2014/main" id="{67647E94-B87C-B1FA-95CB-9B5D1B67E86B}"/>
                </a:ext>
              </a:extLst>
            </p:cNvPr>
            <p:cNvSpPr/>
            <p:nvPr/>
          </p:nvSpPr>
          <p:spPr>
            <a:xfrm>
              <a:off x="9146915" y="2717756"/>
              <a:ext cx="20531" cy="16475"/>
            </a:xfrm>
            <a:custGeom>
              <a:avLst/>
              <a:gdLst>
                <a:gd name="connsiteX0" fmla="*/ 20531 w 20531"/>
                <a:gd name="connsiteY0" fmla="*/ 8238 h 16475"/>
                <a:gd name="connsiteX1" fmla="*/ 10266 w 20531"/>
                <a:gd name="connsiteY1" fmla="*/ 16476 h 16475"/>
                <a:gd name="connsiteX2" fmla="*/ 0 w 20531"/>
                <a:gd name="connsiteY2" fmla="*/ 8238 h 16475"/>
                <a:gd name="connsiteX3" fmla="*/ 10266 w 20531"/>
                <a:gd name="connsiteY3" fmla="*/ 0 h 16475"/>
                <a:gd name="connsiteX4" fmla="*/ 20531 w 20531"/>
                <a:gd name="connsiteY4" fmla="*/ 8238 h 16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31" h="16475">
                  <a:moveTo>
                    <a:pt x="20531" y="8238"/>
                  </a:moveTo>
                  <a:cubicBezTo>
                    <a:pt x="20531" y="12800"/>
                    <a:pt x="15969" y="16476"/>
                    <a:pt x="10266" y="16476"/>
                  </a:cubicBezTo>
                  <a:cubicBezTo>
                    <a:pt x="4563" y="16476"/>
                    <a:pt x="0" y="12800"/>
                    <a:pt x="0" y="8238"/>
                  </a:cubicBezTo>
                  <a:cubicBezTo>
                    <a:pt x="0" y="3675"/>
                    <a:pt x="4563" y="0"/>
                    <a:pt x="10266" y="0"/>
                  </a:cubicBezTo>
                  <a:cubicBezTo>
                    <a:pt x="15969" y="0"/>
                    <a:pt x="20531" y="3675"/>
                    <a:pt x="20531" y="823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0" name="Freeform: Shape 1919">
              <a:extLst>
                <a:ext uri="{FF2B5EF4-FFF2-40B4-BE49-F238E27FC236}">
                  <a16:creationId xmlns:a16="http://schemas.microsoft.com/office/drawing/2014/main" id="{92D75845-F8FA-928B-8AE3-F7F216BBA45F}"/>
                </a:ext>
              </a:extLst>
            </p:cNvPr>
            <p:cNvSpPr/>
            <p:nvPr/>
          </p:nvSpPr>
          <p:spPr>
            <a:xfrm>
              <a:off x="9182528" y="2818257"/>
              <a:ext cx="19770" cy="15715"/>
            </a:xfrm>
            <a:custGeom>
              <a:avLst/>
              <a:gdLst>
                <a:gd name="connsiteX0" fmla="*/ 19771 w 19770"/>
                <a:gd name="connsiteY0" fmla="*/ 7858 h 15715"/>
                <a:gd name="connsiteX1" fmla="*/ 9886 w 19770"/>
                <a:gd name="connsiteY1" fmla="*/ 15715 h 15715"/>
                <a:gd name="connsiteX2" fmla="*/ 0 w 19770"/>
                <a:gd name="connsiteY2" fmla="*/ 7858 h 15715"/>
                <a:gd name="connsiteX3" fmla="*/ 9886 w 19770"/>
                <a:gd name="connsiteY3" fmla="*/ 0 h 15715"/>
                <a:gd name="connsiteX4" fmla="*/ 19771 w 19770"/>
                <a:gd name="connsiteY4" fmla="*/ 7858 h 1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70" h="15715">
                  <a:moveTo>
                    <a:pt x="19771" y="7858"/>
                  </a:moveTo>
                  <a:cubicBezTo>
                    <a:pt x="19771" y="12167"/>
                    <a:pt x="15335" y="15715"/>
                    <a:pt x="9886" y="15715"/>
                  </a:cubicBezTo>
                  <a:cubicBezTo>
                    <a:pt x="4436" y="15715"/>
                    <a:pt x="0" y="12167"/>
                    <a:pt x="0" y="7858"/>
                  </a:cubicBezTo>
                  <a:cubicBezTo>
                    <a:pt x="0" y="3549"/>
                    <a:pt x="4436" y="0"/>
                    <a:pt x="9886" y="0"/>
                  </a:cubicBezTo>
                  <a:cubicBezTo>
                    <a:pt x="15335" y="0"/>
                    <a:pt x="19771" y="3549"/>
                    <a:pt x="19771" y="785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1" name="Freeform: Shape 1920">
              <a:extLst>
                <a:ext uri="{FF2B5EF4-FFF2-40B4-BE49-F238E27FC236}">
                  <a16:creationId xmlns:a16="http://schemas.microsoft.com/office/drawing/2014/main" id="{7747966A-9AD0-908B-F25A-E1450D173454}"/>
                </a:ext>
              </a:extLst>
            </p:cNvPr>
            <p:cNvSpPr/>
            <p:nvPr/>
          </p:nvSpPr>
          <p:spPr>
            <a:xfrm>
              <a:off x="9212818" y="2919773"/>
              <a:ext cx="19010" cy="15208"/>
            </a:xfrm>
            <a:custGeom>
              <a:avLst/>
              <a:gdLst>
                <a:gd name="connsiteX0" fmla="*/ 19010 w 19010"/>
                <a:gd name="connsiteY0" fmla="*/ 7604 h 15208"/>
                <a:gd name="connsiteX1" fmla="*/ 9505 w 19010"/>
                <a:gd name="connsiteY1" fmla="*/ 15208 h 15208"/>
                <a:gd name="connsiteX2" fmla="*/ 0 w 19010"/>
                <a:gd name="connsiteY2" fmla="*/ 7604 h 15208"/>
                <a:gd name="connsiteX3" fmla="*/ 9505 w 19010"/>
                <a:gd name="connsiteY3" fmla="*/ 0 h 15208"/>
                <a:gd name="connsiteX4" fmla="*/ 19010 w 19010"/>
                <a:gd name="connsiteY4" fmla="*/ 7604 h 15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10" h="15208">
                  <a:moveTo>
                    <a:pt x="19010" y="7604"/>
                  </a:moveTo>
                  <a:cubicBezTo>
                    <a:pt x="19010" y="11786"/>
                    <a:pt x="14702" y="15208"/>
                    <a:pt x="9505" y="15208"/>
                  </a:cubicBezTo>
                  <a:cubicBezTo>
                    <a:pt x="4309" y="15208"/>
                    <a:pt x="0" y="11786"/>
                    <a:pt x="0" y="7604"/>
                  </a:cubicBezTo>
                  <a:cubicBezTo>
                    <a:pt x="0" y="3422"/>
                    <a:pt x="4309" y="0"/>
                    <a:pt x="9505" y="0"/>
                  </a:cubicBezTo>
                  <a:cubicBezTo>
                    <a:pt x="14702" y="0"/>
                    <a:pt x="19010" y="3422"/>
                    <a:pt x="19010" y="760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2" name="Freeform: Shape 1921">
              <a:extLst>
                <a:ext uri="{FF2B5EF4-FFF2-40B4-BE49-F238E27FC236}">
                  <a16:creationId xmlns:a16="http://schemas.microsoft.com/office/drawing/2014/main" id="{7B962EF1-3A02-AA78-C092-725F3750E41F}"/>
                </a:ext>
              </a:extLst>
            </p:cNvPr>
            <p:cNvSpPr/>
            <p:nvPr/>
          </p:nvSpPr>
          <p:spPr>
            <a:xfrm>
              <a:off x="9237405" y="3021922"/>
              <a:ext cx="19010" cy="15208"/>
            </a:xfrm>
            <a:custGeom>
              <a:avLst/>
              <a:gdLst>
                <a:gd name="connsiteX0" fmla="*/ 19010 w 19010"/>
                <a:gd name="connsiteY0" fmla="*/ 7604 h 15208"/>
                <a:gd name="connsiteX1" fmla="*/ 9505 w 19010"/>
                <a:gd name="connsiteY1" fmla="*/ 15208 h 15208"/>
                <a:gd name="connsiteX2" fmla="*/ 0 w 19010"/>
                <a:gd name="connsiteY2" fmla="*/ 7604 h 15208"/>
                <a:gd name="connsiteX3" fmla="*/ 9505 w 19010"/>
                <a:gd name="connsiteY3" fmla="*/ 0 h 15208"/>
                <a:gd name="connsiteX4" fmla="*/ 19010 w 19010"/>
                <a:gd name="connsiteY4" fmla="*/ 7604 h 15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10" h="15208">
                  <a:moveTo>
                    <a:pt x="19010" y="7604"/>
                  </a:moveTo>
                  <a:cubicBezTo>
                    <a:pt x="19010" y="11786"/>
                    <a:pt x="14702" y="15208"/>
                    <a:pt x="9505" y="15208"/>
                  </a:cubicBezTo>
                  <a:cubicBezTo>
                    <a:pt x="4309" y="15208"/>
                    <a:pt x="0" y="11786"/>
                    <a:pt x="0" y="7604"/>
                  </a:cubicBezTo>
                  <a:cubicBezTo>
                    <a:pt x="0" y="3422"/>
                    <a:pt x="4309" y="0"/>
                    <a:pt x="9505" y="0"/>
                  </a:cubicBezTo>
                  <a:cubicBezTo>
                    <a:pt x="14702" y="0"/>
                    <a:pt x="19010" y="3422"/>
                    <a:pt x="19010" y="760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3" name="Freeform: Shape 1922">
              <a:extLst>
                <a:ext uri="{FF2B5EF4-FFF2-40B4-BE49-F238E27FC236}">
                  <a16:creationId xmlns:a16="http://schemas.microsoft.com/office/drawing/2014/main" id="{77EDFFD3-C9A5-DA13-A87E-8DF287C57DF2}"/>
                </a:ext>
              </a:extLst>
            </p:cNvPr>
            <p:cNvSpPr/>
            <p:nvPr/>
          </p:nvSpPr>
          <p:spPr>
            <a:xfrm>
              <a:off x="9257176" y="3125465"/>
              <a:ext cx="17743" cy="13940"/>
            </a:xfrm>
            <a:custGeom>
              <a:avLst/>
              <a:gdLst>
                <a:gd name="connsiteX0" fmla="*/ 17743 w 17743"/>
                <a:gd name="connsiteY0" fmla="*/ 6971 h 13940"/>
                <a:gd name="connsiteX1" fmla="*/ 8872 w 17743"/>
                <a:gd name="connsiteY1" fmla="*/ 13941 h 13940"/>
                <a:gd name="connsiteX2" fmla="*/ 0 w 17743"/>
                <a:gd name="connsiteY2" fmla="*/ 6971 h 13940"/>
                <a:gd name="connsiteX3" fmla="*/ 8872 w 17743"/>
                <a:gd name="connsiteY3" fmla="*/ 0 h 13940"/>
                <a:gd name="connsiteX4" fmla="*/ 17743 w 17743"/>
                <a:gd name="connsiteY4" fmla="*/ 6971 h 13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3" h="13940">
                  <a:moveTo>
                    <a:pt x="17743" y="6971"/>
                  </a:moveTo>
                  <a:cubicBezTo>
                    <a:pt x="17743" y="10899"/>
                    <a:pt x="13815" y="13941"/>
                    <a:pt x="8872" y="13941"/>
                  </a:cubicBezTo>
                  <a:cubicBezTo>
                    <a:pt x="3929" y="13941"/>
                    <a:pt x="0" y="10772"/>
                    <a:pt x="0" y="6971"/>
                  </a:cubicBezTo>
                  <a:cubicBezTo>
                    <a:pt x="0" y="3168"/>
                    <a:pt x="3929" y="0"/>
                    <a:pt x="8872" y="0"/>
                  </a:cubicBezTo>
                  <a:cubicBezTo>
                    <a:pt x="13815" y="0"/>
                    <a:pt x="17743" y="3168"/>
                    <a:pt x="17743" y="697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4" name="Freeform: Shape 1923">
              <a:extLst>
                <a:ext uri="{FF2B5EF4-FFF2-40B4-BE49-F238E27FC236}">
                  <a16:creationId xmlns:a16="http://schemas.microsoft.com/office/drawing/2014/main" id="{8AD2A642-511B-C7E5-EFEA-2D7BF9A931B8}"/>
                </a:ext>
              </a:extLst>
            </p:cNvPr>
            <p:cNvSpPr/>
            <p:nvPr/>
          </p:nvSpPr>
          <p:spPr>
            <a:xfrm>
              <a:off x="9271370" y="3229135"/>
              <a:ext cx="16856" cy="13433"/>
            </a:xfrm>
            <a:custGeom>
              <a:avLst/>
              <a:gdLst>
                <a:gd name="connsiteX0" fmla="*/ 16856 w 16856"/>
                <a:gd name="connsiteY0" fmla="*/ 6717 h 13433"/>
                <a:gd name="connsiteX1" fmla="*/ 8491 w 16856"/>
                <a:gd name="connsiteY1" fmla="*/ 13434 h 13433"/>
                <a:gd name="connsiteX2" fmla="*/ 0 w 16856"/>
                <a:gd name="connsiteY2" fmla="*/ 6717 h 13433"/>
                <a:gd name="connsiteX3" fmla="*/ 8491 w 16856"/>
                <a:gd name="connsiteY3" fmla="*/ 0 h 13433"/>
                <a:gd name="connsiteX4" fmla="*/ 16856 w 16856"/>
                <a:gd name="connsiteY4" fmla="*/ 6717 h 13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56" h="13433">
                  <a:moveTo>
                    <a:pt x="16856" y="6717"/>
                  </a:moveTo>
                  <a:cubicBezTo>
                    <a:pt x="16856" y="10392"/>
                    <a:pt x="13054" y="13434"/>
                    <a:pt x="8491" y="13434"/>
                  </a:cubicBezTo>
                  <a:cubicBezTo>
                    <a:pt x="3929" y="13434"/>
                    <a:pt x="0" y="10392"/>
                    <a:pt x="0" y="6717"/>
                  </a:cubicBezTo>
                  <a:cubicBezTo>
                    <a:pt x="0" y="3042"/>
                    <a:pt x="3802" y="0"/>
                    <a:pt x="8491" y="0"/>
                  </a:cubicBezTo>
                  <a:cubicBezTo>
                    <a:pt x="13181" y="0"/>
                    <a:pt x="16856" y="3042"/>
                    <a:pt x="16856" y="671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5" name="Freeform: Shape 1924">
              <a:extLst>
                <a:ext uri="{FF2B5EF4-FFF2-40B4-BE49-F238E27FC236}">
                  <a16:creationId xmlns:a16="http://schemas.microsoft.com/office/drawing/2014/main" id="{84C86BAB-43D4-5DA0-1B65-7906BB3DBB56}"/>
                </a:ext>
              </a:extLst>
            </p:cNvPr>
            <p:cNvSpPr/>
            <p:nvPr/>
          </p:nvSpPr>
          <p:spPr>
            <a:xfrm>
              <a:off x="9280115" y="3333186"/>
              <a:ext cx="15968" cy="12800"/>
            </a:xfrm>
            <a:custGeom>
              <a:avLst/>
              <a:gdLst>
                <a:gd name="connsiteX0" fmla="*/ 15969 w 15968"/>
                <a:gd name="connsiteY0" fmla="*/ 6464 h 12800"/>
                <a:gd name="connsiteX1" fmla="*/ 7984 w 15968"/>
                <a:gd name="connsiteY1" fmla="*/ 12800 h 12800"/>
                <a:gd name="connsiteX2" fmla="*/ 0 w 15968"/>
                <a:gd name="connsiteY2" fmla="*/ 6464 h 12800"/>
                <a:gd name="connsiteX3" fmla="*/ 7984 w 15968"/>
                <a:gd name="connsiteY3" fmla="*/ 0 h 12800"/>
                <a:gd name="connsiteX4" fmla="*/ 15969 w 15968"/>
                <a:gd name="connsiteY4" fmla="*/ 6464 h 1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800">
                  <a:moveTo>
                    <a:pt x="15969" y="6464"/>
                  </a:moveTo>
                  <a:cubicBezTo>
                    <a:pt x="15969" y="10012"/>
                    <a:pt x="12420" y="12800"/>
                    <a:pt x="7984" y="12800"/>
                  </a:cubicBezTo>
                  <a:cubicBezTo>
                    <a:pt x="3549" y="12800"/>
                    <a:pt x="0" y="9885"/>
                    <a:pt x="0" y="6464"/>
                  </a:cubicBezTo>
                  <a:cubicBezTo>
                    <a:pt x="0" y="3042"/>
                    <a:pt x="3676" y="0"/>
                    <a:pt x="7984" y="0"/>
                  </a:cubicBezTo>
                  <a:cubicBezTo>
                    <a:pt x="12294" y="0"/>
                    <a:pt x="15969" y="2915"/>
                    <a:pt x="15969" y="646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6" name="Freeform: Shape 1925">
              <a:extLst>
                <a:ext uri="{FF2B5EF4-FFF2-40B4-BE49-F238E27FC236}">
                  <a16:creationId xmlns:a16="http://schemas.microsoft.com/office/drawing/2014/main" id="{6520798F-733B-784E-ACB6-3AF58533A964}"/>
                </a:ext>
              </a:extLst>
            </p:cNvPr>
            <p:cNvSpPr/>
            <p:nvPr/>
          </p:nvSpPr>
          <p:spPr>
            <a:xfrm>
              <a:off x="9407992" y="3437236"/>
              <a:ext cx="15968" cy="12673"/>
            </a:xfrm>
            <a:custGeom>
              <a:avLst/>
              <a:gdLst>
                <a:gd name="connsiteX0" fmla="*/ 15969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9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9" y="6337"/>
                  </a:moveTo>
                  <a:cubicBezTo>
                    <a:pt x="15969" y="9885"/>
                    <a:pt x="12293" y="12674"/>
                    <a:pt x="7984" y="12674"/>
                  </a:cubicBezTo>
                  <a:cubicBezTo>
                    <a:pt x="3675" y="12674"/>
                    <a:pt x="0" y="9759"/>
                    <a:pt x="0" y="6337"/>
                  </a:cubicBezTo>
                  <a:cubicBezTo>
                    <a:pt x="0" y="2915"/>
                    <a:pt x="3548" y="0"/>
                    <a:pt x="7984" y="0"/>
                  </a:cubicBezTo>
                  <a:cubicBezTo>
                    <a:pt x="12420" y="0"/>
                    <a:pt x="15969" y="2788"/>
                    <a:pt x="15969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7" name="Freeform: Shape 1926">
              <a:extLst>
                <a:ext uri="{FF2B5EF4-FFF2-40B4-BE49-F238E27FC236}">
                  <a16:creationId xmlns:a16="http://schemas.microsoft.com/office/drawing/2014/main" id="{0B2BEA0A-73E1-6C6D-4EBD-4527308BBDE0}"/>
                </a:ext>
              </a:extLst>
            </p:cNvPr>
            <p:cNvSpPr/>
            <p:nvPr/>
          </p:nvSpPr>
          <p:spPr>
            <a:xfrm>
              <a:off x="9405584" y="3541540"/>
              <a:ext cx="15461" cy="12293"/>
            </a:xfrm>
            <a:custGeom>
              <a:avLst/>
              <a:gdLst>
                <a:gd name="connsiteX0" fmla="*/ 15461 w 15461"/>
                <a:gd name="connsiteY0" fmla="*/ 6083 h 12293"/>
                <a:gd name="connsiteX1" fmla="*/ 7731 w 15461"/>
                <a:gd name="connsiteY1" fmla="*/ 12293 h 12293"/>
                <a:gd name="connsiteX2" fmla="*/ 0 w 15461"/>
                <a:gd name="connsiteY2" fmla="*/ 6083 h 12293"/>
                <a:gd name="connsiteX3" fmla="*/ 7731 w 15461"/>
                <a:gd name="connsiteY3" fmla="*/ 0 h 12293"/>
                <a:gd name="connsiteX4" fmla="*/ 15461 w 15461"/>
                <a:gd name="connsiteY4" fmla="*/ 6083 h 1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61" h="12293">
                  <a:moveTo>
                    <a:pt x="15461" y="6083"/>
                  </a:moveTo>
                  <a:cubicBezTo>
                    <a:pt x="15461" y="9505"/>
                    <a:pt x="12040" y="12293"/>
                    <a:pt x="7731" y="12293"/>
                  </a:cubicBezTo>
                  <a:cubicBezTo>
                    <a:pt x="3421" y="12293"/>
                    <a:pt x="0" y="9505"/>
                    <a:pt x="0" y="6083"/>
                  </a:cubicBezTo>
                  <a:cubicBezTo>
                    <a:pt x="0" y="2661"/>
                    <a:pt x="3548" y="0"/>
                    <a:pt x="7731" y="0"/>
                  </a:cubicBezTo>
                  <a:cubicBezTo>
                    <a:pt x="11913" y="0"/>
                    <a:pt x="15461" y="2788"/>
                    <a:pt x="15461" y="60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8" name="Freeform: Shape 1927">
              <a:extLst>
                <a:ext uri="{FF2B5EF4-FFF2-40B4-BE49-F238E27FC236}">
                  <a16:creationId xmlns:a16="http://schemas.microsoft.com/office/drawing/2014/main" id="{CA402796-F0C8-B6AA-B10C-D7FC980CA84A}"/>
                </a:ext>
              </a:extLst>
            </p:cNvPr>
            <p:cNvSpPr/>
            <p:nvPr/>
          </p:nvSpPr>
          <p:spPr>
            <a:xfrm>
              <a:off x="9398106" y="3645590"/>
              <a:ext cx="14701" cy="11659"/>
            </a:xfrm>
            <a:custGeom>
              <a:avLst/>
              <a:gdLst>
                <a:gd name="connsiteX0" fmla="*/ 14702 w 14701"/>
                <a:gd name="connsiteY0" fmla="*/ 5830 h 11659"/>
                <a:gd name="connsiteX1" fmla="*/ 7351 w 14701"/>
                <a:gd name="connsiteY1" fmla="*/ 11660 h 11659"/>
                <a:gd name="connsiteX2" fmla="*/ 0 w 14701"/>
                <a:gd name="connsiteY2" fmla="*/ 5830 h 11659"/>
                <a:gd name="connsiteX3" fmla="*/ 7351 w 14701"/>
                <a:gd name="connsiteY3" fmla="*/ 0 h 11659"/>
                <a:gd name="connsiteX4" fmla="*/ 14702 w 14701"/>
                <a:gd name="connsiteY4" fmla="*/ 5830 h 11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01" h="11659">
                  <a:moveTo>
                    <a:pt x="14702" y="5830"/>
                  </a:moveTo>
                  <a:cubicBezTo>
                    <a:pt x="14702" y="8998"/>
                    <a:pt x="11407" y="11660"/>
                    <a:pt x="7351" y="11660"/>
                  </a:cubicBezTo>
                  <a:cubicBezTo>
                    <a:pt x="3295" y="11660"/>
                    <a:pt x="0" y="8998"/>
                    <a:pt x="0" y="5830"/>
                  </a:cubicBezTo>
                  <a:cubicBezTo>
                    <a:pt x="0" y="2661"/>
                    <a:pt x="3295" y="0"/>
                    <a:pt x="7351" y="0"/>
                  </a:cubicBezTo>
                  <a:cubicBezTo>
                    <a:pt x="11407" y="0"/>
                    <a:pt x="14702" y="2661"/>
                    <a:pt x="14702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9" name="Freeform: Shape 1928">
              <a:extLst>
                <a:ext uri="{FF2B5EF4-FFF2-40B4-BE49-F238E27FC236}">
                  <a16:creationId xmlns:a16="http://schemas.microsoft.com/office/drawing/2014/main" id="{A5261B56-B8D2-4613-4D89-AD95CA9EB2F4}"/>
                </a:ext>
              </a:extLst>
            </p:cNvPr>
            <p:cNvSpPr/>
            <p:nvPr/>
          </p:nvSpPr>
          <p:spPr>
            <a:xfrm>
              <a:off x="9385306" y="3749260"/>
              <a:ext cx="13941" cy="11152"/>
            </a:xfrm>
            <a:custGeom>
              <a:avLst/>
              <a:gdLst>
                <a:gd name="connsiteX0" fmla="*/ 13941 w 13941"/>
                <a:gd name="connsiteY0" fmla="*/ 5576 h 11152"/>
                <a:gd name="connsiteX1" fmla="*/ 6971 w 13941"/>
                <a:gd name="connsiteY1" fmla="*/ 11153 h 11152"/>
                <a:gd name="connsiteX2" fmla="*/ 0 w 13941"/>
                <a:gd name="connsiteY2" fmla="*/ 5576 h 11152"/>
                <a:gd name="connsiteX3" fmla="*/ 6971 w 13941"/>
                <a:gd name="connsiteY3" fmla="*/ 0 h 11152"/>
                <a:gd name="connsiteX4" fmla="*/ 13941 w 13941"/>
                <a:gd name="connsiteY4" fmla="*/ 5576 h 11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1" h="11152">
                  <a:moveTo>
                    <a:pt x="13941" y="5576"/>
                  </a:moveTo>
                  <a:cubicBezTo>
                    <a:pt x="13941" y="8618"/>
                    <a:pt x="10773" y="11153"/>
                    <a:pt x="6971" y="11153"/>
                  </a:cubicBezTo>
                  <a:cubicBezTo>
                    <a:pt x="3168" y="11153"/>
                    <a:pt x="0" y="8745"/>
                    <a:pt x="0" y="5576"/>
                  </a:cubicBezTo>
                  <a:cubicBezTo>
                    <a:pt x="0" y="2408"/>
                    <a:pt x="3168" y="0"/>
                    <a:pt x="6971" y="0"/>
                  </a:cubicBezTo>
                  <a:cubicBezTo>
                    <a:pt x="10773" y="0"/>
                    <a:pt x="13941" y="2408"/>
                    <a:pt x="13941" y="55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0" name="Freeform: Shape 1929">
              <a:extLst>
                <a:ext uri="{FF2B5EF4-FFF2-40B4-BE49-F238E27FC236}">
                  <a16:creationId xmlns:a16="http://schemas.microsoft.com/office/drawing/2014/main" id="{BFCB6DCB-9FAF-D8E1-2835-208F563E92EA}"/>
                </a:ext>
              </a:extLst>
            </p:cNvPr>
            <p:cNvSpPr/>
            <p:nvPr/>
          </p:nvSpPr>
          <p:spPr>
            <a:xfrm>
              <a:off x="9367055" y="3852550"/>
              <a:ext cx="13433" cy="10645"/>
            </a:xfrm>
            <a:custGeom>
              <a:avLst/>
              <a:gdLst>
                <a:gd name="connsiteX0" fmla="*/ 13434 w 13433"/>
                <a:gd name="connsiteY0" fmla="*/ 5323 h 10645"/>
                <a:gd name="connsiteX1" fmla="*/ 6717 w 13433"/>
                <a:gd name="connsiteY1" fmla="*/ 10646 h 10645"/>
                <a:gd name="connsiteX2" fmla="*/ 0 w 13433"/>
                <a:gd name="connsiteY2" fmla="*/ 5323 h 10645"/>
                <a:gd name="connsiteX3" fmla="*/ 6717 w 13433"/>
                <a:gd name="connsiteY3" fmla="*/ 0 h 10645"/>
                <a:gd name="connsiteX4" fmla="*/ 13434 w 13433"/>
                <a:gd name="connsiteY4" fmla="*/ 5323 h 1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33" h="10645">
                  <a:moveTo>
                    <a:pt x="13434" y="5323"/>
                  </a:moveTo>
                  <a:cubicBezTo>
                    <a:pt x="13434" y="8238"/>
                    <a:pt x="10392" y="10646"/>
                    <a:pt x="6717" y="10646"/>
                  </a:cubicBezTo>
                  <a:cubicBezTo>
                    <a:pt x="3042" y="10646"/>
                    <a:pt x="0" y="8238"/>
                    <a:pt x="0" y="5323"/>
                  </a:cubicBezTo>
                  <a:cubicBezTo>
                    <a:pt x="0" y="2408"/>
                    <a:pt x="3042" y="0"/>
                    <a:pt x="6717" y="0"/>
                  </a:cubicBezTo>
                  <a:cubicBezTo>
                    <a:pt x="10392" y="0"/>
                    <a:pt x="13434" y="2408"/>
                    <a:pt x="13434" y="532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1" name="Freeform: Shape 1930">
              <a:extLst>
                <a:ext uri="{FF2B5EF4-FFF2-40B4-BE49-F238E27FC236}">
                  <a16:creationId xmlns:a16="http://schemas.microsoft.com/office/drawing/2014/main" id="{B2F45BF9-6CF0-88B3-2266-6617B9E9F25C}"/>
                </a:ext>
              </a:extLst>
            </p:cNvPr>
            <p:cNvSpPr/>
            <p:nvPr/>
          </p:nvSpPr>
          <p:spPr>
            <a:xfrm>
              <a:off x="9344116" y="3955332"/>
              <a:ext cx="12040" cy="9505"/>
            </a:xfrm>
            <a:custGeom>
              <a:avLst/>
              <a:gdLst>
                <a:gd name="connsiteX0" fmla="*/ 12040 w 12040"/>
                <a:gd name="connsiteY0" fmla="*/ 4816 h 9505"/>
                <a:gd name="connsiteX1" fmla="*/ 6084 w 12040"/>
                <a:gd name="connsiteY1" fmla="*/ 9505 h 9505"/>
                <a:gd name="connsiteX2" fmla="*/ 0 w 12040"/>
                <a:gd name="connsiteY2" fmla="*/ 4816 h 9505"/>
                <a:gd name="connsiteX3" fmla="*/ 6084 w 12040"/>
                <a:gd name="connsiteY3" fmla="*/ 0 h 9505"/>
                <a:gd name="connsiteX4" fmla="*/ 12040 w 12040"/>
                <a:gd name="connsiteY4" fmla="*/ 4816 h 9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40" h="9505">
                  <a:moveTo>
                    <a:pt x="12040" y="4816"/>
                  </a:moveTo>
                  <a:lnTo>
                    <a:pt x="6084" y="9505"/>
                  </a:lnTo>
                  <a:lnTo>
                    <a:pt x="0" y="4816"/>
                  </a:lnTo>
                  <a:lnTo>
                    <a:pt x="6084" y="0"/>
                  </a:lnTo>
                  <a:lnTo>
                    <a:pt x="12040" y="481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2" name="Freeform: Shape 1931">
              <a:extLst>
                <a:ext uri="{FF2B5EF4-FFF2-40B4-BE49-F238E27FC236}">
                  <a16:creationId xmlns:a16="http://schemas.microsoft.com/office/drawing/2014/main" id="{A02D1702-7F7F-0CCE-4860-5FF2B8BA5D95}"/>
                </a:ext>
              </a:extLst>
            </p:cNvPr>
            <p:cNvSpPr/>
            <p:nvPr/>
          </p:nvSpPr>
          <p:spPr>
            <a:xfrm>
              <a:off x="9315728" y="4057101"/>
              <a:ext cx="11279" cy="8871"/>
            </a:xfrm>
            <a:custGeom>
              <a:avLst/>
              <a:gdLst>
                <a:gd name="connsiteX0" fmla="*/ 11280 w 11279"/>
                <a:gd name="connsiteY0" fmla="*/ 4436 h 8871"/>
                <a:gd name="connsiteX1" fmla="*/ 5576 w 11279"/>
                <a:gd name="connsiteY1" fmla="*/ 8872 h 8871"/>
                <a:gd name="connsiteX2" fmla="*/ 0 w 11279"/>
                <a:gd name="connsiteY2" fmla="*/ 4436 h 8871"/>
                <a:gd name="connsiteX3" fmla="*/ 5576 w 11279"/>
                <a:gd name="connsiteY3" fmla="*/ 0 h 8871"/>
                <a:gd name="connsiteX4" fmla="*/ 11280 w 11279"/>
                <a:gd name="connsiteY4" fmla="*/ 4436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79" h="8871">
                  <a:moveTo>
                    <a:pt x="11280" y="4436"/>
                  </a:moveTo>
                  <a:lnTo>
                    <a:pt x="5576" y="8872"/>
                  </a:lnTo>
                  <a:lnTo>
                    <a:pt x="0" y="4436"/>
                  </a:lnTo>
                  <a:lnTo>
                    <a:pt x="5576" y="0"/>
                  </a:lnTo>
                  <a:lnTo>
                    <a:pt x="11280" y="44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3" name="Freeform: Shape 1932">
              <a:extLst>
                <a:ext uri="{FF2B5EF4-FFF2-40B4-BE49-F238E27FC236}">
                  <a16:creationId xmlns:a16="http://schemas.microsoft.com/office/drawing/2014/main" id="{2E2FF552-7BED-1EF6-C8E1-33029158653B}"/>
                </a:ext>
              </a:extLst>
            </p:cNvPr>
            <p:cNvSpPr/>
            <p:nvPr/>
          </p:nvSpPr>
          <p:spPr>
            <a:xfrm>
              <a:off x="9282143" y="4157730"/>
              <a:ext cx="10645" cy="8491"/>
            </a:xfrm>
            <a:custGeom>
              <a:avLst/>
              <a:gdLst>
                <a:gd name="connsiteX0" fmla="*/ 10645 w 10645"/>
                <a:gd name="connsiteY0" fmla="*/ 4182 h 8491"/>
                <a:gd name="connsiteX1" fmla="*/ 5323 w 10645"/>
                <a:gd name="connsiteY1" fmla="*/ 8491 h 8491"/>
                <a:gd name="connsiteX2" fmla="*/ 0 w 10645"/>
                <a:gd name="connsiteY2" fmla="*/ 4182 h 8491"/>
                <a:gd name="connsiteX3" fmla="*/ 5323 w 10645"/>
                <a:gd name="connsiteY3" fmla="*/ 0 h 8491"/>
                <a:gd name="connsiteX4" fmla="*/ 10645 w 10645"/>
                <a:gd name="connsiteY4" fmla="*/ 4182 h 8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45" h="8491">
                  <a:moveTo>
                    <a:pt x="10645" y="4182"/>
                  </a:moveTo>
                  <a:lnTo>
                    <a:pt x="5323" y="8491"/>
                  </a:lnTo>
                  <a:lnTo>
                    <a:pt x="0" y="4182"/>
                  </a:lnTo>
                  <a:lnTo>
                    <a:pt x="5323" y="0"/>
                  </a:lnTo>
                  <a:lnTo>
                    <a:pt x="10645" y="41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4" name="Freeform: Shape 1933">
              <a:extLst>
                <a:ext uri="{FF2B5EF4-FFF2-40B4-BE49-F238E27FC236}">
                  <a16:creationId xmlns:a16="http://schemas.microsoft.com/office/drawing/2014/main" id="{8A8A6AC5-C578-8276-3F8E-4F33B61BDDE9}"/>
                </a:ext>
              </a:extLst>
            </p:cNvPr>
            <p:cNvSpPr/>
            <p:nvPr/>
          </p:nvSpPr>
          <p:spPr>
            <a:xfrm>
              <a:off x="9243488" y="4257344"/>
              <a:ext cx="9885" cy="7857"/>
            </a:xfrm>
            <a:custGeom>
              <a:avLst/>
              <a:gdLst>
                <a:gd name="connsiteX0" fmla="*/ 9886 w 9885"/>
                <a:gd name="connsiteY0" fmla="*/ 3929 h 7857"/>
                <a:gd name="connsiteX1" fmla="*/ 4943 w 9885"/>
                <a:gd name="connsiteY1" fmla="*/ 7858 h 7857"/>
                <a:gd name="connsiteX2" fmla="*/ 0 w 9885"/>
                <a:gd name="connsiteY2" fmla="*/ 3929 h 7857"/>
                <a:gd name="connsiteX3" fmla="*/ 4943 w 9885"/>
                <a:gd name="connsiteY3" fmla="*/ 0 h 7857"/>
                <a:gd name="connsiteX4" fmla="*/ 9886 w 9885"/>
                <a:gd name="connsiteY4" fmla="*/ 3929 h 7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85" h="7857">
                  <a:moveTo>
                    <a:pt x="9886" y="3929"/>
                  </a:moveTo>
                  <a:lnTo>
                    <a:pt x="4943" y="7858"/>
                  </a:lnTo>
                  <a:lnTo>
                    <a:pt x="0" y="3929"/>
                  </a:lnTo>
                  <a:lnTo>
                    <a:pt x="4943" y="0"/>
                  </a:lnTo>
                  <a:lnTo>
                    <a:pt x="9886" y="392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5" name="Freeform: Shape 1934">
              <a:extLst>
                <a:ext uri="{FF2B5EF4-FFF2-40B4-BE49-F238E27FC236}">
                  <a16:creationId xmlns:a16="http://schemas.microsoft.com/office/drawing/2014/main" id="{9AAF2A05-D3B1-673B-CCCE-D14A7E917CEB}"/>
                </a:ext>
              </a:extLst>
            </p:cNvPr>
            <p:cNvSpPr/>
            <p:nvPr/>
          </p:nvSpPr>
          <p:spPr>
            <a:xfrm>
              <a:off x="9200144" y="4355818"/>
              <a:ext cx="8491" cy="6716"/>
            </a:xfrm>
            <a:custGeom>
              <a:avLst/>
              <a:gdLst>
                <a:gd name="connsiteX0" fmla="*/ 8491 w 8491"/>
                <a:gd name="connsiteY0" fmla="*/ 3422 h 6716"/>
                <a:gd name="connsiteX1" fmla="*/ 4309 w 8491"/>
                <a:gd name="connsiteY1" fmla="*/ 6717 h 6716"/>
                <a:gd name="connsiteX2" fmla="*/ 0 w 8491"/>
                <a:gd name="connsiteY2" fmla="*/ 3422 h 6716"/>
                <a:gd name="connsiteX3" fmla="*/ 4309 w 8491"/>
                <a:gd name="connsiteY3" fmla="*/ 0 h 6716"/>
                <a:gd name="connsiteX4" fmla="*/ 8491 w 8491"/>
                <a:gd name="connsiteY4" fmla="*/ 3422 h 6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91" h="6716">
                  <a:moveTo>
                    <a:pt x="8491" y="3422"/>
                  </a:moveTo>
                  <a:lnTo>
                    <a:pt x="4309" y="6717"/>
                  </a:lnTo>
                  <a:lnTo>
                    <a:pt x="0" y="3422"/>
                  </a:lnTo>
                  <a:lnTo>
                    <a:pt x="4309" y="0"/>
                  </a:lnTo>
                  <a:lnTo>
                    <a:pt x="8491" y="342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6" name="Freeform: Shape 1935">
              <a:extLst>
                <a:ext uri="{FF2B5EF4-FFF2-40B4-BE49-F238E27FC236}">
                  <a16:creationId xmlns:a16="http://schemas.microsoft.com/office/drawing/2014/main" id="{C84FF659-D06C-77F4-4075-C20C7101D773}"/>
                </a:ext>
              </a:extLst>
            </p:cNvPr>
            <p:cNvSpPr/>
            <p:nvPr/>
          </p:nvSpPr>
          <p:spPr>
            <a:xfrm>
              <a:off x="9151478" y="4452518"/>
              <a:ext cx="7983" cy="6336"/>
            </a:xfrm>
            <a:custGeom>
              <a:avLst/>
              <a:gdLst>
                <a:gd name="connsiteX0" fmla="*/ 7984 w 7983"/>
                <a:gd name="connsiteY0" fmla="*/ 3168 h 6336"/>
                <a:gd name="connsiteX1" fmla="*/ 4055 w 7983"/>
                <a:gd name="connsiteY1" fmla="*/ 6337 h 6336"/>
                <a:gd name="connsiteX2" fmla="*/ 0 w 7983"/>
                <a:gd name="connsiteY2" fmla="*/ 3168 h 6336"/>
                <a:gd name="connsiteX3" fmla="*/ 4055 w 7983"/>
                <a:gd name="connsiteY3" fmla="*/ 0 h 6336"/>
                <a:gd name="connsiteX4" fmla="*/ 7984 w 7983"/>
                <a:gd name="connsiteY4" fmla="*/ 3168 h 6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83" h="6336">
                  <a:moveTo>
                    <a:pt x="7984" y="3168"/>
                  </a:moveTo>
                  <a:lnTo>
                    <a:pt x="4055" y="6337"/>
                  </a:lnTo>
                  <a:lnTo>
                    <a:pt x="0" y="3168"/>
                  </a:lnTo>
                  <a:lnTo>
                    <a:pt x="4055" y="0"/>
                  </a:lnTo>
                  <a:lnTo>
                    <a:pt x="7984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7" name="Freeform: Shape 1936">
              <a:extLst>
                <a:ext uri="{FF2B5EF4-FFF2-40B4-BE49-F238E27FC236}">
                  <a16:creationId xmlns:a16="http://schemas.microsoft.com/office/drawing/2014/main" id="{671A6104-C429-388E-239C-E1DC03E9CFF1}"/>
                </a:ext>
              </a:extLst>
            </p:cNvPr>
            <p:cNvSpPr/>
            <p:nvPr/>
          </p:nvSpPr>
          <p:spPr>
            <a:xfrm>
              <a:off x="9098376" y="4547950"/>
              <a:ext cx="6462" cy="5069"/>
            </a:xfrm>
            <a:custGeom>
              <a:avLst/>
              <a:gdLst>
                <a:gd name="connsiteX0" fmla="*/ 6463 w 6462"/>
                <a:gd name="connsiteY0" fmla="*/ 2534 h 5069"/>
                <a:gd name="connsiteX1" fmla="*/ 3294 w 6462"/>
                <a:gd name="connsiteY1" fmla="*/ 5069 h 5069"/>
                <a:gd name="connsiteX2" fmla="*/ 0 w 6462"/>
                <a:gd name="connsiteY2" fmla="*/ 2534 h 5069"/>
                <a:gd name="connsiteX3" fmla="*/ 3294 w 6462"/>
                <a:gd name="connsiteY3" fmla="*/ 0 h 5069"/>
                <a:gd name="connsiteX4" fmla="*/ 6463 w 6462"/>
                <a:gd name="connsiteY4" fmla="*/ 2534 h 5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2" h="5069">
                  <a:moveTo>
                    <a:pt x="6463" y="2534"/>
                  </a:moveTo>
                  <a:lnTo>
                    <a:pt x="3294" y="5069"/>
                  </a:lnTo>
                  <a:lnTo>
                    <a:pt x="0" y="2534"/>
                  </a:lnTo>
                  <a:lnTo>
                    <a:pt x="3294" y="0"/>
                  </a:lnTo>
                  <a:lnTo>
                    <a:pt x="6463" y="25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8" name="Freeform: Shape 1937">
              <a:extLst>
                <a:ext uri="{FF2B5EF4-FFF2-40B4-BE49-F238E27FC236}">
                  <a16:creationId xmlns:a16="http://schemas.microsoft.com/office/drawing/2014/main" id="{46367053-644C-544C-FFA3-5B0F5649129C}"/>
                </a:ext>
              </a:extLst>
            </p:cNvPr>
            <p:cNvSpPr/>
            <p:nvPr/>
          </p:nvSpPr>
          <p:spPr>
            <a:xfrm>
              <a:off x="9040077" y="4641227"/>
              <a:ext cx="5956" cy="4689"/>
            </a:xfrm>
            <a:custGeom>
              <a:avLst/>
              <a:gdLst>
                <a:gd name="connsiteX0" fmla="*/ 5957 w 5956"/>
                <a:gd name="connsiteY0" fmla="*/ 2281 h 4689"/>
                <a:gd name="connsiteX1" fmla="*/ 3042 w 5956"/>
                <a:gd name="connsiteY1" fmla="*/ 4689 h 4689"/>
                <a:gd name="connsiteX2" fmla="*/ 0 w 5956"/>
                <a:gd name="connsiteY2" fmla="*/ 2281 h 4689"/>
                <a:gd name="connsiteX3" fmla="*/ 3042 w 5956"/>
                <a:gd name="connsiteY3" fmla="*/ 0 h 4689"/>
                <a:gd name="connsiteX4" fmla="*/ 5957 w 5956"/>
                <a:gd name="connsiteY4" fmla="*/ 2281 h 4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6" h="4689">
                  <a:moveTo>
                    <a:pt x="5957" y="2281"/>
                  </a:moveTo>
                  <a:lnTo>
                    <a:pt x="3042" y="4689"/>
                  </a:lnTo>
                  <a:lnTo>
                    <a:pt x="0" y="2281"/>
                  </a:lnTo>
                  <a:lnTo>
                    <a:pt x="3042" y="0"/>
                  </a:lnTo>
                  <a:lnTo>
                    <a:pt x="5957" y="22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9" name="Freeform: Shape 1938">
              <a:extLst>
                <a:ext uri="{FF2B5EF4-FFF2-40B4-BE49-F238E27FC236}">
                  <a16:creationId xmlns:a16="http://schemas.microsoft.com/office/drawing/2014/main" id="{0C925117-C949-4319-826B-B3F484A6E1E2}"/>
                </a:ext>
              </a:extLst>
            </p:cNvPr>
            <p:cNvSpPr/>
            <p:nvPr/>
          </p:nvSpPr>
          <p:spPr>
            <a:xfrm>
              <a:off x="8977089" y="4732604"/>
              <a:ext cx="5322" cy="4182"/>
            </a:xfrm>
            <a:custGeom>
              <a:avLst/>
              <a:gdLst>
                <a:gd name="connsiteX0" fmla="*/ 5323 w 5322"/>
                <a:gd name="connsiteY0" fmla="*/ 2028 h 4182"/>
                <a:gd name="connsiteX1" fmla="*/ 2788 w 5322"/>
                <a:gd name="connsiteY1" fmla="*/ 4183 h 4182"/>
                <a:gd name="connsiteX2" fmla="*/ 0 w 5322"/>
                <a:gd name="connsiteY2" fmla="*/ 2028 h 4182"/>
                <a:gd name="connsiteX3" fmla="*/ 2788 w 5322"/>
                <a:gd name="connsiteY3" fmla="*/ 0 h 4182"/>
                <a:gd name="connsiteX4" fmla="*/ 5323 w 5322"/>
                <a:gd name="connsiteY4" fmla="*/ 2028 h 4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22" h="4182">
                  <a:moveTo>
                    <a:pt x="5323" y="2028"/>
                  </a:moveTo>
                  <a:lnTo>
                    <a:pt x="2788" y="4183"/>
                  </a:lnTo>
                  <a:lnTo>
                    <a:pt x="0" y="2028"/>
                  </a:lnTo>
                  <a:lnTo>
                    <a:pt x="2788" y="0"/>
                  </a:lnTo>
                  <a:lnTo>
                    <a:pt x="5323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0" name="Freeform: Shape 1939">
              <a:extLst>
                <a:ext uri="{FF2B5EF4-FFF2-40B4-BE49-F238E27FC236}">
                  <a16:creationId xmlns:a16="http://schemas.microsoft.com/office/drawing/2014/main" id="{DC224F4C-AE5A-2BFC-9A67-19A3DFA2CD0B}"/>
                </a:ext>
              </a:extLst>
            </p:cNvPr>
            <p:cNvSpPr/>
            <p:nvPr/>
          </p:nvSpPr>
          <p:spPr>
            <a:xfrm>
              <a:off x="8909920" y="4821953"/>
              <a:ext cx="4181" cy="3295"/>
            </a:xfrm>
            <a:custGeom>
              <a:avLst/>
              <a:gdLst>
                <a:gd name="connsiteX0" fmla="*/ 4182 w 4181"/>
                <a:gd name="connsiteY0" fmla="*/ 1648 h 3295"/>
                <a:gd name="connsiteX1" fmla="*/ 2027 w 4181"/>
                <a:gd name="connsiteY1" fmla="*/ 3295 h 3295"/>
                <a:gd name="connsiteX2" fmla="*/ 0 w 4181"/>
                <a:gd name="connsiteY2" fmla="*/ 1648 h 3295"/>
                <a:gd name="connsiteX3" fmla="*/ 2027 w 4181"/>
                <a:gd name="connsiteY3" fmla="*/ 0 h 3295"/>
                <a:gd name="connsiteX4" fmla="*/ 4182 w 4181"/>
                <a:gd name="connsiteY4" fmla="*/ 1648 h 3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1" h="3295">
                  <a:moveTo>
                    <a:pt x="4182" y="1648"/>
                  </a:moveTo>
                  <a:lnTo>
                    <a:pt x="2027" y="3295"/>
                  </a:lnTo>
                  <a:lnTo>
                    <a:pt x="0" y="1648"/>
                  </a:lnTo>
                  <a:lnTo>
                    <a:pt x="2027" y="0"/>
                  </a:lnTo>
                  <a:lnTo>
                    <a:pt x="4182" y="164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1" name="Freeform: Shape 1940">
              <a:extLst>
                <a:ext uri="{FF2B5EF4-FFF2-40B4-BE49-F238E27FC236}">
                  <a16:creationId xmlns:a16="http://schemas.microsoft.com/office/drawing/2014/main" id="{88EE84EC-7F55-450B-C265-844EF06E0F8A}"/>
                </a:ext>
              </a:extLst>
            </p:cNvPr>
            <p:cNvSpPr/>
            <p:nvPr/>
          </p:nvSpPr>
          <p:spPr>
            <a:xfrm>
              <a:off x="8837933" y="4909020"/>
              <a:ext cx="3548" cy="2788"/>
            </a:xfrm>
            <a:custGeom>
              <a:avLst/>
              <a:gdLst>
                <a:gd name="connsiteX0" fmla="*/ 3549 w 3548"/>
                <a:gd name="connsiteY0" fmla="*/ 1394 h 2788"/>
                <a:gd name="connsiteX1" fmla="*/ 1774 w 3548"/>
                <a:gd name="connsiteY1" fmla="*/ 2788 h 2788"/>
                <a:gd name="connsiteX2" fmla="*/ 0 w 3548"/>
                <a:gd name="connsiteY2" fmla="*/ 1394 h 2788"/>
                <a:gd name="connsiteX3" fmla="*/ 1774 w 3548"/>
                <a:gd name="connsiteY3" fmla="*/ 0 h 2788"/>
                <a:gd name="connsiteX4" fmla="*/ 3549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9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9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2" name="Freeform: Shape 1941">
              <a:extLst>
                <a:ext uri="{FF2B5EF4-FFF2-40B4-BE49-F238E27FC236}">
                  <a16:creationId xmlns:a16="http://schemas.microsoft.com/office/drawing/2014/main" id="{204A8CA5-2AC2-44F6-D910-AF38F6497470}"/>
                </a:ext>
              </a:extLst>
            </p:cNvPr>
            <p:cNvSpPr/>
            <p:nvPr/>
          </p:nvSpPr>
          <p:spPr>
            <a:xfrm>
              <a:off x="8761638" y="4993553"/>
              <a:ext cx="2914" cy="2408"/>
            </a:xfrm>
            <a:custGeom>
              <a:avLst/>
              <a:gdLst>
                <a:gd name="connsiteX0" fmla="*/ 2915 w 2914"/>
                <a:gd name="connsiteY0" fmla="*/ 1141 h 2408"/>
                <a:gd name="connsiteX1" fmla="*/ 1394 w 2914"/>
                <a:gd name="connsiteY1" fmla="*/ 2408 h 2408"/>
                <a:gd name="connsiteX2" fmla="*/ 0 w 2914"/>
                <a:gd name="connsiteY2" fmla="*/ 1141 h 2408"/>
                <a:gd name="connsiteX3" fmla="*/ 1394 w 2914"/>
                <a:gd name="connsiteY3" fmla="*/ 0 h 2408"/>
                <a:gd name="connsiteX4" fmla="*/ 2915 w 2914"/>
                <a:gd name="connsiteY4" fmla="*/ 1141 h 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" h="2408">
                  <a:moveTo>
                    <a:pt x="2915" y="1141"/>
                  </a:moveTo>
                  <a:lnTo>
                    <a:pt x="1394" y="2408"/>
                  </a:lnTo>
                  <a:lnTo>
                    <a:pt x="0" y="1141"/>
                  </a:lnTo>
                  <a:lnTo>
                    <a:pt x="1394" y="0"/>
                  </a:lnTo>
                  <a:lnTo>
                    <a:pt x="2915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3" name="Freeform: Shape 1942">
              <a:extLst>
                <a:ext uri="{FF2B5EF4-FFF2-40B4-BE49-F238E27FC236}">
                  <a16:creationId xmlns:a16="http://schemas.microsoft.com/office/drawing/2014/main" id="{B7AE20D4-A6A3-3C05-B21C-89367263305A}"/>
                </a:ext>
              </a:extLst>
            </p:cNvPr>
            <p:cNvSpPr/>
            <p:nvPr/>
          </p:nvSpPr>
          <p:spPr>
            <a:xfrm>
              <a:off x="8681414" y="5075932"/>
              <a:ext cx="1647" cy="1393"/>
            </a:xfrm>
            <a:custGeom>
              <a:avLst/>
              <a:gdLst>
                <a:gd name="connsiteX0" fmla="*/ 1648 w 1647"/>
                <a:gd name="connsiteY0" fmla="*/ 634 h 1393"/>
                <a:gd name="connsiteX1" fmla="*/ 887 w 1647"/>
                <a:gd name="connsiteY1" fmla="*/ 1394 h 1393"/>
                <a:gd name="connsiteX2" fmla="*/ 0 w 1647"/>
                <a:gd name="connsiteY2" fmla="*/ 634 h 1393"/>
                <a:gd name="connsiteX3" fmla="*/ 887 w 1647"/>
                <a:gd name="connsiteY3" fmla="*/ 0 h 1393"/>
                <a:gd name="connsiteX4" fmla="*/ 1648 w 1647"/>
                <a:gd name="connsiteY4" fmla="*/ 634 h 1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7" h="1393">
                  <a:moveTo>
                    <a:pt x="1648" y="634"/>
                  </a:moveTo>
                  <a:lnTo>
                    <a:pt x="887" y="1394"/>
                  </a:lnTo>
                  <a:lnTo>
                    <a:pt x="0" y="634"/>
                  </a:lnTo>
                  <a:lnTo>
                    <a:pt x="887" y="0"/>
                  </a:lnTo>
                  <a:lnTo>
                    <a:pt x="1648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4" name="Freeform: Shape 1943">
              <a:extLst>
                <a:ext uri="{FF2B5EF4-FFF2-40B4-BE49-F238E27FC236}">
                  <a16:creationId xmlns:a16="http://schemas.microsoft.com/office/drawing/2014/main" id="{2F60A889-01B0-48CB-6819-51C7A55E6989}"/>
                </a:ext>
              </a:extLst>
            </p:cNvPr>
            <p:cNvSpPr/>
            <p:nvPr/>
          </p:nvSpPr>
          <p:spPr>
            <a:xfrm>
              <a:off x="8596882" y="5155522"/>
              <a:ext cx="760" cy="633"/>
            </a:xfrm>
            <a:custGeom>
              <a:avLst/>
              <a:gdLst>
                <a:gd name="connsiteX0" fmla="*/ 760 w 760"/>
                <a:gd name="connsiteY0" fmla="*/ 253 h 633"/>
                <a:gd name="connsiteX1" fmla="*/ 380 w 760"/>
                <a:gd name="connsiteY1" fmla="*/ 634 h 633"/>
                <a:gd name="connsiteX2" fmla="*/ 0 w 760"/>
                <a:gd name="connsiteY2" fmla="*/ 253 h 633"/>
                <a:gd name="connsiteX3" fmla="*/ 380 w 760"/>
                <a:gd name="connsiteY3" fmla="*/ 0 h 633"/>
                <a:gd name="connsiteX4" fmla="*/ 760 w 760"/>
                <a:gd name="connsiteY4" fmla="*/ 253 h 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0" h="633">
                  <a:moveTo>
                    <a:pt x="760" y="253"/>
                  </a:moveTo>
                  <a:lnTo>
                    <a:pt x="380" y="634"/>
                  </a:lnTo>
                  <a:lnTo>
                    <a:pt x="0" y="253"/>
                  </a:lnTo>
                  <a:lnTo>
                    <a:pt x="380" y="0"/>
                  </a:lnTo>
                  <a:lnTo>
                    <a:pt x="760" y="25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5" name="Freeform: Shape 1944">
              <a:extLst>
                <a:ext uri="{FF2B5EF4-FFF2-40B4-BE49-F238E27FC236}">
                  <a16:creationId xmlns:a16="http://schemas.microsoft.com/office/drawing/2014/main" id="{38150ED2-CF47-519E-3C0F-60915B9C59D5}"/>
                </a:ext>
              </a:extLst>
            </p:cNvPr>
            <p:cNvSpPr/>
            <p:nvPr/>
          </p:nvSpPr>
          <p:spPr>
            <a:xfrm>
              <a:off x="8508166" y="5232070"/>
              <a:ext cx="379" cy="380"/>
            </a:xfrm>
            <a:custGeom>
              <a:avLst/>
              <a:gdLst>
                <a:gd name="connsiteX0" fmla="*/ 380 w 379"/>
                <a:gd name="connsiteY0" fmla="*/ 254 h 380"/>
                <a:gd name="connsiteX1" fmla="*/ 253 w 379"/>
                <a:gd name="connsiteY1" fmla="*/ 380 h 380"/>
                <a:gd name="connsiteX2" fmla="*/ 0 w 379"/>
                <a:gd name="connsiteY2" fmla="*/ 254 h 380"/>
                <a:gd name="connsiteX3" fmla="*/ 253 w 379"/>
                <a:gd name="connsiteY3" fmla="*/ 0 h 380"/>
                <a:gd name="connsiteX4" fmla="*/ 380 w 379"/>
                <a:gd name="connsiteY4" fmla="*/ 254 h 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" h="380">
                  <a:moveTo>
                    <a:pt x="380" y="254"/>
                  </a:moveTo>
                  <a:lnTo>
                    <a:pt x="253" y="380"/>
                  </a:lnTo>
                  <a:lnTo>
                    <a:pt x="0" y="254"/>
                  </a:lnTo>
                  <a:lnTo>
                    <a:pt x="253" y="0"/>
                  </a:lnTo>
                  <a:lnTo>
                    <a:pt x="380" y="2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6" name="Freeform: Shape 1945">
              <a:extLst>
                <a:ext uri="{FF2B5EF4-FFF2-40B4-BE49-F238E27FC236}">
                  <a16:creationId xmlns:a16="http://schemas.microsoft.com/office/drawing/2014/main" id="{D64C9770-8DE2-C6D0-BA95-4FDF6A27FA4F}"/>
                </a:ext>
              </a:extLst>
            </p:cNvPr>
            <p:cNvSpPr/>
            <p:nvPr/>
          </p:nvSpPr>
          <p:spPr>
            <a:xfrm>
              <a:off x="8318696" y="5375789"/>
              <a:ext cx="1393" cy="1014"/>
            </a:xfrm>
            <a:custGeom>
              <a:avLst/>
              <a:gdLst>
                <a:gd name="connsiteX0" fmla="*/ 1394 w 1393"/>
                <a:gd name="connsiteY0" fmla="*/ 507 h 1014"/>
                <a:gd name="connsiteX1" fmla="*/ 634 w 1393"/>
                <a:gd name="connsiteY1" fmla="*/ 1014 h 1014"/>
                <a:gd name="connsiteX2" fmla="*/ 0 w 1393"/>
                <a:gd name="connsiteY2" fmla="*/ 507 h 1014"/>
                <a:gd name="connsiteX3" fmla="*/ 634 w 1393"/>
                <a:gd name="connsiteY3" fmla="*/ 0 h 1014"/>
                <a:gd name="connsiteX4" fmla="*/ 1394 w 1393"/>
                <a:gd name="connsiteY4" fmla="*/ 507 h 1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3" h="1014">
                  <a:moveTo>
                    <a:pt x="1394" y="507"/>
                  </a:moveTo>
                  <a:lnTo>
                    <a:pt x="634" y="1014"/>
                  </a:lnTo>
                  <a:lnTo>
                    <a:pt x="0" y="507"/>
                  </a:lnTo>
                  <a:lnTo>
                    <a:pt x="634" y="0"/>
                  </a:lnTo>
                  <a:lnTo>
                    <a:pt x="1394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7" name="Freeform: Shape 1946">
              <a:extLst>
                <a:ext uri="{FF2B5EF4-FFF2-40B4-BE49-F238E27FC236}">
                  <a16:creationId xmlns:a16="http://schemas.microsoft.com/office/drawing/2014/main" id="{1F70114D-5D41-EFFC-3289-2351C005272C}"/>
                </a:ext>
              </a:extLst>
            </p:cNvPr>
            <p:cNvSpPr/>
            <p:nvPr/>
          </p:nvSpPr>
          <p:spPr>
            <a:xfrm>
              <a:off x="8217941" y="5442579"/>
              <a:ext cx="3041" cy="2281"/>
            </a:xfrm>
            <a:custGeom>
              <a:avLst/>
              <a:gdLst>
                <a:gd name="connsiteX0" fmla="*/ 3042 w 3041"/>
                <a:gd name="connsiteY0" fmla="*/ 1141 h 2281"/>
                <a:gd name="connsiteX1" fmla="*/ 1521 w 3041"/>
                <a:gd name="connsiteY1" fmla="*/ 2281 h 2281"/>
                <a:gd name="connsiteX2" fmla="*/ 0 w 3041"/>
                <a:gd name="connsiteY2" fmla="*/ 1141 h 2281"/>
                <a:gd name="connsiteX3" fmla="*/ 1521 w 3041"/>
                <a:gd name="connsiteY3" fmla="*/ 0 h 2281"/>
                <a:gd name="connsiteX4" fmla="*/ 3042 w 3041"/>
                <a:gd name="connsiteY4" fmla="*/ 1141 h 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1" h="2281">
                  <a:moveTo>
                    <a:pt x="3042" y="1141"/>
                  </a:moveTo>
                  <a:lnTo>
                    <a:pt x="1521" y="2281"/>
                  </a:lnTo>
                  <a:lnTo>
                    <a:pt x="0" y="1141"/>
                  </a:lnTo>
                  <a:lnTo>
                    <a:pt x="1521" y="0"/>
                  </a:lnTo>
                  <a:lnTo>
                    <a:pt x="3042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8" name="Freeform: Shape 1947">
              <a:extLst>
                <a:ext uri="{FF2B5EF4-FFF2-40B4-BE49-F238E27FC236}">
                  <a16:creationId xmlns:a16="http://schemas.microsoft.com/office/drawing/2014/main" id="{D71A62F8-E51B-CE27-0FB8-CAF3467CC35F}"/>
                </a:ext>
              </a:extLst>
            </p:cNvPr>
            <p:cNvSpPr/>
            <p:nvPr/>
          </p:nvSpPr>
          <p:spPr>
            <a:xfrm>
              <a:off x="8114777" y="5506580"/>
              <a:ext cx="2915" cy="2408"/>
            </a:xfrm>
            <a:custGeom>
              <a:avLst/>
              <a:gdLst>
                <a:gd name="connsiteX0" fmla="*/ 2915 w 2915"/>
                <a:gd name="connsiteY0" fmla="*/ 1141 h 2408"/>
                <a:gd name="connsiteX1" fmla="*/ 1521 w 2915"/>
                <a:gd name="connsiteY1" fmla="*/ 2408 h 2408"/>
                <a:gd name="connsiteX2" fmla="*/ 0 w 2915"/>
                <a:gd name="connsiteY2" fmla="*/ 1141 h 2408"/>
                <a:gd name="connsiteX3" fmla="*/ 1521 w 2915"/>
                <a:gd name="connsiteY3" fmla="*/ 0 h 2408"/>
                <a:gd name="connsiteX4" fmla="*/ 2915 w 2915"/>
                <a:gd name="connsiteY4" fmla="*/ 1141 h 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5" h="2408">
                  <a:moveTo>
                    <a:pt x="2915" y="1141"/>
                  </a:moveTo>
                  <a:lnTo>
                    <a:pt x="1521" y="2408"/>
                  </a:lnTo>
                  <a:lnTo>
                    <a:pt x="0" y="1141"/>
                  </a:lnTo>
                  <a:lnTo>
                    <a:pt x="1521" y="0"/>
                  </a:lnTo>
                  <a:lnTo>
                    <a:pt x="2915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9" name="Freeform: Shape 1948">
              <a:extLst>
                <a:ext uri="{FF2B5EF4-FFF2-40B4-BE49-F238E27FC236}">
                  <a16:creationId xmlns:a16="http://schemas.microsoft.com/office/drawing/2014/main" id="{A76F6CB4-AA66-858D-A075-6D92FC6103D2}"/>
                </a:ext>
              </a:extLst>
            </p:cNvPr>
            <p:cNvSpPr/>
            <p:nvPr/>
          </p:nvSpPr>
          <p:spPr>
            <a:xfrm>
              <a:off x="8007686" y="5566907"/>
              <a:ext cx="4308" cy="3421"/>
            </a:xfrm>
            <a:custGeom>
              <a:avLst/>
              <a:gdLst>
                <a:gd name="connsiteX0" fmla="*/ 4309 w 4308"/>
                <a:gd name="connsiteY0" fmla="*/ 1648 h 3421"/>
                <a:gd name="connsiteX1" fmla="*/ 2154 w 4308"/>
                <a:gd name="connsiteY1" fmla="*/ 3422 h 3421"/>
                <a:gd name="connsiteX2" fmla="*/ 0 w 4308"/>
                <a:gd name="connsiteY2" fmla="*/ 1648 h 3421"/>
                <a:gd name="connsiteX3" fmla="*/ 2154 w 4308"/>
                <a:gd name="connsiteY3" fmla="*/ 0 h 3421"/>
                <a:gd name="connsiteX4" fmla="*/ 4309 w 4308"/>
                <a:gd name="connsiteY4" fmla="*/ 1648 h 3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8" h="3421">
                  <a:moveTo>
                    <a:pt x="4309" y="1648"/>
                  </a:moveTo>
                  <a:lnTo>
                    <a:pt x="2154" y="3422"/>
                  </a:lnTo>
                  <a:lnTo>
                    <a:pt x="0" y="1648"/>
                  </a:lnTo>
                  <a:lnTo>
                    <a:pt x="2154" y="0"/>
                  </a:lnTo>
                  <a:lnTo>
                    <a:pt x="4309" y="164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0" name="Freeform: Shape 1949">
              <a:extLst>
                <a:ext uri="{FF2B5EF4-FFF2-40B4-BE49-F238E27FC236}">
                  <a16:creationId xmlns:a16="http://schemas.microsoft.com/office/drawing/2014/main" id="{1F176A2E-28F5-C666-B46F-311C4F65C9DB}"/>
                </a:ext>
              </a:extLst>
            </p:cNvPr>
            <p:cNvSpPr/>
            <p:nvPr/>
          </p:nvSpPr>
          <p:spPr>
            <a:xfrm>
              <a:off x="7897679" y="5623685"/>
              <a:ext cx="5703" cy="4435"/>
            </a:xfrm>
            <a:custGeom>
              <a:avLst/>
              <a:gdLst>
                <a:gd name="connsiteX0" fmla="*/ 5703 w 5703"/>
                <a:gd name="connsiteY0" fmla="*/ 2154 h 4435"/>
                <a:gd name="connsiteX1" fmla="*/ 2789 w 5703"/>
                <a:gd name="connsiteY1" fmla="*/ 4435 h 4435"/>
                <a:gd name="connsiteX2" fmla="*/ 0 w 5703"/>
                <a:gd name="connsiteY2" fmla="*/ 2154 h 4435"/>
                <a:gd name="connsiteX3" fmla="*/ 2789 w 5703"/>
                <a:gd name="connsiteY3" fmla="*/ 0 h 4435"/>
                <a:gd name="connsiteX4" fmla="*/ 5703 w 5703"/>
                <a:gd name="connsiteY4" fmla="*/ 2154 h 4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03" h="4435">
                  <a:moveTo>
                    <a:pt x="5703" y="2154"/>
                  </a:moveTo>
                  <a:lnTo>
                    <a:pt x="2789" y="4435"/>
                  </a:lnTo>
                  <a:lnTo>
                    <a:pt x="0" y="2154"/>
                  </a:lnTo>
                  <a:lnTo>
                    <a:pt x="2789" y="0"/>
                  </a:lnTo>
                  <a:lnTo>
                    <a:pt x="5703" y="21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1" name="Freeform: Shape 1950">
              <a:extLst>
                <a:ext uri="{FF2B5EF4-FFF2-40B4-BE49-F238E27FC236}">
                  <a16:creationId xmlns:a16="http://schemas.microsoft.com/office/drawing/2014/main" id="{55D253C4-4B90-1901-9ECE-91FB8454C198}"/>
                </a:ext>
              </a:extLst>
            </p:cNvPr>
            <p:cNvSpPr/>
            <p:nvPr/>
          </p:nvSpPr>
          <p:spPr>
            <a:xfrm>
              <a:off x="7785011" y="5677167"/>
              <a:ext cx="6589" cy="5069"/>
            </a:xfrm>
            <a:custGeom>
              <a:avLst/>
              <a:gdLst>
                <a:gd name="connsiteX0" fmla="*/ 6590 w 6589"/>
                <a:gd name="connsiteY0" fmla="*/ 2534 h 5069"/>
                <a:gd name="connsiteX1" fmla="*/ 3295 w 6589"/>
                <a:gd name="connsiteY1" fmla="*/ 5069 h 5069"/>
                <a:gd name="connsiteX2" fmla="*/ 0 w 6589"/>
                <a:gd name="connsiteY2" fmla="*/ 2534 h 5069"/>
                <a:gd name="connsiteX3" fmla="*/ 3295 w 6589"/>
                <a:gd name="connsiteY3" fmla="*/ 0 h 5069"/>
                <a:gd name="connsiteX4" fmla="*/ 6590 w 6589"/>
                <a:gd name="connsiteY4" fmla="*/ 2534 h 5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89" h="5069">
                  <a:moveTo>
                    <a:pt x="6590" y="2534"/>
                  </a:moveTo>
                  <a:lnTo>
                    <a:pt x="3295" y="5069"/>
                  </a:lnTo>
                  <a:lnTo>
                    <a:pt x="0" y="2534"/>
                  </a:lnTo>
                  <a:lnTo>
                    <a:pt x="3295" y="0"/>
                  </a:lnTo>
                  <a:lnTo>
                    <a:pt x="6590" y="25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2" name="Freeform: Shape 1951">
              <a:extLst>
                <a:ext uri="{FF2B5EF4-FFF2-40B4-BE49-F238E27FC236}">
                  <a16:creationId xmlns:a16="http://schemas.microsoft.com/office/drawing/2014/main" id="{5C4CBC48-E0D0-CE6E-F2F5-70BD47C37B10}"/>
                </a:ext>
              </a:extLst>
            </p:cNvPr>
            <p:cNvSpPr/>
            <p:nvPr/>
          </p:nvSpPr>
          <p:spPr>
            <a:xfrm>
              <a:off x="7669428" y="5726721"/>
              <a:ext cx="8110" cy="6336"/>
            </a:xfrm>
            <a:custGeom>
              <a:avLst/>
              <a:gdLst>
                <a:gd name="connsiteX0" fmla="*/ 8111 w 8110"/>
                <a:gd name="connsiteY0" fmla="*/ 3168 h 6336"/>
                <a:gd name="connsiteX1" fmla="*/ 4055 w 8110"/>
                <a:gd name="connsiteY1" fmla="*/ 6337 h 6336"/>
                <a:gd name="connsiteX2" fmla="*/ 0 w 8110"/>
                <a:gd name="connsiteY2" fmla="*/ 3168 h 6336"/>
                <a:gd name="connsiteX3" fmla="*/ 4055 w 8110"/>
                <a:gd name="connsiteY3" fmla="*/ 0 h 6336"/>
                <a:gd name="connsiteX4" fmla="*/ 8111 w 8110"/>
                <a:gd name="connsiteY4" fmla="*/ 3168 h 6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10" h="6336">
                  <a:moveTo>
                    <a:pt x="8111" y="3168"/>
                  </a:moveTo>
                  <a:lnTo>
                    <a:pt x="4055" y="6337"/>
                  </a:lnTo>
                  <a:lnTo>
                    <a:pt x="0" y="3168"/>
                  </a:lnTo>
                  <a:lnTo>
                    <a:pt x="4055" y="0"/>
                  </a:lnTo>
                  <a:lnTo>
                    <a:pt x="8111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3" name="Freeform: Shape 1952">
              <a:extLst>
                <a:ext uri="{FF2B5EF4-FFF2-40B4-BE49-F238E27FC236}">
                  <a16:creationId xmlns:a16="http://schemas.microsoft.com/office/drawing/2014/main" id="{09B04ED6-5E95-F2B3-AB9D-78A5E4B51631}"/>
                </a:ext>
              </a:extLst>
            </p:cNvPr>
            <p:cNvSpPr/>
            <p:nvPr/>
          </p:nvSpPr>
          <p:spPr>
            <a:xfrm>
              <a:off x="7551816" y="5772980"/>
              <a:ext cx="8617" cy="6843"/>
            </a:xfrm>
            <a:custGeom>
              <a:avLst/>
              <a:gdLst>
                <a:gd name="connsiteX0" fmla="*/ 8618 w 8617"/>
                <a:gd name="connsiteY0" fmla="*/ 3422 h 6843"/>
                <a:gd name="connsiteX1" fmla="*/ 4309 w 8617"/>
                <a:gd name="connsiteY1" fmla="*/ 6843 h 6843"/>
                <a:gd name="connsiteX2" fmla="*/ 0 w 8617"/>
                <a:gd name="connsiteY2" fmla="*/ 3422 h 6843"/>
                <a:gd name="connsiteX3" fmla="*/ 4309 w 8617"/>
                <a:gd name="connsiteY3" fmla="*/ 0 h 6843"/>
                <a:gd name="connsiteX4" fmla="*/ 8618 w 8617"/>
                <a:gd name="connsiteY4" fmla="*/ 3422 h 6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7" h="6843">
                  <a:moveTo>
                    <a:pt x="8618" y="3422"/>
                  </a:moveTo>
                  <a:lnTo>
                    <a:pt x="4309" y="6843"/>
                  </a:lnTo>
                  <a:lnTo>
                    <a:pt x="0" y="3422"/>
                  </a:lnTo>
                  <a:lnTo>
                    <a:pt x="4309" y="0"/>
                  </a:lnTo>
                  <a:lnTo>
                    <a:pt x="8618" y="342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4" name="Freeform: Shape 1953">
              <a:extLst>
                <a:ext uri="{FF2B5EF4-FFF2-40B4-BE49-F238E27FC236}">
                  <a16:creationId xmlns:a16="http://schemas.microsoft.com/office/drawing/2014/main" id="{7877A966-2A9E-350F-3B00-ED5FE9AA8254}"/>
                </a:ext>
              </a:extLst>
            </p:cNvPr>
            <p:cNvSpPr/>
            <p:nvPr/>
          </p:nvSpPr>
          <p:spPr>
            <a:xfrm>
              <a:off x="7431544" y="5814929"/>
              <a:ext cx="10138" cy="8110"/>
            </a:xfrm>
            <a:custGeom>
              <a:avLst/>
              <a:gdLst>
                <a:gd name="connsiteX0" fmla="*/ 10139 w 10138"/>
                <a:gd name="connsiteY0" fmla="*/ 4055 h 8110"/>
                <a:gd name="connsiteX1" fmla="*/ 5070 w 10138"/>
                <a:gd name="connsiteY1" fmla="*/ 8111 h 8110"/>
                <a:gd name="connsiteX2" fmla="*/ 0 w 10138"/>
                <a:gd name="connsiteY2" fmla="*/ 4055 h 8110"/>
                <a:gd name="connsiteX3" fmla="*/ 5070 w 10138"/>
                <a:gd name="connsiteY3" fmla="*/ 0 h 8110"/>
                <a:gd name="connsiteX4" fmla="*/ 10139 w 10138"/>
                <a:gd name="connsiteY4" fmla="*/ 4055 h 8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38" h="8110">
                  <a:moveTo>
                    <a:pt x="10139" y="4055"/>
                  </a:moveTo>
                  <a:lnTo>
                    <a:pt x="5070" y="8111"/>
                  </a:lnTo>
                  <a:lnTo>
                    <a:pt x="0" y="4055"/>
                  </a:lnTo>
                  <a:lnTo>
                    <a:pt x="5070" y="0"/>
                  </a:lnTo>
                  <a:lnTo>
                    <a:pt x="10139" y="405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5" name="Freeform: Shape 1954">
              <a:extLst>
                <a:ext uri="{FF2B5EF4-FFF2-40B4-BE49-F238E27FC236}">
                  <a16:creationId xmlns:a16="http://schemas.microsoft.com/office/drawing/2014/main" id="{57909F6B-547D-F2A8-9AD1-5EFB36065DB5}"/>
                </a:ext>
              </a:extLst>
            </p:cNvPr>
            <p:cNvSpPr/>
            <p:nvPr/>
          </p:nvSpPr>
          <p:spPr>
            <a:xfrm>
              <a:off x="7309497" y="5853457"/>
              <a:ext cx="11025" cy="8744"/>
            </a:xfrm>
            <a:custGeom>
              <a:avLst/>
              <a:gdLst>
                <a:gd name="connsiteX0" fmla="*/ 11026 w 11025"/>
                <a:gd name="connsiteY0" fmla="*/ 4436 h 8744"/>
                <a:gd name="connsiteX1" fmla="*/ 5450 w 11025"/>
                <a:gd name="connsiteY1" fmla="*/ 8745 h 8744"/>
                <a:gd name="connsiteX2" fmla="*/ 0 w 11025"/>
                <a:gd name="connsiteY2" fmla="*/ 4436 h 8744"/>
                <a:gd name="connsiteX3" fmla="*/ 5450 w 11025"/>
                <a:gd name="connsiteY3" fmla="*/ 0 h 8744"/>
                <a:gd name="connsiteX4" fmla="*/ 11026 w 11025"/>
                <a:gd name="connsiteY4" fmla="*/ 4436 h 8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25" h="8744">
                  <a:moveTo>
                    <a:pt x="11026" y="4436"/>
                  </a:moveTo>
                  <a:lnTo>
                    <a:pt x="5450" y="8745"/>
                  </a:lnTo>
                  <a:lnTo>
                    <a:pt x="0" y="4436"/>
                  </a:lnTo>
                  <a:lnTo>
                    <a:pt x="5450" y="0"/>
                  </a:lnTo>
                  <a:lnTo>
                    <a:pt x="11026" y="44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6" name="Freeform: Shape 1955">
              <a:extLst>
                <a:ext uri="{FF2B5EF4-FFF2-40B4-BE49-F238E27FC236}">
                  <a16:creationId xmlns:a16="http://schemas.microsoft.com/office/drawing/2014/main" id="{A0CD519C-8FD7-ABB3-2BAE-DEF6F8EDC45E}"/>
                </a:ext>
              </a:extLst>
            </p:cNvPr>
            <p:cNvSpPr/>
            <p:nvPr/>
          </p:nvSpPr>
          <p:spPr>
            <a:xfrm>
              <a:off x="7185676" y="5888183"/>
              <a:ext cx="11533" cy="9125"/>
            </a:xfrm>
            <a:custGeom>
              <a:avLst/>
              <a:gdLst>
                <a:gd name="connsiteX0" fmla="*/ 11533 w 11533"/>
                <a:gd name="connsiteY0" fmla="*/ 4562 h 9125"/>
                <a:gd name="connsiteX1" fmla="*/ 5830 w 11533"/>
                <a:gd name="connsiteY1" fmla="*/ 9125 h 9125"/>
                <a:gd name="connsiteX2" fmla="*/ 0 w 11533"/>
                <a:gd name="connsiteY2" fmla="*/ 4562 h 9125"/>
                <a:gd name="connsiteX3" fmla="*/ 5830 w 11533"/>
                <a:gd name="connsiteY3" fmla="*/ 0 h 9125"/>
                <a:gd name="connsiteX4" fmla="*/ 11533 w 11533"/>
                <a:gd name="connsiteY4" fmla="*/ 4562 h 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33" h="9125">
                  <a:moveTo>
                    <a:pt x="11533" y="4562"/>
                  </a:moveTo>
                  <a:lnTo>
                    <a:pt x="5830" y="9125"/>
                  </a:lnTo>
                  <a:lnTo>
                    <a:pt x="0" y="4562"/>
                  </a:lnTo>
                  <a:lnTo>
                    <a:pt x="5830" y="0"/>
                  </a:lnTo>
                  <a:lnTo>
                    <a:pt x="11533" y="456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7" name="Freeform: Shape 1956">
              <a:extLst>
                <a:ext uri="{FF2B5EF4-FFF2-40B4-BE49-F238E27FC236}">
                  <a16:creationId xmlns:a16="http://schemas.microsoft.com/office/drawing/2014/main" id="{A3A801B9-EDAB-FE3B-F224-6C2548166A0F}"/>
                </a:ext>
              </a:extLst>
            </p:cNvPr>
            <p:cNvSpPr/>
            <p:nvPr/>
          </p:nvSpPr>
          <p:spPr>
            <a:xfrm>
              <a:off x="7059701" y="5918472"/>
              <a:ext cx="13181" cy="10392"/>
            </a:xfrm>
            <a:custGeom>
              <a:avLst/>
              <a:gdLst>
                <a:gd name="connsiteX0" fmla="*/ 13181 w 13181"/>
                <a:gd name="connsiteY0" fmla="*/ 5196 h 10392"/>
                <a:gd name="connsiteX1" fmla="*/ 6591 w 13181"/>
                <a:gd name="connsiteY1" fmla="*/ 10392 h 10392"/>
                <a:gd name="connsiteX2" fmla="*/ 0 w 13181"/>
                <a:gd name="connsiteY2" fmla="*/ 5196 h 10392"/>
                <a:gd name="connsiteX3" fmla="*/ 6591 w 13181"/>
                <a:gd name="connsiteY3" fmla="*/ 0 h 10392"/>
                <a:gd name="connsiteX4" fmla="*/ 13181 w 13181"/>
                <a:gd name="connsiteY4" fmla="*/ 5196 h 1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81" h="10392">
                  <a:moveTo>
                    <a:pt x="13181" y="5196"/>
                  </a:moveTo>
                  <a:lnTo>
                    <a:pt x="6591" y="10392"/>
                  </a:lnTo>
                  <a:lnTo>
                    <a:pt x="0" y="5196"/>
                  </a:lnTo>
                  <a:lnTo>
                    <a:pt x="6591" y="0"/>
                  </a:lnTo>
                  <a:lnTo>
                    <a:pt x="13181" y="519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8" name="Freeform: Shape 1957">
              <a:extLst>
                <a:ext uri="{FF2B5EF4-FFF2-40B4-BE49-F238E27FC236}">
                  <a16:creationId xmlns:a16="http://schemas.microsoft.com/office/drawing/2014/main" id="{4DB552CC-5554-2774-42D3-3A6B14D1B848}"/>
                </a:ext>
              </a:extLst>
            </p:cNvPr>
            <p:cNvSpPr/>
            <p:nvPr/>
          </p:nvSpPr>
          <p:spPr>
            <a:xfrm>
              <a:off x="6932838" y="5945214"/>
              <a:ext cx="13686" cy="10899"/>
            </a:xfrm>
            <a:custGeom>
              <a:avLst/>
              <a:gdLst>
                <a:gd name="connsiteX0" fmla="*/ 13687 w 13686"/>
                <a:gd name="connsiteY0" fmla="*/ 5450 h 10899"/>
                <a:gd name="connsiteX1" fmla="*/ 6843 w 13686"/>
                <a:gd name="connsiteY1" fmla="*/ 10899 h 10899"/>
                <a:gd name="connsiteX2" fmla="*/ 0 w 13686"/>
                <a:gd name="connsiteY2" fmla="*/ 5450 h 10899"/>
                <a:gd name="connsiteX3" fmla="*/ 6843 w 13686"/>
                <a:gd name="connsiteY3" fmla="*/ 0 h 10899"/>
                <a:gd name="connsiteX4" fmla="*/ 13687 w 13686"/>
                <a:gd name="connsiteY4" fmla="*/ 5450 h 10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86" h="10899">
                  <a:moveTo>
                    <a:pt x="13687" y="5450"/>
                  </a:moveTo>
                  <a:cubicBezTo>
                    <a:pt x="13687" y="8491"/>
                    <a:pt x="10645" y="10899"/>
                    <a:pt x="6843" y="10899"/>
                  </a:cubicBezTo>
                  <a:cubicBezTo>
                    <a:pt x="3042" y="10899"/>
                    <a:pt x="0" y="8491"/>
                    <a:pt x="0" y="5450"/>
                  </a:cubicBezTo>
                  <a:cubicBezTo>
                    <a:pt x="0" y="2408"/>
                    <a:pt x="3042" y="0"/>
                    <a:pt x="6843" y="0"/>
                  </a:cubicBezTo>
                  <a:cubicBezTo>
                    <a:pt x="10645" y="0"/>
                    <a:pt x="13687" y="2408"/>
                    <a:pt x="13687" y="545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9" name="Freeform: Shape 1958">
              <a:extLst>
                <a:ext uri="{FF2B5EF4-FFF2-40B4-BE49-F238E27FC236}">
                  <a16:creationId xmlns:a16="http://schemas.microsoft.com/office/drawing/2014/main" id="{C9ACFB3A-2B10-D927-0496-D29C1120ED59}"/>
                </a:ext>
              </a:extLst>
            </p:cNvPr>
            <p:cNvSpPr/>
            <p:nvPr/>
          </p:nvSpPr>
          <p:spPr>
            <a:xfrm>
              <a:off x="6804455" y="5967646"/>
              <a:ext cx="14574" cy="11533"/>
            </a:xfrm>
            <a:custGeom>
              <a:avLst/>
              <a:gdLst>
                <a:gd name="connsiteX0" fmla="*/ 14574 w 14574"/>
                <a:gd name="connsiteY0" fmla="*/ 5830 h 11533"/>
                <a:gd name="connsiteX1" fmla="*/ 7350 w 14574"/>
                <a:gd name="connsiteY1" fmla="*/ 11533 h 11533"/>
                <a:gd name="connsiteX2" fmla="*/ 0 w 14574"/>
                <a:gd name="connsiteY2" fmla="*/ 5830 h 11533"/>
                <a:gd name="connsiteX3" fmla="*/ 7350 w 14574"/>
                <a:gd name="connsiteY3" fmla="*/ 0 h 11533"/>
                <a:gd name="connsiteX4" fmla="*/ 14574 w 14574"/>
                <a:gd name="connsiteY4" fmla="*/ 5830 h 11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574" h="11533">
                  <a:moveTo>
                    <a:pt x="14574" y="5830"/>
                  </a:moveTo>
                  <a:cubicBezTo>
                    <a:pt x="14574" y="8998"/>
                    <a:pt x="11279" y="11533"/>
                    <a:pt x="7350" y="11533"/>
                  </a:cubicBezTo>
                  <a:cubicBezTo>
                    <a:pt x="3421" y="11533"/>
                    <a:pt x="0" y="8998"/>
                    <a:pt x="0" y="5830"/>
                  </a:cubicBezTo>
                  <a:cubicBezTo>
                    <a:pt x="0" y="2661"/>
                    <a:pt x="3294" y="0"/>
                    <a:pt x="7350" y="0"/>
                  </a:cubicBezTo>
                  <a:cubicBezTo>
                    <a:pt x="11406" y="0"/>
                    <a:pt x="14574" y="2535"/>
                    <a:pt x="14574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0" name="Freeform: Shape 1959">
              <a:extLst>
                <a:ext uri="{FF2B5EF4-FFF2-40B4-BE49-F238E27FC236}">
                  <a16:creationId xmlns:a16="http://schemas.microsoft.com/office/drawing/2014/main" id="{4BDF27EE-76B9-3E64-E1E5-BA9BFF505F40}"/>
                </a:ext>
              </a:extLst>
            </p:cNvPr>
            <p:cNvSpPr/>
            <p:nvPr/>
          </p:nvSpPr>
          <p:spPr>
            <a:xfrm>
              <a:off x="6675184" y="5986149"/>
              <a:ext cx="15334" cy="12166"/>
            </a:xfrm>
            <a:custGeom>
              <a:avLst/>
              <a:gdLst>
                <a:gd name="connsiteX0" fmla="*/ 15335 w 15334"/>
                <a:gd name="connsiteY0" fmla="*/ 6083 h 12166"/>
                <a:gd name="connsiteX1" fmla="*/ 7604 w 15334"/>
                <a:gd name="connsiteY1" fmla="*/ 12167 h 12166"/>
                <a:gd name="connsiteX2" fmla="*/ 0 w 15334"/>
                <a:gd name="connsiteY2" fmla="*/ 6083 h 12166"/>
                <a:gd name="connsiteX3" fmla="*/ 7604 w 15334"/>
                <a:gd name="connsiteY3" fmla="*/ 0 h 12166"/>
                <a:gd name="connsiteX4" fmla="*/ 15335 w 15334"/>
                <a:gd name="connsiteY4" fmla="*/ 6083 h 1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34" h="12166">
                  <a:moveTo>
                    <a:pt x="15335" y="6083"/>
                  </a:moveTo>
                  <a:cubicBezTo>
                    <a:pt x="15335" y="9379"/>
                    <a:pt x="11913" y="12167"/>
                    <a:pt x="7604" y="12167"/>
                  </a:cubicBezTo>
                  <a:cubicBezTo>
                    <a:pt x="3295" y="12167"/>
                    <a:pt x="0" y="9505"/>
                    <a:pt x="0" y="6083"/>
                  </a:cubicBezTo>
                  <a:cubicBezTo>
                    <a:pt x="0" y="2662"/>
                    <a:pt x="3421" y="0"/>
                    <a:pt x="7604" y="0"/>
                  </a:cubicBezTo>
                  <a:cubicBezTo>
                    <a:pt x="11786" y="0"/>
                    <a:pt x="15335" y="2662"/>
                    <a:pt x="15335" y="60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1" name="Freeform: Shape 1960">
              <a:extLst>
                <a:ext uri="{FF2B5EF4-FFF2-40B4-BE49-F238E27FC236}">
                  <a16:creationId xmlns:a16="http://schemas.microsoft.com/office/drawing/2014/main" id="{FD7825DB-18A2-1DF9-A48B-9D1918A153D8}"/>
                </a:ext>
              </a:extLst>
            </p:cNvPr>
            <p:cNvSpPr/>
            <p:nvPr/>
          </p:nvSpPr>
          <p:spPr>
            <a:xfrm>
              <a:off x="6545026" y="6000470"/>
              <a:ext cx="15968" cy="12673"/>
            </a:xfrm>
            <a:custGeom>
              <a:avLst/>
              <a:gdLst>
                <a:gd name="connsiteX0" fmla="*/ 15969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9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9" y="6337"/>
                  </a:moveTo>
                  <a:cubicBezTo>
                    <a:pt x="15969" y="9885"/>
                    <a:pt x="12420" y="12674"/>
                    <a:pt x="7984" y="12674"/>
                  </a:cubicBezTo>
                  <a:cubicBezTo>
                    <a:pt x="3549" y="12674"/>
                    <a:pt x="0" y="9885"/>
                    <a:pt x="0" y="6337"/>
                  </a:cubicBezTo>
                  <a:cubicBezTo>
                    <a:pt x="0" y="2788"/>
                    <a:pt x="3549" y="0"/>
                    <a:pt x="7984" y="0"/>
                  </a:cubicBezTo>
                  <a:cubicBezTo>
                    <a:pt x="12420" y="0"/>
                    <a:pt x="15969" y="2788"/>
                    <a:pt x="15969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2" name="Freeform: Shape 1961">
              <a:extLst>
                <a:ext uri="{FF2B5EF4-FFF2-40B4-BE49-F238E27FC236}">
                  <a16:creationId xmlns:a16="http://schemas.microsoft.com/office/drawing/2014/main" id="{3386EC03-3E66-95CC-2FCD-F2CF819EC64A}"/>
                </a:ext>
              </a:extLst>
            </p:cNvPr>
            <p:cNvSpPr/>
            <p:nvPr/>
          </p:nvSpPr>
          <p:spPr>
            <a:xfrm>
              <a:off x="6413854" y="6010356"/>
              <a:ext cx="17489" cy="13941"/>
            </a:xfrm>
            <a:custGeom>
              <a:avLst/>
              <a:gdLst>
                <a:gd name="connsiteX0" fmla="*/ 17490 w 17489"/>
                <a:gd name="connsiteY0" fmla="*/ 6971 h 13941"/>
                <a:gd name="connsiteX1" fmla="*/ 8745 w 17489"/>
                <a:gd name="connsiteY1" fmla="*/ 13941 h 13941"/>
                <a:gd name="connsiteX2" fmla="*/ 0 w 17489"/>
                <a:gd name="connsiteY2" fmla="*/ 6971 h 13941"/>
                <a:gd name="connsiteX3" fmla="*/ 8745 w 17489"/>
                <a:gd name="connsiteY3" fmla="*/ 0 h 13941"/>
                <a:gd name="connsiteX4" fmla="*/ 17490 w 17489"/>
                <a:gd name="connsiteY4" fmla="*/ 6971 h 1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89" h="13941">
                  <a:moveTo>
                    <a:pt x="17490" y="6971"/>
                  </a:moveTo>
                  <a:cubicBezTo>
                    <a:pt x="17490" y="10773"/>
                    <a:pt x="13561" y="13941"/>
                    <a:pt x="8745" y="13941"/>
                  </a:cubicBezTo>
                  <a:cubicBezTo>
                    <a:pt x="3929" y="13941"/>
                    <a:pt x="0" y="10899"/>
                    <a:pt x="0" y="6971"/>
                  </a:cubicBezTo>
                  <a:cubicBezTo>
                    <a:pt x="0" y="3042"/>
                    <a:pt x="3929" y="0"/>
                    <a:pt x="8745" y="0"/>
                  </a:cubicBezTo>
                  <a:cubicBezTo>
                    <a:pt x="13561" y="0"/>
                    <a:pt x="17490" y="3042"/>
                    <a:pt x="17490" y="697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3" name="Freeform: Shape 1962">
              <a:extLst>
                <a:ext uri="{FF2B5EF4-FFF2-40B4-BE49-F238E27FC236}">
                  <a16:creationId xmlns:a16="http://schemas.microsoft.com/office/drawing/2014/main" id="{1E474FAF-B3DB-826E-5292-51AFEBE687D3}"/>
                </a:ext>
              </a:extLst>
            </p:cNvPr>
            <p:cNvSpPr/>
            <p:nvPr/>
          </p:nvSpPr>
          <p:spPr>
            <a:xfrm>
              <a:off x="6282556" y="6016312"/>
              <a:ext cx="18250" cy="14448"/>
            </a:xfrm>
            <a:custGeom>
              <a:avLst/>
              <a:gdLst>
                <a:gd name="connsiteX0" fmla="*/ 18250 w 18250"/>
                <a:gd name="connsiteY0" fmla="*/ 7224 h 14448"/>
                <a:gd name="connsiteX1" fmla="*/ 9125 w 18250"/>
                <a:gd name="connsiteY1" fmla="*/ 14448 h 14448"/>
                <a:gd name="connsiteX2" fmla="*/ 0 w 18250"/>
                <a:gd name="connsiteY2" fmla="*/ 7224 h 14448"/>
                <a:gd name="connsiteX3" fmla="*/ 9125 w 18250"/>
                <a:gd name="connsiteY3" fmla="*/ 0 h 14448"/>
                <a:gd name="connsiteX4" fmla="*/ 18250 w 18250"/>
                <a:gd name="connsiteY4" fmla="*/ 7224 h 14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8">
                  <a:moveTo>
                    <a:pt x="18250" y="7224"/>
                  </a:moveTo>
                  <a:cubicBezTo>
                    <a:pt x="18250" y="11280"/>
                    <a:pt x="14194" y="14448"/>
                    <a:pt x="9125" y="14448"/>
                  </a:cubicBezTo>
                  <a:cubicBezTo>
                    <a:pt x="4056" y="14448"/>
                    <a:pt x="0" y="11280"/>
                    <a:pt x="0" y="7224"/>
                  </a:cubicBezTo>
                  <a:cubicBezTo>
                    <a:pt x="0" y="3168"/>
                    <a:pt x="4056" y="0"/>
                    <a:pt x="9125" y="0"/>
                  </a:cubicBezTo>
                  <a:cubicBezTo>
                    <a:pt x="14194" y="0"/>
                    <a:pt x="18250" y="3168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4" name="Freeform: Shape 1963">
              <a:extLst>
                <a:ext uri="{FF2B5EF4-FFF2-40B4-BE49-F238E27FC236}">
                  <a16:creationId xmlns:a16="http://schemas.microsoft.com/office/drawing/2014/main" id="{8D259140-F56F-9C94-70EB-F9301B8860F7}"/>
                </a:ext>
              </a:extLst>
            </p:cNvPr>
            <p:cNvSpPr/>
            <p:nvPr/>
          </p:nvSpPr>
          <p:spPr>
            <a:xfrm>
              <a:off x="6151131" y="6018213"/>
              <a:ext cx="18883" cy="14955"/>
            </a:xfrm>
            <a:custGeom>
              <a:avLst/>
              <a:gdLst>
                <a:gd name="connsiteX0" fmla="*/ 18884 w 18883"/>
                <a:gd name="connsiteY0" fmla="*/ 7478 h 14955"/>
                <a:gd name="connsiteX1" fmla="*/ 9505 w 18883"/>
                <a:gd name="connsiteY1" fmla="*/ 14955 h 14955"/>
                <a:gd name="connsiteX2" fmla="*/ 0 w 18883"/>
                <a:gd name="connsiteY2" fmla="*/ 7478 h 14955"/>
                <a:gd name="connsiteX3" fmla="*/ 9505 w 18883"/>
                <a:gd name="connsiteY3" fmla="*/ 0 h 14955"/>
                <a:gd name="connsiteX4" fmla="*/ 18884 w 18883"/>
                <a:gd name="connsiteY4" fmla="*/ 7478 h 14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83" h="14955">
                  <a:moveTo>
                    <a:pt x="18884" y="7478"/>
                  </a:moveTo>
                  <a:cubicBezTo>
                    <a:pt x="18884" y="11533"/>
                    <a:pt x="14701" y="14955"/>
                    <a:pt x="9505" y="14955"/>
                  </a:cubicBezTo>
                  <a:cubicBezTo>
                    <a:pt x="4309" y="14955"/>
                    <a:pt x="0" y="11533"/>
                    <a:pt x="0" y="7478"/>
                  </a:cubicBezTo>
                  <a:cubicBezTo>
                    <a:pt x="0" y="3422"/>
                    <a:pt x="4182" y="0"/>
                    <a:pt x="9505" y="0"/>
                  </a:cubicBezTo>
                  <a:cubicBezTo>
                    <a:pt x="14828" y="0"/>
                    <a:pt x="18884" y="3295"/>
                    <a:pt x="18884" y="747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5" name="Freeform: Shape 1964">
              <a:extLst>
                <a:ext uri="{FF2B5EF4-FFF2-40B4-BE49-F238E27FC236}">
                  <a16:creationId xmlns:a16="http://schemas.microsoft.com/office/drawing/2014/main" id="{89F8F432-205E-F9EA-775E-DA2E9E72D77F}"/>
                </a:ext>
              </a:extLst>
            </p:cNvPr>
            <p:cNvSpPr/>
            <p:nvPr/>
          </p:nvSpPr>
          <p:spPr>
            <a:xfrm>
              <a:off x="6019706" y="6015679"/>
              <a:ext cx="19643" cy="15715"/>
            </a:xfrm>
            <a:custGeom>
              <a:avLst/>
              <a:gdLst>
                <a:gd name="connsiteX0" fmla="*/ 19644 w 19643"/>
                <a:gd name="connsiteY0" fmla="*/ 7858 h 15715"/>
                <a:gd name="connsiteX1" fmla="*/ 9885 w 19643"/>
                <a:gd name="connsiteY1" fmla="*/ 15715 h 15715"/>
                <a:gd name="connsiteX2" fmla="*/ 0 w 19643"/>
                <a:gd name="connsiteY2" fmla="*/ 7858 h 15715"/>
                <a:gd name="connsiteX3" fmla="*/ 9885 w 19643"/>
                <a:gd name="connsiteY3" fmla="*/ 0 h 15715"/>
                <a:gd name="connsiteX4" fmla="*/ 19644 w 19643"/>
                <a:gd name="connsiteY4" fmla="*/ 7858 h 1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43" h="15715">
                  <a:moveTo>
                    <a:pt x="19644" y="7858"/>
                  </a:moveTo>
                  <a:cubicBezTo>
                    <a:pt x="19644" y="12167"/>
                    <a:pt x="15208" y="15715"/>
                    <a:pt x="9885" y="15715"/>
                  </a:cubicBezTo>
                  <a:cubicBezTo>
                    <a:pt x="4562" y="15715"/>
                    <a:pt x="0" y="12167"/>
                    <a:pt x="0" y="7858"/>
                  </a:cubicBezTo>
                  <a:cubicBezTo>
                    <a:pt x="0" y="3549"/>
                    <a:pt x="4435" y="0"/>
                    <a:pt x="9885" y="0"/>
                  </a:cubicBezTo>
                  <a:cubicBezTo>
                    <a:pt x="15335" y="0"/>
                    <a:pt x="19644" y="3549"/>
                    <a:pt x="19644" y="785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6" name="Freeform: Shape 1965">
              <a:extLst>
                <a:ext uri="{FF2B5EF4-FFF2-40B4-BE49-F238E27FC236}">
                  <a16:creationId xmlns:a16="http://schemas.microsoft.com/office/drawing/2014/main" id="{D2EE1BE6-B76F-782C-736C-A71C70B9E398}"/>
                </a:ext>
              </a:extLst>
            </p:cNvPr>
            <p:cNvSpPr/>
            <p:nvPr/>
          </p:nvSpPr>
          <p:spPr>
            <a:xfrm>
              <a:off x="5888534" y="6009215"/>
              <a:ext cx="20404" cy="16222"/>
            </a:xfrm>
            <a:custGeom>
              <a:avLst/>
              <a:gdLst>
                <a:gd name="connsiteX0" fmla="*/ 20404 w 20404"/>
                <a:gd name="connsiteY0" fmla="*/ 8111 h 16222"/>
                <a:gd name="connsiteX1" fmla="*/ 10139 w 20404"/>
                <a:gd name="connsiteY1" fmla="*/ 16222 h 16222"/>
                <a:gd name="connsiteX2" fmla="*/ 0 w 20404"/>
                <a:gd name="connsiteY2" fmla="*/ 8111 h 16222"/>
                <a:gd name="connsiteX3" fmla="*/ 10139 w 20404"/>
                <a:gd name="connsiteY3" fmla="*/ 0 h 16222"/>
                <a:gd name="connsiteX4" fmla="*/ 20404 w 20404"/>
                <a:gd name="connsiteY4" fmla="*/ 8111 h 1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04" h="16222">
                  <a:moveTo>
                    <a:pt x="20404" y="8111"/>
                  </a:moveTo>
                  <a:cubicBezTo>
                    <a:pt x="20404" y="12547"/>
                    <a:pt x="15842" y="16222"/>
                    <a:pt x="10139" y="16222"/>
                  </a:cubicBezTo>
                  <a:cubicBezTo>
                    <a:pt x="4436" y="16222"/>
                    <a:pt x="0" y="12547"/>
                    <a:pt x="0" y="8111"/>
                  </a:cubicBezTo>
                  <a:cubicBezTo>
                    <a:pt x="0" y="3675"/>
                    <a:pt x="4562" y="0"/>
                    <a:pt x="10139" y="0"/>
                  </a:cubicBezTo>
                  <a:cubicBezTo>
                    <a:pt x="15715" y="0"/>
                    <a:pt x="20404" y="3675"/>
                    <a:pt x="20404" y="811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7" name="Freeform: Shape 1966">
              <a:extLst>
                <a:ext uri="{FF2B5EF4-FFF2-40B4-BE49-F238E27FC236}">
                  <a16:creationId xmlns:a16="http://schemas.microsoft.com/office/drawing/2014/main" id="{56FD7588-C062-9517-3530-4CAACFA05856}"/>
                </a:ext>
              </a:extLst>
            </p:cNvPr>
            <p:cNvSpPr/>
            <p:nvPr/>
          </p:nvSpPr>
          <p:spPr>
            <a:xfrm>
              <a:off x="5757996" y="5998696"/>
              <a:ext cx="20404" cy="16222"/>
            </a:xfrm>
            <a:custGeom>
              <a:avLst/>
              <a:gdLst>
                <a:gd name="connsiteX0" fmla="*/ 20405 w 20404"/>
                <a:gd name="connsiteY0" fmla="*/ 8111 h 16222"/>
                <a:gd name="connsiteX1" fmla="*/ 10139 w 20404"/>
                <a:gd name="connsiteY1" fmla="*/ 16222 h 16222"/>
                <a:gd name="connsiteX2" fmla="*/ 0 w 20404"/>
                <a:gd name="connsiteY2" fmla="*/ 8111 h 16222"/>
                <a:gd name="connsiteX3" fmla="*/ 10139 w 20404"/>
                <a:gd name="connsiteY3" fmla="*/ 0 h 16222"/>
                <a:gd name="connsiteX4" fmla="*/ 20405 w 20404"/>
                <a:gd name="connsiteY4" fmla="*/ 8111 h 1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04" h="16222">
                  <a:moveTo>
                    <a:pt x="20405" y="8111"/>
                  </a:moveTo>
                  <a:cubicBezTo>
                    <a:pt x="20405" y="12547"/>
                    <a:pt x="15842" y="16222"/>
                    <a:pt x="10139" y="16222"/>
                  </a:cubicBezTo>
                  <a:cubicBezTo>
                    <a:pt x="4436" y="16222"/>
                    <a:pt x="0" y="12547"/>
                    <a:pt x="0" y="8111"/>
                  </a:cubicBezTo>
                  <a:cubicBezTo>
                    <a:pt x="0" y="3675"/>
                    <a:pt x="4563" y="0"/>
                    <a:pt x="10139" y="0"/>
                  </a:cubicBezTo>
                  <a:cubicBezTo>
                    <a:pt x="15716" y="0"/>
                    <a:pt x="20405" y="3675"/>
                    <a:pt x="20405" y="811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8" name="Freeform: Shape 1967">
              <a:extLst>
                <a:ext uri="{FF2B5EF4-FFF2-40B4-BE49-F238E27FC236}">
                  <a16:creationId xmlns:a16="http://schemas.microsoft.com/office/drawing/2014/main" id="{87CFA15F-B100-B415-61DD-5049F3EFE983}"/>
                </a:ext>
              </a:extLst>
            </p:cNvPr>
            <p:cNvSpPr/>
            <p:nvPr/>
          </p:nvSpPr>
          <p:spPr>
            <a:xfrm>
              <a:off x="5627711" y="5983868"/>
              <a:ext cx="21291" cy="16729"/>
            </a:xfrm>
            <a:custGeom>
              <a:avLst/>
              <a:gdLst>
                <a:gd name="connsiteX0" fmla="*/ 21292 w 21291"/>
                <a:gd name="connsiteY0" fmla="*/ 8365 h 16729"/>
                <a:gd name="connsiteX1" fmla="*/ 10646 w 21291"/>
                <a:gd name="connsiteY1" fmla="*/ 16729 h 16729"/>
                <a:gd name="connsiteX2" fmla="*/ 0 w 21291"/>
                <a:gd name="connsiteY2" fmla="*/ 8365 h 16729"/>
                <a:gd name="connsiteX3" fmla="*/ 10646 w 21291"/>
                <a:gd name="connsiteY3" fmla="*/ 0 h 16729"/>
                <a:gd name="connsiteX4" fmla="*/ 21292 w 21291"/>
                <a:gd name="connsiteY4" fmla="*/ 8365 h 16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291" h="16729">
                  <a:moveTo>
                    <a:pt x="21292" y="8365"/>
                  </a:moveTo>
                  <a:cubicBezTo>
                    <a:pt x="21292" y="13054"/>
                    <a:pt x="16602" y="16729"/>
                    <a:pt x="10646" y="16729"/>
                  </a:cubicBezTo>
                  <a:cubicBezTo>
                    <a:pt x="4690" y="16729"/>
                    <a:pt x="0" y="12927"/>
                    <a:pt x="0" y="8365"/>
                  </a:cubicBezTo>
                  <a:cubicBezTo>
                    <a:pt x="0" y="3802"/>
                    <a:pt x="4690" y="0"/>
                    <a:pt x="10646" y="0"/>
                  </a:cubicBezTo>
                  <a:cubicBezTo>
                    <a:pt x="16602" y="0"/>
                    <a:pt x="21292" y="3802"/>
                    <a:pt x="21292" y="836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9" name="Freeform: Shape 1968">
              <a:extLst>
                <a:ext uri="{FF2B5EF4-FFF2-40B4-BE49-F238E27FC236}">
                  <a16:creationId xmlns:a16="http://schemas.microsoft.com/office/drawing/2014/main" id="{EA2044E8-4D10-12CD-4D9B-987D9EBE91FD}"/>
                </a:ext>
              </a:extLst>
            </p:cNvPr>
            <p:cNvSpPr/>
            <p:nvPr/>
          </p:nvSpPr>
          <p:spPr>
            <a:xfrm>
              <a:off x="5498567" y="5964858"/>
              <a:ext cx="21798" cy="17236"/>
            </a:xfrm>
            <a:custGeom>
              <a:avLst/>
              <a:gdLst>
                <a:gd name="connsiteX0" fmla="*/ 21799 w 21798"/>
                <a:gd name="connsiteY0" fmla="*/ 8618 h 17236"/>
                <a:gd name="connsiteX1" fmla="*/ 10899 w 21798"/>
                <a:gd name="connsiteY1" fmla="*/ 17236 h 17236"/>
                <a:gd name="connsiteX2" fmla="*/ 0 w 21798"/>
                <a:gd name="connsiteY2" fmla="*/ 8618 h 17236"/>
                <a:gd name="connsiteX3" fmla="*/ 10899 w 21798"/>
                <a:gd name="connsiteY3" fmla="*/ 0 h 17236"/>
                <a:gd name="connsiteX4" fmla="*/ 21799 w 21798"/>
                <a:gd name="connsiteY4" fmla="*/ 8618 h 17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798" h="17236">
                  <a:moveTo>
                    <a:pt x="21799" y="8618"/>
                  </a:moveTo>
                  <a:cubicBezTo>
                    <a:pt x="21799" y="13434"/>
                    <a:pt x="16856" y="17236"/>
                    <a:pt x="10899" y="17236"/>
                  </a:cubicBezTo>
                  <a:cubicBezTo>
                    <a:pt x="4943" y="17236"/>
                    <a:pt x="0" y="13434"/>
                    <a:pt x="0" y="8618"/>
                  </a:cubicBezTo>
                  <a:cubicBezTo>
                    <a:pt x="0" y="3802"/>
                    <a:pt x="4943" y="0"/>
                    <a:pt x="10899" y="0"/>
                  </a:cubicBezTo>
                  <a:cubicBezTo>
                    <a:pt x="16856" y="0"/>
                    <a:pt x="21799" y="3929"/>
                    <a:pt x="21799" y="86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0" name="Freeform: Shape 1969">
              <a:extLst>
                <a:ext uri="{FF2B5EF4-FFF2-40B4-BE49-F238E27FC236}">
                  <a16:creationId xmlns:a16="http://schemas.microsoft.com/office/drawing/2014/main" id="{6B724FDA-2E16-E986-E1D2-E3056FF285D7}"/>
                </a:ext>
              </a:extLst>
            </p:cNvPr>
            <p:cNvSpPr/>
            <p:nvPr/>
          </p:nvSpPr>
          <p:spPr>
            <a:xfrm>
              <a:off x="5370310" y="5941665"/>
              <a:ext cx="22558" cy="17996"/>
            </a:xfrm>
            <a:custGeom>
              <a:avLst/>
              <a:gdLst>
                <a:gd name="connsiteX0" fmla="*/ 22559 w 22558"/>
                <a:gd name="connsiteY0" fmla="*/ 8998 h 17996"/>
                <a:gd name="connsiteX1" fmla="*/ 11280 w 22558"/>
                <a:gd name="connsiteY1" fmla="*/ 17996 h 17996"/>
                <a:gd name="connsiteX2" fmla="*/ 0 w 22558"/>
                <a:gd name="connsiteY2" fmla="*/ 8998 h 17996"/>
                <a:gd name="connsiteX3" fmla="*/ 11280 w 22558"/>
                <a:gd name="connsiteY3" fmla="*/ 0 h 17996"/>
                <a:gd name="connsiteX4" fmla="*/ 22559 w 22558"/>
                <a:gd name="connsiteY4" fmla="*/ 8998 h 17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8" h="17996">
                  <a:moveTo>
                    <a:pt x="22559" y="8998"/>
                  </a:moveTo>
                  <a:cubicBezTo>
                    <a:pt x="22559" y="13941"/>
                    <a:pt x="17490" y="17996"/>
                    <a:pt x="11280" y="17996"/>
                  </a:cubicBezTo>
                  <a:cubicBezTo>
                    <a:pt x="5070" y="17996"/>
                    <a:pt x="0" y="13941"/>
                    <a:pt x="0" y="8998"/>
                  </a:cubicBezTo>
                  <a:cubicBezTo>
                    <a:pt x="0" y="4055"/>
                    <a:pt x="5070" y="0"/>
                    <a:pt x="11280" y="0"/>
                  </a:cubicBezTo>
                  <a:cubicBezTo>
                    <a:pt x="17490" y="0"/>
                    <a:pt x="22559" y="4055"/>
                    <a:pt x="22559" y="89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1" name="Freeform: Shape 1970">
              <a:extLst>
                <a:ext uri="{FF2B5EF4-FFF2-40B4-BE49-F238E27FC236}">
                  <a16:creationId xmlns:a16="http://schemas.microsoft.com/office/drawing/2014/main" id="{64061473-D114-32CC-A6D6-ACEEE9CA4FB9}"/>
                </a:ext>
              </a:extLst>
            </p:cNvPr>
            <p:cNvSpPr/>
            <p:nvPr/>
          </p:nvSpPr>
          <p:spPr>
            <a:xfrm>
              <a:off x="5243321" y="5914417"/>
              <a:ext cx="23319" cy="18503"/>
            </a:xfrm>
            <a:custGeom>
              <a:avLst/>
              <a:gdLst>
                <a:gd name="connsiteX0" fmla="*/ 23319 w 23319"/>
                <a:gd name="connsiteY0" fmla="*/ 9252 h 18503"/>
                <a:gd name="connsiteX1" fmla="*/ 11660 w 23319"/>
                <a:gd name="connsiteY1" fmla="*/ 18504 h 18503"/>
                <a:gd name="connsiteX2" fmla="*/ 0 w 23319"/>
                <a:gd name="connsiteY2" fmla="*/ 9252 h 18503"/>
                <a:gd name="connsiteX3" fmla="*/ 11660 w 23319"/>
                <a:gd name="connsiteY3" fmla="*/ 0 h 18503"/>
                <a:gd name="connsiteX4" fmla="*/ 23319 w 23319"/>
                <a:gd name="connsiteY4" fmla="*/ 9252 h 18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319" h="18503">
                  <a:moveTo>
                    <a:pt x="23319" y="9252"/>
                  </a:moveTo>
                  <a:cubicBezTo>
                    <a:pt x="23319" y="14321"/>
                    <a:pt x="18123" y="18504"/>
                    <a:pt x="11660" y="18504"/>
                  </a:cubicBezTo>
                  <a:cubicBezTo>
                    <a:pt x="5196" y="18504"/>
                    <a:pt x="0" y="14321"/>
                    <a:pt x="0" y="9252"/>
                  </a:cubicBezTo>
                  <a:cubicBezTo>
                    <a:pt x="0" y="4183"/>
                    <a:pt x="5196" y="0"/>
                    <a:pt x="11660" y="0"/>
                  </a:cubicBezTo>
                  <a:cubicBezTo>
                    <a:pt x="18123" y="0"/>
                    <a:pt x="23319" y="4183"/>
                    <a:pt x="23319" y="925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2" name="Freeform: Shape 1971">
              <a:extLst>
                <a:ext uri="{FF2B5EF4-FFF2-40B4-BE49-F238E27FC236}">
                  <a16:creationId xmlns:a16="http://schemas.microsoft.com/office/drawing/2014/main" id="{7AE6F9AA-2D29-F4A4-A07C-A7ABFEED8EE2}"/>
                </a:ext>
              </a:extLst>
            </p:cNvPr>
            <p:cNvSpPr/>
            <p:nvPr/>
          </p:nvSpPr>
          <p:spPr>
            <a:xfrm>
              <a:off x="5118106" y="5883493"/>
              <a:ext cx="23319" cy="18503"/>
            </a:xfrm>
            <a:custGeom>
              <a:avLst/>
              <a:gdLst>
                <a:gd name="connsiteX0" fmla="*/ 23319 w 23319"/>
                <a:gd name="connsiteY0" fmla="*/ 9251 h 18503"/>
                <a:gd name="connsiteX1" fmla="*/ 11660 w 23319"/>
                <a:gd name="connsiteY1" fmla="*/ 18503 h 18503"/>
                <a:gd name="connsiteX2" fmla="*/ 0 w 23319"/>
                <a:gd name="connsiteY2" fmla="*/ 9251 h 18503"/>
                <a:gd name="connsiteX3" fmla="*/ 11660 w 23319"/>
                <a:gd name="connsiteY3" fmla="*/ 0 h 18503"/>
                <a:gd name="connsiteX4" fmla="*/ 23319 w 23319"/>
                <a:gd name="connsiteY4" fmla="*/ 9251 h 18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319" h="18503">
                  <a:moveTo>
                    <a:pt x="23319" y="9251"/>
                  </a:moveTo>
                  <a:cubicBezTo>
                    <a:pt x="23319" y="14448"/>
                    <a:pt x="18123" y="18503"/>
                    <a:pt x="11660" y="18503"/>
                  </a:cubicBezTo>
                  <a:cubicBezTo>
                    <a:pt x="5196" y="18503"/>
                    <a:pt x="0" y="14321"/>
                    <a:pt x="0" y="9251"/>
                  </a:cubicBezTo>
                  <a:cubicBezTo>
                    <a:pt x="0" y="4182"/>
                    <a:pt x="5196" y="0"/>
                    <a:pt x="11660" y="0"/>
                  </a:cubicBezTo>
                  <a:cubicBezTo>
                    <a:pt x="18123" y="0"/>
                    <a:pt x="23319" y="4182"/>
                    <a:pt x="23319" y="925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3" name="Freeform: Shape 1972">
              <a:extLst>
                <a:ext uri="{FF2B5EF4-FFF2-40B4-BE49-F238E27FC236}">
                  <a16:creationId xmlns:a16="http://schemas.microsoft.com/office/drawing/2014/main" id="{FB0608D0-A9B9-48DC-E31C-E435BAD86086}"/>
                </a:ext>
              </a:extLst>
            </p:cNvPr>
            <p:cNvSpPr/>
            <p:nvPr/>
          </p:nvSpPr>
          <p:spPr>
            <a:xfrm>
              <a:off x="4994158" y="5848387"/>
              <a:ext cx="24079" cy="19010"/>
            </a:xfrm>
            <a:custGeom>
              <a:avLst/>
              <a:gdLst>
                <a:gd name="connsiteX0" fmla="*/ 24080 w 24079"/>
                <a:gd name="connsiteY0" fmla="*/ 9505 h 19010"/>
                <a:gd name="connsiteX1" fmla="*/ 12040 w 24079"/>
                <a:gd name="connsiteY1" fmla="*/ 19010 h 19010"/>
                <a:gd name="connsiteX2" fmla="*/ 0 w 24079"/>
                <a:gd name="connsiteY2" fmla="*/ 9505 h 19010"/>
                <a:gd name="connsiteX3" fmla="*/ 12040 w 24079"/>
                <a:gd name="connsiteY3" fmla="*/ 0 h 19010"/>
                <a:gd name="connsiteX4" fmla="*/ 24080 w 24079"/>
                <a:gd name="connsiteY4" fmla="*/ 9505 h 19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79" h="19010">
                  <a:moveTo>
                    <a:pt x="24080" y="9505"/>
                  </a:moveTo>
                  <a:cubicBezTo>
                    <a:pt x="24080" y="14701"/>
                    <a:pt x="18757" y="19010"/>
                    <a:pt x="12040" y="19010"/>
                  </a:cubicBezTo>
                  <a:cubicBezTo>
                    <a:pt x="5323" y="19010"/>
                    <a:pt x="0" y="14701"/>
                    <a:pt x="0" y="9505"/>
                  </a:cubicBezTo>
                  <a:cubicBezTo>
                    <a:pt x="0" y="4309"/>
                    <a:pt x="5323" y="0"/>
                    <a:pt x="12040" y="0"/>
                  </a:cubicBezTo>
                  <a:cubicBezTo>
                    <a:pt x="18757" y="0"/>
                    <a:pt x="24080" y="4309"/>
                    <a:pt x="24080" y="950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4" name="Freeform: Shape 1973">
              <a:extLst>
                <a:ext uri="{FF2B5EF4-FFF2-40B4-BE49-F238E27FC236}">
                  <a16:creationId xmlns:a16="http://schemas.microsoft.com/office/drawing/2014/main" id="{2B866F73-A2E6-1C61-445A-B41199589A14}"/>
                </a:ext>
              </a:extLst>
            </p:cNvPr>
            <p:cNvSpPr/>
            <p:nvPr/>
          </p:nvSpPr>
          <p:spPr>
            <a:xfrm>
              <a:off x="4872111" y="5809099"/>
              <a:ext cx="24840" cy="19644"/>
            </a:xfrm>
            <a:custGeom>
              <a:avLst/>
              <a:gdLst>
                <a:gd name="connsiteX0" fmla="*/ 24841 w 24840"/>
                <a:gd name="connsiteY0" fmla="*/ 9885 h 19644"/>
                <a:gd name="connsiteX1" fmla="*/ 12420 w 24840"/>
                <a:gd name="connsiteY1" fmla="*/ 19644 h 19644"/>
                <a:gd name="connsiteX2" fmla="*/ 0 w 24840"/>
                <a:gd name="connsiteY2" fmla="*/ 9885 h 19644"/>
                <a:gd name="connsiteX3" fmla="*/ 12420 w 24840"/>
                <a:gd name="connsiteY3" fmla="*/ 0 h 19644"/>
                <a:gd name="connsiteX4" fmla="*/ 24841 w 24840"/>
                <a:gd name="connsiteY4" fmla="*/ 9885 h 19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840" h="19644">
                  <a:moveTo>
                    <a:pt x="24841" y="9885"/>
                  </a:moveTo>
                  <a:cubicBezTo>
                    <a:pt x="24841" y="15335"/>
                    <a:pt x="19264" y="19644"/>
                    <a:pt x="12420" y="19644"/>
                  </a:cubicBezTo>
                  <a:cubicBezTo>
                    <a:pt x="5576" y="19644"/>
                    <a:pt x="0" y="15208"/>
                    <a:pt x="0" y="9885"/>
                  </a:cubicBezTo>
                  <a:cubicBezTo>
                    <a:pt x="0" y="4563"/>
                    <a:pt x="5576" y="0"/>
                    <a:pt x="12420" y="0"/>
                  </a:cubicBezTo>
                  <a:cubicBezTo>
                    <a:pt x="19264" y="0"/>
                    <a:pt x="24841" y="4436"/>
                    <a:pt x="24841" y="988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5" name="Freeform: Shape 1974">
              <a:extLst>
                <a:ext uri="{FF2B5EF4-FFF2-40B4-BE49-F238E27FC236}">
                  <a16:creationId xmlns:a16="http://schemas.microsoft.com/office/drawing/2014/main" id="{66D324AE-A2DF-21B6-C2A3-C33DE741D08B}"/>
                </a:ext>
              </a:extLst>
            </p:cNvPr>
            <p:cNvSpPr/>
            <p:nvPr/>
          </p:nvSpPr>
          <p:spPr>
            <a:xfrm>
              <a:off x="4752726" y="5766516"/>
              <a:ext cx="24713" cy="19643"/>
            </a:xfrm>
            <a:custGeom>
              <a:avLst/>
              <a:gdLst>
                <a:gd name="connsiteX0" fmla="*/ 24713 w 24713"/>
                <a:gd name="connsiteY0" fmla="*/ 9885 h 19643"/>
                <a:gd name="connsiteX1" fmla="*/ 12420 w 24713"/>
                <a:gd name="connsiteY1" fmla="*/ 19644 h 19643"/>
                <a:gd name="connsiteX2" fmla="*/ 0 w 24713"/>
                <a:gd name="connsiteY2" fmla="*/ 9885 h 19643"/>
                <a:gd name="connsiteX3" fmla="*/ 12420 w 24713"/>
                <a:gd name="connsiteY3" fmla="*/ 0 h 19643"/>
                <a:gd name="connsiteX4" fmla="*/ 24713 w 24713"/>
                <a:gd name="connsiteY4" fmla="*/ 9885 h 19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713" h="19643">
                  <a:moveTo>
                    <a:pt x="24713" y="9885"/>
                  </a:moveTo>
                  <a:cubicBezTo>
                    <a:pt x="24713" y="15335"/>
                    <a:pt x="19137" y="19644"/>
                    <a:pt x="12420" y="19644"/>
                  </a:cubicBezTo>
                  <a:cubicBezTo>
                    <a:pt x="5703" y="19644"/>
                    <a:pt x="0" y="15208"/>
                    <a:pt x="0" y="9885"/>
                  </a:cubicBezTo>
                  <a:cubicBezTo>
                    <a:pt x="0" y="4562"/>
                    <a:pt x="5576" y="0"/>
                    <a:pt x="12420" y="0"/>
                  </a:cubicBezTo>
                  <a:cubicBezTo>
                    <a:pt x="19264" y="0"/>
                    <a:pt x="24713" y="4436"/>
                    <a:pt x="24713" y="988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6" name="Freeform: Shape 1975">
              <a:extLst>
                <a:ext uri="{FF2B5EF4-FFF2-40B4-BE49-F238E27FC236}">
                  <a16:creationId xmlns:a16="http://schemas.microsoft.com/office/drawing/2014/main" id="{1C64F330-349C-D5B2-214B-B75870CBFB48}"/>
                </a:ext>
              </a:extLst>
            </p:cNvPr>
            <p:cNvSpPr/>
            <p:nvPr/>
          </p:nvSpPr>
          <p:spPr>
            <a:xfrm>
              <a:off x="4634988" y="5719750"/>
              <a:ext cx="25600" cy="20277"/>
            </a:xfrm>
            <a:custGeom>
              <a:avLst/>
              <a:gdLst>
                <a:gd name="connsiteX0" fmla="*/ 25601 w 25600"/>
                <a:gd name="connsiteY0" fmla="*/ 10139 h 20277"/>
                <a:gd name="connsiteX1" fmla="*/ 12800 w 25600"/>
                <a:gd name="connsiteY1" fmla="*/ 20278 h 20277"/>
                <a:gd name="connsiteX2" fmla="*/ 0 w 25600"/>
                <a:gd name="connsiteY2" fmla="*/ 10139 h 20277"/>
                <a:gd name="connsiteX3" fmla="*/ 12800 w 25600"/>
                <a:gd name="connsiteY3" fmla="*/ 0 h 20277"/>
                <a:gd name="connsiteX4" fmla="*/ 25601 w 25600"/>
                <a:gd name="connsiteY4" fmla="*/ 10139 h 2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00" h="20277">
                  <a:moveTo>
                    <a:pt x="25601" y="10139"/>
                  </a:moveTo>
                  <a:cubicBezTo>
                    <a:pt x="25601" y="15715"/>
                    <a:pt x="19898" y="20278"/>
                    <a:pt x="12800" y="20278"/>
                  </a:cubicBezTo>
                  <a:cubicBezTo>
                    <a:pt x="5703" y="20278"/>
                    <a:pt x="0" y="15715"/>
                    <a:pt x="0" y="10139"/>
                  </a:cubicBezTo>
                  <a:cubicBezTo>
                    <a:pt x="0" y="4562"/>
                    <a:pt x="5703" y="0"/>
                    <a:pt x="12800" y="0"/>
                  </a:cubicBezTo>
                  <a:cubicBezTo>
                    <a:pt x="19898" y="0"/>
                    <a:pt x="25601" y="4562"/>
                    <a:pt x="25601" y="1013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7" name="Freeform: Shape 1976">
              <a:extLst>
                <a:ext uri="{FF2B5EF4-FFF2-40B4-BE49-F238E27FC236}">
                  <a16:creationId xmlns:a16="http://schemas.microsoft.com/office/drawing/2014/main" id="{74EEEC5E-4011-C85A-B4B8-45CF617126BD}"/>
                </a:ext>
              </a:extLst>
            </p:cNvPr>
            <p:cNvSpPr/>
            <p:nvPr/>
          </p:nvSpPr>
          <p:spPr>
            <a:xfrm>
              <a:off x="4520166" y="5669563"/>
              <a:ext cx="25600" cy="20277"/>
            </a:xfrm>
            <a:custGeom>
              <a:avLst/>
              <a:gdLst>
                <a:gd name="connsiteX0" fmla="*/ 25601 w 25600"/>
                <a:gd name="connsiteY0" fmla="*/ 10139 h 20277"/>
                <a:gd name="connsiteX1" fmla="*/ 12800 w 25600"/>
                <a:gd name="connsiteY1" fmla="*/ 20278 h 20277"/>
                <a:gd name="connsiteX2" fmla="*/ 0 w 25600"/>
                <a:gd name="connsiteY2" fmla="*/ 10139 h 20277"/>
                <a:gd name="connsiteX3" fmla="*/ 12800 w 25600"/>
                <a:gd name="connsiteY3" fmla="*/ 0 h 20277"/>
                <a:gd name="connsiteX4" fmla="*/ 25601 w 25600"/>
                <a:gd name="connsiteY4" fmla="*/ 10139 h 2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00" h="20277">
                  <a:moveTo>
                    <a:pt x="25601" y="10139"/>
                  </a:moveTo>
                  <a:cubicBezTo>
                    <a:pt x="25601" y="15715"/>
                    <a:pt x="19898" y="20278"/>
                    <a:pt x="12800" y="20278"/>
                  </a:cubicBezTo>
                  <a:cubicBezTo>
                    <a:pt x="5703" y="20278"/>
                    <a:pt x="0" y="15715"/>
                    <a:pt x="0" y="10139"/>
                  </a:cubicBezTo>
                  <a:cubicBezTo>
                    <a:pt x="0" y="4562"/>
                    <a:pt x="5703" y="0"/>
                    <a:pt x="12800" y="0"/>
                  </a:cubicBezTo>
                  <a:cubicBezTo>
                    <a:pt x="19898" y="0"/>
                    <a:pt x="25601" y="4562"/>
                    <a:pt x="25601" y="1013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8" name="Freeform: Shape 1977">
              <a:extLst>
                <a:ext uri="{FF2B5EF4-FFF2-40B4-BE49-F238E27FC236}">
                  <a16:creationId xmlns:a16="http://schemas.microsoft.com/office/drawing/2014/main" id="{8D65B014-41BF-9038-A874-28A82E0327E0}"/>
                </a:ext>
              </a:extLst>
            </p:cNvPr>
            <p:cNvSpPr/>
            <p:nvPr/>
          </p:nvSpPr>
          <p:spPr>
            <a:xfrm>
              <a:off x="4407497" y="5615447"/>
              <a:ext cx="26361" cy="20784"/>
            </a:xfrm>
            <a:custGeom>
              <a:avLst/>
              <a:gdLst>
                <a:gd name="connsiteX0" fmla="*/ 26361 w 26361"/>
                <a:gd name="connsiteY0" fmla="*/ 10392 h 20784"/>
                <a:gd name="connsiteX1" fmla="*/ 13181 w 26361"/>
                <a:gd name="connsiteY1" fmla="*/ 20785 h 20784"/>
                <a:gd name="connsiteX2" fmla="*/ 0 w 26361"/>
                <a:gd name="connsiteY2" fmla="*/ 10392 h 20784"/>
                <a:gd name="connsiteX3" fmla="*/ 13181 w 26361"/>
                <a:gd name="connsiteY3" fmla="*/ 0 h 20784"/>
                <a:gd name="connsiteX4" fmla="*/ 26361 w 26361"/>
                <a:gd name="connsiteY4" fmla="*/ 10392 h 20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61" h="20784">
                  <a:moveTo>
                    <a:pt x="26361" y="10392"/>
                  </a:moveTo>
                  <a:cubicBezTo>
                    <a:pt x="26361" y="16222"/>
                    <a:pt x="20405" y="20785"/>
                    <a:pt x="13181" y="20785"/>
                  </a:cubicBezTo>
                  <a:cubicBezTo>
                    <a:pt x="5957" y="20785"/>
                    <a:pt x="0" y="16096"/>
                    <a:pt x="0" y="10392"/>
                  </a:cubicBezTo>
                  <a:cubicBezTo>
                    <a:pt x="0" y="4690"/>
                    <a:pt x="5830" y="0"/>
                    <a:pt x="13181" y="0"/>
                  </a:cubicBezTo>
                  <a:cubicBezTo>
                    <a:pt x="20532" y="0"/>
                    <a:pt x="26361" y="4690"/>
                    <a:pt x="26361" y="1039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9" name="Freeform: Shape 1978">
              <a:extLst>
                <a:ext uri="{FF2B5EF4-FFF2-40B4-BE49-F238E27FC236}">
                  <a16:creationId xmlns:a16="http://schemas.microsoft.com/office/drawing/2014/main" id="{B0802BAE-3483-EDD7-A46B-8875A18F0CB2}"/>
                </a:ext>
              </a:extLst>
            </p:cNvPr>
            <p:cNvSpPr/>
            <p:nvPr/>
          </p:nvSpPr>
          <p:spPr>
            <a:xfrm>
              <a:off x="4298124" y="5558162"/>
              <a:ext cx="26360" cy="20784"/>
            </a:xfrm>
            <a:custGeom>
              <a:avLst/>
              <a:gdLst>
                <a:gd name="connsiteX0" fmla="*/ 26361 w 26360"/>
                <a:gd name="connsiteY0" fmla="*/ 10392 h 20784"/>
                <a:gd name="connsiteX1" fmla="*/ 13180 w 26360"/>
                <a:gd name="connsiteY1" fmla="*/ 20785 h 20784"/>
                <a:gd name="connsiteX2" fmla="*/ 0 w 26360"/>
                <a:gd name="connsiteY2" fmla="*/ 10392 h 20784"/>
                <a:gd name="connsiteX3" fmla="*/ 13180 w 26360"/>
                <a:gd name="connsiteY3" fmla="*/ 0 h 20784"/>
                <a:gd name="connsiteX4" fmla="*/ 26361 w 26360"/>
                <a:gd name="connsiteY4" fmla="*/ 10392 h 20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60" h="20784">
                  <a:moveTo>
                    <a:pt x="26361" y="10392"/>
                  </a:moveTo>
                  <a:cubicBezTo>
                    <a:pt x="26361" y="16222"/>
                    <a:pt x="20404" y="20785"/>
                    <a:pt x="13180" y="20785"/>
                  </a:cubicBezTo>
                  <a:cubicBezTo>
                    <a:pt x="5956" y="20785"/>
                    <a:pt x="0" y="16095"/>
                    <a:pt x="0" y="10392"/>
                  </a:cubicBezTo>
                  <a:cubicBezTo>
                    <a:pt x="0" y="4689"/>
                    <a:pt x="5830" y="0"/>
                    <a:pt x="13180" y="0"/>
                  </a:cubicBezTo>
                  <a:cubicBezTo>
                    <a:pt x="20531" y="0"/>
                    <a:pt x="26361" y="4689"/>
                    <a:pt x="26361" y="1039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0" name="Freeform: Shape 1979">
              <a:extLst>
                <a:ext uri="{FF2B5EF4-FFF2-40B4-BE49-F238E27FC236}">
                  <a16:creationId xmlns:a16="http://schemas.microsoft.com/office/drawing/2014/main" id="{304EB358-EDA1-AC94-AB8E-38D6E15081EC}"/>
                </a:ext>
              </a:extLst>
            </p:cNvPr>
            <p:cNvSpPr/>
            <p:nvPr/>
          </p:nvSpPr>
          <p:spPr>
            <a:xfrm>
              <a:off x="4191793" y="5497329"/>
              <a:ext cx="26360" cy="20784"/>
            </a:xfrm>
            <a:custGeom>
              <a:avLst/>
              <a:gdLst>
                <a:gd name="connsiteX0" fmla="*/ 26361 w 26360"/>
                <a:gd name="connsiteY0" fmla="*/ 10392 h 20784"/>
                <a:gd name="connsiteX1" fmla="*/ 13181 w 26360"/>
                <a:gd name="connsiteY1" fmla="*/ 20784 h 20784"/>
                <a:gd name="connsiteX2" fmla="*/ 0 w 26360"/>
                <a:gd name="connsiteY2" fmla="*/ 10392 h 20784"/>
                <a:gd name="connsiteX3" fmla="*/ 13181 w 26360"/>
                <a:gd name="connsiteY3" fmla="*/ 0 h 20784"/>
                <a:gd name="connsiteX4" fmla="*/ 26361 w 26360"/>
                <a:gd name="connsiteY4" fmla="*/ 10392 h 20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60" h="20784">
                  <a:moveTo>
                    <a:pt x="26361" y="10392"/>
                  </a:moveTo>
                  <a:cubicBezTo>
                    <a:pt x="26361" y="16222"/>
                    <a:pt x="20404" y="20784"/>
                    <a:pt x="13181" y="20784"/>
                  </a:cubicBezTo>
                  <a:cubicBezTo>
                    <a:pt x="5957" y="20784"/>
                    <a:pt x="0" y="16095"/>
                    <a:pt x="0" y="10392"/>
                  </a:cubicBezTo>
                  <a:cubicBezTo>
                    <a:pt x="0" y="4689"/>
                    <a:pt x="5830" y="0"/>
                    <a:pt x="13181" y="0"/>
                  </a:cubicBezTo>
                  <a:cubicBezTo>
                    <a:pt x="20531" y="0"/>
                    <a:pt x="26361" y="4689"/>
                    <a:pt x="26361" y="1039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1" name="Freeform: Shape 1980">
              <a:extLst>
                <a:ext uri="{FF2B5EF4-FFF2-40B4-BE49-F238E27FC236}">
                  <a16:creationId xmlns:a16="http://schemas.microsoft.com/office/drawing/2014/main" id="{4D3DFB81-36DF-5DEC-B869-40DD5AC6C74D}"/>
                </a:ext>
              </a:extLst>
            </p:cNvPr>
            <p:cNvSpPr/>
            <p:nvPr/>
          </p:nvSpPr>
          <p:spPr>
            <a:xfrm>
              <a:off x="4088629" y="5433327"/>
              <a:ext cx="26361" cy="20784"/>
            </a:xfrm>
            <a:custGeom>
              <a:avLst/>
              <a:gdLst>
                <a:gd name="connsiteX0" fmla="*/ 26361 w 26361"/>
                <a:gd name="connsiteY0" fmla="*/ 10392 h 20784"/>
                <a:gd name="connsiteX1" fmla="*/ 13181 w 26361"/>
                <a:gd name="connsiteY1" fmla="*/ 20785 h 20784"/>
                <a:gd name="connsiteX2" fmla="*/ 0 w 26361"/>
                <a:gd name="connsiteY2" fmla="*/ 10392 h 20784"/>
                <a:gd name="connsiteX3" fmla="*/ 13181 w 26361"/>
                <a:gd name="connsiteY3" fmla="*/ 0 h 20784"/>
                <a:gd name="connsiteX4" fmla="*/ 26361 w 26361"/>
                <a:gd name="connsiteY4" fmla="*/ 10392 h 20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61" h="20784">
                  <a:moveTo>
                    <a:pt x="26361" y="10392"/>
                  </a:moveTo>
                  <a:cubicBezTo>
                    <a:pt x="26361" y="16096"/>
                    <a:pt x="20405" y="20785"/>
                    <a:pt x="13181" y="20785"/>
                  </a:cubicBezTo>
                  <a:cubicBezTo>
                    <a:pt x="5957" y="20785"/>
                    <a:pt x="0" y="16096"/>
                    <a:pt x="0" y="10392"/>
                  </a:cubicBezTo>
                  <a:cubicBezTo>
                    <a:pt x="0" y="4689"/>
                    <a:pt x="5830" y="0"/>
                    <a:pt x="13181" y="0"/>
                  </a:cubicBezTo>
                  <a:cubicBezTo>
                    <a:pt x="20532" y="0"/>
                    <a:pt x="26361" y="4689"/>
                    <a:pt x="26361" y="1039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2" name="Freeform: Shape 1981">
              <a:extLst>
                <a:ext uri="{FF2B5EF4-FFF2-40B4-BE49-F238E27FC236}">
                  <a16:creationId xmlns:a16="http://schemas.microsoft.com/office/drawing/2014/main" id="{068E202F-950C-D943-5355-49ACE79A62B3}"/>
                </a:ext>
              </a:extLst>
            </p:cNvPr>
            <p:cNvSpPr/>
            <p:nvPr/>
          </p:nvSpPr>
          <p:spPr>
            <a:xfrm>
              <a:off x="3988762" y="5365903"/>
              <a:ext cx="26360" cy="20784"/>
            </a:xfrm>
            <a:custGeom>
              <a:avLst/>
              <a:gdLst>
                <a:gd name="connsiteX0" fmla="*/ 26361 w 26360"/>
                <a:gd name="connsiteY0" fmla="*/ 10392 h 20784"/>
                <a:gd name="connsiteX1" fmla="*/ 13180 w 26360"/>
                <a:gd name="connsiteY1" fmla="*/ 20785 h 20784"/>
                <a:gd name="connsiteX2" fmla="*/ 0 w 26360"/>
                <a:gd name="connsiteY2" fmla="*/ 10392 h 20784"/>
                <a:gd name="connsiteX3" fmla="*/ 13180 w 26360"/>
                <a:gd name="connsiteY3" fmla="*/ 0 h 20784"/>
                <a:gd name="connsiteX4" fmla="*/ 26361 w 26360"/>
                <a:gd name="connsiteY4" fmla="*/ 10392 h 20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60" h="20784">
                  <a:moveTo>
                    <a:pt x="26361" y="10392"/>
                  </a:moveTo>
                  <a:cubicBezTo>
                    <a:pt x="26361" y="16096"/>
                    <a:pt x="20404" y="20785"/>
                    <a:pt x="13180" y="20785"/>
                  </a:cubicBezTo>
                  <a:cubicBezTo>
                    <a:pt x="5957" y="20785"/>
                    <a:pt x="0" y="16096"/>
                    <a:pt x="0" y="10392"/>
                  </a:cubicBezTo>
                  <a:cubicBezTo>
                    <a:pt x="0" y="4690"/>
                    <a:pt x="5830" y="0"/>
                    <a:pt x="13180" y="0"/>
                  </a:cubicBezTo>
                  <a:cubicBezTo>
                    <a:pt x="20531" y="0"/>
                    <a:pt x="26361" y="4690"/>
                    <a:pt x="26361" y="1039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3" name="Freeform: Shape 1982">
              <a:extLst>
                <a:ext uri="{FF2B5EF4-FFF2-40B4-BE49-F238E27FC236}">
                  <a16:creationId xmlns:a16="http://schemas.microsoft.com/office/drawing/2014/main" id="{4401FAE3-505B-F07E-65F6-B2D964359DF8}"/>
                </a:ext>
              </a:extLst>
            </p:cNvPr>
            <p:cNvSpPr/>
            <p:nvPr/>
          </p:nvSpPr>
          <p:spPr>
            <a:xfrm>
              <a:off x="3892315" y="5295438"/>
              <a:ext cx="26361" cy="20784"/>
            </a:xfrm>
            <a:custGeom>
              <a:avLst/>
              <a:gdLst>
                <a:gd name="connsiteX0" fmla="*/ 26361 w 26361"/>
                <a:gd name="connsiteY0" fmla="*/ 10392 h 20784"/>
                <a:gd name="connsiteX1" fmla="*/ 13181 w 26361"/>
                <a:gd name="connsiteY1" fmla="*/ 20785 h 20784"/>
                <a:gd name="connsiteX2" fmla="*/ 0 w 26361"/>
                <a:gd name="connsiteY2" fmla="*/ 10392 h 20784"/>
                <a:gd name="connsiteX3" fmla="*/ 13181 w 26361"/>
                <a:gd name="connsiteY3" fmla="*/ 0 h 20784"/>
                <a:gd name="connsiteX4" fmla="*/ 26361 w 26361"/>
                <a:gd name="connsiteY4" fmla="*/ 10392 h 20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61" h="20784">
                  <a:moveTo>
                    <a:pt x="26361" y="10392"/>
                  </a:moveTo>
                  <a:cubicBezTo>
                    <a:pt x="26361" y="16222"/>
                    <a:pt x="20405" y="20785"/>
                    <a:pt x="13181" y="20785"/>
                  </a:cubicBezTo>
                  <a:cubicBezTo>
                    <a:pt x="5957" y="20785"/>
                    <a:pt x="0" y="16096"/>
                    <a:pt x="0" y="10392"/>
                  </a:cubicBezTo>
                  <a:cubicBezTo>
                    <a:pt x="0" y="4690"/>
                    <a:pt x="5830" y="0"/>
                    <a:pt x="13181" y="0"/>
                  </a:cubicBezTo>
                  <a:cubicBezTo>
                    <a:pt x="20531" y="0"/>
                    <a:pt x="26361" y="4690"/>
                    <a:pt x="26361" y="1039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4" name="Freeform: Shape 1983">
              <a:extLst>
                <a:ext uri="{FF2B5EF4-FFF2-40B4-BE49-F238E27FC236}">
                  <a16:creationId xmlns:a16="http://schemas.microsoft.com/office/drawing/2014/main" id="{C53FCCB3-2283-25FF-0A03-52F6BCD2C073}"/>
                </a:ext>
              </a:extLst>
            </p:cNvPr>
            <p:cNvSpPr/>
            <p:nvPr/>
          </p:nvSpPr>
          <p:spPr>
            <a:xfrm>
              <a:off x="3799418" y="5221678"/>
              <a:ext cx="26867" cy="21291"/>
            </a:xfrm>
            <a:custGeom>
              <a:avLst/>
              <a:gdLst>
                <a:gd name="connsiteX0" fmla="*/ 26868 w 26867"/>
                <a:gd name="connsiteY0" fmla="*/ 10646 h 21291"/>
                <a:gd name="connsiteX1" fmla="*/ 13434 w 26867"/>
                <a:gd name="connsiteY1" fmla="*/ 21292 h 21291"/>
                <a:gd name="connsiteX2" fmla="*/ 0 w 26867"/>
                <a:gd name="connsiteY2" fmla="*/ 10646 h 21291"/>
                <a:gd name="connsiteX3" fmla="*/ 13434 w 26867"/>
                <a:gd name="connsiteY3" fmla="*/ 0 h 21291"/>
                <a:gd name="connsiteX4" fmla="*/ 26868 w 26867"/>
                <a:gd name="connsiteY4" fmla="*/ 10646 h 2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67" h="21291">
                  <a:moveTo>
                    <a:pt x="26868" y="10646"/>
                  </a:moveTo>
                  <a:cubicBezTo>
                    <a:pt x="26868" y="16602"/>
                    <a:pt x="20911" y="21292"/>
                    <a:pt x="13434" y="21292"/>
                  </a:cubicBezTo>
                  <a:cubicBezTo>
                    <a:pt x="5957" y="21292"/>
                    <a:pt x="0" y="16602"/>
                    <a:pt x="0" y="10646"/>
                  </a:cubicBezTo>
                  <a:cubicBezTo>
                    <a:pt x="0" y="4689"/>
                    <a:pt x="6083" y="0"/>
                    <a:pt x="13434" y="0"/>
                  </a:cubicBezTo>
                  <a:cubicBezTo>
                    <a:pt x="20784" y="0"/>
                    <a:pt x="26868" y="4816"/>
                    <a:pt x="26868" y="1064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5" name="Freeform: Shape 1984">
              <a:extLst>
                <a:ext uri="{FF2B5EF4-FFF2-40B4-BE49-F238E27FC236}">
                  <a16:creationId xmlns:a16="http://schemas.microsoft.com/office/drawing/2014/main" id="{55BBBBE3-9FD3-2450-4A80-C94F7B78B522}"/>
                </a:ext>
              </a:extLst>
            </p:cNvPr>
            <p:cNvSpPr/>
            <p:nvPr/>
          </p:nvSpPr>
          <p:spPr>
            <a:xfrm>
              <a:off x="3710703" y="5145383"/>
              <a:ext cx="26360" cy="20784"/>
            </a:xfrm>
            <a:custGeom>
              <a:avLst/>
              <a:gdLst>
                <a:gd name="connsiteX0" fmla="*/ 26361 w 26360"/>
                <a:gd name="connsiteY0" fmla="*/ 10392 h 20784"/>
                <a:gd name="connsiteX1" fmla="*/ 13180 w 26360"/>
                <a:gd name="connsiteY1" fmla="*/ 20785 h 20784"/>
                <a:gd name="connsiteX2" fmla="*/ 0 w 26360"/>
                <a:gd name="connsiteY2" fmla="*/ 10392 h 20784"/>
                <a:gd name="connsiteX3" fmla="*/ 13180 w 26360"/>
                <a:gd name="connsiteY3" fmla="*/ 0 h 20784"/>
                <a:gd name="connsiteX4" fmla="*/ 26361 w 26360"/>
                <a:gd name="connsiteY4" fmla="*/ 10392 h 20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60" h="20784">
                  <a:moveTo>
                    <a:pt x="26361" y="10392"/>
                  </a:moveTo>
                  <a:cubicBezTo>
                    <a:pt x="26361" y="16222"/>
                    <a:pt x="20404" y="20785"/>
                    <a:pt x="13180" y="20785"/>
                  </a:cubicBezTo>
                  <a:cubicBezTo>
                    <a:pt x="5957" y="20785"/>
                    <a:pt x="0" y="16096"/>
                    <a:pt x="0" y="10392"/>
                  </a:cubicBezTo>
                  <a:cubicBezTo>
                    <a:pt x="0" y="4689"/>
                    <a:pt x="5830" y="0"/>
                    <a:pt x="13180" y="0"/>
                  </a:cubicBezTo>
                  <a:cubicBezTo>
                    <a:pt x="20531" y="0"/>
                    <a:pt x="26361" y="4689"/>
                    <a:pt x="26361" y="1039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6" name="Freeform: Shape 1985">
              <a:extLst>
                <a:ext uri="{FF2B5EF4-FFF2-40B4-BE49-F238E27FC236}">
                  <a16:creationId xmlns:a16="http://schemas.microsoft.com/office/drawing/2014/main" id="{03062383-D5F1-2351-BB18-82B38B78319A}"/>
                </a:ext>
              </a:extLst>
            </p:cNvPr>
            <p:cNvSpPr/>
            <p:nvPr/>
          </p:nvSpPr>
          <p:spPr>
            <a:xfrm>
              <a:off x="3625790" y="5066173"/>
              <a:ext cx="26361" cy="20784"/>
            </a:xfrm>
            <a:custGeom>
              <a:avLst/>
              <a:gdLst>
                <a:gd name="connsiteX0" fmla="*/ 26361 w 26361"/>
                <a:gd name="connsiteY0" fmla="*/ 10392 h 20784"/>
                <a:gd name="connsiteX1" fmla="*/ 13181 w 26361"/>
                <a:gd name="connsiteY1" fmla="*/ 20785 h 20784"/>
                <a:gd name="connsiteX2" fmla="*/ 0 w 26361"/>
                <a:gd name="connsiteY2" fmla="*/ 10392 h 20784"/>
                <a:gd name="connsiteX3" fmla="*/ 13181 w 26361"/>
                <a:gd name="connsiteY3" fmla="*/ 0 h 20784"/>
                <a:gd name="connsiteX4" fmla="*/ 26361 w 26361"/>
                <a:gd name="connsiteY4" fmla="*/ 10392 h 20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61" h="20784">
                  <a:moveTo>
                    <a:pt x="26361" y="10392"/>
                  </a:moveTo>
                  <a:cubicBezTo>
                    <a:pt x="26361" y="16222"/>
                    <a:pt x="20405" y="20785"/>
                    <a:pt x="13181" y="20785"/>
                  </a:cubicBezTo>
                  <a:cubicBezTo>
                    <a:pt x="5957" y="20785"/>
                    <a:pt x="0" y="16096"/>
                    <a:pt x="0" y="10392"/>
                  </a:cubicBezTo>
                  <a:cubicBezTo>
                    <a:pt x="0" y="4689"/>
                    <a:pt x="5830" y="0"/>
                    <a:pt x="13181" y="0"/>
                  </a:cubicBezTo>
                  <a:cubicBezTo>
                    <a:pt x="20531" y="0"/>
                    <a:pt x="26361" y="4689"/>
                    <a:pt x="26361" y="1039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7" name="Freeform: Shape 1986">
              <a:extLst>
                <a:ext uri="{FF2B5EF4-FFF2-40B4-BE49-F238E27FC236}">
                  <a16:creationId xmlns:a16="http://schemas.microsoft.com/office/drawing/2014/main" id="{8D101789-5E66-A29E-D099-F06898110C5D}"/>
                </a:ext>
              </a:extLst>
            </p:cNvPr>
            <p:cNvSpPr/>
            <p:nvPr/>
          </p:nvSpPr>
          <p:spPr>
            <a:xfrm>
              <a:off x="3544932" y="4984302"/>
              <a:ext cx="26361" cy="20784"/>
            </a:xfrm>
            <a:custGeom>
              <a:avLst/>
              <a:gdLst>
                <a:gd name="connsiteX0" fmla="*/ 26361 w 26361"/>
                <a:gd name="connsiteY0" fmla="*/ 10392 h 20784"/>
                <a:gd name="connsiteX1" fmla="*/ 13181 w 26361"/>
                <a:gd name="connsiteY1" fmla="*/ 20784 h 20784"/>
                <a:gd name="connsiteX2" fmla="*/ 0 w 26361"/>
                <a:gd name="connsiteY2" fmla="*/ 10392 h 20784"/>
                <a:gd name="connsiteX3" fmla="*/ 13181 w 26361"/>
                <a:gd name="connsiteY3" fmla="*/ 0 h 20784"/>
                <a:gd name="connsiteX4" fmla="*/ 26361 w 26361"/>
                <a:gd name="connsiteY4" fmla="*/ 10392 h 20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61" h="20784">
                  <a:moveTo>
                    <a:pt x="26361" y="10392"/>
                  </a:moveTo>
                  <a:cubicBezTo>
                    <a:pt x="26361" y="16222"/>
                    <a:pt x="20405" y="20784"/>
                    <a:pt x="13181" y="20784"/>
                  </a:cubicBezTo>
                  <a:cubicBezTo>
                    <a:pt x="5957" y="20784"/>
                    <a:pt x="0" y="16095"/>
                    <a:pt x="0" y="10392"/>
                  </a:cubicBezTo>
                  <a:cubicBezTo>
                    <a:pt x="0" y="4689"/>
                    <a:pt x="5830" y="0"/>
                    <a:pt x="13181" y="0"/>
                  </a:cubicBezTo>
                  <a:cubicBezTo>
                    <a:pt x="20531" y="0"/>
                    <a:pt x="26361" y="4689"/>
                    <a:pt x="26361" y="1039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8" name="Freeform: Shape 1987">
              <a:extLst>
                <a:ext uri="{FF2B5EF4-FFF2-40B4-BE49-F238E27FC236}">
                  <a16:creationId xmlns:a16="http://schemas.microsoft.com/office/drawing/2014/main" id="{86F20A30-0FFC-2F2B-F63B-5FDCDCBD8586}"/>
                </a:ext>
              </a:extLst>
            </p:cNvPr>
            <p:cNvSpPr/>
            <p:nvPr/>
          </p:nvSpPr>
          <p:spPr>
            <a:xfrm>
              <a:off x="3468637" y="4900276"/>
              <a:ext cx="25600" cy="20277"/>
            </a:xfrm>
            <a:custGeom>
              <a:avLst/>
              <a:gdLst>
                <a:gd name="connsiteX0" fmla="*/ 25601 w 25600"/>
                <a:gd name="connsiteY0" fmla="*/ 10139 h 20277"/>
                <a:gd name="connsiteX1" fmla="*/ 12800 w 25600"/>
                <a:gd name="connsiteY1" fmla="*/ 20278 h 20277"/>
                <a:gd name="connsiteX2" fmla="*/ 0 w 25600"/>
                <a:gd name="connsiteY2" fmla="*/ 10139 h 20277"/>
                <a:gd name="connsiteX3" fmla="*/ 12800 w 25600"/>
                <a:gd name="connsiteY3" fmla="*/ 0 h 20277"/>
                <a:gd name="connsiteX4" fmla="*/ 25601 w 25600"/>
                <a:gd name="connsiteY4" fmla="*/ 10139 h 2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00" h="20277">
                  <a:moveTo>
                    <a:pt x="25601" y="10139"/>
                  </a:moveTo>
                  <a:cubicBezTo>
                    <a:pt x="25601" y="15715"/>
                    <a:pt x="19898" y="20278"/>
                    <a:pt x="12800" y="20278"/>
                  </a:cubicBezTo>
                  <a:cubicBezTo>
                    <a:pt x="5703" y="20278"/>
                    <a:pt x="0" y="15715"/>
                    <a:pt x="0" y="10139"/>
                  </a:cubicBezTo>
                  <a:cubicBezTo>
                    <a:pt x="0" y="4563"/>
                    <a:pt x="5703" y="0"/>
                    <a:pt x="12800" y="0"/>
                  </a:cubicBezTo>
                  <a:cubicBezTo>
                    <a:pt x="19898" y="0"/>
                    <a:pt x="25601" y="4563"/>
                    <a:pt x="25601" y="1013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9" name="Freeform: Shape 1988">
              <a:extLst>
                <a:ext uri="{FF2B5EF4-FFF2-40B4-BE49-F238E27FC236}">
                  <a16:creationId xmlns:a16="http://schemas.microsoft.com/office/drawing/2014/main" id="{FD08ED0C-1932-E7CB-583B-015390ABF9BA}"/>
                </a:ext>
              </a:extLst>
            </p:cNvPr>
            <p:cNvSpPr/>
            <p:nvPr/>
          </p:nvSpPr>
          <p:spPr>
            <a:xfrm>
              <a:off x="3396017" y="4813208"/>
              <a:ext cx="26361" cy="20784"/>
            </a:xfrm>
            <a:custGeom>
              <a:avLst/>
              <a:gdLst>
                <a:gd name="connsiteX0" fmla="*/ 26361 w 26361"/>
                <a:gd name="connsiteY0" fmla="*/ 10392 h 20784"/>
                <a:gd name="connsiteX1" fmla="*/ 13181 w 26361"/>
                <a:gd name="connsiteY1" fmla="*/ 20784 h 20784"/>
                <a:gd name="connsiteX2" fmla="*/ 0 w 26361"/>
                <a:gd name="connsiteY2" fmla="*/ 10392 h 20784"/>
                <a:gd name="connsiteX3" fmla="*/ 13181 w 26361"/>
                <a:gd name="connsiteY3" fmla="*/ 0 h 20784"/>
                <a:gd name="connsiteX4" fmla="*/ 26361 w 26361"/>
                <a:gd name="connsiteY4" fmla="*/ 10392 h 20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61" h="20784">
                  <a:moveTo>
                    <a:pt x="26361" y="10392"/>
                  </a:moveTo>
                  <a:cubicBezTo>
                    <a:pt x="26361" y="16222"/>
                    <a:pt x="20405" y="20784"/>
                    <a:pt x="13181" y="20784"/>
                  </a:cubicBezTo>
                  <a:cubicBezTo>
                    <a:pt x="5957" y="20784"/>
                    <a:pt x="0" y="16095"/>
                    <a:pt x="0" y="10392"/>
                  </a:cubicBezTo>
                  <a:cubicBezTo>
                    <a:pt x="0" y="4689"/>
                    <a:pt x="5830" y="0"/>
                    <a:pt x="13181" y="0"/>
                  </a:cubicBezTo>
                  <a:cubicBezTo>
                    <a:pt x="20531" y="0"/>
                    <a:pt x="26361" y="4689"/>
                    <a:pt x="26361" y="1039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0" name="Freeform: Shape 1989">
              <a:extLst>
                <a:ext uri="{FF2B5EF4-FFF2-40B4-BE49-F238E27FC236}">
                  <a16:creationId xmlns:a16="http://schemas.microsoft.com/office/drawing/2014/main" id="{D8EF267D-4E1E-5C18-FA07-6D029E7EB66E}"/>
                </a:ext>
              </a:extLst>
            </p:cNvPr>
            <p:cNvSpPr/>
            <p:nvPr/>
          </p:nvSpPr>
          <p:spPr>
            <a:xfrm>
              <a:off x="3328214" y="4724240"/>
              <a:ext cx="26361" cy="20784"/>
            </a:xfrm>
            <a:custGeom>
              <a:avLst/>
              <a:gdLst>
                <a:gd name="connsiteX0" fmla="*/ 26361 w 26361"/>
                <a:gd name="connsiteY0" fmla="*/ 10392 h 20784"/>
                <a:gd name="connsiteX1" fmla="*/ 13181 w 26361"/>
                <a:gd name="connsiteY1" fmla="*/ 20784 h 20784"/>
                <a:gd name="connsiteX2" fmla="*/ 0 w 26361"/>
                <a:gd name="connsiteY2" fmla="*/ 10392 h 20784"/>
                <a:gd name="connsiteX3" fmla="*/ 13181 w 26361"/>
                <a:gd name="connsiteY3" fmla="*/ 0 h 20784"/>
                <a:gd name="connsiteX4" fmla="*/ 26361 w 26361"/>
                <a:gd name="connsiteY4" fmla="*/ 10392 h 20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61" h="20784">
                  <a:moveTo>
                    <a:pt x="26361" y="10392"/>
                  </a:moveTo>
                  <a:cubicBezTo>
                    <a:pt x="26361" y="16222"/>
                    <a:pt x="20405" y="20784"/>
                    <a:pt x="13181" y="20784"/>
                  </a:cubicBezTo>
                  <a:cubicBezTo>
                    <a:pt x="5957" y="20784"/>
                    <a:pt x="0" y="16095"/>
                    <a:pt x="0" y="10392"/>
                  </a:cubicBezTo>
                  <a:cubicBezTo>
                    <a:pt x="0" y="4689"/>
                    <a:pt x="5830" y="0"/>
                    <a:pt x="13181" y="0"/>
                  </a:cubicBezTo>
                  <a:cubicBezTo>
                    <a:pt x="20532" y="0"/>
                    <a:pt x="26361" y="4689"/>
                    <a:pt x="26361" y="1039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1" name="Freeform: Shape 1990">
              <a:extLst>
                <a:ext uri="{FF2B5EF4-FFF2-40B4-BE49-F238E27FC236}">
                  <a16:creationId xmlns:a16="http://schemas.microsoft.com/office/drawing/2014/main" id="{738A6A21-9FBF-B94C-709E-7FC4FAE4E2E0}"/>
                </a:ext>
              </a:extLst>
            </p:cNvPr>
            <p:cNvSpPr/>
            <p:nvPr/>
          </p:nvSpPr>
          <p:spPr>
            <a:xfrm>
              <a:off x="3265353" y="4633370"/>
              <a:ext cx="25600" cy="20277"/>
            </a:xfrm>
            <a:custGeom>
              <a:avLst/>
              <a:gdLst>
                <a:gd name="connsiteX0" fmla="*/ 25601 w 25600"/>
                <a:gd name="connsiteY0" fmla="*/ 10139 h 20277"/>
                <a:gd name="connsiteX1" fmla="*/ 12800 w 25600"/>
                <a:gd name="connsiteY1" fmla="*/ 20278 h 20277"/>
                <a:gd name="connsiteX2" fmla="*/ 0 w 25600"/>
                <a:gd name="connsiteY2" fmla="*/ 10139 h 20277"/>
                <a:gd name="connsiteX3" fmla="*/ 12800 w 25600"/>
                <a:gd name="connsiteY3" fmla="*/ 0 h 20277"/>
                <a:gd name="connsiteX4" fmla="*/ 25601 w 25600"/>
                <a:gd name="connsiteY4" fmla="*/ 10139 h 2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00" h="20277">
                  <a:moveTo>
                    <a:pt x="25601" y="10139"/>
                  </a:moveTo>
                  <a:cubicBezTo>
                    <a:pt x="25601" y="15715"/>
                    <a:pt x="19898" y="20278"/>
                    <a:pt x="12800" y="20278"/>
                  </a:cubicBezTo>
                  <a:cubicBezTo>
                    <a:pt x="5703" y="20278"/>
                    <a:pt x="0" y="15715"/>
                    <a:pt x="0" y="10139"/>
                  </a:cubicBezTo>
                  <a:cubicBezTo>
                    <a:pt x="0" y="4563"/>
                    <a:pt x="5703" y="0"/>
                    <a:pt x="12800" y="0"/>
                  </a:cubicBezTo>
                  <a:cubicBezTo>
                    <a:pt x="19898" y="0"/>
                    <a:pt x="25601" y="4563"/>
                    <a:pt x="25601" y="1013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2" name="Freeform: Shape 1991">
              <a:extLst>
                <a:ext uri="{FF2B5EF4-FFF2-40B4-BE49-F238E27FC236}">
                  <a16:creationId xmlns:a16="http://schemas.microsoft.com/office/drawing/2014/main" id="{DC8B82BA-C2F7-58C9-2139-A37E5C52244E}"/>
                </a:ext>
              </a:extLst>
            </p:cNvPr>
            <p:cNvSpPr/>
            <p:nvPr/>
          </p:nvSpPr>
          <p:spPr>
            <a:xfrm>
              <a:off x="3207181" y="4540599"/>
              <a:ext cx="24713" cy="19644"/>
            </a:xfrm>
            <a:custGeom>
              <a:avLst/>
              <a:gdLst>
                <a:gd name="connsiteX0" fmla="*/ 24713 w 24713"/>
                <a:gd name="connsiteY0" fmla="*/ 9885 h 19644"/>
                <a:gd name="connsiteX1" fmla="*/ 12420 w 24713"/>
                <a:gd name="connsiteY1" fmla="*/ 19644 h 19644"/>
                <a:gd name="connsiteX2" fmla="*/ 0 w 24713"/>
                <a:gd name="connsiteY2" fmla="*/ 9885 h 19644"/>
                <a:gd name="connsiteX3" fmla="*/ 12420 w 24713"/>
                <a:gd name="connsiteY3" fmla="*/ 0 h 19644"/>
                <a:gd name="connsiteX4" fmla="*/ 24713 w 24713"/>
                <a:gd name="connsiteY4" fmla="*/ 9885 h 19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713" h="19644">
                  <a:moveTo>
                    <a:pt x="24713" y="9885"/>
                  </a:moveTo>
                  <a:cubicBezTo>
                    <a:pt x="24713" y="15335"/>
                    <a:pt x="19264" y="19644"/>
                    <a:pt x="12420" y="19644"/>
                  </a:cubicBezTo>
                  <a:cubicBezTo>
                    <a:pt x="5576" y="19644"/>
                    <a:pt x="0" y="15208"/>
                    <a:pt x="0" y="9885"/>
                  </a:cubicBezTo>
                  <a:cubicBezTo>
                    <a:pt x="0" y="4563"/>
                    <a:pt x="5576" y="0"/>
                    <a:pt x="12420" y="0"/>
                  </a:cubicBezTo>
                  <a:cubicBezTo>
                    <a:pt x="19264" y="0"/>
                    <a:pt x="24713" y="4436"/>
                    <a:pt x="24713" y="988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3" name="Freeform: Shape 1992">
              <a:extLst>
                <a:ext uri="{FF2B5EF4-FFF2-40B4-BE49-F238E27FC236}">
                  <a16:creationId xmlns:a16="http://schemas.microsoft.com/office/drawing/2014/main" id="{7B22B744-D9EC-CAE9-D49E-FCE9D3C26D72}"/>
                </a:ext>
              </a:extLst>
            </p:cNvPr>
            <p:cNvSpPr/>
            <p:nvPr/>
          </p:nvSpPr>
          <p:spPr>
            <a:xfrm>
              <a:off x="3153318" y="4445801"/>
              <a:ext cx="24713" cy="19770"/>
            </a:xfrm>
            <a:custGeom>
              <a:avLst/>
              <a:gdLst>
                <a:gd name="connsiteX0" fmla="*/ 24713 w 24713"/>
                <a:gd name="connsiteY0" fmla="*/ 9885 h 19770"/>
                <a:gd name="connsiteX1" fmla="*/ 12420 w 24713"/>
                <a:gd name="connsiteY1" fmla="*/ 19771 h 19770"/>
                <a:gd name="connsiteX2" fmla="*/ 0 w 24713"/>
                <a:gd name="connsiteY2" fmla="*/ 9885 h 19770"/>
                <a:gd name="connsiteX3" fmla="*/ 12420 w 24713"/>
                <a:gd name="connsiteY3" fmla="*/ 0 h 19770"/>
                <a:gd name="connsiteX4" fmla="*/ 24713 w 24713"/>
                <a:gd name="connsiteY4" fmla="*/ 9885 h 19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713" h="19770">
                  <a:moveTo>
                    <a:pt x="24713" y="9885"/>
                  </a:moveTo>
                  <a:cubicBezTo>
                    <a:pt x="24713" y="15335"/>
                    <a:pt x="19137" y="19771"/>
                    <a:pt x="12420" y="19771"/>
                  </a:cubicBezTo>
                  <a:cubicBezTo>
                    <a:pt x="5703" y="19771"/>
                    <a:pt x="0" y="15335"/>
                    <a:pt x="0" y="9885"/>
                  </a:cubicBezTo>
                  <a:cubicBezTo>
                    <a:pt x="0" y="4435"/>
                    <a:pt x="5576" y="0"/>
                    <a:pt x="12420" y="0"/>
                  </a:cubicBezTo>
                  <a:cubicBezTo>
                    <a:pt x="19264" y="0"/>
                    <a:pt x="24713" y="4435"/>
                    <a:pt x="24713" y="988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4" name="Freeform: Shape 1993">
              <a:extLst>
                <a:ext uri="{FF2B5EF4-FFF2-40B4-BE49-F238E27FC236}">
                  <a16:creationId xmlns:a16="http://schemas.microsoft.com/office/drawing/2014/main" id="{8C238E4D-94A5-B721-7BE6-B5885B8626FB}"/>
                </a:ext>
              </a:extLst>
            </p:cNvPr>
            <p:cNvSpPr/>
            <p:nvPr/>
          </p:nvSpPr>
          <p:spPr>
            <a:xfrm>
              <a:off x="3104778" y="4349735"/>
              <a:ext cx="23953" cy="19010"/>
            </a:xfrm>
            <a:custGeom>
              <a:avLst/>
              <a:gdLst>
                <a:gd name="connsiteX0" fmla="*/ 23953 w 23953"/>
                <a:gd name="connsiteY0" fmla="*/ 9505 h 19010"/>
                <a:gd name="connsiteX1" fmla="*/ 11913 w 23953"/>
                <a:gd name="connsiteY1" fmla="*/ 19010 h 19010"/>
                <a:gd name="connsiteX2" fmla="*/ 0 w 23953"/>
                <a:gd name="connsiteY2" fmla="*/ 9505 h 19010"/>
                <a:gd name="connsiteX3" fmla="*/ 11913 w 23953"/>
                <a:gd name="connsiteY3" fmla="*/ 0 h 19010"/>
                <a:gd name="connsiteX4" fmla="*/ 23953 w 23953"/>
                <a:gd name="connsiteY4" fmla="*/ 9505 h 19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53" h="19010">
                  <a:moveTo>
                    <a:pt x="23953" y="9505"/>
                  </a:moveTo>
                  <a:cubicBezTo>
                    <a:pt x="23953" y="14701"/>
                    <a:pt x="18630" y="19010"/>
                    <a:pt x="11913" y="19010"/>
                  </a:cubicBezTo>
                  <a:cubicBezTo>
                    <a:pt x="5196" y="19010"/>
                    <a:pt x="0" y="14701"/>
                    <a:pt x="0" y="9505"/>
                  </a:cubicBezTo>
                  <a:cubicBezTo>
                    <a:pt x="0" y="4309"/>
                    <a:pt x="5323" y="0"/>
                    <a:pt x="11913" y="0"/>
                  </a:cubicBezTo>
                  <a:cubicBezTo>
                    <a:pt x="18504" y="0"/>
                    <a:pt x="23953" y="4183"/>
                    <a:pt x="23953" y="950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5" name="Freeform: Shape 1994">
              <a:extLst>
                <a:ext uri="{FF2B5EF4-FFF2-40B4-BE49-F238E27FC236}">
                  <a16:creationId xmlns:a16="http://schemas.microsoft.com/office/drawing/2014/main" id="{A13D8F0F-0BEE-F137-9E8E-67C7F9F67828}"/>
                </a:ext>
              </a:extLst>
            </p:cNvPr>
            <p:cNvSpPr/>
            <p:nvPr/>
          </p:nvSpPr>
          <p:spPr>
            <a:xfrm>
              <a:off x="3060801" y="4251768"/>
              <a:ext cx="23953" cy="19010"/>
            </a:xfrm>
            <a:custGeom>
              <a:avLst/>
              <a:gdLst>
                <a:gd name="connsiteX0" fmla="*/ 23953 w 23953"/>
                <a:gd name="connsiteY0" fmla="*/ 9505 h 19010"/>
                <a:gd name="connsiteX1" fmla="*/ 12040 w 23953"/>
                <a:gd name="connsiteY1" fmla="*/ 19010 h 19010"/>
                <a:gd name="connsiteX2" fmla="*/ 0 w 23953"/>
                <a:gd name="connsiteY2" fmla="*/ 9505 h 19010"/>
                <a:gd name="connsiteX3" fmla="*/ 12040 w 23953"/>
                <a:gd name="connsiteY3" fmla="*/ 0 h 19010"/>
                <a:gd name="connsiteX4" fmla="*/ 23953 w 23953"/>
                <a:gd name="connsiteY4" fmla="*/ 9505 h 19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53" h="19010">
                  <a:moveTo>
                    <a:pt x="23953" y="9505"/>
                  </a:moveTo>
                  <a:cubicBezTo>
                    <a:pt x="23953" y="14828"/>
                    <a:pt x="18630" y="19010"/>
                    <a:pt x="12040" y="19010"/>
                  </a:cubicBezTo>
                  <a:cubicBezTo>
                    <a:pt x="5450" y="19010"/>
                    <a:pt x="0" y="14828"/>
                    <a:pt x="0" y="9505"/>
                  </a:cubicBezTo>
                  <a:cubicBezTo>
                    <a:pt x="0" y="4182"/>
                    <a:pt x="5323" y="0"/>
                    <a:pt x="12040" y="0"/>
                  </a:cubicBezTo>
                  <a:cubicBezTo>
                    <a:pt x="18757" y="0"/>
                    <a:pt x="23953" y="4309"/>
                    <a:pt x="23953" y="950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6" name="Freeform: Shape 1995">
              <a:extLst>
                <a:ext uri="{FF2B5EF4-FFF2-40B4-BE49-F238E27FC236}">
                  <a16:creationId xmlns:a16="http://schemas.microsoft.com/office/drawing/2014/main" id="{9F2B813A-C7AA-32A6-3C41-ED69BE69E6FF}"/>
                </a:ext>
              </a:extLst>
            </p:cNvPr>
            <p:cNvSpPr/>
            <p:nvPr/>
          </p:nvSpPr>
          <p:spPr>
            <a:xfrm>
              <a:off x="3022146" y="4152660"/>
              <a:ext cx="23319" cy="18503"/>
            </a:xfrm>
            <a:custGeom>
              <a:avLst/>
              <a:gdLst>
                <a:gd name="connsiteX0" fmla="*/ 23319 w 23319"/>
                <a:gd name="connsiteY0" fmla="*/ 9251 h 18503"/>
                <a:gd name="connsiteX1" fmla="*/ 11660 w 23319"/>
                <a:gd name="connsiteY1" fmla="*/ 18503 h 18503"/>
                <a:gd name="connsiteX2" fmla="*/ 0 w 23319"/>
                <a:gd name="connsiteY2" fmla="*/ 9251 h 18503"/>
                <a:gd name="connsiteX3" fmla="*/ 11660 w 23319"/>
                <a:gd name="connsiteY3" fmla="*/ 0 h 18503"/>
                <a:gd name="connsiteX4" fmla="*/ 23319 w 23319"/>
                <a:gd name="connsiteY4" fmla="*/ 9251 h 18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319" h="18503">
                  <a:moveTo>
                    <a:pt x="23319" y="9251"/>
                  </a:moveTo>
                  <a:cubicBezTo>
                    <a:pt x="23319" y="14321"/>
                    <a:pt x="18123" y="18503"/>
                    <a:pt x="11660" y="18503"/>
                  </a:cubicBezTo>
                  <a:cubicBezTo>
                    <a:pt x="5196" y="18503"/>
                    <a:pt x="0" y="14321"/>
                    <a:pt x="0" y="9251"/>
                  </a:cubicBezTo>
                  <a:cubicBezTo>
                    <a:pt x="0" y="4182"/>
                    <a:pt x="5196" y="0"/>
                    <a:pt x="11660" y="0"/>
                  </a:cubicBezTo>
                  <a:cubicBezTo>
                    <a:pt x="18123" y="0"/>
                    <a:pt x="23319" y="4182"/>
                    <a:pt x="23319" y="925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7" name="Freeform: Shape 1996">
              <a:extLst>
                <a:ext uri="{FF2B5EF4-FFF2-40B4-BE49-F238E27FC236}">
                  <a16:creationId xmlns:a16="http://schemas.microsoft.com/office/drawing/2014/main" id="{900D592F-DE2A-DF5B-6AC9-147F798046F7}"/>
                </a:ext>
              </a:extLst>
            </p:cNvPr>
            <p:cNvSpPr/>
            <p:nvPr/>
          </p:nvSpPr>
          <p:spPr>
            <a:xfrm>
              <a:off x="2988561" y="4052666"/>
              <a:ext cx="22558" cy="17869"/>
            </a:xfrm>
            <a:custGeom>
              <a:avLst/>
              <a:gdLst>
                <a:gd name="connsiteX0" fmla="*/ 22559 w 22558"/>
                <a:gd name="connsiteY0" fmla="*/ 8872 h 17869"/>
                <a:gd name="connsiteX1" fmla="*/ 11279 w 22558"/>
                <a:gd name="connsiteY1" fmla="*/ 17870 h 17869"/>
                <a:gd name="connsiteX2" fmla="*/ 0 w 22558"/>
                <a:gd name="connsiteY2" fmla="*/ 8872 h 17869"/>
                <a:gd name="connsiteX3" fmla="*/ 11279 w 22558"/>
                <a:gd name="connsiteY3" fmla="*/ 0 h 17869"/>
                <a:gd name="connsiteX4" fmla="*/ 22559 w 22558"/>
                <a:gd name="connsiteY4" fmla="*/ 8872 h 1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8" h="17869">
                  <a:moveTo>
                    <a:pt x="22559" y="8872"/>
                  </a:moveTo>
                  <a:cubicBezTo>
                    <a:pt x="22559" y="13814"/>
                    <a:pt x="17490" y="17870"/>
                    <a:pt x="11279" y="17870"/>
                  </a:cubicBezTo>
                  <a:cubicBezTo>
                    <a:pt x="5070" y="17870"/>
                    <a:pt x="0" y="13814"/>
                    <a:pt x="0" y="8872"/>
                  </a:cubicBezTo>
                  <a:cubicBezTo>
                    <a:pt x="0" y="3929"/>
                    <a:pt x="5070" y="0"/>
                    <a:pt x="11279" y="0"/>
                  </a:cubicBezTo>
                  <a:cubicBezTo>
                    <a:pt x="17490" y="0"/>
                    <a:pt x="22559" y="4056"/>
                    <a:pt x="22559" y="887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8" name="Freeform: Shape 1997">
              <a:extLst>
                <a:ext uri="{FF2B5EF4-FFF2-40B4-BE49-F238E27FC236}">
                  <a16:creationId xmlns:a16="http://schemas.microsoft.com/office/drawing/2014/main" id="{FDA35D20-9471-189C-2FD5-C4644E636C52}"/>
                </a:ext>
              </a:extLst>
            </p:cNvPr>
            <p:cNvSpPr/>
            <p:nvPr/>
          </p:nvSpPr>
          <p:spPr>
            <a:xfrm>
              <a:off x="2960173" y="3951530"/>
              <a:ext cx="21798" cy="17235"/>
            </a:xfrm>
            <a:custGeom>
              <a:avLst/>
              <a:gdLst>
                <a:gd name="connsiteX0" fmla="*/ 21798 w 21798"/>
                <a:gd name="connsiteY0" fmla="*/ 8618 h 17235"/>
                <a:gd name="connsiteX1" fmla="*/ 10899 w 21798"/>
                <a:gd name="connsiteY1" fmla="*/ 17236 h 17235"/>
                <a:gd name="connsiteX2" fmla="*/ 0 w 21798"/>
                <a:gd name="connsiteY2" fmla="*/ 8618 h 17235"/>
                <a:gd name="connsiteX3" fmla="*/ 10899 w 21798"/>
                <a:gd name="connsiteY3" fmla="*/ 0 h 17235"/>
                <a:gd name="connsiteX4" fmla="*/ 21798 w 21798"/>
                <a:gd name="connsiteY4" fmla="*/ 8618 h 17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798" h="17235">
                  <a:moveTo>
                    <a:pt x="21798" y="8618"/>
                  </a:moveTo>
                  <a:cubicBezTo>
                    <a:pt x="21798" y="13434"/>
                    <a:pt x="16856" y="17236"/>
                    <a:pt x="10899" y="17236"/>
                  </a:cubicBezTo>
                  <a:cubicBezTo>
                    <a:pt x="4943" y="17236"/>
                    <a:pt x="0" y="13307"/>
                    <a:pt x="0" y="8618"/>
                  </a:cubicBezTo>
                  <a:cubicBezTo>
                    <a:pt x="0" y="3929"/>
                    <a:pt x="4943" y="0"/>
                    <a:pt x="10899" y="0"/>
                  </a:cubicBezTo>
                  <a:cubicBezTo>
                    <a:pt x="16856" y="0"/>
                    <a:pt x="21798" y="3929"/>
                    <a:pt x="21798" y="86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9" name="Freeform: Shape 1998">
              <a:extLst>
                <a:ext uri="{FF2B5EF4-FFF2-40B4-BE49-F238E27FC236}">
                  <a16:creationId xmlns:a16="http://schemas.microsoft.com/office/drawing/2014/main" id="{279879E4-F191-417D-0149-9226DEFE926C}"/>
                </a:ext>
              </a:extLst>
            </p:cNvPr>
            <p:cNvSpPr/>
            <p:nvPr/>
          </p:nvSpPr>
          <p:spPr>
            <a:xfrm>
              <a:off x="2936473" y="3849254"/>
              <a:ext cx="21798" cy="17235"/>
            </a:xfrm>
            <a:custGeom>
              <a:avLst/>
              <a:gdLst>
                <a:gd name="connsiteX0" fmla="*/ 21799 w 21798"/>
                <a:gd name="connsiteY0" fmla="*/ 8618 h 17235"/>
                <a:gd name="connsiteX1" fmla="*/ 10899 w 21798"/>
                <a:gd name="connsiteY1" fmla="*/ 17236 h 17235"/>
                <a:gd name="connsiteX2" fmla="*/ 0 w 21798"/>
                <a:gd name="connsiteY2" fmla="*/ 8618 h 17235"/>
                <a:gd name="connsiteX3" fmla="*/ 10899 w 21798"/>
                <a:gd name="connsiteY3" fmla="*/ 0 h 17235"/>
                <a:gd name="connsiteX4" fmla="*/ 21799 w 21798"/>
                <a:gd name="connsiteY4" fmla="*/ 8618 h 17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798" h="17235">
                  <a:moveTo>
                    <a:pt x="21799" y="8618"/>
                  </a:moveTo>
                  <a:cubicBezTo>
                    <a:pt x="21799" y="13434"/>
                    <a:pt x="16983" y="17236"/>
                    <a:pt x="10899" y="17236"/>
                  </a:cubicBezTo>
                  <a:cubicBezTo>
                    <a:pt x="4816" y="17236"/>
                    <a:pt x="0" y="13307"/>
                    <a:pt x="0" y="8618"/>
                  </a:cubicBezTo>
                  <a:cubicBezTo>
                    <a:pt x="0" y="3929"/>
                    <a:pt x="4816" y="0"/>
                    <a:pt x="10899" y="0"/>
                  </a:cubicBezTo>
                  <a:cubicBezTo>
                    <a:pt x="16983" y="0"/>
                    <a:pt x="21799" y="3929"/>
                    <a:pt x="21799" y="86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0" name="Freeform: Shape 1999">
              <a:extLst>
                <a:ext uri="{FF2B5EF4-FFF2-40B4-BE49-F238E27FC236}">
                  <a16:creationId xmlns:a16="http://schemas.microsoft.com/office/drawing/2014/main" id="{D5FB16DB-7C1A-AD54-5A09-DB815ACEA853}"/>
                </a:ext>
              </a:extLst>
            </p:cNvPr>
            <p:cNvSpPr/>
            <p:nvPr/>
          </p:nvSpPr>
          <p:spPr>
            <a:xfrm>
              <a:off x="2918350" y="3746471"/>
              <a:ext cx="21291" cy="16729"/>
            </a:xfrm>
            <a:custGeom>
              <a:avLst/>
              <a:gdLst>
                <a:gd name="connsiteX0" fmla="*/ 21292 w 21291"/>
                <a:gd name="connsiteY0" fmla="*/ 8365 h 16729"/>
                <a:gd name="connsiteX1" fmla="*/ 10646 w 21291"/>
                <a:gd name="connsiteY1" fmla="*/ 16729 h 16729"/>
                <a:gd name="connsiteX2" fmla="*/ 0 w 21291"/>
                <a:gd name="connsiteY2" fmla="*/ 8365 h 16729"/>
                <a:gd name="connsiteX3" fmla="*/ 10646 w 21291"/>
                <a:gd name="connsiteY3" fmla="*/ 0 h 16729"/>
                <a:gd name="connsiteX4" fmla="*/ 21292 w 21291"/>
                <a:gd name="connsiteY4" fmla="*/ 8365 h 16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291" h="16729">
                  <a:moveTo>
                    <a:pt x="21292" y="8365"/>
                  </a:moveTo>
                  <a:cubicBezTo>
                    <a:pt x="21292" y="13054"/>
                    <a:pt x="16602" y="16729"/>
                    <a:pt x="10646" y="16729"/>
                  </a:cubicBezTo>
                  <a:cubicBezTo>
                    <a:pt x="4689" y="16729"/>
                    <a:pt x="0" y="12927"/>
                    <a:pt x="0" y="8365"/>
                  </a:cubicBezTo>
                  <a:cubicBezTo>
                    <a:pt x="0" y="3802"/>
                    <a:pt x="4816" y="0"/>
                    <a:pt x="10646" y="0"/>
                  </a:cubicBezTo>
                  <a:cubicBezTo>
                    <a:pt x="16476" y="0"/>
                    <a:pt x="21292" y="3802"/>
                    <a:pt x="21292" y="836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1" name="Freeform: Shape 2000">
              <a:extLst>
                <a:ext uri="{FF2B5EF4-FFF2-40B4-BE49-F238E27FC236}">
                  <a16:creationId xmlns:a16="http://schemas.microsoft.com/office/drawing/2014/main" id="{E5BD1D79-5000-A335-8B2C-F9F2CEDB6D10}"/>
                </a:ext>
              </a:extLst>
            </p:cNvPr>
            <p:cNvSpPr/>
            <p:nvPr/>
          </p:nvSpPr>
          <p:spPr>
            <a:xfrm>
              <a:off x="2905676" y="3643309"/>
              <a:ext cx="20404" cy="16222"/>
            </a:xfrm>
            <a:custGeom>
              <a:avLst/>
              <a:gdLst>
                <a:gd name="connsiteX0" fmla="*/ 20404 w 20404"/>
                <a:gd name="connsiteY0" fmla="*/ 8111 h 16222"/>
                <a:gd name="connsiteX1" fmla="*/ 10266 w 20404"/>
                <a:gd name="connsiteY1" fmla="*/ 16222 h 16222"/>
                <a:gd name="connsiteX2" fmla="*/ 0 w 20404"/>
                <a:gd name="connsiteY2" fmla="*/ 8111 h 16222"/>
                <a:gd name="connsiteX3" fmla="*/ 10266 w 20404"/>
                <a:gd name="connsiteY3" fmla="*/ 0 h 16222"/>
                <a:gd name="connsiteX4" fmla="*/ 20404 w 20404"/>
                <a:gd name="connsiteY4" fmla="*/ 8111 h 1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04" h="16222">
                  <a:moveTo>
                    <a:pt x="20404" y="8111"/>
                  </a:moveTo>
                  <a:cubicBezTo>
                    <a:pt x="20404" y="12547"/>
                    <a:pt x="15842" y="16222"/>
                    <a:pt x="10266" y="16222"/>
                  </a:cubicBezTo>
                  <a:cubicBezTo>
                    <a:pt x="4689" y="16222"/>
                    <a:pt x="0" y="12547"/>
                    <a:pt x="0" y="8111"/>
                  </a:cubicBezTo>
                  <a:cubicBezTo>
                    <a:pt x="0" y="3675"/>
                    <a:pt x="4563" y="0"/>
                    <a:pt x="10266" y="0"/>
                  </a:cubicBezTo>
                  <a:cubicBezTo>
                    <a:pt x="15969" y="0"/>
                    <a:pt x="20404" y="3549"/>
                    <a:pt x="20404" y="811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2" name="Freeform: Shape 2001">
              <a:extLst>
                <a:ext uri="{FF2B5EF4-FFF2-40B4-BE49-F238E27FC236}">
                  <a16:creationId xmlns:a16="http://schemas.microsoft.com/office/drawing/2014/main" id="{45EC1F81-E584-FA2D-109D-437EF586267C}"/>
                </a:ext>
              </a:extLst>
            </p:cNvPr>
            <p:cNvSpPr/>
            <p:nvPr/>
          </p:nvSpPr>
          <p:spPr>
            <a:xfrm>
              <a:off x="2897945" y="3539892"/>
              <a:ext cx="19770" cy="15588"/>
            </a:xfrm>
            <a:custGeom>
              <a:avLst/>
              <a:gdLst>
                <a:gd name="connsiteX0" fmla="*/ 19771 w 19770"/>
                <a:gd name="connsiteY0" fmla="*/ 7731 h 15588"/>
                <a:gd name="connsiteX1" fmla="*/ 9885 w 19770"/>
                <a:gd name="connsiteY1" fmla="*/ 15589 h 15588"/>
                <a:gd name="connsiteX2" fmla="*/ 0 w 19770"/>
                <a:gd name="connsiteY2" fmla="*/ 7731 h 15588"/>
                <a:gd name="connsiteX3" fmla="*/ 9885 w 19770"/>
                <a:gd name="connsiteY3" fmla="*/ 0 h 15588"/>
                <a:gd name="connsiteX4" fmla="*/ 19771 w 19770"/>
                <a:gd name="connsiteY4" fmla="*/ 7731 h 1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70" h="15588">
                  <a:moveTo>
                    <a:pt x="19771" y="7731"/>
                  </a:moveTo>
                  <a:cubicBezTo>
                    <a:pt x="19771" y="12040"/>
                    <a:pt x="15335" y="15589"/>
                    <a:pt x="9885" y="15589"/>
                  </a:cubicBezTo>
                  <a:cubicBezTo>
                    <a:pt x="4436" y="15589"/>
                    <a:pt x="0" y="12167"/>
                    <a:pt x="0" y="7731"/>
                  </a:cubicBezTo>
                  <a:cubicBezTo>
                    <a:pt x="0" y="3295"/>
                    <a:pt x="4436" y="0"/>
                    <a:pt x="9885" y="0"/>
                  </a:cubicBezTo>
                  <a:cubicBezTo>
                    <a:pt x="15335" y="0"/>
                    <a:pt x="19771" y="3422"/>
                    <a:pt x="19771" y="773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3" name="Freeform: Shape 2002">
              <a:extLst>
                <a:ext uri="{FF2B5EF4-FFF2-40B4-BE49-F238E27FC236}">
                  <a16:creationId xmlns:a16="http://schemas.microsoft.com/office/drawing/2014/main" id="{42787C34-0441-9F22-72D8-5E1F4611E7B3}"/>
                </a:ext>
              </a:extLst>
            </p:cNvPr>
            <p:cNvSpPr/>
            <p:nvPr/>
          </p:nvSpPr>
          <p:spPr>
            <a:xfrm>
              <a:off x="2895917" y="3436095"/>
              <a:ext cx="18756" cy="14954"/>
            </a:xfrm>
            <a:custGeom>
              <a:avLst/>
              <a:gdLst>
                <a:gd name="connsiteX0" fmla="*/ 18757 w 18756"/>
                <a:gd name="connsiteY0" fmla="*/ 7477 h 14954"/>
                <a:gd name="connsiteX1" fmla="*/ 9379 w 18756"/>
                <a:gd name="connsiteY1" fmla="*/ 14955 h 14954"/>
                <a:gd name="connsiteX2" fmla="*/ 0 w 18756"/>
                <a:gd name="connsiteY2" fmla="*/ 7477 h 14954"/>
                <a:gd name="connsiteX3" fmla="*/ 9379 w 18756"/>
                <a:gd name="connsiteY3" fmla="*/ 0 h 14954"/>
                <a:gd name="connsiteX4" fmla="*/ 18757 w 18756"/>
                <a:gd name="connsiteY4" fmla="*/ 7477 h 14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56" h="14954">
                  <a:moveTo>
                    <a:pt x="18757" y="7477"/>
                  </a:moveTo>
                  <a:cubicBezTo>
                    <a:pt x="18757" y="11660"/>
                    <a:pt x="14575" y="14955"/>
                    <a:pt x="9379" y="14955"/>
                  </a:cubicBezTo>
                  <a:cubicBezTo>
                    <a:pt x="4182" y="14955"/>
                    <a:pt x="0" y="11660"/>
                    <a:pt x="0" y="7477"/>
                  </a:cubicBezTo>
                  <a:cubicBezTo>
                    <a:pt x="0" y="3295"/>
                    <a:pt x="4182" y="0"/>
                    <a:pt x="9379" y="0"/>
                  </a:cubicBezTo>
                  <a:cubicBezTo>
                    <a:pt x="14575" y="0"/>
                    <a:pt x="18757" y="3295"/>
                    <a:pt x="18757" y="747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4" name="Freeform: Shape 2003">
              <a:extLst>
                <a:ext uri="{FF2B5EF4-FFF2-40B4-BE49-F238E27FC236}">
                  <a16:creationId xmlns:a16="http://schemas.microsoft.com/office/drawing/2014/main" id="{F7441356-7724-5C70-9FF5-113F6BCF7504}"/>
                </a:ext>
              </a:extLst>
            </p:cNvPr>
            <p:cNvSpPr/>
            <p:nvPr/>
          </p:nvSpPr>
          <p:spPr>
            <a:xfrm>
              <a:off x="2898832" y="3332425"/>
              <a:ext cx="18250" cy="14447"/>
            </a:xfrm>
            <a:custGeom>
              <a:avLst/>
              <a:gdLst>
                <a:gd name="connsiteX0" fmla="*/ 18250 w 18250"/>
                <a:gd name="connsiteY0" fmla="*/ 7224 h 14447"/>
                <a:gd name="connsiteX1" fmla="*/ 9125 w 18250"/>
                <a:gd name="connsiteY1" fmla="*/ 14448 h 14447"/>
                <a:gd name="connsiteX2" fmla="*/ 0 w 18250"/>
                <a:gd name="connsiteY2" fmla="*/ 7224 h 14447"/>
                <a:gd name="connsiteX3" fmla="*/ 9125 w 18250"/>
                <a:gd name="connsiteY3" fmla="*/ 0 h 14447"/>
                <a:gd name="connsiteX4" fmla="*/ 18250 w 18250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7">
                  <a:moveTo>
                    <a:pt x="18250" y="7224"/>
                  </a:moveTo>
                  <a:cubicBezTo>
                    <a:pt x="18250" y="11153"/>
                    <a:pt x="14195" y="14448"/>
                    <a:pt x="9125" y="14448"/>
                  </a:cubicBezTo>
                  <a:cubicBezTo>
                    <a:pt x="4056" y="14448"/>
                    <a:pt x="0" y="11153"/>
                    <a:pt x="0" y="7224"/>
                  </a:cubicBezTo>
                  <a:cubicBezTo>
                    <a:pt x="0" y="3295"/>
                    <a:pt x="4056" y="0"/>
                    <a:pt x="9125" y="0"/>
                  </a:cubicBezTo>
                  <a:cubicBezTo>
                    <a:pt x="14195" y="0"/>
                    <a:pt x="18250" y="3168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5" name="Freeform: Shape 2004">
              <a:extLst>
                <a:ext uri="{FF2B5EF4-FFF2-40B4-BE49-F238E27FC236}">
                  <a16:creationId xmlns:a16="http://schemas.microsoft.com/office/drawing/2014/main" id="{0BE751F1-8015-7A56-9E74-FAF0EEB7DB1B}"/>
                </a:ext>
              </a:extLst>
            </p:cNvPr>
            <p:cNvSpPr/>
            <p:nvPr/>
          </p:nvSpPr>
          <p:spPr>
            <a:xfrm>
              <a:off x="2907070" y="3228882"/>
              <a:ext cx="17489" cy="13940"/>
            </a:xfrm>
            <a:custGeom>
              <a:avLst/>
              <a:gdLst>
                <a:gd name="connsiteX0" fmla="*/ 17489 w 17489"/>
                <a:gd name="connsiteY0" fmla="*/ 6970 h 13940"/>
                <a:gd name="connsiteX1" fmla="*/ 8745 w 17489"/>
                <a:gd name="connsiteY1" fmla="*/ 13941 h 13940"/>
                <a:gd name="connsiteX2" fmla="*/ 0 w 17489"/>
                <a:gd name="connsiteY2" fmla="*/ 6970 h 13940"/>
                <a:gd name="connsiteX3" fmla="*/ 8745 w 17489"/>
                <a:gd name="connsiteY3" fmla="*/ 0 h 13940"/>
                <a:gd name="connsiteX4" fmla="*/ 17489 w 17489"/>
                <a:gd name="connsiteY4" fmla="*/ 6970 h 13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89" h="13940">
                  <a:moveTo>
                    <a:pt x="17489" y="6970"/>
                  </a:moveTo>
                  <a:cubicBezTo>
                    <a:pt x="17489" y="10772"/>
                    <a:pt x="13561" y="13941"/>
                    <a:pt x="8745" y="13941"/>
                  </a:cubicBezTo>
                  <a:cubicBezTo>
                    <a:pt x="3929" y="13941"/>
                    <a:pt x="0" y="10772"/>
                    <a:pt x="0" y="6970"/>
                  </a:cubicBezTo>
                  <a:cubicBezTo>
                    <a:pt x="0" y="3168"/>
                    <a:pt x="3929" y="0"/>
                    <a:pt x="8745" y="0"/>
                  </a:cubicBezTo>
                  <a:cubicBezTo>
                    <a:pt x="13561" y="0"/>
                    <a:pt x="17489" y="3042"/>
                    <a:pt x="17489" y="69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6" name="Freeform: Shape 2005">
              <a:extLst>
                <a:ext uri="{FF2B5EF4-FFF2-40B4-BE49-F238E27FC236}">
                  <a16:creationId xmlns:a16="http://schemas.microsoft.com/office/drawing/2014/main" id="{8A7D90CB-A6DA-123C-0F6E-8EF328093904}"/>
                </a:ext>
              </a:extLst>
            </p:cNvPr>
            <p:cNvSpPr/>
            <p:nvPr/>
          </p:nvSpPr>
          <p:spPr>
            <a:xfrm>
              <a:off x="2920631" y="3125719"/>
              <a:ext cx="16729" cy="13180"/>
            </a:xfrm>
            <a:custGeom>
              <a:avLst/>
              <a:gdLst>
                <a:gd name="connsiteX0" fmla="*/ 16729 w 16729"/>
                <a:gd name="connsiteY0" fmla="*/ 6590 h 13180"/>
                <a:gd name="connsiteX1" fmla="*/ 8365 w 16729"/>
                <a:gd name="connsiteY1" fmla="*/ 13180 h 13180"/>
                <a:gd name="connsiteX2" fmla="*/ 0 w 16729"/>
                <a:gd name="connsiteY2" fmla="*/ 6590 h 13180"/>
                <a:gd name="connsiteX3" fmla="*/ 8365 w 16729"/>
                <a:gd name="connsiteY3" fmla="*/ 0 h 13180"/>
                <a:gd name="connsiteX4" fmla="*/ 16729 w 16729"/>
                <a:gd name="connsiteY4" fmla="*/ 6590 h 13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9" h="13180">
                  <a:moveTo>
                    <a:pt x="16729" y="6590"/>
                  </a:moveTo>
                  <a:cubicBezTo>
                    <a:pt x="16729" y="10266"/>
                    <a:pt x="12927" y="13180"/>
                    <a:pt x="8365" y="13180"/>
                  </a:cubicBezTo>
                  <a:cubicBezTo>
                    <a:pt x="3802" y="13180"/>
                    <a:pt x="0" y="10266"/>
                    <a:pt x="0" y="6590"/>
                  </a:cubicBezTo>
                  <a:cubicBezTo>
                    <a:pt x="0" y="2915"/>
                    <a:pt x="3675" y="0"/>
                    <a:pt x="8365" y="0"/>
                  </a:cubicBezTo>
                  <a:cubicBezTo>
                    <a:pt x="13054" y="0"/>
                    <a:pt x="16729" y="2915"/>
                    <a:pt x="16729" y="659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7" name="Freeform: Shape 2006">
              <a:extLst>
                <a:ext uri="{FF2B5EF4-FFF2-40B4-BE49-F238E27FC236}">
                  <a16:creationId xmlns:a16="http://schemas.microsoft.com/office/drawing/2014/main" id="{EF6B9E0F-6C04-ABF6-9111-D72045368FEB}"/>
                </a:ext>
              </a:extLst>
            </p:cNvPr>
            <p:cNvSpPr/>
            <p:nvPr/>
          </p:nvSpPr>
          <p:spPr>
            <a:xfrm>
              <a:off x="2939768" y="3023316"/>
              <a:ext cx="15334" cy="12166"/>
            </a:xfrm>
            <a:custGeom>
              <a:avLst/>
              <a:gdLst>
                <a:gd name="connsiteX0" fmla="*/ 15335 w 15334"/>
                <a:gd name="connsiteY0" fmla="*/ 6083 h 12166"/>
                <a:gd name="connsiteX1" fmla="*/ 7604 w 15334"/>
                <a:gd name="connsiteY1" fmla="*/ 12167 h 12166"/>
                <a:gd name="connsiteX2" fmla="*/ 0 w 15334"/>
                <a:gd name="connsiteY2" fmla="*/ 6083 h 12166"/>
                <a:gd name="connsiteX3" fmla="*/ 7604 w 15334"/>
                <a:gd name="connsiteY3" fmla="*/ 0 h 12166"/>
                <a:gd name="connsiteX4" fmla="*/ 15335 w 15334"/>
                <a:gd name="connsiteY4" fmla="*/ 6083 h 1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34" h="12166">
                  <a:moveTo>
                    <a:pt x="15335" y="6083"/>
                  </a:moveTo>
                  <a:cubicBezTo>
                    <a:pt x="15335" y="9378"/>
                    <a:pt x="11913" y="12167"/>
                    <a:pt x="7604" y="12167"/>
                  </a:cubicBezTo>
                  <a:cubicBezTo>
                    <a:pt x="3295" y="12167"/>
                    <a:pt x="0" y="9505"/>
                    <a:pt x="0" y="6083"/>
                  </a:cubicBezTo>
                  <a:cubicBezTo>
                    <a:pt x="0" y="2661"/>
                    <a:pt x="3422" y="0"/>
                    <a:pt x="7604" y="0"/>
                  </a:cubicBezTo>
                  <a:cubicBezTo>
                    <a:pt x="11786" y="0"/>
                    <a:pt x="15335" y="2661"/>
                    <a:pt x="15335" y="60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8" name="Freeform: Shape 2007">
              <a:extLst>
                <a:ext uri="{FF2B5EF4-FFF2-40B4-BE49-F238E27FC236}">
                  <a16:creationId xmlns:a16="http://schemas.microsoft.com/office/drawing/2014/main" id="{A30C8242-F900-5868-B3D9-9F7BCF26082B}"/>
                </a:ext>
              </a:extLst>
            </p:cNvPr>
            <p:cNvSpPr/>
            <p:nvPr/>
          </p:nvSpPr>
          <p:spPr>
            <a:xfrm>
              <a:off x="2964228" y="2921674"/>
              <a:ext cx="13687" cy="10899"/>
            </a:xfrm>
            <a:custGeom>
              <a:avLst/>
              <a:gdLst>
                <a:gd name="connsiteX0" fmla="*/ 13688 w 13687"/>
                <a:gd name="connsiteY0" fmla="*/ 5450 h 10899"/>
                <a:gd name="connsiteX1" fmla="*/ 6844 w 13687"/>
                <a:gd name="connsiteY1" fmla="*/ 10899 h 10899"/>
                <a:gd name="connsiteX2" fmla="*/ 0 w 13687"/>
                <a:gd name="connsiteY2" fmla="*/ 5450 h 10899"/>
                <a:gd name="connsiteX3" fmla="*/ 6844 w 13687"/>
                <a:gd name="connsiteY3" fmla="*/ 0 h 10899"/>
                <a:gd name="connsiteX4" fmla="*/ 13688 w 13687"/>
                <a:gd name="connsiteY4" fmla="*/ 5450 h 10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87" h="10899">
                  <a:moveTo>
                    <a:pt x="13688" y="5450"/>
                  </a:moveTo>
                  <a:cubicBezTo>
                    <a:pt x="13688" y="8491"/>
                    <a:pt x="10519" y="10899"/>
                    <a:pt x="6844" y="10899"/>
                  </a:cubicBezTo>
                  <a:cubicBezTo>
                    <a:pt x="3168" y="10899"/>
                    <a:pt x="0" y="8491"/>
                    <a:pt x="0" y="5450"/>
                  </a:cubicBezTo>
                  <a:cubicBezTo>
                    <a:pt x="0" y="2408"/>
                    <a:pt x="3168" y="0"/>
                    <a:pt x="6844" y="0"/>
                  </a:cubicBezTo>
                  <a:cubicBezTo>
                    <a:pt x="10519" y="0"/>
                    <a:pt x="13688" y="2408"/>
                    <a:pt x="13688" y="545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9" name="Freeform: Shape 2008">
              <a:extLst>
                <a:ext uri="{FF2B5EF4-FFF2-40B4-BE49-F238E27FC236}">
                  <a16:creationId xmlns:a16="http://schemas.microsoft.com/office/drawing/2014/main" id="{58FA9F12-B612-13EF-D1BF-30B51C98A171}"/>
                </a:ext>
              </a:extLst>
            </p:cNvPr>
            <p:cNvSpPr/>
            <p:nvPr/>
          </p:nvSpPr>
          <p:spPr>
            <a:xfrm>
              <a:off x="2993250" y="2820412"/>
              <a:ext cx="13180" cy="10519"/>
            </a:xfrm>
            <a:custGeom>
              <a:avLst/>
              <a:gdLst>
                <a:gd name="connsiteX0" fmla="*/ 13181 w 13180"/>
                <a:gd name="connsiteY0" fmla="*/ 5323 h 10519"/>
                <a:gd name="connsiteX1" fmla="*/ 6590 w 13180"/>
                <a:gd name="connsiteY1" fmla="*/ 10519 h 10519"/>
                <a:gd name="connsiteX2" fmla="*/ 0 w 13180"/>
                <a:gd name="connsiteY2" fmla="*/ 5323 h 10519"/>
                <a:gd name="connsiteX3" fmla="*/ 6590 w 13180"/>
                <a:gd name="connsiteY3" fmla="*/ 0 h 10519"/>
                <a:gd name="connsiteX4" fmla="*/ 13181 w 13180"/>
                <a:gd name="connsiteY4" fmla="*/ 5323 h 10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80" h="10519">
                  <a:moveTo>
                    <a:pt x="13181" y="5323"/>
                  </a:moveTo>
                  <a:lnTo>
                    <a:pt x="6590" y="10519"/>
                  </a:lnTo>
                  <a:lnTo>
                    <a:pt x="0" y="5323"/>
                  </a:lnTo>
                  <a:lnTo>
                    <a:pt x="6590" y="0"/>
                  </a:lnTo>
                  <a:lnTo>
                    <a:pt x="13181" y="532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0" name="Freeform: Shape 2009">
              <a:extLst>
                <a:ext uri="{FF2B5EF4-FFF2-40B4-BE49-F238E27FC236}">
                  <a16:creationId xmlns:a16="http://schemas.microsoft.com/office/drawing/2014/main" id="{A5820488-B756-1864-3A71-994BE02A680B}"/>
                </a:ext>
              </a:extLst>
            </p:cNvPr>
            <p:cNvSpPr/>
            <p:nvPr/>
          </p:nvSpPr>
          <p:spPr>
            <a:xfrm>
              <a:off x="3027596" y="2720291"/>
              <a:ext cx="12420" cy="9885"/>
            </a:xfrm>
            <a:custGeom>
              <a:avLst/>
              <a:gdLst>
                <a:gd name="connsiteX0" fmla="*/ 12420 w 12420"/>
                <a:gd name="connsiteY0" fmla="*/ 4943 h 9885"/>
                <a:gd name="connsiteX1" fmla="*/ 6210 w 12420"/>
                <a:gd name="connsiteY1" fmla="*/ 9885 h 9885"/>
                <a:gd name="connsiteX2" fmla="*/ 0 w 12420"/>
                <a:gd name="connsiteY2" fmla="*/ 4943 h 9885"/>
                <a:gd name="connsiteX3" fmla="*/ 6210 w 12420"/>
                <a:gd name="connsiteY3" fmla="*/ 0 h 9885"/>
                <a:gd name="connsiteX4" fmla="*/ 12420 w 12420"/>
                <a:gd name="connsiteY4" fmla="*/ 4943 h 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20" h="9885">
                  <a:moveTo>
                    <a:pt x="12420" y="4943"/>
                  </a:moveTo>
                  <a:lnTo>
                    <a:pt x="6210" y="9885"/>
                  </a:lnTo>
                  <a:lnTo>
                    <a:pt x="0" y="4943"/>
                  </a:lnTo>
                  <a:lnTo>
                    <a:pt x="6210" y="0"/>
                  </a:lnTo>
                  <a:lnTo>
                    <a:pt x="12420" y="494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1" name="Freeform: Shape 2010">
              <a:extLst>
                <a:ext uri="{FF2B5EF4-FFF2-40B4-BE49-F238E27FC236}">
                  <a16:creationId xmlns:a16="http://schemas.microsoft.com/office/drawing/2014/main" id="{44FDC257-87C7-8837-7278-CA634AEC8939}"/>
                </a:ext>
              </a:extLst>
            </p:cNvPr>
            <p:cNvSpPr/>
            <p:nvPr/>
          </p:nvSpPr>
          <p:spPr>
            <a:xfrm>
              <a:off x="3067011" y="2621310"/>
              <a:ext cx="11533" cy="9251"/>
            </a:xfrm>
            <a:custGeom>
              <a:avLst/>
              <a:gdLst>
                <a:gd name="connsiteX0" fmla="*/ 11533 w 11533"/>
                <a:gd name="connsiteY0" fmla="*/ 4689 h 9251"/>
                <a:gd name="connsiteX1" fmla="*/ 5830 w 11533"/>
                <a:gd name="connsiteY1" fmla="*/ 9252 h 9251"/>
                <a:gd name="connsiteX2" fmla="*/ 0 w 11533"/>
                <a:gd name="connsiteY2" fmla="*/ 4689 h 9251"/>
                <a:gd name="connsiteX3" fmla="*/ 5830 w 11533"/>
                <a:gd name="connsiteY3" fmla="*/ 0 h 9251"/>
                <a:gd name="connsiteX4" fmla="*/ 11533 w 11533"/>
                <a:gd name="connsiteY4" fmla="*/ 4689 h 9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33" h="9251">
                  <a:moveTo>
                    <a:pt x="11533" y="4689"/>
                  </a:moveTo>
                  <a:lnTo>
                    <a:pt x="5830" y="9252"/>
                  </a:lnTo>
                  <a:lnTo>
                    <a:pt x="0" y="4689"/>
                  </a:lnTo>
                  <a:lnTo>
                    <a:pt x="5830" y="0"/>
                  </a:lnTo>
                  <a:lnTo>
                    <a:pt x="11533" y="468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2" name="Freeform: Shape 2011">
              <a:extLst>
                <a:ext uri="{FF2B5EF4-FFF2-40B4-BE49-F238E27FC236}">
                  <a16:creationId xmlns:a16="http://schemas.microsoft.com/office/drawing/2014/main" id="{FF399D9A-02BE-4D45-6798-B0BCE00BEDF2}"/>
                </a:ext>
              </a:extLst>
            </p:cNvPr>
            <p:cNvSpPr/>
            <p:nvPr/>
          </p:nvSpPr>
          <p:spPr>
            <a:xfrm>
              <a:off x="3111622" y="2523977"/>
              <a:ext cx="10265" cy="8111"/>
            </a:xfrm>
            <a:custGeom>
              <a:avLst/>
              <a:gdLst>
                <a:gd name="connsiteX0" fmla="*/ 10266 w 10265"/>
                <a:gd name="connsiteY0" fmla="*/ 4056 h 8111"/>
                <a:gd name="connsiteX1" fmla="*/ 5196 w 10265"/>
                <a:gd name="connsiteY1" fmla="*/ 8111 h 8111"/>
                <a:gd name="connsiteX2" fmla="*/ 0 w 10265"/>
                <a:gd name="connsiteY2" fmla="*/ 4056 h 8111"/>
                <a:gd name="connsiteX3" fmla="*/ 5196 w 10265"/>
                <a:gd name="connsiteY3" fmla="*/ 0 h 8111"/>
                <a:gd name="connsiteX4" fmla="*/ 10266 w 10265"/>
                <a:gd name="connsiteY4" fmla="*/ 4056 h 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5" h="8111">
                  <a:moveTo>
                    <a:pt x="10266" y="4056"/>
                  </a:moveTo>
                  <a:lnTo>
                    <a:pt x="5196" y="8111"/>
                  </a:lnTo>
                  <a:lnTo>
                    <a:pt x="0" y="4056"/>
                  </a:lnTo>
                  <a:lnTo>
                    <a:pt x="5196" y="0"/>
                  </a:lnTo>
                  <a:lnTo>
                    <a:pt x="10266" y="405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3" name="Freeform: Shape 2012">
              <a:extLst>
                <a:ext uri="{FF2B5EF4-FFF2-40B4-BE49-F238E27FC236}">
                  <a16:creationId xmlns:a16="http://schemas.microsoft.com/office/drawing/2014/main" id="{7D580AD7-0C47-9509-6081-95EB14D027C9}"/>
                </a:ext>
              </a:extLst>
            </p:cNvPr>
            <p:cNvSpPr/>
            <p:nvPr/>
          </p:nvSpPr>
          <p:spPr>
            <a:xfrm>
              <a:off x="3161049" y="2427784"/>
              <a:ext cx="9378" cy="7477"/>
            </a:xfrm>
            <a:custGeom>
              <a:avLst/>
              <a:gdLst>
                <a:gd name="connsiteX0" fmla="*/ 9379 w 9378"/>
                <a:gd name="connsiteY0" fmla="*/ 3675 h 7477"/>
                <a:gd name="connsiteX1" fmla="*/ 4689 w 9378"/>
                <a:gd name="connsiteY1" fmla="*/ 7477 h 7477"/>
                <a:gd name="connsiteX2" fmla="*/ 0 w 9378"/>
                <a:gd name="connsiteY2" fmla="*/ 3675 h 7477"/>
                <a:gd name="connsiteX3" fmla="*/ 4689 w 9378"/>
                <a:gd name="connsiteY3" fmla="*/ 0 h 7477"/>
                <a:gd name="connsiteX4" fmla="*/ 9379 w 9378"/>
                <a:gd name="connsiteY4" fmla="*/ 3675 h 7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78" h="7477">
                  <a:moveTo>
                    <a:pt x="9379" y="3675"/>
                  </a:moveTo>
                  <a:lnTo>
                    <a:pt x="4689" y="7477"/>
                  </a:lnTo>
                  <a:lnTo>
                    <a:pt x="0" y="3675"/>
                  </a:lnTo>
                  <a:lnTo>
                    <a:pt x="4689" y="0"/>
                  </a:lnTo>
                  <a:lnTo>
                    <a:pt x="9379" y="367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4" name="Freeform: Shape 2013">
              <a:extLst>
                <a:ext uri="{FF2B5EF4-FFF2-40B4-BE49-F238E27FC236}">
                  <a16:creationId xmlns:a16="http://schemas.microsoft.com/office/drawing/2014/main" id="{8F8322B4-BC9C-826E-05A0-FB710DED2C80}"/>
                </a:ext>
              </a:extLst>
            </p:cNvPr>
            <p:cNvSpPr/>
            <p:nvPr/>
          </p:nvSpPr>
          <p:spPr>
            <a:xfrm>
              <a:off x="3215165" y="2333239"/>
              <a:ext cx="8617" cy="6843"/>
            </a:xfrm>
            <a:custGeom>
              <a:avLst/>
              <a:gdLst>
                <a:gd name="connsiteX0" fmla="*/ 8618 w 8617"/>
                <a:gd name="connsiteY0" fmla="*/ 3422 h 6843"/>
                <a:gd name="connsiteX1" fmla="*/ 4436 w 8617"/>
                <a:gd name="connsiteY1" fmla="*/ 6844 h 6843"/>
                <a:gd name="connsiteX2" fmla="*/ 0 w 8617"/>
                <a:gd name="connsiteY2" fmla="*/ 3422 h 6843"/>
                <a:gd name="connsiteX3" fmla="*/ 4436 w 8617"/>
                <a:gd name="connsiteY3" fmla="*/ 0 h 6843"/>
                <a:gd name="connsiteX4" fmla="*/ 8618 w 8617"/>
                <a:gd name="connsiteY4" fmla="*/ 3422 h 6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7" h="6843">
                  <a:moveTo>
                    <a:pt x="8618" y="3422"/>
                  </a:moveTo>
                  <a:lnTo>
                    <a:pt x="4436" y="6844"/>
                  </a:lnTo>
                  <a:lnTo>
                    <a:pt x="0" y="3422"/>
                  </a:lnTo>
                  <a:lnTo>
                    <a:pt x="4436" y="0"/>
                  </a:lnTo>
                  <a:lnTo>
                    <a:pt x="8618" y="342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5" name="Freeform: Shape 2014">
              <a:extLst>
                <a:ext uri="{FF2B5EF4-FFF2-40B4-BE49-F238E27FC236}">
                  <a16:creationId xmlns:a16="http://schemas.microsoft.com/office/drawing/2014/main" id="{D95BAF1A-67E9-FFEE-11DF-8D797298A77A}"/>
                </a:ext>
              </a:extLst>
            </p:cNvPr>
            <p:cNvSpPr/>
            <p:nvPr/>
          </p:nvSpPr>
          <p:spPr>
            <a:xfrm>
              <a:off x="3274097" y="2240468"/>
              <a:ext cx="7984" cy="6463"/>
            </a:xfrm>
            <a:custGeom>
              <a:avLst/>
              <a:gdLst>
                <a:gd name="connsiteX0" fmla="*/ 7984 w 7984"/>
                <a:gd name="connsiteY0" fmla="*/ 3168 h 6463"/>
                <a:gd name="connsiteX1" fmla="*/ 4056 w 7984"/>
                <a:gd name="connsiteY1" fmla="*/ 6463 h 6463"/>
                <a:gd name="connsiteX2" fmla="*/ 0 w 7984"/>
                <a:gd name="connsiteY2" fmla="*/ 3168 h 6463"/>
                <a:gd name="connsiteX3" fmla="*/ 4056 w 7984"/>
                <a:gd name="connsiteY3" fmla="*/ 0 h 6463"/>
                <a:gd name="connsiteX4" fmla="*/ 7984 w 7984"/>
                <a:gd name="connsiteY4" fmla="*/ 3168 h 6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84" h="6463">
                  <a:moveTo>
                    <a:pt x="7984" y="3168"/>
                  </a:moveTo>
                  <a:lnTo>
                    <a:pt x="4056" y="6463"/>
                  </a:lnTo>
                  <a:lnTo>
                    <a:pt x="0" y="3168"/>
                  </a:lnTo>
                  <a:lnTo>
                    <a:pt x="4056" y="0"/>
                  </a:lnTo>
                  <a:lnTo>
                    <a:pt x="7984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6" name="Freeform: Shape 2015">
              <a:extLst>
                <a:ext uri="{FF2B5EF4-FFF2-40B4-BE49-F238E27FC236}">
                  <a16:creationId xmlns:a16="http://schemas.microsoft.com/office/drawing/2014/main" id="{271CA167-40D6-7B70-704A-7BDB29080F66}"/>
                </a:ext>
              </a:extLst>
            </p:cNvPr>
            <p:cNvSpPr/>
            <p:nvPr/>
          </p:nvSpPr>
          <p:spPr>
            <a:xfrm>
              <a:off x="3337719" y="2149725"/>
              <a:ext cx="7350" cy="5703"/>
            </a:xfrm>
            <a:custGeom>
              <a:avLst/>
              <a:gdLst>
                <a:gd name="connsiteX0" fmla="*/ 7351 w 7350"/>
                <a:gd name="connsiteY0" fmla="*/ 2915 h 5703"/>
                <a:gd name="connsiteX1" fmla="*/ 3675 w 7350"/>
                <a:gd name="connsiteY1" fmla="*/ 5703 h 5703"/>
                <a:gd name="connsiteX2" fmla="*/ 0 w 7350"/>
                <a:gd name="connsiteY2" fmla="*/ 2915 h 5703"/>
                <a:gd name="connsiteX3" fmla="*/ 3675 w 7350"/>
                <a:gd name="connsiteY3" fmla="*/ 0 h 5703"/>
                <a:gd name="connsiteX4" fmla="*/ 7351 w 7350"/>
                <a:gd name="connsiteY4" fmla="*/ 2915 h 5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0" h="5703">
                  <a:moveTo>
                    <a:pt x="7351" y="2915"/>
                  </a:moveTo>
                  <a:lnTo>
                    <a:pt x="3675" y="5703"/>
                  </a:lnTo>
                  <a:lnTo>
                    <a:pt x="0" y="2915"/>
                  </a:lnTo>
                  <a:lnTo>
                    <a:pt x="3675" y="0"/>
                  </a:lnTo>
                  <a:lnTo>
                    <a:pt x="7351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7" name="Freeform: Shape 2016">
              <a:extLst>
                <a:ext uri="{FF2B5EF4-FFF2-40B4-BE49-F238E27FC236}">
                  <a16:creationId xmlns:a16="http://schemas.microsoft.com/office/drawing/2014/main" id="{74368E54-9DAC-58D9-A1FF-46C787607C77}"/>
                </a:ext>
              </a:extLst>
            </p:cNvPr>
            <p:cNvSpPr/>
            <p:nvPr/>
          </p:nvSpPr>
          <p:spPr>
            <a:xfrm>
              <a:off x="3406410" y="2061390"/>
              <a:ext cx="5576" cy="4435"/>
            </a:xfrm>
            <a:custGeom>
              <a:avLst/>
              <a:gdLst>
                <a:gd name="connsiteX0" fmla="*/ 5576 w 5576"/>
                <a:gd name="connsiteY0" fmla="*/ 2154 h 4435"/>
                <a:gd name="connsiteX1" fmla="*/ 2788 w 5576"/>
                <a:gd name="connsiteY1" fmla="*/ 4436 h 4435"/>
                <a:gd name="connsiteX2" fmla="*/ 0 w 5576"/>
                <a:gd name="connsiteY2" fmla="*/ 2154 h 4435"/>
                <a:gd name="connsiteX3" fmla="*/ 2788 w 5576"/>
                <a:gd name="connsiteY3" fmla="*/ 0 h 4435"/>
                <a:gd name="connsiteX4" fmla="*/ 5576 w 5576"/>
                <a:gd name="connsiteY4" fmla="*/ 2154 h 4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6" h="4435">
                  <a:moveTo>
                    <a:pt x="5576" y="2154"/>
                  </a:moveTo>
                  <a:lnTo>
                    <a:pt x="2788" y="4436"/>
                  </a:lnTo>
                  <a:lnTo>
                    <a:pt x="0" y="2154"/>
                  </a:lnTo>
                  <a:lnTo>
                    <a:pt x="2788" y="0"/>
                  </a:lnTo>
                  <a:lnTo>
                    <a:pt x="5576" y="21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8" name="Freeform: Shape 2017">
              <a:extLst>
                <a:ext uri="{FF2B5EF4-FFF2-40B4-BE49-F238E27FC236}">
                  <a16:creationId xmlns:a16="http://schemas.microsoft.com/office/drawing/2014/main" id="{E056409F-E56A-E01F-6812-94090430AB79}"/>
                </a:ext>
              </a:extLst>
            </p:cNvPr>
            <p:cNvSpPr/>
            <p:nvPr/>
          </p:nvSpPr>
          <p:spPr>
            <a:xfrm>
              <a:off x="3479283" y="1975083"/>
              <a:ext cx="4308" cy="3421"/>
            </a:xfrm>
            <a:custGeom>
              <a:avLst/>
              <a:gdLst>
                <a:gd name="connsiteX0" fmla="*/ 4309 w 4308"/>
                <a:gd name="connsiteY0" fmla="*/ 1774 h 3421"/>
                <a:gd name="connsiteX1" fmla="*/ 2155 w 4308"/>
                <a:gd name="connsiteY1" fmla="*/ 3422 h 3421"/>
                <a:gd name="connsiteX2" fmla="*/ 0 w 4308"/>
                <a:gd name="connsiteY2" fmla="*/ 1774 h 3421"/>
                <a:gd name="connsiteX3" fmla="*/ 2155 w 4308"/>
                <a:gd name="connsiteY3" fmla="*/ 0 h 3421"/>
                <a:gd name="connsiteX4" fmla="*/ 4309 w 4308"/>
                <a:gd name="connsiteY4" fmla="*/ 1774 h 3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8" h="3421">
                  <a:moveTo>
                    <a:pt x="4309" y="1774"/>
                  </a:moveTo>
                  <a:lnTo>
                    <a:pt x="2155" y="3422"/>
                  </a:lnTo>
                  <a:lnTo>
                    <a:pt x="0" y="1774"/>
                  </a:lnTo>
                  <a:lnTo>
                    <a:pt x="2155" y="0"/>
                  </a:lnTo>
                  <a:lnTo>
                    <a:pt x="4309" y="177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9" name="Freeform: Shape 2018">
              <a:extLst>
                <a:ext uri="{FF2B5EF4-FFF2-40B4-BE49-F238E27FC236}">
                  <a16:creationId xmlns:a16="http://schemas.microsoft.com/office/drawing/2014/main" id="{4B8D3DF0-4FB6-27CB-C5B4-08CFA6509D6C}"/>
                </a:ext>
              </a:extLst>
            </p:cNvPr>
            <p:cNvSpPr/>
            <p:nvPr/>
          </p:nvSpPr>
          <p:spPr>
            <a:xfrm>
              <a:off x="3556338" y="1891057"/>
              <a:ext cx="3548" cy="2788"/>
            </a:xfrm>
            <a:custGeom>
              <a:avLst/>
              <a:gdLst>
                <a:gd name="connsiteX0" fmla="*/ 3549 w 3548"/>
                <a:gd name="connsiteY0" fmla="*/ 1394 h 2788"/>
                <a:gd name="connsiteX1" fmla="*/ 1774 w 3548"/>
                <a:gd name="connsiteY1" fmla="*/ 2788 h 2788"/>
                <a:gd name="connsiteX2" fmla="*/ 0 w 3548"/>
                <a:gd name="connsiteY2" fmla="*/ 1394 h 2788"/>
                <a:gd name="connsiteX3" fmla="*/ 1774 w 3548"/>
                <a:gd name="connsiteY3" fmla="*/ 0 h 2788"/>
                <a:gd name="connsiteX4" fmla="*/ 3549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9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9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0" name="Freeform: Shape 2019">
              <a:extLst>
                <a:ext uri="{FF2B5EF4-FFF2-40B4-BE49-F238E27FC236}">
                  <a16:creationId xmlns:a16="http://schemas.microsoft.com/office/drawing/2014/main" id="{C2D334FD-37BC-023E-EB6A-F46D7715191A}"/>
                </a:ext>
              </a:extLst>
            </p:cNvPr>
            <p:cNvSpPr/>
            <p:nvPr/>
          </p:nvSpPr>
          <p:spPr>
            <a:xfrm>
              <a:off x="3637830" y="1809693"/>
              <a:ext cx="2281" cy="1774"/>
            </a:xfrm>
            <a:custGeom>
              <a:avLst/>
              <a:gdLst>
                <a:gd name="connsiteX0" fmla="*/ 2281 w 2281"/>
                <a:gd name="connsiteY0" fmla="*/ 887 h 1774"/>
                <a:gd name="connsiteX1" fmla="*/ 1141 w 2281"/>
                <a:gd name="connsiteY1" fmla="*/ 1774 h 1774"/>
                <a:gd name="connsiteX2" fmla="*/ 0 w 2281"/>
                <a:gd name="connsiteY2" fmla="*/ 887 h 1774"/>
                <a:gd name="connsiteX3" fmla="*/ 1141 w 2281"/>
                <a:gd name="connsiteY3" fmla="*/ 0 h 1774"/>
                <a:gd name="connsiteX4" fmla="*/ 2281 w 2281"/>
                <a:gd name="connsiteY4" fmla="*/ 887 h 1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1" h="1774">
                  <a:moveTo>
                    <a:pt x="2281" y="887"/>
                  </a:moveTo>
                  <a:lnTo>
                    <a:pt x="1141" y="1774"/>
                  </a:lnTo>
                  <a:lnTo>
                    <a:pt x="0" y="887"/>
                  </a:lnTo>
                  <a:lnTo>
                    <a:pt x="1141" y="0"/>
                  </a:lnTo>
                  <a:lnTo>
                    <a:pt x="2281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1" name="Freeform: Shape 2020">
              <a:extLst>
                <a:ext uri="{FF2B5EF4-FFF2-40B4-BE49-F238E27FC236}">
                  <a16:creationId xmlns:a16="http://schemas.microsoft.com/office/drawing/2014/main" id="{C5F92038-264D-5281-BFC2-A7F5F3CCD13E}"/>
                </a:ext>
              </a:extLst>
            </p:cNvPr>
            <p:cNvSpPr/>
            <p:nvPr/>
          </p:nvSpPr>
          <p:spPr>
            <a:xfrm>
              <a:off x="3723630" y="1731116"/>
              <a:ext cx="633" cy="507"/>
            </a:xfrm>
            <a:custGeom>
              <a:avLst/>
              <a:gdLst>
                <a:gd name="connsiteX0" fmla="*/ 634 w 633"/>
                <a:gd name="connsiteY0" fmla="*/ 254 h 507"/>
                <a:gd name="connsiteX1" fmla="*/ 253 w 633"/>
                <a:gd name="connsiteY1" fmla="*/ 507 h 507"/>
                <a:gd name="connsiteX2" fmla="*/ 0 w 633"/>
                <a:gd name="connsiteY2" fmla="*/ 254 h 507"/>
                <a:gd name="connsiteX3" fmla="*/ 253 w 633"/>
                <a:gd name="connsiteY3" fmla="*/ 0 h 507"/>
                <a:gd name="connsiteX4" fmla="*/ 634 w 633"/>
                <a:gd name="connsiteY4" fmla="*/ 254 h 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" h="507">
                  <a:moveTo>
                    <a:pt x="634" y="254"/>
                  </a:moveTo>
                  <a:lnTo>
                    <a:pt x="253" y="507"/>
                  </a:lnTo>
                  <a:lnTo>
                    <a:pt x="0" y="254"/>
                  </a:lnTo>
                  <a:lnTo>
                    <a:pt x="253" y="0"/>
                  </a:lnTo>
                  <a:lnTo>
                    <a:pt x="634" y="2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2" name="Freeform: Shape 2021">
              <a:extLst>
                <a:ext uri="{FF2B5EF4-FFF2-40B4-BE49-F238E27FC236}">
                  <a16:creationId xmlns:a16="http://schemas.microsoft.com/office/drawing/2014/main" id="{BF5971BA-5575-48BA-7582-BADFE4598453}"/>
                </a:ext>
              </a:extLst>
            </p:cNvPr>
            <p:cNvSpPr/>
            <p:nvPr/>
          </p:nvSpPr>
          <p:spPr>
            <a:xfrm>
              <a:off x="3812598" y="1654695"/>
              <a:ext cx="507" cy="506"/>
            </a:xfrm>
            <a:custGeom>
              <a:avLst/>
              <a:gdLst>
                <a:gd name="connsiteX0" fmla="*/ 507 w 507"/>
                <a:gd name="connsiteY0" fmla="*/ 254 h 506"/>
                <a:gd name="connsiteX1" fmla="*/ 254 w 507"/>
                <a:gd name="connsiteY1" fmla="*/ 507 h 506"/>
                <a:gd name="connsiteX2" fmla="*/ 0 w 507"/>
                <a:gd name="connsiteY2" fmla="*/ 254 h 506"/>
                <a:gd name="connsiteX3" fmla="*/ 254 w 507"/>
                <a:gd name="connsiteY3" fmla="*/ 0 h 506"/>
                <a:gd name="connsiteX4" fmla="*/ 507 w 507"/>
                <a:gd name="connsiteY4" fmla="*/ 254 h 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7" h="506">
                  <a:moveTo>
                    <a:pt x="507" y="254"/>
                  </a:moveTo>
                  <a:lnTo>
                    <a:pt x="254" y="507"/>
                  </a:lnTo>
                  <a:lnTo>
                    <a:pt x="0" y="254"/>
                  </a:lnTo>
                  <a:lnTo>
                    <a:pt x="254" y="0"/>
                  </a:lnTo>
                  <a:lnTo>
                    <a:pt x="507" y="2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3" name="Freeform: Shape 2022">
              <a:extLst>
                <a:ext uri="{FF2B5EF4-FFF2-40B4-BE49-F238E27FC236}">
                  <a16:creationId xmlns:a16="http://schemas.microsoft.com/office/drawing/2014/main" id="{26E543F2-1324-0C2F-8331-B905BF16E68A}"/>
                </a:ext>
              </a:extLst>
            </p:cNvPr>
            <p:cNvSpPr/>
            <p:nvPr/>
          </p:nvSpPr>
          <p:spPr>
            <a:xfrm>
              <a:off x="3905369" y="1581315"/>
              <a:ext cx="380" cy="253"/>
            </a:xfrm>
            <a:custGeom>
              <a:avLst/>
              <a:gdLst>
                <a:gd name="connsiteX0" fmla="*/ 380 w 380"/>
                <a:gd name="connsiteY0" fmla="*/ 127 h 253"/>
                <a:gd name="connsiteX1" fmla="*/ 127 w 380"/>
                <a:gd name="connsiteY1" fmla="*/ 254 h 253"/>
                <a:gd name="connsiteX2" fmla="*/ 0 w 380"/>
                <a:gd name="connsiteY2" fmla="*/ 127 h 253"/>
                <a:gd name="connsiteX3" fmla="*/ 127 w 380"/>
                <a:gd name="connsiteY3" fmla="*/ 0 h 253"/>
                <a:gd name="connsiteX4" fmla="*/ 380 w 380"/>
                <a:gd name="connsiteY4" fmla="*/ 127 h 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" h="253">
                  <a:moveTo>
                    <a:pt x="380" y="127"/>
                  </a:moveTo>
                  <a:lnTo>
                    <a:pt x="127" y="254"/>
                  </a:lnTo>
                  <a:lnTo>
                    <a:pt x="0" y="127"/>
                  </a:lnTo>
                  <a:lnTo>
                    <a:pt x="127" y="0"/>
                  </a:lnTo>
                  <a:lnTo>
                    <a:pt x="380" y="12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4" name="Freeform: Shape 2023">
              <a:extLst>
                <a:ext uri="{FF2B5EF4-FFF2-40B4-BE49-F238E27FC236}">
                  <a16:creationId xmlns:a16="http://schemas.microsoft.com/office/drawing/2014/main" id="{628B0708-A697-5AB4-C08B-99AEE77ADBAC}"/>
                </a:ext>
              </a:extLst>
            </p:cNvPr>
            <p:cNvSpPr/>
            <p:nvPr/>
          </p:nvSpPr>
          <p:spPr>
            <a:xfrm>
              <a:off x="4001182" y="1510342"/>
              <a:ext cx="1394" cy="1140"/>
            </a:xfrm>
            <a:custGeom>
              <a:avLst/>
              <a:gdLst>
                <a:gd name="connsiteX0" fmla="*/ 1394 w 1394"/>
                <a:gd name="connsiteY0" fmla="*/ 634 h 1140"/>
                <a:gd name="connsiteX1" fmla="*/ 760 w 1394"/>
                <a:gd name="connsiteY1" fmla="*/ 1141 h 1140"/>
                <a:gd name="connsiteX2" fmla="*/ 0 w 1394"/>
                <a:gd name="connsiteY2" fmla="*/ 634 h 1140"/>
                <a:gd name="connsiteX3" fmla="*/ 760 w 1394"/>
                <a:gd name="connsiteY3" fmla="*/ 0 h 1140"/>
                <a:gd name="connsiteX4" fmla="*/ 1394 w 1394"/>
                <a:gd name="connsiteY4" fmla="*/ 634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" h="1140">
                  <a:moveTo>
                    <a:pt x="1394" y="634"/>
                  </a:moveTo>
                  <a:lnTo>
                    <a:pt x="760" y="1141"/>
                  </a:lnTo>
                  <a:lnTo>
                    <a:pt x="0" y="634"/>
                  </a:lnTo>
                  <a:lnTo>
                    <a:pt x="760" y="0"/>
                  </a:lnTo>
                  <a:lnTo>
                    <a:pt x="1394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5" name="Freeform: Shape 2024">
              <a:extLst>
                <a:ext uri="{FF2B5EF4-FFF2-40B4-BE49-F238E27FC236}">
                  <a16:creationId xmlns:a16="http://schemas.microsoft.com/office/drawing/2014/main" id="{674A28A1-6971-4067-56D8-BA7A26A3386D}"/>
                </a:ext>
              </a:extLst>
            </p:cNvPr>
            <p:cNvSpPr/>
            <p:nvPr/>
          </p:nvSpPr>
          <p:spPr>
            <a:xfrm>
              <a:off x="4100923" y="1442792"/>
              <a:ext cx="1774" cy="1520"/>
            </a:xfrm>
            <a:custGeom>
              <a:avLst/>
              <a:gdLst>
                <a:gd name="connsiteX0" fmla="*/ 1774 w 1774"/>
                <a:gd name="connsiteY0" fmla="*/ 760 h 1520"/>
                <a:gd name="connsiteX1" fmla="*/ 887 w 1774"/>
                <a:gd name="connsiteY1" fmla="*/ 1521 h 1520"/>
                <a:gd name="connsiteX2" fmla="*/ 0 w 1774"/>
                <a:gd name="connsiteY2" fmla="*/ 760 h 1520"/>
                <a:gd name="connsiteX3" fmla="*/ 887 w 1774"/>
                <a:gd name="connsiteY3" fmla="*/ 0 h 1520"/>
                <a:gd name="connsiteX4" fmla="*/ 1774 w 1774"/>
                <a:gd name="connsiteY4" fmla="*/ 760 h 1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" h="1520">
                  <a:moveTo>
                    <a:pt x="1774" y="760"/>
                  </a:moveTo>
                  <a:lnTo>
                    <a:pt x="887" y="1521"/>
                  </a:lnTo>
                  <a:lnTo>
                    <a:pt x="0" y="760"/>
                  </a:lnTo>
                  <a:lnTo>
                    <a:pt x="887" y="0"/>
                  </a:lnTo>
                  <a:lnTo>
                    <a:pt x="1774" y="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6" name="Freeform: Shape 2025">
              <a:extLst>
                <a:ext uri="{FF2B5EF4-FFF2-40B4-BE49-F238E27FC236}">
                  <a16:creationId xmlns:a16="http://schemas.microsoft.com/office/drawing/2014/main" id="{9A83DBC7-4059-FE33-38D6-2DC61BEBAFD3}"/>
                </a:ext>
              </a:extLst>
            </p:cNvPr>
            <p:cNvSpPr/>
            <p:nvPr/>
          </p:nvSpPr>
          <p:spPr>
            <a:xfrm>
              <a:off x="4203833" y="1378410"/>
              <a:ext cx="2281" cy="1901"/>
            </a:xfrm>
            <a:custGeom>
              <a:avLst/>
              <a:gdLst>
                <a:gd name="connsiteX0" fmla="*/ 2281 w 2281"/>
                <a:gd name="connsiteY0" fmla="*/ 1014 h 1901"/>
                <a:gd name="connsiteX1" fmla="*/ 1141 w 2281"/>
                <a:gd name="connsiteY1" fmla="*/ 1901 h 1901"/>
                <a:gd name="connsiteX2" fmla="*/ 0 w 2281"/>
                <a:gd name="connsiteY2" fmla="*/ 1014 h 1901"/>
                <a:gd name="connsiteX3" fmla="*/ 1141 w 2281"/>
                <a:gd name="connsiteY3" fmla="*/ 0 h 1901"/>
                <a:gd name="connsiteX4" fmla="*/ 2281 w 2281"/>
                <a:gd name="connsiteY4" fmla="*/ 1014 h 1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1" h="1901">
                  <a:moveTo>
                    <a:pt x="2281" y="1014"/>
                  </a:moveTo>
                  <a:lnTo>
                    <a:pt x="1141" y="1901"/>
                  </a:lnTo>
                  <a:lnTo>
                    <a:pt x="0" y="1014"/>
                  </a:lnTo>
                  <a:lnTo>
                    <a:pt x="1141" y="0"/>
                  </a:lnTo>
                  <a:lnTo>
                    <a:pt x="2281" y="101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7" name="Freeform: Shape 2026">
              <a:extLst>
                <a:ext uri="{FF2B5EF4-FFF2-40B4-BE49-F238E27FC236}">
                  <a16:creationId xmlns:a16="http://schemas.microsoft.com/office/drawing/2014/main" id="{343D9EA3-C1C8-F937-F552-84314129A653}"/>
                </a:ext>
              </a:extLst>
            </p:cNvPr>
            <p:cNvSpPr/>
            <p:nvPr/>
          </p:nvSpPr>
          <p:spPr>
            <a:xfrm>
              <a:off x="4309530" y="1317197"/>
              <a:ext cx="3548" cy="2788"/>
            </a:xfrm>
            <a:custGeom>
              <a:avLst/>
              <a:gdLst>
                <a:gd name="connsiteX0" fmla="*/ 3549 w 3548"/>
                <a:gd name="connsiteY0" fmla="*/ 1394 h 2788"/>
                <a:gd name="connsiteX1" fmla="*/ 1901 w 3548"/>
                <a:gd name="connsiteY1" fmla="*/ 2788 h 2788"/>
                <a:gd name="connsiteX2" fmla="*/ 0 w 3548"/>
                <a:gd name="connsiteY2" fmla="*/ 1394 h 2788"/>
                <a:gd name="connsiteX3" fmla="*/ 1901 w 3548"/>
                <a:gd name="connsiteY3" fmla="*/ 0 h 2788"/>
                <a:gd name="connsiteX4" fmla="*/ 3549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9" y="1394"/>
                  </a:moveTo>
                  <a:lnTo>
                    <a:pt x="1901" y="2788"/>
                  </a:lnTo>
                  <a:lnTo>
                    <a:pt x="0" y="1394"/>
                  </a:lnTo>
                  <a:lnTo>
                    <a:pt x="1901" y="0"/>
                  </a:lnTo>
                  <a:lnTo>
                    <a:pt x="3549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8" name="Freeform: Shape 2027">
              <a:extLst>
                <a:ext uri="{FF2B5EF4-FFF2-40B4-BE49-F238E27FC236}">
                  <a16:creationId xmlns:a16="http://schemas.microsoft.com/office/drawing/2014/main" id="{1AA1BF1A-8ACB-DA67-5FD3-5C206A65807F}"/>
                </a:ext>
              </a:extLst>
            </p:cNvPr>
            <p:cNvSpPr/>
            <p:nvPr/>
          </p:nvSpPr>
          <p:spPr>
            <a:xfrm>
              <a:off x="4418650" y="1259659"/>
              <a:ext cx="4182" cy="3295"/>
            </a:xfrm>
            <a:custGeom>
              <a:avLst/>
              <a:gdLst>
                <a:gd name="connsiteX0" fmla="*/ 4183 w 4182"/>
                <a:gd name="connsiteY0" fmla="*/ 1648 h 3295"/>
                <a:gd name="connsiteX1" fmla="*/ 2028 w 4182"/>
                <a:gd name="connsiteY1" fmla="*/ 3295 h 3295"/>
                <a:gd name="connsiteX2" fmla="*/ 0 w 4182"/>
                <a:gd name="connsiteY2" fmla="*/ 1648 h 3295"/>
                <a:gd name="connsiteX3" fmla="*/ 2028 w 4182"/>
                <a:gd name="connsiteY3" fmla="*/ 0 h 3295"/>
                <a:gd name="connsiteX4" fmla="*/ 4183 w 4182"/>
                <a:gd name="connsiteY4" fmla="*/ 1648 h 3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2" h="3295">
                  <a:moveTo>
                    <a:pt x="4183" y="1648"/>
                  </a:moveTo>
                  <a:lnTo>
                    <a:pt x="2028" y="3295"/>
                  </a:lnTo>
                  <a:lnTo>
                    <a:pt x="0" y="1648"/>
                  </a:lnTo>
                  <a:lnTo>
                    <a:pt x="2028" y="0"/>
                  </a:lnTo>
                  <a:lnTo>
                    <a:pt x="4183" y="164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9" name="Freeform: Shape 2028">
              <a:extLst>
                <a:ext uri="{FF2B5EF4-FFF2-40B4-BE49-F238E27FC236}">
                  <a16:creationId xmlns:a16="http://schemas.microsoft.com/office/drawing/2014/main" id="{75D78DA9-22E8-218A-02B7-9BFB87E7352B}"/>
                </a:ext>
              </a:extLst>
            </p:cNvPr>
            <p:cNvSpPr/>
            <p:nvPr/>
          </p:nvSpPr>
          <p:spPr>
            <a:xfrm>
              <a:off x="4530304" y="1205416"/>
              <a:ext cx="5323" cy="4182"/>
            </a:xfrm>
            <a:custGeom>
              <a:avLst/>
              <a:gdLst>
                <a:gd name="connsiteX0" fmla="*/ 5323 w 5323"/>
                <a:gd name="connsiteY0" fmla="*/ 2028 h 4182"/>
                <a:gd name="connsiteX1" fmla="*/ 2662 w 5323"/>
                <a:gd name="connsiteY1" fmla="*/ 4182 h 4182"/>
                <a:gd name="connsiteX2" fmla="*/ 0 w 5323"/>
                <a:gd name="connsiteY2" fmla="*/ 2028 h 4182"/>
                <a:gd name="connsiteX3" fmla="*/ 2662 w 5323"/>
                <a:gd name="connsiteY3" fmla="*/ 0 h 4182"/>
                <a:gd name="connsiteX4" fmla="*/ 5323 w 5323"/>
                <a:gd name="connsiteY4" fmla="*/ 2028 h 4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23" h="4182">
                  <a:moveTo>
                    <a:pt x="5323" y="2028"/>
                  </a:moveTo>
                  <a:lnTo>
                    <a:pt x="2662" y="4182"/>
                  </a:lnTo>
                  <a:lnTo>
                    <a:pt x="0" y="2028"/>
                  </a:lnTo>
                  <a:lnTo>
                    <a:pt x="2662" y="0"/>
                  </a:lnTo>
                  <a:lnTo>
                    <a:pt x="5323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0" name="Freeform: Shape 2029">
              <a:extLst>
                <a:ext uri="{FF2B5EF4-FFF2-40B4-BE49-F238E27FC236}">
                  <a16:creationId xmlns:a16="http://schemas.microsoft.com/office/drawing/2014/main" id="{C1FBEAE4-AFAA-581C-B1E4-2AAE686057FD}"/>
                </a:ext>
              </a:extLst>
            </p:cNvPr>
            <p:cNvSpPr/>
            <p:nvPr/>
          </p:nvSpPr>
          <p:spPr>
            <a:xfrm>
              <a:off x="4644874" y="1154975"/>
              <a:ext cx="5829" cy="4689"/>
            </a:xfrm>
            <a:custGeom>
              <a:avLst/>
              <a:gdLst>
                <a:gd name="connsiteX0" fmla="*/ 5830 w 5829"/>
                <a:gd name="connsiteY0" fmla="*/ 2281 h 4689"/>
                <a:gd name="connsiteX1" fmla="*/ 2915 w 5829"/>
                <a:gd name="connsiteY1" fmla="*/ 4689 h 4689"/>
                <a:gd name="connsiteX2" fmla="*/ 0 w 5829"/>
                <a:gd name="connsiteY2" fmla="*/ 2281 h 4689"/>
                <a:gd name="connsiteX3" fmla="*/ 2915 w 5829"/>
                <a:gd name="connsiteY3" fmla="*/ 0 h 4689"/>
                <a:gd name="connsiteX4" fmla="*/ 5830 w 5829"/>
                <a:gd name="connsiteY4" fmla="*/ 2281 h 4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29" h="4689">
                  <a:moveTo>
                    <a:pt x="5830" y="2281"/>
                  </a:moveTo>
                  <a:lnTo>
                    <a:pt x="2915" y="4689"/>
                  </a:lnTo>
                  <a:lnTo>
                    <a:pt x="0" y="2281"/>
                  </a:lnTo>
                  <a:lnTo>
                    <a:pt x="2915" y="0"/>
                  </a:lnTo>
                  <a:lnTo>
                    <a:pt x="5830" y="22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1" name="Freeform: Shape 2030">
              <a:extLst>
                <a:ext uri="{FF2B5EF4-FFF2-40B4-BE49-F238E27FC236}">
                  <a16:creationId xmlns:a16="http://schemas.microsoft.com/office/drawing/2014/main" id="{70A886DE-C6DB-C368-A64C-C88BA62514C4}"/>
                </a:ext>
              </a:extLst>
            </p:cNvPr>
            <p:cNvSpPr/>
            <p:nvPr/>
          </p:nvSpPr>
          <p:spPr>
            <a:xfrm>
              <a:off x="4761471" y="1107956"/>
              <a:ext cx="7223" cy="5703"/>
            </a:xfrm>
            <a:custGeom>
              <a:avLst/>
              <a:gdLst>
                <a:gd name="connsiteX0" fmla="*/ 7224 w 7223"/>
                <a:gd name="connsiteY0" fmla="*/ 2915 h 5703"/>
                <a:gd name="connsiteX1" fmla="*/ 3675 w 7223"/>
                <a:gd name="connsiteY1" fmla="*/ 5703 h 5703"/>
                <a:gd name="connsiteX2" fmla="*/ 0 w 7223"/>
                <a:gd name="connsiteY2" fmla="*/ 2915 h 5703"/>
                <a:gd name="connsiteX3" fmla="*/ 3675 w 7223"/>
                <a:gd name="connsiteY3" fmla="*/ 0 h 5703"/>
                <a:gd name="connsiteX4" fmla="*/ 7224 w 7223"/>
                <a:gd name="connsiteY4" fmla="*/ 2915 h 5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23" h="5703">
                  <a:moveTo>
                    <a:pt x="7224" y="2915"/>
                  </a:moveTo>
                  <a:lnTo>
                    <a:pt x="3675" y="5703"/>
                  </a:lnTo>
                  <a:lnTo>
                    <a:pt x="0" y="2915"/>
                  </a:lnTo>
                  <a:lnTo>
                    <a:pt x="3675" y="0"/>
                  </a:lnTo>
                  <a:lnTo>
                    <a:pt x="7224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2" name="Freeform: Shape 2031">
              <a:extLst>
                <a:ext uri="{FF2B5EF4-FFF2-40B4-BE49-F238E27FC236}">
                  <a16:creationId xmlns:a16="http://schemas.microsoft.com/office/drawing/2014/main" id="{38571D0E-2282-4C85-BA7A-5496DC439F43}"/>
                </a:ext>
              </a:extLst>
            </p:cNvPr>
            <p:cNvSpPr/>
            <p:nvPr/>
          </p:nvSpPr>
          <p:spPr>
            <a:xfrm>
              <a:off x="4880603" y="1064992"/>
              <a:ext cx="7984" cy="6336"/>
            </a:xfrm>
            <a:custGeom>
              <a:avLst/>
              <a:gdLst>
                <a:gd name="connsiteX0" fmla="*/ 7984 w 7984"/>
                <a:gd name="connsiteY0" fmla="*/ 3168 h 6336"/>
                <a:gd name="connsiteX1" fmla="*/ 3929 w 7984"/>
                <a:gd name="connsiteY1" fmla="*/ 6337 h 6336"/>
                <a:gd name="connsiteX2" fmla="*/ 0 w 7984"/>
                <a:gd name="connsiteY2" fmla="*/ 3168 h 6336"/>
                <a:gd name="connsiteX3" fmla="*/ 3929 w 7984"/>
                <a:gd name="connsiteY3" fmla="*/ 0 h 6336"/>
                <a:gd name="connsiteX4" fmla="*/ 7984 w 7984"/>
                <a:gd name="connsiteY4" fmla="*/ 3168 h 6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84" h="6336">
                  <a:moveTo>
                    <a:pt x="7984" y="3168"/>
                  </a:moveTo>
                  <a:lnTo>
                    <a:pt x="3929" y="6337"/>
                  </a:lnTo>
                  <a:lnTo>
                    <a:pt x="0" y="3168"/>
                  </a:lnTo>
                  <a:lnTo>
                    <a:pt x="3929" y="0"/>
                  </a:lnTo>
                  <a:lnTo>
                    <a:pt x="7984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3" name="Freeform: Shape 2032">
              <a:extLst>
                <a:ext uri="{FF2B5EF4-FFF2-40B4-BE49-F238E27FC236}">
                  <a16:creationId xmlns:a16="http://schemas.microsoft.com/office/drawing/2014/main" id="{BDC2B403-7311-2979-E79F-9675334410AA}"/>
                </a:ext>
              </a:extLst>
            </p:cNvPr>
            <p:cNvSpPr/>
            <p:nvPr/>
          </p:nvSpPr>
          <p:spPr>
            <a:xfrm>
              <a:off x="5001635" y="1025704"/>
              <a:ext cx="9251" cy="7350"/>
            </a:xfrm>
            <a:custGeom>
              <a:avLst/>
              <a:gdLst>
                <a:gd name="connsiteX0" fmla="*/ 9252 w 9251"/>
                <a:gd name="connsiteY0" fmla="*/ 3675 h 7350"/>
                <a:gd name="connsiteX1" fmla="*/ 4563 w 9251"/>
                <a:gd name="connsiteY1" fmla="*/ 7351 h 7350"/>
                <a:gd name="connsiteX2" fmla="*/ 0 w 9251"/>
                <a:gd name="connsiteY2" fmla="*/ 3675 h 7350"/>
                <a:gd name="connsiteX3" fmla="*/ 4563 w 9251"/>
                <a:gd name="connsiteY3" fmla="*/ 0 h 7350"/>
                <a:gd name="connsiteX4" fmla="*/ 9252 w 9251"/>
                <a:gd name="connsiteY4" fmla="*/ 3675 h 7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51" h="7350">
                  <a:moveTo>
                    <a:pt x="9252" y="3675"/>
                  </a:moveTo>
                  <a:lnTo>
                    <a:pt x="4563" y="7351"/>
                  </a:lnTo>
                  <a:lnTo>
                    <a:pt x="0" y="3675"/>
                  </a:lnTo>
                  <a:lnTo>
                    <a:pt x="4563" y="0"/>
                  </a:lnTo>
                  <a:lnTo>
                    <a:pt x="9252" y="367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4" name="Freeform: Shape 2033">
              <a:extLst>
                <a:ext uri="{FF2B5EF4-FFF2-40B4-BE49-F238E27FC236}">
                  <a16:creationId xmlns:a16="http://schemas.microsoft.com/office/drawing/2014/main" id="{ADB9BD32-E974-CA7E-B1C1-B8D7283A7BE8}"/>
                </a:ext>
              </a:extLst>
            </p:cNvPr>
            <p:cNvSpPr/>
            <p:nvPr/>
          </p:nvSpPr>
          <p:spPr>
            <a:xfrm>
              <a:off x="5124823" y="990598"/>
              <a:ext cx="9758" cy="7730"/>
            </a:xfrm>
            <a:custGeom>
              <a:avLst/>
              <a:gdLst>
                <a:gd name="connsiteX0" fmla="*/ 9759 w 9758"/>
                <a:gd name="connsiteY0" fmla="*/ 3802 h 7730"/>
                <a:gd name="connsiteX1" fmla="*/ 4943 w 9758"/>
                <a:gd name="connsiteY1" fmla="*/ 7731 h 7730"/>
                <a:gd name="connsiteX2" fmla="*/ 0 w 9758"/>
                <a:gd name="connsiteY2" fmla="*/ 3802 h 7730"/>
                <a:gd name="connsiteX3" fmla="*/ 4943 w 9758"/>
                <a:gd name="connsiteY3" fmla="*/ 0 h 7730"/>
                <a:gd name="connsiteX4" fmla="*/ 9759 w 9758"/>
                <a:gd name="connsiteY4" fmla="*/ 3802 h 7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58" h="7730">
                  <a:moveTo>
                    <a:pt x="9759" y="3802"/>
                  </a:moveTo>
                  <a:lnTo>
                    <a:pt x="4943" y="7731"/>
                  </a:lnTo>
                  <a:lnTo>
                    <a:pt x="0" y="3802"/>
                  </a:lnTo>
                  <a:lnTo>
                    <a:pt x="4943" y="0"/>
                  </a:lnTo>
                  <a:lnTo>
                    <a:pt x="9759" y="380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5" name="Freeform: Shape 2034">
              <a:extLst>
                <a:ext uri="{FF2B5EF4-FFF2-40B4-BE49-F238E27FC236}">
                  <a16:creationId xmlns:a16="http://schemas.microsoft.com/office/drawing/2014/main" id="{EFA8C842-49CE-2C19-A68E-B4A3F220F1E7}"/>
                </a:ext>
              </a:extLst>
            </p:cNvPr>
            <p:cNvSpPr/>
            <p:nvPr/>
          </p:nvSpPr>
          <p:spPr>
            <a:xfrm>
              <a:off x="5249658" y="959294"/>
              <a:ext cx="10518" cy="8364"/>
            </a:xfrm>
            <a:custGeom>
              <a:avLst/>
              <a:gdLst>
                <a:gd name="connsiteX0" fmla="*/ 10519 w 10518"/>
                <a:gd name="connsiteY0" fmla="*/ 4182 h 8364"/>
                <a:gd name="connsiteX1" fmla="*/ 5196 w 10518"/>
                <a:gd name="connsiteY1" fmla="*/ 8365 h 8364"/>
                <a:gd name="connsiteX2" fmla="*/ 0 w 10518"/>
                <a:gd name="connsiteY2" fmla="*/ 4182 h 8364"/>
                <a:gd name="connsiteX3" fmla="*/ 5196 w 10518"/>
                <a:gd name="connsiteY3" fmla="*/ 0 h 8364"/>
                <a:gd name="connsiteX4" fmla="*/ 10519 w 10518"/>
                <a:gd name="connsiteY4" fmla="*/ 4182 h 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18" h="8364">
                  <a:moveTo>
                    <a:pt x="10519" y="4182"/>
                  </a:moveTo>
                  <a:lnTo>
                    <a:pt x="5196" y="8365"/>
                  </a:lnTo>
                  <a:lnTo>
                    <a:pt x="0" y="4182"/>
                  </a:lnTo>
                  <a:lnTo>
                    <a:pt x="5196" y="0"/>
                  </a:lnTo>
                  <a:lnTo>
                    <a:pt x="10519" y="41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6" name="Freeform: Shape 2035">
              <a:extLst>
                <a:ext uri="{FF2B5EF4-FFF2-40B4-BE49-F238E27FC236}">
                  <a16:creationId xmlns:a16="http://schemas.microsoft.com/office/drawing/2014/main" id="{B5AA4AC4-50A3-85E0-EBF2-0211253748DF}"/>
                </a:ext>
              </a:extLst>
            </p:cNvPr>
            <p:cNvSpPr/>
            <p:nvPr/>
          </p:nvSpPr>
          <p:spPr>
            <a:xfrm>
              <a:off x="5375633" y="931920"/>
              <a:ext cx="11913" cy="9505"/>
            </a:xfrm>
            <a:custGeom>
              <a:avLst/>
              <a:gdLst>
                <a:gd name="connsiteX0" fmla="*/ 11913 w 11913"/>
                <a:gd name="connsiteY0" fmla="*/ 4689 h 9505"/>
                <a:gd name="connsiteX1" fmla="*/ 5957 w 11913"/>
                <a:gd name="connsiteY1" fmla="*/ 9505 h 9505"/>
                <a:gd name="connsiteX2" fmla="*/ 0 w 11913"/>
                <a:gd name="connsiteY2" fmla="*/ 4689 h 9505"/>
                <a:gd name="connsiteX3" fmla="*/ 5957 w 11913"/>
                <a:gd name="connsiteY3" fmla="*/ 0 h 9505"/>
                <a:gd name="connsiteX4" fmla="*/ 11913 w 11913"/>
                <a:gd name="connsiteY4" fmla="*/ 4689 h 9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13" h="9505">
                  <a:moveTo>
                    <a:pt x="11913" y="4689"/>
                  </a:moveTo>
                  <a:lnTo>
                    <a:pt x="5957" y="9505"/>
                  </a:lnTo>
                  <a:lnTo>
                    <a:pt x="0" y="4689"/>
                  </a:lnTo>
                  <a:lnTo>
                    <a:pt x="5957" y="0"/>
                  </a:lnTo>
                  <a:lnTo>
                    <a:pt x="11913" y="468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7" name="Freeform: Shape 2036">
              <a:extLst>
                <a:ext uri="{FF2B5EF4-FFF2-40B4-BE49-F238E27FC236}">
                  <a16:creationId xmlns:a16="http://schemas.microsoft.com/office/drawing/2014/main" id="{D24439C7-B668-5913-67F7-1809DD857C2E}"/>
                </a:ext>
              </a:extLst>
            </p:cNvPr>
            <p:cNvSpPr/>
            <p:nvPr/>
          </p:nvSpPr>
          <p:spPr>
            <a:xfrm>
              <a:off x="5503130" y="908727"/>
              <a:ext cx="12546" cy="10012"/>
            </a:xfrm>
            <a:custGeom>
              <a:avLst/>
              <a:gdLst>
                <a:gd name="connsiteX0" fmla="*/ 12547 w 12546"/>
                <a:gd name="connsiteY0" fmla="*/ 5069 h 10012"/>
                <a:gd name="connsiteX1" fmla="*/ 6337 w 12546"/>
                <a:gd name="connsiteY1" fmla="*/ 10012 h 10012"/>
                <a:gd name="connsiteX2" fmla="*/ 0 w 12546"/>
                <a:gd name="connsiteY2" fmla="*/ 5069 h 10012"/>
                <a:gd name="connsiteX3" fmla="*/ 6337 w 12546"/>
                <a:gd name="connsiteY3" fmla="*/ 0 h 10012"/>
                <a:gd name="connsiteX4" fmla="*/ 12547 w 12546"/>
                <a:gd name="connsiteY4" fmla="*/ 5069 h 1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46" h="10012">
                  <a:moveTo>
                    <a:pt x="12547" y="5069"/>
                  </a:moveTo>
                  <a:lnTo>
                    <a:pt x="6337" y="10012"/>
                  </a:lnTo>
                  <a:lnTo>
                    <a:pt x="0" y="5069"/>
                  </a:lnTo>
                  <a:lnTo>
                    <a:pt x="6337" y="0"/>
                  </a:lnTo>
                  <a:lnTo>
                    <a:pt x="12547" y="506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8" name="Freeform: Shape 2037">
              <a:extLst>
                <a:ext uri="{FF2B5EF4-FFF2-40B4-BE49-F238E27FC236}">
                  <a16:creationId xmlns:a16="http://schemas.microsoft.com/office/drawing/2014/main" id="{CCF7421B-CA07-0479-29A8-78C6FBE18CC7}"/>
                </a:ext>
              </a:extLst>
            </p:cNvPr>
            <p:cNvSpPr/>
            <p:nvPr/>
          </p:nvSpPr>
          <p:spPr>
            <a:xfrm>
              <a:off x="5631767" y="889716"/>
              <a:ext cx="13307" cy="10645"/>
            </a:xfrm>
            <a:custGeom>
              <a:avLst/>
              <a:gdLst>
                <a:gd name="connsiteX0" fmla="*/ 13308 w 13307"/>
                <a:gd name="connsiteY0" fmla="*/ 5323 h 10645"/>
                <a:gd name="connsiteX1" fmla="*/ 6717 w 13307"/>
                <a:gd name="connsiteY1" fmla="*/ 10646 h 10645"/>
                <a:gd name="connsiteX2" fmla="*/ 0 w 13307"/>
                <a:gd name="connsiteY2" fmla="*/ 5323 h 10645"/>
                <a:gd name="connsiteX3" fmla="*/ 6717 w 13307"/>
                <a:gd name="connsiteY3" fmla="*/ 0 h 10645"/>
                <a:gd name="connsiteX4" fmla="*/ 13308 w 13307"/>
                <a:gd name="connsiteY4" fmla="*/ 5323 h 1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07" h="10645">
                  <a:moveTo>
                    <a:pt x="13308" y="5323"/>
                  </a:moveTo>
                  <a:cubicBezTo>
                    <a:pt x="13308" y="8238"/>
                    <a:pt x="10266" y="10646"/>
                    <a:pt x="6717" y="10646"/>
                  </a:cubicBezTo>
                  <a:cubicBezTo>
                    <a:pt x="3168" y="10646"/>
                    <a:pt x="0" y="8238"/>
                    <a:pt x="0" y="5323"/>
                  </a:cubicBezTo>
                  <a:cubicBezTo>
                    <a:pt x="0" y="2408"/>
                    <a:pt x="3042" y="0"/>
                    <a:pt x="6717" y="0"/>
                  </a:cubicBezTo>
                  <a:lnTo>
                    <a:pt x="13308" y="532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9" name="Freeform: Shape 2038">
              <a:extLst>
                <a:ext uri="{FF2B5EF4-FFF2-40B4-BE49-F238E27FC236}">
                  <a16:creationId xmlns:a16="http://schemas.microsoft.com/office/drawing/2014/main" id="{162E1401-0579-8427-B8BB-8CA9A755D31B}"/>
                </a:ext>
              </a:extLst>
            </p:cNvPr>
            <p:cNvSpPr/>
            <p:nvPr/>
          </p:nvSpPr>
          <p:spPr>
            <a:xfrm>
              <a:off x="5761164" y="874888"/>
              <a:ext cx="13941" cy="11152"/>
            </a:xfrm>
            <a:custGeom>
              <a:avLst/>
              <a:gdLst>
                <a:gd name="connsiteX0" fmla="*/ 13941 w 13941"/>
                <a:gd name="connsiteY0" fmla="*/ 5576 h 11152"/>
                <a:gd name="connsiteX1" fmla="*/ 6971 w 13941"/>
                <a:gd name="connsiteY1" fmla="*/ 11153 h 11152"/>
                <a:gd name="connsiteX2" fmla="*/ 0 w 13941"/>
                <a:gd name="connsiteY2" fmla="*/ 5576 h 11152"/>
                <a:gd name="connsiteX3" fmla="*/ 6971 w 13941"/>
                <a:gd name="connsiteY3" fmla="*/ 0 h 11152"/>
                <a:gd name="connsiteX4" fmla="*/ 13941 w 13941"/>
                <a:gd name="connsiteY4" fmla="*/ 5576 h 11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1" h="11152">
                  <a:moveTo>
                    <a:pt x="13941" y="5576"/>
                  </a:moveTo>
                  <a:cubicBezTo>
                    <a:pt x="13941" y="8618"/>
                    <a:pt x="10773" y="11153"/>
                    <a:pt x="6971" y="11153"/>
                  </a:cubicBezTo>
                  <a:cubicBezTo>
                    <a:pt x="3168" y="11153"/>
                    <a:pt x="0" y="8618"/>
                    <a:pt x="0" y="5576"/>
                  </a:cubicBezTo>
                  <a:cubicBezTo>
                    <a:pt x="0" y="2535"/>
                    <a:pt x="3168" y="0"/>
                    <a:pt x="6971" y="0"/>
                  </a:cubicBezTo>
                  <a:cubicBezTo>
                    <a:pt x="10773" y="0"/>
                    <a:pt x="13941" y="2408"/>
                    <a:pt x="13941" y="55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0" name="Freeform: Shape 2039">
              <a:extLst>
                <a:ext uri="{FF2B5EF4-FFF2-40B4-BE49-F238E27FC236}">
                  <a16:creationId xmlns:a16="http://schemas.microsoft.com/office/drawing/2014/main" id="{DE9C4257-2B8E-2F6E-C6D9-B1706067E90F}"/>
                </a:ext>
              </a:extLst>
            </p:cNvPr>
            <p:cNvSpPr/>
            <p:nvPr/>
          </p:nvSpPr>
          <p:spPr>
            <a:xfrm>
              <a:off x="5891322" y="864116"/>
              <a:ext cx="14701" cy="11659"/>
            </a:xfrm>
            <a:custGeom>
              <a:avLst/>
              <a:gdLst>
                <a:gd name="connsiteX0" fmla="*/ 14701 w 14701"/>
                <a:gd name="connsiteY0" fmla="*/ 5830 h 11659"/>
                <a:gd name="connsiteX1" fmla="*/ 7351 w 14701"/>
                <a:gd name="connsiteY1" fmla="*/ 11660 h 11659"/>
                <a:gd name="connsiteX2" fmla="*/ 0 w 14701"/>
                <a:gd name="connsiteY2" fmla="*/ 5830 h 11659"/>
                <a:gd name="connsiteX3" fmla="*/ 7351 w 14701"/>
                <a:gd name="connsiteY3" fmla="*/ 0 h 11659"/>
                <a:gd name="connsiteX4" fmla="*/ 14701 w 14701"/>
                <a:gd name="connsiteY4" fmla="*/ 5830 h 11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01" h="11659">
                  <a:moveTo>
                    <a:pt x="14701" y="5830"/>
                  </a:moveTo>
                  <a:cubicBezTo>
                    <a:pt x="14701" y="8998"/>
                    <a:pt x="11406" y="11660"/>
                    <a:pt x="7351" y="11660"/>
                  </a:cubicBezTo>
                  <a:cubicBezTo>
                    <a:pt x="3295" y="11660"/>
                    <a:pt x="0" y="8998"/>
                    <a:pt x="0" y="5830"/>
                  </a:cubicBezTo>
                  <a:cubicBezTo>
                    <a:pt x="0" y="2661"/>
                    <a:pt x="3295" y="0"/>
                    <a:pt x="7351" y="0"/>
                  </a:cubicBezTo>
                  <a:cubicBezTo>
                    <a:pt x="11406" y="0"/>
                    <a:pt x="14701" y="2661"/>
                    <a:pt x="14701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1" name="Freeform: Shape 2040">
              <a:extLst>
                <a:ext uri="{FF2B5EF4-FFF2-40B4-BE49-F238E27FC236}">
                  <a16:creationId xmlns:a16="http://schemas.microsoft.com/office/drawing/2014/main" id="{F96138F5-9455-7214-58AB-28A620BA46C9}"/>
                </a:ext>
              </a:extLst>
            </p:cNvPr>
            <p:cNvSpPr/>
            <p:nvPr/>
          </p:nvSpPr>
          <p:spPr>
            <a:xfrm>
              <a:off x="6021860" y="857399"/>
              <a:ext cx="15461" cy="12420"/>
            </a:xfrm>
            <a:custGeom>
              <a:avLst/>
              <a:gdLst>
                <a:gd name="connsiteX0" fmla="*/ 15462 w 15461"/>
                <a:gd name="connsiteY0" fmla="*/ 6210 h 12420"/>
                <a:gd name="connsiteX1" fmla="*/ 7731 w 15461"/>
                <a:gd name="connsiteY1" fmla="*/ 12420 h 12420"/>
                <a:gd name="connsiteX2" fmla="*/ 0 w 15461"/>
                <a:gd name="connsiteY2" fmla="*/ 6210 h 12420"/>
                <a:gd name="connsiteX3" fmla="*/ 7731 w 15461"/>
                <a:gd name="connsiteY3" fmla="*/ 0 h 12420"/>
                <a:gd name="connsiteX4" fmla="*/ 15462 w 15461"/>
                <a:gd name="connsiteY4" fmla="*/ 6210 h 12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61" h="12420">
                  <a:moveTo>
                    <a:pt x="15462" y="6210"/>
                  </a:moveTo>
                  <a:cubicBezTo>
                    <a:pt x="15462" y="9632"/>
                    <a:pt x="11913" y="12420"/>
                    <a:pt x="7731" y="12420"/>
                  </a:cubicBezTo>
                  <a:cubicBezTo>
                    <a:pt x="3549" y="12420"/>
                    <a:pt x="0" y="9632"/>
                    <a:pt x="0" y="6210"/>
                  </a:cubicBezTo>
                  <a:cubicBezTo>
                    <a:pt x="0" y="2788"/>
                    <a:pt x="3422" y="0"/>
                    <a:pt x="7731" y="0"/>
                  </a:cubicBezTo>
                  <a:cubicBezTo>
                    <a:pt x="12040" y="0"/>
                    <a:pt x="15462" y="2788"/>
                    <a:pt x="15462" y="621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2" name="Freeform: Shape 2041">
              <a:extLst>
                <a:ext uri="{FF2B5EF4-FFF2-40B4-BE49-F238E27FC236}">
                  <a16:creationId xmlns:a16="http://schemas.microsoft.com/office/drawing/2014/main" id="{3051F83C-6521-AA02-3439-52D4E3EABD60}"/>
                </a:ext>
              </a:extLst>
            </p:cNvPr>
            <p:cNvSpPr/>
            <p:nvPr/>
          </p:nvSpPr>
          <p:spPr>
            <a:xfrm>
              <a:off x="6152651" y="855118"/>
              <a:ext cx="15968" cy="12800"/>
            </a:xfrm>
            <a:custGeom>
              <a:avLst/>
              <a:gdLst>
                <a:gd name="connsiteX0" fmla="*/ 15969 w 15968"/>
                <a:gd name="connsiteY0" fmla="*/ 6463 h 12800"/>
                <a:gd name="connsiteX1" fmla="*/ 7984 w 15968"/>
                <a:gd name="connsiteY1" fmla="*/ 12800 h 12800"/>
                <a:gd name="connsiteX2" fmla="*/ 0 w 15968"/>
                <a:gd name="connsiteY2" fmla="*/ 6463 h 12800"/>
                <a:gd name="connsiteX3" fmla="*/ 7984 w 15968"/>
                <a:gd name="connsiteY3" fmla="*/ 0 h 12800"/>
                <a:gd name="connsiteX4" fmla="*/ 15969 w 15968"/>
                <a:gd name="connsiteY4" fmla="*/ 6463 h 1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800">
                  <a:moveTo>
                    <a:pt x="15969" y="6463"/>
                  </a:moveTo>
                  <a:cubicBezTo>
                    <a:pt x="15969" y="10012"/>
                    <a:pt x="12293" y="12800"/>
                    <a:pt x="7984" y="12800"/>
                  </a:cubicBezTo>
                  <a:cubicBezTo>
                    <a:pt x="3675" y="12800"/>
                    <a:pt x="0" y="9885"/>
                    <a:pt x="0" y="6463"/>
                  </a:cubicBezTo>
                  <a:cubicBezTo>
                    <a:pt x="0" y="3042"/>
                    <a:pt x="3549" y="0"/>
                    <a:pt x="7984" y="0"/>
                  </a:cubicBezTo>
                  <a:cubicBezTo>
                    <a:pt x="12420" y="0"/>
                    <a:pt x="15969" y="2915"/>
                    <a:pt x="15969" y="646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3" name="Freeform: Shape 2042">
              <a:extLst>
                <a:ext uri="{FF2B5EF4-FFF2-40B4-BE49-F238E27FC236}">
                  <a16:creationId xmlns:a16="http://schemas.microsoft.com/office/drawing/2014/main" id="{F50CBD69-2654-805A-AE3E-29C75E2035B4}"/>
                </a:ext>
              </a:extLst>
            </p:cNvPr>
            <p:cNvSpPr/>
            <p:nvPr/>
          </p:nvSpPr>
          <p:spPr>
            <a:xfrm>
              <a:off x="6283316" y="856892"/>
              <a:ext cx="16855" cy="13433"/>
            </a:xfrm>
            <a:custGeom>
              <a:avLst/>
              <a:gdLst>
                <a:gd name="connsiteX0" fmla="*/ 16856 w 16855"/>
                <a:gd name="connsiteY0" fmla="*/ 6717 h 13433"/>
                <a:gd name="connsiteX1" fmla="*/ 8491 w 16855"/>
                <a:gd name="connsiteY1" fmla="*/ 13434 h 13433"/>
                <a:gd name="connsiteX2" fmla="*/ 0 w 16855"/>
                <a:gd name="connsiteY2" fmla="*/ 6717 h 13433"/>
                <a:gd name="connsiteX3" fmla="*/ 8491 w 16855"/>
                <a:gd name="connsiteY3" fmla="*/ 0 h 13433"/>
                <a:gd name="connsiteX4" fmla="*/ 16856 w 16855"/>
                <a:gd name="connsiteY4" fmla="*/ 6717 h 13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55" h="13433">
                  <a:moveTo>
                    <a:pt x="16856" y="6717"/>
                  </a:moveTo>
                  <a:cubicBezTo>
                    <a:pt x="16856" y="10392"/>
                    <a:pt x="13054" y="13434"/>
                    <a:pt x="8491" y="13434"/>
                  </a:cubicBezTo>
                  <a:cubicBezTo>
                    <a:pt x="3929" y="13434"/>
                    <a:pt x="0" y="10392"/>
                    <a:pt x="0" y="6717"/>
                  </a:cubicBezTo>
                  <a:cubicBezTo>
                    <a:pt x="0" y="3042"/>
                    <a:pt x="3802" y="0"/>
                    <a:pt x="8491" y="0"/>
                  </a:cubicBezTo>
                  <a:cubicBezTo>
                    <a:pt x="13181" y="0"/>
                    <a:pt x="16856" y="3042"/>
                    <a:pt x="16856" y="671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4" name="Freeform: Shape 2043">
              <a:extLst>
                <a:ext uri="{FF2B5EF4-FFF2-40B4-BE49-F238E27FC236}">
                  <a16:creationId xmlns:a16="http://schemas.microsoft.com/office/drawing/2014/main" id="{7458FB80-5A4B-7BC1-74C1-9A69F7072CBF}"/>
                </a:ext>
              </a:extLst>
            </p:cNvPr>
            <p:cNvSpPr/>
            <p:nvPr/>
          </p:nvSpPr>
          <p:spPr>
            <a:xfrm>
              <a:off x="6413601" y="862975"/>
              <a:ext cx="17742" cy="13940"/>
            </a:xfrm>
            <a:custGeom>
              <a:avLst/>
              <a:gdLst>
                <a:gd name="connsiteX0" fmla="*/ 17743 w 17742"/>
                <a:gd name="connsiteY0" fmla="*/ 6971 h 13940"/>
                <a:gd name="connsiteX1" fmla="*/ 8872 w 17742"/>
                <a:gd name="connsiteY1" fmla="*/ 13941 h 13940"/>
                <a:gd name="connsiteX2" fmla="*/ 0 w 17742"/>
                <a:gd name="connsiteY2" fmla="*/ 6971 h 13940"/>
                <a:gd name="connsiteX3" fmla="*/ 8872 w 17742"/>
                <a:gd name="connsiteY3" fmla="*/ 0 h 13940"/>
                <a:gd name="connsiteX4" fmla="*/ 17743 w 17742"/>
                <a:gd name="connsiteY4" fmla="*/ 6971 h 13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2" h="13940">
                  <a:moveTo>
                    <a:pt x="17743" y="6971"/>
                  </a:moveTo>
                  <a:cubicBezTo>
                    <a:pt x="17743" y="10773"/>
                    <a:pt x="13814" y="13941"/>
                    <a:pt x="8872" y="13941"/>
                  </a:cubicBezTo>
                  <a:cubicBezTo>
                    <a:pt x="3929" y="13941"/>
                    <a:pt x="0" y="10773"/>
                    <a:pt x="0" y="6971"/>
                  </a:cubicBezTo>
                  <a:cubicBezTo>
                    <a:pt x="0" y="3168"/>
                    <a:pt x="3929" y="0"/>
                    <a:pt x="8872" y="0"/>
                  </a:cubicBezTo>
                  <a:cubicBezTo>
                    <a:pt x="13814" y="0"/>
                    <a:pt x="17743" y="3168"/>
                    <a:pt x="17743" y="697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5" name="Freeform: Shape 2044">
              <a:extLst>
                <a:ext uri="{FF2B5EF4-FFF2-40B4-BE49-F238E27FC236}">
                  <a16:creationId xmlns:a16="http://schemas.microsoft.com/office/drawing/2014/main" id="{0206B2A8-C7B3-3D60-A1F9-79497A96E250}"/>
                </a:ext>
              </a:extLst>
            </p:cNvPr>
            <p:cNvSpPr/>
            <p:nvPr/>
          </p:nvSpPr>
          <p:spPr>
            <a:xfrm>
              <a:off x="6543886" y="873241"/>
              <a:ext cx="18250" cy="14447"/>
            </a:xfrm>
            <a:custGeom>
              <a:avLst/>
              <a:gdLst>
                <a:gd name="connsiteX0" fmla="*/ 18250 w 18250"/>
                <a:gd name="connsiteY0" fmla="*/ 7224 h 14447"/>
                <a:gd name="connsiteX1" fmla="*/ 9125 w 18250"/>
                <a:gd name="connsiteY1" fmla="*/ 14448 h 14447"/>
                <a:gd name="connsiteX2" fmla="*/ 0 w 18250"/>
                <a:gd name="connsiteY2" fmla="*/ 7224 h 14447"/>
                <a:gd name="connsiteX3" fmla="*/ 9125 w 18250"/>
                <a:gd name="connsiteY3" fmla="*/ 0 h 14447"/>
                <a:gd name="connsiteX4" fmla="*/ 18250 w 18250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7">
                  <a:moveTo>
                    <a:pt x="18250" y="7224"/>
                  </a:moveTo>
                  <a:cubicBezTo>
                    <a:pt x="18250" y="11280"/>
                    <a:pt x="14194" y="14448"/>
                    <a:pt x="9125" y="14448"/>
                  </a:cubicBezTo>
                  <a:cubicBezTo>
                    <a:pt x="4055" y="14448"/>
                    <a:pt x="0" y="11280"/>
                    <a:pt x="0" y="7224"/>
                  </a:cubicBezTo>
                  <a:cubicBezTo>
                    <a:pt x="0" y="3168"/>
                    <a:pt x="4055" y="0"/>
                    <a:pt x="9125" y="0"/>
                  </a:cubicBezTo>
                  <a:cubicBezTo>
                    <a:pt x="14194" y="0"/>
                    <a:pt x="18250" y="3168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6" name="Freeform: Shape 2045">
              <a:extLst>
                <a:ext uri="{FF2B5EF4-FFF2-40B4-BE49-F238E27FC236}">
                  <a16:creationId xmlns:a16="http://schemas.microsoft.com/office/drawing/2014/main" id="{E33C3CDF-75EF-B4E7-6ACE-0412833B3F09}"/>
                </a:ext>
              </a:extLst>
            </p:cNvPr>
            <p:cNvSpPr/>
            <p:nvPr/>
          </p:nvSpPr>
          <p:spPr>
            <a:xfrm>
              <a:off x="6673283" y="887435"/>
              <a:ext cx="19010" cy="15208"/>
            </a:xfrm>
            <a:custGeom>
              <a:avLst/>
              <a:gdLst>
                <a:gd name="connsiteX0" fmla="*/ 19010 w 19010"/>
                <a:gd name="connsiteY0" fmla="*/ 7604 h 15208"/>
                <a:gd name="connsiteX1" fmla="*/ 9505 w 19010"/>
                <a:gd name="connsiteY1" fmla="*/ 15208 h 15208"/>
                <a:gd name="connsiteX2" fmla="*/ 0 w 19010"/>
                <a:gd name="connsiteY2" fmla="*/ 7604 h 15208"/>
                <a:gd name="connsiteX3" fmla="*/ 9505 w 19010"/>
                <a:gd name="connsiteY3" fmla="*/ 0 h 15208"/>
                <a:gd name="connsiteX4" fmla="*/ 19010 w 19010"/>
                <a:gd name="connsiteY4" fmla="*/ 7604 h 15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10" h="15208">
                  <a:moveTo>
                    <a:pt x="19010" y="7604"/>
                  </a:moveTo>
                  <a:cubicBezTo>
                    <a:pt x="19010" y="11786"/>
                    <a:pt x="14702" y="15208"/>
                    <a:pt x="9505" y="15208"/>
                  </a:cubicBezTo>
                  <a:cubicBezTo>
                    <a:pt x="4309" y="15208"/>
                    <a:pt x="0" y="11786"/>
                    <a:pt x="0" y="7604"/>
                  </a:cubicBezTo>
                  <a:cubicBezTo>
                    <a:pt x="0" y="3422"/>
                    <a:pt x="4309" y="0"/>
                    <a:pt x="9505" y="0"/>
                  </a:cubicBezTo>
                  <a:cubicBezTo>
                    <a:pt x="14702" y="0"/>
                    <a:pt x="19010" y="3422"/>
                    <a:pt x="19010" y="760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7" name="Freeform: Shape 2046">
              <a:extLst>
                <a:ext uri="{FF2B5EF4-FFF2-40B4-BE49-F238E27FC236}">
                  <a16:creationId xmlns:a16="http://schemas.microsoft.com/office/drawing/2014/main" id="{11F6AE0F-0D56-656C-82A6-849792050C50}"/>
                </a:ext>
              </a:extLst>
            </p:cNvPr>
            <p:cNvSpPr/>
            <p:nvPr/>
          </p:nvSpPr>
          <p:spPr>
            <a:xfrm>
              <a:off x="6801793" y="905939"/>
              <a:ext cx="19897" cy="15715"/>
            </a:xfrm>
            <a:custGeom>
              <a:avLst/>
              <a:gdLst>
                <a:gd name="connsiteX0" fmla="*/ 19898 w 19897"/>
                <a:gd name="connsiteY0" fmla="*/ 7858 h 15715"/>
                <a:gd name="connsiteX1" fmla="*/ 10012 w 19897"/>
                <a:gd name="connsiteY1" fmla="*/ 15715 h 15715"/>
                <a:gd name="connsiteX2" fmla="*/ 0 w 19897"/>
                <a:gd name="connsiteY2" fmla="*/ 7858 h 15715"/>
                <a:gd name="connsiteX3" fmla="*/ 10012 w 19897"/>
                <a:gd name="connsiteY3" fmla="*/ 0 h 15715"/>
                <a:gd name="connsiteX4" fmla="*/ 19898 w 19897"/>
                <a:gd name="connsiteY4" fmla="*/ 7858 h 1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97" h="15715">
                  <a:moveTo>
                    <a:pt x="19898" y="7858"/>
                  </a:moveTo>
                  <a:cubicBezTo>
                    <a:pt x="19898" y="12167"/>
                    <a:pt x="15461" y="15715"/>
                    <a:pt x="10012" y="15715"/>
                  </a:cubicBezTo>
                  <a:cubicBezTo>
                    <a:pt x="4562" y="15715"/>
                    <a:pt x="0" y="12167"/>
                    <a:pt x="0" y="7858"/>
                  </a:cubicBezTo>
                  <a:cubicBezTo>
                    <a:pt x="0" y="3549"/>
                    <a:pt x="4435" y="0"/>
                    <a:pt x="10012" y="0"/>
                  </a:cubicBezTo>
                  <a:cubicBezTo>
                    <a:pt x="15588" y="0"/>
                    <a:pt x="19898" y="3549"/>
                    <a:pt x="19898" y="785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8" name="Freeform: Shape 2047">
              <a:extLst>
                <a:ext uri="{FF2B5EF4-FFF2-40B4-BE49-F238E27FC236}">
                  <a16:creationId xmlns:a16="http://schemas.microsoft.com/office/drawing/2014/main" id="{E06F6F98-5691-2240-29CD-7FA68C3FA39F}"/>
                </a:ext>
              </a:extLst>
            </p:cNvPr>
            <p:cNvSpPr/>
            <p:nvPr/>
          </p:nvSpPr>
          <p:spPr>
            <a:xfrm>
              <a:off x="6929543" y="928371"/>
              <a:ext cx="20531" cy="16475"/>
            </a:xfrm>
            <a:custGeom>
              <a:avLst/>
              <a:gdLst>
                <a:gd name="connsiteX0" fmla="*/ 20531 w 20531"/>
                <a:gd name="connsiteY0" fmla="*/ 8238 h 16475"/>
                <a:gd name="connsiteX1" fmla="*/ 10266 w 20531"/>
                <a:gd name="connsiteY1" fmla="*/ 16476 h 16475"/>
                <a:gd name="connsiteX2" fmla="*/ 0 w 20531"/>
                <a:gd name="connsiteY2" fmla="*/ 8238 h 16475"/>
                <a:gd name="connsiteX3" fmla="*/ 10266 w 20531"/>
                <a:gd name="connsiteY3" fmla="*/ 0 h 16475"/>
                <a:gd name="connsiteX4" fmla="*/ 20531 w 20531"/>
                <a:gd name="connsiteY4" fmla="*/ 8238 h 16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31" h="16475">
                  <a:moveTo>
                    <a:pt x="20531" y="8238"/>
                  </a:moveTo>
                  <a:cubicBezTo>
                    <a:pt x="20531" y="12800"/>
                    <a:pt x="15969" y="16476"/>
                    <a:pt x="10266" y="16476"/>
                  </a:cubicBezTo>
                  <a:cubicBezTo>
                    <a:pt x="4562" y="16476"/>
                    <a:pt x="0" y="12800"/>
                    <a:pt x="0" y="8238"/>
                  </a:cubicBezTo>
                  <a:cubicBezTo>
                    <a:pt x="0" y="3675"/>
                    <a:pt x="4562" y="0"/>
                    <a:pt x="10266" y="0"/>
                  </a:cubicBezTo>
                  <a:cubicBezTo>
                    <a:pt x="15969" y="0"/>
                    <a:pt x="20531" y="3675"/>
                    <a:pt x="20531" y="823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9" name="Freeform: Shape 2048">
              <a:extLst>
                <a:ext uri="{FF2B5EF4-FFF2-40B4-BE49-F238E27FC236}">
                  <a16:creationId xmlns:a16="http://schemas.microsoft.com/office/drawing/2014/main" id="{E59F9AE8-DBD2-F092-E78F-C8E9805AFEB9}"/>
                </a:ext>
              </a:extLst>
            </p:cNvPr>
            <p:cNvSpPr/>
            <p:nvPr/>
          </p:nvSpPr>
          <p:spPr>
            <a:xfrm>
              <a:off x="7056025" y="955239"/>
              <a:ext cx="20531" cy="16475"/>
            </a:xfrm>
            <a:custGeom>
              <a:avLst/>
              <a:gdLst>
                <a:gd name="connsiteX0" fmla="*/ 20531 w 20531"/>
                <a:gd name="connsiteY0" fmla="*/ 8238 h 16475"/>
                <a:gd name="connsiteX1" fmla="*/ 10266 w 20531"/>
                <a:gd name="connsiteY1" fmla="*/ 16476 h 16475"/>
                <a:gd name="connsiteX2" fmla="*/ 0 w 20531"/>
                <a:gd name="connsiteY2" fmla="*/ 8238 h 16475"/>
                <a:gd name="connsiteX3" fmla="*/ 10266 w 20531"/>
                <a:gd name="connsiteY3" fmla="*/ 0 h 16475"/>
                <a:gd name="connsiteX4" fmla="*/ 20531 w 20531"/>
                <a:gd name="connsiteY4" fmla="*/ 8238 h 16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31" h="16475">
                  <a:moveTo>
                    <a:pt x="20531" y="8238"/>
                  </a:moveTo>
                  <a:cubicBezTo>
                    <a:pt x="20531" y="12800"/>
                    <a:pt x="15969" y="16476"/>
                    <a:pt x="10266" y="16476"/>
                  </a:cubicBezTo>
                  <a:cubicBezTo>
                    <a:pt x="4562" y="16476"/>
                    <a:pt x="0" y="12800"/>
                    <a:pt x="0" y="8238"/>
                  </a:cubicBezTo>
                  <a:cubicBezTo>
                    <a:pt x="0" y="3675"/>
                    <a:pt x="4562" y="0"/>
                    <a:pt x="10266" y="0"/>
                  </a:cubicBezTo>
                  <a:cubicBezTo>
                    <a:pt x="15969" y="0"/>
                    <a:pt x="20531" y="3675"/>
                    <a:pt x="20531" y="823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0" name="Freeform: Shape 2049">
              <a:extLst>
                <a:ext uri="{FF2B5EF4-FFF2-40B4-BE49-F238E27FC236}">
                  <a16:creationId xmlns:a16="http://schemas.microsoft.com/office/drawing/2014/main" id="{2B618756-6C80-BEE3-7A20-E6AEA51F3232}"/>
                </a:ext>
              </a:extLst>
            </p:cNvPr>
            <p:cNvSpPr/>
            <p:nvPr/>
          </p:nvSpPr>
          <p:spPr>
            <a:xfrm>
              <a:off x="7180734" y="985909"/>
              <a:ext cx="21418" cy="16982"/>
            </a:xfrm>
            <a:custGeom>
              <a:avLst/>
              <a:gdLst>
                <a:gd name="connsiteX0" fmla="*/ 21418 w 21418"/>
                <a:gd name="connsiteY0" fmla="*/ 8491 h 16982"/>
                <a:gd name="connsiteX1" fmla="*/ 10645 w 21418"/>
                <a:gd name="connsiteY1" fmla="*/ 16983 h 16982"/>
                <a:gd name="connsiteX2" fmla="*/ 0 w 21418"/>
                <a:gd name="connsiteY2" fmla="*/ 8491 h 16982"/>
                <a:gd name="connsiteX3" fmla="*/ 10645 w 21418"/>
                <a:gd name="connsiteY3" fmla="*/ 0 h 16982"/>
                <a:gd name="connsiteX4" fmla="*/ 21418 w 21418"/>
                <a:gd name="connsiteY4" fmla="*/ 8491 h 1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18" h="16982">
                  <a:moveTo>
                    <a:pt x="21418" y="8491"/>
                  </a:moveTo>
                  <a:cubicBezTo>
                    <a:pt x="21418" y="13180"/>
                    <a:pt x="16602" y="16983"/>
                    <a:pt x="10645" y="16983"/>
                  </a:cubicBezTo>
                  <a:cubicBezTo>
                    <a:pt x="4689" y="16983"/>
                    <a:pt x="0" y="13180"/>
                    <a:pt x="0" y="8491"/>
                  </a:cubicBezTo>
                  <a:cubicBezTo>
                    <a:pt x="0" y="3802"/>
                    <a:pt x="4815" y="0"/>
                    <a:pt x="10645" y="0"/>
                  </a:cubicBezTo>
                  <a:cubicBezTo>
                    <a:pt x="16476" y="0"/>
                    <a:pt x="21418" y="3802"/>
                    <a:pt x="21418" y="84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1" name="Freeform: Shape 2050">
              <a:extLst>
                <a:ext uri="{FF2B5EF4-FFF2-40B4-BE49-F238E27FC236}">
                  <a16:creationId xmlns:a16="http://schemas.microsoft.com/office/drawing/2014/main" id="{48EAF548-21F6-AF26-D15C-F7EB1485A18C}"/>
                </a:ext>
              </a:extLst>
            </p:cNvPr>
            <p:cNvSpPr/>
            <p:nvPr/>
          </p:nvSpPr>
          <p:spPr>
            <a:xfrm>
              <a:off x="7303921" y="1020635"/>
              <a:ext cx="22051" cy="17489"/>
            </a:xfrm>
            <a:custGeom>
              <a:avLst/>
              <a:gdLst>
                <a:gd name="connsiteX0" fmla="*/ 22052 w 22051"/>
                <a:gd name="connsiteY0" fmla="*/ 8745 h 17489"/>
                <a:gd name="connsiteX1" fmla="*/ 11026 w 22051"/>
                <a:gd name="connsiteY1" fmla="*/ 17490 h 17489"/>
                <a:gd name="connsiteX2" fmla="*/ 0 w 22051"/>
                <a:gd name="connsiteY2" fmla="*/ 8745 h 17489"/>
                <a:gd name="connsiteX3" fmla="*/ 11026 w 22051"/>
                <a:gd name="connsiteY3" fmla="*/ 0 h 17489"/>
                <a:gd name="connsiteX4" fmla="*/ 22052 w 22051"/>
                <a:gd name="connsiteY4" fmla="*/ 8745 h 1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051" h="17489">
                  <a:moveTo>
                    <a:pt x="22052" y="8745"/>
                  </a:moveTo>
                  <a:cubicBezTo>
                    <a:pt x="22052" y="13561"/>
                    <a:pt x="17109" y="17490"/>
                    <a:pt x="11026" y="17490"/>
                  </a:cubicBezTo>
                  <a:cubicBezTo>
                    <a:pt x="4943" y="17490"/>
                    <a:pt x="0" y="13561"/>
                    <a:pt x="0" y="8745"/>
                  </a:cubicBezTo>
                  <a:cubicBezTo>
                    <a:pt x="0" y="3929"/>
                    <a:pt x="4943" y="0"/>
                    <a:pt x="11026" y="0"/>
                  </a:cubicBezTo>
                  <a:cubicBezTo>
                    <a:pt x="17109" y="0"/>
                    <a:pt x="22052" y="3929"/>
                    <a:pt x="22052" y="874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2" name="Freeform: Shape 2051">
              <a:extLst>
                <a:ext uri="{FF2B5EF4-FFF2-40B4-BE49-F238E27FC236}">
                  <a16:creationId xmlns:a16="http://schemas.microsoft.com/office/drawing/2014/main" id="{C942D1B4-C1E3-94EE-727B-0AFBF219AA45}"/>
                </a:ext>
              </a:extLst>
            </p:cNvPr>
            <p:cNvSpPr/>
            <p:nvPr/>
          </p:nvSpPr>
          <p:spPr>
            <a:xfrm>
              <a:off x="7425587" y="1059416"/>
              <a:ext cx="22052" cy="17489"/>
            </a:xfrm>
            <a:custGeom>
              <a:avLst/>
              <a:gdLst>
                <a:gd name="connsiteX0" fmla="*/ 22053 w 22052"/>
                <a:gd name="connsiteY0" fmla="*/ 8745 h 17489"/>
                <a:gd name="connsiteX1" fmla="*/ 11027 w 22052"/>
                <a:gd name="connsiteY1" fmla="*/ 17490 h 17489"/>
                <a:gd name="connsiteX2" fmla="*/ 0 w 22052"/>
                <a:gd name="connsiteY2" fmla="*/ 8745 h 17489"/>
                <a:gd name="connsiteX3" fmla="*/ 11027 w 22052"/>
                <a:gd name="connsiteY3" fmla="*/ 0 h 17489"/>
                <a:gd name="connsiteX4" fmla="*/ 22053 w 22052"/>
                <a:gd name="connsiteY4" fmla="*/ 8745 h 1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052" h="17489">
                  <a:moveTo>
                    <a:pt x="22053" y="8745"/>
                  </a:moveTo>
                  <a:cubicBezTo>
                    <a:pt x="22053" y="13561"/>
                    <a:pt x="17110" y="17490"/>
                    <a:pt x="11027" y="17490"/>
                  </a:cubicBezTo>
                  <a:cubicBezTo>
                    <a:pt x="4943" y="17490"/>
                    <a:pt x="0" y="13561"/>
                    <a:pt x="0" y="8745"/>
                  </a:cubicBezTo>
                  <a:cubicBezTo>
                    <a:pt x="0" y="3929"/>
                    <a:pt x="4943" y="0"/>
                    <a:pt x="11027" y="0"/>
                  </a:cubicBezTo>
                  <a:cubicBezTo>
                    <a:pt x="17110" y="0"/>
                    <a:pt x="22053" y="3929"/>
                    <a:pt x="22053" y="874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3" name="Freeform: Shape 2052">
              <a:extLst>
                <a:ext uri="{FF2B5EF4-FFF2-40B4-BE49-F238E27FC236}">
                  <a16:creationId xmlns:a16="http://schemas.microsoft.com/office/drawing/2014/main" id="{9C75624A-3367-B631-4339-E555CAF58E40}"/>
                </a:ext>
              </a:extLst>
            </p:cNvPr>
            <p:cNvSpPr/>
            <p:nvPr/>
          </p:nvSpPr>
          <p:spPr>
            <a:xfrm>
              <a:off x="7544719" y="1101872"/>
              <a:ext cx="22812" cy="17996"/>
            </a:xfrm>
            <a:custGeom>
              <a:avLst/>
              <a:gdLst>
                <a:gd name="connsiteX0" fmla="*/ 22812 w 22812"/>
                <a:gd name="connsiteY0" fmla="*/ 8998 h 17996"/>
                <a:gd name="connsiteX1" fmla="*/ 11407 w 22812"/>
                <a:gd name="connsiteY1" fmla="*/ 17997 h 17996"/>
                <a:gd name="connsiteX2" fmla="*/ 0 w 22812"/>
                <a:gd name="connsiteY2" fmla="*/ 8998 h 17996"/>
                <a:gd name="connsiteX3" fmla="*/ 11407 w 22812"/>
                <a:gd name="connsiteY3" fmla="*/ 0 h 17996"/>
                <a:gd name="connsiteX4" fmla="*/ 22812 w 22812"/>
                <a:gd name="connsiteY4" fmla="*/ 8998 h 17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12" h="17996">
                  <a:moveTo>
                    <a:pt x="22812" y="8998"/>
                  </a:moveTo>
                  <a:cubicBezTo>
                    <a:pt x="22812" y="13941"/>
                    <a:pt x="17743" y="17997"/>
                    <a:pt x="11407" y="17997"/>
                  </a:cubicBezTo>
                  <a:cubicBezTo>
                    <a:pt x="5070" y="17997"/>
                    <a:pt x="0" y="13941"/>
                    <a:pt x="0" y="8998"/>
                  </a:cubicBezTo>
                  <a:cubicBezTo>
                    <a:pt x="0" y="4056"/>
                    <a:pt x="5070" y="0"/>
                    <a:pt x="11407" y="0"/>
                  </a:cubicBezTo>
                  <a:cubicBezTo>
                    <a:pt x="17743" y="0"/>
                    <a:pt x="22812" y="4056"/>
                    <a:pt x="22812" y="89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4" name="Freeform: Shape 2053">
              <a:extLst>
                <a:ext uri="{FF2B5EF4-FFF2-40B4-BE49-F238E27FC236}">
                  <a16:creationId xmlns:a16="http://schemas.microsoft.com/office/drawing/2014/main" id="{D0CA1553-6DFD-9A8C-7785-0613FD53D346}"/>
                </a:ext>
              </a:extLst>
            </p:cNvPr>
            <p:cNvSpPr/>
            <p:nvPr/>
          </p:nvSpPr>
          <p:spPr>
            <a:xfrm>
              <a:off x="7662077" y="1148258"/>
              <a:ext cx="22812" cy="17996"/>
            </a:xfrm>
            <a:custGeom>
              <a:avLst/>
              <a:gdLst>
                <a:gd name="connsiteX0" fmla="*/ 22812 w 22812"/>
                <a:gd name="connsiteY0" fmla="*/ 8998 h 17996"/>
                <a:gd name="connsiteX1" fmla="*/ 11406 w 22812"/>
                <a:gd name="connsiteY1" fmla="*/ 17996 h 17996"/>
                <a:gd name="connsiteX2" fmla="*/ 0 w 22812"/>
                <a:gd name="connsiteY2" fmla="*/ 8998 h 17996"/>
                <a:gd name="connsiteX3" fmla="*/ 11406 w 22812"/>
                <a:gd name="connsiteY3" fmla="*/ 0 h 17996"/>
                <a:gd name="connsiteX4" fmla="*/ 22812 w 22812"/>
                <a:gd name="connsiteY4" fmla="*/ 8998 h 17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12" h="17996">
                  <a:moveTo>
                    <a:pt x="22812" y="8998"/>
                  </a:moveTo>
                  <a:cubicBezTo>
                    <a:pt x="22812" y="13941"/>
                    <a:pt x="17743" y="17996"/>
                    <a:pt x="11406" y="17996"/>
                  </a:cubicBezTo>
                  <a:cubicBezTo>
                    <a:pt x="5069" y="17996"/>
                    <a:pt x="0" y="13941"/>
                    <a:pt x="0" y="8998"/>
                  </a:cubicBezTo>
                  <a:cubicBezTo>
                    <a:pt x="0" y="4056"/>
                    <a:pt x="5069" y="0"/>
                    <a:pt x="11406" y="0"/>
                  </a:cubicBezTo>
                  <a:cubicBezTo>
                    <a:pt x="17743" y="0"/>
                    <a:pt x="22812" y="4056"/>
                    <a:pt x="22812" y="89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5" name="Freeform: Shape 2054">
              <a:extLst>
                <a:ext uri="{FF2B5EF4-FFF2-40B4-BE49-F238E27FC236}">
                  <a16:creationId xmlns:a16="http://schemas.microsoft.com/office/drawing/2014/main" id="{2BAD6CE9-F02A-A2FF-44B1-A7B559F69836}"/>
                </a:ext>
              </a:extLst>
            </p:cNvPr>
            <p:cNvSpPr/>
            <p:nvPr/>
          </p:nvSpPr>
          <p:spPr>
            <a:xfrm>
              <a:off x="7776519" y="1198065"/>
              <a:ext cx="23573" cy="18756"/>
            </a:xfrm>
            <a:custGeom>
              <a:avLst/>
              <a:gdLst>
                <a:gd name="connsiteX0" fmla="*/ 23573 w 23573"/>
                <a:gd name="connsiteY0" fmla="*/ 9378 h 18756"/>
                <a:gd name="connsiteX1" fmla="*/ 11787 w 23573"/>
                <a:gd name="connsiteY1" fmla="*/ 18757 h 18756"/>
                <a:gd name="connsiteX2" fmla="*/ 0 w 23573"/>
                <a:gd name="connsiteY2" fmla="*/ 9378 h 18756"/>
                <a:gd name="connsiteX3" fmla="*/ 11787 w 23573"/>
                <a:gd name="connsiteY3" fmla="*/ 0 h 18756"/>
                <a:gd name="connsiteX4" fmla="*/ 23573 w 23573"/>
                <a:gd name="connsiteY4" fmla="*/ 9378 h 1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573" h="18756">
                  <a:moveTo>
                    <a:pt x="23573" y="9378"/>
                  </a:moveTo>
                  <a:cubicBezTo>
                    <a:pt x="23573" y="14575"/>
                    <a:pt x="18377" y="18757"/>
                    <a:pt x="11787" y="18757"/>
                  </a:cubicBezTo>
                  <a:cubicBezTo>
                    <a:pt x="5197" y="18757"/>
                    <a:pt x="0" y="14575"/>
                    <a:pt x="0" y="9378"/>
                  </a:cubicBezTo>
                  <a:cubicBezTo>
                    <a:pt x="0" y="4182"/>
                    <a:pt x="5323" y="0"/>
                    <a:pt x="11787" y="0"/>
                  </a:cubicBezTo>
                  <a:cubicBezTo>
                    <a:pt x="18250" y="0"/>
                    <a:pt x="23573" y="4182"/>
                    <a:pt x="23573" y="937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6" name="Freeform: Shape 2055">
              <a:extLst>
                <a:ext uri="{FF2B5EF4-FFF2-40B4-BE49-F238E27FC236}">
                  <a16:creationId xmlns:a16="http://schemas.microsoft.com/office/drawing/2014/main" id="{110A755E-208B-DC20-6533-BAEE7DBD33D5}"/>
                </a:ext>
              </a:extLst>
            </p:cNvPr>
            <p:cNvSpPr/>
            <p:nvPr/>
          </p:nvSpPr>
          <p:spPr>
            <a:xfrm>
              <a:off x="7888681" y="1251928"/>
              <a:ext cx="23572" cy="18756"/>
            </a:xfrm>
            <a:custGeom>
              <a:avLst/>
              <a:gdLst>
                <a:gd name="connsiteX0" fmla="*/ 23573 w 23572"/>
                <a:gd name="connsiteY0" fmla="*/ 9378 h 18756"/>
                <a:gd name="connsiteX1" fmla="*/ 11786 w 23572"/>
                <a:gd name="connsiteY1" fmla="*/ 18757 h 18756"/>
                <a:gd name="connsiteX2" fmla="*/ 0 w 23572"/>
                <a:gd name="connsiteY2" fmla="*/ 9378 h 18756"/>
                <a:gd name="connsiteX3" fmla="*/ 11786 w 23572"/>
                <a:gd name="connsiteY3" fmla="*/ 0 h 18756"/>
                <a:gd name="connsiteX4" fmla="*/ 23573 w 23572"/>
                <a:gd name="connsiteY4" fmla="*/ 9378 h 1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572" h="18756">
                  <a:moveTo>
                    <a:pt x="23573" y="9378"/>
                  </a:moveTo>
                  <a:cubicBezTo>
                    <a:pt x="23573" y="14575"/>
                    <a:pt x="18250" y="18757"/>
                    <a:pt x="11786" y="18757"/>
                  </a:cubicBezTo>
                  <a:cubicBezTo>
                    <a:pt x="5323" y="18757"/>
                    <a:pt x="0" y="14575"/>
                    <a:pt x="0" y="9378"/>
                  </a:cubicBezTo>
                  <a:cubicBezTo>
                    <a:pt x="0" y="4182"/>
                    <a:pt x="5323" y="0"/>
                    <a:pt x="11786" y="0"/>
                  </a:cubicBezTo>
                  <a:cubicBezTo>
                    <a:pt x="18250" y="0"/>
                    <a:pt x="23573" y="4182"/>
                    <a:pt x="23573" y="937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7" name="Freeform: Shape 2056">
              <a:extLst>
                <a:ext uri="{FF2B5EF4-FFF2-40B4-BE49-F238E27FC236}">
                  <a16:creationId xmlns:a16="http://schemas.microsoft.com/office/drawing/2014/main" id="{DD5B9D5A-7BAA-DA1D-846A-339B0364DB60}"/>
                </a:ext>
              </a:extLst>
            </p:cNvPr>
            <p:cNvSpPr/>
            <p:nvPr/>
          </p:nvSpPr>
          <p:spPr>
            <a:xfrm>
              <a:off x="7997674" y="1308959"/>
              <a:ext cx="24333" cy="19263"/>
            </a:xfrm>
            <a:custGeom>
              <a:avLst/>
              <a:gdLst>
                <a:gd name="connsiteX0" fmla="*/ 24333 w 24333"/>
                <a:gd name="connsiteY0" fmla="*/ 9632 h 19263"/>
                <a:gd name="connsiteX1" fmla="*/ 12167 w 24333"/>
                <a:gd name="connsiteY1" fmla="*/ 19264 h 19263"/>
                <a:gd name="connsiteX2" fmla="*/ 0 w 24333"/>
                <a:gd name="connsiteY2" fmla="*/ 9632 h 19263"/>
                <a:gd name="connsiteX3" fmla="*/ 12167 w 24333"/>
                <a:gd name="connsiteY3" fmla="*/ 0 h 19263"/>
                <a:gd name="connsiteX4" fmla="*/ 24333 w 24333"/>
                <a:gd name="connsiteY4" fmla="*/ 9632 h 19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33" h="19263">
                  <a:moveTo>
                    <a:pt x="24333" y="9632"/>
                  </a:moveTo>
                  <a:cubicBezTo>
                    <a:pt x="24333" y="14955"/>
                    <a:pt x="18884" y="19264"/>
                    <a:pt x="12167" y="19264"/>
                  </a:cubicBezTo>
                  <a:cubicBezTo>
                    <a:pt x="5450" y="19264"/>
                    <a:pt x="0" y="14955"/>
                    <a:pt x="0" y="9632"/>
                  </a:cubicBezTo>
                  <a:cubicBezTo>
                    <a:pt x="0" y="4309"/>
                    <a:pt x="5450" y="0"/>
                    <a:pt x="12167" y="0"/>
                  </a:cubicBezTo>
                  <a:cubicBezTo>
                    <a:pt x="18884" y="0"/>
                    <a:pt x="24333" y="4309"/>
                    <a:pt x="24333" y="963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8" name="Freeform: Shape 2057">
              <a:extLst>
                <a:ext uri="{FF2B5EF4-FFF2-40B4-BE49-F238E27FC236}">
                  <a16:creationId xmlns:a16="http://schemas.microsoft.com/office/drawing/2014/main" id="{3537289A-C3E1-A4FA-3B79-8181B760FBF1}"/>
                </a:ext>
              </a:extLst>
            </p:cNvPr>
            <p:cNvSpPr/>
            <p:nvPr/>
          </p:nvSpPr>
          <p:spPr>
            <a:xfrm>
              <a:off x="8104132" y="1369792"/>
              <a:ext cx="24333" cy="19263"/>
            </a:xfrm>
            <a:custGeom>
              <a:avLst/>
              <a:gdLst>
                <a:gd name="connsiteX0" fmla="*/ 24333 w 24333"/>
                <a:gd name="connsiteY0" fmla="*/ 9632 h 19263"/>
                <a:gd name="connsiteX1" fmla="*/ 12166 w 24333"/>
                <a:gd name="connsiteY1" fmla="*/ 19264 h 19263"/>
                <a:gd name="connsiteX2" fmla="*/ 0 w 24333"/>
                <a:gd name="connsiteY2" fmla="*/ 9632 h 19263"/>
                <a:gd name="connsiteX3" fmla="*/ 12166 w 24333"/>
                <a:gd name="connsiteY3" fmla="*/ 0 h 19263"/>
                <a:gd name="connsiteX4" fmla="*/ 24333 w 24333"/>
                <a:gd name="connsiteY4" fmla="*/ 9632 h 19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33" h="19263">
                  <a:moveTo>
                    <a:pt x="24333" y="9632"/>
                  </a:moveTo>
                  <a:cubicBezTo>
                    <a:pt x="24333" y="14955"/>
                    <a:pt x="18884" y="19264"/>
                    <a:pt x="12166" y="19264"/>
                  </a:cubicBezTo>
                  <a:cubicBezTo>
                    <a:pt x="5450" y="19264"/>
                    <a:pt x="0" y="14955"/>
                    <a:pt x="0" y="9632"/>
                  </a:cubicBezTo>
                  <a:cubicBezTo>
                    <a:pt x="0" y="4309"/>
                    <a:pt x="5450" y="0"/>
                    <a:pt x="12166" y="0"/>
                  </a:cubicBezTo>
                  <a:cubicBezTo>
                    <a:pt x="18884" y="0"/>
                    <a:pt x="24333" y="4309"/>
                    <a:pt x="24333" y="963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9" name="Freeform: Shape 2058">
              <a:extLst>
                <a:ext uri="{FF2B5EF4-FFF2-40B4-BE49-F238E27FC236}">
                  <a16:creationId xmlns:a16="http://schemas.microsoft.com/office/drawing/2014/main" id="{6BCDD0A4-086A-AF3A-FF4F-D58B303C426E}"/>
                </a:ext>
              </a:extLst>
            </p:cNvPr>
            <p:cNvSpPr/>
            <p:nvPr/>
          </p:nvSpPr>
          <p:spPr>
            <a:xfrm>
              <a:off x="8207675" y="1434174"/>
              <a:ext cx="23572" cy="18756"/>
            </a:xfrm>
            <a:custGeom>
              <a:avLst/>
              <a:gdLst>
                <a:gd name="connsiteX0" fmla="*/ 23573 w 23572"/>
                <a:gd name="connsiteY0" fmla="*/ 9378 h 18756"/>
                <a:gd name="connsiteX1" fmla="*/ 11786 w 23572"/>
                <a:gd name="connsiteY1" fmla="*/ 18757 h 18756"/>
                <a:gd name="connsiteX2" fmla="*/ 0 w 23572"/>
                <a:gd name="connsiteY2" fmla="*/ 9378 h 18756"/>
                <a:gd name="connsiteX3" fmla="*/ 11786 w 23572"/>
                <a:gd name="connsiteY3" fmla="*/ 0 h 18756"/>
                <a:gd name="connsiteX4" fmla="*/ 23573 w 23572"/>
                <a:gd name="connsiteY4" fmla="*/ 9378 h 1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572" h="18756">
                  <a:moveTo>
                    <a:pt x="23573" y="9378"/>
                  </a:moveTo>
                  <a:cubicBezTo>
                    <a:pt x="23573" y="14575"/>
                    <a:pt x="18377" y="18757"/>
                    <a:pt x="11786" y="18757"/>
                  </a:cubicBezTo>
                  <a:cubicBezTo>
                    <a:pt x="5197" y="18757"/>
                    <a:pt x="0" y="14575"/>
                    <a:pt x="0" y="9378"/>
                  </a:cubicBezTo>
                  <a:cubicBezTo>
                    <a:pt x="0" y="4182"/>
                    <a:pt x="5197" y="0"/>
                    <a:pt x="11786" y="0"/>
                  </a:cubicBezTo>
                  <a:cubicBezTo>
                    <a:pt x="18377" y="0"/>
                    <a:pt x="23573" y="4182"/>
                    <a:pt x="23573" y="937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0" name="Freeform: Shape 2059">
              <a:extLst>
                <a:ext uri="{FF2B5EF4-FFF2-40B4-BE49-F238E27FC236}">
                  <a16:creationId xmlns:a16="http://schemas.microsoft.com/office/drawing/2014/main" id="{A6812A95-74B8-39AD-ABCA-1FA6F1729DA9}"/>
                </a:ext>
              </a:extLst>
            </p:cNvPr>
            <p:cNvSpPr/>
            <p:nvPr/>
          </p:nvSpPr>
          <p:spPr>
            <a:xfrm>
              <a:off x="8307163" y="1501344"/>
              <a:ext cx="24333" cy="19263"/>
            </a:xfrm>
            <a:custGeom>
              <a:avLst/>
              <a:gdLst>
                <a:gd name="connsiteX0" fmla="*/ 24334 w 24333"/>
                <a:gd name="connsiteY0" fmla="*/ 9632 h 19263"/>
                <a:gd name="connsiteX1" fmla="*/ 12167 w 24333"/>
                <a:gd name="connsiteY1" fmla="*/ 19264 h 19263"/>
                <a:gd name="connsiteX2" fmla="*/ 0 w 24333"/>
                <a:gd name="connsiteY2" fmla="*/ 9632 h 19263"/>
                <a:gd name="connsiteX3" fmla="*/ 12167 w 24333"/>
                <a:gd name="connsiteY3" fmla="*/ 0 h 19263"/>
                <a:gd name="connsiteX4" fmla="*/ 24334 w 24333"/>
                <a:gd name="connsiteY4" fmla="*/ 9632 h 19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33" h="19263">
                  <a:moveTo>
                    <a:pt x="24334" y="9632"/>
                  </a:moveTo>
                  <a:cubicBezTo>
                    <a:pt x="24334" y="14955"/>
                    <a:pt x="18884" y="19264"/>
                    <a:pt x="12167" y="19264"/>
                  </a:cubicBezTo>
                  <a:cubicBezTo>
                    <a:pt x="5450" y="19264"/>
                    <a:pt x="0" y="14955"/>
                    <a:pt x="0" y="9632"/>
                  </a:cubicBezTo>
                  <a:cubicBezTo>
                    <a:pt x="0" y="4309"/>
                    <a:pt x="5450" y="0"/>
                    <a:pt x="12167" y="0"/>
                  </a:cubicBezTo>
                  <a:cubicBezTo>
                    <a:pt x="18884" y="0"/>
                    <a:pt x="24334" y="4309"/>
                    <a:pt x="24334" y="963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1" name="Freeform: Shape 2060">
              <a:extLst>
                <a:ext uri="{FF2B5EF4-FFF2-40B4-BE49-F238E27FC236}">
                  <a16:creationId xmlns:a16="http://schemas.microsoft.com/office/drawing/2014/main" id="{5AE8DEB4-0E0B-9251-9790-B14BFC20D2AB}"/>
                </a:ext>
              </a:extLst>
            </p:cNvPr>
            <p:cNvSpPr/>
            <p:nvPr/>
          </p:nvSpPr>
          <p:spPr>
            <a:xfrm>
              <a:off x="8403482" y="1571809"/>
              <a:ext cx="24333" cy="19263"/>
            </a:xfrm>
            <a:custGeom>
              <a:avLst/>
              <a:gdLst>
                <a:gd name="connsiteX0" fmla="*/ 24333 w 24333"/>
                <a:gd name="connsiteY0" fmla="*/ 9632 h 19263"/>
                <a:gd name="connsiteX1" fmla="*/ 12167 w 24333"/>
                <a:gd name="connsiteY1" fmla="*/ 19264 h 19263"/>
                <a:gd name="connsiteX2" fmla="*/ 0 w 24333"/>
                <a:gd name="connsiteY2" fmla="*/ 9632 h 19263"/>
                <a:gd name="connsiteX3" fmla="*/ 12167 w 24333"/>
                <a:gd name="connsiteY3" fmla="*/ 0 h 19263"/>
                <a:gd name="connsiteX4" fmla="*/ 24333 w 24333"/>
                <a:gd name="connsiteY4" fmla="*/ 9632 h 19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33" h="19263">
                  <a:moveTo>
                    <a:pt x="24333" y="9632"/>
                  </a:moveTo>
                  <a:cubicBezTo>
                    <a:pt x="24333" y="14955"/>
                    <a:pt x="18884" y="19264"/>
                    <a:pt x="12167" y="19264"/>
                  </a:cubicBezTo>
                  <a:cubicBezTo>
                    <a:pt x="5450" y="19264"/>
                    <a:pt x="0" y="14955"/>
                    <a:pt x="0" y="9632"/>
                  </a:cubicBezTo>
                  <a:cubicBezTo>
                    <a:pt x="0" y="4309"/>
                    <a:pt x="5450" y="0"/>
                    <a:pt x="12167" y="0"/>
                  </a:cubicBezTo>
                  <a:cubicBezTo>
                    <a:pt x="18884" y="0"/>
                    <a:pt x="24333" y="4309"/>
                    <a:pt x="24333" y="963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2" name="Freeform: Shape 2061">
              <a:extLst>
                <a:ext uri="{FF2B5EF4-FFF2-40B4-BE49-F238E27FC236}">
                  <a16:creationId xmlns:a16="http://schemas.microsoft.com/office/drawing/2014/main" id="{DC70662C-F6D1-8005-E34E-20295911A532}"/>
                </a:ext>
              </a:extLst>
            </p:cNvPr>
            <p:cNvSpPr/>
            <p:nvPr/>
          </p:nvSpPr>
          <p:spPr>
            <a:xfrm>
              <a:off x="8496253" y="1645316"/>
              <a:ext cx="24333" cy="19263"/>
            </a:xfrm>
            <a:custGeom>
              <a:avLst/>
              <a:gdLst>
                <a:gd name="connsiteX0" fmla="*/ 24333 w 24333"/>
                <a:gd name="connsiteY0" fmla="*/ 9632 h 19263"/>
                <a:gd name="connsiteX1" fmla="*/ 12166 w 24333"/>
                <a:gd name="connsiteY1" fmla="*/ 19264 h 19263"/>
                <a:gd name="connsiteX2" fmla="*/ 0 w 24333"/>
                <a:gd name="connsiteY2" fmla="*/ 9632 h 19263"/>
                <a:gd name="connsiteX3" fmla="*/ 12166 w 24333"/>
                <a:gd name="connsiteY3" fmla="*/ 0 h 19263"/>
                <a:gd name="connsiteX4" fmla="*/ 24333 w 24333"/>
                <a:gd name="connsiteY4" fmla="*/ 9632 h 19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33" h="19263">
                  <a:moveTo>
                    <a:pt x="24333" y="9632"/>
                  </a:moveTo>
                  <a:cubicBezTo>
                    <a:pt x="24333" y="14955"/>
                    <a:pt x="18884" y="19264"/>
                    <a:pt x="12166" y="19264"/>
                  </a:cubicBezTo>
                  <a:cubicBezTo>
                    <a:pt x="5450" y="19264"/>
                    <a:pt x="0" y="14955"/>
                    <a:pt x="0" y="9632"/>
                  </a:cubicBezTo>
                  <a:cubicBezTo>
                    <a:pt x="0" y="4309"/>
                    <a:pt x="5450" y="0"/>
                    <a:pt x="12166" y="0"/>
                  </a:cubicBezTo>
                  <a:cubicBezTo>
                    <a:pt x="18884" y="0"/>
                    <a:pt x="24333" y="4309"/>
                    <a:pt x="24333" y="963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3" name="Freeform: Shape 2062">
              <a:extLst>
                <a:ext uri="{FF2B5EF4-FFF2-40B4-BE49-F238E27FC236}">
                  <a16:creationId xmlns:a16="http://schemas.microsoft.com/office/drawing/2014/main" id="{F640D2D2-D720-4283-EDFD-BE6FD06F482E}"/>
                </a:ext>
              </a:extLst>
            </p:cNvPr>
            <p:cNvSpPr/>
            <p:nvPr/>
          </p:nvSpPr>
          <p:spPr>
            <a:xfrm>
              <a:off x="8585221" y="1721738"/>
              <a:ext cx="24333" cy="19263"/>
            </a:xfrm>
            <a:custGeom>
              <a:avLst/>
              <a:gdLst>
                <a:gd name="connsiteX0" fmla="*/ 24334 w 24333"/>
                <a:gd name="connsiteY0" fmla="*/ 9632 h 19263"/>
                <a:gd name="connsiteX1" fmla="*/ 12167 w 24333"/>
                <a:gd name="connsiteY1" fmla="*/ 19264 h 19263"/>
                <a:gd name="connsiteX2" fmla="*/ 0 w 24333"/>
                <a:gd name="connsiteY2" fmla="*/ 9632 h 19263"/>
                <a:gd name="connsiteX3" fmla="*/ 12167 w 24333"/>
                <a:gd name="connsiteY3" fmla="*/ 0 h 19263"/>
                <a:gd name="connsiteX4" fmla="*/ 24334 w 24333"/>
                <a:gd name="connsiteY4" fmla="*/ 9632 h 19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33" h="19263">
                  <a:moveTo>
                    <a:pt x="24334" y="9632"/>
                  </a:moveTo>
                  <a:cubicBezTo>
                    <a:pt x="24334" y="14955"/>
                    <a:pt x="18884" y="19264"/>
                    <a:pt x="12167" y="19264"/>
                  </a:cubicBezTo>
                  <a:cubicBezTo>
                    <a:pt x="5450" y="19264"/>
                    <a:pt x="0" y="14955"/>
                    <a:pt x="0" y="9632"/>
                  </a:cubicBezTo>
                  <a:cubicBezTo>
                    <a:pt x="0" y="4309"/>
                    <a:pt x="5450" y="0"/>
                    <a:pt x="12167" y="0"/>
                  </a:cubicBezTo>
                  <a:cubicBezTo>
                    <a:pt x="18884" y="0"/>
                    <a:pt x="24334" y="4309"/>
                    <a:pt x="24334" y="963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4" name="Freeform: Shape 2063">
              <a:extLst>
                <a:ext uri="{FF2B5EF4-FFF2-40B4-BE49-F238E27FC236}">
                  <a16:creationId xmlns:a16="http://schemas.microsoft.com/office/drawing/2014/main" id="{C2FDDAC4-A4B8-29DB-627E-379B9FE68715}"/>
                </a:ext>
              </a:extLst>
            </p:cNvPr>
            <p:cNvSpPr/>
            <p:nvPr/>
          </p:nvSpPr>
          <p:spPr>
            <a:xfrm>
              <a:off x="8670135" y="1800948"/>
              <a:ext cx="24333" cy="19263"/>
            </a:xfrm>
            <a:custGeom>
              <a:avLst/>
              <a:gdLst>
                <a:gd name="connsiteX0" fmla="*/ 24334 w 24333"/>
                <a:gd name="connsiteY0" fmla="*/ 9632 h 19263"/>
                <a:gd name="connsiteX1" fmla="*/ 12167 w 24333"/>
                <a:gd name="connsiteY1" fmla="*/ 19264 h 19263"/>
                <a:gd name="connsiteX2" fmla="*/ 0 w 24333"/>
                <a:gd name="connsiteY2" fmla="*/ 9632 h 19263"/>
                <a:gd name="connsiteX3" fmla="*/ 12167 w 24333"/>
                <a:gd name="connsiteY3" fmla="*/ 0 h 19263"/>
                <a:gd name="connsiteX4" fmla="*/ 24334 w 24333"/>
                <a:gd name="connsiteY4" fmla="*/ 9632 h 19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33" h="19263">
                  <a:moveTo>
                    <a:pt x="24334" y="9632"/>
                  </a:moveTo>
                  <a:cubicBezTo>
                    <a:pt x="24334" y="14955"/>
                    <a:pt x="18884" y="19264"/>
                    <a:pt x="12167" y="19264"/>
                  </a:cubicBezTo>
                  <a:cubicBezTo>
                    <a:pt x="5450" y="19264"/>
                    <a:pt x="0" y="14955"/>
                    <a:pt x="0" y="9632"/>
                  </a:cubicBezTo>
                  <a:cubicBezTo>
                    <a:pt x="0" y="4309"/>
                    <a:pt x="5450" y="0"/>
                    <a:pt x="12167" y="0"/>
                  </a:cubicBezTo>
                  <a:cubicBezTo>
                    <a:pt x="18884" y="0"/>
                    <a:pt x="24334" y="4309"/>
                    <a:pt x="24334" y="963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5" name="Freeform: Shape 2064">
              <a:extLst>
                <a:ext uri="{FF2B5EF4-FFF2-40B4-BE49-F238E27FC236}">
                  <a16:creationId xmlns:a16="http://schemas.microsoft.com/office/drawing/2014/main" id="{B3246652-711E-7158-EBCE-B1E59D3303DB}"/>
                </a:ext>
              </a:extLst>
            </p:cNvPr>
            <p:cNvSpPr/>
            <p:nvPr/>
          </p:nvSpPr>
          <p:spPr>
            <a:xfrm>
              <a:off x="8750992" y="1882819"/>
              <a:ext cx="24333" cy="19263"/>
            </a:xfrm>
            <a:custGeom>
              <a:avLst/>
              <a:gdLst>
                <a:gd name="connsiteX0" fmla="*/ 24333 w 24333"/>
                <a:gd name="connsiteY0" fmla="*/ 9632 h 19263"/>
                <a:gd name="connsiteX1" fmla="*/ 12167 w 24333"/>
                <a:gd name="connsiteY1" fmla="*/ 19264 h 19263"/>
                <a:gd name="connsiteX2" fmla="*/ 0 w 24333"/>
                <a:gd name="connsiteY2" fmla="*/ 9632 h 19263"/>
                <a:gd name="connsiteX3" fmla="*/ 12167 w 24333"/>
                <a:gd name="connsiteY3" fmla="*/ 0 h 19263"/>
                <a:gd name="connsiteX4" fmla="*/ 24333 w 24333"/>
                <a:gd name="connsiteY4" fmla="*/ 9632 h 19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33" h="19263">
                  <a:moveTo>
                    <a:pt x="24333" y="9632"/>
                  </a:moveTo>
                  <a:cubicBezTo>
                    <a:pt x="24333" y="14955"/>
                    <a:pt x="18884" y="19264"/>
                    <a:pt x="12167" y="19264"/>
                  </a:cubicBezTo>
                  <a:cubicBezTo>
                    <a:pt x="5450" y="19264"/>
                    <a:pt x="0" y="14955"/>
                    <a:pt x="0" y="9632"/>
                  </a:cubicBezTo>
                  <a:cubicBezTo>
                    <a:pt x="0" y="4309"/>
                    <a:pt x="5450" y="0"/>
                    <a:pt x="12167" y="0"/>
                  </a:cubicBezTo>
                  <a:cubicBezTo>
                    <a:pt x="18884" y="0"/>
                    <a:pt x="24333" y="4309"/>
                    <a:pt x="24333" y="963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6" name="Freeform: Shape 2065">
              <a:extLst>
                <a:ext uri="{FF2B5EF4-FFF2-40B4-BE49-F238E27FC236}">
                  <a16:creationId xmlns:a16="http://schemas.microsoft.com/office/drawing/2014/main" id="{D5DA0B38-80F7-DC09-7C0F-D516DAE94990}"/>
                </a:ext>
              </a:extLst>
            </p:cNvPr>
            <p:cNvSpPr/>
            <p:nvPr/>
          </p:nvSpPr>
          <p:spPr>
            <a:xfrm>
              <a:off x="8827921" y="1967479"/>
              <a:ext cx="23572" cy="18757"/>
            </a:xfrm>
            <a:custGeom>
              <a:avLst/>
              <a:gdLst>
                <a:gd name="connsiteX0" fmla="*/ 23573 w 23572"/>
                <a:gd name="connsiteY0" fmla="*/ 9379 h 18757"/>
                <a:gd name="connsiteX1" fmla="*/ 11786 w 23572"/>
                <a:gd name="connsiteY1" fmla="*/ 18757 h 18757"/>
                <a:gd name="connsiteX2" fmla="*/ 0 w 23572"/>
                <a:gd name="connsiteY2" fmla="*/ 9379 h 18757"/>
                <a:gd name="connsiteX3" fmla="*/ 11786 w 23572"/>
                <a:gd name="connsiteY3" fmla="*/ 0 h 18757"/>
                <a:gd name="connsiteX4" fmla="*/ 23573 w 23572"/>
                <a:gd name="connsiteY4" fmla="*/ 9379 h 18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572" h="18757">
                  <a:moveTo>
                    <a:pt x="23573" y="9379"/>
                  </a:moveTo>
                  <a:cubicBezTo>
                    <a:pt x="23573" y="14575"/>
                    <a:pt x="18377" y="18757"/>
                    <a:pt x="11786" y="18757"/>
                  </a:cubicBezTo>
                  <a:cubicBezTo>
                    <a:pt x="5196" y="18757"/>
                    <a:pt x="0" y="14575"/>
                    <a:pt x="0" y="9379"/>
                  </a:cubicBezTo>
                  <a:cubicBezTo>
                    <a:pt x="0" y="4182"/>
                    <a:pt x="5196" y="0"/>
                    <a:pt x="11786" y="0"/>
                  </a:cubicBezTo>
                  <a:cubicBezTo>
                    <a:pt x="18377" y="0"/>
                    <a:pt x="23573" y="4182"/>
                    <a:pt x="23573" y="937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7" name="Freeform: Shape 2066">
              <a:extLst>
                <a:ext uri="{FF2B5EF4-FFF2-40B4-BE49-F238E27FC236}">
                  <a16:creationId xmlns:a16="http://schemas.microsoft.com/office/drawing/2014/main" id="{4C7BD20C-D674-8BC6-80FB-8ED3065E5A2A}"/>
                </a:ext>
              </a:extLst>
            </p:cNvPr>
            <p:cNvSpPr/>
            <p:nvPr/>
          </p:nvSpPr>
          <p:spPr>
            <a:xfrm>
              <a:off x="8900161" y="2054293"/>
              <a:ext cx="23572" cy="18756"/>
            </a:xfrm>
            <a:custGeom>
              <a:avLst/>
              <a:gdLst>
                <a:gd name="connsiteX0" fmla="*/ 23573 w 23572"/>
                <a:gd name="connsiteY0" fmla="*/ 9379 h 18756"/>
                <a:gd name="connsiteX1" fmla="*/ 11786 w 23572"/>
                <a:gd name="connsiteY1" fmla="*/ 18757 h 18756"/>
                <a:gd name="connsiteX2" fmla="*/ 0 w 23572"/>
                <a:gd name="connsiteY2" fmla="*/ 9379 h 18756"/>
                <a:gd name="connsiteX3" fmla="*/ 11786 w 23572"/>
                <a:gd name="connsiteY3" fmla="*/ 0 h 18756"/>
                <a:gd name="connsiteX4" fmla="*/ 23573 w 23572"/>
                <a:gd name="connsiteY4" fmla="*/ 9379 h 1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572" h="18756">
                  <a:moveTo>
                    <a:pt x="23573" y="9379"/>
                  </a:moveTo>
                  <a:cubicBezTo>
                    <a:pt x="23573" y="14575"/>
                    <a:pt x="18250" y="18757"/>
                    <a:pt x="11786" y="18757"/>
                  </a:cubicBezTo>
                  <a:cubicBezTo>
                    <a:pt x="5323" y="18757"/>
                    <a:pt x="0" y="14575"/>
                    <a:pt x="0" y="9379"/>
                  </a:cubicBezTo>
                  <a:cubicBezTo>
                    <a:pt x="0" y="4182"/>
                    <a:pt x="5323" y="0"/>
                    <a:pt x="11786" y="0"/>
                  </a:cubicBezTo>
                  <a:cubicBezTo>
                    <a:pt x="18250" y="0"/>
                    <a:pt x="23573" y="4182"/>
                    <a:pt x="23573" y="937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8" name="Freeform: Shape 2067">
              <a:extLst>
                <a:ext uri="{FF2B5EF4-FFF2-40B4-BE49-F238E27FC236}">
                  <a16:creationId xmlns:a16="http://schemas.microsoft.com/office/drawing/2014/main" id="{FD296125-D396-E4EC-3D7C-B986F6C46A31}"/>
                </a:ext>
              </a:extLst>
            </p:cNvPr>
            <p:cNvSpPr/>
            <p:nvPr/>
          </p:nvSpPr>
          <p:spPr>
            <a:xfrm>
              <a:off x="8968091" y="2143262"/>
              <a:ext cx="23572" cy="18756"/>
            </a:xfrm>
            <a:custGeom>
              <a:avLst/>
              <a:gdLst>
                <a:gd name="connsiteX0" fmla="*/ 23573 w 23572"/>
                <a:gd name="connsiteY0" fmla="*/ 9378 h 18756"/>
                <a:gd name="connsiteX1" fmla="*/ 11786 w 23572"/>
                <a:gd name="connsiteY1" fmla="*/ 18757 h 18756"/>
                <a:gd name="connsiteX2" fmla="*/ 0 w 23572"/>
                <a:gd name="connsiteY2" fmla="*/ 9378 h 18756"/>
                <a:gd name="connsiteX3" fmla="*/ 11786 w 23572"/>
                <a:gd name="connsiteY3" fmla="*/ 0 h 18756"/>
                <a:gd name="connsiteX4" fmla="*/ 23573 w 23572"/>
                <a:gd name="connsiteY4" fmla="*/ 9378 h 1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572" h="18756">
                  <a:moveTo>
                    <a:pt x="23573" y="9378"/>
                  </a:moveTo>
                  <a:cubicBezTo>
                    <a:pt x="23573" y="14575"/>
                    <a:pt x="18377" y="18757"/>
                    <a:pt x="11786" y="18757"/>
                  </a:cubicBezTo>
                  <a:cubicBezTo>
                    <a:pt x="5197" y="18757"/>
                    <a:pt x="0" y="14575"/>
                    <a:pt x="0" y="9378"/>
                  </a:cubicBezTo>
                  <a:cubicBezTo>
                    <a:pt x="0" y="4182"/>
                    <a:pt x="5323" y="0"/>
                    <a:pt x="11786" y="0"/>
                  </a:cubicBezTo>
                  <a:cubicBezTo>
                    <a:pt x="18250" y="0"/>
                    <a:pt x="23573" y="4182"/>
                    <a:pt x="23573" y="937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9" name="Freeform: Shape 2068">
              <a:extLst>
                <a:ext uri="{FF2B5EF4-FFF2-40B4-BE49-F238E27FC236}">
                  <a16:creationId xmlns:a16="http://schemas.microsoft.com/office/drawing/2014/main" id="{6F64E291-F17D-2CD3-243B-19F009E25A76}"/>
                </a:ext>
              </a:extLst>
            </p:cNvPr>
            <p:cNvSpPr/>
            <p:nvPr/>
          </p:nvSpPr>
          <p:spPr>
            <a:xfrm>
              <a:off x="9031713" y="2234638"/>
              <a:ext cx="22812" cy="18123"/>
            </a:xfrm>
            <a:custGeom>
              <a:avLst/>
              <a:gdLst>
                <a:gd name="connsiteX0" fmla="*/ 22812 w 22812"/>
                <a:gd name="connsiteY0" fmla="*/ 8998 h 18123"/>
                <a:gd name="connsiteX1" fmla="*/ 11406 w 22812"/>
                <a:gd name="connsiteY1" fmla="*/ 18123 h 18123"/>
                <a:gd name="connsiteX2" fmla="*/ 0 w 22812"/>
                <a:gd name="connsiteY2" fmla="*/ 8998 h 18123"/>
                <a:gd name="connsiteX3" fmla="*/ 11406 w 22812"/>
                <a:gd name="connsiteY3" fmla="*/ 0 h 18123"/>
                <a:gd name="connsiteX4" fmla="*/ 22812 w 22812"/>
                <a:gd name="connsiteY4" fmla="*/ 8998 h 18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12" h="18123">
                  <a:moveTo>
                    <a:pt x="22812" y="8998"/>
                  </a:moveTo>
                  <a:cubicBezTo>
                    <a:pt x="22812" y="13941"/>
                    <a:pt x="17743" y="18123"/>
                    <a:pt x="11406" y="18123"/>
                  </a:cubicBezTo>
                  <a:cubicBezTo>
                    <a:pt x="5069" y="18123"/>
                    <a:pt x="0" y="14068"/>
                    <a:pt x="0" y="8998"/>
                  </a:cubicBezTo>
                  <a:cubicBezTo>
                    <a:pt x="0" y="3929"/>
                    <a:pt x="5069" y="0"/>
                    <a:pt x="11406" y="0"/>
                  </a:cubicBezTo>
                  <a:cubicBezTo>
                    <a:pt x="17743" y="0"/>
                    <a:pt x="22812" y="4056"/>
                    <a:pt x="22812" y="89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0" name="Freeform: Shape 2069">
              <a:extLst>
                <a:ext uri="{FF2B5EF4-FFF2-40B4-BE49-F238E27FC236}">
                  <a16:creationId xmlns:a16="http://schemas.microsoft.com/office/drawing/2014/main" id="{65C7E785-AC47-F1BD-88A4-DCA695C9BCA5}"/>
                </a:ext>
              </a:extLst>
            </p:cNvPr>
            <p:cNvSpPr/>
            <p:nvPr/>
          </p:nvSpPr>
          <p:spPr>
            <a:xfrm>
              <a:off x="9090644" y="2327916"/>
              <a:ext cx="22052" cy="17489"/>
            </a:xfrm>
            <a:custGeom>
              <a:avLst/>
              <a:gdLst>
                <a:gd name="connsiteX0" fmla="*/ 22053 w 22052"/>
                <a:gd name="connsiteY0" fmla="*/ 8745 h 17489"/>
                <a:gd name="connsiteX1" fmla="*/ 11026 w 22052"/>
                <a:gd name="connsiteY1" fmla="*/ 17490 h 17489"/>
                <a:gd name="connsiteX2" fmla="*/ 0 w 22052"/>
                <a:gd name="connsiteY2" fmla="*/ 8745 h 17489"/>
                <a:gd name="connsiteX3" fmla="*/ 11026 w 22052"/>
                <a:gd name="connsiteY3" fmla="*/ 0 h 17489"/>
                <a:gd name="connsiteX4" fmla="*/ 22053 w 22052"/>
                <a:gd name="connsiteY4" fmla="*/ 8745 h 1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052" h="17489">
                  <a:moveTo>
                    <a:pt x="22053" y="8745"/>
                  </a:moveTo>
                  <a:cubicBezTo>
                    <a:pt x="22053" y="13561"/>
                    <a:pt x="17110" y="17490"/>
                    <a:pt x="11026" y="17490"/>
                  </a:cubicBezTo>
                  <a:cubicBezTo>
                    <a:pt x="4943" y="17490"/>
                    <a:pt x="0" y="13561"/>
                    <a:pt x="0" y="8745"/>
                  </a:cubicBezTo>
                  <a:cubicBezTo>
                    <a:pt x="0" y="3929"/>
                    <a:pt x="4943" y="0"/>
                    <a:pt x="11026" y="0"/>
                  </a:cubicBezTo>
                  <a:cubicBezTo>
                    <a:pt x="17110" y="0"/>
                    <a:pt x="22053" y="3929"/>
                    <a:pt x="22053" y="874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1" name="Freeform: Shape 2070">
              <a:extLst>
                <a:ext uri="{FF2B5EF4-FFF2-40B4-BE49-F238E27FC236}">
                  <a16:creationId xmlns:a16="http://schemas.microsoft.com/office/drawing/2014/main" id="{40371AE8-7DE2-D10F-EB21-7BC8343F2A71}"/>
                </a:ext>
              </a:extLst>
            </p:cNvPr>
            <p:cNvSpPr/>
            <p:nvPr/>
          </p:nvSpPr>
          <p:spPr>
            <a:xfrm>
              <a:off x="9144001" y="2422461"/>
              <a:ext cx="22812" cy="18123"/>
            </a:xfrm>
            <a:custGeom>
              <a:avLst/>
              <a:gdLst>
                <a:gd name="connsiteX0" fmla="*/ 22812 w 22812"/>
                <a:gd name="connsiteY0" fmla="*/ 9125 h 18123"/>
                <a:gd name="connsiteX1" fmla="*/ 11407 w 22812"/>
                <a:gd name="connsiteY1" fmla="*/ 18123 h 18123"/>
                <a:gd name="connsiteX2" fmla="*/ 0 w 22812"/>
                <a:gd name="connsiteY2" fmla="*/ 9125 h 18123"/>
                <a:gd name="connsiteX3" fmla="*/ 11407 w 22812"/>
                <a:gd name="connsiteY3" fmla="*/ 0 h 18123"/>
                <a:gd name="connsiteX4" fmla="*/ 22812 w 22812"/>
                <a:gd name="connsiteY4" fmla="*/ 9125 h 18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12" h="18123">
                  <a:moveTo>
                    <a:pt x="22812" y="9125"/>
                  </a:moveTo>
                  <a:cubicBezTo>
                    <a:pt x="22812" y="14068"/>
                    <a:pt x="17743" y="18123"/>
                    <a:pt x="11407" y="18123"/>
                  </a:cubicBezTo>
                  <a:cubicBezTo>
                    <a:pt x="5070" y="18123"/>
                    <a:pt x="0" y="14068"/>
                    <a:pt x="0" y="9125"/>
                  </a:cubicBezTo>
                  <a:cubicBezTo>
                    <a:pt x="0" y="4182"/>
                    <a:pt x="5070" y="0"/>
                    <a:pt x="11407" y="0"/>
                  </a:cubicBezTo>
                  <a:cubicBezTo>
                    <a:pt x="17743" y="0"/>
                    <a:pt x="22812" y="4055"/>
                    <a:pt x="22812" y="912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2" name="Freeform: Shape 2071">
              <a:extLst>
                <a:ext uri="{FF2B5EF4-FFF2-40B4-BE49-F238E27FC236}">
                  <a16:creationId xmlns:a16="http://schemas.microsoft.com/office/drawing/2014/main" id="{A9A7DC88-F7FE-CD46-C2BE-01A5AE035939}"/>
                </a:ext>
              </a:extLst>
            </p:cNvPr>
            <p:cNvSpPr/>
            <p:nvPr/>
          </p:nvSpPr>
          <p:spPr>
            <a:xfrm>
              <a:off x="9193428" y="2519287"/>
              <a:ext cx="22051" cy="17489"/>
            </a:xfrm>
            <a:custGeom>
              <a:avLst/>
              <a:gdLst>
                <a:gd name="connsiteX0" fmla="*/ 22052 w 22051"/>
                <a:gd name="connsiteY0" fmla="*/ 8745 h 17489"/>
                <a:gd name="connsiteX1" fmla="*/ 11026 w 22051"/>
                <a:gd name="connsiteY1" fmla="*/ 17490 h 17489"/>
                <a:gd name="connsiteX2" fmla="*/ 0 w 22051"/>
                <a:gd name="connsiteY2" fmla="*/ 8745 h 17489"/>
                <a:gd name="connsiteX3" fmla="*/ 11026 w 22051"/>
                <a:gd name="connsiteY3" fmla="*/ 0 h 17489"/>
                <a:gd name="connsiteX4" fmla="*/ 22052 w 22051"/>
                <a:gd name="connsiteY4" fmla="*/ 8745 h 1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051" h="17489">
                  <a:moveTo>
                    <a:pt x="22052" y="8745"/>
                  </a:moveTo>
                  <a:cubicBezTo>
                    <a:pt x="22052" y="13561"/>
                    <a:pt x="17109" y="17490"/>
                    <a:pt x="11026" y="17490"/>
                  </a:cubicBezTo>
                  <a:cubicBezTo>
                    <a:pt x="4942" y="17490"/>
                    <a:pt x="0" y="13561"/>
                    <a:pt x="0" y="8745"/>
                  </a:cubicBezTo>
                  <a:cubicBezTo>
                    <a:pt x="0" y="3929"/>
                    <a:pt x="4942" y="0"/>
                    <a:pt x="11026" y="0"/>
                  </a:cubicBezTo>
                  <a:cubicBezTo>
                    <a:pt x="17109" y="0"/>
                    <a:pt x="22052" y="3929"/>
                    <a:pt x="22052" y="874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3" name="Freeform: Shape 2072">
              <a:extLst>
                <a:ext uri="{FF2B5EF4-FFF2-40B4-BE49-F238E27FC236}">
                  <a16:creationId xmlns:a16="http://schemas.microsoft.com/office/drawing/2014/main" id="{968B7E28-5506-E1DA-2E68-F6FB0DEAB61F}"/>
                </a:ext>
              </a:extLst>
            </p:cNvPr>
            <p:cNvSpPr/>
            <p:nvPr/>
          </p:nvSpPr>
          <p:spPr>
            <a:xfrm>
              <a:off x="9237405" y="2617254"/>
              <a:ext cx="22051" cy="17489"/>
            </a:xfrm>
            <a:custGeom>
              <a:avLst/>
              <a:gdLst>
                <a:gd name="connsiteX0" fmla="*/ 22052 w 22051"/>
                <a:gd name="connsiteY0" fmla="*/ 8745 h 17489"/>
                <a:gd name="connsiteX1" fmla="*/ 11026 w 22051"/>
                <a:gd name="connsiteY1" fmla="*/ 17490 h 17489"/>
                <a:gd name="connsiteX2" fmla="*/ 0 w 22051"/>
                <a:gd name="connsiteY2" fmla="*/ 8745 h 17489"/>
                <a:gd name="connsiteX3" fmla="*/ 11026 w 22051"/>
                <a:gd name="connsiteY3" fmla="*/ 0 h 17489"/>
                <a:gd name="connsiteX4" fmla="*/ 22052 w 22051"/>
                <a:gd name="connsiteY4" fmla="*/ 8745 h 1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051" h="17489">
                  <a:moveTo>
                    <a:pt x="22052" y="8745"/>
                  </a:moveTo>
                  <a:cubicBezTo>
                    <a:pt x="22052" y="13561"/>
                    <a:pt x="17109" y="17490"/>
                    <a:pt x="11026" y="17490"/>
                  </a:cubicBezTo>
                  <a:cubicBezTo>
                    <a:pt x="4943" y="17490"/>
                    <a:pt x="0" y="13561"/>
                    <a:pt x="0" y="8745"/>
                  </a:cubicBezTo>
                  <a:cubicBezTo>
                    <a:pt x="0" y="3929"/>
                    <a:pt x="4943" y="0"/>
                    <a:pt x="11026" y="0"/>
                  </a:cubicBezTo>
                  <a:cubicBezTo>
                    <a:pt x="17109" y="0"/>
                    <a:pt x="22052" y="3929"/>
                    <a:pt x="22052" y="874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4" name="Freeform: Shape 2073">
              <a:extLst>
                <a:ext uri="{FF2B5EF4-FFF2-40B4-BE49-F238E27FC236}">
                  <a16:creationId xmlns:a16="http://schemas.microsoft.com/office/drawing/2014/main" id="{C43553B1-A7F1-5B59-B1F7-3A31F6E431CC}"/>
                </a:ext>
              </a:extLst>
            </p:cNvPr>
            <p:cNvSpPr/>
            <p:nvPr/>
          </p:nvSpPr>
          <p:spPr>
            <a:xfrm>
              <a:off x="9276567" y="2716742"/>
              <a:ext cx="21544" cy="16982"/>
            </a:xfrm>
            <a:custGeom>
              <a:avLst/>
              <a:gdLst>
                <a:gd name="connsiteX0" fmla="*/ 21544 w 21544"/>
                <a:gd name="connsiteY0" fmla="*/ 8491 h 16982"/>
                <a:gd name="connsiteX1" fmla="*/ 10772 w 21544"/>
                <a:gd name="connsiteY1" fmla="*/ 16983 h 16982"/>
                <a:gd name="connsiteX2" fmla="*/ 0 w 21544"/>
                <a:gd name="connsiteY2" fmla="*/ 8491 h 16982"/>
                <a:gd name="connsiteX3" fmla="*/ 10772 w 21544"/>
                <a:gd name="connsiteY3" fmla="*/ 0 h 16982"/>
                <a:gd name="connsiteX4" fmla="*/ 21544 w 21544"/>
                <a:gd name="connsiteY4" fmla="*/ 8491 h 1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44" h="16982">
                  <a:moveTo>
                    <a:pt x="21544" y="8491"/>
                  </a:moveTo>
                  <a:cubicBezTo>
                    <a:pt x="21544" y="13180"/>
                    <a:pt x="16729" y="16983"/>
                    <a:pt x="10772" y="16983"/>
                  </a:cubicBezTo>
                  <a:cubicBezTo>
                    <a:pt x="4816" y="16983"/>
                    <a:pt x="0" y="13180"/>
                    <a:pt x="0" y="8491"/>
                  </a:cubicBezTo>
                  <a:cubicBezTo>
                    <a:pt x="0" y="3802"/>
                    <a:pt x="4816" y="0"/>
                    <a:pt x="10772" y="0"/>
                  </a:cubicBezTo>
                  <a:cubicBezTo>
                    <a:pt x="16729" y="0"/>
                    <a:pt x="21544" y="3802"/>
                    <a:pt x="21544" y="84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5" name="Freeform: Shape 2074">
              <a:extLst>
                <a:ext uri="{FF2B5EF4-FFF2-40B4-BE49-F238E27FC236}">
                  <a16:creationId xmlns:a16="http://schemas.microsoft.com/office/drawing/2014/main" id="{970F5D44-B2AF-B3F2-300F-94BBD4EEEAE3}"/>
                </a:ext>
              </a:extLst>
            </p:cNvPr>
            <p:cNvSpPr/>
            <p:nvPr/>
          </p:nvSpPr>
          <p:spPr>
            <a:xfrm>
              <a:off x="9311165" y="2817497"/>
              <a:ext cx="20531" cy="16475"/>
            </a:xfrm>
            <a:custGeom>
              <a:avLst/>
              <a:gdLst>
                <a:gd name="connsiteX0" fmla="*/ 20531 w 20531"/>
                <a:gd name="connsiteY0" fmla="*/ 8238 h 16475"/>
                <a:gd name="connsiteX1" fmla="*/ 10266 w 20531"/>
                <a:gd name="connsiteY1" fmla="*/ 16476 h 16475"/>
                <a:gd name="connsiteX2" fmla="*/ 0 w 20531"/>
                <a:gd name="connsiteY2" fmla="*/ 8238 h 16475"/>
                <a:gd name="connsiteX3" fmla="*/ 10266 w 20531"/>
                <a:gd name="connsiteY3" fmla="*/ 0 h 16475"/>
                <a:gd name="connsiteX4" fmla="*/ 20531 w 20531"/>
                <a:gd name="connsiteY4" fmla="*/ 8238 h 16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31" h="16475">
                  <a:moveTo>
                    <a:pt x="20531" y="8238"/>
                  </a:moveTo>
                  <a:cubicBezTo>
                    <a:pt x="20531" y="12800"/>
                    <a:pt x="15969" y="16476"/>
                    <a:pt x="10266" y="16476"/>
                  </a:cubicBezTo>
                  <a:cubicBezTo>
                    <a:pt x="4562" y="16476"/>
                    <a:pt x="0" y="12800"/>
                    <a:pt x="0" y="8238"/>
                  </a:cubicBezTo>
                  <a:cubicBezTo>
                    <a:pt x="0" y="3675"/>
                    <a:pt x="4562" y="0"/>
                    <a:pt x="10266" y="0"/>
                  </a:cubicBezTo>
                  <a:cubicBezTo>
                    <a:pt x="15969" y="0"/>
                    <a:pt x="20531" y="3675"/>
                    <a:pt x="20531" y="823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6" name="Freeform: Shape 2075">
              <a:extLst>
                <a:ext uri="{FF2B5EF4-FFF2-40B4-BE49-F238E27FC236}">
                  <a16:creationId xmlns:a16="http://schemas.microsoft.com/office/drawing/2014/main" id="{7729FD77-0366-E092-3A05-690EBAD2BDD6}"/>
                </a:ext>
              </a:extLst>
            </p:cNvPr>
            <p:cNvSpPr/>
            <p:nvPr/>
          </p:nvSpPr>
          <p:spPr>
            <a:xfrm>
              <a:off x="9340314" y="2919266"/>
              <a:ext cx="19770" cy="15715"/>
            </a:xfrm>
            <a:custGeom>
              <a:avLst/>
              <a:gdLst>
                <a:gd name="connsiteX0" fmla="*/ 19771 w 19770"/>
                <a:gd name="connsiteY0" fmla="*/ 7858 h 15715"/>
                <a:gd name="connsiteX1" fmla="*/ 9886 w 19770"/>
                <a:gd name="connsiteY1" fmla="*/ 15715 h 15715"/>
                <a:gd name="connsiteX2" fmla="*/ 0 w 19770"/>
                <a:gd name="connsiteY2" fmla="*/ 7858 h 15715"/>
                <a:gd name="connsiteX3" fmla="*/ 9886 w 19770"/>
                <a:gd name="connsiteY3" fmla="*/ 0 h 15715"/>
                <a:gd name="connsiteX4" fmla="*/ 19771 w 19770"/>
                <a:gd name="connsiteY4" fmla="*/ 7858 h 1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70" h="15715">
                  <a:moveTo>
                    <a:pt x="19771" y="7858"/>
                  </a:moveTo>
                  <a:cubicBezTo>
                    <a:pt x="19771" y="12167"/>
                    <a:pt x="15335" y="15715"/>
                    <a:pt x="9886" y="15715"/>
                  </a:cubicBezTo>
                  <a:cubicBezTo>
                    <a:pt x="4436" y="15715"/>
                    <a:pt x="0" y="12167"/>
                    <a:pt x="0" y="7858"/>
                  </a:cubicBezTo>
                  <a:cubicBezTo>
                    <a:pt x="0" y="3549"/>
                    <a:pt x="4436" y="0"/>
                    <a:pt x="9886" y="0"/>
                  </a:cubicBezTo>
                  <a:cubicBezTo>
                    <a:pt x="15335" y="0"/>
                    <a:pt x="19771" y="3549"/>
                    <a:pt x="19771" y="785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7" name="Freeform: Shape 2076">
              <a:extLst>
                <a:ext uri="{FF2B5EF4-FFF2-40B4-BE49-F238E27FC236}">
                  <a16:creationId xmlns:a16="http://schemas.microsoft.com/office/drawing/2014/main" id="{0431347D-B204-0D9B-EF06-875194367B0B}"/>
                </a:ext>
              </a:extLst>
            </p:cNvPr>
            <p:cNvSpPr/>
            <p:nvPr/>
          </p:nvSpPr>
          <p:spPr>
            <a:xfrm>
              <a:off x="9363887" y="3021542"/>
              <a:ext cx="19897" cy="15715"/>
            </a:xfrm>
            <a:custGeom>
              <a:avLst/>
              <a:gdLst>
                <a:gd name="connsiteX0" fmla="*/ 19898 w 19897"/>
                <a:gd name="connsiteY0" fmla="*/ 7858 h 15715"/>
                <a:gd name="connsiteX1" fmla="*/ 9886 w 19897"/>
                <a:gd name="connsiteY1" fmla="*/ 15715 h 15715"/>
                <a:gd name="connsiteX2" fmla="*/ 0 w 19897"/>
                <a:gd name="connsiteY2" fmla="*/ 7858 h 15715"/>
                <a:gd name="connsiteX3" fmla="*/ 9886 w 19897"/>
                <a:gd name="connsiteY3" fmla="*/ 0 h 15715"/>
                <a:gd name="connsiteX4" fmla="*/ 19898 w 19897"/>
                <a:gd name="connsiteY4" fmla="*/ 7858 h 1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97" h="15715">
                  <a:moveTo>
                    <a:pt x="19898" y="7858"/>
                  </a:moveTo>
                  <a:cubicBezTo>
                    <a:pt x="19898" y="12167"/>
                    <a:pt x="15462" y="15715"/>
                    <a:pt x="9886" y="15715"/>
                  </a:cubicBezTo>
                  <a:cubicBezTo>
                    <a:pt x="4309" y="15715"/>
                    <a:pt x="0" y="12167"/>
                    <a:pt x="0" y="7858"/>
                  </a:cubicBezTo>
                  <a:cubicBezTo>
                    <a:pt x="0" y="3549"/>
                    <a:pt x="4436" y="0"/>
                    <a:pt x="9886" y="0"/>
                  </a:cubicBezTo>
                  <a:cubicBezTo>
                    <a:pt x="15335" y="0"/>
                    <a:pt x="19898" y="3549"/>
                    <a:pt x="19898" y="785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8" name="Freeform: Shape 2077">
              <a:extLst>
                <a:ext uri="{FF2B5EF4-FFF2-40B4-BE49-F238E27FC236}">
                  <a16:creationId xmlns:a16="http://schemas.microsoft.com/office/drawing/2014/main" id="{F311D32B-7708-026A-8E87-6BFD2A72285A}"/>
                </a:ext>
              </a:extLst>
            </p:cNvPr>
            <p:cNvSpPr/>
            <p:nvPr/>
          </p:nvSpPr>
          <p:spPr>
            <a:xfrm>
              <a:off x="9383151" y="3125212"/>
              <a:ext cx="18250" cy="14447"/>
            </a:xfrm>
            <a:custGeom>
              <a:avLst/>
              <a:gdLst>
                <a:gd name="connsiteX0" fmla="*/ 18250 w 18250"/>
                <a:gd name="connsiteY0" fmla="*/ 7224 h 14447"/>
                <a:gd name="connsiteX1" fmla="*/ 9125 w 18250"/>
                <a:gd name="connsiteY1" fmla="*/ 14448 h 14447"/>
                <a:gd name="connsiteX2" fmla="*/ 0 w 18250"/>
                <a:gd name="connsiteY2" fmla="*/ 7224 h 14447"/>
                <a:gd name="connsiteX3" fmla="*/ 9125 w 18250"/>
                <a:gd name="connsiteY3" fmla="*/ 0 h 14447"/>
                <a:gd name="connsiteX4" fmla="*/ 18250 w 18250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7">
                  <a:moveTo>
                    <a:pt x="18250" y="7224"/>
                  </a:moveTo>
                  <a:cubicBezTo>
                    <a:pt x="18250" y="11153"/>
                    <a:pt x="14194" y="14448"/>
                    <a:pt x="9125" y="14448"/>
                  </a:cubicBezTo>
                  <a:cubicBezTo>
                    <a:pt x="4056" y="14448"/>
                    <a:pt x="0" y="11153"/>
                    <a:pt x="0" y="7224"/>
                  </a:cubicBezTo>
                  <a:cubicBezTo>
                    <a:pt x="0" y="3295"/>
                    <a:pt x="4056" y="0"/>
                    <a:pt x="9125" y="0"/>
                  </a:cubicBezTo>
                  <a:cubicBezTo>
                    <a:pt x="14194" y="0"/>
                    <a:pt x="18250" y="3168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9" name="Freeform: Shape 2078">
              <a:extLst>
                <a:ext uri="{FF2B5EF4-FFF2-40B4-BE49-F238E27FC236}">
                  <a16:creationId xmlns:a16="http://schemas.microsoft.com/office/drawing/2014/main" id="{D3000FCC-2499-FD05-7E46-F553126568D8}"/>
                </a:ext>
              </a:extLst>
            </p:cNvPr>
            <p:cNvSpPr/>
            <p:nvPr/>
          </p:nvSpPr>
          <p:spPr>
            <a:xfrm>
              <a:off x="9396458" y="3228882"/>
              <a:ext cx="17743" cy="13940"/>
            </a:xfrm>
            <a:custGeom>
              <a:avLst/>
              <a:gdLst>
                <a:gd name="connsiteX0" fmla="*/ 17743 w 17743"/>
                <a:gd name="connsiteY0" fmla="*/ 6970 h 13940"/>
                <a:gd name="connsiteX1" fmla="*/ 8872 w 17743"/>
                <a:gd name="connsiteY1" fmla="*/ 13941 h 13940"/>
                <a:gd name="connsiteX2" fmla="*/ 0 w 17743"/>
                <a:gd name="connsiteY2" fmla="*/ 6970 h 13940"/>
                <a:gd name="connsiteX3" fmla="*/ 8872 w 17743"/>
                <a:gd name="connsiteY3" fmla="*/ 0 h 13940"/>
                <a:gd name="connsiteX4" fmla="*/ 17743 w 17743"/>
                <a:gd name="connsiteY4" fmla="*/ 6970 h 13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3" h="13940">
                  <a:moveTo>
                    <a:pt x="17743" y="6970"/>
                  </a:moveTo>
                  <a:cubicBezTo>
                    <a:pt x="17743" y="10772"/>
                    <a:pt x="13815" y="13941"/>
                    <a:pt x="8872" y="13941"/>
                  </a:cubicBezTo>
                  <a:cubicBezTo>
                    <a:pt x="3929" y="13941"/>
                    <a:pt x="0" y="10772"/>
                    <a:pt x="0" y="6970"/>
                  </a:cubicBezTo>
                  <a:cubicBezTo>
                    <a:pt x="0" y="3168"/>
                    <a:pt x="3929" y="0"/>
                    <a:pt x="8872" y="0"/>
                  </a:cubicBezTo>
                  <a:cubicBezTo>
                    <a:pt x="13815" y="0"/>
                    <a:pt x="17743" y="3168"/>
                    <a:pt x="17743" y="69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0" name="Freeform: Shape 2079">
              <a:extLst>
                <a:ext uri="{FF2B5EF4-FFF2-40B4-BE49-F238E27FC236}">
                  <a16:creationId xmlns:a16="http://schemas.microsoft.com/office/drawing/2014/main" id="{6DF206B9-4029-A98A-F966-E3D7AC201F68}"/>
                </a:ext>
              </a:extLst>
            </p:cNvPr>
            <p:cNvSpPr/>
            <p:nvPr/>
          </p:nvSpPr>
          <p:spPr>
            <a:xfrm>
              <a:off x="9404823" y="3332932"/>
              <a:ext cx="16982" cy="13433"/>
            </a:xfrm>
            <a:custGeom>
              <a:avLst/>
              <a:gdLst>
                <a:gd name="connsiteX0" fmla="*/ 16982 w 16982"/>
                <a:gd name="connsiteY0" fmla="*/ 6717 h 13433"/>
                <a:gd name="connsiteX1" fmla="*/ 8491 w 16982"/>
                <a:gd name="connsiteY1" fmla="*/ 13434 h 13433"/>
                <a:gd name="connsiteX2" fmla="*/ 0 w 16982"/>
                <a:gd name="connsiteY2" fmla="*/ 6717 h 13433"/>
                <a:gd name="connsiteX3" fmla="*/ 8491 w 16982"/>
                <a:gd name="connsiteY3" fmla="*/ 0 h 13433"/>
                <a:gd name="connsiteX4" fmla="*/ 16982 w 16982"/>
                <a:gd name="connsiteY4" fmla="*/ 6717 h 13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82" h="13433">
                  <a:moveTo>
                    <a:pt x="16982" y="6717"/>
                  </a:moveTo>
                  <a:cubicBezTo>
                    <a:pt x="16982" y="10392"/>
                    <a:pt x="13180" y="13434"/>
                    <a:pt x="8491" y="13434"/>
                  </a:cubicBezTo>
                  <a:cubicBezTo>
                    <a:pt x="3802" y="13434"/>
                    <a:pt x="0" y="10392"/>
                    <a:pt x="0" y="6717"/>
                  </a:cubicBezTo>
                  <a:cubicBezTo>
                    <a:pt x="0" y="3042"/>
                    <a:pt x="3802" y="0"/>
                    <a:pt x="8491" y="0"/>
                  </a:cubicBezTo>
                  <a:cubicBezTo>
                    <a:pt x="13180" y="0"/>
                    <a:pt x="16982" y="3042"/>
                    <a:pt x="16982" y="671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1" name="Freeform: Shape 2080">
              <a:extLst>
                <a:ext uri="{FF2B5EF4-FFF2-40B4-BE49-F238E27FC236}">
                  <a16:creationId xmlns:a16="http://schemas.microsoft.com/office/drawing/2014/main" id="{6C0A62B4-244C-716B-B8A6-4CF532CDC329}"/>
                </a:ext>
              </a:extLst>
            </p:cNvPr>
            <p:cNvSpPr/>
            <p:nvPr/>
          </p:nvSpPr>
          <p:spPr>
            <a:xfrm>
              <a:off x="9532573" y="3436856"/>
              <a:ext cx="16982" cy="13433"/>
            </a:xfrm>
            <a:custGeom>
              <a:avLst/>
              <a:gdLst>
                <a:gd name="connsiteX0" fmla="*/ 16983 w 16982"/>
                <a:gd name="connsiteY0" fmla="*/ 6717 h 13433"/>
                <a:gd name="connsiteX1" fmla="*/ 8492 w 16982"/>
                <a:gd name="connsiteY1" fmla="*/ 13434 h 13433"/>
                <a:gd name="connsiteX2" fmla="*/ 0 w 16982"/>
                <a:gd name="connsiteY2" fmla="*/ 6717 h 13433"/>
                <a:gd name="connsiteX3" fmla="*/ 8492 w 16982"/>
                <a:gd name="connsiteY3" fmla="*/ 0 h 13433"/>
                <a:gd name="connsiteX4" fmla="*/ 16983 w 16982"/>
                <a:gd name="connsiteY4" fmla="*/ 6717 h 13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82" h="13433">
                  <a:moveTo>
                    <a:pt x="16983" y="6717"/>
                  </a:moveTo>
                  <a:cubicBezTo>
                    <a:pt x="16983" y="10392"/>
                    <a:pt x="13181" y="13434"/>
                    <a:pt x="8492" y="13434"/>
                  </a:cubicBezTo>
                  <a:cubicBezTo>
                    <a:pt x="3803" y="13434"/>
                    <a:pt x="0" y="10392"/>
                    <a:pt x="0" y="6717"/>
                  </a:cubicBezTo>
                  <a:cubicBezTo>
                    <a:pt x="0" y="3042"/>
                    <a:pt x="3803" y="0"/>
                    <a:pt x="8492" y="0"/>
                  </a:cubicBezTo>
                  <a:cubicBezTo>
                    <a:pt x="13181" y="0"/>
                    <a:pt x="16983" y="3042"/>
                    <a:pt x="16983" y="671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2" name="Freeform: Shape 2081">
              <a:extLst>
                <a:ext uri="{FF2B5EF4-FFF2-40B4-BE49-F238E27FC236}">
                  <a16:creationId xmlns:a16="http://schemas.microsoft.com/office/drawing/2014/main" id="{C2562BE9-66DE-1AAB-3401-8F5D999AEDE0}"/>
                </a:ext>
              </a:extLst>
            </p:cNvPr>
            <p:cNvSpPr/>
            <p:nvPr/>
          </p:nvSpPr>
          <p:spPr>
            <a:xfrm>
              <a:off x="9530672" y="3541286"/>
              <a:ext cx="15968" cy="12800"/>
            </a:xfrm>
            <a:custGeom>
              <a:avLst/>
              <a:gdLst>
                <a:gd name="connsiteX0" fmla="*/ 15969 w 15968"/>
                <a:gd name="connsiteY0" fmla="*/ 6337 h 12800"/>
                <a:gd name="connsiteX1" fmla="*/ 7984 w 15968"/>
                <a:gd name="connsiteY1" fmla="*/ 12800 h 12800"/>
                <a:gd name="connsiteX2" fmla="*/ 0 w 15968"/>
                <a:gd name="connsiteY2" fmla="*/ 6337 h 12800"/>
                <a:gd name="connsiteX3" fmla="*/ 7984 w 15968"/>
                <a:gd name="connsiteY3" fmla="*/ 0 h 12800"/>
                <a:gd name="connsiteX4" fmla="*/ 15969 w 15968"/>
                <a:gd name="connsiteY4" fmla="*/ 6337 h 1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800">
                  <a:moveTo>
                    <a:pt x="15969" y="6337"/>
                  </a:moveTo>
                  <a:cubicBezTo>
                    <a:pt x="15969" y="9886"/>
                    <a:pt x="12420" y="12800"/>
                    <a:pt x="7984" y="12800"/>
                  </a:cubicBezTo>
                  <a:cubicBezTo>
                    <a:pt x="3548" y="12800"/>
                    <a:pt x="0" y="9886"/>
                    <a:pt x="0" y="6337"/>
                  </a:cubicBezTo>
                  <a:cubicBezTo>
                    <a:pt x="0" y="2788"/>
                    <a:pt x="3675" y="0"/>
                    <a:pt x="7984" y="0"/>
                  </a:cubicBezTo>
                  <a:cubicBezTo>
                    <a:pt x="12293" y="0"/>
                    <a:pt x="15969" y="2915"/>
                    <a:pt x="15969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3" name="Freeform: Shape 2082">
              <a:extLst>
                <a:ext uri="{FF2B5EF4-FFF2-40B4-BE49-F238E27FC236}">
                  <a16:creationId xmlns:a16="http://schemas.microsoft.com/office/drawing/2014/main" id="{21F38F8F-8E57-58C6-CF80-067617CE53D7}"/>
                </a:ext>
              </a:extLst>
            </p:cNvPr>
            <p:cNvSpPr/>
            <p:nvPr/>
          </p:nvSpPr>
          <p:spPr>
            <a:xfrm>
              <a:off x="9523321" y="3645210"/>
              <a:ext cx="15462" cy="12420"/>
            </a:xfrm>
            <a:custGeom>
              <a:avLst/>
              <a:gdLst>
                <a:gd name="connsiteX0" fmla="*/ 15462 w 15462"/>
                <a:gd name="connsiteY0" fmla="*/ 6210 h 12420"/>
                <a:gd name="connsiteX1" fmla="*/ 7731 w 15462"/>
                <a:gd name="connsiteY1" fmla="*/ 12420 h 12420"/>
                <a:gd name="connsiteX2" fmla="*/ 0 w 15462"/>
                <a:gd name="connsiteY2" fmla="*/ 6210 h 12420"/>
                <a:gd name="connsiteX3" fmla="*/ 7731 w 15462"/>
                <a:gd name="connsiteY3" fmla="*/ 0 h 12420"/>
                <a:gd name="connsiteX4" fmla="*/ 15462 w 15462"/>
                <a:gd name="connsiteY4" fmla="*/ 6210 h 12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62" h="12420">
                  <a:moveTo>
                    <a:pt x="15462" y="6210"/>
                  </a:moveTo>
                  <a:cubicBezTo>
                    <a:pt x="15462" y="9632"/>
                    <a:pt x="11913" y="12420"/>
                    <a:pt x="7731" y="12420"/>
                  </a:cubicBezTo>
                  <a:cubicBezTo>
                    <a:pt x="3549" y="12420"/>
                    <a:pt x="0" y="9632"/>
                    <a:pt x="0" y="6210"/>
                  </a:cubicBezTo>
                  <a:cubicBezTo>
                    <a:pt x="0" y="2788"/>
                    <a:pt x="3422" y="0"/>
                    <a:pt x="7731" y="0"/>
                  </a:cubicBezTo>
                  <a:cubicBezTo>
                    <a:pt x="12040" y="0"/>
                    <a:pt x="15462" y="2788"/>
                    <a:pt x="15462" y="621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4" name="Freeform: Shape 2083">
              <a:extLst>
                <a:ext uri="{FF2B5EF4-FFF2-40B4-BE49-F238E27FC236}">
                  <a16:creationId xmlns:a16="http://schemas.microsoft.com/office/drawing/2014/main" id="{1E7C8AE5-8A55-5973-47B5-9A53D9AADF2F}"/>
                </a:ext>
              </a:extLst>
            </p:cNvPr>
            <p:cNvSpPr/>
            <p:nvPr/>
          </p:nvSpPr>
          <p:spPr>
            <a:xfrm>
              <a:off x="9511028" y="3749133"/>
              <a:ext cx="14701" cy="11659"/>
            </a:xfrm>
            <a:custGeom>
              <a:avLst/>
              <a:gdLst>
                <a:gd name="connsiteX0" fmla="*/ 14701 w 14701"/>
                <a:gd name="connsiteY0" fmla="*/ 5830 h 11659"/>
                <a:gd name="connsiteX1" fmla="*/ 7350 w 14701"/>
                <a:gd name="connsiteY1" fmla="*/ 11659 h 11659"/>
                <a:gd name="connsiteX2" fmla="*/ 0 w 14701"/>
                <a:gd name="connsiteY2" fmla="*/ 5830 h 11659"/>
                <a:gd name="connsiteX3" fmla="*/ 7350 w 14701"/>
                <a:gd name="connsiteY3" fmla="*/ 0 h 11659"/>
                <a:gd name="connsiteX4" fmla="*/ 14701 w 14701"/>
                <a:gd name="connsiteY4" fmla="*/ 5830 h 11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01" h="11659">
                  <a:moveTo>
                    <a:pt x="14701" y="5830"/>
                  </a:moveTo>
                  <a:cubicBezTo>
                    <a:pt x="14701" y="8998"/>
                    <a:pt x="11406" y="11659"/>
                    <a:pt x="7350" y="11659"/>
                  </a:cubicBezTo>
                  <a:cubicBezTo>
                    <a:pt x="3294" y="11659"/>
                    <a:pt x="0" y="9125"/>
                    <a:pt x="0" y="5830"/>
                  </a:cubicBezTo>
                  <a:cubicBezTo>
                    <a:pt x="0" y="2534"/>
                    <a:pt x="3294" y="0"/>
                    <a:pt x="7350" y="0"/>
                  </a:cubicBezTo>
                  <a:cubicBezTo>
                    <a:pt x="11406" y="0"/>
                    <a:pt x="14701" y="2534"/>
                    <a:pt x="14701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5" name="Freeform: Shape 2084">
              <a:extLst>
                <a:ext uri="{FF2B5EF4-FFF2-40B4-BE49-F238E27FC236}">
                  <a16:creationId xmlns:a16="http://schemas.microsoft.com/office/drawing/2014/main" id="{F557B75C-68BB-C41C-D8DE-690006046B0A}"/>
                </a:ext>
              </a:extLst>
            </p:cNvPr>
            <p:cNvSpPr/>
            <p:nvPr/>
          </p:nvSpPr>
          <p:spPr>
            <a:xfrm>
              <a:off x="9493665" y="3852423"/>
              <a:ext cx="13940" cy="11152"/>
            </a:xfrm>
            <a:custGeom>
              <a:avLst/>
              <a:gdLst>
                <a:gd name="connsiteX0" fmla="*/ 13941 w 13940"/>
                <a:gd name="connsiteY0" fmla="*/ 5576 h 11152"/>
                <a:gd name="connsiteX1" fmla="*/ 6970 w 13940"/>
                <a:gd name="connsiteY1" fmla="*/ 11153 h 11152"/>
                <a:gd name="connsiteX2" fmla="*/ 0 w 13940"/>
                <a:gd name="connsiteY2" fmla="*/ 5576 h 11152"/>
                <a:gd name="connsiteX3" fmla="*/ 6970 w 13940"/>
                <a:gd name="connsiteY3" fmla="*/ 0 h 11152"/>
                <a:gd name="connsiteX4" fmla="*/ 13941 w 13940"/>
                <a:gd name="connsiteY4" fmla="*/ 5576 h 11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0" h="11152">
                  <a:moveTo>
                    <a:pt x="13941" y="5576"/>
                  </a:moveTo>
                  <a:cubicBezTo>
                    <a:pt x="13941" y="8618"/>
                    <a:pt x="10772" y="11153"/>
                    <a:pt x="6970" y="11153"/>
                  </a:cubicBezTo>
                  <a:cubicBezTo>
                    <a:pt x="3168" y="11153"/>
                    <a:pt x="0" y="8618"/>
                    <a:pt x="0" y="5576"/>
                  </a:cubicBezTo>
                  <a:cubicBezTo>
                    <a:pt x="0" y="2534"/>
                    <a:pt x="3168" y="0"/>
                    <a:pt x="6970" y="0"/>
                  </a:cubicBezTo>
                  <a:cubicBezTo>
                    <a:pt x="10772" y="0"/>
                    <a:pt x="13941" y="2408"/>
                    <a:pt x="13941" y="55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6" name="Freeform: Shape 2085">
              <a:extLst>
                <a:ext uri="{FF2B5EF4-FFF2-40B4-BE49-F238E27FC236}">
                  <a16:creationId xmlns:a16="http://schemas.microsoft.com/office/drawing/2014/main" id="{25106EBC-96CD-5BB4-B865-F872C00036CD}"/>
                </a:ext>
              </a:extLst>
            </p:cNvPr>
            <p:cNvSpPr/>
            <p:nvPr/>
          </p:nvSpPr>
          <p:spPr>
            <a:xfrm>
              <a:off x="9471487" y="3955332"/>
              <a:ext cx="12546" cy="10012"/>
            </a:xfrm>
            <a:custGeom>
              <a:avLst/>
              <a:gdLst>
                <a:gd name="connsiteX0" fmla="*/ 12547 w 12546"/>
                <a:gd name="connsiteY0" fmla="*/ 5069 h 10012"/>
                <a:gd name="connsiteX1" fmla="*/ 6337 w 12546"/>
                <a:gd name="connsiteY1" fmla="*/ 10012 h 10012"/>
                <a:gd name="connsiteX2" fmla="*/ 0 w 12546"/>
                <a:gd name="connsiteY2" fmla="*/ 5069 h 10012"/>
                <a:gd name="connsiteX3" fmla="*/ 6337 w 12546"/>
                <a:gd name="connsiteY3" fmla="*/ 0 h 10012"/>
                <a:gd name="connsiteX4" fmla="*/ 12547 w 12546"/>
                <a:gd name="connsiteY4" fmla="*/ 5069 h 1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46" h="10012">
                  <a:moveTo>
                    <a:pt x="12547" y="5069"/>
                  </a:moveTo>
                  <a:lnTo>
                    <a:pt x="6337" y="10012"/>
                  </a:lnTo>
                  <a:lnTo>
                    <a:pt x="0" y="5069"/>
                  </a:lnTo>
                  <a:lnTo>
                    <a:pt x="6337" y="0"/>
                  </a:lnTo>
                  <a:lnTo>
                    <a:pt x="12547" y="506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7" name="Freeform: Shape 2086">
              <a:extLst>
                <a:ext uri="{FF2B5EF4-FFF2-40B4-BE49-F238E27FC236}">
                  <a16:creationId xmlns:a16="http://schemas.microsoft.com/office/drawing/2014/main" id="{430CA781-D37D-BF9D-65A4-B654B42ADCEE}"/>
                </a:ext>
              </a:extLst>
            </p:cNvPr>
            <p:cNvSpPr/>
            <p:nvPr/>
          </p:nvSpPr>
          <p:spPr>
            <a:xfrm>
              <a:off x="9443984" y="4057228"/>
              <a:ext cx="12040" cy="9505"/>
            </a:xfrm>
            <a:custGeom>
              <a:avLst/>
              <a:gdLst>
                <a:gd name="connsiteX0" fmla="*/ 12040 w 12040"/>
                <a:gd name="connsiteY0" fmla="*/ 4689 h 9505"/>
                <a:gd name="connsiteX1" fmla="*/ 6084 w 12040"/>
                <a:gd name="connsiteY1" fmla="*/ 9505 h 9505"/>
                <a:gd name="connsiteX2" fmla="*/ 0 w 12040"/>
                <a:gd name="connsiteY2" fmla="*/ 4689 h 9505"/>
                <a:gd name="connsiteX3" fmla="*/ 6084 w 12040"/>
                <a:gd name="connsiteY3" fmla="*/ 0 h 9505"/>
                <a:gd name="connsiteX4" fmla="*/ 12040 w 12040"/>
                <a:gd name="connsiteY4" fmla="*/ 4689 h 9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40" h="9505">
                  <a:moveTo>
                    <a:pt x="12040" y="4689"/>
                  </a:moveTo>
                  <a:lnTo>
                    <a:pt x="6084" y="9505"/>
                  </a:lnTo>
                  <a:lnTo>
                    <a:pt x="0" y="4689"/>
                  </a:lnTo>
                  <a:lnTo>
                    <a:pt x="6084" y="0"/>
                  </a:lnTo>
                  <a:lnTo>
                    <a:pt x="12040" y="468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8" name="Freeform: Shape 2087">
              <a:extLst>
                <a:ext uri="{FF2B5EF4-FFF2-40B4-BE49-F238E27FC236}">
                  <a16:creationId xmlns:a16="http://schemas.microsoft.com/office/drawing/2014/main" id="{953D13C8-4F07-0AC3-B3B1-96BBC9078135}"/>
                </a:ext>
              </a:extLst>
            </p:cNvPr>
            <p:cNvSpPr/>
            <p:nvPr/>
          </p:nvSpPr>
          <p:spPr>
            <a:xfrm>
              <a:off x="9411794" y="4158237"/>
              <a:ext cx="11152" cy="8871"/>
            </a:xfrm>
            <a:custGeom>
              <a:avLst/>
              <a:gdLst>
                <a:gd name="connsiteX0" fmla="*/ 11153 w 11152"/>
                <a:gd name="connsiteY0" fmla="*/ 4436 h 8871"/>
                <a:gd name="connsiteX1" fmla="*/ 5576 w 11152"/>
                <a:gd name="connsiteY1" fmla="*/ 8871 h 8871"/>
                <a:gd name="connsiteX2" fmla="*/ 0 w 11152"/>
                <a:gd name="connsiteY2" fmla="*/ 4436 h 8871"/>
                <a:gd name="connsiteX3" fmla="*/ 5576 w 11152"/>
                <a:gd name="connsiteY3" fmla="*/ 0 h 8871"/>
                <a:gd name="connsiteX4" fmla="*/ 11153 w 11152"/>
                <a:gd name="connsiteY4" fmla="*/ 4436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52" h="8871">
                  <a:moveTo>
                    <a:pt x="11153" y="4436"/>
                  </a:moveTo>
                  <a:lnTo>
                    <a:pt x="5576" y="8871"/>
                  </a:lnTo>
                  <a:lnTo>
                    <a:pt x="0" y="4436"/>
                  </a:lnTo>
                  <a:lnTo>
                    <a:pt x="5576" y="0"/>
                  </a:lnTo>
                  <a:lnTo>
                    <a:pt x="11153" y="44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9" name="Freeform: Shape 2088">
              <a:extLst>
                <a:ext uri="{FF2B5EF4-FFF2-40B4-BE49-F238E27FC236}">
                  <a16:creationId xmlns:a16="http://schemas.microsoft.com/office/drawing/2014/main" id="{7406287A-9305-AA5E-F483-E9B250CE6424}"/>
                </a:ext>
              </a:extLst>
            </p:cNvPr>
            <p:cNvSpPr/>
            <p:nvPr/>
          </p:nvSpPr>
          <p:spPr>
            <a:xfrm>
              <a:off x="9374406" y="4258105"/>
              <a:ext cx="10646" cy="8364"/>
            </a:xfrm>
            <a:custGeom>
              <a:avLst/>
              <a:gdLst>
                <a:gd name="connsiteX0" fmla="*/ 10646 w 10646"/>
                <a:gd name="connsiteY0" fmla="*/ 4182 h 8364"/>
                <a:gd name="connsiteX1" fmla="*/ 5323 w 10646"/>
                <a:gd name="connsiteY1" fmla="*/ 8364 h 8364"/>
                <a:gd name="connsiteX2" fmla="*/ 0 w 10646"/>
                <a:gd name="connsiteY2" fmla="*/ 4182 h 8364"/>
                <a:gd name="connsiteX3" fmla="*/ 5323 w 10646"/>
                <a:gd name="connsiteY3" fmla="*/ 0 h 8364"/>
                <a:gd name="connsiteX4" fmla="*/ 10646 w 10646"/>
                <a:gd name="connsiteY4" fmla="*/ 4182 h 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46" h="8364">
                  <a:moveTo>
                    <a:pt x="10646" y="4182"/>
                  </a:moveTo>
                  <a:lnTo>
                    <a:pt x="5323" y="8364"/>
                  </a:lnTo>
                  <a:lnTo>
                    <a:pt x="0" y="4182"/>
                  </a:lnTo>
                  <a:lnTo>
                    <a:pt x="5323" y="0"/>
                  </a:lnTo>
                  <a:lnTo>
                    <a:pt x="10646" y="41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0" name="Freeform: Shape 2089">
              <a:extLst>
                <a:ext uri="{FF2B5EF4-FFF2-40B4-BE49-F238E27FC236}">
                  <a16:creationId xmlns:a16="http://schemas.microsoft.com/office/drawing/2014/main" id="{177DC85B-78EB-D0FE-C15C-1069E59FE4F9}"/>
                </a:ext>
              </a:extLst>
            </p:cNvPr>
            <p:cNvSpPr/>
            <p:nvPr/>
          </p:nvSpPr>
          <p:spPr>
            <a:xfrm>
              <a:off x="9332711" y="4357086"/>
              <a:ext cx="9251" cy="7223"/>
            </a:xfrm>
            <a:custGeom>
              <a:avLst/>
              <a:gdLst>
                <a:gd name="connsiteX0" fmla="*/ 9251 w 9251"/>
                <a:gd name="connsiteY0" fmla="*/ 3549 h 7223"/>
                <a:gd name="connsiteX1" fmla="*/ 4562 w 9251"/>
                <a:gd name="connsiteY1" fmla="*/ 7224 h 7223"/>
                <a:gd name="connsiteX2" fmla="*/ 0 w 9251"/>
                <a:gd name="connsiteY2" fmla="*/ 3549 h 7223"/>
                <a:gd name="connsiteX3" fmla="*/ 4562 w 9251"/>
                <a:gd name="connsiteY3" fmla="*/ 0 h 7223"/>
                <a:gd name="connsiteX4" fmla="*/ 9251 w 9251"/>
                <a:gd name="connsiteY4" fmla="*/ 3549 h 7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51" h="7223">
                  <a:moveTo>
                    <a:pt x="9251" y="3549"/>
                  </a:moveTo>
                  <a:lnTo>
                    <a:pt x="4562" y="7224"/>
                  </a:lnTo>
                  <a:lnTo>
                    <a:pt x="0" y="3549"/>
                  </a:lnTo>
                  <a:lnTo>
                    <a:pt x="4562" y="0"/>
                  </a:lnTo>
                  <a:lnTo>
                    <a:pt x="9251" y="354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1" name="Freeform: Shape 2090">
              <a:extLst>
                <a:ext uri="{FF2B5EF4-FFF2-40B4-BE49-F238E27FC236}">
                  <a16:creationId xmlns:a16="http://schemas.microsoft.com/office/drawing/2014/main" id="{AC6072BF-6ECF-C26A-778A-C529B3B8BA9F}"/>
                </a:ext>
              </a:extLst>
            </p:cNvPr>
            <p:cNvSpPr/>
            <p:nvPr/>
          </p:nvSpPr>
          <p:spPr>
            <a:xfrm>
              <a:off x="9285818" y="4454292"/>
              <a:ext cx="8491" cy="6716"/>
            </a:xfrm>
            <a:custGeom>
              <a:avLst/>
              <a:gdLst>
                <a:gd name="connsiteX0" fmla="*/ 8491 w 8491"/>
                <a:gd name="connsiteY0" fmla="*/ 3422 h 6716"/>
                <a:gd name="connsiteX1" fmla="*/ 4309 w 8491"/>
                <a:gd name="connsiteY1" fmla="*/ 6717 h 6716"/>
                <a:gd name="connsiteX2" fmla="*/ 0 w 8491"/>
                <a:gd name="connsiteY2" fmla="*/ 3422 h 6716"/>
                <a:gd name="connsiteX3" fmla="*/ 4309 w 8491"/>
                <a:gd name="connsiteY3" fmla="*/ 0 h 6716"/>
                <a:gd name="connsiteX4" fmla="*/ 8491 w 8491"/>
                <a:gd name="connsiteY4" fmla="*/ 3422 h 6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91" h="6716">
                  <a:moveTo>
                    <a:pt x="8491" y="3422"/>
                  </a:moveTo>
                  <a:lnTo>
                    <a:pt x="4309" y="6717"/>
                  </a:lnTo>
                  <a:lnTo>
                    <a:pt x="0" y="3422"/>
                  </a:lnTo>
                  <a:lnTo>
                    <a:pt x="4309" y="0"/>
                  </a:lnTo>
                  <a:lnTo>
                    <a:pt x="8491" y="342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2" name="Freeform: Shape 2091">
              <a:extLst>
                <a:ext uri="{FF2B5EF4-FFF2-40B4-BE49-F238E27FC236}">
                  <a16:creationId xmlns:a16="http://schemas.microsoft.com/office/drawing/2014/main" id="{8434C3C5-6ECA-747A-A785-3A44D97F2C69}"/>
                </a:ext>
              </a:extLst>
            </p:cNvPr>
            <p:cNvSpPr/>
            <p:nvPr/>
          </p:nvSpPr>
          <p:spPr>
            <a:xfrm>
              <a:off x="9234236" y="4550104"/>
              <a:ext cx="7857" cy="6210"/>
            </a:xfrm>
            <a:custGeom>
              <a:avLst/>
              <a:gdLst>
                <a:gd name="connsiteX0" fmla="*/ 7858 w 7857"/>
                <a:gd name="connsiteY0" fmla="*/ 3042 h 6210"/>
                <a:gd name="connsiteX1" fmla="*/ 3929 w 7857"/>
                <a:gd name="connsiteY1" fmla="*/ 6210 h 6210"/>
                <a:gd name="connsiteX2" fmla="*/ 0 w 7857"/>
                <a:gd name="connsiteY2" fmla="*/ 3042 h 6210"/>
                <a:gd name="connsiteX3" fmla="*/ 3929 w 7857"/>
                <a:gd name="connsiteY3" fmla="*/ 0 h 6210"/>
                <a:gd name="connsiteX4" fmla="*/ 7858 w 7857"/>
                <a:gd name="connsiteY4" fmla="*/ 3042 h 6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57" h="6210">
                  <a:moveTo>
                    <a:pt x="7858" y="3042"/>
                  </a:moveTo>
                  <a:lnTo>
                    <a:pt x="3929" y="6210"/>
                  </a:lnTo>
                  <a:lnTo>
                    <a:pt x="0" y="3042"/>
                  </a:lnTo>
                  <a:lnTo>
                    <a:pt x="3929" y="0"/>
                  </a:lnTo>
                  <a:lnTo>
                    <a:pt x="7858" y="30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3" name="Freeform: Shape 2092">
              <a:extLst>
                <a:ext uri="{FF2B5EF4-FFF2-40B4-BE49-F238E27FC236}">
                  <a16:creationId xmlns:a16="http://schemas.microsoft.com/office/drawing/2014/main" id="{400F9B04-0AAA-4AFE-4DB5-7D2E96D60641}"/>
                </a:ext>
              </a:extLst>
            </p:cNvPr>
            <p:cNvSpPr/>
            <p:nvPr/>
          </p:nvSpPr>
          <p:spPr>
            <a:xfrm>
              <a:off x="9178346" y="4644396"/>
              <a:ext cx="6462" cy="5196"/>
            </a:xfrm>
            <a:custGeom>
              <a:avLst/>
              <a:gdLst>
                <a:gd name="connsiteX0" fmla="*/ 6463 w 6462"/>
                <a:gd name="connsiteY0" fmla="*/ 2535 h 5196"/>
                <a:gd name="connsiteX1" fmla="*/ 3294 w 6462"/>
                <a:gd name="connsiteY1" fmla="*/ 5196 h 5196"/>
                <a:gd name="connsiteX2" fmla="*/ 0 w 6462"/>
                <a:gd name="connsiteY2" fmla="*/ 2535 h 5196"/>
                <a:gd name="connsiteX3" fmla="*/ 3294 w 6462"/>
                <a:gd name="connsiteY3" fmla="*/ 0 h 5196"/>
                <a:gd name="connsiteX4" fmla="*/ 6463 w 6462"/>
                <a:gd name="connsiteY4" fmla="*/ 2535 h 5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2" h="5196">
                  <a:moveTo>
                    <a:pt x="6463" y="2535"/>
                  </a:moveTo>
                  <a:lnTo>
                    <a:pt x="3294" y="5196"/>
                  </a:lnTo>
                  <a:lnTo>
                    <a:pt x="0" y="2535"/>
                  </a:lnTo>
                  <a:lnTo>
                    <a:pt x="3294" y="0"/>
                  </a:lnTo>
                  <a:lnTo>
                    <a:pt x="6463" y="253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4" name="Freeform: Shape 2093">
              <a:extLst>
                <a:ext uri="{FF2B5EF4-FFF2-40B4-BE49-F238E27FC236}">
                  <a16:creationId xmlns:a16="http://schemas.microsoft.com/office/drawing/2014/main" id="{30B68174-7661-0413-C9D2-5D73D488760A}"/>
                </a:ext>
              </a:extLst>
            </p:cNvPr>
            <p:cNvSpPr/>
            <p:nvPr/>
          </p:nvSpPr>
          <p:spPr>
            <a:xfrm>
              <a:off x="9117512" y="4736659"/>
              <a:ext cx="5956" cy="4689"/>
            </a:xfrm>
            <a:custGeom>
              <a:avLst/>
              <a:gdLst>
                <a:gd name="connsiteX0" fmla="*/ 5957 w 5956"/>
                <a:gd name="connsiteY0" fmla="*/ 2408 h 4689"/>
                <a:gd name="connsiteX1" fmla="*/ 3042 w 5956"/>
                <a:gd name="connsiteY1" fmla="*/ 4689 h 4689"/>
                <a:gd name="connsiteX2" fmla="*/ 0 w 5956"/>
                <a:gd name="connsiteY2" fmla="*/ 2408 h 4689"/>
                <a:gd name="connsiteX3" fmla="*/ 3042 w 5956"/>
                <a:gd name="connsiteY3" fmla="*/ 0 h 4689"/>
                <a:gd name="connsiteX4" fmla="*/ 5957 w 5956"/>
                <a:gd name="connsiteY4" fmla="*/ 2408 h 4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6" h="4689">
                  <a:moveTo>
                    <a:pt x="5957" y="2408"/>
                  </a:moveTo>
                  <a:lnTo>
                    <a:pt x="3042" y="4689"/>
                  </a:lnTo>
                  <a:lnTo>
                    <a:pt x="0" y="2408"/>
                  </a:lnTo>
                  <a:lnTo>
                    <a:pt x="3042" y="0"/>
                  </a:lnTo>
                  <a:lnTo>
                    <a:pt x="5957" y="240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5" name="Freeform: Shape 2094">
              <a:extLst>
                <a:ext uri="{FF2B5EF4-FFF2-40B4-BE49-F238E27FC236}">
                  <a16:creationId xmlns:a16="http://schemas.microsoft.com/office/drawing/2014/main" id="{8FFD8D9C-0067-1033-0290-11671D18CDD7}"/>
                </a:ext>
              </a:extLst>
            </p:cNvPr>
            <p:cNvSpPr/>
            <p:nvPr/>
          </p:nvSpPr>
          <p:spPr>
            <a:xfrm>
              <a:off x="9052624" y="4827149"/>
              <a:ext cx="4689" cy="3801"/>
            </a:xfrm>
            <a:custGeom>
              <a:avLst/>
              <a:gdLst>
                <a:gd name="connsiteX0" fmla="*/ 4689 w 4689"/>
                <a:gd name="connsiteY0" fmla="*/ 1901 h 3801"/>
                <a:gd name="connsiteX1" fmla="*/ 2281 w 4689"/>
                <a:gd name="connsiteY1" fmla="*/ 3802 h 3801"/>
                <a:gd name="connsiteX2" fmla="*/ 0 w 4689"/>
                <a:gd name="connsiteY2" fmla="*/ 1901 h 3801"/>
                <a:gd name="connsiteX3" fmla="*/ 2281 w 4689"/>
                <a:gd name="connsiteY3" fmla="*/ 0 h 3801"/>
                <a:gd name="connsiteX4" fmla="*/ 4689 w 4689"/>
                <a:gd name="connsiteY4" fmla="*/ 1901 h 3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89" h="3801">
                  <a:moveTo>
                    <a:pt x="4689" y="1901"/>
                  </a:moveTo>
                  <a:lnTo>
                    <a:pt x="2281" y="3802"/>
                  </a:lnTo>
                  <a:lnTo>
                    <a:pt x="0" y="1901"/>
                  </a:lnTo>
                  <a:lnTo>
                    <a:pt x="2281" y="0"/>
                  </a:lnTo>
                  <a:lnTo>
                    <a:pt x="4689" y="190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6" name="Freeform: Shape 2095">
              <a:extLst>
                <a:ext uri="{FF2B5EF4-FFF2-40B4-BE49-F238E27FC236}">
                  <a16:creationId xmlns:a16="http://schemas.microsoft.com/office/drawing/2014/main" id="{9C0FE4AF-08CC-E549-9F05-C6FAE02E7E51}"/>
                </a:ext>
              </a:extLst>
            </p:cNvPr>
            <p:cNvSpPr/>
            <p:nvPr/>
          </p:nvSpPr>
          <p:spPr>
            <a:xfrm>
              <a:off x="8982919" y="4915357"/>
              <a:ext cx="4182" cy="3295"/>
            </a:xfrm>
            <a:custGeom>
              <a:avLst/>
              <a:gdLst>
                <a:gd name="connsiteX0" fmla="*/ 4183 w 4182"/>
                <a:gd name="connsiteY0" fmla="*/ 1648 h 3295"/>
                <a:gd name="connsiteX1" fmla="*/ 2028 w 4182"/>
                <a:gd name="connsiteY1" fmla="*/ 3295 h 3295"/>
                <a:gd name="connsiteX2" fmla="*/ 0 w 4182"/>
                <a:gd name="connsiteY2" fmla="*/ 1648 h 3295"/>
                <a:gd name="connsiteX3" fmla="*/ 2028 w 4182"/>
                <a:gd name="connsiteY3" fmla="*/ 0 h 3295"/>
                <a:gd name="connsiteX4" fmla="*/ 4183 w 4182"/>
                <a:gd name="connsiteY4" fmla="*/ 1648 h 3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2" h="3295">
                  <a:moveTo>
                    <a:pt x="4183" y="1648"/>
                  </a:moveTo>
                  <a:lnTo>
                    <a:pt x="2028" y="3295"/>
                  </a:lnTo>
                  <a:lnTo>
                    <a:pt x="0" y="1648"/>
                  </a:lnTo>
                  <a:lnTo>
                    <a:pt x="2028" y="0"/>
                  </a:lnTo>
                  <a:lnTo>
                    <a:pt x="4183" y="164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7" name="Freeform: Shape 2096">
              <a:extLst>
                <a:ext uri="{FF2B5EF4-FFF2-40B4-BE49-F238E27FC236}">
                  <a16:creationId xmlns:a16="http://schemas.microsoft.com/office/drawing/2014/main" id="{A1B589E8-855A-E912-C568-DE9DFC1E205F}"/>
                </a:ext>
              </a:extLst>
            </p:cNvPr>
            <p:cNvSpPr/>
            <p:nvPr/>
          </p:nvSpPr>
          <p:spPr>
            <a:xfrm>
              <a:off x="8909158" y="5001411"/>
              <a:ext cx="3548" cy="2788"/>
            </a:xfrm>
            <a:custGeom>
              <a:avLst/>
              <a:gdLst>
                <a:gd name="connsiteX0" fmla="*/ 3549 w 3548"/>
                <a:gd name="connsiteY0" fmla="*/ 1394 h 2788"/>
                <a:gd name="connsiteX1" fmla="*/ 1648 w 3548"/>
                <a:gd name="connsiteY1" fmla="*/ 2788 h 2788"/>
                <a:gd name="connsiteX2" fmla="*/ 0 w 3548"/>
                <a:gd name="connsiteY2" fmla="*/ 1394 h 2788"/>
                <a:gd name="connsiteX3" fmla="*/ 1648 w 3548"/>
                <a:gd name="connsiteY3" fmla="*/ 0 h 2788"/>
                <a:gd name="connsiteX4" fmla="*/ 3549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9" y="1394"/>
                  </a:moveTo>
                  <a:lnTo>
                    <a:pt x="1648" y="2788"/>
                  </a:lnTo>
                  <a:lnTo>
                    <a:pt x="0" y="1394"/>
                  </a:lnTo>
                  <a:lnTo>
                    <a:pt x="1648" y="0"/>
                  </a:lnTo>
                  <a:lnTo>
                    <a:pt x="3549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8" name="Freeform: Shape 2097">
              <a:extLst>
                <a:ext uri="{FF2B5EF4-FFF2-40B4-BE49-F238E27FC236}">
                  <a16:creationId xmlns:a16="http://schemas.microsoft.com/office/drawing/2014/main" id="{AA6ECA0A-3460-8A17-1321-03C5736F04F6}"/>
                </a:ext>
              </a:extLst>
            </p:cNvPr>
            <p:cNvSpPr/>
            <p:nvPr/>
          </p:nvSpPr>
          <p:spPr>
            <a:xfrm>
              <a:off x="8831470" y="5085310"/>
              <a:ext cx="2281" cy="1774"/>
            </a:xfrm>
            <a:custGeom>
              <a:avLst/>
              <a:gdLst>
                <a:gd name="connsiteX0" fmla="*/ 2281 w 2281"/>
                <a:gd name="connsiteY0" fmla="*/ 887 h 1774"/>
                <a:gd name="connsiteX1" fmla="*/ 1140 w 2281"/>
                <a:gd name="connsiteY1" fmla="*/ 1774 h 1774"/>
                <a:gd name="connsiteX2" fmla="*/ 0 w 2281"/>
                <a:gd name="connsiteY2" fmla="*/ 887 h 1774"/>
                <a:gd name="connsiteX3" fmla="*/ 1140 w 2281"/>
                <a:gd name="connsiteY3" fmla="*/ 0 h 1774"/>
                <a:gd name="connsiteX4" fmla="*/ 2281 w 2281"/>
                <a:gd name="connsiteY4" fmla="*/ 887 h 1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1" h="1774">
                  <a:moveTo>
                    <a:pt x="2281" y="887"/>
                  </a:moveTo>
                  <a:lnTo>
                    <a:pt x="1140" y="1774"/>
                  </a:lnTo>
                  <a:lnTo>
                    <a:pt x="0" y="887"/>
                  </a:lnTo>
                  <a:lnTo>
                    <a:pt x="1140" y="0"/>
                  </a:lnTo>
                  <a:lnTo>
                    <a:pt x="2281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9" name="Freeform: Shape 2098">
              <a:extLst>
                <a:ext uri="{FF2B5EF4-FFF2-40B4-BE49-F238E27FC236}">
                  <a16:creationId xmlns:a16="http://schemas.microsoft.com/office/drawing/2014/main" id="{CBD1C206-B7C6-953F-031E-EE1D20320F4A}"/>
                </a:ext>
              </a:extLst>
            </p:cNvPr>
            <p:cNvSpPr/>
            <p:nvPr/>
          </p:nvSpPr>
          <p:spPr>
            <a:xfrm>
              <a:off x="8749345" y="5166421"/>
              <a:ext cx="1774" cy="1394"/>
            </a:xfrm>
            <a:custGeom>
              <a:avLst/>
              <a:gdLst>
                <a:gd name="connsiteX0" fmla="*/ 1774 w 1774"/>
                <a:gd name="connsiteY0" fmla="*/ 760 h 1394"/>
                <a:gd name="connsiteX1" fmla="*/ 887 w 1774"/>
                <a:gd name="connsiteY1" fmla="*/ 1394 h 1394"/>
                <a:gd name="connsiteX2" fmla="*/ 0 w 1774"/>
                <a:gd name="connsiteY2" fmla="*/ 760 h 1394"/>
                <a:gd name="connsiteX3" fmla="*/ 887 w 1774"/>
                <a:gd name="connsiteY3" fmla="*/ 0 h 1394"/>
                <a:gd name="connsiteX4" fmla="*/ 1774 w 1774"/>
                <a:gd name="connsiteY4" fmla="*/ 760 h 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" h="1394">
                  <a:moveTo>
                    <a:pt x="1774" y="760"/>
                  </a:moveTo>
                  <a:lnTo>
                    <a:pt x="887" y="1394"/>
                  </a:lnTo>
                  <a:lnTo>
                    <a:pt x="0" y="760"/>
                  </a:lnTo>
                  <a:lnTo>
                    <a:pt x="887" y="0"/>
                  </a:lnTo>
                  <a:lnTo>
                    <a:pt x="1774" y="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0" name="Freeform: Shape 2099">
              <a:extLst>
                <a:ext uri="{FF2B5EF4-FFF2-40B4-BE49-F238E27FC236}">
                  <a16:creationId xmlns:a16="http://schemas.microsoft.com/office/drawing/2014/main" id="{9D3D3216-DBA7-1C8B-2F11-C15601E15C80}"/>
                </a:ext>
              </a:extLst>
            </p:cNvPr>
            <p:cNvSpPr/>
            <p:nvPr/>
          </p:nvSpPr>
          <p:spPr>
            <a:xfrm>
              <a:off x="8663671" y="5245251"/>
              <a:ext cx="760" cy="507"/>
            </a:xfrm>
            <a:custGeom>
              <a:avLst/>
              <a:gdLst>
                <a:gd name="connsiteX0" fmla="*/ 760 w 760"/>
                <a:gd name="connsiteY0" fmla="*/ 253 h 507"/>
                <a:gd name="connsiteX1" fmla="*/ 381 w 760"/>
                <a:gd name="connsiteY1" fmla="*/ 507 h 507"/>
                <a:gd name="connsiteX2" fmla="*/ 0 w 760"/>
                <a:gd name="connsiteY2" fmla="*/ 253 h 507"/>
                <a:gd name="connsiteX3" fmla="*/ 381 w 760"/>
                <a:gd name="connsiteY3" fmla="*/ 0 h 507"/>
                <a:gd name="connsiteX4" fmla="*/ 760 w 760"/>
                <a:gd name="connsiteY4" fmla="*/ 253 h 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0" h="507">
                  <a:moveTo>
                    <a:pt x="760" y="253"/>
                  </a:moveTo>
                  <a:lnTo>
                    <a:pt x="381" y="507"/>
                  </a:lnTo>
                  <a:lnTo>
                    <a:pt x="0" y="253"/>
                  </a:lnTo>
                  <a:lnTo>
                    <a:pt x="381" y="0"/>
                  </a:lnTo>
                  <a:lnTo>
                    <a:pt x="760" y="25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1" name="Freeform: Shape 2100">
              <a:extLst>
                <a:ext uri="{FF2B5EF4-FFF2-40B4-BE49-F238E27FC236}">
                  <a16:creationId xmlns:a16="http://schemas.microsoft.com/office/drawing/2014/main" id="{A54D32C4-8C5E-AE9A-8450-9F6E6AEBC581}"/>
                </a:ext>
              </a:extLst>
            </p:cNvPr>
            <p:cNvSpPr/>
            <p:nvPr/>
          </p:nvSpPr>
          <p:spPr>
            <a:xfrm>
              <a:off x="8382697" y="5463363"/>
              <a:ext cx="1393" cy="1014"/>
            </a:xfrm>
            <a:custGeom>
              <a:avLst/>
              <a:gdLst>
                <a:gd name="connsiteX0" fmla="*/ 1394 w 1393"/>
                <a:gd name="connsiteY0" fmla="*/ 507 h 1014"/>
                <a:gd name="connsiteX1" fmla="*/ 760 w 1393"/>
                <a:gd name="connsiteY1" fmla="*/ 1014 h 1014"/>
                <a:gd name="connsiteX2" fmla="*/ 0 w 1393"/>
                <a:gd name="connsiteY2" fmla="*/ 507 h 1014"/>
                <a:gd name="connsiteX3" fmla="*/ 760 w 1393"/>
                <a:gd name="connsiteY3" fmla="*/ 0 h 1014"/>
                <a:gd name="connsiteX4" fmla="*/ 1394 w 1393"/>
                <a:gd name="connsiteY4" fmla="*/ 507 h 1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3" h="1014">
                  <a:moveTo>
                    <a:pt x="1394" y="507"/>
                  </a:moveTo>
                  <a:lnTo>
                    <a:pt x="760" y="1014"/>
                  </a:lnTo>
                  <a:lnTo>
                    <a:pt x="0" y="507"/>
                  </a:lnTo>
                  <a:lnTo>
                    <a:pt x="760" y="0"/>
                  </a:lnTo>
                  <a:lnTo>
                    <a:pt x="1394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2" name="Freeform: Shape 2101">
              <a:extLst>
                <a:ext uri="{FF2B5EF4-FFF2-40B4-BE49-F238E27FC236}">
                  <a16:creationId xmlns:a16="http://schemas.microsoft.com/office/drawing/2014/main" id="{78DA3F98-5ADC-0A1A-771C-4A98D5758FA7}"/>
                </a:ext>
              </a:extLst>
            </p:cNvPr>
            <p:cNvSpPr/>
            <p:nvPr/>
          </p:nvSpPr>
          <p:spPr>
            <a:xfrm>
              <a:off x="8281562" y="5529520"/>
              <a:ext cx="2914" cy="2281"/>
            </a:xfrm>
            <a:custGeom>
              <a:avLst/>
              <a:gdLst>
                <a:gd name="connsiteX0" fmla="*/ 2915 w 2914"/>
                <a:gd name="connsiteY0" fmla="*/ 1141 h 2281"/>
                <a:gd name="connsiteX1" fmla="*/ 1394 w 2914"/>
                <a:gd name="connsiteY1" fmla="*/ 2282 h 2281"/>
                <a:gd name="connsiteX2" fmla="*/ 0 w 2914"/>
                <a:gd name="connsiteY2" fmla="*/ 1141 h 2281"/>
                <a:gd name="connsiteX3" fmla="*/ 1394 w 2914"/>
                <a:gd name="connsiteY3" fmla="*/ 0 h 2281"/>
                <a:gd name="connsiteX4" fmla="*/ 2915 w 2914"/>
                <a:gd name="connsiteY4" fmla="*/ 1141 h 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" h="2281">
                  <a:moveTo>
                    <a:pt x="2915" y="1141"/>
                  </a:moveTo>
                  <a:lnTo>
                    <a:pt x="1394" y="2282"/>
                  </a:lnTo>
                  <a:lnTo>
                    <a:pt x="0" y="1141"/>
                  </a:lnTo>
                  <a:lnTo>
                    <a:pt x="1394" y="0"/>
                  </a:lnTo>
                  <a:lnTo>
                    <a:pt x="2915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3" name="Freeform: Shape 2102">
              <a:extLst>
                <a:ext uri="{FF2B5EF4-FFF2-40B4-BE49-F238E27FC236}">
                  <a16:creationId xmlns:a16="http://schemas.microsoft.com/office/drawing/2014/main" id="{AE507117-43C7-8C9C-3354-124515B84B58}"/>
                </a:ext>
              </a:extLst>
            </p:cNvPr>
            <p:cNvSpPr/>
            <p:nvPr/>
          </p:nvSpPr>
          <p:spPr>
            <a:xfrm>
              <a:off x="8177512" y="5593014"/>
              <a:ext cx="3548" cy="2788"/>
            </a:xfrm>
            <a:custGeom>
              <a:avLst/>
              <a:gdLst>
                <a:gd name="connsiteX0" fmla="*/ 3549 w 3548"/>
                <a:gd name="connsiteY0" fmla="*/ 1394 h 2788"/>
                <a:gd name="connsiteX1" fmla="*/ 1901 w 3548"/>
                <a:gd name="connsiteY1" fmla="*/ 2788 h 2788"/>
                <a:gd name="connsiteX2" fmla="*/ 0 w 3548"/>
                <a:gd name="connsiteY2" fmla="*/ 1394 h 2788"/>
                <a:gd name="connsiteX3" fmla="*/ 1901 w 3548"/>
                <a:gd name="connsiteY3" fmla="*/ 0 h 2788"/>
                <a:gd name="connsiteX4" fmla="*/ 3549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9" y="1394"/>
                  </a:moveTo>
                  <a:lnTo>
                    <a:pt x="1901" y="2788"/>
                  </a:lnTo>
                  <a:lnTo>
                    <a:pt x="0" y="1394"/>
                  </a:lnTo>
                  <a:lnTo>
                    <a:pt x="1901" y="0"/>
                  </a:lnTo>
                  <a:lnTo>
                    <a:pt x="3549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4" name="Freeform: Shape 2103">
              <a:extLst>
                <a:ext uri="{FF2B5EF4-FFF2-40B4-BE49-F238E27FC236}">
                  <a16:creationId xmlns:a16="http://schemas.microsoft.com/office/drawing/2014/main" id="{5ADEED3F-A427-5C8B-54C7-4DE8B5F5C862}"/>
                </a:ext>
              </a:extLst>
            </p:cNvPr>
            <p:cNvSpPr/>
            <p:nvPr/>
          </p:nvSpPr>
          <p:spPr>
            <a:xfrm>
              <a:off x="8070167" y="5652834"/>
              <a:ext cx="5068" cy="4055"/>
            </a:xfrm>
            <a:custGeom>
              <a:avLst/>
              <a:gdLst>
                <a:gd name="connsiteX0" fmla="*/ 5069 w 5068"/>
                <a:gd name="connsiteY0" fmla="*/ 2028 h 4055"/>
                <a:gd name="connsiteX1" fmla="*/ 2534 w 5068"/>
                <a:gd name="connsiteY1" fmla="*/ 4056 h 4055"/>
                <a:gd name="connsiteX2" fmla="*/ 0 w 5068"/>
                <a:gd name="connsiteY2" fmla="*/ 2028 h 4055"/>
                <a:gd name="connsiteX3" fmla="*/ 2534 w 5068"/>
                <a:gd name="connsiteY3" fmla="*/ 0 h 4055"/>
                <a:gd name="connsiteX4" fmla="*/ 5069 w 5068"/>
                <a:gd name="connsiteY4" fmla="*/ 2028 h 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8" h="4055">
                  <a:moveTo>
                    <a:pt x="5069" y="2028"/>
                  </a:moveTo>
                  <a:lnTo>
                    <a:pt x="2534" y="4056"/>
                  </a:lnTo>
                  <a:lnTo>
                    <a:pt x="0" y="2028"/>
                  </a:lnTo>
                  <a:lnTo>
                    <a:pt x="2534" y="0"/>
                  </a:lnTo>
                  <a:lnTo>
                    <a:pt x="5069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5" name="Freeform: Shape 2104">
              <a:extLst>
                <a:ext uri="{FF2B5EF4-FFF2-40B4-BE49-F238E27FC236}">
                  <a16:creationId xmlns:a16="http://schemas.microsoft.com/office/drawing/2014/main" id="{880E5726-C1B6-B418-A7FB-C3B8A8E2E438}"/>
                </a:ext>
              </a:extLst>
            </p:cNvPr>
            <p:cNvSpPr/>
            <p:nvPr/>
          </p:nvSpPr>
          <p:spPr>
            <a:xfrm>
              <a:off x="7959906" y="5709358"/>
              <a:ext cx="6463" cy="5196"/>
            </a:xfrm>
            <a:custGeom>
              <a:avLst/>
              <a:gdLst>
                <a:gd name="connsiteX0" fmla="*/ 6464 w 6463"/>
                <a:gd name="connsiteY0" fmla="*/ 2662 h 5196"/>
                <a:gd name="connsiteX1" fmla="*/ 3168 w 6463"/>
                <a:gd name="connsiteY1" fmla="*/ 5196 h 5196"/>
                <a:gd name="connsiteX2" fmla="*/ 0 w 6463"/>
                <a:gd name="connsiteY2" fmla="*/ 2662 h 5196"/>
                <a:gd name="connsiteX3" fmla="*/ 3168 w 6463"/>
                <a:gd name="connsiteY3" fmla="*/ 0 h 5196"/>
                <a:gd name="connsiteX4" fmla="*/ 6464 w 6463"/>
                <a:gd name="connsiteY4" fmla="*/ 2662 h 5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196">
                  <a:moveTo>
                    <a:pt x="6464" y="2662"/>
                  </a:moveTo>
                  <a:lnTo>
                    <a:pt x="3168" y="5196"/>
                  </a:lnTo>
                  <a:lnTo>
                    <a:pt x="0" y="2662"/>
                  </a:lnTo>
                  <a:lnTo>
                    <a:pt x="3168" y="0"/>
                  </a:lnTo>
                  <a:lnTo>
                    <a:pt x="6464" y="266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6" name="Freeform: Shape 2105">
              <a:extLst>
                <a:ext uri="{FF2B5EF4-FFF2-40B4-BE49-F238E27FC236}">
                  <a16:creationId xmlns:a16="http://schemas.microsoft.com/office/drawing/2014/main" id="{D936452F-CBF7-BED7-F8C5-30C7A7A5D893}"/>
                </a:ext>
              </a:extLst>
            </p:cNvPr>
            <p:cNvSpPr/>
            <p:nvPr/>
          </p:nvSpPr>
          <p:spPr>
            <a:xfrm>
              <a:off x="7847619" y="5763094"/>
              <a:ext cx="6462" cy="5195"/>
            </a:xfrm>
            <a:custGeom>
              <a:avLst/>
              <a:gdLst>
                <a:gd name="connsiteX0" fmla="*/ 6463 w 6462"/>
                <a:gd name="connsiteY0" fmla="*/ 2661 h 5195"/>
                <a:gd name="connsiteX1" fmla="*/ 3294 w 6462"/>
                <a:gd name="connsiteY1" fmla="*/ 5196 h 5195"/>
                <a:gd name="connsiteX2" fmla="*/ 0 w 6462"/>
                <a:gd name="connsiteY2" fmla="*/ 2661 h 5195"/>
                <a:gd name="connsiteX3" fmla="*/ 3294 w 6462"/>
                <a:gd name="connsiteY3" fmla="*/ 0 h 5195"/>
                <a:gd name="connsiteX4" fmla="*/ 6463 w 6462"/>
                <a:gd name="connsiteY4" fmla="*/ 2661 h 5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2" h="5195">
                  <a:moveTo>
                    <a:pt x="6463" y="2661"/>
                  </a:moveTo>
                  <a:lnTo>
                    <a:pt x="3294" y="5196"/>
                  </a:lnTo>
                  <a:lnTo>
                    <a:pt x="0" y="2661"/>
                  </a:lnTo>
                  <a:lnTo>
                    <a:pt x="3294" y="0"/>
                  </a:lnTo>
                  <a:lnTo>
                    <a:pt x="6463" y="266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7" name="Freeform: Shape 2106">
              <a:extLst>
                <a:ext uri="{FF2B5EF4-FFF2-40B4-BE49-F238E27FC236}">
                  <a16:creationId xmlns:a16="http://schemas.microsoft.com/office/drawing/2014/main" id="{B7F37A4E-1A53-94A6-9058-41C67F9F3E54}"/>
                </a:ext>
              </a:extLst>
            </p:cNvPr>
            <p:cNvSpPr/>
            <p:nvPr/>
          </p:nvSpPr>
          <p:spPr>
            <a:xfrm>
              <a:off x="7732035" y="5812774"/>
              <a:ext cx="8110" cy="6336"/>
            </a:xfrm>
            <a:custGeom>
              <a:avLst/>
              <a:gdLst>
                <a:gd name="connsiteX0" fmla="*/ 8111 w 8110"/>
                <a:gd name="connsiteY0" fmla="*/ 3168 h 6336"/>
                <a:gd name="connsiteX1" fmla="*/ 4055 w 8110"/>
                <a:gd name="connsiteY1" fmla="*/ 6337 h 6336"/>
                <a:gd name="connsiteX2" fmla="*/ 0 w 8110"/>
                <a:gd name="connsiteY2" fmla="*/ 3168 h 6336"/>
                <a:gd name="connsiteX3" fmla="*/ 4055 w 8110"/>
                <a:gd name="connsiteY3" fmla="*/ 0 h 6336"/>
                <a:gd name="connsiteX4" fmla="*/ 8111 w 8110"/>
                <a:gd name="connsiteY4" fmla="*/ 3168 h 6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10" h="6336">
                  <a:moveTo>
                    <a:pt x="8111" y="3168"/>
                  </a:moveTo>
                  <a:lnTo>
                    <a:pt x="4055" y="6337"/>
                  </a:lnTo>
                  <a:lnTo>
                    <a:pt x="0" y="3168"/>
                  </a:lnTo>
                  <a:lnTo>
                    <a:pt x="4055" y="0"/>
                  </a:lnTo>
                  <a:lnTo>
                    <a:pt x="8111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8" name="Freeform: Shape 2107">
              <a:extLst>
                <a:ext uri="{FF2B5EF4-FFF2-40B4-BE49-F238E27FC236}">
                  <a16:creationId xmlns:a16="http://schemas.microsoft.com/office/drawing/2014/main" id="{F390645D-9C9A-4C61-3E0F-71E1CA259A5A}"/>
                </a:ext>
              </a:extLst>
            </p:cNvPr>
            <p:cNvSpPr/>
            <p:nvPr/>
          </p:nvSpPr>
          <p:spPr>
            <a:xfrm>
              <a:off x="7614678" y="5859160"/>
              <a:ext cx="8617" cy="6843"/>
            </a:xfrm>
            <a:custGeom>
              <a:avLst/>
              <a:gdLst>
                <a:gd name="connsiteX0" fmla="*/ 8618 w 8617"/>
                <a:gd name="connsiteY0" fmla="*/ 3422 h 6843"/>
                <a:gd name="connsiteX1" fmla="*/ 4309 w 8617"/>
                <a:gd name="connsiteY1" fmla="*/ 6844 h 6843"/>
                <a:gd name="connsiteX2" fmla="*/ 0 w 8617"/>
                <a:gd name="connsiteY2" fmla="*/ 3422 h 6843"/>
                <a:gd name="connsiteX3" fmla="*/ 4309 w 8617"/>
                <a:gd name="connsiteY3" fmla="*/ 0 h 6843"/>
                <a:gd name="connsiteX4" fmla="*/ 8618 w 8617"/>
                <a:gd name="connsiteY4" fmla="*/ 3422 h 6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7" h="6843">
                  <a:moveTo>
                    <a:pt x="8618" y="3422"/>
                  </a:moveTo>
                  <a:lnTo>
                    <a:pt x="4309" y="6844"/>
                  </a:lnTo>
                  <a:lnTo>
                    <a:pt x="0" y="3422"/>
                  </a:lnTo>
                  <a:lnTo>
                    <a:pt x="4309" y="0"/>
                  </a:lnTo>
                  <a:lnTo>
                    <a:pt x="8618" y="342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9" name="Freeform: Shape 2108">
              <a:extLst>
                <a:ext uri="{FF2B5EF4-FFF2-40B4-BE49-F238E27FC236}">
                  <a16:creationId xmlns:a16="http://schemas.microsoft.com/office/drawing/2014/main" id="{11624E66-C48F-21C5-0C7A-32C8ED50B76C}"/>
                </a:ext>
              </a:extLst>
            </p:cNvPr>
            <p:cNvSpPr/>
            <p:nvPr/>
          </p:nvSpPr>
          <p:spPr>
            <a:xfrm>
              <a:off x="7494912" y="5901997"/>
              <a:ext cx="9378" cy="7350"/>
            </a:xfrm>
            <a:custGeom>
              <a:avLst/>
              <a:gdLst>
                <a:gd name="connsiteX0" fmla="*/ 9378 w 9378"/>
                <a:gd name="connsiteY0" fmla="*/ 3675 h 7350"/>
                <a:gd name="connsiteX1" fmla="*/ 4689 w 9378"/>
                <a:gd name="connsiteY1" fmla="*/ 7351 h 7350"/>
                <a:gd name="connsiteX2" fmla="*/ 0 w 9378"/>
                <a:gd name="connsiteY2" fmla="*/ 3675 h 7350"/>
                <a:gd name="connsiteX3" fmla="*/ 4689 w 9378"/>
                <a:gd name="connsiteY3" fmla="*/ 0 h 7350"/>
                <a:gd name="connsiteX4" fmla="*/ 9378 w 9378"/>
                <a:gd name="connsiteY4" fmla="*/ 3675 h 7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78" h="7350">
                  <a:moveTo>
                    <a:pt x="9378" y="3675"/>
                  </a:moveTo>
                  <a:lnTo>
                    <a:pt x="4689" y="7351"/>
                  </a:lnTo>
                  <a:lnTo>
                    <a:pt x="0" y="3675"/>
                  </a:lnTo>
                  <a:lnTo>
                    <a:pt x="4689" y="0"/>
                  </a:lnTo>
                  <a:lnTo>
                    <a:pt x="9378" y="367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0" name="Freeform: Shape 2109">
              <a:extLst>
                <a:ext uri="{FF2B5EF4-FFF2-40B4-BE49-F238E27FC236}">
                  <a16:creationId xmlns:a16="http://schemas.microsoft.com/office/drawing/2014/main" id="{95724A34-BDDD-31E9-572B-0389669DD9A7}"/>
                </a:ext>
              </a:extLst>
            </p:cNvPr>
            <p:cNvSpPr/>
            <p:nvPr/>
          </p:nvSpPr>
          <p:spPr>
            <a:xfrm>
              <a:off x="7372739" y="5940651"/>
              <a:ext cx="11025" cy="8744"/>
            </a:xfrm>
            <a:custGeom>
              <a:avLst/>
              <a:gdLst>
                <a:gd name="connsiteX0" fmla="*/ 11026 w 11025"/>
                <a:gd name="connsiteY0" fmla="*/ 4309 h 8744"/>
                <a:gd name="connsiteX1" fmla="*/ 5450 w 11025"/>
                <a:gd name="connsiteY1" fmla="*/ 8745 h 8744"/>
                <a:gd name="connsiteX2" fmla="*/ 0 w 11025"/>
                <a:gd name="connsiteY2" fmla="*/ 4309 h 8744"/>
                <a:gd name="connsiteX3" fmla="*/ 5450 w 11025"/>
                <a:gd name="connsiteY3" fmla="*/ 0 h 8744"/>
                <a:gd name="connsiteX4" fmla="*/ 11026 w 11025"/>
                <a:gd name="connsiteY4" fmla="*/ 4309 h 8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25" h="8744">
                  <a:moveTo>
                    <a:pt x="11026" y="4309"/>
                  </a:moveTo>
                  <a:lnTo>
                    <a:pt x="5450" y="8745"/>
                  </a:lnTo>
                  <a:lnTo>
                    <a:pt x="0" y="4309"/>
                  </a:lnTo>
                  <a:lnTo>
                    <a:pt x="5450" y="0"/>
                  </a:lnTo>
                  <a:lnTo>
                    <a:pt x="11026" y="430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1" name="Freeform: Shape 2110">
              <a:extLst>
                <a:ext uri="{FF2B5EF4-FFF2-40B4-BE49-F238E27FC236}">
                  <a16:creationId xmlns:a16="http://schemas.microsoft.com/office/drawing/2014/main" id="{6EC51F09-CEE8-80DB-BED4-DCF3F465251A}"/>
                </a:ext>
              </a:extLst>
            </p:cNvPr>
            <p:cNvSpPr/>
            <p:nvPr/>
          </p:nvSpPr>
          <p:spPr>
            <a:xfrm>
              <a:off x="7249298" y="5976010"/>
              <a:ext cx="11532" cy="9125"/>
            </a:xfrm>
            <a:custGeom>
              <a:avLst/>
              <a:gdLst>
                <a:gd name="connsiteX0" fmla="*/ 11533 w 11532"/>
                <a:gd name="connsiteY0" fmla="*/ 4562 h 9125"/>
                <a:gd name="connsiteX1" fmla="*/ 5703 w 11532"/>
                <a:gd name="connsiteY1" fmla="*/ 9125 h 9125"/>
                <a:gd name="connsiteX2" fmla="*/ 0 w 11532"/>
                <a:gd name="connsiteY2" fmla="*/ 4562 h 9125"/>
                <a:gd name="connsiteX3" fmla="*/ 5703 w 11532"/>
                <a:gd name="connsiteY3" fmla="*/ 0 h 9125"/>
                <a:gd name="connsiteX4" fmla="*/ 11533 w 11532"/>
                <a:gd name="connsiteY4" fmla="*/ 4562 h 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32" h="9125">
                  <a:moveTo>
                    <a:pt x="11533" y="4562"/>
                  </a:moveTo>
                  <a:lnTo>
                    <a:pt x="5703" y="9125"/>
                  </a:lnTo>
                  <a:lnTo>
                    <a:pt x="0" y="4562"/>
                  </a:lnTo>
                  <a:lnTo>
                    <a:pt x="5703" y="0"/>
                  </a:lnTo>
                  <a:lnTo>
                    <a:pt x="11533" y="456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2" name="Freeform: Shape 2111">
              <a:extLst>
                <a:ext uri="{FF2B5EF4-FFF2-40B4-BE49-F238E27FC236}">
                  <a16:creationId xmlns:a16="http://schemas.microsoft.com/office/drawing/2014/main" id="{650E8273-AC54-769A-3C89-EF3EDC85AAE3}"/>
                </a:ext>
              </a:extLst>
            </p:cNvPr>
            <p:cNvSpPr/>
            <p:nvPr/>
          </p:nvSpPr>
          <p:spPr>
            <a:xfrm>
              <a:off x="7123576" y="6007061"/>
              <a:ext cx="13180" cy="10518"/>
            </a:xfrm>
            <a:custGeom>
              <a:avLst/>
              <a:gdLst>
                <a:gd name="connsiteX0" fmla="*/ 13180 w 13180"/>
                <a:gd name="connsiteY0" fmla="*/ 5196 h 10518"/>
                <a:gd name="connsiteX1" fmla="*/ 6590 w 13180"/>
                <a:gd name="connsiteY1" fmla="*/ 10519 h 10518"/>
                <a:gd name="connsiteX2" fmla="*/ 0 w 13180"/>
                <a:gd name="connsiteY2" fmla="*/ 5196 h 10518"/>
                <a:gd name="connsiteX3" fmla="*/ 6590 w 13180"/>
                <a:gd name="connsiteY3" fmla="*/ 0 h 10518"/>
                <a:gd name="connsiteX4" fmla="*/ 13180 w 13180"/>
                <a:gd name="connsiteY4" fmla="*/ 5196 h 10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80" h="10518">
                  <a:moveTo>
                    <a:pt x="13180" y="5196"/>
                  </a:moveTo>
                  <a:lnTo>
                    <a:pt x="6590" y="10519"/>
                  </a:lnTo>
                  <a:lnTo>
                    <a:pt x="0" y="5196"/>
                  </a:lnTo>
                  <a:lnTo>
                    <a:pt x="6590" y="0"/>
                  </a:lnTo>
                  <a:lnTo>
                    <a:pt x="13180" y="519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3" name="Freeform: Shape 2112">
              <a:extLst>
                <a:ext uri="{FF2B5EF4-FFF2-40B4-BE49-F238E27FC236}">
                  <a16:creationId xmlns:a16="http://schemas.microsoft.com/office/drawing/2014/main" id="{337A2DA7-7632-242E-CA52-CAE59A969E01}"/>
                </a:ext>
              </a:extLst>
            </p:cNvPr>
            <p:cNvSpPr/>
            <p:nvPr/>
          </p:nvSpPr>
          <p:spPr>
            <a:xfrm>
              <a:off x="6996967" y="6034689"/>
              <a:ext cx="13686" cy="10899"/>
            </a:xfrm>
            <a:custGeom>
              <a:avLst/>
              <a:gdLst>
                <a:gd name="connsiteX0" fmla="*/ 13687 w 13686"/>
                <a:gd name="connsiteY0" fmla="*/ 5450 h 10899"/>
                <a:gd name="connsiteX1" fmla="*/ 6843 w 13686"/>
                <a:gd name="connsiteY1" fmla="*/ 10899 h 10899"/>
                <a:gd name="connsiteX2" fmla="*/ 0 w 13686"/>
                <a:gd name="connsiteY2" fmla="*/ 5450 h 10899"/>
                <a:gd name="connsiteX3" fmla="*/ 6843 w 13686"/>
                <a:gd name="connsiteY3" fmla="*/ 0 h 10899"/>
                <a:gd name="connsiteX4" fmla="*/ 13687 w 13686"/>
                <a:gd name="connsiteY4" fmla="*/ 5450 h 10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86" h="10899">
                  <a:moveTo>
                    <a:pt x="13687" y="5450"/>
                  </a:moveTo>
                  <a:cubicBezTo>
                    <a:pt x="13687" y="8491"/>
                    <a:pt x="10645" y="10899"/>
                    <a:pt x="6843" y="10899"/>
                  </a:cubicBezTo>
                  <a:cubicBezTo>
                    <a:pt x="3042" y="10899"/>
                    <a:pt x="0" y="8491"/>
                    <a:pt x="0" y="5450"/>
                  </a:cubicBezTo>
                  <a:cubicBezTo>
                    <a:pt x="0" y="2408"/>
                    <a:pt x="3042" y="0"/>
                    <a:pt x="6843" y="0"/>
                  </a:cubicBezTo>
                  <a:cubicBezTo>
                    <a:pt x="10645" y="0"/>
                    <a:pt x="13687" y="2408"/>
                    <a:pt x="13687" y="545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4" name="Freeform: Shape 2113">
              <a:extLst>
                <a:ext uri="{FF2B5EF4-FFF2-40B4-BE49-F238E27FC236}">
                  <a16:creationId xmlns:a16="http://schemas.microsoft.com/office/drawing/2014/main" id="{3F66D96F-5FC8-CC51-2BE4-548B7CF662AA}"/>
                </a:ext>
              </a:extLst>
            </p:cNvPr>
            <p:cNvSpPr/>
            <p:nvPr/>
          </p:nvSpPr>
          <p:spPr>
            <a:xfrm>
              <a:off x="6869217" y="6058389"/>
              <a:ext cx="14448" cy="11533"/>
            </a:xfrm>
            <a:custGeom>
              <a:avLst/>
              <a:gdLst>
                <a:gd name="connsiteX0" fmla="*/ 14448 w 14448"/>
                <a:gd name="connsiteY0" fmla="*/ 5830 h 11533"/>
                <a:gd name="connsiteX1" fmla="*/ 7224 w 14448"/>
                <a:gd name="connsiteY1" fmla="*/ 11533 h 11533"/>
                <a:gd name="connsiteX2" fmla="*/ 0 w 14448"/>
                <a:gd name="connsiteY2" fmla="*/ 5830 h 11533"/>
                <a:gd name="connsiteX3" fmla="*/ 7224 w 14448"/>
                <a:gd name="connsiteY3" fmla="*/ 0 h 11533"/>
                <a:gd name="connsiteX4" fmla="*/ 14448 w 14448"/>
                <a:gd name="connsiteY4" fmla="*/ 5830 h 11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48" h="11533">
                  <a:moveTo>
                    <a:pt x="14448" y="5830"/>
                  </a:moveTo>
                  <a:cubicBezTo>
                    <a:pt x="14448" y="8998"/>
                    <a:pt x="11153" y="11533"/>
                    <a:pt x="7224" y="11533"/>
                  </a:cubicBezTo>
                  <a:cubicBezTo>
                    <a:pt x="3295" y="11533"/>
                    <a:pt x="0" y="8998"/>
                    <a:pt x="0" y="5830"/>
                  </a:cubicBezTo>
                  <a:cubicBezTo>
                    <a:pt x="0" y="2661"/>
                    <a:pt x="3295" y="0"/>
                    <a:pt x="7224" y="0"/>
                  </a:cubicBezTo>
                  <a:cubicBezTo>
                    <a:pt x="11153" y="0"/>
                    <a:pt x="14448" y="2535"/>
                    <a:pt x="14448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5" name="Freeform: Shape 2114">
              <a:extLst>
                <a:ext uri="{FF2B5EF4-FFF2-40B4-BE49-F238E27FC236}">
                  <a16:creationId xmlns:a16="http://schemas.microsoft.com/office/drawing/2014/main" id="{FCD350F1-C6FC-61C9-0152-8456E0DB293D}"/>
                </a:ext>
              </a:extLst>
            </p:cNvPr>
            <p:cNvSpPr/>
            <p:nvPr/>
          </p:nvSpPr>
          <p:spPr>
            <a:xfrm>
              <a:off x="6740073" y="6078160"/>
              <a:ext cx="15208" cy="12166"/>
            </a:xfrm>
            <a:custGeom>
              <a:avLst/>
              <a:gdLst>
                <a:gd name="connsiteX0" fmla="*/ 15208 w 15208"/>
                <a:gd name="connsiteY0" fmla="*/ 6083 h 12166"/>
                <a:gd name="connsiteX1" fmla="*/ 7604 w 15208"/>
                <a:gd name="connsiteY1" fmla="*/ 12167 h 12166"/>
                <a:gd name="connsiteX2" fmla="*/ 0 w 15208"/>
                <a:gd name="connsiteY2" fmla="*/ 6083 h 12166"/>
                <a:gd name="connsiteX3" fmla="*/ 7604 w 15208"/>
                <a:gd name="connsiteY3" fmla="*/ 0 h 12166"/>
                <a:gd name="connsiteX4" fmla="*/ 15208 w 15208"/>
                <a:gd name="connsiteY4" fmla="*/ 6083 h 1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08" h="12166">
                  <a:moveTo>
                    <a:pt x="15208" y="6083"/>
                  </a:moveTo>
                  <a:cubicBezTo>
                    <a:pt x="15208" y="9505"/>
                    <a:pt x="11786" y="12167"/>
                    <a:pt x="7604" y="12167"/>
                  </a:cubicBezTo>
                  <a:cubicBezTo>
                    <a:pt x="3422" y="12167"/>
                    <a:pt x="0" y="9505"/>
                    <a:pt x="0" y="6083"/>
                  </a:cubicBezTo>
                  <a:cubicBezTo>
                    <a:pt x="0" y="2661"/>
                    <a:pt x="3422" y="0"/>
                    <a:pt x="7604" y="0"/>
                  </a:cubicBezTo>
                  <a:cubicBezTo>
                    <a:pt x="11786" y="0"/>
                    <a:pt x="15208" y="2661"/>
                    <a:pt x="15208" y="60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6" name="Freeform: Shape 2115">
              <a:extLst>
                <a:ext uri="{FF2B5EF4-FFF2-40B4-BE49-F238E27FC236}">
                  <a16:creationId xmlns:a16="http://schemas.microsoft.com/office/drawing/2014/main" id="{75DF43BF-288B-A0F8-5600-DC071FAEA123}"/>
                </a:ext>
              </a:extLst>
            </p:cNvPr>
            <p:cNvSpPr/>
            <p:nvPr/>
          </p:nvSpPr>
          <p:spPr>
            <a:xfrm>
              <a:off x="6610168" y="6094002"/>
              <a:ext cx="15968" cy="12673"/>
            </a:xfrm>
            <a:custGeom>
              <a:avLst/>
              <a:gdLst>
                <a:gd name="connsiteX0" fmla="*/ 15969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9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9" y="6337"/>
                  </a:moveTo>
                  <a:cubicBezTo>
                    <a:pt x="15969" y="9885"/>
                    <a:pt x="12420" y="12674"/>
                    <a:pt x="7984" y="12674"/>
                  </a:cubicBezTo>
                  <a:cubicBezTo>
                    <a:pt x="3548" y="12674"/>
                    <a:pt x="0" y="9885"/>
                    <a:pt x="0" y="6337"/>
                  </a:cubicBezTo>
                  <a:cubicBezTo>
                    <a:pt x="0" y="2788"/>
                    <a:pt x="3548" y="0"/>
                    <a:pt x="7984" y="0"/>
                  </a:cubicBezTo>
                  <a:cubicBezTo>
                    <a:pt x="12420" y="0"/>
                    <a:pt x="15969" y="2788"/>
                    <a:pt x="15969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7" name="Freeform: Shape 2116">
              <a:extLst>
                <a:ext uri="{FF2B5EF4-FFF2-40B4-BE49-F238E27FC236}">
                  <a16:creationId xmlns:a16="http://schemas.microsoft.com/office/drawing/2014/main" id="{4C3376FC-6DD0-BF30-C012-FCD9B09BE5D7}"/>
                </a:ext>
              </a:extLst>
            </p:cNvPr>
            <p:cNvSpPr/>
            <p:nvPr/>
          </p:nvSpPr>
          <p:spPr>
            <a:xfrm>
              <a:off x="6479123" y="6105408"/>
              <a:ext cx="17489" cy="13941"/>
            </a:xfrm>
            <a:custGeom>
              <a:avLst/>
              <a:gdLst>
                <a:gd name="connsiteX0" fmla="*/ 17489 w 17489"/>
                <a:gd name="connsiteY0" fmla="*/ 6971 h 13941"/>
                <a:gd name="connsiteX1" fmla="*/ 8745 w 17489"/>
                <a:gd name="connsiteY1" fmla="*/ 13941 h 13941"/>
                <a:gd name="connsiteX2" fmla="*/ 0 w 17489"/>
                <a:gd name="connsiteY2" fmla="*/ 6971 h 13941"/>
                <a:gd name="connsiteX3" fmla="*/ 8745 w 17489"/>
                <a:gd name="connsiteY3" fmla="*/ 0 h 13941"/>
                <a:gd name="connsiteX4" fmla="*/ 17489 w 17489"/>
                <a:gd name="connsiteY4" fmla="*/ 6971 h 1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89" h="13941">
                  <a:moveTo>
                    <a:pt x="17489" y="6971"/>
                  </a:moveTo>
                  <a:cubicBezTo>
                    <a:pt x="17489" y="10773"/>
                    <a:pt x="13560" y="13941"/>
                    <a:pt x="8745" y="13941"/>
                  </a:cubicBezTo>
                  <a:cubicBezTo>
                    <a:pt x="3929" y="13941"/>
                    <a:pt x="0" y="10899"/>
                    <a:pt x="0" y="6971"/>
                  </a:cubicBezTo>
                  <a:cubicBezTo>
                    <a:pt x="0" y="3042"/>
                    <a:pt x="3929" y="0"/>
                    <a:pt x="8745" y="0"/>
                  </a:cubicBezTo>
                  <a:cubicBezTo>
                    <a:pt x="13560" y="0"/>
                    <a:pt x="17489" y="3042"/>
                    <a:pt x="17489" y="697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8" name="Freeform: Shape 2117">
              <a:extLst>
                <a:ext uri="{FF2B5EF4-FFF2-40B4-BE49-F238E27FC236}">
                  <a16:creationId xmlns:a16="http://schemas.microsoft.com/office/drawing/2014/main" id="{AF594909-A965-68D9-EC8A-24713443341B}"/>
                </a:ext>
              </a:extLst>
            </p:cNvPr>
            <p:cNvSpPr/>
            <p:nvPr/>
          </p:nvSpPr>
          <p:spPr>
            <a:xfrm>
              <a:off x="6348079" y="6113139"/>
              <a:ext cx="18249" cy="14447"/>
            </a:xfrm>
            <a:custGeom>
              <a:avLst/>
              <a:gdLst>
                <a:gd name="connsiteX0" fmla="*/ 18250 w 18249"/>
                <a:gd name="connsiteY0" fmla="*/ 7224 h 14447"/>
                <a:gd name="connsiteX1" fmla="*/ 9125 w 18249"/>
                <a:gd name="connsiteY1" fmla="*/ 14448 h 14447"/>
                <a:gd name="connsiteX2" fmla="*/ 0 w 18249"/>
                <a:gd name="connsiteY2" fmla="*/ 7224 h 14447"/>
                <a:gd name="connsiteX3" fmla="*/ 9125 w 18249"/>
                <a:gd name="connsiteY3" fmla="*/ 0 h 14447"/>
                <a:gd name="connsiteX4" fmla="*/ 18250 w 18249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49" h="14447">
                  <a:moveTo>
                    <a:pt x="18250" y="7224"/>
                  </a:moveTo>
                  <a:cubicBezTo>
                    <a:pt x="18250" y="11279"/>
                    <a:pt x="14194" y="14448"/>
                    <a:pt x="9125" y="14448"/>
                  </a:cubicBezTo>
                  <a:cubicBezTo>
                    <a:pt x="4055" y="14448"/>
                    <a:pt x="0" y="11279"/>
                    <a:pt x="0" y="7224"/>
                  </a:cubicBezTo>
                  <a:cubicBezTo>
                    <a:pt x="0" y="3168"/>
                    <a:pt x="4055" y="0"/>
                    <a:pt x="9125" y="0"/>
                  </a:cubicBezTo>
                  <a:cubicBezTo>
                    <a:pt x="14194" y="0"/>
                    <a:pt x="18250" y="3168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9" name="Freeform: Shape 2118">
              <a:extLst>
                <a:ext uri="{FF2B5EF4-FFF2-40B4-BE49-F238E27FC236}">
                  <a16:creationId xmlns:a16="http://schemas.microsoft.com/office/drawing/2014/main" id="{CD9A520F-976C-3B1E-A1CF-5BB74CDB54CA}"/>
                </a:ext>
              </a:extLst>
            </p:cNvPr>
            <p:cNvSpPr/>
            <p:nvPr/>
          </p:nvSpPr>
          <p:spPr>
            <a:xfrm>
              <a:off x="6216780" y="6116941"/>
              <a:ext cx="18883" cy="14954"/>
            </a:xfrm>
            <a:custGeom>
              <a:avLst/>
              <a:gdLst>
                <a:gd name="connsiteX0" fmla="*/ 18884 w 18883"/>
                <a:gd name="connsiteY0" fmla="*/ 7477 h 14954"/>
                <a:gd name="connsiteX1" fmla="*/ 9505 w 18883"/>
                <a:gd name="connsiteY1" fmla="*/ 14955 h 14954"/>
                <a:gd name="connsiteX2" fmla="*/ 0 w 18883"/>
                <a:gd name="connsiteY2" fmla="*/ 7477 h 14954"/>
                <a:gd name="connsiteX3" fmla="*/ 9505 w 18883"/>
                <a:gd name="connsiteY3" fmla="*/ 0 h 14954"/>
                <a:gd name="connsiteX4" fmla="*/ 18884 w 18883"/>
                <a:gd name="connsiteY4" fmla="*/ 7477 h 14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83" h="14954">
                  <a:moveTo>
                    <a:pt x="18884" y="7477"/>
                  </a:moveTo>
                  <a:cubicBezTo>
                    <a:pt x="18884" y="11660"/>
                    <a:pt x="14701" y="14955"/>
                    <a:pt x="9505" y="14955"/>
                  </a:cubicBezTo>
                  <a:cubicBezTo>
                    <a:pt x="4309" y="14955"/>
                    <a:pt x="0" y="11660"/>
                    <a:pt x="0" y="7477"/>
                  </a:cubicBezTo>
                  <a:cubicBezTo>
                    <a:pt x="0" y="3295"/>
                    <a:pt x="4309" y="0"/>
                    <a:pt x="9505" y="0"/>
                  </a:cubicBezTo>
                  <a:cubicBezTo>
                    <a:pt x="14701" y="0"/>
                    <a:pt x="18884" y="3422"/>
                    <a:pt x="18884" y="747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0" name="Freeform: Shape 2119">
              <a:extLst>
                <a:ext uri="{FF2B5EF4-FFF2-40B4-BE49-F238E27FC236}">
                  <a16:creationId xmlns:a16="http://schemas.microsoft.com/office/drawing/2014/main" id="{8E69638A-92AB-676D-AE5A-E543250A9C49}"/>
                </a:ext>
              </a:extLst>
            </p:cNvPr>
            <p:cNvSpPr/>
            <p:nvPr/>
          </p:nvSpPr>
          <p:spPr>
            <a:xfrm>
              <a:off x="6084848" y="6116307"/>
              <a:ext cx="20404" cy="16222"/>
            </a:xfrm>
            <a:custGeom>
              <a:avLst/>
              <a:gdLst>
                <a:gd name="connsiteX0" fmla="*/ 20405 w 20404"/>
                <a:gd name="connsiteY0" fmla="*/ 8111 h 16222"/>
                <a:gd name="connsiteX1" fmla="*/ 10139 w 20404"/>
                <a:gd name="connsiteY1" fmla="*/ 16222 h 16222"/>
                <a:gd name="connsiteX2" fmla="*/ 0 w 20404"/>
                <a:gd name="connsiteY2" fmla="*/ 8111 h 16222"/>
                <a:gd name="connsiteX3" fmla="*/ 10139 w 20404"/>
                <a:gd name="connsiteY3" fmla="*/ 0 h 16222"/>
                <a:gd name="connsiteX4" fmla="*/ 20405 w 20404"/>
                <a:gd name="connsiteY4" fmla="*/ 8111 h 1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04" h="16222">
                  <a:moveTo>
                    <a:pt x="20405" y="8111"/>
                  </a:moveTo>
                  <a:cubicBezTo>
                    <a:pt x="20405" y="12547"/>
                    <a:pt x="15842" y="16222"/>
                    <a:pt x="10139" y="16222"/>
                  </a:cubicBezTo>
                  <a:cubicBezTo>
                    <a:pt x="4436" y="16222"/>
                    <a:pt x="0" y="12547"/>
                    <a:pt x="0" y="8111"/>
                  </a:cubicBezTo>
                  <a:cubicBezTo>
                    <a:pt x="0" y="3675"/>
                    <a:pt x="4563" y="0"/>
                    <a:pt x="10139" y="0"/>
                  </a:cubicBezTo>
                  <a:cubicBezTo>
                    <a:pt x="15715" y="0"/>
                    <a:pt x="20405" y="3549"/>
                    <a:pt x="20405" y="811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1" name="Freeform: Shape 2120">
              <a:extLst>
                <a:ext uri="{FF2B5EF4-FFF2-40B4-BE49-F238E27FC236}">
                  <a16:creationId xmlns:a16="http://schemas.microsoft.com/office/drawing/2014/main" id="{EC163E46-C267-A099-132C-7FAD264F849A}"/>
                </a:ext>
              </a:extLst>
            </p:cNvPr>
            <p:cNvSpPr/>
            <p:nvPr/>
          </p:nvSpPr>
          <p:spPr>
            <a:xfrm>
              <a:off x="5953423" y="6111998"/>
              <a:ext cx="21291" cy="16728"/>
            </a:xfrm>
            <a:custGeom>
              <a:avLst/>
              <a:gdLst>
                <a:gd name="connsiteX0" fmla="*/ 21292 w 21291"/>
                <a:gd name="connsiteY0" fmla="*/ 8364 h 16728"/>
                <a:gd name="connsiteX1" fmla="*/ 10646 w 21291"/>
                <a:gd name="connsiteY1" fmla="*/ 16729 h 16728"/>
                <a:gd name="connsiteX2" fmla="*/ 0 w 21291"/>
                <a:gd name="connsiteY2" fmla="*/ 8364 h 16728"/>
                <a:gd name="connsiteX3" fmla="*/ 10646 w 21291"/>
                <a:gd name="connsiteY3" fmla="*/ 0 h 16728"/>
                <a:gd name="connsiteX4" fmla="*/ 21292 w 21291"/>
                <a:gd name="connsiteY4" fmla="*/ 8364 h 16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291" h="16728">
                  <a:moveTo>
                    <a:pt x="21292" y="8364"/>
                  </a:moveTo>
                  <a:cubicBezTo>
                    <a:pt x="21292" y="13054"/>
                    <a:pt x="16476" y="16729"/>
                    <a:pt x="10646" y="16729"/>
                  </a:cubicBezTo>
                  <a:cubicBezTo>
                    <a:pt x="4816" y="16729"/>
                    <a:pt x="0" y="12927"/>
                    <a:pt x="0" y="8364"/>
                  </a:cubicBezTo>
                  <a:cubicBezTo>
                    <a:pt x="0" y="3802"/>
                    <a:pt x="4689" y="0"/>
                    <a:pt x="10646" y="0"/>
                  </a:cubicBezTo>
                  <a:cubicBezTo>
                    <a:pt x="16602" y="0"/>
                    <a:pt x="21292" y="3802"/>
                    <a:pt x="21292" y="836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2" name="Freeform: Shape 2121">
              <a:extLst>
                <a:ext uri="{FF2B5EF4-FFF2-40B4-BE49-F238E27FC236}">
                  <a16:creationId xmlns:a16="http://schemas.microsoft.com/office/drawing/2014/main" id="{A3ABA311-D742-6E7D-37D1-6EFBA95883A9}"/>
                </a:ext>
              </a:extLst>
            </p:cNvPr>
            <p:cNvSpPr/>
            <p:nvPr/>
          </p:nvSpPr>
          <p:spPr>
            <a:xfrm>
              <a:off x="5822378" y="6103760"/>
              <a:ext cx="21798" cy="17236"/>
            </a:xfrm>
            <a:custGeom>
              <a:avLst/>
              <a:gdLst>
                <a:gd name="connsiteX0" fmla="*/ 21799 w 21798"/>
                <a:gd name="connsiteY0" fmla="*/ 8618 h 17236"/>
                <a:gd name="connsiteX1" fmla="*/ 10899 w 21798"/>
                <a:gd name="connsiteY1" fmla="*/ 17236 h 17236"/>
                <a:gd name="connsiteX2" fmla="*/ 0 w 21798"/>
                <a:gd name="connsiteY2" fmla="*/ 8618 h 17236"/>
                <a:gd name="connsiteX3" fmla="*/ 10899 w 21798"/>
                <a:gd name="connsiteY3" fmla="*/ 0 h 17236"/>
                <a:gd name="connsiteX4" fmla="*/ 21799 w 21798"/>
                <a:gd name="connsiteY4" fmla="*/ 8618 h 17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798" h="17236">
                  <a:moveTo>
                    <a:pt x="21799" y="8618"/>
                  </a:moveTo>
                  <a:cubicBezTo>
                    <a:pt x="21799" y="13434"/>
                    <a:pt x="16983" y="17236"/>
                    <a:pt x="10899" y="17236"/>
                  </a:cubicBezTo>
                  <a:cubicBezTo>
                    <a:pt x="4816" y="17236"/>
                    <a:pt x="0" y="13308"/>
                    <a:pt x="0" y="8618"/>
                  </a:cubicBezTo>
                  <a:cubicBezTo>
                    <a:pt x="0" y="3929"/>
                    <a:pt x="4816" y="0"/>
                    <a:pt x="10899" y="0"/>
                  </a:cubicBezTo>
                  <a:cubicBezTo>
                    <a:pt x="16983" y="0"/>
                    <a:pt x="21799" y="3802"/>
                    <a:pt x="21799" y="86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3" name="Freeform: Shape 2122">
              <a:extLst>
                <a:ext uri="{FF2B5EF4-FFF2-40B4-BE49-F238E27FC236}">
                  <a16:creationId xmlns:a16="http://schemas.microsoft.com/office/drawing/2014/main" id="{262B5B30-87E9-C028-5562-7083B1F31157}"/>
                </a:ext>
              </a:extLst>
            </p:cNvPr>
            <p:cNvSpPr/>
            <p:nvPr/>
          </p:nvSpPr>
          <p:spPr>
            <a:xfrm>
              <a:off x="5692220" y="6091720"/>
              <a:ext cx="21798" cy="17235"/>
            </a:xfrm>
            <a:custGeom>
              <a:avLst/>
              <a:gdLst>
                <a:gd name="connsiteX0" fmla="*/ 21798 w 21798"/>
                <a:gd name="connsiteY0" fmla="*/ 8618 h 17235"/>
                <a:gd name="connsiteX1" fmla="*/ 10899 w 21798"/>
                <a:gd name="connsiteY1" fmla="*/ 17236 h 17235"/>
                <a:gd name="connsiteX2" fmla="*/ 0 w 21798"/>
                <a:gd name="connsiteY2" fmla="*/ 8618 h 17235"/>
                <a:gd name="connsiteX3" fmla="*/ 10899 w 21798"/>
                <a:gd name="connsiteY3" fmla="*/ 0 h 17235"/>
                <a:gd name="connsiteX4" fmla="*/ 21798 w 21798"/>
                <a:gd name="connsiteY4" fmla="*/ 8618 h 17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798" h="17235">
                  <a:moveTo>
                    <a:pt x="21798" y="8618"/>
                  </a:moveTo>
                  <a:cubicBezTo>
                    <a:pt x="21798" y="13434"/>
                    <a:pt x="16983" y="17236"/>
                    <a:pt x="10899" y="17236"/>
                  </a:cubicBezTo>
                  <a:cubicBezTo>
                    <a:pt x="4816" y="17236"/>
                    <a:pt x="0" y="13307"/>
                    <a:pt x="0" y="8618"/>
                  </a:cubicBezTo>
                  <a:cubicBezTo>
                    <a:pt x="0" y="3929"/>
                    <a:pt x="4943" y="0"/>
                    <a:pt x="10899" y="0"/>
                  </a:cubicBezTo>
                  <a:cubicBezTo>
                    <a:pt x="16856" y="0"/>
                    <a:pt x="21798" y="3929"/>
                    <a:pt x="21798" y="86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4" name="Freeform: Shape 2123">
              <a:extLst>
                <a:ext uri="{FF2B5EF4-FFF2-40B4-BE49-F238E27FC236}">
                  <a16:creationId xmlns:a16="http://schemas.microsoft.com/office/drawing/2014/main" id="{B036C121-EC85-54C6-F485-31FECAB9D780}"/>
                </a:ext>
              </a:extLst>
            </p:cNvPr>
            <p:cNvSpPr/>
            <p:nvPr/>
          </p:nvSpPr>
          <p:spPr>
            <a:xfrm>
              <a:off x="5562316" y="6075371"/>
              <a:ext cx="22558" cy="17869"/>
            </a:xfrm>
            <a:custGeom>
              <a:avLst/>
              <a:gdLst>
                <a:gd name="connsiteX0" fmla="*/ 22559 w 22558"/>
                <a:gd name="connsiteY0" fmla="*/ 8872 h 17869"/>
                <a:gd name="connsiteX1" fmla="*/ 11279 w 22558"/>
                <a:gd name="connsiteY1" fmla="*/ 17870 h 17869"/>
                <a:gd name="connsiteX2" fmla="*/ 0 w 22558"/>
                <a:gd name="connsiteY2" fmla="*/ 8872 h 17869"/>
                <a:gd name="connsiteX3" fmla="*/ 11279 w 22558"/>
                <a:gd name="connsiteY3" fmla="*/ 0 h 17869"/>
                <a:gd name="connsiteX4" fmla="*/ 22559 w 22558"/>
                <a:gd name="connsiteY4" fmla="*/ 8872 h 1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8" h="17869">
                  <a:moveTo>
                    <a:pt x="22559" y="8872"/>
                  </a:moveTo>
                  <a:cubicBezTo>
                    <a:pt x="22559" y="13814"/>
                    <a:pt x="17489" y="17870"/>
                    <a:pt x="11279" y="17870"/>
                  </a:cubicBezTo>
                  <a:cubicBezTo>
                    <a:pt x="5069" y="17870"/>
                    <a:pt x="0" y="13814"/>
                    <a:pt x="0" y="8872"/>
                  </a:cubicBezTo>
                  <a:cubicBezTo>
                    <a:pt x="0" y="3929"/>
                    <a:pt x="5069" y="0"/>
                    <a:pt x="11279" y="0"/>
                  </a:cubicBezTo>
                  <a:cubicBezTo>
                    <a:pt x="17489" y="0"/>
                    <a:pt x="22559" y="4056"/>
                    <a:pt x="22559" y="887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5" name="Freeform: Shape 2124">
              <a:extLst>
                <a:ext uri="{FF2B5EF4-FFF2-40B4-BE49-F238E27FC236}">
                  <a16:creationId xmlns:a16="http://schemas.microsoft.com/office/drawing/2014/main" id="{7917991D-372C-0640-8B16-C07C31843F4A}"/>
                </a:ext>
              </a:extLst>
            </p:cNvPr>
            <p:cNvSpPr/>
            <p:nvPr/>
          </p:nvSpPr>
          <p:spPr>
            <a:xfrm>
              <a:off x="5433298" y="6054967"/>
              <a:ext cx="23319" cy="18503"/>
            </a:xfrm>
            <a:custGeom>
              <a:avLst/>
              <a:gdLst>
                <a:gd name="connsiteX0" fmla="*/ 23319 w 23319"/>
                <a:gd name="connsiteY0" fmla="*/ 9251 h 18503"/>
                <a:gd name="connsiteX1" fmla="*/ 11660 w 23319"/>
                <a:gd name="connsiteY1" fmla="*/ 18503 h 18503"/>
                <a:gd name="connsiteX2" fmla="*/ 0 w 23319"/>
                <a:gd name="connsiteY2" fmla="*/ 9251 h 18503"/>
                <a:gd name="connsiteX3" fmla="*/ 11660 w 23319"/>
                <a:gd name="connsiteY3" fmla="*/ 0 h 18503"/>
                <a:gd name="connsiteX4" fmla="*/ 23319 w 23319"/>
                <a:gd name="connsiteY4" fmla="*/ 9251 h 18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319" h="18503">
                  <a:moveTo>
                    <a:pt x="23319" y="9251"/>
                  </a:moveTo>
                  <a:cubicBezTo>
                    <a:pt x="23319" y="14321"/>
                    <a:pt x="18124" y="18503"/>
                    <a:pt x="11660" y="18503"/>
                  </a:cubicBezTo>
                  <a:cubicBezTo>
                    <a:pt x="5196" y="18503"/>
                    <a:pt x="0" y="14321"/>
                    <a:pt x="0" y="9251"/>
                  </a:cubicBezTo>
                  <a:cubicBezTo>
                    <a:pt x="0" y="4182"/>
                    <a:pt x="5196" y="0"/>
                    <a:pt x="11660" y="0"/>
                  </a:cubicBezTo>
                  <a:cubicBezTo>
                    <a:pt x="18124" y="0"/>
                    <a:pt x="23319" y="4182"/>
                    <a:pt x="23319" y="925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6" name="Freeform: Shape 2125">
              <a:extLst>
                <a:ext uri="{FF2B5EF4-FFF2-40B4-BE49-F238E27FC236}">
                  <a16:creationId xmlns:a16="http://schemas.microsoft.com/office/drawing/2014/main" id="{5933F9ED-7F85-65E9-3554-8A37EEEA9386}"/>
                </a:ext>
              </a:extLst>
            </p:cNvPr>
            <p:cNvSpPr/>
            <p:nvPr/>
          </p:nvSpPr>
          <p:spPr>
            <a:xfrm>
              <a:off x="5305295" y="6030634"/>
              <a:ext cx="24080" cy="19010"/>
            </a:xfrm>
            <a:custGeom>
              <a:avLst/>
              <a:gdLst>
                <a:gd name="connsiteX0" fmla="*/ 24080 w 24080"/>
                <a:gd name="connsiteY0" fmla="*/ 9505 h 19010"/>
                <a:gd name="connsiteX1" fmla="*/ 12040 w 24080"/>
                <a:gd name="connsiteY1" fmla="*/ 19010 h 19010"/>
                <a:gd name="connsiteX2" fmla="*/ 0 w 24080"/>
                <a:gd name="connsiteY2" fmla="*/ 9505 h 19010"/>
                <a:gd name="connsiteX3" fmla="*/ 12040 w 24080"/>
                <a:gd name="connsiteY3" fmla="*/ 0 h 19010"/>
                <a:gd name="connsiteX4" fmla="*/ 24080 w 24080"/>
                <a:gd name="connsiteY4" fmla="*/ 9505 h 19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80" h="19010">
                  <a:moveTo>
                    <a:pt x="24080" y="9505"/>
                  </a:moveTo>
                  <a:cubicBezTo>
                    <a:pt x="24080" y="14828"/>
                    <a:pt x="18757" y="19010"/>
                    <a:pt x="12040" y="19010"/>
                  </a:cubicBezTo>
                  <a:cubicBezTo>
                    <a:pt x="5323" y="19010"/>
                    <a:pt x="0" y="14828"/>
                    <a:pt x="0" y="9505"/>
                  </a:cubicBezTo>
                  <a:cubicBezTo>
                    <a:pt x="0" y="4182"/>
                    <a:pt x="5323" y="0"/>
                    <a:pt x="12040" y="0"/>
                  </a:cubicBezTo>
                  <a:cubicBezTo>
                    <a:pt x="18757" y="0"/>
                    <a:pt x="24080" y="4309"/>
                    <a:pt x="24080" y="950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7" name="Freeform: Shape 2126">
              <a:extLst>
                <a:ext uri="{FF2B5EF4-FFF2-40B4-BE49-F238E27FC236}">
                  <a16:creationId xmlns:a16="http://schemas.microsoft.com/office/drawing/2014/main" id="{2A24120C-C82A-54FA-52AF-A4CBE705DD22}"/>
                </a:ext>
              </a:extLst>
            </p:cNvPr>
            <p:cNvSpPr/>
            <p:nvPr/>
          </p:nvSpPr>
          <p:spPr>
            <a:xfrm>
              <a:off x="5178559" y="6002498"/>
              <a:ext cx="24840" cy="19643"/>
            </a:xfrm>
            <a:custGeom>
              <a:avLst/>
              <a:gdLst>
                <a:gd name="connsiteX0" fmla="*/ 24841 w 24840"/>
                <a:gd name="connsiteY0" fmla="*/ 9759 h 19643"/>
                <a:gd name="connsiteX1" fmla="*/ 12420 w 24840"/>
                <a:gd name="connsiteY1" fmla="*/ 19644 h 19643"/>
                <a:gd name="connsiteX2" fmla="*/ 0 w 24840"/>
                <a:gd name="connsiteY2" fmla="*/ 9759 h 19643"/>
                <a:gd name="connsiteX3" fmla="*/ 12420 w 24840"/>
                <a:gd name="connsiteY3" fmla="*/ 0 h 19643"/>
                <a:gd name="connsiteX4" fmla="*/ 24841 w 24840"/>
                <a:gd name="connsiteY4" fmla="*/ 9759 h 19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840" h="19643">
                  <a:moveTo>
                    <a:pt x="24841" y="9759"/>
                  </a:moveTo>
                  <a:cubicBezTo>
                    <a:pt x="24841" y="15208"/>
                    <a:pt x="19264" y="19644"/>
                    <a:pt x="12420" y="19644"/>
                  </a:cubicBezTo>
                  <a:cubicBezTo>
                    <a:pt x="5576" y="19644"/>
                    <a:pt x="0" y="15208"/>
                    <a:pt x="0" y="9759"/>
                  </a:cubicBezTo>
                  <a:cubicBezTo>
                    <a:pt x="0" y="4309"/>
                    <a:pt x="5576" y="0"/>
                    <a:pt x="12420" y="0"/>
                  </a:cubicBezTo>
                  <a:cubicBezTo>
                    <a:pt x="19264" y="0"/>
                    <a:pt x="24841" y="4436"/>
                    <a:pt x="24841" y="975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8" name="Freeform: Shape 2127">
              <a:extLst>
                <a:ext uri="{FF2B5EF4-FFF2-40B4-BE49-F238E27FC236}">
                  <a16:creationId xmlns:a16="http://schemas.microsoft.com/office/drawing/2014/main" id="{7581F623-EC84-987A-8CA1-2596934CAF3B}"/>
                </a:ext>
              </a:extLst>
            </p:cNvPr>
            <p:cNvSpPr/>
            <p:nvPr/>
          </p:nvSpPr>
          <p:spPr>
            <a:xfrm>
              <a:off x="5053851" y="5970814"/>
              <a:ext cx="24713" cy="19643"/>
            </a:xfrm>
            <a:custGeom>
              <a:avLst/>
              <a:gdLst>
                <a:gd name="connsiteX0" fmla="*/ 24714 w 24713"/>
                <a:gd name="connsiteY0" fmla="*/ 9759 h 19643"/>
                <a:gd name="connsiteX1" fmla="*/ 12420 w 24713"/>
                <a:gd name="connsiteY1" fmla="*/ 19644 h 19643"/>
                <a:gd name="connsiteX2" fmla="*/ 0 w 24713"/>
                <a:gd name="connsiteY2" fmla="*/ 9759 h 19643"/>
                <a:gd name="connsiteX3" fmla="*/ 12420 w 24713"/>
                <a:gd name="connsiteY3" fmla="*/ 0 h 19643"/>
                <a:gd name="connsiteX4" fmla="*/ 24714 w 24713"/>
                <a:gd name="connsiteY4" fmla="*/ 9759 h 19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713" h="19643">
                  <a:moveTo>
                    <a:pt x="24714" y="9759"/>
                  </a:moveTo>
                  <a:cubicBezTo>
                    <a:pt x="24714" y="15208"/>
                    <a:pt x="19137" y="19644"/>
                    <a:pt x="12420" y="19644"/>
                  </a:cubicBezTo>
                  <a:cubicBezTo>
                    <a:pt x="5703" y="19644"/>
                    <a:pt x="0" y="15208"/>
                    <a:pt x="0" y="9759"/>
                  </a:cubicBezTo>
                  <a:cubicBezTo>
                    <a:pt x="0" y="4309"/>
                    <a:pt x="5576" y="0"/>
                    <a:pt x="12420" y="0"/>
                  </a:cubicBezTo>
                  <a:cubicBezTo>
                    <a:pt x="19264" y="0"/>
                    <a:pt x="24714" y="4436"/>
                    <a:pt x="24714" y="975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9" name="Freeform: Shape 2128">
              <a:extLst>
                <a:ext uri="{FF2B5EF4-FFF2-40B4-BE49-F238E27FC236}">
                  <a16:creationId xmlns:a16="http://schemas.microsoft.com/office/drawing/2014/main" id="{E04CAD29-C5C0-1303-9702-F66EABF37216}"/>
                </a:ext>
              </a:extLst>
            </p:cNvPr>
            <p:cNvSpPr/>
            <p:nvPr/>
          </p:nvSpPr>
          <p:spPr>
            <a:xfrm>
              <a:off x="4930156" y="5934821"/>
              <a:ext cx="25600" cy="20277"/>
            </a:xfrm>
            <a:custGeom>
              <a:avLst/>
              <a:gdLst>
                <a:gd name="connsiteX0" fmla="*/ 25601 w 25600"/>
                <a:gd name="connsiteY0" fmla="*/ 10139 h 20277"/>
                <a:gd name="connsiteX1" fmla="*/ 12800 w 25600"/>
                <a:gd name="connsiteY1" fmla="*/ 20278 h 20277"/>
                <a:gd name="connsiteX2" fmla="*/ 0 w 25600"/>
                <a:gd name="connsiteY2" fmla="*/ 10139 h 20277"/>
                <a:gd name="connsiteX3" fmla="*/ 12800 w 25600"/>
                <a:gd name="connsiteY3" fmla="*/ 0 h 20277"/>
                <a:gd name="connsiteX4" fmla="*/ 25601 w 25600"/>
                <a:gd name="connsiteY4" fmla="*/ 10139 h 2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00" h="20277">
                  <a:moveTo>
                    <a:pt x="25601" y="10139"/>
                  </a:moveTo>
                  <a:cubicBezTo>
                    <a:pt x="25601" y="15715"/>
                    <a:pt x="19897" y="20278"/>
                    <a:pt x="12800" y="20278"/>
                  </a:cubicBezTo>
                  <a:cubicBezTo>
                    <a:pt x="5703" y="20278"/>
                    <a:pt x="0" y="15715"/>
                    <a:pt x="0" y="10139"/>
                  </a:cubicBezTo>
                  <a:cubicBezTo>
                    <a:pt x="0" y="4562"/>
                    <a:pt x="5703" y="0"/>
                    <a:pt x="12800" y="0"/>
                  </a:cubicBezTo>
                  <a:cubicBezTo>
                    <a:pt x="19897" y="0"/>
                    <a:pt x="25601" y="4562"/>
                    <a:pt x="25601" y="1013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0" name="Freeform: Shape 2129">
              <a:extLst>
                <a:ext uri="{FF2B5EF4-FFF2-40B4-BE49-F238E27FC236}">
                  <a16:creationId xmlns:a16="http://schemas.microsoft.com/office/drawing/2014/main" id="{461631C3-62E8-FD75-B4A3-491E907102DB}"/>
                </a:ext>
              </a:extLst>
            </p:cNvPr>
            <p:cNvSpPr/>
            <p:nvPr/>
          </p:nvSpPr>
          <p:spPr>
            <a:xfrm>
              <a:off x="4808743" y="5895533"/>
              <a:ext cx="25600" cy="20277"/>
            </a:xfrm>
            <a:custGeom>
              <a:avLst/>
              <a:gdLst>
                <a:gd name="connsiteX0" fmla="*/ 25601 w 25600"/>
                <a:gd name="connsiteY0" fmla="*/ 10139 h 20277"/>
                <a:gd name="connsiteX1" fmla="*/ 12800 w 25600"/>
                <a:gd name="connsiteY1" fmla="*/ 20278 h 20277"/>
                <a:gd name="connsiteX2" fmla="*/ 0 w 25600"/>
                <a:gd name="connsiteY2" fmla="*/ 10139 h 20277"/>
                <a:gd name="connsiteX3" fmla="*/ 12800 w 25600"/>
                <a:gd name="connsiteY3" fmla="*/ 0 h 20277"/>
                <a:gd name="connsiteX4" fmla="*/ 25601 w 25600"/>
                <a:gd name="connsiteY4" fmla="*/ 10139 h 2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00" h="20277">
                  <a:moveTo>
                    <a:pt x="25601" y="10139"/>
                  </a:moveTo>
                  <a:cubicBezTo>
                    <a:pt x="25601" y="15715"/>
                    <a:pt x="19898" y="20278"/>
                    <a:pt x="12800" y="20278"/>
                  </a:cubicBezTo>
                  <a:cubicBezTo>
                    <a:pt x="5703" y="20278"/>
                    <a:pt x="0" y="15715"/>
                    <a:pt x="0" y="10139"/>
                  </a:cubicBezTo>
                  <a:cubicBezTo>
                    <a:pt x="0" y="4563"/>
                    <a:pt x="5703" y="0"/>
                    <a:pt x="12800" y="0"/>
                  </a:cubicBezTo>
                  <a:cubicBezTo>
                    <a:pt x="19898" y="0"/>
                    <a:pt x="25601" y="4563"/>
                    <a:pt x="25601" y="1013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1" name="Freeform: Shape 2130">
              <a:extLst>
                <a:ext uri="{FF2B5EF4-FFF2-40B4-BE49-F238E27FC236}">
                  <a16:creationId xmlns:a16="http://schemas.microsoft.com/office/drawing/2014/main" id="{FCB0C0C9-6BE5-FC13-E483-CF83F9A27475}"/>
                </a:ext>
              </a:extLst>
            </p:cNvPr>
            <p:cNvSpPr/>
            <p:nvPr/>
          </p:nvSpPr>
          <p:spPr>
            <a:xfrm>
              <a:off x="4689104" y="5852190"/>
              <a:ext cx="26361" cy="20784"/>
            </a:xfrm>
            <a:custGeom>
              <a:avLst/>
              <a:gdLst>
                <a:gd name="connsiteX0" fmla="*/ 26361 w 26361"/>
                <a:gd name="connsiteY0" fmla="*/ 10392 h 20784"/>
                <a:gd name="connsiteX1" fmla="*/ 13181 w 26361"/>
                <a:gd name="connsiteY1" fmla="*/ 20784 h 20784"/>
                <a:gd name="connsiteX2" fmla="*/ 0 w 26361"/>
                <a:gd name="connsiteY2" fmla="*/ 10392 h 20784"/>
                <a:gd name="connsiteX3" fmla="*/ 13181 w 26361"/>
                <a:gd name="connsiteY3" fmla="*/ 0 h 20784"/>
                <a:gd name="connsiteX4" fmla="*/ 26361 w 26361"/>
                <a:gd name="connsiteY4" fmla="*/ 10392 h 20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61" h="20784">
                  <a:moveTo>
                    <a:pt x="26361" y="10392"/>
                  </a:moveTo>
                  <a:cubicBezTo>
                    <a:pt x="26361" y="16222"/>
                    <a:pt x="20405" y="20784"/>
                    <a:pt x="13181" y="20784"/>
                  </a:cubicBezTo>
                  <a:cubicBezTo>
                    <a:pt x="5957" y="20784"/>
                    <a:pt x="0" y="16095"/>
                    <a:pt x="0" y="10392"/>
                  </a:cubicBezTo>
                  <a:cubicBezTo>
                    <a:pt x="0" y="4689"/>
                    <a:pt x="5957" y="0"/>
                    <a:pt x="13181" y="0"/>
                  </a:cubicBezTo>
                  <a:cubicBezTo>
                    <a:pt x="20405" y="0"/>
                    <a:pt x="26361" y="4689"/>
                    <a:pt x="26361" y="1039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2" name="Freeform: Shape 2131">
              <a:extLst>
                <a:ext uri="{FF2B5EF4-FFF2-40B4-BE49-F238E27FC236}">
                  <a16:creationId xmlns:a16="http://schemas.microsoft.com/office/drawing/2014/main" id="{0CF0D759-FD8B-AF2B-47E9-B2E4BF274D7B}"/>
                </a:ext>
              </a:extLst>
            </p:cNvPr>
            <p:cNvSpPr/>
            <p:nvPr/>
          </p:nvSpPr>
          <p:spPr>
            <a:xfrm>
              <a:off x="4571747" y="5805297"/>
              <a:ext cx="26867" cy="21291"/>
            </a:xfrm>
            <a:custGeom>
              <a:avLst/>
              <a:gdLst>
                <a:gd name="connsiteX0" fmla="*/ 26868 w 26867"/>
                <a:gd name="connsiteY0" fmla="*/ 10646 h 21291"/>
                <a:gd name="connsiteX1" fmla="*/ 13434 w 26867"/>
                <a:gd name="connsiteY1" fmla="*/ 21292 h 21291"/>
                <a:gd name="connsiteX2" fmla="*/ 0 w 26867"/>
                <a:gd name="connsiteY2" fmla="*/ 10646 h 21291"/>
                <a:gd name="connsiteX3" fmla="*/ 13434 w 26867"/>
                <a:gd name="connsiteY3" fmla="*/ 0 h 21291"/>
                <a:gd name="connsiteX4" fmla="*/ 26868 w 26867"/>
                <a:gd name="connsiteY4" fmla="*/ 10646 h 2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67" h="21291">
                  <a:moveTo>
                    <a:pt x="26868" y="10646"/>
                  </a:moveTo>
                  <a:cubicBezTo>
                    <a:pt x="26868" y="16602"/>
                    <a:pt x="20784" y="21292"/>
                    <a:pt x="13434" y="21292"/>
                  </a:cubicBezTo>
                  <a:cubicBezTo>
                    <a:pt x="6083" y="21292"/>
                    <a:pt x="0" y="16476"/>
                    <a:pt x="0" y="10646"/>
                  </a:cubicBezTo>
                  <a:cubicBezTo>
                    <a:pt x="0" y="4816"/>
                    <a:pt x="5957" y="0"/>
                    <a:pt x="13434" y="0"/>
                  </a:cubicBezTo>
                  <a:cubicBezTo>
                    <a:pt x="20911" y="0"/>
                    <a:pt x="26868" y="4816"/>
                    <a:pt x="26868" y="1064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3" name="Freeform: Shape 2132">
              <a:extLst>
                <a:ext uri="{FF2B5EF4-FFF2-40B4-BE49-F238E27FC236}">
                  <a16:creationId xmlns:a16="http://schemas.microsoft.com/office/drawing/2014/main" id="{2F81178E-B135-AC28-831E-1D153D18311D}"/>
                </a:ext>
              </a:extLst>
            </p:cNvPr>
            <p:cNvSpPr/>
            <p:nvPr/>
          </p:nvSpPr>
          <p:spPr>
            <a:xfrm>
              <a:off x="4457178" y="5755363"/>
              <a:ext cx="26360" cy="20784"/>
            </a:xfrm>
            <a:custGeom>
              <a:avLst/>
              <a:gdLst>
                <a:gd name="connsiteX0" fmla="*/ 26361 w 26360"/>
                <a:gd name="connsiteY0" fmla="*/ 10392 h 20784"/>
                <a:gd name="connsiteX1" fmla="*/ 13181 w 26360"/>
                <a:gd name="connsiteY1" fmla="*/ 20785 h 20784"/>
                <a:gd name="connsiteX2" fmla="*/ 0 w 26360"/>
                <a:gd name="connsiteY2" fmla="*/ 10392 h 20784"/>
                <a:gd name="connsiteX3" fmla="*/ 13181 w 26360"/>
                <a:gd name="connsiteY3" fmla="*/ 0 h 20784"/>
                <a:gd name="connsiteX4" fmla="*/ 26361 w 26360"/>
                <a:gd name="connsiteY4" fmla="*/ 10392 h 20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60" h="20784">
                  <a:moveTo>
                    <a:pt x="26361" y="10392"/>
                  </a:moveTo>
                  <a:cubicBezTo>
                    <a:pt x="26361" y="16222"/>
                    <a:pt x="20404" y="20785"/>
                    <a:pt x="13181" y="20785"/>
                  </a:cubicBezTo>
                  <a:cubicBezTo>
                    <a:pt x="5957" y="20785"/>
                    <a:pt x="0" y="16095"/>
                    <a:pt x="0" y="10392"/>
                  </a:cubicBezTo>
                  <a:cubicBezTo>
                    <a:pt x="0" y="4689"/>
                    <a:pt x="5830" y="0"/>
                    <a:pt x="13181" y="0"/>
                  </a:cubicBezTo>
                  <a:cubicBezTo>
                    <a:pt x="20531" y="0"/>
                    <a:pt x="26361" y="4689"/>
                    <a:pt x="26361" y="1039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4" name="Freeform: Shape 2133">
              <a:extLst>
                <a:ext uri="{FF2B5EF4-FFF2-40B4-BE49-F238E27FC236}">
                  <a16:creationId xmlns:a16="http://schemas.microsoft.com/office/drawing/2014/main" id="{82F3D3D8-E1FF-3CB3-6543-6168C68931C5}"/>
                </a:ext>
              </a:extLst>
            </p:cNvPr>
            <p:cNvSpPr/>
            <p:nvPr/>
          </p:nvSpPr>
          <p:spPr>
            <a:xfrm>
              <a:off x="4344636" y="5701373"/>
              <a:ext cx="26867" cy="21291"/>
            </a:xfrm>
            <a:custGeom>
              <a:avLst/>
              <a:gdLst>
                <a:gd name="connsiteX0" fmla="*/ 26868 w 26867"/>
                <a:gd name="connsiteY0" fmla="*/ 10646 h 21291"/>
                <a:gd name="connsiteX1" fmla="*/ 13434 w 26867"/>
                <a:gd name="connsiteY1" fmla="*/ 21292 h 21291"/>
                <a:gd name="connsiteX2" fmla="*/ 0 w 26867"/>
                <a:gd name="connsiteY2" fmla="*/ 10646 h 21291"/>
                <a:gd name="connsiteX3" fmla="*/ 13434 w 26867"/>
                <a:gd name="connsiteY3" fmla="*/ 0 h 21291"/>
                <a:gd name="connsiteX4" fmla="*/ 26868 w 26867"/>
                <a:gd name="connsiteY4" fmla="*/ 10646 h 2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67" h="21291">
                  <a:moveTo>
                    <a:pt x="26868" y="10646"/>
                  </a:moveTo>
                  <a:cubicBezTo>
                    <a:pt x="26868" y="16476"/>
                    <a:pt x="20785" y="21292"/>
                    <a:pt x="13434" y="21292"/>
                  </a:cubicBezTo>
                  <a:cubicBezTo>
                    <a:pt x="6083" y="21292"/>
                    <a:pt x="0" y="16476"/>
                    <a:pt x="0" y="10646"/>
                  </a:cubicBezTo>
                  <a:cubicBezTo>
                    <a:pt x="0" y="4816"/>
                    <a:pt x="6083" y="0"/>
                    <a:pt x="13434" y="0"/>
                  </a:cubicBezTo>
                  <a:cubicBezTo>
                    <a:pt x="20785" y="0"/>
                    <a:pt x="26868" y="4816"/>
                    <a:pt x="26868" y="1064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5" name="Freeform: Shape 2134">
              <a:extLst>
                <a:ext uri="{FF2B5EF4-FFF2-40B4-BE49-F238E27FC236}">
                  <a16:creationId xmlns:a16="http://schemas.microsoft.com/office/drawing/2014/main" id="{4299C3E1-FC9D-C0B6-25F5-A4B2119BD1E0}"/>
                </a:ext>
              </a:extLst>
            </p:cNvPr>
            <p:cNvSpPr/>
            <p:nvPr/>
          </p:nvSpPr>
          <p:spPr>
            <a:xfrm>
              <a:off x="4235136" y="5644216"/>
              <a:ext cx="26867" cy="21291"/>
            </a:xfrm>
            <a:custGeom>
              <a:avLst/>
              <a:gdLst>
                <a:gd name="connsiteX0" fmla="*/ 26868 w 26867"/>
                <a:gd name="connsiteY0" fmla="*/ 10646 h 21291"/>
                <a:gd name="connsiteX1" fmla="*/ 13434 w 26867"/>
                <a:gd name="connsiteY1" fmla="*/ 21292 h 21291"/>
                <a:gd name="connsiteX2" fmla="*/ 0 w 26867"/>
                <a:gd name="connsiteY2" fmla="*/ 10646 h 21291"/>
                <a:gd name="connsiteX3" fmla="*/ 13434 w 26867"/>
                <a:gd name="connsiteY3" fmla="*/ 0 h 21291"/>
                <a:gd name="connsiteX4" fmla="*/ 26868 w 26867"/>
                <a:gd name="connsiteY4" fmla="*/ 10646 h 2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67" h="21291">
                  <a:moveTo>
                    <a:pt x="26868" y="10646"/>
                  </a:moveTo>
                  <a:cubicBezTo>
                    <a:pt x="26868" y="16476"/>
                    <a:pt x="20784" y="21292"/>
                    <a:pt x="13434" y="21292"/>
                  </a:cubicBezTo>
                  <a:cubicBezTo>
                    <a:pt x="6083" y="21292"/>
                    <a:pt x="0" y="16476"/>
                    <a:pt x="0" y="10646"/>
                  </a:cubicBezTo>
                  <a:cubicBezTo>
                    <a:pt x="0" y="4816"/>
                    <a:pt x="6083" y="0"/>
                    <a:pt x="13434" y="0"/>
                  </a:cubicBezTo>
                  <a:cubicBezTo>
                    <a:pt x="20784" y="0"/>
                    <a:pt x="26868" y="4816"/>
                    <a:pt x="26868" y="1064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6" name="Freeform: Shape 2135">
              <a:extLst>
                <a:ext uri="{FF2B5EF4-FFF2-40B4-BE49-F238E27FC236}">
                  <a16:creationId xmlns:a16="http://schemas.microsoft.com/office/drawing/2014/main" id="{FBCD8DA9-3402-2C70-7AB7-97F1AA8C43A6}"/>
                </a:ext>
              </a:extLst>
            </p:cNvPr>
            <p:cNvSpPr/>
            <p:nvPr/>
          </p:nvSpPr>
          <p:spPr>
            <a:xfrm>
              <a:off x="4128425" y="5583763"/>
              <a:ext cx="26867" cy="21291"/>
            </a:xfrm>
            <a:custGeom>
              <a:avLst/>
              <a:gdLst>
                <a:gd name="connsiteX0" fmla="*/ 26868 w 26867"/>
                <a:gd name="connsiteY0" fmla="*/ 10646 h 21291"/>
                <a:gd name="connsiteX1" fmla="*/ 13434 w 26867"/>
                <a:gd name="connsiteY1" fmla="*/ 21292 h 21291"/>
                <a:gd name="connsiteX2" fmla="*/ 0 w 26867"/>
                <a:gd name="connsiteY2" fmla="*/ 10646 h 21291"/>
                <a:gd name="connsiteX3" fmla="*/ 13434 w 26867"/>
                <a:gd name="connsiteY3" fmla="*/ 0 h 21291"/>
                <a:gd name="connsiteX4" fmla="*/ 26868 w 26867"/>
                <a:gd name="connsiteY4" fmla="*/ 10646 h 2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67" h="21291">
                  <a:moveTo>
                    <a:pt x="26868" y="10646"/>
                  </a:moveTo>
                  <a:cubicBezTo>
                    <a:pt x="26868" y="16602"/>
                    <a:pt x="20785" y="21292"/>
                    <a:pt x="13434" y="21292"/>
                  </a:cubicBezTo>
                  <a:cubicBezTo>
                    <a:pt x="6083" y="21292"/>
                    <a:pt x="0" y="16476"/>
                    <a:pt x="0" y="10646"/>
                  </a:cubicBezTo>
                  <a:cubicBezTo>
                    <a:pt x="0" y="4816"/>
                    <a:pt x="6083" y="0"/>
                    <a:pt x="13434" y="0"/>
                  </a:cubicBezTo>
                  <a:cubicBezTo>
                    <a:pt x="20785" y="0"/>
                    <a:pt x="26868" y="4816"/>
                    <a:pt x="26868" y="1064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7" name="Freeform: Shape 2136">
              <a:extLst>
                <a:ext uri="{FF2B5EF4-FFF2-40B4-BE49-F238E27FC236}">
                  <a16:creationId xmlns:a16="http://schemas.microsoft.com/office/drawing/2014/main" id="{6BA2CDD0-A24D-A03C-78E2-7C6EA8B5D999}"/>
                </a:ext>
              </a:extLst>
            </p:cNvPr>
            <p:cNvSpPr/>
            <p:nvPr/>
          </p:nvSpPr>
          <p:spPr>
            <a:xfrm>
              <a:off x="4024501" y="5519634"/>
              <a:ext cx="27628" cy="21925"/>
            </a:xfrm>
            <a:custGeom>
              <a:avLst/>
              <a:gdLst>
                <a:gd name="connsiteX0" fmla="*/ 27629 w 27628"/>
                <a:gd name="connsiteY0" fmla="*/ 11026 h 21925"/>
                <a:gd name="connsiteX1" fmla="*/ 13815 w 27628"/>
                <a:gd name="connsiteY1" fmla="*/ 21925 h 21925"/>
                <a:gd name="connsiteX2" fmla="*/ 0 w 27628"/>
                <a:gd name="connsiteY2" fmla="*/ 11026 h 21925"/>
                <a:gd name="connsiteX3" fmla="*/ 13815 w 27628"/>
                <a:gd name="connsiteY3" fmla="*/ 0 h 21925"/>
                <a:gd name="connsiteX4" fmla="*/ 27629 w 27628"/>
                <a:gd name="connsiteY4" fmla="*/ 11026 h 2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28" h="21925">
                  <a:moveTo>
                    <a:pt x="27629" y="11026"/>
                  </a:moveTo>
                  <a:cubicBezTo>
                    <a:pt x="27629" y="17109"/>
                    <a:pt x="21418" y="21925"/>
                    <a:pt x="13815" y="21925"/>
                  </a:cubicBezTo>
                  <a:cubicBezTo>
                    <a:pt x="6210" y="21925"/>
                    <a:pt x="0" y="16983"/>
                    <a:pt x="0" y="11026"/>
                  </a:cubicBezTo>
                  <a:cubicBezTo>
                    <a:pt x="0" y="5069"/>
                    <a:pt x="6210" y="0"/>
                    <a:pt x="13815" y="0"/>
                  </a:cubicBezTo>
                  <a:cubicBezTo>
                    <a:pt x="21418" y="0"/>
                    <a:pt x="27629" y="4943"/>
                    <a:pt x="27629" y="1102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8" name="Freeform: Shape 2137">
              <a:extLst>
                <a:ext uri="{FF2B5EF4-FFF2-40B4-BE49-F238E27FC236}">
                  <a16:creationId xmlns:a16="http://schemas.microsoft.com/office/drawing/2014/main" id="{C136DA14-DD8E-7610-F03C-2F197A09EA28}"/>
                </a:ext>
              </a:extLst>
            </p:cNvPr>
            <p:cNvSpPr/>
            <p:nvPr/>
          </p:nvSpPr>
          <p:spPr>
            <a:xfrm>
              <a:off x="3923999" y="5452971"/>
              <a:ext cx="27628" cy="21925"/>
            </a:xfrm>
            <a:custGeom>
              <a:avLst/>
              <a:gdLst>
                <a:gd name="connsiteX0" fmla="*/ 27628 w 27628"/>
                <a:gd name="connsiteY0" fmla="*/ 10899 h 21925"/>
                <a:gd name="connsiteX1" fmla="*/ 13814 w 27628"/>
                <a:gd name="connsiteY1" fmla="*/ 21925 h 21925"/>
                <a:gd name="connsiteX2" fmla="*/ 0 w 27628"/>
                <a:gd name="connsiteY2" fmla="*/ 10899 h 21925"/>
                <a:gd name="connsiteX3" fmla="*/ 13814 w 27628"/>
                <a:gd name="connsiteY3" fmla="*/ 0 h 21925"/>
                <a:gd name="connsiteX4" fmla="*/ 27628 w 27628"/>
                <a:gd name="connsiteY4" fmla="*/ 10899 h 2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28" h="21925">
                  <a:moveTo>
                    <a:pt x="27628" y="10899"/>
                  </a:moveTo>
                  <a:cubicBezTo>
                    <a:pt x="27628" y="16983"/>
                    <a:pt x="21418" y="21925"/>
                    <a:pt x="13814" y="21925"/>
                  </a:cubicBezTo>
                  <a:cubicBezTo>
                    <a:pt x="6210" y="21925"/>
                    <a:pt x="0" y="16983"/>
                    <a:pt x="0" y="10899"/>
                  </a:cubicBezTo>
                  <a:cubicBezTo>
                    <a:pt x="0" y="4816"/>
                    <a:pt x="6210" y="0"/>
                    <a:pt x="13814" y="0"/>
                  </a:cubicBezTo>
                  <a:cubicBezTo>
                    <a:pt x="21418" y="0"/>
                    <a:pt x="27628" y="4943"/>
                    <a:pt x="27628" y="1089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9" name="Freeform: Shape 2138">
              <a:extLst>
                <a:ext uri="{FF2B5EF4-FFF2-40B4-BE49-F238E27FC236}">
                  <a16:creationId xmlns:a16="http://schemas.microsoft.com/office/drawing/2014/main" id="{90F2FA9D-606C-E92D-F3D4-A18AE2F58001}"/>
                </a:ext>
              </a:extLst>
            </p:cNvPr>
            <p:cNvSpPr/>
            <p:nvPr/>
          </p:nvSpPr>
          <p:spPr>
            <a:xfrm>
              <a:off x="3826920" y="5383140"/>
              <a:ext cx="27628" cy="21798"/>
            </a:xfrm>
            <a:custGeom>
              <a:avLst/>
              <a:gdLst>
                <a:gd name="connsiteX0" fmla="*/ 27629 w 27628"/>
                <a:gd name="connsiteY0" fmla="*/ 10899 h 21798"/>
                <a:gd name="connsiteX1" fmla="*/ 13814 w 27628"/>
                <a:gd name="connsiteY1" fmla="*/ 21799 h 21798"/>
                <a:gd name="connsiteX2" fmla="*/ 0 w 27628"/>
                <a:gd name="connsiteY2" fmla="*/ 10899 h 21798"/>
                <a:gd name="connsiteX3" fmla="*/ 13814 w 27628"/>
                <a:gd name="connsiteY3" fmla="*/ 0 h 21798"/>
                <a:gd name="connsiteX4" fmla="*/ 27629 w 27628"/>
                <a:gd name="connsiteY4" fmla="*/ 10899 h 21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28" h="21798">
                  <a:moveTo>
                    <a:pt x="27629" y="10899"/>
                  </a:moveTo>
                  <a:cubicBezTo>
                    <a:pt x="27629" y="16983"/>
                    <a:pt x="21418" y="21799"/>
                    <a:pt x="13814" y="21799"/>
                  </a:cubicBezTo>
                  <a:cubicBezTo>
                    <a:pt x="6210" y="21799"/>
                    <a:pt x="0" y="16856"/>
                    <a:pt x="0" y="10899"/>
                  </a:cubicBezTo>
                  <a:cubicBezTo>
                    <a:pt x="0" y="4943"/>
                    <a:pt x="6210" y="0"/>
                    <a:pt x="13814" y="0"/>
                  </a:cubicBezTo>
                  <a:cubicBezTo>
                    <a:pt x="21418" y="0"/>
                    <a:pt x="27629" y="4943"/>
                    <a:pt x="27629" y="1089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0" name="Freeform: Shape 2139">
              <a:extLst>
                <a:ext uri="{FF2B5EF4-FFF2-40B4-BE49-F238E27FC236}">
                  <a16:creationId xmlns:a16="http://schemas.microsoft.com/office/drawing/2014/main" id="{356F00F8-7749-42F3-1AC7-51D20097FBD7}"/>
                </a:ext>
              </a:extLst>
            </p:cNvPr>
            <p:cNvSpPr/>
            <p:nvPr/>
          </p:nvSpPr>
          <p:spPr>
            <a:xfrm>
              <a:off x="3733388" y="5310267"/>
              <a:ext cx="27628" cy="21925"/>
            </a:xfrm>
            <a:custGeom>
              <a:avLst/>
              <a:gdLst>
                <a:gd name="connsiteX0" fmla="*/ 27629 w 27628"/>
                <a:gd name="connsiteY0" fmla="*/ 10899 h 21925"/>
                <a:gd name="connsiteX1" fmla="*/ 13815 w 27628"/>
                <a:gd name="connsiteY1" fmla="*/ 21925 h 21925"/>
                <a:gd name="connsiteX2" fmla="*/ 0 w 27628"/>
                <a:gd name="connsiteY2" fmla="*/ 10899 h 21925"/>
                <a:gd name="connsiteX3" fmla="*/ 13815 w 27628"/>
                <a:gd name="connsiteY3" fmla="*/ 0 h 21925"/>
                <a:gd name="connsiteX4" fmla="*/ 27629 w 27628"/>
                <a:gd name="connsiteY4" fmla="*/ 10899 h 2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28" h="21925">
                  <a:moveTo>
                    <a:pt x="27629" y="10899"/>
                  </a:moveTo>
                  <a:cubicBezTo>
                    <a:pt x="27629" y="16983"/>
                    <a:pt x="21418" y="21925"/>
                    <a:pt x="13815" y="21925"/>
                  </a:cubicBezTo>
                  <a:cubicBezTo>
                    <a:pt x="6210" y="21925"/>
                    <a:pt x="0" y="16983"/>
                    <a:pt x="0" y="10899"/>
                  </a:cubicBezTo>
                  <a:cubicBezTo>
                    <a:pt x="0" y="4816"/>
                    <a:pt x="6210" y="0"/>
                    <a:pt x="13815" y="0"/>
                  </a:cubicBezTo>
                  <a:cubicBezTo>
                    <a:pt x="21418" y="0"/>
                    <a:pt x="27629" y="4943"/>
                    <a:pt x="27629" y="1089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1" name="Freeform: Shape 2140">
              <a:extLst>
                <a:ext uri="{FF2B5EF4-FFF2-40B4-BE49-F238E27FC236}">
                  <a16:creationId xmlns:a16="http://schemas.microsoft.com/office/drawing/2014/main" id="{98971D4B-0306-5EAA-DD10-E3F3CE2EA3B6}"/>
                </a:ext>
              </a:extLst>
            </p:cNvPr>
            <p:cNvSpPr/>
            <p:nvPr/>
          </p:nvSpPr>
          <p:spPr>
            <a:xfrm>
              <a:off x="3643406" y="5234605"/>
              <a:ext cx="27628" cy="21925"/>
            </a:xfrm>
            <a:custGeom>
              <a:avLst/>
              <a:gdLst>
                <a:gd name="connsiteX0" fmla="*/ 27628 w 27628"/>
                <a:gd name="connsiteY0" fmla="*/ 10899 h 21925"/>
                <a:gd name="connsiteX1" fmla="*/ 13814 w 27628"/>
                <a:gd name="connsiteY1" fmla="*/ 21925 h 21925"/>
                <a:gd name="connsiteX2" fmla="*/ 0 w 27628"/>
                <a:gd name="connsiteY2" fmla="*/ 10899 h 21925"/>
                <a:gd name="connsiteX3" fmla="*/ 13814 w 27628"/>
                <a:gd name="connsiteY3" fmla="*/ 0 h 21925"/>
                <a:gd name="connsiteX4" fmla="*/ 27628 w 27628"/>
                <a:gd name="connsiteY4" fmla="*/ 10899 h 2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28" h="21925">
                  <a:moveTo>
                    <a:pt x="27628" y="10899"/>
                  </a:moveTo>
                  <a:cubicBezTo>
                    <a:pt x="27628" y="16983"/>
                    <a:pt x="21418" y="21925"/>
                    <a:pt x="13814" y="21925"/>
                  </a:cubicBezTo>
                  <a:cubicBezTo>
                    <a:pt x="6210" y="21925"/>
                    <a:pt x="0" y="16983"/>
                    <a:pt x="0" y="10899"/>
                  </a:cubicBezTo>
                  <a:cubicBezTo>
                    <a:pt x="0" y="4816"/>
                    <a:pt x="6210" y="0"/>
                    <a:pt x="13814" y="0"/>
                  </a:cubicBezTo>
                  <a:cubicBezTo>
                    <a:pt x="21418" y="0"/>
                    <a:pt x="27628" y="4943"/>
                    <a:pt x="27628" y="1089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2" name="Freeform: Shape 2141">
              <a:extLst>
                <a:ext uri="{FF2B5EF4-FFF2-40B4-BE49-F238E27FC236}">
                  <a16:creationId xmlns:a16="http://schemas.microsoft.com/office/drawing/2014/main" id="{99C9DC91-F9D5-3CDE-32FA-B339D110B680}"/>
                </a:ext>
              </a:extLst>
            </p:cNvPr>
            <p:cNvSpPr/>
            <p:nvPr/>
          </p:nvSpPr>
          <p:spPr>
            <a:xfrm>
              <a:off x="3557099" y="5156156"/>
              <a:ext cx="27628" cy="21925"/>
            </a:xfrm>
            <a:custGeom>
              <a:avLst/>
              <a:gdLst>
                <a:gd name="connsiteX0" fmla="*/ 27628 w 27628"/>
                <a:gd name="connsiteY0" fmla="*/ 11026 h 21925"/>
                <a:gd name="connsiteX1" fmla="*/ 13814 w 27628"/>
                <a:gd name="connsiteY1" fmla="*/ 21925 h 21925"/>
                <a:gd name="connsiteX2" fmla="*/ 0 w 27628"/>
                <a:gd name="connsiteY2" fmla="*/ 11026 h 21925"/>
                <a:gd name="connsiteX3" fmla="*/ 13814 w 27628"/>
                <a:gd name="connsiteY3" fmla="*/ 0 h 21925"/>
                <a:gd name="connsiteX4" fmla="*/ 27628 w 27628"/>
                <a:gd name="connsiteY4" fmla="*/ 11026 h 2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28" h="21925">
                  <a:moveTo>
                    <a:pt x="27628" y="11026"/>
                  </a:moveTo>
                  <a:cubicBezTo>
                    <a:pt x="27628" y="17109"/>
                    <a:pt x="21418" y="21925"/>
                    <a:pt x="13814" y="21925"/>
                  </a:cubicBezTo>
                  <a:cubicBezTo>
                    <a:pt x="6210" y="21925"/>
                    <a:pt x="0" y="16983"/>
                    <a:pt x="0" y="11026"/>
                  </a:cubicBezTo>
                  <a:cubicBezTo>
                    <a:pt x="0" y="5069"/>
                    <a:pt x="6210" y="0"/>
                    <a:pt x="13814" y="0"/>
                  </a:cubicBezTo>
                  <a:cubicBezTo>
                    <a:pt x="21418" y="0"/>
                    <a:pt x="27628" y="4943"/>
                    <a:pt x="27628" y="1102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3" name="Freeform: Shape 2142">
              <a:extLst>
                <a:ext uri="{FF2B5EF4-FFF2-40B4-BE49-F238E27FC236}">
                  <a16:creationId xmlns:a16="http://schemas.microsoft.com/office/drawing/2014/main" id="{983EA0CE-6178-EBAC-54C8-B23C0D0CCB14}"/>
                </a:ext>
              </a:extLst>
            </p:cNvPr>
            <p:cNvSpPr/>
            <p:nvPr/>
          </p:nvSpPr>
          <p:spPr>
            <a:xfrm>
              <a:off x="3475227" y="5075552"/>
              <a:ext cx="26867" cy="21291"/>
            </a:xfrm>
            <a:custGeom>
              <a:avLst/>
              <a:gdLst>
                <a:gd name="connsiteX0" fmla="*/ 26868 w 26867"/>
                <a:gd name="connsiteY0" fmla="*/ 10646 h 21291"/>
                <a:gd name="connsiteX1" fmla="*/ 13434 w 26867"/>
                <a:gd name="connsiteY1" fmla="*/ 21292 h 21291"/>
                <a:gd name="connsiteX2" fmla="*/ 0 w 26867"/>
                <a:gd name="connsiteY2" fmla="*/ 10646 h 21291"/>
                <a:gd name="connsiteX3" fmla="*/ 13434 w 26867"/>
                <a:gd name="connsiteY3" fmla="*/ 0 h 21291"/>
                <a:gd name="connsiteX4" fmla="*/ 26868 w 26867"/>
                <a:gd name="connsiteY4" fmla="*/ 10646 h 2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67" h="21291">
                  <a:moveTo>
                    <a:pt x="26868" y="10646"/>
                  </a:moveTo>
                  <a:cubicBezTo>
                    <a:pt x="26868" y="16602"/>
                    <a:pt x="20911" y="21292"/>
                    <a:pt x="13434" y="21292"/>
                  </a:cubicBezTo>
                  <a:cubicBezTo>
                    <a:pt x="5957" y="21292"/>
                    <a:pt x="0" y="16476"/>
                    <a:pt x="0" y="10646"/>
                  </a:cubicBezTo>
                  <a:cubicBezTo>
                    <a:pt x="0" y="4816"/>
                    <a:pt x="5957" y="0"/>
                    <a:pt x="13434" y="0"/>
                  </a:cubicBezTo>
                  <a:cubicBezTo>
                    <a:pt x="20911" y="0"/>
                    <a:pt x="26868" y="4816"/>
                    <a:pt x="26868" y="1064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4" name="Freeform: Shape 2143">
              <a:extLst>
                <a:ext uri="{FF2B5EF4-FFF2-40B4-BE49-F238E27FC236}">
                  <a16:creationId xmlns:a16="http://schemas.microsoft.com/office/drawing/2014/main" id="{9B223F59-5D27-C5DB-AA1C-FEA67E30525B}"/>
                </a:ext>
              </a:extLst>
            </p:cNvPr>
            <p:cNvSpPr/>
            <p:nvPr/>
          </p:nvSpPr>
          <p:spPr>
            <a:xfrm>
              <a:off x="3396905" y="4992159"/>
              <a:ext cx="26867" cy="21291"/>
            </a:xfrm>
            <a:custGeom>
              <a:avLst/>
              <a:gdLst>
                <a:gd name="connsiteX0" fmla="*/ 26868 w 26867"/>
                <a:gd name="connsiteY0" fmla="*/ 10646 h 21291"/>
                <a:gd name="connsiteX1" fmla="*/ 13434 w 26867"/>
                <a:gd name="connsiteY1" fmla="*/ 21292 h 21291"/>
                <a:gd name="connsiteX2" fmla="*/ 0 w 26867"/>
                <a:gd name="connsiteY2" fmla="*/ 10646 h 21291"/>
                <a:gd name="connsiteX3" fmla="*/ 13434 w 26867"/>
                <a:gd name="connsiteY3" fmla="*/ 0 h 21291"/>
                <a:gd name="connsiteX4" fmla="*/ 26868 w 26867"/>
                <a:gd name="connsiteY4" fmla="*/ 10646 h 2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67" h="21291">
                  <a:moveTo>
                    <a:pt x="26868" y="10646"/>
                  </a:moveTo>
                  <a:cubicBezTo>
                    <a:pt x="26868" y="16602"/>
                    <a:pt x="20911" y="21292"/>
                    <a:pt x="13434" y="21292"/>
                  </a:cubicBezTo>
                  <a:cubicBezTo>
                    <a:pt x="5957" y="21292"/>
                    <a:pt x="0" y="16476"/>
                    <a:pt x="0" y="10646"/>
                  </a:cubicBezTo>
                  <a:cubicBezTo>
                    <a:pt x="0" y="4816"/>
                    <a:pt x="6083" y="0"/>
                    <a:pt x="13434" y="0"/>
                  </a:cubicBezTo>
                  <a:cubicBezTo>
                    <a:pt x="20785" y="0"/>
                    <a:pt x="26868" y="4816"/>
                    <a:pt x="26868" y="1064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5" name="Freeform: Shape 2144">
              <a:extLst>
                <a:ext uri="{FF2B5EF4-FFF2-40B4-BE49-F238E27FC236}">
                  <a16:creationId xmlns:a16="http://schemas.microsoft.com/office/drawing/2014/main" id="{0B9AE6B5-4CB8-9DB9-7429-DDF357A6EE02}"/>
                </a:ext>
              </a:extLst>
            </p:cNvPr>
            <p:cNvSpPr/>
            <p:nvPr/>
          </p:nvSpPr>
          <p:spPr>
            <a:xfrm>
              <a:off x="3322384" y="4905979"/>
              <a:ext cx="27628" cy="21925"/>
            </a:xfrm>
            <a:custGeom>
              <a:avLst/>
              <a:gdLst>
                <a:gd name="connsiteX0" fmla="*/ 27628 w 27628"/>
                <a:gd name="connsiteY0" fmla="*/ 11026 h 21925"/>
                <a:gd name="connsiteX1" fmla="*/ 13814 w 27628"/>
                <a:gd name="connsiteY1" fmla="*/ 21925 h 21925"/>
                <a:gd name="connsiteX2" fmla="*/ 0 w 27628"/>
                <a:gd name="connsiteY2" fmla="*/ 11026 h 21925"/>
                <a:gd name="connsiteX3" fmla="*/ 13814 w 27628"/>
                <a:gd name="connsiteY3" fmla="*/ 0 h 21925"/>
                <a:gd name="connsiteX4" fmla="*/ 27628 w 27628"/>
                <a:gd name="connsiteY4" fmla="*/ 11026 h 2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28" h="21925">
                  <a:moveTo>
                    <a:pt x="27628" y="11026"/>
                  </a:moveTo>
                  <a:cubicBezTo>
                    <a:pt x="27628" y="17109"/>
                    <a:pt x="21418" y="21925"/>
                    <a:pt x="13814" y="21925"/>
                  </a:cubicBezTo>
                  <a:cubicBezTo>
                    <a:pt x="6210" y="21925"/>
                    <a:pt x="0" y="16983"/>
                    <a:pt x="0" y="11026"/>
                  </a:cubicBezTo>
                  <a:cubicBezTo>
                    <a:pt x="0" y="5069"/>
                    <a:pt x="6210" y="0"/>
                    <a:pt x="13814" y="0"/>
                  </a:cubicBezTo>
                  <a:cubicBezTo>
                    <a:pt x="21418" y="0"/>
                    <a:pt x="27628" y="4943"/>
                    <a:pt x="27628" y="1102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6" name="Freeform: Shape 2145">
              <a:extLst>
                <a:ext uri="{FF2B5EF4-FFF2-40B4-BE49-F238E27FC236}">
                  <a16:creationId xmlns:a16="http://schemas.microsoft.com/office/drawing/2014/main" id="{229B4A41-B13E-E968-76BF-F1D2FBED7339}"/>
                </a:ext>
              </a:extLst>
            </p:cNvPr>
            <p:cNvSpPr/>
            <p:nvPr/>
          </p:nvSpPr>
          <p:spPr>
            <a:xfrm>
              <a:off x="3252806" y="4818404"/>
              <a:ext cx="26867" cy="21291"/>
            </a:xfrm>
            <a:custGeom>
              <a:avLst/>
              <a:gdLst>
                <a:gd name="connsiteX0" fmla="*/ 26868 w 26867"/>
                <a:gd name="connsiteY0" fmla="*/ 10646 h 21291"/>
                <a:gd name="connsiteX1" fmla="*/ 13434 w 26867"/>
                <a:gd name="connsiteY1" fmla="*/ 21292 h 21291"/>
                <a:gd name="connsiteX2" fmla="*/ 0 w 26867"/>
                <a:gd name="connsiteY2" fmla="*/ 10646 h 21291"/>
                <a:gd name="connsiteX3" fmla="*/ 13434 w 26867"/>
                <a:gd name="connsiteY3" fmla="*/ 0 h 21291"/>
                <a:gd name="connsiteX4" fmla="*/ 26868 w 26867"/>
                <a:gd name="connsiteY4" fmla="*/ 10646 h 2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67" h="21291">
                  <a:moveTo>
                    <a:pt x="26868" y="10646"/>
                  </a:moveTo>
                  <a:cubicBezTo>
                    <a:pt x="26868" y="16602"/>
                    <a:pt x="20911" y="21292"/>
                    <a:pt x="13434" y="21292"/>
                  </a:cubicBezTo>
                  <a:cubicBezTo>
                    <a:pt x="5957" y="21292"/>
                    <a:pt x="0" y="16476"/>
                    <a:pt x="0" y="10646"/>
                  </a:cubicBezTo>
                  <a:cubicBezTo>
                    <a:pt x="0" y="4816"/>
                    <a:pt x="6083" y="0"/>
                    <a:pt x="13434" y="0"/>
                  </a:cubicBezTo>
                  <a:cubicBezTo>
                    <a:pt x="20784" y="0"/>
                    <a:pt x="26868" y="4816"/>
                    <a:pt x="26868" y="1064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7" name="Freeform: Shape 2146">
              <a:extLst>
                <a:ext uri="{FF2B5EF4-FFF2-40B4-BE49-F238E27FC236}">
                  <a16:creationId xmlns:a16="http://schemas.microsoft.com/office/drawing/2014/main" id="{A7CD8B83-A031-CD46-4FD4-8AC9FCDE8180}"/>
                </a:ext>
              </a:extLst>
            </p:cNvPr>
            <p:cNvSpPr/>
            <p:nvPr/>
          </p:nvSpPr>
          <p:spPr>
            <a:xfrm>
              <a:off x="3187283" y="4728422"/>
              <a:ext cx="26867" cy="21291"/>
            </a:xfrm>
            <a:custGeom>
              <a:avLst/>
              <a:gdLst>
                <a:gd name="connsiteX0" fmla="*/ 26868 w 26867"/>
                <a:gd name="connsiteY0" fmla="*/ 10646 h 21291"/>
                <a:gd name="connsiteX1" fmla="*/ 13434 w 26867"/>
                <a:gd name="connsiteY1" fmla="*/ 21292 h 21291"/>
                <a:gd name="connsiteX2" fmla="*/ 0 w 26867"/>
                <a:gd name="connsiteY2" fmla="*/ 10646 h 21291"/>
                <a:gd name="connsiteX3" fmla="*/ 13434 w 26867"/>
                <a:gd name="connsiteY3" fmla="*/ 0 h 21291"/>
                <a:gd name="connsiteX4" fmla="*/ 26868 w 26867"/>
                <a:gd name="connsiteY4" fmla="*/ 10646 h 2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67" h="21291">
                  <a:moveTo>
                    <a:pt x="26868" y="10646"/>
                  </a:moveTo>
                  <a:cubicBezTo>
                    <a:pt x="26868" y="16602"/>
                    <a:pt x="20785" y="21292"/>
                    <a:pt x="13434" y="21292"/>
                  </a:cubicBezTo>
                  <a:cubicBezTo>
                    <a:pt x="6083" y="21292"/>
                    <a:pt x="0" y="16476"/>
                    <a:pt x="0" y="10646"/>
                  </a:cubicBezTo>
                  <a:cubicBezTo>
                    <a:pt x="0" y="4816"/>
                    <a:pt x="6083" y="0"/>
                    <a:pt x="13434" y="0"/>
                  </a:cubicBezTo>
                  <a:cubicBezTo>
                    <a:pt x="20785" y="0"/>
                    <a:pt x="26868" y="4816"/>
                    <a:pt x="26868" y="1064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8" name="Freeform: Shape 2147">
              <a:extLst>
                <a:ext uri="{FF2B5EF4-FFF2-40B4-BE49-F238E27FC236}">
                  <a16:creationId xmlns:a16="http://schemas.microsoft.com/office/drawing/2014/main" id="{A4976728-83A0-3AFC-7C39-A5E68F56B078}"/>
                </a:ext>
              </a:extLst>
            </p:cNvPr>
            <p:cNvSpPr/>
            <p:nvPr/>
          </p:nvSpPr>
          <p:spPr>
            <a:xfrm>
              <a:off x="3126450" y="4636665"/>
              <a:ext cx="26361" cy="20784"/>
            </a:xfrm>
            <a:custGeom>
              <a:avLst/>
              <a:gdLst>
                <a:gd name="connsiteX0" fmla="*/ 26361 w 26361"/>
                <a:gd name="connsiteY0" fmla="*/ 10392 h 20784"/>
                <a:gd name="connsiteX1" fmla="*/ 13180 w 26361"/>
                <a:gd name="connsiteY1" fmla="*/ 20784 h 20784"/>
                <a:gd name="connsiteX2" fmla="*/ 0 w 26361"/>
                <a:gd name="connsiteY2" fmla="*/ 10392 h 20784"/>
                <a:gd name="connsiteX3" fmla="*/ 13180 w 26361"/>
                <a:gd name="connsiteY3" fmla="*/ 0 h 20784"/>
                <a:gd name="connsiteX4" fmla="*/ 26361 w 26361"/>
                <a:gd name="connsiteY4" fmla="*/ 10392 h 20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61" h="20784">
                  <a:moveTo>
                    <a:pt x="26361" y="10392"/>
                  </a:moveTo>
                  <a:cubicBezTo>
                    <a:pt x="26361" y="16222"/>
                    <a:pt x="20404" y="20784"/>
                    <a:pt x="13180" y="20784"/>
                  </a:cubicBezTo>
                  <a:cubicBezTo>
                    <a:pt x="5957" y="20784"/>
                    <a:pt x="0" y="16095"/>
                    <a:pt x="0" y="10392"/>
                  </a:cubicBezTo>
                  <a:cubicBezTo>
                    <a:pt x="0" y="4689"/>
                    <a:pt x="5957" y="0"/>
                    <a:pt x="13180" y="0"/>
                  </a:cubicBezTo>
                  <a:cubicBezTo>
                    <a:pt x="20404" y="0"/>
                    <a:pt x="26361" y="4689"/>
                    <a:pt x="26361" y="1039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9" name="Freeform: Shape 2148">
              <a:extLst>
                <a:ext uri="{FF2B5EF4-FFF2-40B4-BE49-F238E27FC236}">
                  <a16:creationId xmlns:a16="http://schemas.microsoft.com/office/drawing/2014/main" id="{4F0DA0B1-44D5-E5FE-DA32-F71F2323CE12}"/>
                </a:ext>
              </a:extLst>
            </p:cNvPr>
            <p:cNvSpPr/>
            <p:nvPr/>
          </p:nvSpPr>
          <p:spPr>
            <a:xfrm>
              <a:off x="3069926" y="4542754"/>
              <a:ext cx="26234" cy="20784"/>
            </a:xfrm>
            <a:custGeom>
              <a:avLst/>
              <a:gdLst>
                <a:gd name="connsiteX0" fmla="*/ 26234 w 26234"/>
                <a:gd name="connsiteY0" fmla="*/ 10392 h 20784"/>
                <a:gd name="connsiteX1" fmla="*/ 13054 w 26234"/>
                <a:gd name="connsiteY1" fmla="*/ 20784 h 20784"/>
                <a:gd name="connsiteX2" fmla="*/ 0 w 26234"/>
                <a:gd name="connsiteY2" fmla="*/ 10392 h 20784"/>
                <a:gd name="connsiteX3" fmla="*/ 13054 w 26234"/>
                <a:gd name="connsiteY3" fmla="*/ 0 h 20784"/>
                <a:gd name="connsiteX4" fmla="*/ 26234 w 26234"/>
                <a:gd name="connsiteY4" fmla="*/ 10392 h 20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234" h="20784">
                  <a:moveTo>
                    <a:pt x="26234" y="10392"/>
                  </a:moveTo>
                  <a:cubicBezTo>
                    <a:pt x="26234" y="16095"/>
                    <a:pt x="20278" y="20784"/>
                    <a:pt x="13054" y="20784"/>
                  </a:cubicBezTo>
                  <a:cubicBezTo>
                    <a:pt x="5830" y="20784"/>
                    <a:pt x="0" y="16095"/>
                    <a:pt x="0" y="10392"/>
                  </a:cubicBezTo>
                  <a:cubicBezTo>
                    <a:pt x="0" y="4689"/>
                    <a:pt x="5830" y="0"/>
                    <a:pt x="13054" y="0"/>
                  </a:cubicBezTo>
                  <a:cubicBezTo>
                    <a:pt x="20278" y="0"/>
                    <a:pt x="26234" y="4689"/>
                    <a:pt x="26234" y="1039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0" name="Freeform: Shape 2149">
              <a:extLst>
                <a:ext uri="{FF2B5EF4-FFF2-40B4-BE49-F238E27FC236}">
                  <a16:creationId xmlns:a16="http://schemas.microsoft.com/office/drawing/2014/main" id="{486873A8-51C6-1FD5-3A5F-33526ECCC1E8}"/>
                </a:ext>
              </a:extLst>
            </p:cNvPr>
            <p:cNvSpPr/>
            <p:nvPr/>
          </p:nvSpPr>
          <p:spPr>
            <a:xfrm>
              <a:off x="3018344" y="4447575"/>
              <a:ext cx="25600" cy="20277"/>
            </a:xfrm>
            <a:custGeom>
              <a:avLst/>
              <a:gdLst>
                <a:gd name="connsiteX0" fmla="*/ 25601 w 25600"/>
                <a:gd name="connsiteY0" fmla="*/ 10139 h 20277"/>
                <a:gd name="connsiteX1" fmla="*/ 12800 w 25600"/>
                <a:gd name="connsiteY1" fmla="*/ 20278 h 20277"/>
                <a:gd name="connsiteX2" fmla="*/ 0 w 25600"/>
                <a:gd name="connsiteY2" fmla="*/ 10139 h 20277"/>
                <a:gd name="connsiteX3" fmla="*/ 12800 w 25600"/>
                <a:gd name="connsiteY3" fmla="*/ 0 h 20277"/>
                <a:gd name="connsiteX4" fmla="*/ 25601 w 25600"/>
                <a:gd name="connsiteY4" fmla="*/ 10139 h 2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00" h="20277">
                  <a:moveTo>
                    <a:pt x="25601" y="10139"/>
                  </a:moveTo>
                  <a:cubicBezTo>
                    <a:pt x="25601" y="15715"/>
                    <a:pt x="19897" y="20278"/>
                    <a:pt x="12800" y="20278"/>
                  </a:cubicBezTo>
                  <a:cubicBezTo>
                    <a:pt x="5703" y="20278"/>
                    <a:pt x="0" y="15715"/>
                    <a:pt x="0" y="10139"/>
                  </a:cubicBezTo>
                  <a:cubicBezTo>
                    <a:pt x="0" y="4563"/>
                    <a:pt x="5703" y="0"/>
                    <a:pt x="12800" y="0"/>
                  </a:cubicBezTo>
                  <a:cubicBezTo>
                    <a:pt x="19897" y="0"/>
                    <a:pt x="25601" y="4563"/>
                    <a:pt x="25601" y="1013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1" name="Freeform: Shape 2150">
              <a:extLst>
                <a:ext uri="{FF2B5EF4-FFF2-40B4-BE49-F238E27FC236}">
                  <a16:creationId xmlns:a16="http://schemas.microsoft.com/office/drawing/2014/main" id="{85245873-8DA9-6EC2-CC0A-045E6712B5F1}"/>
                </a:ext>
              </a:extLst>
            </p:cNvPr>
            <p:cNvSpPr/>
            <p:nvPr/>
          </p:nvSpPr>
          <p:spPr>
            <a:xfrm>
              <a:off x="2971579" y="4350875"/>
              <a:ext cx="24713" cy="19644"/>
            </a:xfrm>
            <a:custGeom>
              <a:avLst/>
              <a:gdLst>
                <a:gd name="connsiteX0" fmla="*/ 24713 w 24713"/>
                <a:gd name="connsiteY0" fmla="*/ 9759 h 19644"/>
                <a:gd name="connsiteX1" fmla="*/ 12293 w 24713"/>
                <a:gd name="connsiteY1" fmla="*/ 19644 h 19644"/>
                <a:gd name="connsiteX2" fmla="*/ 0 w 24713"/>
                <a:gd name="connsiteY2" fmla="*/ 9759 h 19644"/>
                <a:gd name="connsiteX3" fmla="*/ 12293 w 24713"/>
                <a:gd name="connsiteY3" fmla="*/ 0 h 19644"/>
                <a:gd name="connsiteX4" fmla="*/ 24713 w 24713"/>
                <a:gd name="connsiteY4" fmla="*/ 9759 h 19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713" h="19644">
                  <a:moveTo>
                    <a:pt x="24713" y="9759"/>
                  </a:moveTo>
                  <a:cubicBezTo>
                    <a:pt x="24713" y="15208"/>
                    <a:pt x="19137" y="19644"/>
                    <a:pt x="12293" y="19644"/>
                  </a:cubicBezTo>
                  <a:cubicBezTo>
                    <a:pt x="5450" y="19644"/>
                    <a:pt x="0" y="15208"/>
                    <a:pt x="0" y="9759"/>
                  </a:cubicBezTo>
                  <a:cubicBezTo>
                    <a:pt x="0" y="4309"/>
                    <a:pt x="5576" y="0"/>
                    <a:pt x="12293" y="0"/>
                  </a:cubicBezTo>
                  <a:cubicBezTo>
                    <a:pt x="19010" y="0"/>
                    <a:pt x="24713" y="4436"/>
                    <a:pt x="24713" y="975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2" name="Freeform: Shape 2151">
              <a:extLst>
                <a:ext uri="{FF2B5EF4-FFF2-40B4-BE49-F238E27FC236}">
                  <a16:creationId xmlns:a16="http://schemas.microsoft.com/office/drawing/2014/main" id="{8792D8C6-324E-7945-B579-970E15A8C354}"/>
                </a:ext>
              </a:extLst>
            </p:cNvPr>
            <p:cNvSpPr/>
            <p:nvPr/>
          </p:nvSpPr>
          <p:spPr>
            <a:xfrm>
              <a:off x="2929122" y="4252528"/>
              <a:ext cx="24713" cy="19643"/>
            </a:xfrm>
            <a:custGeom>
              <a:avLst/>
              <a:gdLst>
                <a:gd name="connsiteX0" fmla="*/ 24714 w 24713"/>
                <a:gd name="connsiteY0" fmla="*/ 9759 h 19643"/>
                <a:gd name="connsiteX1" fmla="*/ 12293 w 24713"/>
                <a:gd name="connsiteY1" fmla="*/ 19644 h 19643"/>
                <a:gd name="connsiteX2" fmla="*/ 0 w 24713"/>
                <a:gd name="connsiteY2" fmla="*/ 9759 h 19643"/>
                <a:gd name="connsiteX3" fmla="*/ 12293 w 24713"/>
                <a:gd name="connsiteY3" fmla="*/ 0 h 19643"/>
                <a:gd name="connsiteX4" fmla="*/ 24714 w 24713"/>
                <a:gd name="connsiteY4" fmla="*/ 9759 h 19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713" h="19643">
                  <a:moveTo>
                    <a:pt x="24714" y="9759"/>
                  </a:moveTo>
                  <a:cubicBezTo>
                    <a:pt x="24714" y="15208"/>
                    <a:pt x="19137" y="19644"/>
                    <a:pt x="12293" y="19644"/>
                  </a:cubicBezTo>
                  <a:cubicBezTo>
                    <a:pt x="5450" y="19644"/>
                    <a:pt x="0" y="15208"/>
                    <a:pt x="0" y="9759"/>
                  </a:cubicBezTo>
                  <a:cubicBezTo>
                    <a:pt x="0" y="4309"/>
                    <a:pt x="5576" y="0"/>
                    <a:pt x="12293" y="0"/>
                  </a:cubicBezTo>
                  <a:cubicBezTo>
                    <a:pt x="19010" y="0"/>
                    <a:pt x="24714" y="4435"/>
                    <a:pt x="24714" y="975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3" name="Freeform: Shape 2152">
              <a:extLst>
                <a:ext uri="{FF2B5EF4-FFF2-40B4-BE49-F238E27FC236}">
                  <a16:creationId xmlns:a16="http://schemas.microsoft.com/office/drawing/2014/main" id="{DA3DB093-B5C3-0545-04D4-E4A012BA1351}"/>
                </a:ext>
              </a:extLst>
            </p:cNvPr>
            <p:cNvSpPr/>
            <p:nvPr/>
          </p:nvSpPr>
          <p:spPr>
            <a:xfrm>
              <a:off x="2891735" y="4153167"/>
              <a:ext cx="24079" cy="19010"/>
            </a:xfrm>
            <a:custGeom>
              <a:avLst/>
              <a:gdLst>
                <a:gd name="connsiteX0" fmla="*/ 24080 w 24079"/>
                <a:gd name="connsiteY0" fmla="*/ 9505 h 19010"/>
                <a:gd name="connsiteX1" fmla="*/ 12040 w 24079"/>
                <a:gd name="connsiteY1" fmla="*/ 19010 h 19010"/>
                <a:gd name="connsiteX2" fmla="*/ 0 w 24079"/>
                <a:gd name="connsiteY2" fmla="*/ 9505 h 19010"/>
                <a:gd name="connsiteX3" fmla="*/ 12040 w 24079"/>
                <a:gd name="connsiteY3" fmla="*/ 0 h 19010"/>
                <a:gd name="connsiteX4" fmla="*/ 24080 w 24079"/>
                <a:gd name="connsiteY4" fmla="*/ 9505 h 19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79" h="19010">
                  <a:moveTo>
                    <a:pt x="24080" y="9505"/>
                  </a:moveTo>
                  <a:cubicBezTo>
                    <a:pt x="24080" y="14701"/>
                    <a:pt x="18757" y="19010"/>
                    <a:pt x="12040" y="19010"/>
                  </a:cubicBezTo>
                  <a:cubicBezTo>
                    <a:pt x="5323" y="19010"/>
                    <a:pt x="0" y="14701"/>
                    <a:pt x="0" y="9505"/>
                  </a:cubicBezTo>
                  <a:cubicBezTo>
                    <a:pt x="0" y="4309"/>
                    <a:pt x="5323" y="0"/>
                    <a:pt x="12040" y="0"/>
                  </a:cubicBezTo>
                  <a:cubicBezTo>
                    <a:pt x="18757" y="0"/>
                    <a:pt x="24080" y="4309"/>
                    <a:pt x="24080" y="950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4" name="Freeform: Shape 2153">
              <a:extLst>
                <a:ext uri="{FF2B5EF4-FFF2-40B4-BE49-F238E27FC236}">
                  <a16:creationId xmlns:a16="http://schemas.microsoft.com/office/drawing/2014/main" id="{A30F6F4F-AEEE-9F4C-8691-B20C8050E022}"/>
                </a:ext>
              </a:extLst>
            </p:cNvPr>
            <p:cNvSpPr/>
            <p:nvPr/>
          </p:nvSpPr>
          <p:spPr>
            <a:xfrm>
              <a:off x="2859544" y="4052792"/>
              <a:ext cx="23319" cy="18503"/>
            </a:xfrm>
            <a:custGeom>
              <a:avLst/>
              <a:gdLst>
                <a:gd name="connsiteX0" fmla="*/ 23319 w 23319"/>
                <a:gd name="connsiteY0" fmla="*/ 9252 h 18503"/>
                <a:gd name="connsiteX1" fmla="*/ 11660 w 23319"/>
                <a:gd name="connsiteY1" fmla="*/ 18503 h 18503"/>
                <a:gd name="connsiteX2" fmla="*/ 0 w 23319"/>
                <a:gd name="connsiteY2" fmla="*/ 9252 h 18503"/>
                <a:gd name="connsiteX3" fmla="*/ 11660 w 23319"/>
                <a:gd name="connsiteY3" fmla="*/ 0 h 18503"/>
                <a:gd name="connsiteX4" fmla="*/ 23319 w 23319"/>
                <a:gd name="connsiteY4" fmla="*/ 9252 h 18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319" h="18503">
                  <a:moveTo>
                    <a:pt x="23319" y="9252"/>
                  </a:moveTo>
                  <a:cubicBezTo>
                    <a:pt x="23319" y="14321"/>
                    <a:pt x="18123" y="18503"/>
                    <a:pt x="11660" y="18503"/>
                  </a:cubicBezTo>
                  <a:cubicBezTo>
                    <a:pt x="5196" y="18503"/>
                    <a:pt x="0" y="14321"/>
                    <a:pt x="0" y="9252"/>
                  </a:cubicBezTo>
                  <a:cubicBezTo>
                    <a:pt x="0" y="4182"/>
                    <a:pt x="5196" y="0"/>
                    <a:pt x="11660" y="0"/>
                  </a:cubicBezTo>
                  <a:cubicBezTo>
                    <a:pt x="18123" y="0"/>
                    <a:pt x="23319" y="4182"/>
                    <a:pt x="23319" y="925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5" name="Freeform: Shape 2154">
              <a:extLst>
                <a:ext uri="{FF2B5EF4-FFF2-40B4-BE49-F238E27FC236}">
                  <a16:creationId xmlns:a16="http://schemas.microsoft.com/office/drawing/2014/main" id="{E93C0417-667D-BCD1-814A-7BEDAE7F1643}"/>
                </a:ext>
              </a:extLst>
            </p:cNvPr>
            <p:cNvSpPr/>
            <p:nvPr/>
          </p:nvSpPr>
          <p:spPr>
            <a:xfrm>
              <a:off x="2832169" y="3951404"/>
              <a:ext cx="22558" cy="17869"/>
            </a:xfrm>
            <a:custGeom>
              <a:avLst/>
              <a:gdLst>
                <a:gd name="connsiteX0" fmla="*/ 22559 w 22558"/>
                <a:gd name="connsiteY0" fmla="*/ 8998 h 17869"/>
                <a:gd name="connsiteX1" fmla="*/ 11279 w 22558"/>
                <a:gd name="connsiteY1" fmla="*/ 17870 h 17869"/>
                <a:gd name="connsiteX2" fmla="*/ 0 w 22558"/>
                <a:gd name="connsiteY2" fmla="*/ 8998 h 17869"/>
                <a:gd name="connsiteX3" fmla="*/ 11279 w 22558"/>
                <a:gd name="connsiteY3" fmla="*/ 0 h 17869"/>
                <a:gd name="connsiteX4" fmla="*/ 22559 w 22558"/>
                <a:gd name="connsiteY4" fmla="*/ 8998 h 1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8" h="17869">
                  <a:moveTo>
                    <a:pt x="22559" y="8998"/>
                  </a:moveTo>
                  <a:cubicBezTo>
                    <a:pt x="22559" y="13941"/>
                    <a:pt x="17490" y="17870"/>
                    <a:pt x="11279" y="17870"/>
                  </a:cubicBezTo>
                  <a:cubicBezTo>
                    <a:pt x="5069" y="17870"/>
                    <a:pt x="0" y="13814"/>
                    <a:pt x="0" y="8998"/>
                  </a:cubicBezTo>
                  <a:cubicBezTo>
                    <a:pt x="0" y="4182"/>
                    <a:pt x="5069" y="0"/>
                    <a:pt x="11279" y="0"/>
                  </a:cubicBezTo>
                  <a:cubicBezTo>
                    <a:pt x="17490" y="0"/>
                    <a:pt x="22559" y="4056"/>
                    <a:pt x="22559" y="89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6" name="Freeform: Shape 2155">
              <a:extLst>
                <a:ext uri="{FF2B5EF4-FFF2-40B4-BE49-F238E27FC236}">
                  <a16:creationId xmlns:a16="http://schemas.microsoft.com/office/drawing/2014/main" id="{F10343FB-B349-F10F-1A4D-8C960D132C4D}"/>
                </a:ext>
              </a:extLst>
            </p:cNvPr>
            <p:cNvSpPr/>
            <p:nvPr/>
          </p:nvSpPr>
          <p:spPr>
            <a:xfrm>
              <a:off x="2809357" y="3849128"/>
              <a:ext cx="22558" cy="17869"/>
            </a:xfrm>
            <a:custGeom>
              <a:avLst/>
              <a:gdLst>
                <a:gd name="connsiteX0" fmla="*/ 22559 w 22558"/>
                <a:gd name="connsiteY0" fmla="*/ 8872 h 17869"/>
                <a:gd name="connsiteX1" fmla="*/ 11279 w 22558"/>
                <a:gd name="connsiteY1" fmla="*/ 17870 h 17869"/>
                <a:gd name="connsiteX2" fmla="*/ 0 w 22558"/>
                <a:gd name="connsiteY2" fmla="*/ 8872 h 17869"/>
                <a:gd name="connsiteX3" fmla="*/ 11279 w 22558"/>
                <a:gd name="connsiteY3" fmla="*/ 0 h 17869"/>
                <a:gd name="connsiteX4" fmla="*/ 22559 w 22558"/>
                <a:gd name="connsiteY4" fmla="*/ 8872 h 1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8" h="17869">
                  <a:moveTo>
                    <a:pt x="22559" y="8872"/>
                  </a:moveTo>
                  <a:cubicBezTo>
                    <a:pt x="22559" y="13814"/>
                    <a:pt x="17490" y="17870"/>
                    <a:pt x="11279" y="17870"/>
                  </a:cubicBezTo>
                  <a:cubicBezTo>
                    <a:pt x="5070" y="17870"/>
                    <a:pt x="0" y="13814"/>
                    <a:pt x="0" y="8872"/>
                  </a:cubicBezTo>
                  <a:cubicBezTo>
                    <a:pt x="0" y="3929"/>
                    <a:pt x="5070" y="0"/>
                    <a:pt x="11279" y="0"/>
                  </a:cubicBezTo>
                  <a:cubicBezTo>
                    <a:pt x="17490" y="0"/>
                    <a:pt x="22559" y="3929"/>
                    <a:pt x="22559" y="887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7" name="Freeform: Shape 2156">
              <a:extLst>
                <a:ext uri="{FF2B5EF4-FFF2-40B4-BE49-F238E27FC236}">
                  <a16:creationId xmlns:a16="http://schemas.microsoft.com/office/drawing/2014/main" id="{7FD5F252-190D-047C-C4D4-85A2237B1D72}"/>
                </a:ext>
              </a:extLst>
            </p:cNvPr>
            <p:cNvSpPr/>
            <p:nvPr/>
          </p:nvSpPr>
          <p:spPr>
            <a:xfrm>
              <a:off x="2791994" y="3746345"/>
              <a:ext cx="21798" cy="17235"/>
            </a:xfrm>
            <a:custGeom>
              <a:avLst/>
              <a:gdLst>
                <a:gd name="connsiteX0" fmla="*/ 21799 w 21798"/>
                <a:gd name="connsiteY0" fmla="*/ 8618 h 17235"/>
                <a:gd name="connsiteX1" fmla="*/ 10899 w 21798"/>
                <a:gd name="connsiteY1" fmla="*/ 17236 h 17235"/>
                <a:gd name="connsiteX2" fmla="*/ 0 w 21798"/>
                <a:gd name="connsiteY2" fmla="*/ 8618 h 17235"/>
                <a:gd name="connsiteX3" fmla="*/ 10899 w 21798"/>
                <a:gd name="connsiteY3" fmla="*/ 0 h 17235"/>
                <a:gd name="connsiteX4" fmla="*/ 21799 w 21798"/>
                <a:gd name="connsiteY4" fmla="*/ 8618 h 17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798" h="17235">
                  <a:moveTo>
                    <a:pt x="21799" y="8618"/>
                  </a:moveTo>
                  <a:cubicBezTo>
                    <a:pt x="21799" y="13434"/>
                    <a:pt x="16983" y="17236"/>
                    <a:pt x="10899" y="17236"/>
                  </a:cubicBezTo>
                  <a:cubicBezTo>
                    <a:pt x="4816" y="17236"/>
                    <a:pt x="0" y="13307"/>
                    <a:pt x="0" y="8618"/>
                  </a:cubicBezTo>
                  <a:cubicBezTo>
                    <a:pt x="0" y="3929"/>
                    <a:pt x="4816" y="0"/>
                    <a:pt x="10899" y="0"/>
                  </a:cubicBezTo>
                  <a:cubicBezTo>
                    <a:pt x="16983" y="0"/>
                    <a:pt x="21799" y="3929"/>
                    <a:pt x="21799" y="86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8" name="Freeform: Shape 2157">
              <a:extLst>
                <a:ext uri="{FF2B5EF4-FFF2-40B4-BE49-F238E27FC236}">
                  <a16:creationId xmlns:a16="http://schemas.microsoft.com/office/drawing/2014/main" id="{59E2F6B4-F20C-AFFD-47F8-D49236270A59}"/>
                </a:ext>
              </a:extLst>
            </p:cNvPr>
            <p:cNvSpPr/>
            <p:nvPr/>
          </p:nvSpPr>
          <p:spPr>
            <a:xfrm>
              <a:off x="2779574" y="3643055"/>
              <a:ext cx="21291" cy="16728"/>
            </a:xfrm>
            <a:custGeom>
              <a:avLst/>
              <a:gdLst>
                <a:gd name="connsiteX0" fmla="*/ 21292 w 21291"/>
                <a:gd name="connsiteY0" fmla="*/ 8364 h 16728"/>
                <a:gd name="connsiteX1" fmla="*/ 10646 w 21291"/>
                <a:gd name="connsiteY1" fmla="*/ 16729 h 16728"/>
                <a:gd name="connsiteX2" fmla="*/ 0 w 21291"/>
                <a:gd name="connsiteY2" fmla="*/ 8364 h 16728"/>
                <a:gd name="connsiteX3" fmla="*/ 10646 w 21291"/>
                <a:gd name="connsiteY3" fmla="*/ 0 h 16728"/>
                <a:gd name="connsiteX4" fmla="*/ 21292 w 21291"/>
                <a:gd name="connsiteY4" fmla="*/ 8364 h 16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291" h="16728">
                  <a:moveTo>
                    <a:pt x="21292" y="8364"/>
                  </a:moveTo>
                  <a:cubicBezTo>
                    <a:pt x="21292" y="13054"/>
                    <a:pt x="16602" y="16729"/>
                    <a:pt x="10646" y="16729"/>
                  </a:cubicBezTo>
                  <a:cubicBezTo>
                    <a:pt x="4689" y="16729"/>
                    <a:pt x="0" y="12927"/>
                    <a:pt x="0" y="8364"/>
                  </a:cubicBezTo>
                  <a:cubicBezTo>
                    <a:pt x="0" y="3802"/>
                    <a:pt x="4816" y="0"/>
                    <a:pt x="10646" y="0"/>
                  </a:cubicBezTo>
                  <a:cubicBezTo>
                    <a:pt x="16476" y="0"/>
                    <a:pt x="21292" y="3802"/>
                    <a:pt x="21292" y="836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9" name="Freeform: Shape 2158">
              <a:extLst>
                <a:ext uri="{FF2B5EF4-FFF2-40B4-BE49-F238E27FC236}">
                  <a16:creationId xmlns:a16="http://schemas.microsoft.com/office/drawing/2014/main" id="{DFE72E9D-843A-FB98-29A9-53CCCA707E5E}"/>
                </a:ext>
              </a:extLst>
            </p:cNvPr>
            <p:cNvSpPr/>
            <p:nvPr/>
          </p:nvSpPr>
          <p:spPr>
            <a:xfrm>
              <a:off x="2772476" y="3539512"/>
              <a:ext cx="20404" cy="16222"/>
            </a:xfrm>
            <a:custGeom>
              <a:avLst/>
              <a:gdLst>
                <a:gd name="connsiteX0" fmla="*/ 20404 w 20404"/>
                <a:gd name="connsiteY0" fmla="*/ 8111 h 16222"/>
                <a:gd name="connsiteX1" fmla="*/ 10139 w 20404"/>
                <a:gd name="connsiteY1" fmla="*/ 16222 h 16222"/>
                <a:gd name="connsiteX2" fmla="*/ 0 w 20404"/>
                <a:gd name="connsiteY2" fmla="*/ 8111 h 16222"/>
                <a:gd name="connsiteX3" fmla="*/ 10139 w 20404"/>
                <a:gd name="connsiteY3" fmla="*/ 0 h 16222"/>
                <a:gd name="connsiteX4" fmla="*/ 20404 w 20404"/>
                <a:gd name="connsiteY4" fmla="*/ 8111 h 1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04" h="16222">
                  <a:moveTo>
                    <a:pt x="20404" y="8111"/>
                  </a:moveTo>
                  <a:cubicBezTo>
                    <a:pt x="20404" y="12547"/>
                    <a:pt x="15842" y="16222"/>
                    <a:pt x="10139" y="16222"/>
                  </a:cubicBezTo>
                  <a:cubicBezTo>
                    <a:pt x="4436" y="16222"/>
                    <a:pt x="0" y="12674"/>
                    <a:pt x="0" y="8111"/>
                  </a:cubicBezTo>
                  <a:cubicBezTo>
                    <a:pt x="0" y="3549"/>
                    <a:pt x="4563" y="0"/>
                    <a:pt x="10139" y="0"/>
                  </a:cubicBezTo>
                  <a:cubicBezTo>
                    <a:pt x="15715" y="0"/>
                    <a:pt x="20404" y="3549"/>
                    <a:pt x="20404" y="811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0" name="Freeform: Shape 2159">
              <a:extLst>
                <a:ext uri="{FF2B5EF4-FFF2-40B4-BE49-F238E27FC236}">
                  <a16:creationId xmlns:a16="http://schemas.microsoft.com/office/drawing/2014/main" id="{DF4955AE-F7D1-EE4B-F8A0-3737D39B48A9}"/>
                </a:ext>
              </a:extLst>
            </p:cNvPr>
            <p:cNvSpPr/>
            <p:nvPr/>
          </p:nvSpPr>
          <p:spPr>
            <a:xfrm>
              <a:off x="2770195" y="3435715"/>
              <a:ext cx="19644" cy="15588"/>
            </a:xfrm>
            <a:custGeom>
              <a:avLst/>
              <a:gdLst>
                <a:gd name="connsiteX0" fmla="*/ 19644 w 19644"/>
                <a:gd name="connsiteY0" fmla="*/ 7858 h 15588"/>
                <a:gd name="connsiteX1" fmla="*/ 9759 w 19644"/>
                <a:gd name="connsiteY1" fmla="*/ 15589 h 15588"/>
                <a:gd name="connsiteX2" fmla="*/ 0 w 19644"/>
                <a:gd name="connsiteY2" fmla="*/ 7858 h 15588"/>
                <a:gd name="connsiteX3" fmla="*/ 9759 w 19644"/>
                <a:gd name="connsiteY3" fmla="*/ 0 h 15588"/>
                <a:gd name="connsiteX4" fmla="*/ 19644 w 19644"/>
                <a:gd name="connsiteY4" fmla="*/ 7858 h 1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44" h="15588">
                  <a:moveTo>
                    <a:pt x="19644" y="7858"/>
                  </a:moveTo>
                  <a:cubicBezTo>
                    <a:pt x="19644" y="12167"/>
                    <a:pt x="15208" y="15589"/>
                    <a:pt x="9759" y="15589"/>
                  </a:cubicBezTo>
                  <a:cubicBezTo>
                    <a:pt x="4309" y="15589"/>
                    <a:pt x="0" y="12167"/>
                    <a:pt x="0" y="7858"/>
                  </a:cubicBezTo>
                  <a:cubicBezTo>
                    <a:pt x="0" y="3549"/>
                    <a:pt x="4436" y="0"/>
                    <a:pt x="9759" y="0"/>
                  </a:cubicBezTo>
                  <a:cubicBezTo>
                    <a:pt x="15082" y="0"/>
                    <a:pt x="19644" y="3549"/>
                    <a:pt x="19644" y="785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1" name="Freeform: Shape 2160">
              <a:extLst>
                <a:ext uri="{FF2B5EF4-FFF2-40B4-BE49-F238E27FC236}">
                  <a16:creationId xmlns:a16="http://schemas.microsoft.com/office/drawing/2014/main" id="{CE60AD70-82D7-44C3-C647-9827EA75BCFC}"/>
                </a:ext>
              </a:extLst>
            </p:cNvPr>
            <p:cNvSpPr/>
            <p:nvPr/>
          </p:nvSpPr>
          <p:spPr>
            <a:xfrm>
              <a:off x="2773110" y="3332172"/>
              <a:ext cx="18883" cy="14955"/>
            </a:xfrm>
            <a:custGeom>
              <a:avLst/>
              <a:gdLst>
                <a:gd name="connsiteX0" fmla="*/ 18884 w 18883"/>
                <a:gd name="connsiteY0" fmla="*/ 7478 h 14955"/>
                <a:gd name="connsiteX1" fmla="*/ 9505 w 18883"/>
                <a:gd name="connsiteY1" fmla="*/ 14955 h 14955"/>
                <a:gd name="connsiteX2" fmla="*/ 0 w 18883"/>
                <a:gd name="connsiteY2" fmla="*/ 7478 h 14955"/>
                <a:gd name="connsiteX3" fmla="*/ 9505 w 18883"/>
                <a:gd name="connsiteY3" fmla="*/ 0 h 14955"/>
                <a:gd name="connsiteX4" fmla="*/ 18884 w 18883"/>
                <a:gd name="connsiteY4" fmla="*/ 7478 h 14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83" h="14955">
                  <a:moveTo>
                    <a:pt x="18884" y="7478"/>
                  </a:moveTo>
                  <a:cubicBezTo>
                    <a:pt x="18884" y="11660"/>
                    <a:pt x="14701" y="14955"/>
                    <a:pt x="9505" y="14955"/>
                  </a:cubicBezTo>
                  <a:cubicBezTo>
                    <a:pt x="4309" y="14955"/>
                    <a:pt x="0" y="11660"/>
                    <a:pt x="0" y="7478"/>
                  </a:cubicBezTo>
                  <a:cubicBezTo>
                    <a:pt x="0" y="3295"/>
                    <a:pt x="4182" y="0"/>
                    <a:pt x="9505" y="0"/>
                  </a:cubicBezTo>
                  <a:cubicBezTo>
                    <a:pt x="14828" y="0"/>
                    <a:pt x="18884" y="3295"/>
                    <a:pt x="18884" y="747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2" name="Freeform: Shape 2161">
              <a:extLst>
                <a:ext uri="{FF2B5EF4-FFF2-40B4-BE49-F238E27FC236}">
                  <a16:creationId xmlns:a16="http://schemas.microsoft.com/office/drawing/2014/main" id="{1FBF4886-5D42-F1E2-C2D1-3390B89C025C}"/>
                </a:ext>
              </a:extLst>
            </p:cNvPr>
            <p:cNvSpPr/>
            <p:nvPr/>
          </p:nvSpPr>
          <p:spPr>
            <a:xfrm>
              <a:off x="2781095" y="3228628"/>
              <a:ext cx="18250" cy="14447"/>
            </a:xfrm>
            <a:custGeom>
              <a:avLst/>
              <a:gdLst>
                <a:gd name="connsiteX0" fmla="*/ 18250 w 18250"/>
                <a:gd name="connsiteY0" fmla="*/ 7224 h 14447"/>
                <a:gd name="connsiteX1" fmla="*/ 9125 w 18250"/>
                <a:gd name="connsiteY1" fmla="*/ 14448 h 14447"/>
                <a:gd name="connsiteX2" fmla="*/ 0 w 18250"/>
                <a:gd name="connsiteY2" fmla="*/ 7224 h 14447"/>
                <a:gd name="connsiteX3" fmla="*/ 9125 w 18250"/>
                <a:gd name="connsiteY3" fmla="*/ 0 h 14447"/>
                <a:gd name="connsiteX4" fmla="*/ 18250 w 18250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7">
                  <a:moveTo>
                    <a:pt x="18250" y="7224"/>
                  </a:moveTo>
                  <a:cubicBezTo>
                    <a:pt x="18250" y="11279"/>
                    <a:pt x="14194" y="14448"/>
                    <a:pt x="9125" y="14448"/>
                  </a:cubicBezTo>
                  <a:cubicBezTo>
                    <a:pt x="4055" y="14448"/>
                    <a:pt x="0" y="11279"/>
                    <a:pt x="0" y="7224"/>
                  </a:cubicBezTo>
                  <a:cubicBezTo>
                    <a:pt x="0" y="3168"/>
                    <a:pt x="4055" y="0"/>
                    <a:pt x="9125" y="0"/>
                  </a:cubicBezTo>
                  <a:cubicBezTo>
                    <a:pt x="14194" y="0"/>
                    <a:pt x="18250" y="3168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3" name="Freeform: Shape 2162">
              <a:extLst>
                <a:ext uri="{FF2B5EF4-FFF2-40B4-BE49-F238E27FC236}">
                  <a16:creationId xmlns:a16="http://schemas.microsoft.com/office/drawing/2014/main" id="{54ECC925-2331-FC07-972D-EE7BBF907414}"/>
                </a:ext>
              </a:extLst>
            </p:cNvPr>
            <p:cNvSpPr/>
            <p:nvPr/>
          </p:nvSpPr>
          <p:spPr>
            <a:xfrm>
              <a:off x="2794148" y="3125339"/>
              <a:ext cx="17489" cy="13941"/>
            </a:xfrm>
            <a:custGeom>
              <a:avLst/>
              <a:gdLst>
                <a:gd name="connsiteX0" fmla="*/ 17490 w 17489"/>
                <a:gd name="connsiteY0" fmla="*/ 6971 h 13941"/>
                <a:gd name="connsiteX1" fmla="*/ 8745 w 17489"/>
                <a:gd name="connsiteY1" fmla="*/ 13941 h 13941"/>
                <a:gd name="connsiteX2" fmla="*/ 0 w 17489"/>
                <a:gd name="connsiteY2" fmla="*/ 6971 h 13941"/>
                <a:gd name="connsiteX3" fmla="*/ 8745 w 17489"/>
                <a:gd name="connsiteY3" fmla="*/ 0 h 13941"/>
                <a:gd name="connsiteX4" fmla="*/ 17490 w 17489"/>
                <a:gd name="connsiteY4" fmla="*/ 6971 h 1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89" h="13941">
                  <a:moveTo>
                    <a:pt x="17490" y="6971"/>
                  </a:moveTo>
                  <a:cubicBezTo>
                    <a:pt x="17490" y="10773"/>
                    <a:pt x="13561" y="13941"/>
                    <a:pt x="8745" y="13941"/>
                  </a:cubicBezTo>
                  <a:cubicBezTo>
                    <a:pt x="3929" y="13941"/>
                    <a:pt x="0" y="10899"/>
                    <a:pt x="0" y="6971"/>
                  </a:cubicBezTo>
                  <a:cubicBezTo>
                    <a:pt x="0" y="3042"/>
                    <a:pt x="3929" y="0"/>
                    <a:pt x="8745" y="0"/>
                  </a:cubicBezTo>
                  <a:cubicBezTo>
                    <a:pt x="13561" y="0"/>
                    <a:pt x="17490" y="3042"/>
                    <a:pt x="17490" y="697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4" name="Freeform: Shape 2163">
              <a:extLst>
                <a:ext uri="{FF2B5EF4-FFF2-40B4-BE49-F238E27FC236}">
                  <a16:creationId xmlns:a16="http://schemas.microsoft.com/office/drawing/2014/main" id="{DDDF29E2-A37C-A35C-A576-43572FEE846F}"/>
                </a:ext>
              </a:extLst>
            </p:cNvPr>
            <p:cNvSpPr/>
            <p:nvPr/>
          </p:nvSpPr>
          <p:spPr>
            <a:xfrm>
              <a:off x="2812652" y="3022936"/>
              <a:ext cx="15968" cy="12673"/>
            </a:xfrm>
            <a:custGeom>
              <a:avLst/>
              <a:gdLst>
                <a:gd name="connsiteX0" fmla="*/ 15969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9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9" y="6337"/>
                  </a:moveTo>
                  <a:cubicBezTo>
                    <a:pt x="15969" y="9759"/>
                    <a:pt x="12420" y="12674"/>
                    <a:pt x="7984" y="12674"/>
                  </a:cubicBezTo>
                  <a:cubicBezTo>
                    <a:pt x="3549" y="12674"/>
                    <a:pt x="0" y="9885"/>
                    <a:pt x="0" y="6337"/>
                  </a:cubicBezTo>
                  <a:cubicBezTo>
                    <a:pt x="0" y="2788"/>
                    <a:pt x="3549" y="0"/>
                    <a:pt x="7984" y="0"/>
                  </a:cubicBezTo>
                  <a:cubicBezTo>
                    <a:pt x="12420" y="0"/>
                    <a:pt x="15969" y="2788"/>
                    <a:pt x="15969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5" name="Freeform: Shape 2164">
              <a:extLst>
                <a:ext uri="{FF2B5EF4-FFF2-40B4-BE49-F238E27FC236}">
                  <a16:creationId xmlns:a16="http://schemas.microsoft.com/office/drawing/2014/main" id="{7279641D-3D94-1B5C-0ADA-4A72BAF1660D}"/>
                </a:ext>
              </a:extLst>
            </p:cNvPr>
            <p:cNvSpPr/>
            <p:nvPr/>
          </p:nvSpPr>
          <p:spPr>
            <a:xfrm>
              <a:off x="2836098" y="2921167"/>
              <a:ext cx="14574" cy="11533"/>
            </a:xfrm>
            <a:custGeom>
              <a:avLst/>
              <a:gdLst>
                <a:gd name="connsiteX0" fmla="*/ 14575 w 14574"/>
                <a:gd name="connsiteY0" fmla="*/ 5703 h 11533"/>
                <a:gd name="connsiteX1" fmla="*/ 7351 w 14574"/>
                <a:gd name="connsiteY1" fmla="*/ 11533 h 11533"/>
                <a:gd name="connsiteX2" fmla="*/ 0 w 14574"/>
                <a:gd name="connsiteY2" fmla="*/ 5703 h 11533"/>
                <a:gd name="connsiteX3" fmla="*/ 7351 w 14574"/>
                <a:gd name="connsiteY3" fmla="*/ 0 h 11533"/>
                <a:gd name="connsiteX4" fmla="*/ 14575 w 14574"/>
                <a:gd name="connsiteY4" fmla="*/ 5703 h 11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574" h="11533">
                  <a:moveTo>
                    <a:pt x="14575" y="5703"/>
                  </a:moveTo>
                  <a:cubicBezTo>
                    <a:pt x="14575" y="8872"/>
                    <a:pt x="11279" y="11533"/>
                    <a:pt x="7351" y="11533"/>
                  </a:cubicBezTo>
                  <a:cubicBezTo>
                    <a:pt x="3422" y="11533"/>
                    <a:pt x="0" y="8998"/>
                    <a:pt x="0" y="5703"/>
                  </a:cubicBezTo>
                  <a:cubicBezTo>
                    <a:pt x="0" y="2408"/>
                    <a:pt x="3295" y="0"/>
                    <a:pt x="7351" y="0"/>
                  </a:cubicBezTo>
                  <a:cubicBezTo>
                    <a:pt x="11406" y="0"/>
                    <a:pt x="14575" y="2535"/>
                    <a:pt x="14575" y="570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6" name="Freeform: Shape 2165">
              <a:extLst>
                <a:ext uri="{FF2B5EF4-FFF2-40B4-BE49-F238E27FC236}">
                  <a16:creationId xmlns:a16="http://schemas.microsoft.com/office/drawing/2014/main" id="{2D080BDC-D996-F187-8E17-BE9302F377CC}"/>
                </a:ext>
              </a:extLst>
            </p:cNvPr>
            <p:cNvSpPr/>
            <p:nvPr/>
          </p:nvSpPr>
          <p:spPr>
            <a:xfrm>
              <a:off x="2864360" y="2819778"/>
              <a:ext cx="13687" cy="10899"/>
            </a:xfrm>
            <a:custGeom>
              <a:avLst/>
              <a:gdLst>
                <a:gd name="connsiteX0" fmla="*/ 13688 w 13687"/>
                <a:gd name="connsiteY0" fmla="*/ 5450 h 10899"/>
                <a:gd name="connsiteX1" fmla="*/ 6844 w 13687"/>
                <a:gd name="connsiteY1" fmla="*/ 10899 h 10899"/>
                <a:gd name="connsiteX2" fmla="*/ 0 w 13687"/>
                <a:gd name="connsiteY2" fmla="*/ 5450 h 10899"/>
                <a:gd name="connsiteX3" fmla="*/ 6844 w 13687"/>
                <a:gd name="connsiteY3" fmla="*/ 0 h 10899"/>
                <a:gd name="connsiteX4" fmla="*/ 13688 w 13687"/>
                <a:gd name="connsiteY4" fmla="*/ 5450 h 10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87" h="10899">
                  <a:moveTo>
                    <a:pt x="13688" y="5450"/>
                  </a:moveTo>
                  <a:cubicBezTo>
                    <a:pt x="13688" y="8491"/>
                    <a:pt x="10519" y="10899"/>
                    <a:pt x="6844" y="10899"/>
                  </a:cubicBezTo>
                  <a:cubicBezTo>
                    <a:pt x="3168" y="10899"/>
                    <a:pt x="0" y="8491"/>
                    <a:pt x="0" y="5450"/>
                  </a:cubicBezTo>
                  <a:cubicBezTo>
                    <a:pt x="0" y="2408"/>
                    <a:pt x="3042" y="0"/>
                    <a:pt x="6844" y="0"/>
                  </a:cubicBezTo>
                  <a:cubicBezTo>
                    <a:pt x="10646" y="0"/>
                    <a:pt x="13688" y="2408"/>
                    <a:pt x="13688" y="545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7" name="Freeform: Shape 2166">
              <a:extLst>
                <a:ext uri="{FF2B5EF4-FFF2-40B4-BE49-F238E27FC236}">
                  <a16:creationId xmlns:a16="http://schemas.microsoft.com/office/drawing/2014/main" id="{56829D4C-C60A-1722-4389-927A86C5E766}"/>
                </a:ext>
              </a:extLst>
            </p:cNvPr>
            <p:cNvSpPr/>
            <p:nvPr/>
          </p:nvSpPr>
          <p:spPr>
            <a:xfrm>
              <a:off x="2897311" y="2719277"/>
              <a:ext cx="13180" cy="10519"/>
            </a:xfrm>
            <a:custGeom>
              <a:avLst/>
              <a:gdLst>
                <a:gd name="connsiteX0" fmla="*/ 13180 w 13180"/>
                <a:gd name="connsiteY0" fmla="*/ 5323 h 10519"/>
                <a:gd name="connsiteX1" fmla="*/ 6590 w 13180"/>
                <a:gd name="connsiteY1" fmla="*/ 10519 h 10519"/>
                <a:gd name="connsiteX2" fmla="*/ 0 w 13180"/>
                <a:gd name="connsiteY2" fmla="*/ 5323 h 10519"/>
                <a:gd name="connsiteX3" fmla="*/ 6590 w 13180"/>
                <a:gd name="connsiteY3" fmla="*/ 0 h 10519"/>
                <a:gd name="connsiteX4" fmla="*/ 13180 w 13180"/>
                <a:gd name="connsiteY4" fmla="*/ 5323 h 10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80" h="10519">
                  <a:moveTo>
                    <a:pt x="13180" y="5323"/>
                  </a:moveTo>
                  <a:lnTo>
                    <a:pt x="6590" y="10519"/>
                  </a:lnTo>
                  <a:lnTo>
                    <a:pt x="0" y="5323"/>
                  </a:lnTo>
                  <a:lnTo>
                    <a:pt x="6590" y="0"/>
                  </a:lnTo>
                  <a:lnTo>
                    <a:pt x="13180" y="532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8" name="Freeform: Shape 2167">
              <a:extLst>
                <a:ext uri="{FF2B5EF4-FFF2-40B4-BE49-F238E27FC236}">
                  <a16:creationId xmlns:a16="http://schemas.microsoft.com/office/drawing/2014/main" id="{DDEE4D0C-A330-73A1-6D8C-F8913394450A}"/>
                </a:ext>
              </a:extLst>
            </p:cNvPr>
            <p:cNvSpPr/>
            <p:nvPr/>
          </p:nvSpPr>
          <p:spPr>
            <a:xfrm>
              <a:off x="2935332" y="2620042"/>
              <a:ext cx="12293" cy="9758"/>
            </a:xfrm>
            <a:custGeom>
              <a:avLst/>
              <a:gdLst>
                <a:gd name="connsiteX0" fmla="*/ 12293 w 12293"/>
                <a:gd name="connsiteY0" fmla="*/ 4816 h 9758"/>
                <a:gd name="connsiteX1" fmla="*/ 6083 w 12293"/>
                <a:gd name="connsiteY1" fmla="*/ 9759 h 9758"/>
                <a:gd name="connsiteX2" fmla="*/ 0 w 12293"/>
                <a:gd name="connsiteY2" fmla="*/ 4816 h 9758"/>
                <a:gd name="connsiteX3" fmla="*/ 6083 w 12293"/>
                <a:gd name="connsiteY3" fmla="*/ 0 h 9758"/>
                <a:gd name="connsiteX4" fmla="*/ 12293 w 12293"/>
                <a:gd name="connsiteY4" fmla="*/ 4816 h 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93" h="9758">
                  <a:moveTo>
                    <a:pt x="12293" y="4816"/>
                  </a:moveTo>
                  <a:lnTo>
                    <a:pt x="6083" y="9759"/>
                  </a:lnTo>
                  <a:lnTo>
                    <a:pt x="0" y="4816"/>
                  </a:lnTo>
                  <a:lnTo>
                    <a:pt x="6083" y="0"/>
                  </a:lnTo>
                  <a:lnTo>
                    <a:pt x="12293" y="481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9" name="Freeform: Shape 2168">
              <a:extLst>
                <a:ext uri="{FF2B5EF4-FFF2-40B4-BE49-F238E27FC236}">
                  <a16:creationId xmlns:a16="http://schemas.microsoft.com/office/drawing/2014/main" id="{6C6C5FB7-B1D4-BB7F-2F72-FFC8DDC30500}"/>
                </a:ext>
              </a:extLst>
            </p:cNvPr>
            <p:cNvSpPr/>
            <p:nvPr/>
          </p:nvSpPr>
          <p:spPr>
            <a:xfrm>
              <a:off x="2978422" y="2522202"/>
              <a:ext cx="11026" cy="8618"/>
            </a:xfrm>
            <a:custGeom>
              <a:avLst/>
              <a:gdLst>
                <a:gd name="connsiteX0" fmla="*/ 11026 w 11026"/>
                <a:gd name="connsiteY0" fmla="*/ 4309 h 8618"/>
                <a:gd name="connsiteX1" fmla="*/ 5450 w 11026"/>
                <a:gd name="connsiteY1" fmla="*/ 8618 h 8618"/>
                <a:gd name="connsiteX2" fmla="*/ 0 w 11026"/>
                <a:gd name="connsiteY2" fmla="*/ 4309 h 8618"/>
                <a:gd name="connsiteX3" fmla="*/ 5450 w 11026"/>
                <a:gd name="connsiteY3" fmla="*/ 0 h 8618"/>
                <a:gd name="connsiteX4" fmla="*/ 11026 w 11026"/>
                <a:gd name="connsiteY4" fmla="*/ 4309 h 8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26" h="8618">
                  <a:moveTo>
                    <a:pt x="11026" y="4309"/>
                  </a:moveTo>
                  <a:lnTo>
                    <a:pt x="5450" y="8618"/>
                  </a:lnTo>
                  <a:lnTo>
                    <a:pt x="0" y="4309"/>
                  </a:lnTo>
                  <a:lnTo>
                    <a:pt x="5450" y="0"/>
                  </a:lnTo>
                  <a:lnTo>
                    <a:pt x="11026" y="430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0" name="Freeform: Shape 2169">
              <a:extLst>
                <a:ext uri="{FF2B5EF4-FFF2-40B4-BE49-F238E27FC236}">
                  <a16:creationId xmlns:a16="http://schemas.microsoft.com/office/drawing/2014/main" id="{58B71724-0FFB-58B9-502E-E305B636DF5A}"/>
                </a:ext>
              </a:extLst>
            </p:cNvPr>
            <p:cNvSpPr/>
            <p:nvPr/>
          </p:nvSpPr>
          <p:spPr>
            <a:xfrm>
              <a:off x="3026075" y="2425503"/>
              <a:ext cx="10138" cy="8111"/>
            </a:xfrm>
            <a:custGeom>
              <a:avLst/>
              <a:gdLst>
                <a:gd name="connsiteX0" fmla="*/ 10139 w 10138"/>
                <a:gd name="connsiteY0" fmla="*/ 4055 h 8111"/>
                <a:gd name="connsiteX1" fmla="*/ 5069 w 10138"/>
                <a:gd name="connsiteY1" fmla="*/ 8111 h 8111"/>
                <a:gd name="connsiteX2" fmla="*/ 0 w 10138"/>
                <a:gd name="connsiteY2" fmla="*/ 4055 h 8111"/>
                <a:gd name="connsiteX3" fmla="*/ 5069 w 10138"/>
                <a:gd name="connsiteY3" fmla="*/ 0 h 8111"/>
                <a:gd name="connsiteX4" fmla="*/ 10139 w 10138"/>
                <a:gd name="connsiteY4" fmla="*/ 4055 h 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38" h="8111">
                  <a:moveTo>
                    <a:pt x="10139" y="4055"/>
                  </a:moveTo>
                  <a:lnTo>
                    <a:pt x="5069" y="8111"/>
                  </a:lnTo>
                  <a:lnTo>
                    <a:pt x="0" y="4055"/>
                  </a:lnTo>
                  <a:lnTo>
                    <a:pt x="5069" y="0"/>
                  </a:lnTo>
                  <a:lnTo>
                    <a:pt x="10139" y="405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1" name="Freeform: Shape 2170">
              <a:extLst>
                <a:ext uri="{FF2B5EF4-FFF2-40B4-BE49-F238E27FC236}">
                  <a16:creationId xmlns:a16="http://schemas.microsoft.com/office/drawing/2014/main" id="{A15B5FB5-8C44-4713-D9B7-C0263B991A35}"/>
                </a:ext>
              </a:extLst>
            </p:cNvPr>
            <p:cNvSpPr/>
            <p:nvPr/>
          </p:nvSpPr>
          <p:spPr>
            <a:xfrm>
              <a:off x="3078290" y="2330324"/>
              <a:ext cx="9505" cy="7477"/>
            </a:xfrm>
            <a:custGeom>
              <a:avLst/>
              <a:gdLst>
                <a:gd name="connsiteX0" fmla="*/ 9505 w 9505"/>
                <a:gd name="connsiteY0" fmla="*/ 3802 h 7477"/>
                <a:gd name="connsiteX1" fmla="*/ 4689 w 9505"/>
                <a:gd name="connsiteY1" fmla="*/ 7477 h 7477"/>
                <a:gd name="connsiteX2" fmla="*/ 0 w 9505"/>
                <a:gd name="connsiteY2" fmla="*/ 3802 h 7477"/>
                <a:gd name="connsiteX3" fmla="*/ 4689 w 9505"/>
                <a:gd name="connsiteY3" fmla="*/ 0 h 7477"/>
                <a:gd name="connsiteX4" fmla="*/ 9505 w 9505"/>
                <a:gd name="connsiteY4" fmla="*/ 3802 h 7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05" h="7477">
                  <a:moveTo>
                    <a:pt x="9505" y="3802"/>
                  </a:moveTo>
                  <a:lnTo>
                    <a:pt x="4689" y="7477"/>
                  </a:lnTo>
                  <a:lnTo>
                    <a:pt x="0" y="3802"/>
                  </a:lnTo>
                  <a:lnTo>
                    <a:pt x="4689" y="0"/>
                  </a:lnTo>
                  <a:lnTo>
                    <a:pt x="9505" y="380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2" name="Freeform: Shape 2171">
              <a:extLst>
                <a:ext uri="{FF2B5EF4-FFF2-40B4-BE49-F238E27FC236}">
                  <a16:creationId xmlns:a16="http://schemas.microsoft.com/office/drawing/2014/main" id="{069857B5-0DD4-1888-CE2E-2991EEAE0821}"/>
                </a:ext>
              </a:extLst>
            </p:cNvPr>
            <p:cNvSpPr/>
            <p:nvPr/>
          </p:nvSpPr>
          <p:spPr>
            <a:xfrm>
              <a:off x="3135322" y="2236793"/>
              <a:ext cx="8618" cy="6843"/>
            </a:xfrm>
            <a:custGeom>
              <a:avLst/>
              <a:gdLst>
                <a:gd name="connsiteX0" fmla="*/ 8618 w 8618"/>
                <a:gd name="connsiteY0" fmla="*/ 3422 h 6843"/>
                <a:gd name="connsiteX1" fmla="*/ 4309 w 8618"/>
                <a:gd name="connsiteY1" fmla="*/ 6844 h 6843"/>
                <a:gd name="connsiteX2" fmla="*/ 0 w 8618"/>
                <a:gd name="connsiteY2" fmla="*/ 3422 h 6843"/>
                <a:gd name="connsiteX3" fmla="*/ 4309 w 8618"/>
                <a:gd name="connsiteY3" fmla="*/ 0 h 6843"/>
                <a:gd name="connsiteX4" fmla="*/ 8618 w 8618"/>
                <a:gd name="connsiteY4" fmla="*/ 3422 h 6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8" h="6843">
                  <a:moveTo>
                    <a:pt x="8618" y="3422"/>
                  </a:moveTo>
                  <a:lnTo>
                    <a:pt x="4309" y="6844"/>
                  </a:lnTo>
                  <a:lnTo>
                    <a:pt x="0" y="3422"/>
                  </a:lnTo>
                  <a:lnTo>
                    <a:pt x="4309" y="0"/>
                  </a:lnTo>
                  <a:lnTo>
                    <a:pt x="8618" y="342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3" name="Freeform: Shape 2172">
              <a:extLst>
                <a:ext uri="{FF2B5EF4-FFF2-40B4-BE49-F238E27FC236}">
                  <a16:creationId xmlns:a16="http://schemas.microsoft.com/office/drawing/2014/main" id="{EE9AC399-7476-7958-4227-8EAC2463B88F}"/>
                </a:ext>
              </a:extLst>
            </p:cNvPr>
            <p:cNvSpPr/>
            <p:nvPr/>
          </p:nvSpPr>
          <p:spPr>
            <a:xfrm>
              <a:off x="3196662" y="2145036"/>
              <a:ext cx="8111" cy="6336"/>
            </a:xfrm>
            <a:custGeom>
              <a:avLst/>
              <a:gdLst>
                <a:gd name="connsiteX0" fmla="*/ 8111 w 8111"/>
                <a:gd name="connsiteY0" fmla="*/ 3168 h 6336"/>
                <a:gd name="connsiteX1" fmla="*/ 4056 w 8111"/>
                <a:gd name="connsiteY1" fmla="*/ 6337 h 6336"/>
                <a:gd name="connsiteX2" fmla="*/ 0 w 8111"/>
                <a:gd name="connsiteY2" fmla="*/ 3168 h 6336"/>
                <a:gd name="connsiteX3" fmla="*/ 4056 w 8111"/>
                <a:gd name="connsiteY3" fmla="*/ 0 h 6336"/>
                <a:gd name="connsiteX4" fmla="*/ 8111 w 8111"/>
                <a:gd name="connsiteY4" fmla="*/ 3168 h 6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11" h="6336">
                  <a:moveTo>
                    <a:pt x="8111" y="3168"/>
                  </a:moveTo>
                  <a:lnTo>
                    <a:pt x="4056" y="6337"/>
                  </a:lnTo>
                  <a:lnTo>
                    <a:pt x="0" y="3168"/>
                  </a:lnTo>
                  <a:lnTo>
                    <a:pt x="4056" y="0"/>
                  </a:lnTo>
                  <a:lnTo>
                    <a:pt x="8111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4" name="Freeform: Shape 2173">
              <a:extLst>
                <a:ext uri="{FF2B5EF4-FFF2-40B4-BE49-F238E27FC236}">
                  <a16:creationId xmlns:a16="http://schemas.microsoft.com/office/drawing/2014/main" id="{25B70F47-4162-D974-0F8E-CD137B7C7FD3}"/>
                </a:ext>
              </a:extLst>
            </p:cNvPr>
            <p:cNvSpPr/>
            <p:nvPr/>
          </p:nvSpPr>
          <p:spPr>
            <a:xfrm>
              <a:off x="3263071" y="2055561"/>
              <a:ext cx="6463" cy="5196"/>
            </a:xfrm>
            <a:custGeom>
              <a:avLst/>
              <a:gdLst>
                <a:gd name="connsiteX0" fmla="*/ 6464 w 6463"/>
                <a:gd name="connsiteY0" fmla="*/ 2661 h 5196"/>
                <a:gd name="connsiteX1" fmla="*/ 3168 w 6463"/>
                <a:gd name="connsiteY1" fmla="*/ 5196 h 5196"/>
                <a:gd name="connsiteX2" fmla="*/ 0 w 6463"/>
                <a:gd name="connsiteY2" fmla="*/ 2661 h 5196"/>
                <a:gd name="connsiteX3" fmla="*/ 3168 w 6463"/>
                <a:gd name="connsiteY3" fmla="*/ 0 h 5196"/>
                <a:gd name="connsiteX4" fmla="*/ 6464 w 6463"/>
                <a:gd name="connsiteY4" fmla="*/ 2661 h 5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196">
                  <a:moveTo>
                    <a:pt x="6464" y="2661"/>
                  </a:moveTo>
                  <a:lnTo>
                    <a:pt x="3168" y="5196"/>
                  </a:lnTo>
                  <a:lnTo>
                    <a:pt x="0" y="2661"/>
                  </a:lnTo>
                  <a:lnTo>
                    <a:pt x="3168" y="0"/>
                  </a:lnTo>
                  <a:lnTo>
                    <a:pt x="6464" y="266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5" name="Freeform: Shape 2174">
              <a:extLst>
                <a:ext uri="{FF2B5EF4-FFF2-40B4-BE49-F238E27FC236}">
                  <a16:creationId xmlns:a16="http://schemas.microsoft.com/office/drawing/2014/main" id="{2E9FAED6-0DA3-3201-8129-F07D45570E61}"/>
                </a:ext>
              </a:extLst>
            </p:cNvPr>
            <p:cNvSpPr/>
            <p:nvPr/>
          </p:nvSpPr>
          <p:spPr>
            <a:xfrm>
              <a:off x="3333283" y="1967986"/>
              <a:ext cx="5702" cy="4435"/>
            </a:xfrm>
            <a:custGeom>
              <a:avLst/>
              <a:gdLst>
                <a:gd name="connsiteX0" fmla="*/ 5703 w 5702"/>
                <a:gd name="connsiteY0" fmla="*/ 2154 h 4435"/>
                <a:gd name="connsiteX1" fmla="*/ 2915 w 5702"/>
                <a:gd name="connsiteY1" fmla="*/ 4436 h 4435"/>
                <a:gd name="connsiteX2" fmla="*/ 0 w 5702"/>
                <a:gd name="connsiteY2" fmla="*/ 2154 h 4435"/>
                <a:gd name="connsiteX3" fmla="*/ 2915 w 5702"/>
                <a:gd name="connsiteY3" fmla="*/ 0 h 4435"/>
                <a:gd name="connsiteX4" fmla="*/ 5703 w 5702"/>
                <a:gd name="connsiteY4" fmla="*/ 2154 h 4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02" h="4435">
                  <a:moveTo>
                    <a:pt x="5703" y="2154"/>
                  </a:moveTo>
                  <a:lnTo>
                    <a:pt x="2915" y="4436"/>
                  </a:lnTo>
                  <a:lnTo>
                    <a:pt x="0" y="2154"/>
                  </a:lnTo>
                  <a:lnTo>
                    <a:pt x="2915" y="0"/>
                  </a:lnTo>
                  <a:lnTo>
                    <a:pt x="5703" y="21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6" name="Freeform: Shape 2175">
              <a:extLst>
                <a:ext uri="{FF2B5EF4-FFF2-40B4-BE49-F238E27FC236}">
                  <a16:creationId xmlns:a16="http://schemas.microsoft.com/office/drawing/2014/main" id="{477738B0-60A2-EC70-6EAE-07C90AC33767}"/>
                </a:ext>
              </a:extLst>
            </p:cNvPr>
            <p:cNvSpPr/>
            <p:nvPr/>
          </p:nvSpPr>
          <p:spPr>
            <a:xfrm>
              <a:off x="3408184" y="1882693"/>
              <a:ext cx="4308" cy="3421"/>
            </a:xfrm>
            <a:custGeom>
              <a:avLst/>
              <a:gdLst>
                <a:gd name="connsiteX0" fmla="*/ 4309 w 4308"/>
                <a:gd name="connsiteY0" fmla="*/ 1774 h 3421"/>
                <a:gd name="connsiteX1" fmla="*/ 2154 w 4308"/>
                <a:gd name="connsiteY1" fmla="*/ 3422 h 3421"/>
                <a:gd name="connsiteX2" fmla="*/ 0 w 4308"/>
                <a:gd name="connsiteY2" fmla="*/ 1774 h 3421"/>
                <a:gd name="connsiteX3" fmla="*/ 2154 w 4308"/>
                <a:gd name="connsiteY3" fmla="*/ 0 h 3421"/>
                <a:gd name="connsiteX4" fmla="*/ 4309 w 4308"/>
                <a:gd name="connsiteY4" fmla="*/ 1774 h 3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8" h="3421">
                  <a:moveTo>
                    <a:pt x="4309" y="1774"/>
                  </a:moveTo>
                  <a:lnTo>
                    <a:pt x="2154" y="3422"/>
                  </a:lnTo>
                  <a:lnTo>
                    <a:pt x="0" y="1774"/>
                  </a:lnTo>
                  <a:lnTo>
                    <a:pt x="2154" y="0"/>
                  </a:lnTo>
                  <a:lnTo>
                    <a:pt x="4309" y="177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7" name="Freeform: Shape 2176">
              <a:extLst>
                <a:ext uri="{FF2B5EF4-FFF2-40B4-BE49-F238E27FC236}">
                  <a16:creationId xmlns:a16="http://schemas.microsoft.com/office/drawing/2014/main" id="{A140F131-752F-734B-42A7-2E00BAD9ACEA}"/>
                </a:ext>
              </a:extLst>
            </p:cNvPr>
            <p:cNvSpPr/>
            <p:nvPr/>
          </p:nvSpPr>
          <p:spPr>
            <a:xfrm>
              <a:off x="3487141" y="1799807"/>
              <a:ext cx="2915" cy="2408"/>
            </a:xfrm>
            <a:custGeom>
              <a:avLst/>
              <a:gdLst>
                <a:gd name="connsiteX0" fmla="*/ 2915 w 2915"/>
                <a:gd name="connsiteY0" fmla="*/ 1267 h 2408"/>
                <a:gd name="connsiteX1" fmla="*/ 1521 w 2915"/>
                <a:gd name="connsiteY1" fmla="*/ 2408 h 2408"/>
                <a:gd name="connsiteX2" fmla="*/ 0 w 2915"/>
                <a:gd name="connsiteY2" fmla="*/ 1267 h 2408"/>
                <a:gd name="connsiteX3" fmla="*/ 1521 w 2915"/>
                <a:gd name="connsiteY3" fmla="*/ 0 h 2408"/>
                <a:gd name="connsiteX4" fmla="*/ 2915 w 2915"/>
                <a:gd name="connsiteY4" fmla="*/ 1267 h 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5" h="2408">
                  <a:moveTo>
                    <a:pt x="2915" y="1267"/>
                  </a:moveTo>
                  <a:lnTo>
                    <a:pt x="1521" y="2408"/>
                  </a:lnTo>
                  <a:lnTo>
                    <a:pt x="0" y="1267"/>
                  </a:lnTo>
                  <a:lnTo>
                    <a:pt x="1521" y="0"/>
                  </a:lnTo>
                  <a:lnTo>
                    <a:pt x="2915" y="126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8" name="Freeform: Shape 2177">
              <a:extLst>
                <a:ext uri="{FF2B5EF4-FFF2-40B4-BE49-F238E27FC236}">
                  <a16:creationId xmlns:a16="http://schemas.microsoft.com/office/drawing/2014/main" id="{CDFDC4C7-7F77-CAE3-8F2D-A1970AD65613}"/>
                </a:ext>
              </a:extLst>
            </p:cNvPr>
            <p:cNvSpPr/>
            <p:nvPr/>
          </p:nvSpPr>
          <p:spPr>
            <a:xfrm>
              <a:off x="3569899" y="1719203"/>
              <a:ext cx="2154" cy="1774"/>
            </a:xfrm>
            <a:custGeom>
              <a:avLst/>
              <a:gdLst>
                <a:gd name="connsiteX0" fmla="*/ 2155 w 2154"/>
                <a:gd name="connsiteY0" fmla="*/ 887 h 1774"/>
                <a:gd name="connsiteX1" fmla="*/ 1014 w 2154"/>
                <a:gd name="connsiteY1" fmla="*/ 1774 h 1774"/>
                <a:gd name="connsiteX2" fmla="*/ 0 w 2154"/>
                <a:gd name="connsiteY2" fmla="*/ 887 h 1774"/>
                <a:gd name="connsiteX3" fmla="*/ 1014 w 2154"/>
                <a:gd name="connsiteY3" fmla="*/ 0 h 1774"/>
                <a:gd name="connsiteX4" fmla="*/ 2155 w 2154"/>
                <a:gd name="connsiteY4" fmla="*/ 887 h 1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4" h="1774">
                  <a:moveTo>
                    <a:pt x="2155" y="887"/>
                  </a:moveTo>
                  <a:lnTo>
                    <a:pt x="1014" y="1774"/>
                  </a:lnTo>
                  <a:lnTo>
                    <a:pt x="0" y="887"/>
                  </a:lnTo>
                  <a:lnTo>
                    <a:pt x="1014" y="0"/>
                  </a:lnTo>
                  <a:lnTo>
                    <a:pt x="2155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9" name="Freeform: Shape 2178">
              <a:extLst>
                <a:ext uri="{FF2B5EF4-FFF2-40B4-BE49-F238E27FC236}">
                  <a16:creationId xmlns:a16="http://schemas.microsoft.com/office/drawing/2014/main" id="{6974DB1B-FC33-1F55-2649-B851D5DCABD2}"/>
                </a:ext>
              </a:extLst>
            </p:cNvPr>
            <p:cNvSpPr/>
            <p:nvPr/>
          </p:nvSpPr>
          <p:spPr>
            <a:xfrm>
              <a:off x="3656460" y="1641134"/>
              <a:ext cx="1393" cy="1140"/>
            </a:xfrm>
            <a:custGeom>
              <a:avLst/>
              <a:gdLst>
                <a:gd name="connsiteX0" fmla="*/ 1394 w 1393"/>
                <a:gd name="connsiteY0" fmla="*/ 634 h 1140"/>
                <a:gd name="connsiteX1" fmla="*/ 634 w 1393"/>
                <a:gd name="connsiteY1" fmla="*/ 1141 h 1140"/>
                <a:gd name="connsiteX2" fmla="*/ 0 w 1393"/>
                <a:gd name="connsiteY2" fmla="*/ 634 h 1140"/>
                <a:gd name="connsiteX3" fmla="*/ 634 w 1393"/>
                <a:gd name="connsiteY3" fmla="*/ 0 h 1140"/>
                <a:gd name="connsiteX4" fmla="*/ 1394 w 1393"/>
                <a:gd name="connsiteY4" fmla="*/ 634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3" h="1140">
                  <a:moveTo>
                    <a:pt x="1394" y="634"/>
                  </a:moveTo>
                  <a:lnTo>
                    <a:pt x="634" y="1141"/>
                  </a:lnTo>
                  <a:lnTo>
                    <a:pt x="0" y="634"/>
                  </a:lnTo>
                  <a:lnTo>
                    <a:pt x="634" y="0"/>
                  </a:lnTo>
                  <a:lnTo>
                    <a:pt x="1394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0" name="Freeform: Shape 2179">
              <a:extLst>
                <a:ext uri="{FF2B5EF4-FFF2-40B4-BE49-F238E27FC236}">
                  <a16:creationId xmlns:a16="http://schemas.microsoft.com/office/drawing/2014/main" id="{8EB7E616-6208-15A2-6146-742008673A90}"/>
                </a:ext>
              </a:extLst>
            </p:cNvPr>
            <p:cNvSpPr/>
            <p:nvPr/>
          </p:nvSpPr>
          <p:spPr>
            <a:xfrm>
              <a:off x="3840480" y="1493106"/>
              <a:ext cx="380" cy="253"/>
            </a:xfrm>
            <a:custGeom>
              <a:avLst/>
              <a:gdLst>
                <a:gd name="connsiteX0" fmla="*/ 380 w 380"/>
                <a:gd name="connsiteY0" fmla="*/ 127 h 253"/>
                <a:gd name="connsiteX1" fmla="*/ 253 w 380"/>
                <a:gd name="connsiteY1" fmla="*/ 253 h 253"/>
                <a:gd name="connsiteX2" fmla="*/ 0 w 380"/>
                <a:gd name="connsiteY2" fmla="*/ 127 h 253"/>
                <a:gd name="connsiteX3" fmla="*/ 253 w 380"/>
                <a:gd name="connsiteY3" fmla="*/ 0 h 253"/>
                <a:gd name="connsiteX4" fmla="*/ 380 w 380"/>
                <a:gd name="connsiteY4" fmla="*/ 127 h 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" h="253">
                  <a:moveTo>
                    <a:pt x="380" y="127"/>
                  </a:moveTo>
                  <a:lnTo>
                    <a:pt x="253" y="253"/>
                  </a:lnTo>
                  <a:lnTo>
                    <a:pt x="0" y="127"/>
                  </a:lnTo>
                  <a:lnTo>
                    <a:pt x="253" y="0"/>
                  </a:lnTo>
                  <a:lnTo>
                    <a:pt x="380" y="12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1" name="Freeform: Shape 2180">
              <a:extLst>
                <a:ext uri="{FF2B5EF4-FFF2-40B4-BE49-F238E27FC236}">
                  <a16:creationId xmlns:a16="http://schemas.microsoft.com/office/drawing/2014/main" id="{91B12949-A68E-5CF0-02C4-2BDEB8C0CF54}"/>
                </a:ext>
              </a:extLst>
            </p:cNvPr>
            <p:cNvSpPr/>
            <p:nvPr/>
          </p:nvSpPr>
          <p:spPr>
            <a:xfrm>
              <a:off x="3937053" y="1422895"/>
              <a:ext cx="1394" cy="1013"/>
            </a:xfrm>
            <a:custGeom>
              <a:avLst/>
              <a:gdLst>
                <a:gd name="connsiteX0" fmla="*/ 1394 w 1394"/>
                <a:gd name="connsiteY0" fmla="*/ 507 h 1013"/>
                <a:gd name="connsiteX1" fmla="*/ 760 w 1394"/>
                <a:gd name="connsiteY1" fmla="*/ 1014 h 1013"/>
                <a:gd name="connsiteX2" fmla="*/ 0 w 1394"/>
                <a:gd name="connsiteY2" fmla="*/ 507 h 1013"/>
                <a:gd name="connsiteX3" fmla="*/ 760 w 1394"/>
                <a:gd name="connsiteY3" fmla="*/ 0 h 1013"/>
                <a:gd name="connsiteX4" fmla="*/ 1394 w 1394"/>
                <a:gd name="connsiteY4" fmla="*/ 507 h 1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" h="1013">
                  <a:moveTo>
                    <a:pt x="1394" y="507"/>
                  </a:moveTo>
                  <a:lnTo>
                    <a:pt x="760" y="1014"/>
                  </a:lnTo>
                  <a:lnTo>
                    <a:pt x="0" y="507"/>
                  </a:lnTo>
                  <a:lnTo>
                    <a:pt x="760" y="0"/>
                  </a:lnTo>
                  <a:lnTo>
                    <a:pt x="1394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2" name="Freeform: Shape 2181">
              <a:extLst>
                <a:ext uri="{FF2B5EF4-FFF2-40B4-BE49-F238E27FC236}">
                  <a16:creationId xmlns:a16="http://schemas.microsoft.com/office/drawing/2014/main" id="{882F848F-A65F-F595-DDF6-3ABB4A4AC5C3}"/>
                </a:ext>
              </a:extLst>
            </p:cNvPr>
            <p:cNvSpPr/>
            <p:nvPr/>
          </p:nvSpPr>
          <p:spPr>
            <a:xfrm>
              <a:off x="4037428" y="1355851"/>
              <a:ext cx="1647" cy="1394"/>
            </a:xfrm>
            <a:custGeom>
              <a:avLst/>
              <a:gdLst>
                <a:gd name="connsiteX0" fmla="*/ 1648 w 1647"/>
                <a:gd name="connsiteY0" fmla="*/ 634 h 1394"/>
                <a:gd name="connsiteX1" fmla="*/ 760 w 1647"/>
                <a:gd name="connsiteY1" fmla="*/ 1394 h 1394"/>
                <a:gd name="connsiteX2" fmla="*/ 0 w 1647"/>
                <a:gd name="connsiteY2" fmla="*/ 634 h 1394"/>
                <a:gd name="connsiteX3" fmla="*/ 760 w 1647"/>
                <a:gd name="connsiteY3" fmla="*/ 0 h 1394"/>
                <a:gd name="connsiteX4" fmla="*/ 1648 w 1647"/>
                <a:gd name="connsiteY4" fmla="*/ 634 h 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7" h="1394">
                  <a:moveTo>
                    <a:pt x="1648" y="634"/>
                  </a:moveTo>
                  <a:lnTo>
                    <a:pt x="760" y="1394"/>
                  </a:lnTo>
                  <a:lnTo>
                    <a:pt x="0" y="634"/>
                  </a:lnTo>
                  <a:lnTo>
                    <a:pt x="760" y="0"/>
                  </a:lnTo>
                  <a:lnTo>
                    <a:pt x="1648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3" name="Freeform: Shape 2182">
              <a:extLst>
                <a:ext uri="{FF2B5EF4-FFF2-40B4-BE49-F238E27FC236}">
                  <a16:creationId xmlns:a16="http://schemas.microsoft.com/office/drawing/2014/main" id="{39DF922D-ACCC-EFFC-6931-8C9699A86543}"/>
                </a:ext>
              </a:extLst>
            </p:cNvPr>
            <p:cNvSpPr/>
            <p:nvPr/>
          </p:nvSpPr>
          <p:spPr>
            <a:xfrm>
              <a:off x="4140338" y="1291723"/>
              <a:ext cx="3041" cy="2281"/>
            </a:xfrm>
            <a:custGeom>
              <a:avLst/>
              <a:gdLst>
                <a:gd name="connsiteX0" fmla="*/ 3042 w 3041"/>
                <a:gd name="connsiteY0" fmla="*/ 1141 h 2281"/>
                <a:gd name="connsiteX1" fmla="*/ 1521 w 3041"/>
                <a:gd name="connsiteY1" fmla="*/ 2281 h 2281"/>
                <a:gd name="connsiteX2" fmla="*/ 0 w 3041"/>
                <a:gd name="connsiteY2" fmla="*/ 1141 h 2281"/>
                <a:gd name="connsiteX3" fmla="*/ 1521 w 3041"/>
                <a:gd name="connsiteY3" fmla="*/ 0 h 2281"/>
                <a:gd name="connsiteX4" fmla="*/ 3042 w 3041"/>
                <a:gd name="connsiteY4" fmla="*/ 1141 h 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1" h="2281">
                  <a:moveTo>
                    <a:pt x="3042" y="1141"/>
                  </a:moveTo>
                  <a:lnTo>
                    <a:pt x="1521" y="2281"/>
                  </a:lnTo>
                  <a:lnTo>
                    <a:pt x="0" y="1141"/>
                  </a:lnTo>
                  <a:lnTo>
                    <a:pt x="1521" y="0"/>
                  </a:lnTo>
                  <a:lnTo>
                    <a:pt x="3042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4" name="Freeform: Shape 2183">
              <a:extLst>
                <a:ext uri="{FF2B5EF4-FFF2-40B4-BE49-F238E27FC236}">
                  <a16:creationId xmlns:a16="http://schemas.microsoft.com/office/drawing/2014/main" id="{BC488DEB-E5AB-1DA5-859F-C024398867A6}"/>
                </a:ext>
              </a:extLst>
            </p:cNvPr>
            <p:cNvSpPr/>
            <p:nvPr/>
          </p:nvSpPr>
          <p:spPr>
            <a:xfrm>
              <a:off x="4246416" y="1230763"/>
              <a:ext cx="4182" cy="3168"/>
            </a:xfrm>
            <a:custGeom>
              <a:avLst/>
              <a:gdLst>
                <a:gd name="connsiteX0" fmla="*/ 4183 w 4182"/>
                <a:gd name="connsiteY0" fmla="*/ 1648 h 3168"/>
                <a:gd name="connsiteX1" fmla="*/ 2155 w 4182"/>
                <a:gd name="connsiteY1" fmla="*/ 3168 h 3168"/>
                <a:gd name="connsiteX2" fmla="*/ 0 w 4182"/>
                <a:gd name="connsiteY2" fmla="*/ 1648 h 3168"/>
                <a:gd name="connsiteX3" fmla="*/ 2155 w 4182"/>
                <a:gd name="connsiteY3" fmla="*/ 0 h 3168"/>
                <a:gd name="connsiteX4" fmla="*/ 4183 w 4182"/>
                <a:gd name="connsiteY4" fmla="*/ 1648 h 3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2" h="3168">
                  <a:moveTo>
                    <a:pt x="4183" y="1648"/>
                  </a:moveTo>
                  <a:lnTo>
                    <a:pt x="2155" y="3168"/>
                  </a:lnTo>
                  <a:lnTo>
                    <a:pt x="0" y="1648"/>
                  </a:lnTo>
                  <a:lnTo>
                    <a:pt x="2155" y="0"/>
                  </a:lnTo>
                  <a:lnTo>
                    <a:pt x="4183" y="164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5" name="Freeform: Shape 2184">
              <a:extLst>
                <a:ext uri="{FF2B5EF4-FFF2-40B4-BE49-F238E27FC236}">
                  <a16:creationId xmlns:a16="http://schemas.microsoft.com/office/drawing/2014/main" id="{8AEE1201-5447-CF29-6A2B-55892C7F1B82}"/>
                </a:ext>
              </a:extLst>
            </p:cNvPr>
            <p:cNvSpPr/>
            <p:nvPr/>
          </p:nvSpPr>
          <p:spPr>
            <a:xfrm>
              <a:off x="4355789" y="1173351"/>
              <a:ext cx="4689" cy="3675"/>
            </a:xfrm>
            <a:custGeom>
              <a:avLst/>
              <a:gdLst>
                <a:gd name="connsiteX0" fmla="*/ 4689 w 4689"/>
                <a:gd name="connsiteY0" fmla="*/ 1901 h 3675"/>
                <a:gd name="connsiteX1" fmla="*/ 2281 w 4689"/>
                <a:gd name="connsiteY1" fmla="*/ 3675 h 3675"/>
                <a:gd name="connsiteX2" fmla="*/ 0 w 4689"/>
                <a:gd name="connsiteY2" fmla="*/ 1901 h 3675"/>
                <a:gd name="connsiteX3" fmla="*/ 2281 w 4689"/>
                <a:gd name="connsiteY3" fmla="*/ 0 h 3675"/>
                <a:gd name="connsiteX4" fmla="*/ 4689 w 4689"/>
                <a:gd name="connsiteY4" fmla="*/ 1901 h 3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89" h="3675">
                  <a:moveTo>
                    <a:pt x="4689" y="1901"/>
                  </a:moveTo>
                  <a:lnTo>
                    <a:pt x="2281" y="3675"/>
                  </a:lnTo>
                  <a:lnTo>
                    <a:pt x="0" y="1901"/>
                  </a:lnTo>
                  <a:lnTo>
                    <a:pt x="2281" y="0"/>
                  </a:lnTo>
                  <a:lnTo>
                    <a:pt x="4689" y="190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6" name="Freeform: Shape 2185">
              <a:extLst>
                <a:ext uri="{FF2B5EF4-FFF2-40B4-BE49-F238E27FC236}">
                  <a16:creationId xmlns:a16="http://schemas.microsoft.com/office/drawing/2014/main" id="{44F1FEFC-F9AA-7D61-81E1-23ABB73B53E0}"/>
                </a:ext>
              </a:extLst>
            </p:cNvPr>
            <p:cNvSpPr/>
            <p:nvPr/>
          </p:nvSpPr>
          <p:spPr>
            <a:xfrm>
              <a:off x="4467697" y="1119362"/>
              <a:ext cx="5323" cy="4182"/>
            </a:xfrm>
            <a:custGeom>
              <a:avLst/>
              <a:gdLst>
                <a:gd name="connsiteX0" fmla="*/ 5323 w 5323"/>
                <a:gd name="connsiteY0" fmla="*/ 2154 h 4182"/>
                <a:gd name="connsiteX1" fmla="*/ 2662 w 5323"/>
                <a:gd name="connsiteY1" fmla="*/ 4182 h 4182"/>
                <a:gd name="connsiteX2" fmla="*/ 0 w 5323"/>
                <a:gd name="connsiteY2" fmla="*/ 2154 h 4182"/>
                <a:gd name="connsiteX3" fmla="*/ 2662 w 5323"/>
                <a:gd name="connsiteY3" fmla="*/ 0 h 4182"/>
                <a:gd name="connsiteX4" fmla="*/ 5323 w 5323"/>
                <a:gd name="connsiteY4" fmla="*/ 2154 h 4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23" h="4182">
                  <a:moveTo>
                    <a:pt x="5323" y="2154"/>
                  </a:moveTo>
                  <a:lnTo>
                    <a:pt x="2662" y="4182"/>
                  </a:lnTo>
                  <a:lnTo>
                    <a:pt x="0" y="2154"/>
                  </a:lnTo>
                  <a:lnTo>
                    <a:pt x="2662" y="0"/>
                  </a:lnTo>
                  <a:lnTo>
                    <a:pt x="5323" y="21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7" name="Freeform: Shape 2186">
              <a:extLst>
                <a:ext uri="{FF2B5EF4-FFF2-40B4-BE49-F238E27FC236}">
                  <a16:creationId xmlns:a16="http://schemas.microsoft.com/office/drawing/2014/main" id="{585B4D04-32D4-D8CD-17E2-5ADB09EC44AF}"/>
                </a:ext>
              </a:extLst>
            </p:cNvPr>
            <p:cNvSpPr/>
            <p:nvPr/>
          </p:nvSpPr>
          <p:spPr>
            <a:xfrm>
              <a:off x="4582139" y="1068921"/>
              <a:ext cx="5956" cy="4689"/>
            </a:xfrm>
            <a:custGeom>
              <a:avLst/>
              <a:gdLst>
                <a:gd name="connsiteX0" fmla="*/ 5957 w 5956"/>
                <a:gd name="connsiteY0" fmla="*/ 2281 h 4689"/>
                <a:gd name="connsiteX1" fmla="*/ 2915 w 5956"/>
                <a:gd name="connsiteY1" fmla="*/ 4689 h 4689"/>
                <a:gd name="connsiteX2" fmla="*/ 0 w 5956"/>
                <a:gd name="connsiteY2" fmla="*/ 2281 h 4689"/>
                <a:gd name="connsiteX3" fmla="*/ 2915 w 5956"/>
                <a:gd name="connsiteY3" fmla="*/ 0 h 4689"/>
                <a:gd name="connsiteX4" fmla="*/ 5957 w 5956"/>
                <a:gd name="connsiteY4" fmla="*/ 2281 h 4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6" h="4689">
                  <a:moveTo>
                    <a:pt x="5957" y="2281"/>
                  </a:moveTo>
                  <a:lnTo>
                    <a:pt x="2915" y="4689"/>
                  </a:lnTo>
                  <a:lnTo>
                    <a:pt x="0" y="2281"/>
                  </a:lnTo>
                  <a:lnTo>
                    <a:pt x="2915" y="0"/>
                  </a:lnTo>
                  <a:lnTo>
                    <a:pt x="5957" y="22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8" name="Freeform: Shape 2187">
              <a:extLst>
                <a:ext uri="{FF2B5EF4-FFF2-40B4-BE49-F238E27FC236}">
                  <a16:creationId xmlns:a16="http://schemas.microsoft.com/office/drawing/2014/main" id="{390EB530-45DC-1E06-5C79-6F25A0A552E1}"/>
                </a:ext>
              </a:extLst>
            </p:cNvPr>
            <p:cNvSpPr/>
            <p:nvPr/>
          </p:nvSpPr>
          <p:spPr>
            <a:xfrm>
              <a:off x="4698610" y="1021775"/>
              <a:ext cx="7350" cy="5703"/>
            </a:xfrm>
            <a:custGeom>
              <a:avLst/>
              <a:gdLst>
                <a:gd name="connsiteX0" fmla="*/ 7351 w 7350"/>
                <a:gd name="connsiteY0" fmla="*/ 2788 h 5703"/>
                <a:gd name="connsiteX1" fmla="*/ 3675 w 7350"/>
                <a:gd name="connsiteY1" fmla="*/ 5703 h 5703"/>
                <a:gd name="connsiteX2" fmla="*/ 0 w 7350"/>
                <a:gd name="connsiteY2" fmla="*/ 2788 h 5703"/>
                <a:gd name="connsiteX3" fmla="*/ 3675 w 7350"/>
                <a:gd name="connsiteY3" fmla="*/ 0 h 5703"/>
                <a:gd name="connsiteX4" fmla="*/ 7351 w 7350"/>
                <a:gd name="connsiteY4" fmla="*/ 2788 h 5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0" h="5703">
                  <a:moveTo>
                    <a:pt x="7351" y="2788"/>
                  </a:moveTo>
                  <a:lnTo>
                    <a:pt x="3675" y="5703"/>
                  </a:lnTo>
                  <a:lnTo>
                    <a:pt x="0" y="2788"/>
                  </a:lnTo>
                  <a:lnTo>
                    <a:pt x="3675" y="0"/>
                  </a:lnTo>
                  <a:lnTo>
                    <a:pt x="7351" y="278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9" name="Freeform: Shape 2188">
              <a:extLst>
                <a:ext uri="{FF2B5EF4-FFF2-40B4-BE49-F238E27FC236}">
                  <a16:creationId xmlns:a16="http://schemas.microsoft.com/office/drawing/2014/main" id="{BEE5B7CF-65B6-1DEE-FBCC-98917841498A}"/>
                </a:ext>
              </a:extLst>
            </p:cNvPr>
            <p:cNvSpPr/>
            <p:nvPr/>
          </p:nvSpPr>
          <p:spPr>
            <a:xfrm>
              <a:off x="4817615" y="978432"/>
              <a:ext cx="7857" cy="6210"/>
            </a:xfrm>
            <a:custGeom>
              <a:avLst/>
              <a:gdLst>
                <a:gd name="connsiteX0" fmla="*/ 7858 w 7857"/>
                <a:gd name="connsiteY0" fmla="*/ 3168 h 6210"/>
                <a:gd name="connsiteX1" fmla="*/ 3929 w 7857"/>
                <a:gd name="connsiteY1" fmla="*/ 6210 h 6210"/>
                <a:gd name="connsiteX2" fmla="*/ 0 w 7857"/>
                <a:gd name="connsiteY2" fmla="*/ 3168 h 6210"/>
                <a:gd name="connsiteX3" fmla="*/ 3929 w 7857"/>
                <a:gd name="connsiteY3" fmla="*/ 0 h 6210"/>
                <a:gd name="connsiteX4" fmla="*/ 7858 w 7857"/>
                <a:gd name="connsiteY4" fmla="*/ 3168 h 6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57" h="6210">
                  <a:moveTo>
                    <a:pt x="7858" y="3168"/>
                  </a:moveTo>
                  <a:lnTo>
                    <a:pt x="3929" y="6210"/>
                  </a:lnTo>
                  <a:lnTo>
                    <a:pt x="0" y="3168"/>
                  </a:lnTo>
                  <a:lnTo>
                    <a:pt x="3929" y="0"/>
                  </a:lnTo>
                  <a:lnTo>
                    <a:pt x="7858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0" name="Freeform: Shape 2189">
              <a:extLst>
                <a:ext uri="{FF2B5EF4-FFF2-40B4-BE49-F238E27FC236}">
                  <a16:creationId xmlns:a16="http://schemas.microsoft.com/office/drawing/2014/main" id="{D1592B30-6268-7AD9-CC8E-1CEE981A0CB6}"/>
                </a:ext>
              </a:extLst>
            </p:cNvPr>
            <p:cNvSpPr/>
            <p:nvPr/>
          </p:nvSpPr>
          <p:spPr>
            <a:xfrm>
              <a:off x="4938394" y="938510"/>
              <a:ext cx="9125" cy="7350"/>
            </a:xfrm>
            <a:custGeom>
              <a:avLst/>
              <a:gdLst>
                <a:gd name="connsiteX0" fmla="*/ 9125 w 9125"/>
                <a:gd name="connsiteY0" fmla="*/ 3675 h 7350"/>
                <a:gd name="connsiteX1" fmla="*/ 4562 w 9125"/>
                <a:gd name="connsiteY1" fmla="*/ 7351 h 7350"/>
                <a:gd name="connsiteX2" fmla="*/ 0 w 9125"/>
                <a:gd name="connsiteY2" fmla="*/ 3675 h 7350"/>
                <a:gd name="connsiteX3" fmla="*/ 4562 w 9125"/>
                <a:gd name="connsiteY3" fmla="*/ 0 h 7350"/>
                <a:gd name="connsiteX4" fmla="*/ 9125 w 9125"/>
                <a:gd name="connsiteY4" fmla="*/ 3675 h 7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5" h="7350">
                  <a:moveTo>
                    <a:pt x="9125" y="3675"/>
                  </a:moveTo>
                  <a:lnTo>
                    <a:pt x="4562" y="7351"/>
                  </a:lnTo>
                  <a:lnTo>
                    <a:pt x="0" y="3675"/>
                  </a:lnTo>
                  <a:lnTo>
                    <a:pt x="4562" y="0"/>
                  </a:lnTo>
                  <a:lnTo>
                    <a:pt x="9125" y="367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1" name="Freeform: Shape 2190">
              <a:extLst>
                <a:ext uri="{FF2B5EF4-FFF2-40B4-BE49-F238E27FC236}">
                  <a16:creationId xmlns:a16="http://schemas.microsoft.com/office/drawing/2014/main" id="{93361F09-08F1-EEC4-B37D-CCE757B5A5E3}"/>
                </a:ext>
              </a:extLst>
            </p:cNvPr>
            <p:cNvSpPr/>
            <p:nvPr/>
          </p:nvSpPr>
          <p:spPr>
            <a:xfrm>
              <a:off x="5061328" y="902770"/>
              <a:ext cx="9758" cy="7857"/>
            </a:xfrm>
            <a:custGeom>
              <a:avLst/>
              <a:gdLst>
                <a:gd name="connsiteX0" fmla="*/ 9759 w 9758"/>
                <a:gd name="connsiteY0" fmla="*/ 3929 h 7857"/>
                <a:gd name="connsiteX1" fmla="*/ 4816 w 9758"/>
                <a:gd name="connsiteY1" fmla="*/ 7858 h 7857"/>
                <a:gd name="connsiteX2" fmla="*/ 0 w 9758"/>
                <a:gd name="connsiteY2" fmla="*/ 3929 h 7857"/>
                <a:gd name="connsiteX3" fmla="*/ 4816 w 9758"/>
                <a:gd name="connsiteY3" fmla="*/ 0 h 7857"/>
                <a:gd name="connsiteX4" fmla="*/ 9759 w 9758"/>
                <a:gd name="connsiteY4" fmla="*/ 3929 h 7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58" h="7857">
                  <a:moveTo>
                    <a:pt x="9759" y="3929"/>
                  </a:moveTo>
                  <a:lnTo>
                    <a:pt x="4816" y="7858"/>
                  </a:lnTo>
                  <a:lnTo>
                    <a:pt x="0" y="3929"/>
                  </a:lnTo>
                  <a:lnTo>
                    <a:pt x="4816" y="0"/>
                  </a:lnTo>
                  <a:lnTo>
                    <a:pt x="9759" y="392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2" name="Freeform: Shape 2191">
              <a:extLst>
                <a:ext uri="{FF2B5EF4-FFF2-40B4-BE49-F238E27FC236}">
                  <a16:creationId xmlns:a16="http://schemas.microsoft.com/office/drawing/2014/main" id="{7BDDC514-C1EE-919A-29B6-4F045755B0A0}"/>
                </a:ext>
              </a:extLst>
            </p:cNvPr>
            <p:cNvSpPr/>
            <p:nvPr/>
          </p:nvSpPr>
          <p:spPr>
            <a:xfrm>
              <a:off x="5185656" y="870706"/>
              <a:ext cx="10645" cy="8364"/>
            </a:xfrm>
            <a:custGeom>
              <a:avLst/>
              <a:gdLst>
                <a:gd name="connsiteX0" fmla="*/ 10646 w 10645"/>
                <a:gd name="connsiteY0" fmla="*/ 4182 h 8364"/>
                <a:gd name="connsiteX1" fmla="*/ 5323 w 10645"/>
                <a:gd name="connsiteY1" fmla="*/ 8365 h 8364"/>
                <a:gd name="connsiteX2" fmla="*/ 0 w 10645"/>
                <a:gd name="connsiteY2" fmla="*/ 4182 h 8364"/>
                <a:gd name="connsiteX3" fmla="*/ 5323 w 10645"/>
                <a:gd name="connsiteY3" fmla="*/ 0 h 8364"/>
                <a:gd name="connsiteX4" fmla="*/ 10646 w 10645"/>
                <a:gd name="connsiteY4" fmla="*/ 4182 h 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45" h="8364">
                  <a:moveTo>
                    <a:pt x="10646" y="4182"/>
                  </a:moveTo>
                  <a:lnTo>
                    <a:pt x="5323" y="8365"/>
                  </a:lnTo>
                  <a:lnTo>
                    <a:pt x="0" y="4182"/>
                  </a:lnTo>
                  <a:lnTo>
                    <a:pt x="5323" y="0"/>
                  </a:lnTo>
                  <a:lnTo>
                    <a:pt x="10646" y="41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3" name="Freeform: Shape 2192">
              <a:extLst>
                <a:ext uri="{FF2B5EF4-FFF2-40B4-BE49-F238E27FC236}">
                  <a16:creationId xmlns:a16="http://schemas.microsoft.com/office/drawing/2014/main" id="{BD24CEC4-C64D-ED3D-6CEE-C22A48E4F8BA}"/>
                </a:ext>
              </a:extLst>
            </p:cNvPr>
            <p:cNvSpPr/>
            <p:nvPr/>
          </p:nvSpPr>
          <p:spPr>
            <a:xfrm>
              <a:off x="5311758" y="842571"/>
              <a:ext cx="11152" cy="8871"/>
            </a:xfrm>
            <a:custGeom>
              <a:avLst/>
              <a:gdLst>
                <a:gd name="connsiteX0" fmla="*/ 11153 w 11152"/>
                <a:gd name="connsiteY0" fmla="*/ 4436 h 8871"/>
                <a:gd name="connsiteX1" fmla="*/ 5576 w 11152"/>
                <a:gd name="connsiteY1" fmla="*/ 8872 h 8871"/>
                <a:gd name="connsiteX2" fmla="*/ 0 w 11152"/>
                <a:gd name="connsiteY2" fmla="*/ 4436 h 8871"/>
                <a:gd name="connsiteX3" fmla="*/ 5576 w 11152"/>
                <a:gd name="connsiteY3" fmla="*/ 0 h 8871"/>
                <a:gd name="connsiteX4" fmla="*/ 11153 w 11152"/>
                <a:gd name="connsiteY4" fmla="*/ 4436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52" h="8871">
                  <a:moveTo>
                    <a:pt x="11153" y="4436"/>
                  </a:moveTo>
                  <a:lnTo>
                    <a:pt x="5576" y="8872"/>
                  </a:lnTo>
                  <a:lnTo>
                    <a:pt x="0" y="4436"/>
                  </a:lnTo>
                  <a:lnTo>
                    <a:pt x="5576" y="0"/>
                  </a:lnTo>
                  <a:lnTo>
                    <a:pt x="11153" y="44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4" name="Freeform: Shape 2193">
              <a:extLst>
                <a:ext uri="{FF2B5EF4-FFF2-40B4-BE49-F238E27FC236}">
                  <a16:creationId xmlns:a16="http://schemas.microsoft.com/office/drawing/2014/main" id="{E024D33A-D167-10BD-7497-9D6C5DAA9464}"/>
                </a:ext>
              </a:extLst>
            </p:cNvPr>
            <p:cNvSpPr/>
            <p:nvPr/>
          </p:nvSpPr>
          <p:spPr>
            <a:xfrm>
              <a:off x="5438621" y="818111"/>
              <a:ext cx="12546" cy="9885"/>
            </a:xfrm>
            <a:custGeom>
              <a:avLst/>
              <a:gdLst>
                <a:gd name="connsiteX0" fmla="*/ 12547 w 12546"/>
                <a:gd name="connsiteY0" fmla="*/ 4943 h 9885"/>
                <a:gd name="connsiteX1" fmla="*/ 6210 w 12546"/>
                <a:gd name="connsiteY1" fmla="*/ 9885 h 9885"/>
                <a:gd name="connsiteX2" fmla="*/ 0 w 12546"/>
                <a:gd name="connsiteY2" fmla="*/ 4943 h 9885"/>
                <a:gd name="connsiteX3" fmla="*/ 6210 w 12546"/>
                <a:gd name="connsiteY3" fmla="*/ 0 h 9885"/>
                <a:gd name="connsiteX4" fmla="*/ 12547 w 12546"/>
                <a:gd name="connsiteY4" fmla="*/ 4943 h 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46" h="9885">
                  <a:moveTo>
                    <a:pt x="12547" y="4943"/>
                  </a:moveTo>
                  <a:lnTo>
                    <a:pt x="6210" y="9885"/>
                  </a:lnTo>
                  <a:lnTo>
                    <a:pt x="0" y="4943"/>
                  </a:lnTo>
                  <a:lnTo>
                    <a:pt x="6210" y="0"/>
                  </a:lnTo>
                  <a:lnTo>
                    <a:pt x="12547" y="494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5" name="Freeform: Shape 2194">
              <a:extLst>
                <a:ext uri="{FF2B5EF4-FFF2-40B4-BE49-F238E27FC236}">
                  <a16:creationId xmlns:a16="http://schemas.microsoft.com/office/drawing/2014/main" id="{225D15E7-65A7-B196-F2B1-7FF443AF6A75}"/>
                </a:ext>
              </a:extLst>
            </p:cNvPr>
            <p:cNvSpPr/>
            <p:nvPr/>
          </p:nvSpPr>
          <p:spPr>
            <a:xfrm>
              <a:off x="5566878" y="797706"/>
              <a:ext cx="13307" cy="10645"/>
            </a:xfrm>
            <a:custGeom>
              <a:avLst/>
              <a:gdLst>
                <a:gd name="connsiteX0" fmla="*/ 13307 w 13307"/>
                <a:gd name="connsiteY0" fmla="*/ 5323 h 10645"/>
                <a:gd name="connsiteX1" fmla="*/ 6717 w 13307"/>
                <a:gd name="connsiteY1" fmla="*/ 10646 h 10645"/>
                <a:gd name="connsiteX2" fmla="*/ 0 w 13307"/>
                <a:gd name="connsiteY2" fmla="*/ 5323 h 10645"/>
                <a:gd name="connsiteX3" fmla="*/ 6717 w 13307"/>
                <a:gd name="connsiteY3" fmla="*/ 0 h 10645"/>
                <a:gd name="connsiteX4" fmla="*/ 13307 w 13307"/>
                <a:gd name="connsiteY4" fmla="*/ 5323 h 1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07" h="10645">
                  <a:moveTo>
                    <a:pt x="13307" y="5323"/>
                  </a:moveTo>
                  <a:cubicBezTo>
                    <a:pt x="13307" y="8238"/>
                    <a:pt x="10266" y="10646"/>
                    <a:pt x="6717" y="10646"/>
                  </a:cubicBezTo>
                  <a:cubicBezTo>
                    <a:pt x="3168" y="10646"/>
                    <a:pt x="0" y="8238"/>
                    <a:pt x="0" y="5323"/>
                  </a:cubicBezTo>
                  <a:cubicBezTo>
                    <a:pt x="0" y="2408"/>
                    <a:pt x="3042" y="0"/>
                    <a:pt x="6717" y="0"/>
                  </a:cubicBezTo>
                  <a:lnTo>
                    <a:pt x="13307" y="532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6" name="Freeform: Shape 2195">
              <a:extLst>
                <a:ext uri="{FF2B5EF4-FFF2-40B4-BE49-F238E27FC236}">
                  <a16:creationId xmlns:a16="http://schemas.microsoft.com/office/drawing/2014/main" id="{E3276A11-5A75-8C56-B012-DAC7E607E53C}"/>
                </a:ext>
              </a:extLst>
            </p:cNvPr>
            <p:cNvSpPr/>
            <p:nvPr/>
          </p:nvSpPr>
          <p:spPr>
            <a:xfrm>
              <a:off x="5696149" y="781357"/>
              <a:ext cx="13940" cy="11152"/>
            </a:xfrm>
            <a:custGeom>
              <a:avLst/>
              <a:gdLst>
                <a:gd name="connsiteX0" fmla="*/ 13941 w 13940"/>
                <a:gd name="connsiteY0" fmla="*/ 5576 h 11152"/>
                <a:gd name="connsiteX1" fmla="*/ 6970 w 13940"/>
                <a:gd name="connsiteY1" fmla="*/ 11153 h 11152"/>
                <a:gd name="connsiteX2" fmla="*/ 0 w 13940"/>
                <a:gd name="connsiteY2" fmla="*/ 5576 h 11152"/>
                <a:gd name="connsiteX3" fmla="*/ 6970 w 13940"/>
                <a:gd name="connsiteY3" fmla="*/ 0 h 11152"/>
                <a:gd name="connsiteX4" fmla="*/ 13941 w 13940"/>
                <a:gd name="connsiteY4" fmla="*/ 5576 h 11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0" h="11152">
                  <a:moveTo>
                    <a:pt x="13941" y="5576"/>
                  </a:moveTo>
                  <a:cubicBezTo>
                    <a:pt x="13941" y="8618"/>
                    <a:pt x="10772" y="11153"/>
                    <a:pt x="6970" y="11153"/>
                  </a:cubicBezTo>
                  <a:cubicBezTo>
                    <a:pt x="3168" y="11153"/>
                    <a:pt x="0" y="8618"/>
                    <a:pt x="0" y="5576"/>
                  </a:cubicBezTo>
                  <a:cubicBezTo>
                    <a:pt x="0" y="2535"/>
                    <a:pt x="3168" y="0"/>
                    <a:pt x="6970" y="0"/>
                  </a:cubicBezTo>
                  <a:cubicBezTo>
                    <a:pt x="10772" y="0"/>
                    <a:pt x="13941" y="2535"/>
                    <a:pt x="13941" y="55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7" name="Freeform: Shape 2196">
              <a:extLst>
                <a:ext uri="{FF2B5EF4-FFF2-40B4-BE49-F238E27FC236}">
                  <a16:creationId xmlns:a16="http://schemas.microsoft.com/office/drawing/2014/main" id="{883D34D8-BACD-D3C0-D848-5D6DE5E22AB3}"/>
                </a:ext>
              </a:extLst>
            </p:cNvPr>
            <p:cNvSpPr/>
            <p:nvPr/>
          </p:nvSpPr>
          <p:spPr>
            <a:xfrm>
              <a:off x="5825926" y="769064"/>
              <a:ext cx="14701" cy="11659"/>
            </a:xfrm>
            <a:custGeom>
              <a:avLst/>
              <a:gdLst>
                <a:gd name="connsiteX0" fmla="*/ 14701 w 14701"/>
                <a:gd name="connsiteY0" fmla="*/ 5830 h 11659"/>
                <a:gd name="connsiteX1" fmla="*/ 7351 w 14701"/>
                <a:gd name="connsiteY1" fmla="*/ 11660 h 11659"/>
                <a:gd name="connsiteX2" fmla="*/ 0 w 14701"/>
                <a:gd name="connsiteY2" fmla="*/ 5830 h 11659"/>
                <a:gd name="connsiteX3" fmla="*/ 7351 w 14701"/>
                <a:gd name="connsiteY3" fmla="*/ 0 h 11659"/>
                <a:gd name="connsiteX4" fmla="*/ 14701 w 14701"/>
                <a:gd name="connsiteY4" fmla="*/ 5830 h 11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01" h="11659">
                  <a:moveTo>
                    <a:pt x="14701" y="5830"/>
                  </a:moveTo>
                  <a:cubicBezTo>
                    <a:pt x="14701" y="8998"/>
                    <a:pt x="11406" y="11660"/>
                    <a:pt x="7351" y="11660"/>
                  </a:cubicBezTo>
                  <a:cubicBezTo>
                    <a:pt x="3295" y="11660"/>
                    <a:pt x="0" y="8998"/>
                    <a:pt x="0" y="5830"/>
                  </a:cubicBezTo>
                  <a:cubicBezTo>
                    <a:pt x="0" y="2661"/>
                    <a:pt x="3295" y="0"/>
                    <a:pt x="7351" y="0"/>
                  </a:cubicBezTo>
                  <a:cubicBezTo>
                    <a:pt x="11406" y="0"/>
                    <a:pt x="14701" y="2661"/>
                    <a:pt x="14701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8" name="Freeform: Shape 2197">
              <a:extLst>
                <a:ext uri="{FF2B5EF4-FFF2-40B4-BE49-F238E27FC236}">
                  <a16:creationId xmlns:a16="http://schemas.microsoft.com/office/drawing/2014/main" id="{21D84D66-6E28-2B93-32B9-945A29B5AE3C}"/>
                </a:ext>
              </a:extLst>
            </p:cNvPr>
            <p:cNvSpPr/>
            <p:nvPr/>
          </p:nvSpPr>
          <p:spPr>
            <a:xfrm>
              <a:off x="5956338" y="760573"/>
              <a:ext cx="15461" cy="12420"/>
            </a:xfrm>
            <a:custGeom>
              <a:avLst/>
              <a:gdLst>
                <a:gd name="connsiteX0" fmla="*/ 15462 w 15461"/>
                <a:gd name="connsiteY0" fmla="*/ 6210 h 12420"/>
                <a:gd name="connsiteX1" fmla="*/ 7731 w 15461"/>
                <a:gd name="connsiteY1" fmla="*/ 12420 h 12420"/>
                <a:gd name="connsiteX2" fmla="*/ 0 w 15461"/>
                <a:gd name="connsiteY2" fmla="*/ 6210 h 12420"/>
                <a:gd name="connsiteX3" fmla="*/ 7731 w 15461"/>
                <a:gd name="connsiteY3" fmla="*/ 0 h 12420"/>
                <a:gd name="connsiteX4" fmla="*/ 15462 w 15461"/>
                <a:gd name="connsiteY4" fmla="*/ 6210 h 12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61" h="12420">
                  <a:moveTo>
                    <a:pt x="15462" y="6210"/>
                  </a:moveTo>
                  <a:cubicBezTo>
                    <a:pt x="15462" y="9632"/>
                    <a:pt x="12040" y="12420"/>
                    <a:pt x="7731" y="12420"/>
                  </a:cubicBezTo>
                  <a:cubicBezTo>
                    <a:pt x="3422" y="12420"/>
                    <a:pt x="0" y="9632"/>
                    <a:pt x="0" y="6210"/>
                  </a:cubicBezTo>
                  <a:cubicBezTo>
                    <a:pt x="0" y="2788"/>
                    <a:pt x="3422" y="0"/>
                    <a:pt x="7731" y="0"/>
                  </a:cubicBezTo>
                  <a:cubicBezTo>
                    <a:pt x="12040" y="0"/>
                    <a:pt x="15462" y="2788"/>
                    <a:pt x="15462" y="621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9" name="Freeform: Shape 2198">
              <a:extLst>
                <a:ext uri="{FF2B5EF4-FFF2-40B4-BE49-F238E27FC236}">
                  <a16:creationId xmlns:a16="http://schemas.microsoft.com/office/drawing/2014/main" id="{01FD4A9F-85B6-35B7-54C3-53F6C232A238}"/>
                </a:ext>
              </a:extLst>
            </p:cNvPr>
            <p:cNvSpPr/>
            <p:nvPr/>
          </p:nvSpPr>
          <p:spPr>
            <a:xfrm>
              <a:off x="6087129" y="756390"/>
              <a:ext cx="15968" cy="12673"/>
            </a:xfrm>
            <a:custGeom>
              <a:avLst/>
              <a:gdLst>
                <a:gd name="connsiteX0" fmla="*/ 15969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9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9" y="6337"/>
                  </a:moveTo>
                  <a:cubicBezTo>
                    <a:pt x="15969" y="9885"/>
                    <a:pt x="12293" y="12674"/>
                    <a:pt x="7984" y="12674"/>
                  </a:cubicBezTo>
                  <a:cubicBezTo>
                    <a:pt x="3675" y="12674"/>
                    <a:pt x="0" y="9885"/>
                    <a:pt x="0" y="6337"/>
                  </a:cubicBezTo>
                  <a:cubicBezTo>
                    <a:pt x="0" y="2788"/>
                    <a:pt x="3549" y="0"/>
                    <a:pt x="7984" y="0"/>
                  </a:cubicBezTo>
                  <a:cubicBezTo>
                    <a:pt x="12420" y="0"/>
                    <a:pt x="15969" y="2915"/>
                    <a:pt x="15969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0" name="Freeform: Shape 2199">
              <a:extLst>
                <a:ext uri="{FF2B5EF4-FFF2-40B4-BE49-F238E27FC236}">
                  <a16:creationId xmlns:a16="http://schemas.microsoft.com/office/drawing/2014/main" id="{C8D5C787-AF89-FB49-6B4D-74E1AAE3D2D3}"/>
                </a:ext>
              </a:extLst>
            </p:cNvPr>
            <p:cNvSpPr/>
            <p:nvPr/>
          </p:nvSpPr>
          <p:spPr>
            <a:xfrm>
              <a:off x="6217287" y="755757"/>
              <a:ext cx="17742" cy="13940"/>
            </a:xfrm>
            <a:custGeom>
              <a:avLst/>
              <a:gdLst>
                <a:gd name="connsiteX0" fmla="*/ 17743 w 17742"/>
                <a:gd name="connsiteY0" fmla="*/ 6970 h 13940"/>
                <a:gd name="connsiteX1" fmla="*/ 8871 w 17742"/>
                <a:gd name="connsiteY1" fmla="*/ 13941 h 13940"/>
                <a:gd name="connsiteX2" fmla="*/ 0 w 17742"/>
                <a:gd name="connsiteY2" fmla="*/ 6970 h 13940"/>
                <a:gd name="connsiteX3" fmla="*/ 8871 w 17742"/>
                <a:gd name="connsiteY3" fmla="*/ 0 h 13940"/>
                <a:gd name="connsiteX4" fmla="*/ 17743 w 17742"/>
                <a:gd name="connsiteY4" fmla="*/ 6970 h 13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2" h="13940">
                  <a:moveTo>
                    <a:pt x="17743" y="6970"/>
                  </a:moveTo>
                  <a:cubicBezTo>
                    <a:pt x="17743" y="10899"/>
                    <a:pt x="13814" y="13941"/>
                    <a:pt x="8871" y="13941"/>
                  </a:cubicBezTo>
                  <a:cubicBezTo>
                    <a:pt x="3929" y="13941"/>
                    <a:pt x="0" y="10773"/>
                    <a:pt x="0" y="6970"/>
                  </a:cubicBezTo>
                  <a:cubicBezTo>
                    <a:pt x="0" y="3168"/>
                    <a:pt x="3929" y="0"/>
                    <a:pt x="8871" y="0"/>
                  </a:cubicBezTo>
                  <a:cubicBezTo>
                    <a:pt x="13814" y="0"/>
                    <a:pt x="17743" y="3168"/>
                    <a:pt x="17743" y="69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1" name="Freeform: Shape 2200">
              <a:extLst>
                <a:ext uri="{FF2B5EF4-FFF2-40B4-BE49-F238E27FC236}">
                  <a16:creationId xmlns:a16="http://schemas.microsoft.com/office/drawing/2014/main" id="{1389AC19-99AC-79A9-D26A-9A58E9DE5269}"/>
                </a:ext>
              </a:extLst>
            </p:cNvPr>
            <p:cNvSpPr/>
            <p:nvPr/>
          </p:nvSpPr>
          <p:spPr>
            <a:xfrm>
              <a:off x="6348079" y="759559"/>
              <a:ext cx="18249" cy="14447"/>
            </a:xfrm>
            <a:custGeom>
              <a:avLst/>
              <a:gdLst>
                <a:gd name="connsiteX0" fmla="*/ 18250 w 18249"/>
                <a:gd name="connsiteY0" fmla="*/ 7224 h 14447"/>
                <a:gd name="connsiteX1" fmla="*/ 9125 w 18249"/>
                <a:gd name="connsiteY1" fmla="*/ 14448 h 14447"/>
                <a:gd name="connsiteX2" fmla="*/ 0 w 18249"/>
                <a:gd name="connsiteY2" fmla="*/ 7224 h 14447"/>
                <a:gd name="connsiteX3" fmla="*/ 9125 w 18249"/>
                <a:gd name="connsiteY3" fmla="*/ 0 h 14447"/>
                <a:gd name="connsiteX4" fmla="*/ 18250 w 18249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49" h="14447">
                  <a:moveTo>
                    <a:pt x="18250" y="7224"/>
                  </a:moveTo>
                  <a:cubicBezTo>
                    <a:pt x="18250" y="11279"/>
                    <a:pt x="14194" y="14448"/>
                    <a:pt x="9125" y="14448"/>
                  </a:cubicBezTo>
                  <a:cubicBezTo>
                    <a:pt x="4055" y="14448"/>
                    <a:pt x="0" y="11279"/>
                    <a:pt x="0" y="7224"/>
                  </a:cubicBezTo>
                  <a:cubicBezTo>
                    <a:pt x="0" y="3168"/>
                    <a:pt x="4055" y="0"/>
                    <a:pt x="9125" y="0"/>
                  </a:cubicBezTo>
                  <a:cubicBezTo>
                    <a:pt x="14194" y="0"/>
                    <a:pt x="18250" y="3168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2" name="Freeform: Shape 2201">
              <a:extLst>
                <a:ext uri="{FF2B5EF4-FFF2-40B4-BE49-F238E27FC236}">
                  <a16:creationId xmlns:a16="http://schemas.microsoft.com/office/drawing/2014/main" id="{4B7C6355-F4C7-BE16-5B4B-41CD907B90A8}"/>
                </a:ext>
              </a:extLst>
            </p:cNvPr>
            <p:cNvSpPr/>
            <p:nvPr/>
          </p:nvSpPr>
          <p:spPr>
            <a:xfrm>
              <a:off x="6478363" y="767290"/>
              <a:ext cx="19010" cy="15208"/>
            </a:xfrm>
            <a:custGeom>
              <a:avLst/>
              <a:gdLst>
                <a:gd name="connsiteX0" fmla="*/ 19010 w 19010"/>
                <a:gd name="connsiteY0" fmla="*/ 7604 h 15208"/>
                <a:gd name="connsiteX1" fmla="*/ 9505 w 19010"/>
                <a:gd name="connsiteY1" fmla="*/ 15208 h 15208"/>
                <a:gd name="connsiteX2" fmla="*/ 0 w 19010"/>
                <a:gd name="connsiteY2" fmla="*/ 7604 h 15208"/>
                <a:gd name="connsiteX3" fmla="*/ 9505 w 19010"/>
                <a:gd name="connsiteY3" fmla="*/ 0 h 15208"/>
                <a:gd name="connsiteX4" fmla="*/ 19010 w 19010"/>
                <a:gd name="connsiteY4" fmla="*/ 7604 h 15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10" h="15208">
                  <a:moveTo>
                    <a:pt x="19010" y="7604"/>
                  </a:moveTo>
                  <a:cubicBezTo>
                    <a:pt x="19010" y="11786"/>
                    <a:pt x="14701" y="15208"/>
                    <a:pt x="9505" y="15208"/>
                  </a:cubicBezTo>
                  <a:cubicBezTo>
                    <a:pt x="4309" y="15208"/>
                    <a:pt x="0" y="11786"/>
                    <a:pt x="0" y="7604"/>
                  </a:cubicBezTo>
                  <a:cubicBezTo>
                    <a:pt x="0" y="3422"/>
                    <a:pt x="4309" y="0"/>
                    <a:pt x="9505" y="0"/>
                  </a:cubicBezTo>
                  <a:cubicBezTo>
                    <a:pt x="14701" y="0"/>
                    <a:pt x="19010" y="3422"/>
                    <a:pt x="19010" y="760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3" name="Freeform: Shape 2202">
              <a:extLst>
                <a:ext uri="{FF2B5EF4-FFF2-40B4-BE49-F238E27FC236}">
                  <a16:creationId xmlns:a16="http://schemas.microsoft.com/office/drawing/2014/main" id="{9D12A68E-59A6-7EA7-6EB8-9C752CD0D47D}"/>
                </a:ext>
              </a:extLst>
            </p:cNvPr>
            <p:cNvSpPr/>
            <p:nvPr/>
          </p:nvSpPr>
          <p:spPr>
            <a:xfrm>
              <a:off x="6608140" y="779076"/>
              <a:ext cx="19897" cy="15715"/>
            </a:xfrm>
            <a:custGeom>
              <a:avLst/>
              <a:gdLst>
                <a:gd name="connsiteX0" fmla="*/ 19898 w 19897"/>
                <a:gd name="connsiteY0" fmla="*/ 7858 h 15715"/>
                <a:gd name="connsiteX1" fmla="*/ 10013 w 19897"/>
                <a:gd name="connsiteY1" fmla="*/ 15715 h 15715"/>
                <a:gd name="connsiteX2" fmla="*/ 0 w 19897"/>
                <a:gd name="connsiteY2" fmla="*/ 7858 h 15715"/>
                <a:gd name="connsiteX3" fmla="*/ 10013 w 19897"/>
                <a:gd name="connsiteY3" fmla="*/ 0 h 15715"/>
                <a:gd name="connsiteX4" fmla="*/ 19898 w 19897"/>
                <a:gd name="connsiteY4" fmla="*/ 7858 h 1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97" h="15715">
                  <a:moveTo>
                    <a:pt x="19898" y="7858"/>
                  </a:moveTo>
                  <a:cubicBezTo>
                    <a:pt x="19898" y="12167"/>
                    <a:pt x="15462" y="15715"/>
                    <a:pt x="10013" y="15715"/>
                  </a:cubicBezTo>
                  <a:cubicBezTo>
                    <a:pt x="4563" y="15715"/>
                    <a:pt x="0" y="12167"/>
                    <a:pt x="0" y="7858"/>
                  </a:cubicBezTo>
                  <a:cubicBezTo>
                    <a:pt x="0" y="3549"/>
                    <a:pt x="4436" y="0"/>
                    <a:pt x="10013" y="0"/>
                  </a:cubicBezTo>
                  <a:cubicBezTo>
                    <a:pt x="15589" y="0"/>
                    <a:pt x="19898" y="3549"/>
                    <a:pt x="19898" y="785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4" name="Freeform: Shape 2203">
              <a:extLst>
                <a:ext uri="{FF2B5EF4-FFF2-40B4-BE49-F238E27FC236}">
                  <a16:creationId xmlns:a16="http://schemas.microsoft.com/office/drawing/2014/main" id="{3FE29FA2-5D57-742D-DFD0-44552F7E52AC}"/>
                </a:ext>
              </a:extLst>
            </p:cNvPr>
            <p:cNvSpPr/>
            <p:nvPr/>
          </p:nvSpPr>
          <p:spPr>
            <a:xfrm>
              <a:off x="6737411" y="794791"/>
              <a:ext cx="20531" cy="16475"/>
            </a:xfrm>
            <a:custGeom>
              <a:avLst/>
              <a:gdLst>
                <a:gd name="connsiteX0" fmla="*/ 20531 w 20531"/>
                <a:gd name="connsiteY0" fmla="*/ 8238 h 16475"/>
                <a:gd name="connsiteX1" fmla="*/ 10266 w 20531"/>
                <a:gd name="connsiteY1" fmla="*/ 16476 h 16475"/>
                <a:gd name="connsiteX2" fmla="*/ 0 w 20531"/>
                <a:gd name="connsiteY2" fmla="*/ 8238 h 16475"/>
                <a:gd name="connsiteX3" fmla="*/ 10266 w 20531"/>
                <a:gd name="connsiteY3" fmla="*/ 0 h 16475"/>
                <a:gd name="connsiteX4" fmla="*/ 20531 w 20531"/>
                <a:gd name="connsiteY4" fmla="*/ 8238 h 16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31" h="16475">
                  <a:moveTo>
                    <a:pt x="20531" y="8238"/>
                  </a:moveTo>
                  <a:cubicBezTo>
                    <a:pt x="20531" y="12800"/>
                    <a:pt x="15969" y="16476"/>
                    <a:pt x="10266" y="16476"/>
                  </a:cubicBezTo>
                  <a:cubicBezTo>
                    <a:pt x="4562" y="16476"/>
                    <a:pt x="0" y="12800"/>
                    <a:pt x="0" y="8238"/>
                  </a:cubicBezTo>
                  <a:cubicBezTo>
                    <a:pt x="0" y="3675"/>
                    <a:pt x="4562" y="0"/>
                    <a:pt x="10266" y="0"/>
                  </a:cubicBezTo>
                  <a:cubicBezTo>
                    <a:pt x="15969" y="0"/>
                    <a:pt x="20531" y="3675"/>
                    <a:pt x="20531" y="823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5" name="Freeform: Shape 2204">
              <a:extLst>
                <a:ext uri="{FF2B5EF4-FFF2-40B4-BE49-F238E27FC236}">
                  <a16:creationId xmlns:a16="http://schemas.microsoft.com/office/drawing/2014/main" id="{3A47D2E1-E896-5CBF-89B2-1AF512B35778}"/>
                </a:ext>
              </a:extLst>
            </p:cNvPr>
            <p:cNvSpPr/>
            <p:nvPr/>
          </p:nvSpPr>
          <p:spPr>
            <a:xfrm>
              <a:off x="6865541" y="814562"/>
              <a:ext cx="21418" cy="16982"/>
            </a:xfrm>
            <a:custGeom>
              <a:avLst/>
              <a:gdLst>
                <a:gd name="connsiteX0" fmla="*/ 21418 w 21418"/>
                <a:gd name="connsiteY0" fmla="*/ 8491 h 16982"/>
                <a:gd name="connsiteX1" fmla="*/ 10646 w 21418"/>
                <a:gd name="connsiteY1" fmla="*/ 16983 h 16982"/>
                <a:gd name="connsiteX2" fmla="*/ 0 w 21418"/>
                <a:gd name="connsiteY2" fmla="*/ 8491 h 16982"/>
                <a:gd name="connsiteX3" fmla="*/ 10646 w 21418"/>
                <a:gd name="connsiteY3" fmla="*/ 0 h 16982"/>
                <a:gd name="connsiteX4" fmla="*/ 21418 w 21418"/>
                <a:gd name="connsiteY4" fmla="*/ 8491 h 1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18" h="16982">
                  <a:moveTo>
                    <a:pt x="21418" y="8491"/>
                  </a:moveTo>
                  <a:cubicBezTo>
                    <a:pt x="21418" y="13181"/>
                    <a:pt x="16603" y="16983"/>
                    <a:pt x="10646" y="16983"/>
                  </a:cubicBezTo>
                  <a:cubicBezTo>
                    <a:pt x="4690" y="16983"/>
                    <a:pt x="0" y="13181"/>
                    <a:pt x="0" y="8491"/>
                  </a:cubicBezTo>
                  <a:cubicBezTo>
                    <a:pt x="0" y="3802"/>
                    <a:pt x="4816" y="0"/>
                    <a:pt x="10646" y="0"/>
                  </a:cubicBezTo>
                  <a:cubicBezTo>
                    <a:pt x="16476" y="0"/>
                    <a:pt x="21418" y="3802"/>
                    <a:pt x="21418" y="84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6" name="Freeform: Shape 2205">
              <a:extLst>
                <a:ext uri="{FF2B5EF4-FFF2-40B4-BE49-F238E27FC236}">
                  <a16:creationId xmlns:a16="http://schemas.microsoft.com/office/drawing/2014/main" id="{E4CFF9D6-07FE-D4CD-3E9E-916E8A61E2BB}"/>
                </a:ext>
              </a:extLst>
            </p:cNvPr>
            <p:cNvSpPr/>
            <p:nvPr/>
          </p:nvSpPr>
          <p:spPr>
            <a:xfrm>
              <a:off x="6993038" y="838515"/>
              <a:ext cx="21544" cy="16982"/>
            </a:xfrm>
            <a:custGeom>
              <a:avLst/>
              <a:gdLst>
                <a:gd name="connsiteX0" fmla="*/ 21544 w 21544"/>
                <a:gd name="connsiteY0" fmla="*/ 8491 h 16982"/>
                <a:gd name="connsiteX1" fmla="*/ 10772 w 21544"/>
                <a:gd name="connsiteY1" fmla="*/ 16983 h 16982"/>
                <a:gd name="connsiteX2" fmla="*/ 0 w 21544"/>
                <a:gd name="connsiteY2" fmla="*/ 8491 h 16982"/>
                <a:gd name="connsiteX3" fmla="*/ 10772 w 21544"/>
                <a:gd name="connsiteY3" fmla="*/ 0 h 16982"/>
                <a:gd name="connsiteX4" fmla="*/ 21544 w 21544"/>
                <a:gd name="connsiteY4" fmla="*/ 8491 h 1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44" h="16982">
                  <a:moveTo>
                    <a:pt x="21544" y="8491"/>
                  </a:moveTo>
                  <a:cubicBezTo>
                    <a:pt x="21544" y="13181"/>
                    <a:pt x="16728" y="16983"/>
                    <a:pt x="10772" y="16983"/>
                  </a:cubicBezTo>
                  <a:cubicBezTo>
                    <a:pt x="4815" y="16983"/>
                    <a:pt x="0" y="13181"/>
                    <a:pt x="0" y="8491"/>
                  </a:cubicBezTo>
                  <a:cubicBezTo>
                    <a:pt x="0" y="3802"/>
                    <a:pt x="4815" y="0"/>
                    <a:pt x="10772" y="0"/>
                  </a:cubicBezTo>
                  <a:cubicBezTo>
                    <a:pt x="16728" y="0"/>
                    <a:pt x="21544" y="3802"/>
                    <a:pt x="21544" y="84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7" name="Freeform: Shape 2206">
              <a:extLst>
                <a:ext uri="{FF2B5EF4-FFF2-40B4-BE49-F238E27FC236}">
                  <a16:creationId xmlns:a16="http://schemas.microsoft.com/office/drawing/2014/main" id="{8C52AACC-75CD-EF97-CA71-2FE507DB6834}"/>
                </a:ext>
              </a:extLst>
            </p:cNvPr>
            <p:cNvSpPr/>
            <p:nvPr/>
          </p:nvSpPr>
          <p:spPr>
            <a:xfrm>
              <a:off x="7119013" y="866144"/>
              <a:ext cx="22052" cy="17489"/>
            </a:xfrm>
            <a:custGeom>
              <a:avLst/>
              <a:gdLst>
                <a:gd name="connsiteX0" fmla="*/ 22053 w 22052"/>
                <a:gd name="connsiteY0" fmla="*/ 8745 h 17489"/>
                <a:gd name="connsiteX1" fmla="*/ 11027 w 22052"/>
                <a:gd name="connsiteY1" fmla="*/ 17490 h 17489"/>
                <a:gd name="connsiteX2" fmla="*/ 0 w 22052"/>
                <a:gd name="connsiteY2" fmla="*/ 8745 h 17489"/>
                <a:gd name="connsiteX3" fmla="*/ 11027 w 22052"/>
                <a:gd name="connsiteY3" fmla="*/ 0 h 17489"/>
                <a:gd name="connsiteX4" fmla="*/ 22053 w 22052"/>
                <a:gd name="connsiteY4" fmla="*/ 8745 h 1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052" h="17489">
                  <a:moveTo>
                    <a:pt x="22053" y="8745"/>
                  </a:moveTo>
                  <a:cubicBezTo>
                    <a:pt x="22053" y="13561"/>
                    <a:pt x="17110" y="17490"/>
                    <a:pt x="11027" y="17490"/>
                  </a:cubicBezTo>
                  <a:cubicBezTo>
                    <a:pt x="4943" y="17490"/>
                    <a:pt x="0" y="13561"/>
                    <a:pt x="0" y="8745"/>
                  </a:cubicBezTo>
                  <a:cubicBezTo>
                    <a:pt x="0" y="3929"/>
                    <a:pt x="4943" y="0"/>
                    <a:pt x="11027" y="0"/>
                  </a:cubicBezTo>
                  <a:cubicBezTo>
                    <a:pt x="17110" y="0"/>
                    <a:pt x="22053" y="3929"/>
                    <a:pt x="22053" y="874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8" name="Freeform: Shape 2207">
              <a:extLst>
                <a:ext uri="{FF2B5EF4-FFF2-40B4-BE49-F238E27FC236}">
                  <a16:creationId xmlns:a16="http://schemas.microsoft.com/office/drawing/2014/main" id="{95B91FC2-EF44-3C1C-C392-9189C67EBBC6}"/>
                </a:ext>
              </a:extLst>
            </p:cNvPr>
            <p:cNvSpPr/>
            <p:nvPr/>
          </p:nvSpPr>
          <p:spPr>
            <a:xfrm>
              <a:off x="7243595" y="897701"/>
              <a:ext cx="22812" cy="17996"/>
            </a:xfrm>
            <a:custGeom>
              <a:avLst/>
              <a:gdLst>
                <a:gd name="connsiteX0" fmla="*/ 22812 w 22812"/>
                <a:gd name="connsiteY0" fmla="*/ 8998 h 17996"/>
                <a:gd name="connsiteX1" fmla="*/ 11407 w 22812"/>
                <a:gd name="connsiteY1" fmla="*/ 17997 h 17996"/>
                <a:gd name="connsiteX2" fmla="*/ 0 w 22812"/>
                <a:gd name="connsiteY2" fmla="*/ 8998 h 17996"/>
                <a:gd name="connsiteX3" fmla="*/ 11407 w 22812"/>
                <a:gd name="connsiteY3" fmla="*/ 0 h 17996"/>
                <a:gd name="connsiteX4" fmla="*/ 22812 w 22812"/>
                <a:gd name="connsiteY4" fmla="*/ 8998 h 17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12" h="17996">
                  <a:moveTo>
                    <a:pt x="22812" y="8998"/>
                  </a:moveTo>
                  <a:cubicBezTo>
                    <a:pt x="22812" y="13941"/>
                    <a:pt x="17743" y="17997"/>
                    <a:pt x="11407" y="17997"/>
                  </a:cubicBezTo>
                  <a:cubicBezTo>
                    <a:pt x="5070" y="17997"/>
                    <a:pt x="0" y="13941"/>
                    <a:pt x="0" y="8998"/>
                  </a:cubicBezTo>
                  <a:cubicBezTo>
                    <a:pt x="0" y="4056"/>
                    <a:pt x="5070" y="0"/>
                    <a:pt x="11407" y="0"/>
                  </a:cubicBezTo>
                  <a:cubicBezTo>
                    <a:pt x="17743" y="0"/>
                    <a:pt x="22812" y="4056"/>
                    <a:pt x="22812" y="89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9" name="Freeform: Shape 2208">
              <a:extLst>
                <a:ext uri="{FF2B5EF4-FFF2-40B4-BE49-F238E27FC236}">
                  <a16:creationId xmlns:a16="http://schemas.microsoft.com/office/drawing/2014/main" id="{58592A33-3627-B548-23E9-E1B1A985EE8A}"/>
                </a:ext>
              </a:extLst>
            </p:cNvPr>
            <p:cNvSpPr/>
            <p:nvPr/>
          </p:nvSpPr>
          <p:spPr>
            <a:xfrm>
              <a:off x="7366402" y="932807"/>
              <a:ext cx="23572" cy="18756"/>
            </a:xfrm>
            <a:custGeom>
              <a:avLst/>
              <a:gdLst>
                <a:gd name="connsiteX0" fmla="*/ 23573 w 23572"/>
                <a:gd name="connsiteY0" fmla="*/ 9378 h 18756"/>
                <a:gd name="connsiteX1" fmla="*/ 11786 w 23572"/>
                <a:gd name="connsiteY1" fmla="*/ 18757 h 18756"/>
                <a:gd name="connsiteX2" fmla="*/ 0 w 23572"/>
                <a:gd name="connsiteY2" fmla="*/ 9378 h 18756"/>
                <a:gd name="connsiteX3" fmla="*/ 11786 w 23572"/>
                <a:gd name="connsiteY3" fmla="*/ 0 h 18756"/>
                <a:gd name="connsiteX4" fmla="*/ 23573 w 23572"/>
                <a:gd name="connsiteY4" fmla="*/ 9378 h 1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572" h="18756">
                  <a:moveTo>
                    <a:pt x="23573" y="9378"/>
                  </a:moveTo>
                  <a:cubicBezTo>
                    <a:pt x="23573" y="14575"/>
                    <a:pt x="18377" y="18757"/>
                    <a:pt x="11786" y="18757"/>
                  </a:cubicBezTo>
                  <a:cubicBezTo>
                    <a:pt x="5197" y="18757"/>
                    <a:pt x="0" y="14575"/>
                    <a:pt x="0" y="9378"/>
                  </a:cubicBezTo>
                  <a:cubicBezTo>
                    <a:pt x="0" y="4182"/>
                    <a:pt x="5197" y="0"/>
                    <a:pt x="11786" y="0"/>
                  </a:cubicBezTo>
                  <a:cubicBezTo>
                    <a:pt x="18377" y="0"/>
                    <a:pt x="23573" y="4182"/>
                    <a:pt x="23573" y="937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0" name="Freeform: Shape 2209">
              <a:extLst>
                <a:ext uri="{FF2B5EF4-FFF2-40B4-BE49-F238E27FC236}">
                  <a16:creationId xmlns:a16="http://schemas.microsoft.com/office/drawing/2014/main" id="{466D6E0E-A280-2F2D-C85D-7F3A744C3E6B}"/>
                </a:ext>
              </a:extLst>
            </p:cNvPr>
            <p:cNvSpPr/>
            <p:nvPr/>
          </p:nvSpPr>
          <p:spPr>
            <a:xfrm>
              <a:off x="7487815" y="972222"/>
              <a:ext cx="23572" cy="18756"/>
            </a:xfrm>
            <a:custGeom>
              <a:avLst/>
              <a:gdLst>
                <a:gd name="connsiteX0" fmla="*/ 23573 w 23572"/>
                <a:gd name="connsiteY0" fmla="*/ 9378 h 18756"/>
                <a:gd name="connsiteX1" fmla="*/ 11786 w 23572"/>
                <a:gd name="connsiteY1" fmla="*/ 18757 h 18756"/>
                <a:gd name="connsiteX2" fmla="*/ 0 w 23572"/>
                <a:gd name="connsiteY2" fmla="*/ 9378 h 18756"/>
                <a:gd name="connsiteX3" fmla="*/ 11786 w 23572"/>
                <a:gd name="connsiteY3" fmla="*/ 0 h 18756"/>
                <a:gd name="connsiteX4" fmla="*/ 23573 w 23572"/>
                <a:gd name="connsiteY4" fmla="*/ 9378 h 1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572" h="18756">
                  <a:moveTo>
                    <a:pt x="23573" y="9378"/>
                  </a:moveTo>
                  <a:cubicBezTo>
                    <a:pt x="23573" y="14575"/>
                    <a:pt x="18377" y="18757"/>
                    <a:pt x="11786" y="18757"/>
                  </a:cubicBezTo>
                  <a:cubicBezTo>
                    <a:pt x="5196" y="18757"/>
                    <a:pt x="0" y="14575"/>
                    <a:pt x="0" y="9378"/>
                  </a:cubicBezTo>
                  <a:cubicBezTo>
                    <a:pt x="0" y="4182"/>
                    <a:pt x="5196" y="0"/>
                    <a:pt x="11786" y="0"/>
                  </a:cubicBezTo>
                  <a:cubicBezTo>
                    <a:pt x="18377" y="0"/>
                    <a:pt x="23573" y="4182"/>
                    <a:pt x="23573" y="937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1" name="Freeform: Shape 2210">
              <a:extLst>
                <a:ext uri="{FF2B5EF4-FFF2-40B4-BE49-F238E27FC236}">
                  <a16:creationId xmlns:a16="http://schemas.microsoft.com/office/drawing/2014/main" id="{FC31A731-B2D9-AAA6-1919-380B4F8D8584}"/>
                </a:ext>
              </a:extLst>
            </p:cNvPr>
            <p:cNvSpPr/>
            <p:nvPr/>
          </p:nvSpPr>
          <p:spPr>
            <a:xfrm>
              <a:off x="7606693" y="1014932"/>
              <a:ext cx="24333" cy="19263"/>
            </a:xfrm>
            <a:custGeom>
              <a:avLst/>
              <a:gdLst>
                <a:gd name="connsiteX0" fmla="*/ 24333 w 24333"/>
                <a:gd name="connsiteY0" fmla="*/ 9632 h 19263"/>
                <a:gd name="connsiteX1" fmla="*/ 12166 w 24333"/>
                <a:gd name="connsiteY1" fmla="*/ 19264 h 19263"/>
                <a:gd name="connsiteX2" fmla="*/ 0 w 24333"/>
                <a:gd name="connsiteY2" fmla="*/ 9632 h 19263"/>
                <a:gd name="connsiteX3" fmla="*/ 12166 w 24333"/>
                <a:gd name="connsiteY3" fmla="*/ 0 h 19263"/>
                <a:gd name="connsiteX4" fmla="*/ 24333 w 24333"/>
                <a:gd name="connsiteY4" fmla="*/ 9632 h 19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33" h="19263">
                  <a:moveTo>
                    <a:pt x="24333" y="9632"/>
                  </a:moveTo>
                  <a:cubicBezTo>
                    <a:pt x="24333" y="14955"/>
                    <a:pt x="18884" y="19264"/>
                    <a:pt x="12166" y="19264"/>
                  </a:cubicBezTo>
                  <a:cubicBezTo>
                    <a:pt x="5450" y="19264"/>
                    <a:pt x="0" y="14955"/>
                    <a:pt x="0" y="9632"/>
                  </a:cubicBezTo>
                  <a:cubicBezTo>
                    <a:pt x="0" y="4309"/>
                    <a:pt x="5450" y="0"/>
                    <a:pt x="12166" y="0"/>
                  </a:cubicBezTo>
                  <a:cubicBezTo>
                    <a:pt x="18884" y="0"/>
                    <a:pt x="24333" y="4309"/>
                    <a:pt x="24333" y="963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2" name="Freeform: Shape 2211">
              <a:extLst>
                <a:ext uri="{FF2B5EF4-FFF2-40B4-BE49-F238E27FC236}">
                  <a16:creationId xmlns:a16="http://schemas.microsoft.com/office/drawing/2014/main" id="{11FFCDCE-BDB9-394B-0643-CEF947AFFC77}"/>
                </a:ext>
              </a:extLst>
            </p:cNvPr>
            <p:cNvSpPr/>
            <p:nvPr/>
          </p:nvSpPr>
          <p:spPr>
            <a:xfrm>
              <a:off x="7723924" y="1061570"/>
              <a:ext cx="24333" cy="19263"/>
            </a:xfrm>
            <a:custGeom>
              <a:avLst/>
              <a:gdLst>
                <a:gd name="connsiteX0" fmla="*/ 24333 w 24333"/>
                <a:gd name="connsiteY0" fmla="*/ 9632 h 19263"/>
                <a:gd name="connsiteX1" fmla="*/ 12166 w 24333"/>
                <a:gd name="connsiteY1" fmla="*/ 19264 h 19263"/>
                <a:gd name="connsiteX2" fmla="*/ 0 w 24333"/>
                <a:gd name="connsiteY2" fmla="*/ 9632 h 19263"/>
                <a:gd name="connsiteX3" fmla="*/ 12166 w 24333"/>
                <a:gd name="connsiteY3" fmla="*/ 0 h 19263"/>
                <a:gd name="connsiteX4" fmla="*/ 24333 w 24333"/>
                <a:gd name="connsiteY4" fmla="*/ 9632 h 19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33" h="19263">
                  <a:moveTo>
                    <a:pt x="24333" y="9632"/>
                  </a:moveTo>
                  <a:cubicBezTo>
                    <a:pt x="24333" y="14955"/>
                    <a:pt x="18884" y="19264"/>
                    <a:pt x="12166" y="19264"/>
                  </a:cubicBezTo>
                  <a:cubicBezTo>
                    <a:pt x="5450" y="19264"/>
                    <a:pt x="0" y="14955"/>
                    <a:pt x="0" y="9632"/>
                  </a:cubicBezTo>
                  <a:cubicBezTo>
                    <a:pt x="0" y="4309"/>
                    <a:pt x="5450" y="0"/>
                    <a:pt x="12166" y="0"/>
                  </a:cubicBezTo>
                  <a:cubicBezTo>
                    <a:pt x="18884" y="0"/>
                    <a:pt x="24333" y="4309"/>
                    <a:pt x="24333" y="963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3" name="Freeform: Shape 2212">
              <a:extLst>
                <a:ext uri="{FF2B5EF4-FFF2-40B4-BE49-F238E27FC236}">
                  <a16:creationId xmlns:a16="http://schemas.microsoft.com/office/drawing/2014/main" id="{8834991D-59B0-EBC4-3A62-1B1368ED4266}"/>
                </a:ext>
              </a:extLst>
            </p:cNvPr>
            <p:cNvSpPr/>
            <p:nvPr/>
          </p:nvSpPr>
          <p:spPr>
            <a:xfrm>
              <a:off x="7838747" y="1111885"/>
              <a:ext cx="24333" cy="19263"/>
            </a:xfrm>
            <a:custGeom>
              <a:avLst/>
              <a:gdLst>
                <a:gd name="connsiteX0" fmla="*/ 24333 w 24333"/>
                <a:gd name="connsiteY0" fmla="*/ 9632 h 19263"/>
                <a:gd name="connsiteX1" fmla="*/ 12166 w 24333"/>
                <a:gd name="connsiteY1" fmla="*/ 19264 h 19263"/>
                <a:gd name="connsiteX2" fmla="*/ 0 w 24333"/>
                <a:gd name="connsiteY2" fmla="*/ 9632 h 19263"/>
                <a:gd name="connsiteX3" fmla="*/ 12166 w 24333"/>
                <a:gd name="connsiteY3" fmla="*/ 0 h 19263"/>
                <a:gd name="connsiteX4" fmla="*/ 24333 w 24333"/>
                <a:gd name="connsiteY4" fmla="*/ 9632 h 19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33" h="19263">
                  <a:moveTo>
                    <a:pt x="24333" y="9632"/>
                  </a:moveTo>
                  <a:cubicBezTo>
                    <a:pt x="24333" y="14955"/>
                    <a:pt x="18884" y="19264"/>
                    <a:pt x="12166" y="19264"/>
                  </a:cubicBezTo>
                  <a:cubicBezTo>
                    <a:pt x="5450" y="19264"/>
                    <a:pt x="0" y="14955"/>
                    <a:pt x="0" y="9632"/>
                  </a:cubicBezTo>
                  <a:cubicBezTo>
                    <a:pt x="0" y="4309"/>
                    <a:pt x="5450" y="0"/>
                    <a:pt x="12166" y="0"/>
                  </a:cubicBezTo>
                  <a:cubicBezTo>
                    <a:pt x="18884" y="0"/>
                    <a:pt x="24333" y="4309"/>
                    <a:pt x="24333" y="963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4" name="Freeform: Shape 2213">
              <a:extLst>
                <a:ext uri="{FF2B5EF4-FFF2-40B4-BE49-F238E27FC236}">
                  <a16:creationId xmlns:a16="http://schemas.microsoft.com/office/drawing/2014/main" id="{13768779-7C21-6ED4-0BCD-017D66E8AD56}"/>
                </a:ext>
              </a:extLst>
            </p:cNvPr>
            <p:cNvSpPr/>
            <p:nvPr/>
          </p:nvSpPr>
          <p:spPr>
            <a:xfrm>
              <a:off x="7951035" y="1165494"/>
              <a:ext cx="24333" cy="19263"/>
            </a:xfrm>
            <a:custGeom>
              <a:avLst/>
              <a:gdLst>
                <a:gd name="connsiteX0" fmla="*/ 24333 w 24333"/>
                <a:gd name="connsiteY0" fmla="*/ 9632 h 19263"/>
                <a:gd name="connsiteX1" fmla="*/ 12167 w 24333"/>
                <a:gd name="connsiteY1" fmla="*/ 19264 h 19263"/>
                <a:gd name="connsiteX2" fmla="*/ 0 w 24333"/>
                <a:gd name="connsiteY2" fmla="*/ 9632 h 19263"/>
                <a:gd name="connsiteX3" fmla="*/ 12167 w 24333"/>
                <a:gd name="connsiteY3" fmla="*/ 0 h 19263"/>
                <a:gd name="connsiteX4" fmla="*/ 24333 w 24333"/>
                <a:gd name="connsiteY4" fmla="*/ 9632 h 19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33" h="19263">
                  <a:moveTo>
                    <a:pt x="24333" y="9632"/>
                  </a:moveTo>
                  <a:cubicBezTo>
                    <a:pt x="24333" y="14955"/>
                    <a:pt x="18884" y="19264"/>
                    <a:pt x="12167" y="19264"/>
                  </a:cubicBezTo>
                  <a:cubicBezTo>
                    <a:pt x="5450" y="19264"/>
                    <a:pt x="0" y="14955"/>
                    <a:pt x="0" y="9632"/>
                  </a:cubicBezTo>
                  <a:cubicBezTo>
                    <a:pt x="0" y="4309"/>
                    <a:pt x="5450" y="0"/>
                    <a:pt x="12167" y="0"/>
                  </a:cubicBezTo>
                  <a:cubicBezTo>
                    <a:pt x="18884" y="0"/>
                    <a:pt x="24333" y="4309"/>
                    <a:pt x="24333" y="963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5" name="Freeform: Shape 2214">
              <a:extLst>
                <a:ext uri="{FF2B5EF4-FFF2-40B4-BE49-F238E27FC236}">
                  <a16:creationId xmlns:a16="http://schemas.microsoft.com/office/drawing/2014/main" id="{10C98EF5-F9D7-A8A7-C1E6-D51489C78526}"/>
                </a:ext>
              </a:extLst>
            </p:cNvPr>
            <p:cNvSpPr/>
            <p:nvPr/>
          </p:nvSpPr>
          <p:spPr>
            <a:xfrm>
              <a:off x="8060154" y="1222398"/>
              <a:ext cx="25094" cy="19897"/>
            </a:xfrm>
            <a:custGeom>
              <a:avLst/>
              <a:gdLst>
                <a:gd name="connsiteX0" fmla="*/ 25094 w 25094"/>
                <a:gd name="connsiteY0" fmla="*/ 9885 h 19897"/>
                <a:gd name="connsiteX1" fmla="*/ 12547 w 25094"/>
                <a:gd name="connsiteY1" fmla="*/ 19898 h 19897"/>
                <a:gd name="connsiteX2" fmla="*/ 0 w 25094"/>
                <a:gd name="connsiteY2" fmla="*/ 9885 h 19897"/>
                <a:gd name="connsiteX3" fmla="*/ 12547 w 25094"/>
                <a:gd name="connsiteY3" fmla="*/ 0 h 19897"/>
                <a:gd name="connsiteX4" fmla="*/ 25094 w 25094"/>
                <a:gd name="connsiteY4" fmla="*/ 9885 h 19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94" h="19897">
                  <a:moveTo>
                    <a:pt x="25094" y="9885"/>
                  </a:moveTo>
                  <a:cubicBezTo>
                    <a:pt x="25094" y="15462"/>
                    <a:pt x="19518" y="19898"/>
                    <a:pt x="12547" y="19898"/>
                  </a:cubicBezTo>
                  <a:cubicBezTo>
                    <a:pt x="5576" y="19898"/>
                    <a:pt x="0" y="15462"/>
                    <a:pt x="0" y="9885"/>
                  </a:cubicBezTo>
                  <a:cubicBezTo>
                    <a:pt x="0" y="4309"/>
                    <a:pt x="5576" y="0"/>
                    <a:pt x="12547" y="0"/>
                  </a:cubicBezTo>
                  <a:cubicBezTo>
                    <a:pt x="19518" y="0"/>
                    <a:pt x="25094" y="4436"/>
                    <a:pt x="25094" y="988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6" name="Freeform: Shape 2215">
              <a:extLst>
                <a:ext uri="{FF2B5EF4-FFF2-40B4-BE49-F238E27FC236}">
                  <a16:creationId xmlns:a16="http://schemas.microsoft.com/office/drawing/2014/main" id="{69B5CB48-3667-9693-B998-12A9DAA229CC}"/>
                </a:ext>
              </a:extLst>
            </p:cNvPr>
            <p:cNvSpPr/>
            <p:nvPr/>
          </p:nvSpPr>
          <p:spPr>
            <a:xfrm>
              <a:off x="8166867" y="1282851"/>
              <a:ext cx="25093" cy="20024"/>
            </a:xfrm>
            <a:custGeom>
              <a:avLst/>
              <a:gdLst>
                <a:gd name="connsiteX0" fmla="*/ 25093 w 25093"/>
                <a:gd name="connsiteY0" fmla="*/ 10012 h 20024"/>
                <a:gd name="connsiteX1" fmla="*/ 12547 w 25093"/>
                <a:gd name="connsiteY1" fmla="*/ 20024 h 20024"/>
                <a:gd name="connsiteX2" fmla="*/ 0 w 25093"/>
                <a:gd name="connsiteY2" fmla="*/ 10012 h 20024"/>
                <a:gd name="connsiteX3" fmla="*/ 12547 w 25093"/>
                <a:gd name="connsiteY3" fmla="*/ 0 h 20024"/>
                <a:gd name="connsiteX4" fmla="*/ 25093 w 25093"/>
                <a:gd name="connsiteY4" fmla="*/ 10012 h 2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93" h="20024">
                  <a:moveTo>
                    <a:pt x="25093" y="10012"/>
                  </a:moveTo>
                  <a:cubicBezTo>
                    <a:pt x="25093" y="15462"/>
                    <a:pt x="19517" y="20024"/>
                    <a:pt x="12547" y="20024"/>
                  </a:cubicBezTo>
                  <a:cubicBezTo>
                    <a:pt x="5576" y="20024"/>
                    <a:pt x="0" y="15588"/>
                    <a:pt x="0" y="10012"/>
                  </a:cubicBezTo>
                  <a:cubicBezTo>
                    <a:pt x="0" y="4436"/>
                    <a:pt x="5702" y="0"/>
                    <a:pt x="12547" y="0"/>
                  </a:cubicBezTo>
                  <a:cubicBezTo>
                    <a:pt x="19390" y="0"/>
                    <a:pt x="25093" y="4436"/>
                    <a:pt x="25093" y="1001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7" name="Freeform: Shape 2216">
              <a:extLst>
                <a:ext uri="{FF2B5EF4-FFF2-40B4-BE49-F238E27FC236}">
                  <a16:creationId xmlns:a16="http://schemas.microsoft.com/office/drawing/2014/main" id="{FE91D6EF-33E6-D15C-C041-62D4034F2719}"/>
                </a:ext>
              </a:extLst>
            </p:cNvPr>
            <p:cNvSpPr/>
            <p:nvPr/>
          </p:nvSpPr>
          <p:spPr>
            <a:xfrm>
              <a:off x="8270410" y="1346473"/>
              <a:ext cx="25093" cy="20024"/>
            </a:xfrm>
            <a:custGeom>
              <a:avLst/>
              <a:gdLst>
                <a:gd name="connsiteX0" fmla="*/ 25093 w 25093"/>
                <a:gd name="connsiteY0" fmla="*/ 10012 h 20024"/>
                <a:gd name="connsiteX1" fmla="*/ 12547 w 25093"/>
                <a:gd name="connsiteY1" fmla="*/ 20024 h 20024"/>
                <a:gd name="connsiteX2" fmla="*/ 0 w 25093"/>
                <a:gd name="connsiteY2" fmla="*/ 10012 h 20024"/>
                <a:gd name="connsiteX3" fmla="*/ 12547 w 25093"/>
                <a:gd name="connsiteY3" fmla="*/ 0 h 20024"/>
                <a:gd name="connsiteX4" fmla="*/ 25093 w 25093"/>
                <a:gd name="connsiteY4" fmla="*/ 10012 h 2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93" h="20024">
                  <a:moveTo>
                    <a:pt x="25093" y="10012"/>
                  </a:moveTo>
                  <a:cubicBezTo>
                    <a:pt x="25093" y="15462"/>
                    <a:pt x="19517" y="20024"/>
                    <a:pt x="12547" y="20024"/>
                  </a:cubicBezTo>
                  <a:cubicBezTo>
                    <a:pt x="5576" y="20024"/>
                    <a:pt x="0" y="15589"/>
                    <a:pt x="0" y="10012"/>
                  </a:cubicBezTo>
                  <a:cubicBezTo>
                    <a:pt x="0" y="4436"/>
                    <a:pt x="5576" y="0"/>
                    <a:pt x="12547" y="0"/>
                  </a:cubicBezTo>
                  <a:cubicBezTo>
                    <a:pt x="19517" y="0"/>
                    <a:pt x="25093" y="4436"/>
                    <a:pt x="25093" y="1001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8" name="Freeform: Shape 2217">
              <a:extLst>
                <a:ext uri="{FF2B5EF4-FFF2-40B4-BE49-F238E27FC236}">
                  <a16:creationId xmlns:a16="http://schemas.microsoft.com/office/drawing/2014/main" id="{86C8217C-BAE5-2229-8BA7-E739FD2F1D21}"/>
                </a:ext>
              </a:extLst>
            </p:cNvPr>
            <p:cNvSpPr/>
            <p:nvPr/>
          </p:nvSpPr>
          <p:spPr>
            <a:xfrm>
              <a:off x="8370531" y="1413136"/>
              <a:ext cx="25854" cy="20531"/>
            </a:xfrm>
            <a:custGeom>
              <a:avLst/>
              <a:gdLst>
                <a:gd name="connsiteX0" fmla="*/ 25855 w 25854"/>
                <a:gd name="connsiteY0" fmla="*/ 10266 h 20531"/>
                <a:gd name="connsiteX1" fmla="*/ 12927 w 25854"/>
                <a:gd name="connsiteY1" fmla="*/ 20531 h 20531"/>
                <a:gd name="connsiteX2" fmla="*/ 0 w 25854"/>
                <a:gd name="connsiteY2" fmla="*/ 10266 h 20531"/>
                <a:gd name="connsiteX3" fmla="*/ 12927 w 25854"/>
                <a:gd name="connsiteY3" fmla="*/ 0 h 20531"/>
                <a:gd name="connsiteX4" fmla="*/ 25855 w 25854"/>
                <a:gd name="connsiteY4" fmla="*/ 10266 h 20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854" h="20531">
                  <a:moveTo>
                    <a:pt x="25855" y="10266"/>
                  </a:moveTo>
                  <a:cubicBezTo>
                    <a:pt x="25855" y="15969"/>
                    <a:pt x="20025" y="20531"/>
                    <a:pt x="12927" y="20531"/>
                  </a:cubicBezTo>
                  <a:cubicBezTo>
                    <a:pt x="5830" y="20531"/>
                    <a:pt x="0" y="15969"/>
                    <a:pt x="0" y="10266"/>
                  </a:cubicBezTo>
                  <a:cubicBezTo>
                    <a:pt x="0" y="4563"/>
                    <a:pt x="5830" y="0"/>
                    <a:pt x="12927" y="0"/>
                  </a:cubicBezTo>
                  <a:cubicBezTo>
                    <a:pt x="20025" y="0"/>
                    <a:pt x="25855" y="4563"/>
                    <a:pt x="25855" y="1026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9" name="Freeform: Shape 2218">
              <a:extLst>
                <a:ext uri="{FF2B5EF4-FFF2-40B4-BE49-F238E27FC236}">
                  <a16:creationId xmlns:a16="http://schemas.microsoft.com/office/drawing/2014/main" id="{A28B35F8-4CDF-5BC4-082E-8BEFDFA4824C}"/>
                </a:ext>
              </a:extLst>
            </p:cNvPr>
            <p:cNvSpPr/>
            <p:nvPr/>
          </p:nvSpPr>
          <p:spPr>
            <a:xfrm>
              <a:off x="8467611" y="1482967"/>
              <a:ext cx="25853" cy="20531"/>
            </a:xfrm>
            <a:custGeom>
              <a:avLst/>
              <a:gdLst>
                <a:gd name="connsiteX0" fmla="*/ 25854 w 25853"/>
                <a:gd name="connsiteY0" fmla="*/ 10266 h 20531"/>
                <a:gd name="connsiteX1" fmla="*/ 12927 w 25853"/>
                <a:gd name="connsiteY1" fmla="*/ 20531 h 20531"/>
                <a:gd name="connsiteX2" fmla="*/ 0 w 25853"/>
                <a:gd name="connsiteY2" fmla="*/ 10266 h 20531"/>
                <a:gd name="connsiteX3" fmla="*/ 12927 w 25853"/>
                <a:gd name="connsiteY3" fmla="*/ 0 h 20531"/>
                <a:gd name="connsiteX4" fmla="*/ 25854 w 25853"/>
                <a:gd name="connsiteY4" fmla="*/ 10266 h 20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853" h="20531">
                  <a:moveTo>
                    <a:pt x="25854" y="10266"/>
                  </a:moveTo>
                  <a:cubicBezTo>
                    <a:pt x="25854" y="15969"/>
                    <a:pt x="20025" y="20531"/>
                    <a:pt x="12927" y="20531"/>
                  </a:cubicBezTo>
                  <a:cubicBezTo>
                    <a:pt x="5830" y="20531"/>
                    <a:pt x="0" y="15969"/>
                    <a:pt x="0" y="10266"/>
                  </a:cubicBezTo>
                  <a:cubicBezTo>
                    <a:pt x="0" y="4563"/>
                    <a:pt x="5830" y="0"/>
                    <a:pt x="12927" y="0"/>
                  </a:cubicBezTo>
                  <a:cubicBezTo>
                    <a:pt x="20025" y="0"/>
                    <a:pt x="25854" y="4563"/>
                    <a:pt x="25854" y="1026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0" name="Freeform: Shape 2219">
              <a:extLst>
                <a:ext uri="{FF2B5EF4-FFF2-40B4-BE49-F238E27FC236}">
                  <a16:creationId xmlns:a16="http://schemas.microsoft.com/office/drawing/2014/main" id="{790D987F-53C6-EF9E-F96E-FD569E7A609B}"/>
                </a:ext>
              </a:extLst>
            </p:cNvPr>
            <p:cNvSpPr/>
            <p:nvPr/>
          </p:nvSpPr>
          <p:spPr>
            <a:xfrm>
              <a:off x="8561522" y="1556094"/>
              <a:ext cx="25094" cy="19897"/>
            </a:xfrm>
            <a:custGeom>
              <a:avLst/>
              <a:gdLst>
                <a:gd name="connsiteX0" fmla="*/ 25094 w 25094"/>
                <a:gd name="connsiteY0" fmla="*/ 9885 h 19897"/>
                <a:gd name="connsiteX1" fmla="*/ 12548 w 25094"/>
                <a:gd name="connsiteY1" fmla="*/ 19898 h 19897"/>
                <a:gd name="connsiteX2" fmla="*/ 0 w 25094"/>
                <a:gd name="connsiteY2" fmla="*/ 9885 h 19897"/>
                <a:gd name="connsiteX3" fmla="*/ 12548 w 25094"/>
                <a:gd name="connsiteY3" fmla="*/ 0 h 19897"/>
                <a:gd name="connsiteX4" fmla="*/ 25094 w 25094"/>
                <a:gd name="connsiteY4" fmla="*/ 9885 h 19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94" h="19897">
                  <a:moveTo>
                    <a:pt x="25094" y="9885"/>
                  </a:moveTo>
                  <a:cubicBezTo>
                    <a:pt x="25094" y="15462"/>
                    <a:pt x="19391" y="19898"/>
                    <a:pt x="12548" y="19898"/>
                  </a:cubicBezTo>
                  <a:cubicBezTo>
                    <a:pt x="5703" y="19898"/>
                    <a:pt x="0" y="15462"/>
                    <a:pt x="0" y="9885"/>
                  </a:cubicBezTo>
                  <a:cubicBezTo>
                    <a:pt x="0" y="4309"/>
                    <a:pt x="5576" y="0"/>
                    <a:pt x="12548" y="0"/>
                  </a:cubicBezTo>
                  <a:cubicBezTo>
                    <a:pt x="19518" y="0"/>
                    <a:pt x="25094" y="4436"/>
                    <a:pt x="25094" y="988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1" name="Freeform: Shape 2220">
              <a:extLst>
                <a:ext uri="{FF2B5EF4-FFF2-40B4-BE49-F238E27FC236}">
                  <a16:creationId xmlns:a16="http://schemas.microsoft.com/office/drawing/2014/main" id="{6249AC61-B25D-A7EE-F175-DFE69BBA2DE1}"/>
                </a:ext>
              </a:extLst>
            </p:cNvPr>
            <p:cNvSpPr/>
            <p:nvPr/>
          </p:nvSpPr>
          <p:spPr>
            <a:xfrm>
              <a:off x="8651505" y="1631629"/>
              <a:ext cx="25093" cy="20024"/>
            </a:xfrm>
            <a:custGeom>
              <a:avLst/>
              <a:gdLst>
                <a:gd name="connsiteX0" fmla="*/ 25093 w 25093"/>
                <a:gd name="connsiteY0" fmla="*/ 10012 h 20024"/>
                <a:gd name="connsiteX1" fmla="*/ 12547 w 25093"/>
                <a:gd name="connsiteY1" fmla="*/ 20024 h 20024"/>
                <a:gd name="connsiteX2" fmla="*/ 0 w 25093"/>
                <a:gd name="connsiteY2" fmla="*/ 10012 h 20024"/>
                <a:gd name="connsiteX3" fmla="*/ 12547 w 25093"/>
                <a:gd name="connsiteY3" fmla="*/ 0 h 20024"/>
                <a:gd name="connsiteX4" fmla="*/ 25093 w 25093"/>
                <a:gd name="connsiteY4" fmla="*/ 10012 h 2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93" h="20024">
                  <a:moveTo>
                    <a:pt x="25093" y="10012"/>
                  </a:moveTo>
                  <a:cubicBezTo>
                    <a:pt x="25093" y="15462"/>
                    <a:pt x="19517" y="20024"/>
                    <a:pt x="12547" y="20024"/>
                  </a:cubicBezTo>
                  <a:cubicBezTo>
                    <a:pt x="5576" y="20024"/>
                    <a:pt x="0" y="15589"/>
                    <a:pt x="0" y="10012"/>
                  </a:cubicBezTo>
                  <a:cubicBezTo>
                    <a:pt x="0" y="4436"/>
                    <a:pt x="5576" y="0"/>
                    <a:pt x="12547" y="0"/>
                  </a:cubicBezTo>
                  <a:cubicBezTo>
                    <a:pt x="19517" y="0"/>
                    <a:pt x="25093" y="4436"/>
                    <a:pt x="25093" y="1001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2" name="Freeform: Shape 2221">
              <a:extLst>
                <a:ext uri="{FF2B5EF4-FFF2-40B4-BE49-F238E27FC236}">
                  <a16:creationId xmlns:a16="http://schemas.microsoft.com/office/drawing/2014/main" id="{06999F32-3F55-9528-5936-1D3D3A175831}"/>
                </a:ext>
              </a:extLst>
            </p:cNvPr>
            <p:cNvSpPr/>
            <p:nvPr/>
          </p:nvSpPr>
          <p:spPr>
            <a:xfrm>
              <a:off x="8737304" y="1709825"/>
              <a:ext cx="25854" cy="20531"/>
            </a:xfrm>
            <a:custGeom>
              <a:avLst/>
              <a:gdLst>
                <a:gd name="connsiteX0" fmla="*/ 25855 w 25854"/>
                <a:gd name="connsiteY0" fmla="*/ 10266 h 20531"/>
                <a:gd name="connsiteX1" fmla="*/ 12927 w 25854"/>
                <a:gd name="connsiteY1" fmla="*/ 20531 h 20531"/>
                <a:gd name="connsiteX2" fmla="*/ 0 w 25854"/>
                <a:gd name="connsiteY2" fmla="*/ 10266 h 20531"/>
                <a:gd name="connsiteX3" fmla="*/ 12927 w 25854"/>
                <a:gd name="connsiteY3" fmla="*/ 0 h 20531"/>
                <a:gd name="connsiteX4" fmla="*/ 25855 w 25854"/>
                <a:gd name="connsiteY4" fmla="*/ 10266 h 20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854" h="20531">
                  <a:moveTo>
                    <a:pt x="25855" y="10266"/>
                  </a:moveTo>
                  <a:cubicBezTo>
                    <a:pt x="25855" y="15969"/>
                    <a:pt x="20025" y="20531"/>
                    <a:pt x="12927" y="20531"/>
                  </a:cubicBezTo>
                  <a:cubicBezTo>
                    <a:pt x="5830" y="20531"/>
                    <a:pt x="0" y="15969"/>
                    <a:pt x="0" y="10266"/>
                  </a:cubicBezTo>
                  <a:cubicBezTo>
                    <a:pt x="0" y="4563"/>
                    <a:pt x="5830" y="0"/>
                    <a:pt x="12927" y="0"/>
                  </a:cubicBezTo>
                  <a:cubicBezTo>
                    <a:pt x="20025" y="0"/>
                    <a:pt x="25855" y="4563"/>
                    <a:pt x="25855" y="1026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3" name="Freeform: Shape 2222">
              <a:extLst>
                <a:ext uri="{FF2B5EF4-FFF2-40B4-BE49-F238E27FC236}">
                  <a16:creationId xmlns:a16="http://schemas.microsoft.com/office/drawing/2014/main" id="{D5DD9FE7-779A-F12C-67D1-E32C6014AD83}"/>
                </a:ext>
              </a:extLst>
            </p:cNvPr>
            <p:cNvSpPr/>
            <p:nvPr/>
          </p:nvSpPr>
          <p:spPr>
            <a:xfrm>
              <a:off x="8820063" y="1790936"/>
              <a:ext cx="25093" cy="19897"/>
            </a:xfrm>
            <a:custGeom>
              <a:avLst/>
              <a:gdLst>
                <a:gd name="connsiteX0" fmla="*/ 25093 w 25093"/>
                <a:gd name="connsiteY0" fmla="*/ 10012 h 19897"/>
                <a:gd name="connsiteX1" fmla="*/ 12547 w 25093"/>
                <a:gd name="connsiteY1" fmla="*/ 19898 h 19897"/>
                <a:gd name="connsiteX2" fmla="*/ 0 w 25093"/>
                <a:gd name="connsiteY2" fmla="*/ 10012 h 19897"/>
                <a:gd name="connsiteX3" fmla="*/ 12547 w 25093"/>
                <a:gd name="connsiteY3" fmla="*/ 0 h 19897"/>
                <a:gd name="connsiteX4" fmla="*/ 25093 w 25093"/>
                <a:gd name="connsiteY4" fmla="*/ 10012 h 19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93" h="19897">
                  <a:moveTo>
                    <a:pt x="25093" y="10012"/>
                  </a:moveTo>
                  <a:cubicBezTo>
                    <a:pt x="25093" y="15462"/>
                    <a:pt x="19517" y="19898"/>
                    <a:pt x="12547" y="19898"/>
                  </a:cubicBezTo>
                  <a:cubicBezTo>
                    <a:pt x="5576" y="19898"/>
                    <a:pt x="0" y="15462"/>
                    <a:pt x="0" y="10012"/>
                  </a:cubicBezTo>
                  <a:cubicBezTo>
                    <a:pt x="0" y="4563"/>
                    <a:pt x="5576" y="0"/>
                    <a:pt x="12547" y="0"/>
                  </a:cubicBezTo>
                  <a:cubicBezTo>
                    <a:pt x="19517" y="0"/>
                    <a:pt x="25093" y="4436"/>
                    <a:pt x="25093" y="1001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4" name="Freeform: Shape 2223">
              <a:extLst>
                <a:ext uri="{FF2B5EF4-FFF2-40B4-BE49-F238E27FC236}">
                  <a16:creationId xmlns:a16="http://schemas.microsoft.com/office/drawing/2014/main" id="{7779BAE3-4F5D-D637-9B30-966B8CD25A04}"/>
                </a:ext>
              </a:extLst>
            </p:cNvPr>
            <p:cNvSpPr/>
            <p:nvPr/>
          </p:nvSpPr>
          <p:spPr>
            <a:xfrm>
              <a:off x="8898386" y="1874455"/>
              <a:ext cx="25093" cy="19897"/>
            </a:xfrm>
            <a:custGeom>
              <a:avLst/>
              <a:gdLst>
                <a:gd name="connsiteX0" fmla="*/ 25093 w 25093"/>
                <a:gd name="connsiteY0" fmla="*/ 10012 h 19897"/>
                <a:gd name="connsiteX1" fmla="*/ 12547 w 25093"/>
                <a:gd name="connsiteY1" fmla="*/ 19898 h 19897"/>
                <a:gd name="connsiteX2" fmla="*/ 0 w 25093"/>
                <a:gd name="connsiteY2" fmla="*/ 10012 h 19897"/>
                <a:gd name="connsiteX3" fmla="*/ 12547 w 25093"/>
                <a:gd name="connsiteY3" fmla="*/ 0 h 19897"/>
                <a:gd name="connsiteX4" fmla="*/ 25093 w 25093"/>
                <a:gd name="connsiteY4" fmla="*/ 10012 h 19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93" h="19897">
                  <a:moveTo>
                    <a:pt x="25093" y="10012"/>
                  </a:moveTo>
                  <a:cubicBezTo>
                    <a:pt x="25093" y="15462"/>
                    <a:pt x="19391" y="19898"/>
                    <a:pt x="12547" y="19898"/>
                  </a:cubicBezTo>
                  <a:cubicBezTo>
                    <a:pt x="5703" y="19898"/>
                    <a:pt x="0" y="15462"/>
                    <a:pt x="0" y="10012"/>
                  </a:cubicBezTo>
                  <a:cubicBezTo>
                    <a:pt x="0" y="4563"/>
                    <a:pt x="5576" y="0"/>
                    <a:pt x="12547" y="0"/>
                  </a:cubicBezTo>
                  <a:cubicBezTo>
                    <a:pt x="19517" y="0"/>
                    <a:pt x="25093" y="4436"/>
                    <a:pt x="25093" y="1001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5" name="Freeform: Shape 2224">
              <a:extLst>
                <a:ext uri="{FF2B5EF4-FFF2-40B4-BE49-F238E27FC236}">
                  <a16:creationId xmlns:a16="http://schemas.microsoft.com/office/drawing/2014/main" id="{A70636BD-DCA3-79BE-7FD0-030D5A7CF48E}"/>
                </a:ext>
              </a:extLst>
            </p:cNvPr>
            <p:cNvSpPr/>
            <p:nvPr/>
          </p:nvSpPr>
          <p:spPr>
            <a:xfrm>
              <a:off x="8972526" y="1960128"/>
              <a:ext cx="25094" cy="20024"/>
            </a:xfrm>
            <a:custGeom>
              <a:avLst/>
              <a:gdLst>
                <a:gd name="connsiteX0" fmla="*/ 25094 w 25094"/>
                <a:gd name="connsiteY0" fmla="*/ 10012 h 20024"/>
                <a:gd name="connsiteX1" fmla="*/ 12548 w 25094"/>
                <a:gd name="connsiteY1" fmla="*/ 20024 h 20024"/>
                <a:gd name="connsiteX2" fmla="*/ 0 w 25094"/>
                <a:gd name="connsiteY2" fmla="*/ 10012 h 20024"/>
                <a:gd name="connsiteX3" fmla="*/ 12548 w 25094"/>
                <a:gd name="connsiteY3" fmla="*/ 0 h 20024"/>
                <a:gd name="connsiteX4" fmla="*/ 25094 w 25094"/>
                <a:gd name="connsiteY4" fmla="*/ 10012 h 2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94" h="20024">
                  <a:moveTo>
                    <a:pt x="25094" y="10012"/>
                  </a:moveTo>
                  <a:cubicBezTo>
                    <a:pt x="25094" y="15462"/>
                    <a:pt x="19391" y="20024"/>
                    <a:pt x="12548" y="20024"/>
                  </a:cubicBezTo>
                  <a:cubicBezTo>
                    <a:pt x="5703" y="20024"/>
                    <a:pt x="0" y="15588"/>
                    <a:pt x="0" y="10012"/>
                  </a:cubicBezTo>
                  <a:cubicBezTo>
                    <a:pt x="0" y="4436"/>
                    <a:pt x="5576" y="0"/>
                    <a:pt x="12548" y="0"/>
                  </a:cubicBezTo>
                  <a:cubicBezTo>
                    <a:pt x="19518" y="0"/>
                    <a:pt x="25094" y="4436"/>
                    <a:pt x="25094" y="1001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6" name="Freeform: Shape 2225">
              <a:extLst>
                <a:ext uri="{FF2B5EF4-FFF2-40B4-BE49-F238E27FC236}">
                  <a16:creationId xmlns:a16="http://schemas.microsoft.com/office/drawing/2014/main" id="{83D509E9-5832-955A-A828-F88C77E14614}"/>
                </a:ext>
              </a:extLst>
            </p:cNvPr>
            <p:cNvSpPr/>
            <p:nvPr/>
          </p:nvSpPr>
          <p:spPr>
            <a:xfrm>
              <a:off x="9042739" y="2048463"/>
              <a:ext cx="24333" cy="19263"/>
            </a:xfrm>
            <a:custGeom>
              <a:avLst/>
              <a:gdLst>
                <a:gd name="connsiteX0" fmla="*/ 24333 w 24333"/>
                <a:gd name="connsiteY0" fmla="*/ 9632 h 19263"/>
                <a:gd name="connsiteX1" fmla="*/ 12166 w 24333"/>
                <a:gd name="connsiteY1" fmla="*/ 19264 h 19263"/>
                <a:gd name="connsiteX2" fmla="*/ 0 w 24333"/>
                <a:gd name="connsiteY2" fmla="*/ 9632 h 19263"/>
                <a:gd name="connsiteX3" fmla="*/ 12166 w 24333"/>
                <a:gd name="connsiteY3" fmla="*/ 0 h 19263"/>
                <a:gd name="connsiteX4" fmla="*/ 24333 w 24333"/>
                <a:gd name="connsiteY4" fmla="*/ 9632 h 19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33" h="19263">
                  <a:moveTo>
                    <a:pt x="24333" y="9632"/>
                  </a:moveTo>
                  <a:cubicBezTo>
                    <a:pt x="24333" y="14955"/>
                    <a:pt x="18884" y="19264"/>
                    <a:pt x="12166" y="19264"/>
                  </a:cubicBezTo>
                  <a:cubicBezTo>
                    <a:pt x="5450" y="19264"/>
                    <a:pt x="0" y="14955"/>
                    <a:pt x="0" y="9632"/>
                  </a:cubicBezTo>
                  <a:cubicBezTo>
                    <a:pt x="0" y="4309"/>
                    <a:pt x="5450" y="0"/>
                    <a:pt x="12166" y="0"/>
                  </a:cubicBezTo>
                  <a:cubicBezTo>
                    <a:pt x="18884" y="0"/>
                    <a:pt x="24333" y="4309"/>
                    <a:pt x="24333" y="963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7" name="Freeform: Shape 2226">
              <a:extLst>
                <a:ext uri="{FF2B5EF4-FFF2-40B4-BE49-F238E27FC236}">
                  <a16:creationId xmlns:a16="http://schemas.microsoft.com/office/drawing/2014/main" id="{16AA372F-E9D1-AED2-596C-E522F7EB56B9}"/>
                </a:ext>
              </a:extLst>
            </p:cNvPr>
            <p:cNvSpPr/>
            <p:nvPr/>
          </p:nvSpPr>
          <p:spPr>
            <a:xfrm>
              <a:off x="9108261" y="2138572"/>
              <a:ext cx="24333" cy="19263"/>
            </a:xfrm>
            <a:custGeom>
              <a:avLst/>
              <a:gdLst>
                <a:gd name="connsiteX0" fmla="*/ 24333 w 24333"/>
                <a:gd name="connsiteY0" fmla="*/ 9632 h 19263"/>
                <a:gd name="connsiteX1" fmla="*/ 12167 w 24333"/>
                <a:gd name="connsiteY1" fmla="*/ 19264 h 19263"/>
                <a:gd name="connsiteX2" fmla="*/ 0 w 24333"/>
                <a:gd name="connsiteY2" fmla="*/ 9632 h 19263"/>
                <a:gd name="connsiteX3" fmla="*/ 12167 w 24333"/>
                <a:gd name="connsiteY3" fmla="*/ 0 h 19263"/>
                <a:gd name="connsiteX4" fmla="*/ 24333 w 24333"/>
                <a:gd name="connsiteY4" fmla="*/ 9632 h 19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33" h="19263">
                  <a:moveTo>
                    <a:pt x="24333" y="9632"/>
                  </a:moveTo>
                  <a:cubicBezTo>
                    <a:pt x="24333" y="14955"/>
                    <a:pt x="18884" y="19264"/>
                    <a:pt x="12167" y="19264"/>
                  </a:cubicBezTo>
                  <a:cubicBezTo>
                    <a:pt x="5450" y="19264"/>
                    <a:pt x="0" y="14955"/>
                    <a:pt x="0" y="9632"/>
                  </a:cubicBezTo>
                  <a:cubicBezTo>
                    <a:pt x="0" y="4309"/>
                    <a:pt x="5450" y="0"/>
                    <a:pt x="12167" y="0"/>
                  </a:cubicBezTo>
                  <a:cubicBezTo>
                    <a:pt x="18884" y="0"/>
                    <a:pt x="24333" y="4309"/>
                    <a:pt x="24333" y="963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8" name="Freeform: Shape 2227">
              <a:extLst>
                <a:ext uri="{FF2B5EF4-FFF2-40B4-BE49-F238E27FC236}">
                  <a16:creationId xmlns:a16="http://schemas.microsoft.com/office/drawing/2014/main" id="{67BFA6E2-45BC-7EEF-2E13-4D86ABB1B62D}"/>
                </a:ext>
              </a:extLst>
            </p:cNvPr>
            <p:cNvSpPr/>
            <p:nvPr/>
          </p:nvSpPr>
          <p:spPr>
            <a:xfrm>
              <a:off x="9169728" y="2230836"/>
              <a:ext cx="23572" cy="18756"/>
            </a:xfrm>
            <a:custGeom>
              <a:avLst/>
              <a:gdLst>
                <a:gd name="connsiteX0" fmla="*/ 23573 w 23572"/>
                <a:gd name="connsiteY0" fmla="*/ 9378 h 18756"/>
                <a:gd name="connsiteX1" fmla="*/ 11786 w 23572"/>
                <a:gd name="connsiteY1" fmla="*/ 18757 h 18756"/>
                <a:gd name="connsiteX2" fmla="*/ 0 w 23572"/>
                <a:gd name="connsiteY2" fmla="*/ 9378 h 18756"/>
                <a:gd name="connsiteX3" fmla="*/ 11786 w 23572"/>
                <a:gd name="connsiteY3" fmla="*/ 0 h 18756"/>
                <a:gd name="connsiteX4" fmla="*/ 23573 w 23572"/>
                <a:gd name="connsiteY4" fmla="*/ 9378 h 1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572" h="18756">
                  <a:moveTo>
                    <a:pt x="23573" y="9378"/>
                  </a:moveTo>
                  <a:cubicBezTo>
                    <a:pt x="23573" y="14575"/>
                    <a:pt x="18376" y="18757"/>
                    <a:pt x="11786" y="18757"/>
                  </a:cubicBezTo>
                  <a:cubicBezTo>
                    <a:pt x="5196" y="18757"/>
                    <a:pt x="0" y="14575"/>
                    <a:pt x="0" y="9378"/>
                  </a:cubicBezTo>
                  <a:cubicBezTo>
                    <a:pt x="0" y="4182"/>
                    <a:pt x="5196" y="0"/>
                    <a:pt x="11786" y="0"/>
                  </a:cubicBezTo>
                  <a:cubicBezTo>
                    <a:pt x="18376" y="0"/>
                    <a:pt x="23573" y="4182"/>
                    <a:pt x="23573" y="937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9" name="Freeform: Shape 2228">
              <a:extLst>
                <a:ext uri="{FF2B5EF4-FFF2-40B4-BE49-F238E27FC236}">
                  <a16:creationId xmlns:a16="http://schemas.microsoft.com/office/drawing/2014/main" id="{35D9C92B-0268-1E6A-DE52-FD6E9EE869BC}"/>
                </a:ext>
              </a:extLst>
            </p:cNvPr>
            <p:cNvSpPr/>
            <p:nvPr/>
          </p:nvSpPr>
          <p:spPr>
            <a:xfrm>
              <a:off x="9225998" y="2324367"/>
              <a:ext cx="24333" cy="19263"/>
            </a:xfrm>
            <a:custGeom>
              <a:avLst/>
              <a:gdLst>
                <a:gd name="connsiteX0" fmla="*/ 24334 w 24333"/>
                <a:gd name="connsiteY0" fmla="*/ 9632 h 19263"/>
                <a:gd name="connsiteX1" fmla="*/ 12167 w 24333"/>
                <a:gd name="connsiteY1" fmla="*/ 19264 h 19263"/>
                <a:gd name="connsiteX2" fmla="*/ 0 w 24333"/>
                <a:gd name="connsiteY2" fmla="*/ 9632 h 19263"/>
                <a:gd name="connsiteX3" fmla="*/ 12167 w 24333"/>
                <a:gd name="connsiteY3" fmla="*/ 0 h 19263"/>
                <a:gd name="connsiteX4" fmla="*/ 24334 w 24333"/>
                <a:gd name="connsiteY4" fmla="*/ 9632 h 19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33" h="19263">
                  <a:moveTo>
                    <a:pt x="24334" y="9632"/>
                  </a:moveTo>
                  <a:cubicBezTo>
                    <a:pt x="24334" y="14955"/>
                    <a:pt x="18884" y="19264"/>
                    <a:pt x="12167" y="19264"/>
                  </a:cubicBezTo>
                  <a:cubicBezTo>
                    <a:pt x="5450" y="19264"/>
                    <a:pt x="0" y="14955"/>
                    <a:pt x="0" y="9632"/>
                  </a:cubicBezTo>
                  <a:cubicBezTo>
                    <a:pt x="0" y="4309"/>
                    <a:pt x="5450" y="0"/>
                    <a:pt x="12167" y="0"/>
                  </a:cubicBezTo>
                  <a:cubicBezTo>
                    <a:pt x="18884" y="0"/>
                    <a:pt x="24334" y="4309"/>
                    <a:pt x="24334" y="963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0" name="Freeform: Shape 2229">
              <a:extLst>
                <a:ext uri="{FF2B5EF4-FFF2-40B4-BE49-F238E27FC236}">
                  <a16:creationId xmlns:a16="http://schemas.microsoft.com/office/drawing/2014/main" id="{0B819610-2A58-94EB-4B5E-5B07B7B5B5B4}"/>
                </a:ext>
              </a:extLst>
            </p:cNvPr>
            <p:cNvSpPr/>
            <p:nvPr/>
          </p:nvSpPr>
          <p:spPr>
            <a:xfrm>
              <a:off x="9278340" y="2420053"/>
              <a:ext cx="23573" cy="18756"/>
            </a:xfrm>
            <a:custGeom>
              <a:avLst/>
              <a:gdLst>
                <a:gd name="connsiteX0" fmla="*/ 23573 w 23573"/>
                <a:gd name="connsiteY0" fmla="*/ 9379 h 18756"/>
                <a:gd name="connsiteX1" fmla="*/ 11787 w 23573"/>
                <a:gd name="connsiteY1" fmla="*/ 18757 h 18756"/>
                <a:gd name="connsiteX2" fmla="*/ 0 w 23573"/>
                <a:gd name="connsiteY2" fmla="*/ 9379 h 18756"/>
                <a:gd name="connsiteX3" fmla="*/ 11787 w 23573"/>
                <a:gd name="connsiteY3" fmla="*/ 0 h 18756"/>
                <a:gd name="connsiteX4" fmla="*/ 23573 w 23573"/>
                <a:gd name="connsiteY4" fmla="*/ 9379 h 1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573" h="18756">
                  <a:moveTo>
                    <a:pt x="23573" y="9379"/>
                  </a:moveTo>
                  <a:cubicBezTo>
                    <a:pt x="23573" y="14575"/>
                    <a:pt x="18250" y="18757"/>
                    <a:pt x="11787" y="18757"/>
                  </a:cubicBezTo>
                  <a:cubicBezTo>
                    <a:pt x="5323" y="18757"/>
                    <a:pt x="0" y="14575"/>
                    <a:pt x="0" y="9379"/>
                  </a:cubicBezTo>
                  <a:cubicBezTo>
                    <a:pt x="0" y="4182"/>
                    <a:pt x="5323" y="0"/>
                    <a:pt x="11787" y="0"/>
                  </a:cubicBezTo>
                  <a:cubicBezTo>
                    <a:pt x="18250" y="0"/>
                    <a:pt x="23573" y="4182"/>
                    <a:pt x="23573" y="937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1" name="Freeform: Shape 2230">
              <a:extLst>
                <a:ext uri="{FF2B5EF4-FFF2-40B4-BE49-F238E27FC236}">
                  <a16:creationId xmlns:a16="http://schemas.microsoft.com/office/drawing/2014/main" id="{9A4659D8-0604-BA9A-04A1-F9E185031E1A}"/>
                </a:ext>
              </a:extLst>
            </p:cNvPr>
            <p:cNvSpPr/>
            <p:nvPr/>
          </p:nvSpPr>
          <p:spPr>
            <a:xfrm>
              <a:off x="9325866" y="2517513"/>
              <a:ext cx="22813" cy="17996"/>
            </a:xfrm>
            <a:custGeom>
              <a:avLst/>
              <a:gdLst>
                <a:gd name="connsiteX0" fmla="*/ 22813 w 22813"/>
                <a:gd name="connsiteY0" fmla="*/ 8998 h 17996"/>
                <a:gd name="connsiteX1" fmla="*/ 11407 w 22813"/>
                <a:gd name="connsiteY1" fmla="*/ 17996 h 17996"/>
                <a:gd name="connsiteX2" fmla="*/ 0 w 22813"/>
                <a:gd name="connsiteY2" fmla="*/ 8998 h 17996"/>
                <a:gd name="connsiteX3" fmla="*/ 11407 w 22813"/>
                <a:gd name="connsiteY3" fmla="*/ 0 h 17996"/>
                <a:gd name="connsiteX4" fmla="*/ 22813 w 22813"/>
                <a:gd name="connsiteY4" fmla="*/ 8998 h 17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13" h="17996">
                  <a:moveTo>
                    <a:pt x="22813" y="8998"/>
                  </a:moveTo>
                  <a:cubicBezTo>
                    <a:pt x="22813" y="13941"/>
                    <a:pt x="17743" y="17996"/>
                    <a:pt x="11407" y="17996"/>
                  </a:cubicBezTo>
                  <a:cubicBezTo>
                    <a:pt x="5070" y="17996"/>
                    <a:pt x="0" y="13941"/>
                    <a:pt x="0" y="8998"/>
                  </a:cubicBezTo>
                  <a:cubicBezTo>
                    <a:pt x="0" y="4055"/>
                    <a:pt x="5070" y="0"/>
                    <a:pt x="11407" y="0"/>
                  </a:cubicBezTo>
                  <a:cubicBezTo>
                    <a:pt x="17743" y="0"/>
                    <a:pt x="22813" y="4055"/>
                    <a:pt x="22813" y="89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2" name="Freeform: Shape 2231">
              <a:extLst>
                <a:ext uri="{FF2B5EF4-FFF2-40B4-BE49-F238E27FC236}">
                  <a16:creationId xmlns:a16="http://schemas.microsoft.com/office/drawing/2014/main" id="{CCCC1ACA-B348-8A8F-7F26-6E4AD1749BD1}"/>
                </a:ext>
              </a:extLst>
            </p:cNvPr>
            <p:cNvSpPr/>
            <p:nvPr/>
          </p:nvSpPr>
          <p:spPr>
            <a:xfrm>
              <a:off x="9368323" y="2615860"/>
              <a:ext cx="22812" cy="17996"/>
            </a:xfrm>
            <a:custGeom>
              <a:avLst/>
              <a:gdLst>
                <a:gd name="connsiteX0" fmla="*/ 22812 w 22812"/>
                <a:gd name="connsiteY0" fmla="*/ 8998 h 17996"/>
                <a:gd name="connsiteX1" fmla="*/ 11406 w 22812"/>
                <a:gd name="connsiteY1" fmla="*/ 17996 h 17996"/>
                <a:gd name="connsiteX2" fmla="*/ 0 w 22812"/>
                <a:gd name="connsiteY2" fmla="*/ 8998 h 17996"/>
                <a:gd name="connsiteX3" fmla="*/ 11406 w 22812"/>
                <a:gd name="connsiteY3" fmla="*/ 0 h 17996"/>
                <a:gd name="connsiteX4" fmla="*/ 22812 w 22812"/>
                <a:gd name="connsiteY4" fmla="*/ 8998 h 17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12" h="17996">
                  <a:moveTo>
                    <a:pt x="22812" y="8998"/>
                  </a:moveTo>
                  <a:cubicBezTo>
                    <a:pt x="22812" y="13941"/>
                    <a:pt x="17743" y="17996"/>
                    <a:pt x="11406" y="17996"/>
                  </a:cubicBezTo>
                  <a:cubicBezTo>
                    <a:pt x="5069" y="17996"/>
                    <a:pt x="0" y="13941"/>
                    <a:pt x="0" y="8998"/>
                  </a:cubicBezTo>
                  <a:cubicBezTo>
                    <a:pt x="0" y="4056"/>
                    <a:pt x="5069" y="0"/>
                    <a:pt x="11406" y="0"/>
                  </a:cubicBezTo>
                  <a:cubicBezTo>
                    <a:pt x="17743" y="0"/>
                    <a:pt x="22812" y="4056"/>
                    <a:pt x="22812" y="89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3" name="Freeform: Shape 2232">
              <a:extLst>
                <a:ext uri="{FF2B5EF4-FFF2-40B4-BE49-F238E27FC236}">
                  <a16:creationId xmlns:a16="http://schemas.microsoft.com/office/drawing/2014/main" id="{B530A56B-2ADE-A8CC-3C73-60384281D0EF}"/>
                </a:ext>
              </a:extLst>
            </p:cNvPr>
            <p:cNvSpPr/>
            <p:nvPr/>
          </p:nvSpPr>
          <p:spPr>
            <a:xfrm>
              <a:off x="9406217" y="2715728"/>
              <a:ext cx="22051" cy="17489"/>
            </a:xfrm>
            <a:custGeom>
              <a:avLst/>
              <a:gdLst>
                <a:gd name="connsiteX0" fmla="*/ 22052 w 22051"/>
                <a:gd name="connsiteY0" fmla="*/ 8745 h 17489"/>
                <a:gd name="connsiteX1" fmla="*/ 11026 w 22051"/>
                <a:gd name="connsiteY1" fmla="*/ 17490 h 17489"/>
                <a:gd name="connsiteX2" fmla="*/ 0 w 22051"/>
                <a:gd name="connsiteY2" fmla="*/ 8745 h 17489"/>
                <a:gd name="connsiteX3" fmla="*/ 11026 w 22051"/>
                <a:gd name="connsiteY3" fmla="*/ 0 h 17489"/>
                <a:gd name="connsiteX4" fmla="*/ 22052 w 22051"/>
                <a:gd name="connsiteY4" fmla="*/ 8745 h 1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051" h="17489">
                  <a:moveTo>
                    <a:pt x="22052" y="8745"/>
                  </a:moveTo>
                  <a:cubicBezTo>
                    <a:pt x="22052" y="13561"/>
                    <a:pt x="17109" y="17490"/>
                    <a:pt x="11026" y="17490"/>
                  </a:cubicBezTo>
                  <a:cubicBezTo>
                    <a:pt x="4943" y="17490"/>
                    <a:pt x="0" y="13561"/>
                    <a:pt x="0" y="8745"/>
                  </a:cubicBezTo>
                  <a:cubicBezTo>
                    <a:pt x="0" y="3929"/>
                    <a:pt x="4943" y="0"/>
                    <a:pt x="11026" y="0"/>
                  </a:cubicBezTo>
                  <a:cubicBezTo>
                    <a:pt x="17109" y="0"/>
                    <a:pt x="22052" y="3929"/>
                    <a:pt x="22052" y="874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4" name="Freeform: Shape 2233">
              <a:extLst>
                <a:ext uri="{FF2B5EF4-FFF2-40B4-BE49-F238E27FC236}">
                  <a16:creationId xmlns:a16="http://schemas.microsoft.com/office/drawing/2014/main" id="{EE9E7DF2-1138-39B9-18AA-EE9A1AC7D402}"/>
                </a:ext>
              </a:extLst>
            </p:cNvPr>
            <p:cNvSpPr/>
            <p:nvPr/>
          </p:nvSpPr>
          <p:spPr>
            <a:xfrm>
              <a:off x="9439295" y="2816737"/>
              <a:ext cx="21418" cy="16982"/>
            </a:xfrm>
            <a:custGeom>
              <a:avLst/>
              <a:gdLst>
                <a:gd name="connsiteX0" fmla="*/ 21418 w 21418"/>
                <a:gd name="connsiteY0" fmla="*/ 8491 h 16982"/>
                <a:gd name="connsiteX1" fmla="*/ 10646 w 21418"/>
                <a:gd name="connsiteY1" fmla="*/ 16983 h 16982"/>
                <a:gd name="connsiteX2" fmla="*/ 0 w 21418"/>
                <a:gd name="connsiteY2" fmla="*/ 8491 h 16982"/>
                <a:gd name="connsiteX3" fmla="*/ 10646 w 21418"/>
                <a:gd name="connsiteY3" fmla="*/ 0 h 16982"/>
                <a:gd name="connsiteX4" fmla="*/ 21418 w 21418"/>
                <a:gd name="connsiteY4" fmla="*/ 8491 h 1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18" h="16982">
                  <a:moveTo>
                    <a:pt x="21418" y="8491"/>
                  </a:moveTo>
                  <a:cubicBezTo>
                    <a:pt x="21418" y="13180"/>
                    <a:pt x="16602" y="16983"/>
                    <a:pt x="10646" y="16983"/>
                  </a:cubicBezTo>
                  <a:cubicBezTo>
                    <a:pt x="4689" y="16983"/>
                    <a:pt x="0" y="13180"/>
                    <a:pt x="0" y="8491"/>
                  </a:cubicBezTo>
                  <a:cubicBezTo>
                    <a:pt x="0" y="3802"/>
                    <a:pt x="4816" y="0"/>
                    <a:pt x="10646" y="0"/>
                  </a:cubicBezTo>
                  <a:cubicBezTo>
                    <a:pt x="16476" y="0"/>
                    <a:pt x="21418" y="3802"/>
                    <a:pt x="21418" y="84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5" name="Freeform: Shape 2234">
              <a:extLst>
                <a:ext uri="{FF2B5EF4-FFF2-40B4-BE49-F238E27FC236}">
                  <a16:creationId xmlns:a16="http://schemas.microsoft.com/office/drawing/2014/main" id="{BEF73850-17C0-8787-0C3E-16B92CCB50C4}"/>
                </a:ext>
              </a:extLst>
            </p:cNvPr>
            <p:cNvSpPr/>
            <p:nvPr/>
          </p:nvSpPr>
          <p:spPr>
            <a:xfrm>
              <a:off x="9467558" y="2918632"/>
              <a:ext cx="20531" cy="16475"/>
            </a:xfrm>
            <a:custGeom>
              <a:avLst/>
              <a:gdLst>
                <a:gd name="connsiteX0" fmla="*/ 20531 w 20531"/>
                <a:gd name="connsiteY0" fmla="*/ 8238 h 16475"/>
                <a:gd name="connsiteX1" fmla="*/ 10266 w 20531"/>
                <a:gd name="connsiteY1" fmla="*/ 16476 h 16475"/>
                <a:gd name="connsiteX2" fmla="*/ 0 w 20531"/>
                <a:gd name="connsiteY2" fmla="*/ 8238 h 16475"/>
                <a:gd name="connsiteX3" fmla="*/ 10266 w 20531"/>
                <a:gd name="connsiteY3" fmla="*/ 0 h 16475"/>
                <a:gd name="connsiteX4" fmla="*/ 20531 w 20531"/>
                <a:gd name="connsiteY4" fmla="*/ 8238 h 16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31" h="16475">
                  <a:moveTo>
                    <a:pt x="20531" y="8238"/>
                  </a:moveTo>
                  <a:cubicBezTo>
                    <a:pt x="20531" y="12800"/>
                    <a:pt x="15968" y="16476"/>
                    <a:pt x="10266" y="16476"/>
                  </a:cubicBezTo>
                  <a:cubicBezTo>
                    <a:pt x="4562" y="16476"/>
                    <a:pt x="0" y="12800"/>
                    <a:pt x="0" y="8238"/>
                  </a:cubicBezTo>
                  <a:cubicBezTo>
                    <a:pt x="0" y="3675"/>
                    <a:pt x="4562" y="0"/>
                    <a:pt x="10266" y="0"/>
                  </a:cubicBezTo>
                  <a:cubicBezTo>
                    <a:pt x="15968" y="0"/>
                    <a:pt x="20531" y="3675"/>
                    <a:pt x="20531" y="823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6" name="Freeform: Shape 2235">
              <a:extLst>
                <a:ext uri="{FF2B5EF4-FFF2-40B4-BE49-F238E27FC236}">
                  <a16:creationId xmlns:a16="http://schemas.microsoft.com/office/drawing/2014/main" id="{426ABFE4-4DB4-5D58-48B6-3C6C18602FA7}"/>
                </a:ext>
              </a:extLst>
            </p:cNvPr>
            <p:cNvSpPr/>
            <p:nvPr/>
          </p:nvSpPr>
          <p:spPr>
            <a:xfrm>
              <a:off x="9490370" y="3021035"/>
              <a:ext cx="20531" cy="16475"/>
            </a:xfrm>
            <a:custGeom>
              <a:avLst/>
              <a:gdLst>
                <a:gd name="connsiteX0" fmla="*/ 20531 w 20531"/>
                <a:gd name="connsiteY0" fmla="*/ 8238 h 16475"/>
                <a:gd name="connsiteX1" fmla="*/ 10266 w 20531"/>
                <a:gd name="connsiteY1" fmla="*/ 16476 h 16475"/>
                <a:gd name="connsiteX2" fmla="*/ 0 w 20531"/>
                <a:gd name="connsiteY2" fmla="*/ 8238 h 16475"/>
                <a:gd name="connsiteX3" fmla="*/ 10266 w 20531"/>
                <a:gd name="connsiteY3" fmla="*/ 0 h 16475"/>
                <a:gd name="connsiteX4" fmla="*/ 20531 w 20531"/>
                <a:gd name="connsiteY4" fmla="*/ 8238 h 16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31" h="16475">
                  <a:moveTo>
                    <a:pt x="20531" y="8238"/>
                  </a:moveTo>
                  <a:cubicBezTo>
                    <a:pt x="20531" y="12800"/>
                    <a:pt x="15969" y="16476"/>
                    <a:pt x="10266" y="16476"/>
                  </a:cubicBezTo>
                  <a:cubicBezTo>
                    <a:pt x="4562" y="16476"/>
                    <a:pt x="0" y="12800"/>
                    <a:pt x="0" y="8238"/>
                  </a:cubicBezTo>
                  <a:cubicBezTo>
                    <a:pt x="0" y="3675"/>
                    <a:pt x="4562" y="0"/>
                    <a:pt x="10266" y="0"/>
                  </a:cubicBezTo>
                  <a:cubicBezTo>
                    <a:pt x="15969" y="0"/>
                    <a:pt x="20531" y="3675"/>
                    <a:pt x="20531" y="823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7" name="Freeform: Shape 2236">
              <a:extLst>
                <a:ext uri="{FF2B5EF4-FFF2-40B4-BE49-F238E27FC236}">
                  <a16:creationId xmlns:a16="http://schemas.microsoft.com/office/drawing/2014/main" id="{BD9C69CF-BF92-C33D-355E-576049B327F4}"/>
                </a:ext>
              </a:extLst>
            </p:cNvPr>
            <p:cNvSpPr/>
            <p:nvPr/>
          </p:nvSpPr>
          <p:spPr>
            <a:xfrm>
              <a:off x="9508873" y="3124705"/>
              <a:ext cx="19010" cy="15208"/>
            </a:xfrm>
            <a:custGeom>
              <a:avLst/>
              <a:gdLst>
                <a:gd name="connsiteX0" fmla="*/ 19010 w 19010"/>
                <a:gd name="connsiteY0" fmla="*/ 7604 h 15208"/>
                <a:gd name="connsiteX1" fmla="*/ 9505 w 19010"/>
                <a:gd name="connsiteY1" fmla="*/ 15208 h 15208"/>
                <a:gd name="connsiteX2" fmla="*/ 0 w 19010"/>
                <a:gd name="connsiteY2" fmla="*/ 7604 h 15208"/>
                <a:gd name="connsiteX3" fmla="*/ 9505 w 19010"/>
                <a:gd name="connsiteY3" fmla="*/ 0 h 15208"/>
                <a:gd name="connsiteX4" fmla="*/ 19010 w 19010"/>
                <a:gd name="connsiteY4" fmla="*/ 7604 h 15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10" h="15208">
                  <a:moveTo>
                    <a:pt x="19010" y="7604"/>
                  </a:moveTo>
                  <a:cubicBezTo>
                    <a:pt x="19010" y="11786"/>
                    <a:pt x="14702" y="15208"/>
                    <a:pt x="9505" y="15208"/>
                  </a:cubicBezTo>
                  <a:cubicBezTo>
                    <a:pt x="4309" y="15208"/>
                    <a:pt x="0" y="11786"/>
                    <a:pt x="0" y="7604"/>
                  </a:cubicBezTo>
                  <a:cubicBezTo>
                    <a:pt x="0" y="3422"/>
                    <a:pt x="4309" y="0"/>
                    <a:pt x="9505" y="0"/>
                  </a:cubicBezTo>
                  <a:cubicBezTo>
                    <a:pt x="14702" y="0"/>
                    <a:pt x="19010" y="3422"/>
                    <a:pt x="19010" y="760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8" name="Freeform: Shape 2237">
              <a:extLst>
                <a:ext uri="{FF2B5EF4-FFF2-40B4-BE49-F238E27FC236}">
                  <a16:creationId xmlns:a16="http://schemas.microsoft.com/office/drawing/2014/main" id="{879C6132-CDC4-5B22-8567-8A16641E2637}"/>
                </a:ext>
              </a:extLst>
            </p:cNvPr>
            <p:cNvSpPr/>
            <p:nvPr/>
          </p:nvSpPr>
          <p:spPr>
            <a:xfrm>
              <a:off x="9521927" y="3228628"/>
              <a:ext cx="18250" cy="14447"/>
            </a:xfrm>
            <a:custGeom>
              <a:avLst/>
              <a:gdLst>
                <a:gd name="connsiteX0" fmla="*/ 18250 w 18250"/>
                <a:gd name="connsiteY0" fmla="*/ 7224 h 14447"/>
                <a:gd name="connsiteX1" fmla="*/ 9125 w 18250"/>
                <a:gd name="connsiteY1" fmla="*/ 14448 h 14447"/>
                <a:gd name="connsiteX2" fmla="*/ 0 w 18250"/>
                <a:gd name="connsiteY2" fmla="*/ 7224 h 14447"/>
                <a:gd name="connsiteX3" fmla="*/ 9125 w 18250"/>
                <a:gd name="connsiteY3" fmla="*/ 0 h 14447"/>
                <a:gd name="connsiteX4" fmla="*/ 18250 w 18250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7">
                  <a:moveTo>
                    <a:pt x="18250" y="7224"/>
                  </a:moveTo>
                  <a:cubicBezTo>
                    <a:pt x="18250" y="11153"/>
                    <a:pt x="14194" y="14448"/>
                    <a:pt x="9125" y="14448"/>
                  </a:cubicBezTo>
                  <a:cubicBezTo>
                    <a:pt x="4056" y="14448"/>
                    <a:pt x="0" y="11153"/>
                    <a:pt x="0" y="7224"/>
                  </a:cubicBezTo>
                  <a:cubicBezTo>
                    <a:pt x="0" y="3295"/>
                    <a:pt x="4056" y="0"/>
                    <a:pt x="9125" y="0"/>
                  </a:cubicBezTo>
                  <a:cubicBezTo>
                    <a:pt x="14194" y="0"/>
                    <a:pt x="18250" y="3295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9" name="Freeform: Shape 2238">
              <a:extLst>
                <a:ext uri="{FF2B5EF4-FFF2-40B4-BE49-F238E27FC236}">
                  <a16:creationId xmlns:a16="http://schemas.microsoft.com/office/drawing/2014/main" id="{0D55CDD4-9703-9FDF-9FDF-77F82E11FE28}"/>
                </a:ext>
              </a:extLst>
            </p:cNvPr>
            <p:cNvSpPr/>
            <p:nvPr/>
          </p:nvSpPr>
          <p:spPr>
            <a:xfrm>
              <a:off x="9529658" y="3332679"/>
              <a:ext cx="17743" cy="13941"/>
            </a:xfrm>
            <a:custGeom>
              <a:avLst/>
              <a:gdLst>
                <a:gd name="connsiteX0" fmla="*/ 17743 w 17743"/>
                <a:gd name="connsiteY0" fmla="*/ 6971 h 13941"/>
                <a:gd name="connsiteX1" fmla="*/ 8872 w 17743"/>
                <a:gd name="connsiteY1" fmla="*/ 13941 h 13941"/>
                <a:gd name="connsiteX2" fmla="*/ 0 w 17743"/>
                <a:gd name="connsiteY2" fmla="*/ 6971 h 13941"/>
                <a:gd name="connsiteX3" fmla="*/ 8872 w 17743"/>
                <a:gd name="connsiteY3" fmla="*/ 0 h 13941"/>
                <a:gd name="connsiteX4" fmla="*/ 17743 w 17743"/>
                <a:gd name="connsiteY4" fmla="*/ 6971 h 1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3" h="13941">
                  <a:moveTo>
                    <a:pt x="17743" y="6971"/>
                  </a:moveTo>
                  <a:cubicBezTo>
                    <a:pt x="17743" y="10773"/>
                    <a:pt x="13815" y="13941"/>
                    <a:pt x="8872" y="13941"/>
                  </a:cubicBezTo>
                  <a:cubicBezTo>
                    <a:pt x="3929" y="13941"/>
                    <a:pt x="0" y="10773"/>
                    <a:pt x="0" y="6971"/>
                  </a:cubicBezTo>
                  <a:cubicBezTo>
                    <a:pt x="0" y="3168"/>
                    <a:pt x="3929" y="0"/>
                    <a:pt x="8872" y="0"/>
                  </a:cubicBezTo>
                  <a:cubicBezTo>
                    <a:pt x="13815" y="0"/>
                    <a:pt x="17743" y="3168"/>
                    <a:pt x="17743" y="697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0" name="Freeform: Shape 2239">
              <a:extLst>
                <a:ext uri="{FF2B5EF4-FFF2-40B4-BE49-F238E27FC236}">
                  <a16:creationId xmlns:a16="http://schemas.microsoft.com/office/drawing/2014/main" id="{7592EE4D-445C-E66B-2C6A-61A1A4044903}"/>
                </a:ext>
              </a:extLst>
            </p:cNvPr>
            <p:cNvSpPr/>
            <p:nvPr/>
          </p:nvSpPr>
          <p:spPr>
            <a:xfrm>
              <a:off x="9657535" y="3436602"/>
              <a:ext cx="17742" cy="13941"/>
            </a:xfrm>
            <a:custGeom>
              <a:avLst/>
              <a:gdLst>
                <a:gd name="connsiteX0" fmla="*/ 17743 w 17742"/>
                <a:gd name="connsiteY0" fmla="*/ 6970 h 13941"/>
                <a:gd name="connsiteX1" fmla="*/ 8871 w 17742"/>
                <a:gd name="connsiteY1" fmla="*/ 13941 h 13941"/>
                <a:gd name="connsiteX2" fmla="*/ 0 w 17742"/>
                <a:gd name="connsiteY2" fmla="*/ 6970 h 13941"/>
                <a:gd name="connsiteX3" fmla="*/ 8871 w 17742"/>
                <a:gd name="connsiteY3" fmla="*/ 0 h 13941"/>
                <a:gd name="connsiteX4" fmla="*/ 17743 w 17742"/>
                <a:gd name="connsiteY4" fmla="*/ 6970 h 1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2" h="13941">
                  <a:moveTo>
                    <a:pt x="17743" y="6970"/>
                  </a:moveTo>
                  <a:cubicBezTo>
                    <a:pt x="17743" y="10899"/>
                    <a:pt x="13814" y="13941"/>
                    <a:pt x="8871" y="13941"/>
                  </a:cubicBezTo>
                  <a:cubicBezTo>
                    <a:pt x="3929" y="13941"/>
                    <a:pt x="0" y="10773"/>
                    <a:pt x="0" y="6970"/>
                  </a:cubicBezTo>
                  <a:cubicBezTo>
                    <a:pt x="0" y="3168"/>
                    <a:pt x="3929" y="0"/>
                    <a:pt x="8871" y="0"/>
                  </a:cubicBezTo>
                  <a:cubicBezTo>
                    <a:pt x="13814" y="0"/>
                    <a:pt x="17743" y="3168"/>
                    <a:pt x="17743" y="69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1" name="Freeform: Shape 2240">
              <a:extLst>
                <a:ext uri="{FF2B5EF4-FFF2-40B4-BE49-F238E27FC236}">
                  <a16:creationId xmlns:a16="http://schemas.microsoft.com/office/drawing/2014/main" id="{0FACD904-90DF-BF24-E687-785A762DA542}"/>
                </a:ext>
              </a:extLst>
            </p:cNvPr>
            <p:cNvSpPr/>
            <p:nvPr/>
          </p:nvSpPr>
          <p:spPr>
            <a:xfrm>
              <a:off x="9655380" y="3540906"/>
              <a:ext cx="16982" cy="13434"/>
            </a:xfrm>
            <a:custGeom>
              <a:avLst/>
              <a:gdLst>
                <a:gd name="connsiteX0" fmla="*/ 16983 w 16982"/>
                <a:gd name="connsiteY0" fmla="*/ 6717 h 13434"/>
                <a:gd name="connsiteX1" fmla="*/ 8492 w 16982"/>
                <a:gd name="connsiteY1" fmla="*/ 13434 h 13434"/>
                <a:gd name="connsiteX2" fmla="*/ 0 w 16982"/>
                <a:gd name="connsiteY2" fmla="*/ 6717 h 13434"/>
                <a:gd name="connsiteX3" fmla="*/ 8492 w 16982"/>
                <a:gd name="connsiteY3" fmla="*/ 0 h 13434"/>
                <a:gd name="connsiteX4" fmla="*/ 16983 w 16982"/>
                <a:gd name="connsiteY4" fmla="*/ 6717 h 13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82" h="13434">
                  <a:moveTo>
                    <a:pt x="16983" y="6717"/>
                  </a:moveTo>
                  <a:cubicBezTo>
                    <a:pt x="16983" y="10392"/>
                    <a:pt x="13181" y="13434"/>
                    <a:pt x="8492" y="13434"/>
                  </a:cubicBezTo>
                  <a:cubicBezTo>
                    <a:pt x="3803" y="13434"/>
                    <a:pt x="0" y="10519"/>
                    <a:pt x="0" y="6717"/>
                  </a:cubicBezTo>
                  <a:cubicBezTo>
                    <a:pt x="0" y="2915"/>
                    <a:pt x="3803" y="0"/>
                    <a:pt x="8492" y="0"/>
                  </a:cubicBezTo>
                  <a:cubicBezTo>
                    <a:pt x="13181" y="0"/>
                    <a:pt x="16983" y="2915"/>
                    <a:pt x="16983" y="671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2" name="Freeform: Shape 2241">
              <a:extLst>
                <a:ext uri="{FF2B5EF4-FFF2-40B4-BE49-F238E27FC236}">
                  <a16:creationId xmlns:a16="http://schemas.microsoft.com/office/drawing/2014/main" id="{926BE95F-27C3-EAD0-1009-19D54672FC8F}"/>
                </a:ext>
              </a:extLst>
            </p:cNvPr>
            <p:cNvSpPr/>
            <p:nvPr/>
          </p:nvSpPr>
          <p:spPr>
            <a:xfrm>
              <a:off x="9648663" y="3645083"/>
              <a:ext cx="15968" cy="12673"/>
            </a:xfrm>
            <a:custGeom>
              <a:avLst/>
              <a:gdLst>
                <a:gd name="connsiteX0" fmla="*/ 15969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9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9" y="6337"/>
                  </a:moveTo>
                  <a:cubicBezTo>
                    <a:pt x="15969" y="9885"/>
                    <a:pt x="12420" y="12674"/>
                    <a:pt x="7984" y="12674"/>
                  </a:cubicBezTo>
                  <a:cubicBezTo>
                    <a:pt x="3548" y="12674"/>
                    <a:pt x="0" y="9885"/>
                    <a:pt x="0" y="6337"/>
                  </a:cubicBezTo>
                  <a:cubicBezTo>
                    <a:pt x="0" y="2788"/>
                    <a:pt x="3675" y="0"/>
                    <a:pt x="7984" y="0"/>
                  </a:cubicBezTo>
                  <a:cubicBezTo>
                    <a:pt x="12293" y="0"/>
                    <a:pt x="15969" y="2915"/>
                    <a:pt x="15969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3" name="Freeform: Shape 2242">
              <a:extLst>
                <a:ext uri="{FF2B5EF4-FFF2-40B4-BE49-F238E27FC236}">
                  <a16:creationId xmlns:a16="http://schemas.microsoft.com/office/drawing/2014/main" id="{1EBF014F-3613-0EBE-A09E-55568A8ADD1A}"/>
                </a:ext>
              </a:extLst>
            </p:cNvPr>
            <p:cNvSpPr/>
            <p:nvPr/>
          </p:nvSpPr>
          <p:spPr>
            <a:xfrm>
              <a:off x="9636623" y="3748753"/>
              <a:ext cx="15462" cy="12419"/>
            </a:xfrm>
            <a:custGeom>
              <a:avLst/>
              <a:gdLst>
                <a:gd name="connsiteX0" fmla="*/ 15462 w 15462"/>
                <a:gd name="connsiteY0" fmla="*/ 6210 h 12419"/>
                <a:gd name="connsiteX1" fmla="*/ 7731 w 15462"/>
                <a:gd name="connsiteY1" fmla="*/ 12420 h 12419"/>
                <a:gd name="connsiteX2" fmla="*/ 0 w 15462"/>
                <a:gd name="connsiteY2" fmla="*/ 6210 h 12419"/>
                <a:gd name="connsiteX3" fmla="*/ 7731 w 15462"/>
                <a:gd name="connsiteY3" fmla="*/ 0 h 12419"/>
                <a:gd name="connsiteX4" fmla="*/ 15462 w 15462"/>
                <a:gd name="connsiteY4" fmla="*/ 6210 h 12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62" h="12419">
                  <a:moveTo>
                    <a:pt x="15462" y="6210"/>
                  </a:moveTo>
                  <a:cubicBezTo>
                    <a:pt x="15462" y="9632"/>
                    <a:pt x="11913" y="12420"/>
                    <a:pt x="7731" y="12420"/>
                  </a:cubicBezTo>
                  <a:cubicBezTo>
                    <a:pt x="3549" y="12420"/>
                    <a:pt x="0" y="9632"/>
                    <a:pt x="0" y="6210"/>
                  </a:cubicBezTo>
                  <a:cubicBezTo>
                    <a:pt x="0" y="2788"/>
                    <a:pt x="3422" y="0"/>
                    <a:pt x="7731" y="0"/>
                  </a:cubicBezTo>
                  <a:cubicBezTo>
                    <a:pt x="12040" y="0"/>
                    <a:pt x="15462" y="2788"/>
                    <a:pt x="15462" y="621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4" name="Freeform: Shape 2243">
              <a:extLst>
                <a:ext uri="{FF2B5EF4-FFF2-40B4-BE49-F238E27FC236}">
                  <a16:creationId xmlns:a16="http://schemas.microsoft.com/office/drawing/2014/main" id="{1FD57277-497A-FA7B-EA9A-C39AE869B6F8}"/>
                </a:ext>
              </a:extLst>
            </p:cNvPr>
            <p:cNvSpPr/>
            <p:nvPr/>
          </p:nvSpPr>
          <p:spPr>
            <a:xfrm>
              <a:off x="9619894" y="3852296"/>
              <a:ext cx="14701" cy="11659"/>
            </a:xfrm>
            <a:custGeom>
              <a:avLst/>
              <a:gdLst>
                <a:gd name="connsiteX0" fmla="*/ 14702 w 14701"/>
                <a:gd name="connsiteY0" fmla="*/ 5830 h 11659"/>
                <a:gd name="connsiteX1" fmla="*/ 7351 w 14701"/>
                <a:gd name="connsiteY1" fmla="*/ 11660 h 11659"/>
                <a:gd name="connsiteX2" fmla="*/ 0 w 14701"/>
                <a:gd name="connsiteY2" fmla="*/ 5830 h 11659"/>
                <a:gd name="connsiteX3" fmla="*/ 7351 w 14701"/>
                <a:gd name="connsiteY3" fmla="*/ 0 h 11659"/>
                <a:gd name="connsiteX4" fmla="*/ 14702 w 14701"/>
                <a:gd name="connsiteY4" fmla="*/ 5830 h 11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01" h="11659">
                  <a:moveTo>
                    <a:pt x="14702" y="5830"/>
                  </a:moveTo>
                  <a:cubicBezTo>
                    <a:pt x="14702" y="8998"/>
                    <a:pt x="11407" y="11660"/>
                    <a:pt x="7351" y="11660"/>
                  </a:cubicBezTo>
                  <a:cubicBezTo>
                    <a:pt x="3295" y="11660"/>
                    <a:pt x="0" y="9125"/>
                    <a:pt x="0" y="5830"/>
                  </a:cubicBezTo>
                  <a:cubicBezTo>
                    <a:pt x="0" y="2535"/>
                    <a:pt x="3295" y="0"/>
                    <a:pt x="7351" y="0"/>
                  </a:cubicBezTo>
                  <a:cubicBezTo>
                    <a:pt x="11407" y="0"/>
                    <a:pt x="14702" y="2535"/>
                    <a:pt x="14702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5" name="Freeform: Shape 2244">
              <a:extLst>
                <a:ext uri="{FF2B5EF4-FFF2-40B4-BE49-F238E27FC236}">
                  <a16:creationId xmlns:a16="http://schemas.microsoft.com/office/drawing/2014/main" id="{54684586-1C24-C0D3-94EC-4C4F20F1E4B0}"/>
                </a:ext>
              </a:extLst>
            </p:cNvPr>
            <p:cNvSpPr/>
            <p:nvPr/>
          </p:nvSpPr>
          <p:spPr>
            <a:xfrm>
              <a:off x="9598349" y="3955079"/>
              <a:ext cx="13941" cy="11152"/>
            </a:xfrm>
            <a:custGeom>
              <a:avLst/>
              <a:gdLst>
                <a:gd name="connsiteX0" fmla="*/ 13941 w 13941"/>
                <a:gd name="connsiteY0" fmla="*/ 5576 h 11152"/>
                <a:gd name="connsiteX1" fmla="*/ 6971 w 13941"/>
                <a:gd name="connsiteY1" fmla="*/ 11153 h 11152"/>
                <a:gd name="connsiteX2" fmla="*/ 0 w 13941"/>
                <a:gd name="connsiteY2" fmla="*/ 5576 h 11152"/>
                <a:gd name="connsiteX3" fmla="*/ 6971 w 13941"/>
                <a:gd name="connsiteY3" fmla="*/ 0 h 11152"/>
                <a:gd name="connsiteX4" fmla="*/ 13941 w 13941"/>
                <a:gd name="connsiteY4" fmla="*/ 5576 h 11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1" h="11152">
                  <a:moveTo>
                    <a:pt x="13941" y="5576"/>
                  </a:moveTo>
                  <a:cubicBezTo>
                    <a:pt x="13941" y="8618"/>
                    <a:pt x="10773" y="11153"/>
                    <a:pt x="6971" y="11153"/>
                  </a:cubicBezTo>
                  <a:cubicBezTo>
                    <a:pt x="3168" y="11153"/>
                    <a:pt x="0" y="8745"/>
                    <a:pt x="0" y="5576"/>
                  </a:cubicBezTo>
                  <a:cubicBezTo>
                    <a:pt x="0" y="2408"/>
                    <a:pt x="3168" y="0"/>
                    <a:pt x="6971" y="0"/>
                  </a:cubicBezTo>
                  <a:cubicBezTo>
                    <a:pt x="10773" y="0"/>
                    <a:pt x="13941" y="2408"/>
                    <a:pt x="13941" y="55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6" name="Freeform: Shape 2245">
              <a:extLst>
                <a:ext uri="{FF2B5EF4-FFF2-40B4-BE49-F238E27FC236}">
                  <a16:creationId xmlns:a16="http://schemas.microsoft.com/office/drawing/2014/main" id="{76930733-4833-95FD-4318-AE9297CD0567}"/>
                </a:ext>
              </a:extLst>
            </p:cNvPr>
            <p:cNvSpPr/>
            <p:nvPr/>
          </p:nvSpPr>
          <p:spPr>
            <a:xfrm>
              <a:off x="9572241" y="4057355"/>
              <a:ext cx="12547" cy="10012"/>
            </a:xfrm>
            <a:custGeom>
              <a:avLst/>
              <a:gdLst>
                <a:gd name="connsiteX0" fmla="*/ 12548 w 12547"/>
                <a:gd name="connsiteY0" fmla="*/ 5070 h 10012"/>
                <a:gd name="connsiteX1" fmla="*/ 6211 w 12547"/>
                <a:gd name="connsiteY1" fmla="*/ 10012 h 10012"/>
                <a:gd name="connsiteX2" fmla="*/ 0 w 12547"/>
                <a:gd name="connsiteY2" fmla="*/ 5070 h 10012"/>
                <a:gd name="connsiteX3" fmla="*/ 6211 w 12547"/>
                <a:gd name="connsiteY3" fmla="*/ 0 h 10012"/>
                <a:gd name="connsiteX4" fmla="*/ 12548 w 12547"/>
                <a:gd name="connsiteY4" fmla="*/ 5070 h 1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47" h="10012">
                  <a:moveTo>
                    <a:pt x="12548" y="5070"/>
                  </a:moveTo>
                  <a:lnTo>
                    <a:pt x="6211" y="10012"/>
                  </a:lnTo>
                  <a:lnTo>
                    <a:pt x="0" y="5070"/>
                  </a:lnTo>
                  <a:lnTo>
                    <a:pt x="6211" y="0"/>
                  </a:lnTo>
                  <a:lnTo>
                    <a:pt x="12548" y="507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7" name="Freeform: Shape 2246">
              <a:extLst>
                <a:ext uri="{FF2B5EF4-FFF2-40B4-BE49-F238E27FC236}">
                  <a16:creationId xmlns:a16="http://schemas.microsoft.com/office/drawing/2014/main" id="{28B331CB-E3EE-C973-50EB-C4BA71122B9D}"/>
                </a:ext>
              </a:extLst>
            </p:cNvPr>
            <p:cNvSpPr/>
            <p:nvPr/>
          </p:nvSpPr>
          <p:spPr>
            <a:xfrm>
              <a:off x="9540938" y="4158490"/>
              <a:ext cx="12040" cy="9505"/>
            </a:xfrm>
            <a:custGeom>
              <a:avLst/>
              <a:gdLst>
                <a:gd name="connsiteX0" fmla="*/ 12040 w 12040"/>
                <a:gd name="connsiteY0" fmla="*/ 4816 h 9505"/>
                <a:gd name="connsiteX1" fmla="*/ 5956 w 12040"/>
                <a:gd name="connsiteY1" fmla="*/ 9505 h 9505"/>
                <a:gd name="connsiteX2" fmla="*/ 0 w 12040"/>
                <a:gd name="connsiteY2" fmla="*/ 4816 h 9505"/>
                <a:gd name="connsiteX3" fmla="*/ 5956 w 12040"/>
                <a:gd name="connsiteY3" fmla="*/ 0 h 9505"/>
                <a:gd name="connsiteX4" fmla="*/ 12040 w 12040"/>
                <a:gd name="connsiteY4" fmla="*/ 4816 h 9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40" h="9505">
                  <a:moveTo>
                    <a:pt x="12040" y="4816"/>
                  </a:moveTo>
                  <a:lnTo>
                    <a:pt x="5956" y="9505"/>
                  </a:lnTo>
                  <a:lnTo>
                    <a:pt x="0" y="4816"/>
                  </a:lnTo>
                  <a:lnTo>
                    <a:pt x="5956" y="0"/>
                  </a:lnTo>
                  <a:lnTo>
                    <a:pt x="12040" y="481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8" name="Freeform: Shape 2247">
              <a:extLst>
                <a:ext uri="{FF2B5EF4-FFF2-40B4-BE49-F238E27FC236}">
                  <a16:creationId xmlns:a16="http://schemas.microsoft.com/office/drawing/2014/main" id="{9363D6E6-66F2-7FFA-BED2-64168213C726}"/>
                </a:ext>
              </a:extLst>
            </p:cNvPr>
            <p:cNvSpPr/>
            <p:nvPr/>
          </p:nvSpPr>
          <p:spPr>
            <a:xfrm>
              <a:off x="9504944" y="4258738"/>
              <a:ext cx="11279" cy="8871"/>
            </a:xfrm>
            <a:custGeom>
              <a:avLst/>
              <a:gdLst>
                <a:gd name="connsiteX0" fmla="*/ 11280 w 11279"/>
                <a:gd name="connsiteY0" fmla="*/ 4436 h 8871"/>
                <a:gd name="connsiteX1" fmla="*/ 5703 w 11279"/>
                <a:gd name="connsiteY1" fmla="*/ 8872 h 8871"/>
                <a:gd name="connsiteX2" fmla="*/ 0 w 11279"/>
                <a:gd name="connsiteY2" fmla="*/ 4436 h 8871"/>
                <a:gd name="connsiteX3" fmla="*/ 5703 w 11279"/>
                <a:gd name="connsiteY3" fmla="*/ 0 h 8871"/>
                <a:gd name="connsiteX4" fmla="*/ 11280 w 11279"/>
                <a:gd name="connsiteY4" fmla="*/ 4436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79" h="8871">
                  <a:moveTo>
                    <a:pt x="11280" y="4436"/>
                  </a:moveTo>
                  <a:lnTo>
                    <a:pt x="5703" y="8872"/>
                  </a:lnTo>
                  <a:lnTo>
                    <a:pt x="0" y="4436"/>
                  </a:lnTo>
                  <a:lnTo>
                    <a:pt x="5703" y="0"/>
                  </a:lnTo>
                  <a:lnTo>
                    <a:pt x="11280" y="44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9" name="Freeform: Shape 2248">
              <a:extLst>
                <a:ext uri="{FF2B5EF4-FFF2-40B4-BE49-F238E27FC236}">
                  <a16:creationId xmlns:a16="http://schemas.microsoft.com/office/drawing/2014/main" id="{19517B0F-32AD-2D33-A09B-15B048E401E7}"/>
                </a:ext>
              </a:extLst>
            </p:cNvPr>
            <p:cNvSpPr/>
            <p:nvPr/>
          </p:nvSpPr>
          <p:spPr>
            <a:xfrm>
              <a:off x="9464769" y="4358099"/>
              <a:ext cx="9758" cy="7857"/>
            </a:xfrm>
            <a:custGeom>
              <a:avLst/>
              <a:gdLst>
                <a:gd name="connsiteX0" fmla="*/ 9759 w 9758"/>
                <a:gd name="connsiteY0" fmla="*/ 3929 h 7857"/>
                <a:gd name="connsiteX1" fmla="*/ 4943 w 9758"/>
                <a:gd name="connsiteY1" fmla="*/ 7858 h 7857"/>
                <a:gd name="connsiteX2" fmla="*/ 0 w 9758"/>
                <a:gd name="connsiteY2" fmla="*/ 3929 h 7857"/>
                <a:gd name="connsiteX3" fmla="*/ 4943 w 9758"/>
                <a:gd name="connsiteY3" fmla="*/ 0 h 7857"/>
                <a:gd name="connsiteX4" fmla="*/ 9759 w 9758"/>
                <a:gd name="connsiteY4" fmla="*/ 3929 h 7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58" h="7857">
                  <a:moveTo>
                    <a:pt x="9759" y="3929"/>
                  </a:moveTo>
                  <a:lnTo>
                    <a:pt x="4943" y="7858"/>
                  </a:lnTo>
                  <a:lnTo>
                    <a:pt x="0" y="3929"/>
                  </a:lnTo>
                  <a:lnTo>
                    <a:pt x="4943" y="0"/>
                  </a:lnTo>
                  <a:lnTo>
                    <a:pt x="9759" y="392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0" name="Freeform: Shape 2249">
              <a:extLst>
                <a:ext uri="{FF2B5EF4-FFF2-40B4-BE49-F238E27FC236}">
                  <a16:creationId xmlns:a16="http://schemas.microsoft.com/office/drawing/2014/main" id="{D3A08BF3-13CF-C471-00DD-6838478622FF}"/>
                </a:ext>
              </a:extLst>
            </p:cNvPr>
            <p:cNvSpPr/>
            <p:nvPr/>
          </p:nvSpPr>
          <p:spPr>
            <a:xfrm>
              <a:off x="9419398" y="4455813"/>
              <a:ext cx="9252" cy="7350"/>
            </a:xfrm>
            <a:custGeom>
              <a:avLst/>
              <a:gdLst>
                <a:gd name="connsiteX0" fmla="*/ 9252 w 9252"/>
                <a:gd name="connsiteY0" fmla="*/ 3675 h 7350"/>
                <a:gd name="connsiteX1" fmla="*/ 4563 w 9252"/>
                <a:gd name="connsiteY1" fmla="*/ 7351 h 7350"/>
                <a:gd name="connsiteX2" fmla="*/ 0 w 9252"/>
                <a:gd name="connsiteY2" fmla="*/ 3675 h 7350"/>
                <a:gd name="connsiteX3" fmla="*/ 4563 w 9252"/>
                <a:gd name="connsiteY3" fmla="*/ 0 h 7350"/>
                <a:gd name="connsiteX4" fmla="*/ 9252 w 9252"/>
                <a:gd name="connsiteY4" fmla="*/ 3675 h 7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52" h="7350">
                  <a:moveTo>
                    <a:pt x="9252" y="3675"/>
                  </a:moveTo>
                  <a:lnTo>
                    <a:pt x="4563" y="7351"/>
                  </a:lnTo>
                  <a:lnTo>
                    <a:pt x="0" y="3675"/>
                  </a:lnTo>
                  <a:lnTo>
                    <a:pt x="4563" y="0"/>
                  </a:lnTo>
                  <a:lnTo>
                    <a:pt x="9252" y="367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1" name="Freeform: Shape 2250">
              <a:extLst>
                <a:ext uri="{FF2B5EF4-FFF2-40B4-BE49-F238E27FC236}">
                  <a16:creationId xmlns:a16="http://schemas.microsoft.com/office/drawing/2014/main" id="{6BF57B56-422E-877E-5BEF-1B6A589C2A5A}"/>
                </a:ext>
              </a:extLst>
            </p:cNvPr>
            <p:cNvSpPr/>
            <p:nvPr/>
          </p:nvSpPr>
          <p:spPr>
            <a:xfrm>
              <a:off x="9369717" y="4552259"/>
              <a:ext cx="8364" cy="6716"/>
            </a:xfrm>
            <a:custGeom>
              <a:avLst/>
              <a:gdLst>
                <a:gd name="connsiteX0" fmla="*/ 8364 w 8364"/>
                <a:gd name="connsiteY0" fmla="*/ 3295 h 6716"/>
                <a:gd name="connsiteX1" fmla="*/ 4183 w 8364"/>
                <a:gd name="connsiteY1" fmla="*/ 6717 h 6716"/>
                <a:gd name="connsiteX2" fmla="*/ 0 w 8364"/>
                <a:gd name="connsiteY2" fmla="*/ 3295 h 6716"/>
                <a:gd name="connsiteX3" fmla="*/ 4183 w 8364"/>
                <a:gd name="connsiteY3" fmla="*/ 0 h 6716"/>
                <a:gd name="connsiteX4" fmla="*/ 8364 w 8364"/>
                <a:gd name="connsiteY4" fmla="*/ 3295 h 6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64" h="6716">
                  <a:moveTo>
                    <a:pt x="8364" y="3295"/>
                  </a:moveTo>
                  <a:lnTo>
                    <a:pt x="4183" y="6717"/>
                  </a:lnTo>
                  <a:lnTo>
                    <a:pt x="0" y="3295"/>
                  </a:lnTo>
                  <a:lnTo>
                    <a:pt x="4183" y="0"/>
                  </a:lnTo>
                  <a:lnTo>
                    <a:pt x="8364" y="32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2" name="Freeform: Shape 2251">
              <a:extLst>
                <a:ext uri="{FF2B5EF4-FFF2-40B4-BE49-F238E27FC236}">
                  <a16:creationId xmlns:a16="http://schemas.microsoft.com/office/drawing/2014/main" id="{E482CF7D-3014-A34F-66D6-6A375F4B0C46}"/>
                </a:ext>
              </a:extLst>
            </p:cNvPr>
            <p:cNvSpPr/>
            <p:nvPr/>
          </p:nvSpPr>
          <p:spPr>
            <a:xfrm>
              <a:off x="9315601" y="4647184"/>
              <a:ext cx="7224" cy="5829"/>
            </a:xfrm>
            <a:custGeom>
              <a:avLst/>
              <a:gdLst>
                <a:gd name="connsiteX0" fmla="*/ 7224 w 7224"/>
                <a:gd name="connsiteY0" fmla="*/ 2915 h 5829"/>
                <a:gd name="connsiteX1" fmla="*/ 3549 w 7224"/>
                <a:gd name="connsiteY1" fmla="*/ 5830 h 5829"/>
                <a:gd name="connsiteX2" fmla="*/ 0 w 7224"/>
                <a:gd name="connsiteY2" fmla="*/ 2915 h 5829"/>
                <a:gd name="connsiteX3" fmla="*/ 3549 w 7224"/>
                <a:gd name="connsiteY3" fmla="*/ 0 h 5829"/>
                <a:gd name="connsiteX4" fmla="*/ 7224 w 7224"/>
                <a:gd name="connsiteY4" fmla="*/ 2915 h 5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24" h="5829">
                  <a:moveTo>
                    <a:pt x="7224" y="2915"/>
                  </a:moveTo>
                  <a:lnTo>
                    <a:pt x="3549" y="5830"/>
                  </a:lnTo>
                  <a:lnTo>
                    <a:pt x="0" y="2915"/>
                  </a:lnTo>
                  <a:lnTo>
                    <a:pt x="3549" y="0"/>
                  </a:lnTo>
                  <a:lnTo>
                    <a:pt x="7224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3" name="Freeform: Shape 2252">
              <a:extLst>
                <a:ext uri="{FF2B5EF4-FFF2-40B4-BE49-F238E27FC236}">
                  <a16:creationId xmlns:a16="http://schemas.microsoft.com/office/drawing/2014/main" id="{8F6C008B-F784-B8CE-7681-8DC9B7684341}"/>
                </a:ext>
              </a:extLst>
            </p:cNvPr>
            <p:cNvSpPr/>
            <p:nvPr/>
          </p:nvSpPr>
          <p:spPr>
            <a:xfrm>
              <a:off x="9256796" y="4740335"/>
              <a:ext cx="6589" cy="5196"/>
            </a:xfrm>
            <a:custGeom>
              <a:avLst/>
              <a:gdLst>
                <a:gd name="connsiteX0" fmla="*/ 6590 w 6589"/>
                <a:gd name="connsiteY0" fmla="*/ 2535 h 5196"/>
                <a:gd name="connsiteX1" fmla="*/ 3294 w 6589"/>
                <a:gd name="connsiteY1" fmla="*/ 5196 h 5196"/>
                <a:gd name="connsiteX2" fmla="*/ 0 w 6589"/>
                <a:gd name="connsiteY2" fmla="*/ 2535 h 5196"/>
                <a:gd name="connsiteX3" fmla="*/ 3294 w 6589"/>
                <a:gd name="connsiteY3" fmla="*/ 0 h 5196"/>
                <a:gd name="connsiteX4" fmla="*/ 6590 w 6589"/>
                <a:gd name="connsiteY4" fmla="*/ 2535 h 5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89" h="5196">
                  <a:moveTo>
                    <a:pt x="6590" y="2535"/>
                  </a:moveTo>
                  <a:lnTo>
                    <a:pt x="3294" y="5196"/>
                  </a:lnTo>
                  <a:lnTo>
                    <a:pt x="0" y="2535"/>
                  </a:lnTo>
                  <a:lnTo>
                    <a:pt x="3294" y="0"/>
                  </a:lnTo>
                  <a:lnTo>
                    <a:pt x="6590" y="253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4" name="Freeform: Shape 2253">
              <a:extLst>
                <a:ext uri="{FF2B5EF4-FFF2-40B4-BE49-F238E27FC236}">
                  <a16:creationId xmlns:a16="http://schemas.microsoft.com/office/drawing/2014/main" id="{562F0DCF-F208-4B9F-B5D5-778939449769}"/>
                </a:ext>
              </a:extLst>
            </p:cNvPr>
            <p:cNvSpPr/>
            <p:nvPr/>
          </p:nvSpPr>
          <p:spPr>
            <a:xfrm>
              <a:off x="9194061" y="4831838"/>
              <a:ext cx="5322" cy="4182"/>
            </a:xfrm>
            <a:custGeom>
              <a:avLst/>
              <a:gdLst>
                <a:gd name="connsiteX0" fmla="*/ 5323 w 5322"/>
                <a:gd name="connsiteY0" fmla="*/ 2154 h 4182"/>
                <a:gd name="connsiteX1" fmla="*/ 2661 w 5322"/>
                <a:gd name="connsiteY1" fmla="*/ 4182 h 4182"/>
                <a:gd name="connsiteX2" fmla="*/ 0 w 5322"/>
                <a:gd name="connsiteY2" fmla="*/ 2154 h 4182"/>
                <a:gd name="connsiteX3" fmla="*/ 2661 w 5322"/>
                <a:gd name="connsiteY3" fmla="*/ 0 h 4182"/>
                <a:gd name="connsiteX4" fmla="*/ 5323 w 5322"/>
                <a:gd name="connsiteY4" fmla="*/ 2154 h 4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22" h="4182">
                  <a:moveTo>
                    <a:pt x="5323" y="2154"/>
                  </a:moveTo>
                  <a:lnTo>
                    <a:pt x="2661" y="4182"/>
                  </a:lnTo>
                  <a:lnTo>
                    <a:pt x="0" y="2154"/>
                  </a:lnTo>
                  <a:lnTo>
                    <a:pt x="2661" y="0"/>
                  </a:lnTo>
                  <a:lnTo>
                    <a:pt x="5323" y="21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5" name="Freeform: Shape 2254">
              <a:extLst>
                <a:ext uri="{FF2B5EF4-FFF2-40B4-BE49-F238E27FC236}">
                  <a16:creationId xmlns:a16="http://schemas.microsoft.com/office/drawing/2014/main" id="{1781F603-3D41-F66E-CBDE-33065235EF97}"/>
                </a:ext>
              </a:extLst>
            </p:cNvPr>
            <p:cNvSpPr/>
            <p:nvPr/>
          </p:nvSpPr>
          <p:spPr>
            <a:xfrm>
              <a:off x="9126638" y="4921187"/>
              <a:ext cx="4689" cy="3675"/>
            </a:xfrm>
            <a:custGeom>
              <a:avLst/>
              <a:gdLst>
                <a:gd name="connsiteX0" fmla="*/ 4689 w 4689"/>
                <a:gd name="connsiteY0" fmla="*/ 1901 h 3675"/>
                <a:gd name="connsiteX1" fmla="*/ 2408 w 4689"/>
                <a:gd name="connsiteY1" fmla="*/ 3675 h 3675"/>
                <a:gd name="connsiteX2" fmla="*/ 0 w 4689"/>
                <a:gd name="connsiteY2" fmla="*/ 1901 h 3675"/>
                <a:gd name="connsiteX3" fmla="*/ 2408 w 4689"/>
                <a:gd name="connsiteY3" fmla="*/ 0 h 3675"/>
                <a:gd name="connsiteX4" fmla="*/ 4689 w 4689"/>
                <a:gd name="connsiteY4" fmla="*/ 1901 h 3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89" h="3675">
                  <a:moveTo>
                    <a:pt x="4689" y="1901"/>
                  </a:moveTo>
                  <a:lnTo>
                    <a:pt x="2408" y="3675"/>
                  </a:lnTo>
                  <a:lnTo>
                    <a:pt x="0" y="1901"/>
                  </a:lnTo>
                  <a:lnTo>
                    <a:pt x="2408" y="0"/>
                  </a:lnTo>
                  <a:lnTo>
                    <a:pt x="4689" y="190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6" name="Freeform: Shape 2255">
              <a:extLst>
                <a:ext uri="{FF2B5EF4-FFF2-40B4-BE49-F238E27FC236}">
                  <a16:creationId xmlns:a16="http://schemas.microsoft.com/office/drawing/2014/main" id="{4F81F173-67B4-EB88-C204-369B73571563}"/>
                </a:ext>
              </a:extLst>
            </p:cNvPr>
            <p:cNvSpPr/>
            <p:nvPr/>
          </p:nvSpPr>
          <p:spPr>
            <a:xfrm>
              <a:off x="9055158" y="5008381"/>
              <a:ext cx="4055" cy="3295"/>
            </a:xfrm>
            <a:custGeom>
              <a:avLst/>
              <a:gdLst>
                <a:gd name="connsiteX0" fmla="*/ 4056 w 4055"/>
                <a:gd name="connsiteY0" fmla="*/ 1648 h 3295"/>
                <a:gd name="connsiteX1" fmla="*/ 2028 w 4055"/>
                <a:gd name="connsiteY1" fmla="*/ 3295 h 3295"/>
                <a:gd name="connsiteX2" fmla="*/ 0 w 4055"/>
                <a:gd name="connsiteY2" fmla="*/ 1648 h 3295"/>
                <a:gd name="connsiteX3" fmla="*/ 2028 w 4055"/>
                <a:gd name="connsiteY3" fmla="*/ 0 h 3295"/>
                <a:gd name="connsiteX4" fmla="*/ 4056 w 4055"/>
                <a:gd name="connsiteY4" fmla="*/ 1648 h 3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5" h="3295">
                  <a:moveTo>
                    <a:pt x="4056" y="1648"/>
                  </a:moveTo>
                  <a:lnTo>
                    <a:pt x="2028" y="3295"/>
                  </a:lnTo>
                  <a:lnTo>
                    <a:pt x="0" y="1648"/>
                  </a:lnTo>
                  <a:lnTo>
                    <a:pt x="2028" y="0"/>
                  </a:lnTo>
                  <a:lnTo>
                    <a:pt x="4056" y="164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7" name="Freeform: Shape 2256">
              <a:extLst>
                <a:ext uri="{FF2B5EF4-FFF2-40B4-BE49-F238E27FC236}">
                  <a16:creationId xmlns:a16="http://schemas.microsoft.com/office/drawing/2014/main" id="{8342F264-2BC6-873A-B4BF-83438FB0CEDE}"/>
                </a:ext>
              </a:extLst>
            </p:cNvPr>
            <p:cNvSpPr/>
            <p:nvPr/>
          </p:nvSpPr>
          <p:spPr>
            <a:xfrm>
              <a:off x="8979624" y="5093421"/>
              <a:ext cx="3548" cy="2788"/>
            </a:xfrm>
            <a:custGeom>
              <a:avLst/>
              <a:gdLst>
                <a:gd name="connsiteX0" fmla="*/ 3548 w 3548"/>
                <a:gd name="connsiteY0" fmla="*/ 1394 h 2788"/>
                <a:gd name="connsiteX1" fmla="*/ 1774 w 3548"/>
                <a:gd name="connsiteY1" fmla="*/ 2788 h 2788"/>
                <a:gd name="connsiteX2" fmla="*/ 0 w 3548"/>
                <a:gd name="connsiteY2" fmla="*/ 1394 h 2788"/>
                <a:gd name="connsiteX3" fmla="*/ 1774 w 3548"/>
                <a:gd name="connsiteY3" fmla="*/ 0 h 2788"/>
                <a:gd name="connsiteX4" fmla="*/ 3548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8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8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8" name="Freeform: Shape 2257">
              <a:extLst>
                <a:ext uri="{FF2B5EF4-FFF2-40B4-BE49-F238E27FC236}">
                  <a16:creationId xmlns:a16="http://schemas.microsoft.com/office/drawing/2014/main" id="{9410CCB0-1B27-D907-DA75-25BB27E53B67}"/>
                </a:ext>
              </a:extLst>
            </p:cNvPr>
            <p:cNvSpPr/>
            <p:nvPr/>
          </p:nvSpPr>
          <p:spPr>
            <a:xfrm>
              <a:off x="8900287" y="5176433"/>
              <a:ext cx="2408" cy="1774"/>
            </a:xfrm>
            <a:custGeom>
              <a:avLst/>
              <a:gdLst>
                <a:gd name="connsiteX0" fmla="*/ 2408 w 2408"/>
                <a:gd name="connsiteY0" fmla="*/ 887 h 1774"/>
                <a:gd name="connsiteX1" fmla="*/ 1267 w 2408"/>
                <a:gd name="connsiteY1" fmla="*/ 1774 h 1774"/>
                <a:gd name="connsiteX2" fmla="*/ 0 w 2408"/>
                <a:gd name="connsiteY2" fmla="*/ 887 h 1774"/>
                <a:gd name="connsiteX3" fmla="*/ 1267 w 2408"/>
                <a:gd name="connsiteY3" fmla="*/ 0 h 1774"/>
                <a:gd name="connsiteX4" fmla="*/ 2408 w 2408"/>
                <a:gd name="connsiteY4" fmla="*/ 887 h 1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8" h="1774">
                  <a:moveTo>
                    <a:pt x="2408" y="887"/>
                  </a:moveTo>
                  <a:lnTo>
                    <a:pt x="1267" y="1774"/>
                  </a:lnTo>
                  <a:lnTo>
                    <a:pt x="0" y="887"/>
                  </a:lnTo>
                  <a:lnTo>
                    <a:pt x="1267" y="0"/>
                  </a:lnTo>
                  <a:lnTo>
                    <a:pt x="2408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9" name="Freeform: Shape 2258">
              <a:extLst>
                <a:ext uri="{FF2B5EF4-FFF2-40B4-BE49-F238E27FC236}">
                  <a16:creationId xmlns:a16="http://schemas.microsoft.com/office/drawing/2014/main" id="{5B0AED9B-3B08-7144-1818-05A74F9872EC}"/>
                </a:ext>
              </a:extLst>
            </p:cNvPr>
            <p:cNvSpPr/>
            <p:nvPr/>
          </p:nvSpPr>
          <p:spPr>
            <a:xfrm>
              <a:off x="8817149" y="5256911"/>
              <a:ext cx="1393" cy="1013"/>
            </a:xfrm>
            <a:custGeom>
              <a:avLst/>
              <a:gdLst>
                <a:gd name="connsiteX0" fmla="*/ 1394 w 1393"/>
                <a:gd name="connsiteY0" fmla="*/ 507 h 1013"/>
                <a:gd name="connsiteX1" fmla="*/ 760 w 1393"/>
                <a:gd name="connsiteY1" fmla="*/ 1014 h 1013"/>
                <a:gd name="connsiteX2" fmla="*/ 0 w 1393"/>
                <a:gd name="connsiteY2" fmla="*/ 507 h 1013"/>
                <a:gd name="connsiteX3" fmla="*/ 760 w 1393"/>
                <a:gd name="connsiteY3" fmla="*/ 0 h 1013"/>
                <a:gd name="connsiteX4" fmla="*/ 1394 w 1393"/>
                <a:gd name="connsiteY4" fmla="*/ 507 h 1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3" h="1013">
                  <a:moveTo>
                    <a:pt x="1394" y="507"/>
                  </a:moveTo>
                  <a:lnTo>
                    <a:pt x="760" y="1014"/>
                  </a:lnTo>
                  <a:lnTo>
                    <a:pt x="0" y="507"/>
                  </a:lnTo>
                  <a:lnTo>
                    <a:pt x="760" y="0"/>
                  </a:lnTo>
                  <a:lnTo>
                    <a:pt x="1394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0" name="Freeform: Shape 2259">
              <a:extLst>
                <a:ext uri="{FF2B5EF4-FFF2-40B4-BE49-F238E27FC236}">
                  <a16:creationId xmlns:a16="http://schemas.microsoft.com/office/drawing/2014/main" id="{46B77631-24B0-C935-E236-0BD1EFDA2F46}"/>
                </a:ext>
              </a:extLst>
            </p:cNvPr>
            <p:cNvSpPr/>
            <p:nvPr/>
          </p:nvSpPr>
          <p:spPr>
            <a:xfrm>
              <a:off x="8730081" y="5334600"/>
              <a:ext cx="760" cy="633"/>
            </a:xfrm>
            <a:custGeom>
              <a:avLst/>
              <a:gdLst>
                <a:gd name="connsiteX0" fmla="*/ 760 w 760"/>
                <a:gd name="connsiteY0" fmla="*/ 381 h 633"/>
                <a:gd name="connsiteX1" fmla="*/ 380 w 760"/>
                <a:gd name="connsiteY1" fmla="*/ 634 h 633"/>
                <a:gd name="connsiteX2" fmla="*/ 0 w 760"/>
                <a:gd name="connsiteY2" fmla="*/ 381 h 633"/>
                <a:gd name="connsiteX3" fmla="*/ 380 w 760"/>
                <a:gd name="connsiteY3" fmla="*/ 0 h 633"/>
                <a:gd name="connsiteX4" fmla="*/ 760 w 760"/>
                <a:gd name="connsiteY4" fmla="*/ 381 h 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0" h="633">
                  <a:moveTo>
                    <a:pt x="760" y="381"/>
                  </a:moveTo>
                  <a:lnTo>
                    <a:pt x="380" y="634"/>
                  </a:lnTo>
                  <a:lnTo>
                    <a:pt x="0" y="381"/>
                  </a:lnTo>
                  <a:lnTo>
                    <a:pt x="380" y="0"/>
                  </a:lnTo>
                  <a:lnTo>
                    <a:pt x="760" y="3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1" name="Freeform: Shape 2260">
              <a:extLst>
                <a:ext uri="{FF2B5EF4-FFF2-40B4-BE49-F238E27FC236}">
                  <a16:creationId xmlns:a16="http://schemas.microsoft.com/office/drawing/2014/main" id="{59B60043-B682-FDFA-9794-C1FFB0B1BB0C}"/>
                </a:ext>
              </a:extLst>
            </p:cNvPr>
            <p:cNvSpPr/>
            <p:nvPr/>
          </p:nvSpPr>
          <p:spPr>
            <a:xfrm>
              <a:off x="8639338" y="5409627"/>
              <a:ext cx="506" cy="380"/>
            </a:xfrm>
            <a:custGeom>
              <a:avLst/>
              <a:gdLst>
                <a:gd name="connsiteX0" fmla="*/ 507 w 506"/>
                <a:gd name="connsiteY0" fmla="*/ 253 h 380"/>
                <a:gd name="connsiteX1" fmla="*/ 254 w 506"/>
                <a:gd name="connsiteY1" fmla="*/ 380 h 380"/>
                <a:gd name="connsiteX2" fmla="*/ 0 w 506"/>
                <a:gd name="connsiteY2" fmla="*/ 253 h 380"/>
                <a:gd name="connsiteX3" fmla="*/ 254 w 506"/>
                <a:gd name="connsiteY3" fmla="*/ 0 h 380"/>
                <a:gd name="connsiteX4" fmla="*/ 507 w 506"/>
                <a:gd name="connsiteY4" fmla="*/ 253 h 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" h="380">
                  <a:moveTo>
                    <a:pt x="507" y="253"/>
                  </a:moveTo>
                  <a:lnTo>
                    <a:pt x="254" y="380"/>
                  </a:lnTo>
                  <a:lnTo>
                    <a:pt x="0" y="253"/>
                  </a:lnTo>
                  <a:lnTo>
                    <a:pt x="254" y="0"/>
                  </a:lnTo>
                  <a:lnTo>
                    <a:pt x="507" y="25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2" name="Freeform: Shape 2261">
              <a:extLst>
                <a:ext uri="{FF2B5EF4-FFF2-40B4-BE49-F238E27FC236}">
                  <a16:creationId xmlns:a16="http://schemas.microsoft.com/office/drawing/2014/main" id="{3065FA69-3539-7A49-6D98-E814B4890162}"/>
                </a:ext>
              </a:extLst>
            </p:cNvPr>
            <p:cNvSpPr/>
            <p:nvPr/>
          </p:nvSpPr>
          <p:spPr>
            <a:xfrm>
              <a:off x="8544919" y="5481740"/>
              <a:ext cx="507" cy="507"/>
            </a:xfrm>
            <a:custGeom>
              <a:avLst/>
              <a:gdLst>
                <a:gd name="connsiteX0" fmla="*/ 507 w 507"/>
                <a:gd name="connsiteY0" fmla="*/ 253 h 507"/>
                <a:gd name="connsiteX1" fmla="*/ 254 w 507"/>
                <a:gd name="connsiteY1" fmla="*/ 507 h 507"/>
                <a:gd name="connsiteX2" fmla="*/ 0 w 507"/>
                <a:gd name="connsiteY2" fmla="*/ 253 h 507"/>
                <a:gd name="connsiteX3" fmla="*/ 254 w 507"/>
                <a:gd name="connsiteY3" fmla="*/ 0 h 507"/>
                <a:gd name="connsiteX4" fmla="*/ 507 w 507"/>
                <a:gd name="connsiteY4" fmla="*/ 253 h 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7" h="507">
                  <a:moveTo>
                    <a:pt x="507" y="253"/>
                  </a:moveTo>
                  <a:lnTo>
                    <a:pt x="254" y="507"/>
                  </a:lnTo>
                  <a:lnTo>
                    <a:pt x="0" y="253"/>
                  </a:lnTo>
                  <a:lnTo>
                    <a:pt x="254" y="0"/>
                  </a:lnTo>
                  <a:lnTo>
                    <a:pt x="507" y="25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3" name="Freeform: Shape 2262">
              <a:extLst>
                <a:ext uri="{FF2B5EF4-FFF2-40B4-BE49-F238E27FC236}">
                  <a16:creationId xmlns:a16="http://schemas.microsoft.com/office/drawing/2014/main" id="{DF2D19DB-F7C9-D588-E02D-24D5F9DF6839}"/>
                </a:ext>
              </a:extLst>
            </p:cNvPr>
            <p:cNvSpPr/>
            <p:nvPr/>
          </p:nvSpPr>
          <p:spPr>
            <a:xfrm>
              <a:off x="8446319" y="5550431"/>
              <a:ext cx="2154" cy="1647"/>
            </a:xfrm>
            <a:custGeom>
              <a:avLst/>
              <a:gdLst>
                <a:gd name="connsiteX0" fmla="*/ 2154 w 2154"/>
                <a:gd name="connsiteY0" fmla="*/ 887 h 1647"/>
                <a:gd name="connsiteX1" fmla="*/ 1014 w 2154"/>
                <a:gd name="connsiteY1" fmla="*/ 1647 h 1647"/>
                <a:gd name="connsiteX2" fmla="*/ 0 w 2154"/>
                <a:gd name="connsiteY2" fmla="*/ 887 h 1647"/>
                <a:gd name="connsiteX3" fmla="*/ 1014 w 2154"/>
                <a:gd name="connsiteY3" fmla="*/ 0 h 1647"/>
                <a:gd name="connsiteX4" fmla="*/ 2154 w 2154"/>
                <a:gd name="connsiteY4" fmla="*/ 887 h 1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4" h="1647">
                  <a:moveTo>
                    <a:pt x="2154" y="887"/>
                  </a:moveTo>
                  <a:lnTo>
                    <a:pt x="1014" y="1647"/>
                  </a:lnTo>
                  <a:lnTo>
                    <a:pt x="0" y="887"/>
                  </a:lnTo>
                  <a:lnTo>
                    <a:pt x="1014" y="0"/>
                  </a:lnTo>
                  <a:lnTo>
                    <a:pt x="2154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4" name="Freeform: Shape 2263">
              <a:extLst>
                <a:ext uri="{FF2B5EF4-FFF2-40B4-BE49-F238E27FC236}">
                  <a16:creationId xmlns:a16="http://schemas.microsoft.com/office/drawing/2014/main" id="{A50AFDCE-3BCE-2A4C-33B2-FEB3376D07C3}"/>
                </a:ext>
              </a:extLst>
            </p:cNvPr>
            <p:cNvSpPr/>
            <p:nvPr/>
          </p:nvSpPr>
          <p:spPr>
            <a:xfrm>
              <a:off x="8344677" y="5616207"/>
              <a:ext cx="3548" cy="2788"/>
            </a:xfrm>
            <a:custGeom>
              <a:avLst/>
              <a:gdLst>
                <a:gd name="connsiteX0" fmla="*/ 3549 w 3548"/>
                <a:gd name="connsiteY0" fmla="*/ 1394 h 2788"/>
                <a:gd name="connsiteX1" fmla="*/ 1774 w 3548"/>
                <a:gd name="connsiteY1" fmla="*/ 2788 h 2788"/>
                <a:gd name="connsiteX2" fmla="*/ 0 w 3548"/>
                <a:gd name="connsiteY2" fmla="*/ 1394 h 2788"/>
                <a:gd name="connsiteX3" fmla="*/ 1774 w 3548"/>
                <a:gd name="connsiteY3" fmla="*/ 0 h 2788"/>
                <a:gd name="connsiteX4" fmla="*/ 3549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9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9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5" name="Freeform: Shape 2264">
              <a:extLst>
                <a:ext uri="{FF2B5EF4-FFF2-40B4-BE49-F238E27FC236}">
                  <a16:creationId xmlns:a16="http://schemas.microsoft.com/office/drawing/2014/main" id="{494D22D8-F380-A3AC-9A88-6A02C8783AA3}"/>
                </a:ext>
              </a:extLst>
            </p:cNvPr>
            <p:cNvSpPr/>
            <p:nvPr/>
          </p:nvSpPr>
          <p:spPr>
            <a:xfrm>
              <a:off x="8240626" y="5679575"/>
              <a:ext cx="3548" cy="2788"/>
            </a:xfrm>
            <a:custGeom>
              <a:avLst/>
              <a:gdLst>
                <a:gd name="connsiteX0" fmla="*/ 3549 w 3548"/>
                <a:gd name="connsiteY0" fmla="*/ 1394 h 2788"/>
                <a:gd name="connsiteX1" fmla="*/ 1774 w 3548"/>
                <a:gd name="connsiteY1" fmla="*/ 2788 h 2788"/>
                <a:gd name="connsiteX2" fmla="*/ 0 w 3548"/>
                <a:gd name="connsiteY2" fmla="*/ 1394 h 2788"/>
                <a:gd name="connsiteX3" fmla="*/ 1774 w 3548"/>
                <a:gd name="connsiteY3" fmla="*/ 0 h 2788"/>
                <a:gd name="connsiteX4" fmla="*/ 3549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9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9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6" name="Freeform: Shape 2265">
              <a:extLst>
                <a:ext uri="{FF2B5EF4-FFF2-40B4-BE49-F238E27FC236}">
                  <a16:creationId xmlns:a16="http://schemas.microsoft.com/office/drawing/2014/main" id="{0D13AF03-582D-9254-4C90-3AD4B1C680DD}"/>
                </a:ext>
              </a:extLst>
            </p:cNvPr>
            <p:cNvSpPr/>
            <p:nvPr/>
          </p:nvSpPr>
          <p:spPr>
            <a:xfrm>
              <a:off x="8132901" y="5739014"/>
              <a:ext cx="5069" cy="4055"/>
            </a:xfrm>
            <a:custGeom>
              <a:avLst/>
              <a:gdLst>
                <a:gd name="connsiteX0" fmla="*/ 5070 w 5069"/>
                <a:gd name="connsiteY0" fmla="*/ 2028 h 4055"/>
                <a:gd name="connsiteX1" fmla="*/ 2535 w 5069"/>
                <a:gd name="connsiteY1" fmla="*/ 4056 h 4055"/>
                <a:gd name="connsiteX2" fmla="*/ 0 w 5069"/>
                <a:gd name="connsiteY2" fmla="*/ 2028 h 4055"/>
                <a:gd name="connsiteX3" fmla="*/ 2535 w 5069"/>
                <a:gd name="connsiteY3" fmla="*/ 0 h 4055"/>
                <a:gd name="connsiteX4" fmla="*/ 5070 w 5069"/>
                <a:gd name="connsiteY4" fmla="*/ 2028 h 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9" h="4055">
                  <a:moveTo>
                    <a:pt x="5070" y="2028"/>
                  </a:moveTo>
                  <a:lnTo>
                    <a:pt x="2535" y="4056"/>
                  </a:lnTo>
                  <a:lnTo>
                    <a:pt x="0" y="2028"/>
                  </a:lnTo>
                  <a:lnTo>
                    <a:pt x="2535" y="0"/>
                  </a:lnTo>
                  <a:lnTo>
                    <a:pt x="5070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7" name="Freeform: Shape 2266">
              <a:extLst>
                <a:ext uri="{FF2B5EF4-FFF2-40B4-BE49-F238E27FC236}">
                  <a16:creationId xmlns:a16="http://schemas.microsoft.com/office/drawing/2014/main" id="{88840B57-024C-2E3F-E35F-49EB7336658C}"/>
                </a:ext>
              </a:extLst>
            </p:cNvPr>
            <p:cNvSpPr/>
            <p:nvPr/>
          </p:nvSpPr>
          <p:spPr>
            <a:xfrm>
              <a:off x="8022894" y="5795792"/>
              <a:ext cx="5830" cy="4562"/>
            </a:xfrm>
            <a:custGeom>
              <a:avLst/>
              <a:gdLst>
                <a:gd name="connsiteX0" fmla="*/ 5830 w 5830"/>
                <a:gd name="connsiteY0" fmla="*/ 2281 h 4562"/>
                <a:gd name="connsiteX1" fmla="*/ 2915 w 5830"/>
                <a:gd name="connsiteY1" fmla="*/ 4562 h 4562"/>
                <a:gd name="connsiteX2" fmla="*/ 0 w 5830"/>
                <a:gd name="connsiteY2" fmla="*/ 2281 h 4562"/>
                <a:gd name="connsiteX3" fmla="*/ 2915 w 5830"/>
                <a:gd name="connsiteY3" fmla="*/ 0 h 4562"/>
                <a:gd name="connsiteX4" fmla="*/ 5830 w 5830"/>
                <a:gd name="connsiteY4" fmla="*/ 2281 h 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30" h="4562">
                  <a:moveTo>
                    <a:pt x="5830" y="2281"/>
                  </a:moveTo>
                  <a:lnTo>
                    <a:pt x="2915" y="4562"/>
                  </a:lnTo>
                  <a:lnTo>
                    <a:pt x="0" y="2281"/>
                  </a:lnTo>
                  <a:lnTo>
                    <a:pt x="2915" y="0"/>
                  </a:lnTo>
                  <a:lnTo>
                    <a:pt x="5830" y="22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8" name="Freeform: Shape 2267">
              <a:extLst>
                <a:ext uri="{FF2B5EF4-FFF2-40B4-BE49-F238E27FC236}">
                  <a16:creationId xmlns:a16="http://schemas.microsoft.com/office/drawing/2014/main" id="{158E9805-CD2B-43EF-A042-82C54BEC96EA}"/>
                </a:ext>
              </a:extLst>
            </p:cNvPr>
            <p:cNvSpPr/>
            <p:nvPr/>
          </p:nvSpPr>
          <p:spPr>
            <a:xfrm>
              <a:off x="7909846" y="5848894"/>
              <a:ext cx="7350" cy="5703"/>
            </a:xfrm>
            <a:custGeom>
              <a:avLst/>
              <a:gdLst>
                <a:gd name="connsiteX0" fmla="*/ 7351 w 7350"/>
                <a:gd name="connsiteY0" fmla="*/ 2788 h 5703"/>
                <a:gd name="connsiteX1" fmla="*/ 3675 w 7350"/>
                <a:gd name="connsiteY1" fmla="*/ 5703 h 5703"/>
                <a:gd name="connsiteX2" fmla="*/ 0 w 7350"/>
                <a:gd name="connsiteY2" fmla="*/ 2788 h 5703"/>
                <a:gd name="connsiteX3" fmla="*/ 3675 w 7350"/>
                <a:gd name="connsiteY3" fmla="*/ 0 h 5703"/>
                <a:gd name="connsiteX4" fmla="*/ 7351 w 7350"/>
                <a:gd name="connsiteY4" fmla="*/ 2788 h 5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0" h="5703">
                  <a:moveTo>
                    <a:pt x="7351" y="2788"/>
                  </a:moveTo>
                  <a:lnTo>
                    <a:pt x="3675" y="5703"/>
                  </a:lnTo>
                  <a:lnTo>
                    <a:pt x="0" y="2788"/>
                  </a:lnTo>
                  <a:lnTo>
                    <a:pt x="3675" y="0"/>
                  </a:lnTo>
                  <a:lnTo>
                    <a:pt x="7351" y="278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9" name="Freeform: Shape 2268">
              <a:extLst>
                <a:ext uri="{FF2B5EF4-FFF2-40B4-BE49-F238E27FC236}">
                  <a16:creationId xmlns:a16="http://schemas.microsoft.com/office/drawing/2014/main" id="{93D499DF-DE69-FD65-7DB1-D8D14DC23749}"/>
                </a:ext>
              </a:extLst>
            </p:cNvPr>
            <p:cNvSpPr/>
            <p:nvPr/>
          </p:nvSpPr>
          <p:spPr>
            <a:xfrm>
              <a:off x="7794769" y="5898828"/>
              <a:ext cx="7984" cy="6463"/>
            </a:xfrm>
            <a:custGeom>
              <a:avLst/>
              <a:gdLst>
                <a:gd name="connsiteX0" fmla="*/ 7984 w 7984"/>
                <a:gd name="connsiteY0" fmla="*/ 3168 h 6463"/>
                <a:gd name="connsiteX1" fmla="*/ 3929 w 7984"/>
                <a:gd name="connsiteY1" fmla="*/ 6464 h 6463"/>
                <a:gd name="connsiteX2" fmla="*/ 0 w 7984"/>
                <a:gd name="connsiteY2" fmla="*/ 3168 h 6463"/>
                <a:gd name="connsiteX3" fmla="*/ 3929 w 7984"/>
                <a:gd name="connsiteY3" fmla="*/ 0 h 6463"/>
                <a:gd name="connsiteX4" fmla="*/ 7984 w 7984"/>
                <a:gd name="connsiteY4" fmla="*/ 3168 h 6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84" h="6463">
                  <a:moveTo>
                    <a:pt x="7984" y="3168"/>
                  </a:moveTo>
                  <a:lnTo>
                    <a:pt x="3929" y="6464"/>
                  </a:lnTo>
                  <a:lnTo>
                    <a:pt x="0" y="3168"/>
                  </a:lnTo>
                  <a:lnTo>
                    <a:pt x="3929" y="0"/>
                  </a:lnTo>
                  <a:lnTo>
                    <a:pt x="7984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0" name="Freeform: Shape 2269">
              <a:extLst>
                <a:ext uri="{FF2B5EF4-FFF2-40B4-BE49-F238E27FC236}">
                  <a16:creationId xmlns:a16="http://schemas.microsoft.com/office/drawing/2014/main" id="{D0AC6441-38EC-D813-30D9-D435CE0CEDE5}"/>
                </a:ext>
              </a:extLst>
            </p:cNvPr>
            <p:cNvSpPr/>
            <p:nvPr/>
          </p:nvSpPr>
          <p:spPr>
            <a:xfrm>
              <a:off x="7677032" y="5945214"/>
              <a:ext cx="9378" cy="7350"/>
            </a:xfrm>
            <a:custGeom>
              <a:avLst/>
              <a:gdLst>
                <a:gd name="connsiteX0" fmla="*/ 9378 w 9378"/>
                <a:gd name="connsiteY0" fmla="*/ 3675 h 7350"/>
                <a:gd name="connsiteX1" fmla="*/ 4689 w 9378"/>
                <a:gd name="connsiteY1" fmla="*/ 7351 h 7350"/>
                <a:gd name="connsiteX2" fmla="*/ 0 w 9378"/>
                <a:gd name="connsiteY2" fmla="*/ 3675 h 7350"/>
                <a:gd name="connsiteX3" fmla="*/ 4689 w 9378"/>
                <a:gd name="connsiteY3" fmla="*/ 0 h 7350"/>
                <a:gd name="connsiteX4" fmla="*/ 9378 w 9378"/>
                <a:gd name="connsiteY4" fmla="*/ 3675 h 7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78" h="7350">
                  <a:moveTo>
                    <a:pt x="9378" y="3675"/>
                  </a:moveTo>
                  <a:lnTo>
                    <a:pt x="4689" y="7351"/>
                  </a:lnTo>
                  <a:lnTo>
                    <a:pt x="0" y="3675"/>
                  </a:lnTo>
                  <a:lnTo>
                    <a:pt x="4689" y="0"/>
                  </a:lnTo>
                  <a:lnTo>
                    <a:pt x="9378" y="367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1" name="Freeform: Shape 2270">
              <a:extLst>
                <a:ext uri="{FF2B5EF4-FFF2-40B4-BE49-F238E27FC236}">
                  <a16:creationId xmlns:a16="http://schemas.microsoft.com/office/drawing/2014/main" id="{3613E883-FD4A-11D4-9258-8B0EEEFF9951}"/>
                </a:ext>
              </a:extLst>
            </p:cNvPr>
            <p:cNvSpPr/>
            <p:nvPr/>
          </p:nvSpPr>
          <p:spPr>
            <a:xfrm>
              <a:off x="7557393" y="5988177"/>
              <a:ext cx="10265" cy="8111"/>
            </a:xfrm>
            <a:custGeom>
              <a:avLst/>
              <a:gdLst>
                <a:gd name="connsiteX0" fmla="*/ 10266 w 10265"/>
                <a:gd name="connsiteY0" fmla="*/ 4056 h 8111"/>
                <a:gd name="connsiteX1" fmla="*/ 5196 w 10265"/>
                <a:gd name="connsiteY1" fmla="*/ 8111 h 8111"/>
                <a:gd name="connsiteX2" fmla="*/ 0 w 10265"/>
                <a:gd name="connsiteY2" fmla="*/ 4056 h 8111"/>
                <a:gd name="connsiteX3" fmla="*/ 5196 w 10265"/>
                <a:gd name="connsiteY3" fmla="*/ 0 h 8111"/>
                <a:gd name="connsiteX4" fmla="*/ 10266 w 10265"/>
                <a:gd name="connsiteY4" fmla="*/ 4056 h 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5" h="8111">
                  <a:moveTo>
                    <a:pt x="10266" y="4056"/>
                  </a:moveTo>
                  <a:lnTo>
                    <a:pt x="5196" y="8111"/>
                  </a:lnTo>
                  <a:lnTo>
                    <a:pt x="0" y="4056"/>
                  </a:lnTo>
                  <a:lnTo>
                    <a:pt x="5196" y="0"/>
                  </a:lnTo>
                  <a:lnTo>
                    <a:pt x="10266" y="405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2" name="Freeform: Shape 2271">
              <a:extLst>
                <a:ext uri="{FF2B5EF4-FFF2-40B4-BE49-F238E27FC236}">
                  <a16:creationId xmlns:a16="http://schemas.microsoft.com/office/drawing/2014/main" id="{9AE40A01-DE6E-2655-A6EB-D567B52C66A7}"/>
                </a:ext>
              </a:extLst>
            </p:cNvPr>
            <p:cNvSpPr/>
            <p:nvPr/>
          </p:nvSpPr>
          <p:spPr>
            <a:xfrm>
              <a:off x="7435600" y="6027465"/>
              <a:ext cx="11532" cy="9125"/>
            </a:xfrm>
            <a:custGeom>
              <a:avLst/>
              <a:gdLst>
                <a:gd name="connsiteX0" fmla="*/ 11533 w 11532"/>
                <a:gd name="connsiteY0" fmla="*/ 4563 h 9125"/>
                <a:gd name="connsiteX1" fmla="*/ 5829 w 11532"/>
                <a:gd name="connsiteY1" fmla="*/ 9125 h 9125"/>
                <a:gd name="connsiteX2" fmla="*/ 0 w 11532"/>
                <a:gd name="connsiteY2" fmla="*/ 4563 h 9125"/>
                <a:gd name="connsiteX3" fmla="*/ 5829 w 11532"/>
                <a:gd name="connsiteY3" fmla="*/ 0 h 9125"/>
                <a:gd name="connsiteX4" fmla="*/ 11533 w 11532"/>
                <a:gd name="connsiteY4" fmla="*/ 4563 h 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32" h="9125">
                  <a:moveTo>
                    <a:pt x="11533" y="4563"/>
                  </a:moveTo>
                  <a:lnTo>
                    <a:pt x="5829" y="9125"/>
                  </a:lnTo>
                  <a:lnTo>
                    <a:pt x="0" y="4563"/>
                  </a:lnTo>
                  <a:lnTo>
                    <a:pt x="5829" y="0"/>
                  </a:lnTo>
                  <a:lnTo>
                    <a:pt x="11533" y="456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3" name="Freeform: Shape 2272">
              <a:extLst>
                <a:ext uri="{FF2B5EF4-FFF2-40B4-BE49-F238E27FC236}">
                  <a16:creationId xmlns:a16="http://schemas.microsoft.com/office/drawing/2014/main" id="{225FD3B3-4DAE-9743-BB6E-E830B47934FD}"/>
                </a:ext>
              </a:extLst>
            </p:cNvPr>
            <p:cNvSpPr/>
            <p:nvPr/>
          </p:nvSpPr>
          <p:spPr>
            <a:xfrm>
              <a:off x="7312285" y="6063331"/>
              <a:ext cx="12420" cy="9758"/>
            </a:xfrm>
            <a:custGeom>
              <a:avLst/>
              <a:gdLst>
                <a:gd name="connsiteX0" fmla="*/ 12421 w 12420"/>
                <a:gd name="connsiteY0" fmla="*/ 4943 h 9758"/>
                <a:gd name="connsiteX1" fmla="*/ 6211 w 12420"/>
                <a:gd name="connsiteY1" fmla="*/ 9759 h 9758"/>
                <a:gd name="connsiteX2" fmla="*/ 0 w 12420"/>
                <a:gd name="connsiteY2" fmla="*/ 4943 h 9758"/>
                <a:gd name="connsiteX3" fmla="*/ 6211 w 12420"/>
                <a:gd name="connsiteY3" fmla="*/ 0 h 9758"/>
                <a:gd name="connsiteX4" fmla="*/ 12421 w 12420"/>
                <a:gd name="connsiteY4" fmla="*/ 4943 h 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20" h="9758">
                  <a:moveTo>
                    <a:pt x="12421" y="4943"/>
                  </a:moveTo>
                  <a:lnTo>
                    <a:pt x="6211" y="9759"/>
                  </a:lnTo>
                  <a:lnTo>
                    <a:pt x="0" y="4943"/>
                  </a:lnTo>
                  <a:lnTo>
                    <a:pt x="6211" y="0"/>
                  </a:lnTo>
                  <a:lnTo>
                    <a:pt x="12421" y="494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4" name="Freeform: Shape 2273">
              <a:extLst>
                <a:ext uri="{FF2B5EF4-FFF2-40B4-BE49-F238E27FC236}">
                  <a16:creationId xmlns:a16="http://schemas.microsoft.com/office/drawing/2014/main" id="{A400F421-751E-50AF-E296-2EC0D842DF60}"/>
                </a:ext>
              </a:extLst>
            </p:cNvPr>
            <p:cNvSpPr/>
            <p:nvPr/>
          </p:nvSpPr>
          <p:spPr>
            <a:xfrm>
              <a:off x="7187324" y="6095522"/>
              <a:ext cx="13181" cy="10392"/>
            </a:xfrm>
            <a:custGeom>
              <a:avLst/>
              <a:gdLst>
                <a:gd name="connsiteX0" fmla="*/ 13181 w 13181"/>
                <a:gd name="connsiteY0" fmla="*/ 5196 h 10392"/>
                <a:gd name="connsiteX1" fmla="*/ 6591 w 13181"/>
                <a:gd name="connsiteY1" fmla="*/ 10392 h 10392"/>
                <a:gd name="connsiteX2" fmla="*/ 0 w 13181"/>
                <a:gd name="connsiteY2" fmla="*/ 5196 h 10392"/>
                <a:gd name="connsiteX3" fmla="*/ 6591 w 13181"/>
                <a:gd name="connsiteY3" fmla="*/ 0 h 10392"/>
                <a:gd name="connsiteX4" fmla="*/ 13181 w 13181"/>
                <a:gd name="connsiteY4" fmla="*/ 5196 h 1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81" h="10392">
                  <a:moveTo>
                    <a:pt x="13181" y="5196"/>
                  </a:moveTo>
                  <a:lnTo>
                    <a:pt x="6591" y="10392"/>
                  </a:lnTo>
                  <a:lnTo>
                    <a:pt x="0" y="5196"/>
                  </a:lnTo>
                  <a:lnTo>
                    <a:pt x="6591" y="0"/>
                  </a:lnTo>
                  <a:lnTo>
                    <a:pt x="13181" y="519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5" name="Freeform: Shape 2274">
              <a:extLst>
                <a:ext uri="{FF2B5EF4-FFF2-40B4-BE49-F238E27FC236}">
                  <a16:creationId xmlns:a16="http://schemas.microsoft.com/office/drawing/2014/main" id="{4023B9C8-BB3E-8D96-F116-6B430FE05B81}"/>
                </a:ext>
              </a:extLst>
            </p:cNvPr>
            <p:cNvSpPr/>
            <p:nvPr/>
          </p:nvSpPr>
          <p:spPr>
            <a:xfrm>
              <a:off x="7060588" y="6123785"/>
              <a:ext cx="14574" cy="11533"/>
            </a:xfrm>
            <a:custGeom>
              <a:avLst/>
              <a:gdLst>
                <a:gd name="connsiteX0" fmla="*/ 14575 w 14574"/>
                <a:gd name="connsiteY0" fmla="*/ 5703 h 11533"/>
                <a:gd name="connsiteX1" fmla="*/ 7351 w 14574"/>
                <a:gd name="connsiteY1" fmla="*/ 11533 h 11533"/>
                <a:gd name="connsiteX2" fmla="*/ 0 w 14574"/>
                <a:gd name="connsiteY2" fmla="*/ 5703 h 11533"/>
                <a:gd name="connsiteX3" fmla="*/ 7351 w 14574"/>
                <a:gd name="connsiteY3" fmla="*/ 0 h 11533"/>
                <a:gd name="connsiteX4" fmla="*/ 14575 w 14574"/>
                <a:gd name="connsiteY4" fmla="*/ 5703 h 11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574" h="11533">
                  <a:moveTo>
                    <a:pt x="14575" y="5703"/>
                  </a:moveTo>
                  <a:cubicBezTo>
                    <a:pt x="14575" y="8871"/>
                    <a:pt x="11280" y="11533"/>
                    <a:pt x="7351" y="11533"/>
                  </a:cubicBezTo>
                  <a:cubicBezTo>
                    <a:pt x="3422" y="11533"/>
                    <a:pt x="0" y="8998"/>
                    <a:pt x="0" y="5703"/>
                  </a:cubicBezTo>
                  <a:cubicBezTo>
                    <a:pt x="0" y="2408"/>
                    <a:pt x="3295" y="0"/>
                    <a:pt x="7351" y="0"/>
                  </a:cubicBezTo>
                  <a:cubicBezTo>
                    <a:pt x="11407" y="0"/>
                    <a:pt x="14575" y="2534"/>
                    <a:pt x="14575" y="570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6" name="Freeform: Shape 2275">
              <a:extLst>
                <a:ext uri="{FF2B5EF4-FFF2-40B4-BE49-F238E27FC236}">
                  <a16:creationId xmlns:a16="http://schemas.microsoft.com/office/drawing/2014/main" id="{4A17A9F1-88CE-BBF5-4AC3-454853601917}"/>
                </a:ext>
              </a:extLst>
            </p:cNvPr>
            <p:cNvSpPr/>
            <p:nvPr/>
          </p:nvSpPr>
          <p:spPr>
            <a:xfrm>
              <a:off x="6933091" y="6148498"/>
              <a:ext cx="15335" cy="12166"/>
            </a:xfrm>
            <a:custGeom>
              <a:avLst/>
              <a:gdLst>
                <a:gd name="connsiteX0" fmla="*/ 15335 w 15335"/>
                <a:gd name="connsiteY0" fmla="*/ 6083 h 12166"/>
                <a:gd name="connsiteX1" fmla="*/ 7605 w 15335"/>
                <a:gd name="connsiteY1" fmla="*/ 12167 h 12166"/>
                <a:gd name="connsiteX2" fmla="*/ 0 w 15335"/>
                <a:gd name="connsiteY2" fmla="*/ 6083 h 12166"/>
                <a:gd name="connsiteX3" fmla="*/ 7605 w 15335"/>
                <a:gd name="connsiteY3" fmla="*/ 0 h 12166"/>
                <a:gd name="connsiteX4" fmla="*/ 15335 w 15335"/>
                <a:gd name="connsiteY4" fmla="*/ 6083 h 1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35" h="12166">
                  <a:moveTo>
                    <a:pt x="15335" y="6083"/>
                  </a:moveTo>
                  <a:cubicBezTo>
                    <a:pt x="15335" y="9505"/>
                    <a:pt x="11913" y="12167"/>
                    <a:pt x="7605" y="12167"/>
                  </a:cubicBezTo>
                  <a:cubicBezTo>
                    <a:pt x="3295" y="12167"/>
                    <a:pt x="0" y="9505"/>
                    <a:pt x="0" y="6083"/>
                  </a:cubicBezTo>
                  <a:cubicBezTo>
                    <a:pt x="0" y="2662"/>
                    <a:pt x="3422" y="0"/>
                    <a:pt x="7605" y="0"/>
                  </a:cubicBezTo>
                  <a:cubicBezTo>
                    <a:pt x="11786" y="0"/>
                    <a:pt x="15335" y="2662"/>
                    <a:pt x="15335" y="60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7" name="Freeform: Shape 2276">
              <a:extLst>
                <a:ext uri="{FF2B5EF4-FFF2-40B4-BE49-F238E27FC236}">
                  <a16:creationId xmlns:a16="http://schemas.microsoft.com/office/drawing/2014/main" id="{06F142CD-A3D7-E83A-87F5-D92E2EDF273A}"/>
                </a:ext>
              </a:extLst>
            </p:cNvPr>
            <p:cNvSpPr/>
            <p:nvPr/>
          </p:nvSpPr>
          <p:spPr>
            <a:xfrm>
              <a:off x="6804455" y="6169536"/>
              <a:ext cx="15968" cy="12673"/>
            </a:xfrm>
            <a:custGeom>
              <a:avLst/>
              <a:gdLst>
                <a:gd name="connsiteX0" fmla="*/ 15968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8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8" y="6337"/>
                  </a:moveTo>
                  <a:cubicBezTo>
                    <a:pt x="15968" y="9759"/>
                    <a:pt x="12420" y="12674"/>
                    <a:pt x="7984" y="12674"/>
                  </a:cubicBezTo>
                  <a:cubicBezTo>
                    <a:pt x="3548" y="12674"/>
                    <a:pt x="0" y="9885"/>
                    <a:pt x="0" y="6337"/>
                  </a:cubicBezTo>
                  <a:cubicBezTo>
                    <a:pt x="0" y="2788"/>
                    <a:pt x="3548" y="0"/>
                    <a:pt x="7984" y="0"/>
                  </a:cubicBezTo>
                  <a:cubicBezTo>
                    <a:pt x="12420" y="0"/>
                    <a:pt x="15968" y="2788"/>
                    <a:pt x="15968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8" name="Freeform: Shape 2277">
              <a:extLst>
                <a:ext uri="{FF2B5EF4-FFF2-40B4-BE49-F238E27FC236}">
                  <a16:creationId xmlns:a16="http://schemas.microsoft.com/office/drawing/2014/main" id="{9A69BFD9-D9EA-D179-A2F7-125302EE1F38}"/>
                </a:ext>
              </a:extLst>
            </p:cNvPr>
            <p:cNvSpPr/>
            <p:nvPr/>
          </p:nvSpPr>
          <p:spPr>
            <a:xfrm>
              <a:off x="6674803" y="6186646"/>
              <a:ext cx="16729" cy="13180"/>
            </a:xfrm>
            <a:custGeom>
              <a:avLst/>
              <a:gdLst>
                <a:gd name="connsiteX0" fmla="*/ 16729 w 16729"/>
                <a:gd name="connsiteY0" fmla="*/ 6590 h 13180"/>
                <a:gd name="connsiteX1" fmla="*/ 8365 w 16729"/>
                <a:gd name="connsiteY1" fmla="*/ 13181 h 13180"/>
                <a:gd name="connsiteX2" fmla="*/ 0 w 16729"/>
                <a:gd name="connsiteY2" fmla="*/ 6590 h 13180"/>
                <a:gd name="connsiteX3" fmla="*/ 8365 w 16729"/>
                <a:gd name="connsiteY3" fmla="*/ 0 h 13180"/>
                <a:gd name="connsiteX4" fmla="*/ 16729 w 16729"/>
                <a:gd name="connsiteY4" fmla="*/ 6590 h 13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9" h="13180">
                  <a:moveTo>
                    <a:pt x="16729" y="6590"/>
                  </a:moveTo>
                  <a:cubicBezTo>
                    <a:pt x="16729" y="10266"/>
                    <a:pt x="12927" y="13181"/>
                    <a:pt x="8365" y="13181"/>
                  </a:cubicBezTo>
                  <a:cubicBezTo>
                    <a:pt x="3802" y="13181"/>
                    <a:pt x="0" y="10266"/>
                    <a:pt x="0" y="6590"/>
                  </a:cubicBezTo>
                  <a:cubicBezTo>
                    <a:pt x="0" y="2915"/>
                    <a:pt x="3802" y="0"/>
                    <a:pt x="8365" y="0"/>
                  </a:cubicBezTo>
                  <a:cubicBezTo>
                    <a:pt x="12927" y="0"/>
                    <a:pt x="16729" y="3042"/>
                    <a:pt x="16729" y="659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9" name="Freeform: Shape 2278">
              <a:extLst>
                <a:ext uri="{FF2B5EF4-FFF2-40B4-BE49-F238E27FC236}">
                  <a16:creationId xmlns:a16="http://schemas.microsoft.com/office/drawing/2014/main" id="{49E3EE34-078D-9186-F27D-7E2F3C16131A}"/>
                </a:ext>
              </a:extLst>
            </p:cNvPr>
            <p:cNvSpPr/>
            <p:nvPr/>
          </p:nvSpPr>
          <p:spPr>
            <a:xfrm>
              <a:off x="6544392" y="6199826"/>
              <a:ext cx="17489" cy="13941"/>
            </a:xfrm>
            <a:custGeom>
              <a:avLst/>
              <a:gdLst>
                <a:gd name="connsiteX0" fmla="*/ 17490 w 17489"/>
                <a:gd name="connsiteY0" fmla="*/ 6970 h 13941"/>
                <a:gd name="connsiteX1" fmla="*/ 8745 w 17489"/>
                <a:gd name="connsiteY1" fmla="*/ 13941 h 13941"/>
                <a:gd name="connsiteX2" fmla="*/ 0 w 17489"/>
                <a:gd name="connsiteY2" fmla="*/ 6970 h 13941"/>
                <a:gd name="connsiteX3" fmla="*/ 8745 w 17489"/>
                <a:gd name="connsiteY3" fmla="*/ 0 h 13941"/>
                <a:gd name="connsiteX4" fmla="*/ 17490 w 17489"/>
                <a:gd name="connsiteY4" fmla="*/ 6970 h 1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89" h="13941">
                  <a:moveTo>
                    <a:pt x="17490" y="6970"/>
                  </a:moveTo>
                  <a:cubicBezTo>
                    <a:pt x="17490" y="10773"/>
                    <a:pt x="13561" y="13941"/>
                    <a:pt x="8745" y="13941"/>
                  </a:cubicBezTo>
                  <a:cubicBezTo>
                    <a:pt x="3929" y="13941"/>
                    <a:pt x="0" y="10899"/>
                    <a:pt x="0" y="6970"/>
                  </a:cubicBezTo>
                  <a:cubicBezTo>
                    <a:pt x="0" y="3042"/>
                    <a:pt x="3929" y="0"/>
                    <a:pt x="8745" y="0"/>
                  </a:cubicBezTo>
                  <a:cubicBezTo>
                    <a:pt x="13561" y="0"/>
                    <a:pt x="17490" y="3042"/>
                    <a:pt x="17490" y="69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0" name="Freeform: Shape 2279">
              <a:extLst>
                <a:ext uri="{FF2B5EF4-FFF2-40B4-BE49-F238E27FC236}">
                  <a16:creationId xmlns:a16="http://schemas.microsoft.com/office/drawing/2014/main" id="{C0FA7513-2971-AEE3-467E-D3AD815A344C}"/>
                </a:ext>
              </a:extLst>
            </p:cNvPr>
            <p:cNvSpPr/>
            <p:nvPr/>
          </p:nvSpPr>
          <p:spPr>
            <a:xfrm>
              <a:off x="6413221" y="6209078"/>
              <a:ext cx="18883" cy="14955"/>
            </a:xfrm>
            <a:custGeom>
              <a:avLst/>
              <a:gdLst>
                <a:gd name="connsiteX0" fmla="*/ 18884 w 18883"/>
                <a:gd name="connsiteY0" fmla="*/ 7478 h 14955"/>
                <a:gd name="connsiteX1" fmla="*/ 9505 w 18883"/>
                <a:gd name="connsiteY1" fmla="*/ 14955 h 14955"/>
                <a:gd name="connsiteX2" fmla="*/ 0 w 18883"/>
                <a:gd name="connsiteY2" fmla="*/ 7478 h 14955"/>
                <a:gd name="connsiteX3" fmla="*/ 9505 w 18883"/>
                <a:gd name="connsiteY3" fmla="*/ 0 h 14955"/>
                <a:gd name="connsiteX4" fmla="*/ 18884 w 18883"/>
                <a:gd name="connsiteY4" fmla="*/ 7478 h 14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83" h="14955">
                  <a:moveTo>
                    <a:pt x="18884" y="7478"/>
                  </a:moveTo>
                  <a:cubicBezTo>
                    <a:pt x="18884" y="11660"/>
                    <a:pt x="14701" y="14955"/>
                    <a:pt x="9505" y="14955"/>
                  </a:cubicBezTo>
                  <a:cubicBezTo>
                    <a:pt x="4309" y="14955"/>
                    <a:pt x="0" y="11660"/>
                    <a:pt x="0" y="7478"/>
                  </a:cubicBezTo>
                  <a:cubicBezTo>
                    <a:pt x="0" y="3295"/>
                    <a:pt x="4309" y="0"/>
                    <a:pt x="9505" y="0"/>
                  </a:cubicBezTo>
                  <a:cubicBezTo>
                    <a:pt x="14701" y="0"/>
                    <a:pt x="18884" y="3422"/>
                    <a:pt x="18884" y="747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1" name="Freeform: Shape 2280">
              <a:extLst>
                <a:ext uri="{FF2B5EF4-FFF2-40B4-BE49-F238E27FC236}">
                  <a16:creationId xmlns:a16="http://schemas.microsoft.com/office/drawing/2014/main" id="{9DBE3437-6E71-F909-06A6-F2FACD04EEB5}"/>
                </a:ext>
              </a:extLst>
            </p:cNvPr>
            <p:cNvSpPr/>
            <p:nvPr/>
          </p:nvSpPr>
          <p:spPr>
            <a:xfrm>
              <a:off x="6281795" y="6214528"/>
              <a:ext cx="19770" cy="15715"/>
            </a:xfrm>
            <a:custGeom>
              <a:avLst/>
              <a:gdLst>
                <a:gd name="connsiteX0" fmla="*/ 19771 w 19770"/>
                <a:gd name="connsiteY0" fmla="*/ 7858 h 15715"/>
                <a:gd name="connsiteX1" fmla="*/ 9885 w 19770"/>
                <a:gd name="connsiteY1" fmla="*/ 15715 h 15715"/>
                <a:gd name="connsiteX2" fmla="*/ 0 w 19770"/>
                <a:gd name="connsiteY2" fmla="*/ 7858 h 15715"/>
                <a:gd name="connsiteX3" fmla="*/ 9885 w 19770"/>
                <a:gd name="connsiteY3" fmla="*/ 0 h 15715"/>
                <a:gd name="connsiteX4" fmla="*/ 19771 w 19770"/>
                <a:gd name="connsiteY4" fmla="*/ 7858 h 1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70" h="15715">
                  <a:moveTo>
                    <a:pt x="19771" y="7858"/>
                  </a:moveTo>
                  <a:cubicBezTo>
                    <a:pt x="19771" y="12167"/>
                    <a:pt x="15335" y="15715"/>
                    <a:pt x="9885" y="15715"/>
                  </a:cubicBezTo>
                  <a:cubicBezTo>
                    <a:pt x="4436" y="15715"/>
                    <a:pt x="0" y="12167"/>
                    <a:pt x="0" y="7858"/>
                  </a:cubicBezTo>
                  <a:cubicBezTo>
                    <a:pt x="0" y="3549"/>
                    <a:pt x="4436" y="0"/>
                    <a:pt x="9885" y="0"/>
                  </a:cubicBezTo>
                  <a:cubicBezTo>
                    <a:pt x="15335" y="0"/>
                    <a:pt x="19771" y="3549"/>
                    <a:pt x="19771" y="785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2" name="Freeform: Shape 2281">
              <a:extLst>
                <a:ext uri="{FF2B5EF4-FFF2-40B4-BE49-F238E27FC236}">
                  <a16:creationId xmlns:a16="http://schemas.microsoft.com/office/drawing/2014/main" id="{60B391EE-E890-B2FF-FFFC-8F0173EFAFD2}"/>
                </a:ext>
              </a:extLst>
            </p:cNvPr>
            <p:cNvSpPr/>
            <p:nvPr/>
          </p:nvSpPr>
          <p:spPr>
            <a:xfrm>
              <a:off x="6150370" y="6216175"/>
              <a:ext cx="20404" cy="16222"/>
            </a:xfrm>
            <a:custGeom>
              <a:avLst/>
              <a:gdLst>
                <a:gd name="connsiteX0" fmla="*/ 20404 w 20404"/>
                <a:gd name="connsiteY0" fmla="*/ 8111 h 16222"/>
                <a:gd name="connsiteX1" fmla="*/ 10266 w 20404"/>
                <a:gd name="connsiteY1" fmla="*/ 16222 h 16222"/>
                <a:gd name="connsiteX2" fmla="*/ 0 w 20404"/>
                <a:gd name="connsiteY2" fmla="*/ 8111 h 16222"/>
                <a:gd name="connsiteX3" fmla="*/ 10266 w 20404"/>
                <a:gd name="connsiteY3" fmla="*/ 0 h 16222"/>
                <a:gd name="connsiteX4" fmla="*/ 20404 w 20404"/>
                <a:gd name="connsiteY4" fmla="*/ 8111 h 1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04" h="16222">
                  <a:moveTo>
                    <a:pt x="20404" y="8111"/>
                  </a:moveTo>
                  <a:cubicBezTo>
                    <a:pt x="20404" y="12547"/>
                    <a:pt x="15842" y="16222"/>
                    <a:pt x="10266" y="16222"/>
                  </a:cubicBezTo>
                  <a:cubicBezTo>
                    <a:pt x="4689" y="16222"/>
                    <a:pt x="0" y="12547"/>
                    <a:pt x="0" y="8111"/>
                  </a:cubicBezTo>
                  <a:cubicBezTo>
                    <a:pt x="0" y="3675"/>
                    <a:pt x="4562" y="0"/>
                    <a:pt x="10266" y="0"/>
                  </a:cubicBezTo>
                  <a:cubicBezTo>
                    <a:pt x="15968" y="0"/>
                    <a:pt x="20404" y="3675"/>
                    <a:pt x="20404" y="811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3" name="Freeform: Shape 2282">
              <a:extLst>
                <a:ext uri="{FF2B5EF4-FFF2-40B4-BE49-F238E27FC236}">
                  <a16:creationId xmlns:a16="http://schemas.microsoft.com/office/drawing/2014/main" id="{E066A3D7-D737-E1F2-99A5-AEA20A90E243}"/>
                </a:ext>
              </a:extLst>
            </p:cNvPr>
            <p:cNvSpPr/>
            <p:nvPr/>
          </p:nvSpPr>
          <p:spPr>
            <a:xfrm>
              <a:off x="6018818" y="6214021"/>
              <a:ext cx="21291" cy="16729"/>
            </a:xfrm>
            <a:custGeom>
              <a:avLst/>
              <a:gdLst>
                <a:gd name="connsiteX0" fmla="*/ 21292 w 21291"/>
                <a:gd name="connsiteY0" fmla="*/ 8365 h 16729"/>
                <a:gd name="connsiteX1" fmla="*/ 10646 w 21291"/>
                <a:gd name="connsiteY1" fmla="*/ 16729 h 16729"/>
                <a:gd name="connsiteX2" fmla="*/ 0 w 21291"/>
                <a:gd name="connsiteY2" fmla="*/ 8365 h 16729"/>
                <a:gd name="connsiteX3" fmla="*/ 10646 w 21291"/>
                <a:gd name="connsiteY3" fmla="*/ 0 h 16729"/>
                <a:gd name="connsiteX4" fmla="*/ 21292 w 21291"/>
                <a:gd name="connsiteY4" fmla="*/ 8365 h 16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291" h="16729">
                  <a:moveTo>
                    <a:pt x="21292" y="8365"/>
                  </a:moveTo>
                  <a:cubicBezTo>
                    <a:pt x="21292" y="13054"/>
                    <a:pt x="16602" y="16729"/>
                    <a:pt x="10646" y="16729"/>
                  </a:cubicBezTo>
                  <a:cubicBezTo>
                    <a:pt x="4689" y="16729"/>
                    <a:pt x="0" y="12927"/>
                    <a:pt x="0" y="8365"/>
                  </a:cubicBezTo>
                  <a:cubicBezTo>
                    <a:pt x="0" y="3802"/>
                    <a:pt x="4689" y="0"/>
                    <a:pt x="10646" y="0"/>
                  </a:cubicBezTo>
                  <a:cubicBezTo>
                    <a:pt x="16602" y="0"/>
                    <a:pt x="21292" y="3802"/>
                    <a:pt x="21292" y="836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4" name="Freeform: Shape 2283">
              <a:extLst>
                <a:ext uri="{FF2B5EF4-FFF2-40B4-BE49-F238E27FC236}">
                  <a16:creationId xmlns:a16="http://schemas.microsoft.com/office/drawing/2014/main" id="{089635AE-080D-661C-FB14-DAC948208C2B}"/>
                </a:ext>
              </a:extLst>
            </p:cNvPr>
            <p:cNvSpPr/>
            <p:nvPr/>
          </p:nvSpPr>
          <p:spPr>
            <a:xfrm>
              <a:off x="5887773" y="6207937"/>
              <a:ext cx="21798" cy="17236"/>
            </a:xfrm>
            <a:custGeom>
              <a:avLst/>
              <a:gdLst>
                <a:gd name="connsiteX0" fmla="*/ 21799 w 21798"/>
                <a:gd name="connsiteY0" fmla="*/ 8618 h 17236"/>
                <a:gd name="connsiteX1" fmla="*/ 10899 w 21798"/>
                <a:gd name="connsiteY1" fmla="*/ 17236 h 17236"/>
                <a:gd name="connsiteX2" fmla="*/ 0 w 21798"/>
                <a:gd name="connsiteY2" fmla="*/ 8618 h 17236"/>
                <a:gd name="connsiteX3" fmla="*/ 10899 w 21798"/>
                <a:gd name="connsiteY3" fmla="*/ 0 h 17236"/>
                <a:gd name="connsiteX4" fmla="*/ 21799 w 21798"/>
                <a:gd name="connsiteY4" fmla="*/ 8618 h 17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798" h="17236">
                  <a:moveTo>
                    <a:pt x="21799" y="8618"/>
                  </a:moveTo>
                  <a:cubicBezTo>
                    <a:pt x="21799" y="13434"/>
                    <a:pt x="16856" y="17236"/>
                    <a:pt x="10899" y="17236"/>
                  </a:cubicBezTo>
                  <a:cubicBezTo>
                    <a:pt x="4943" y="17236"/>
                    <a:pt x="0" y="13308"/>
                    <a:pt x="0" y="8618"/>
                  </a:cubicBezTo>
                  <a:cubicBezTo>
                    <a:pt x="0" y="3929"/>
                    <a:pt x="4943" y="0"/>
                    <a:pt x="10899" y="0"/>
                  </a:cubicBezTo>
                  <a:cubicBezTo>
                    <a:pt x="16856" y="0"/>
                    <a:pt x="21799" y="3929"/>
                    <a:pt x="21799" y="86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5" name="Freeform: Shape 2284">
              <a:extLst>
                <a:ext uri="{FF2B5EF4-FFF2-40B4-BE49-F238E27FC236}">
                  <a16:creationId xmlns:a16="http://schemas.microsoft.com/office/drawing/2014/main" id="{52F1840C-FE76-88AE-7E6F-03B31FB30886}"/>
                </a:ext>
              </a:extLst>
            </p:cNvPr>
            <p:cNvSpPr/>
            <p:nvPr/>
          </p:nvSpPr>
          <p:spPr>
            <a:xfrm>
              <a:off x="5757235" y="6198179"/>
              <a:ext cx="21798" cy="17235"/>
            </a:xfrm>
            <a:custGeom>
              <a:avLst/>
              <a:gdLst>
                <a:gd name="connsiteX0" fmla="*/ 21799 w 21798"/>
                <a:gd name="connsiteY0" fmla="*/ 8618 h 17235"/>
                <a:gd name="connsiteX1" fmla="*/ 10899 w 21798"/>
                <a:gd name="connsiteY1" fmla="*/ 17236 h 17235"/>
                <a:gd name="connsiteX2" fmla="*/ 0 w 21798"/>
                <a:gd name="connsiteY2" fmla="*/ 8618 h 17235"/>
                <a:gd name="connsiteX3" fmla="*/ 10899 w 21798"/>
                <a:gd name="connsiteY3" fmla="*/ 0 h 17235"/>
                <a:gd name="connsiteX4" fmla="*/ 21799 w 21798"/>
                <a:gd name="connsiteY4" fmla="*/ 8618 h 17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798" h="17235">
                  <a:moveTo>
                    <a:pt x="21799" y="8618"/>
                  </a:moveTo>
                  <a:cubicBezTo>
                    <a:pt x="21799" y="13434"/>
                    <a:pt x="16856" y="17236"/>
                    <a:pt x="10899" y="17236"/>
                  </a:cubicBezTo>
                  <a:cubicBezTo>
                    <a:pt x="4943" y="17236"/>
                    <a:pt x="0" y="13434"/>
                    <a:pt x="0" y="8618"/>
                  </a:cubicBezTo>
                  <a:cubicBezTo>
                    <a:pt x="0" y="3802"/>
                    <a:pt x="4943" y="0"/>
                    <a:pt x="10899" y="0"/>
                  </a:cubicBezTo>
                  <a:cubicBezTo>
                    <a:pt x="16856" y="0"/>
                    <a:pt x="21799" y="3929"/>
                    <a:pt x="21799" y="86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6" name="Freeform: Shape 2285">
              <a:extLst>
                <a:ext uri="{FF2B5EF4-FFF2-40B4-BE49-F238E27FC236}">
                  <a16:creationId xmlns:a16="http://schemas.microsoft.com/office/drawing/2014/main" id="{F632FD7F-A67C-C096-4F4B-4E80C125CE10}"/>
                </a:ext>
              </a:extLst>
            </p:cNvPr>
            <p:cNvSpPr/>
            <p:nvPr/>
          </p:nvSpPr>
          <p:spPr>
            <a:xfrm>
              <a:off x="5626824" y="6184364"/>
              <a:ext cx="22558" cy="17869"/>
            </a:xfrm>
            <a:custGeom>
              <a:avLst/>
              <a:gdLst>
                <a:gd name="connsiteX0" fmla="*/ 22559 w 22558"/>
                <a:gd name="connsiteY0" fmla="*/ 8871 h 17869"/>
                <a:gd name="connsiteX1" fmla="*/ 11279 w 22558"/>
                <a:gd name="connsiteY1" fmla="*/ 17870 h 17869"/>
                <a:gd name="connsiteX2" fmla="*/ 0 w 22558"/>
                <a:gd name="connsiteY2" fmla="*/ 8871 h 17869"/>
                <a:gd name="connsiteX3" fmla="*/ 11279 w 22558"/>
                <a:gd name="connsiteY3" fmla="*/ 0 h 17869"/>
                <a:gd name="connsiteX4" fmla="*/ 22559 w 22558"/>
                <a:gd name="connsiteY4" fmla="*/ 8871 h 1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8" h="17869">
                  <a:moveTo>
                    <a:pt x="22559" y="8871"/>
                  </a:moveTo>
                  <a:cubicBezTo>
                    <a:pt x="22559" y="13814"/>
                    <a:pt x="17489" y="17870"/>
                    <a:pt x="11279" y="17870"/>
                  </a:cubicBezTo>
                  <a:cubicBezTo>
                    <a:pt x="5069" y="17870"/>
                    <a:pt x="0" y="13814"/>
                    <a:pt x="0" y="8871"/>
                  </a:cubicBezTo>
                  <a:cubicBezTo>
                    <a:pt x="0" y="3929"/>
                    <a:pt x="5069" y="0"/>
                    <a:pt x="11279" y="0"/>
                  </a:cubicBezTo>
                  <a:cubicBezTo>
                    <a:pt x="17489" y="0"/>
                    <a:pt x="22559" y="4056"/>
                    <a:pt x="22559" y="887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7" name="Freeform: Shape 2286">
              <a:extLst>
                <a:ext uri="{FF2B5EF4-FFF2-40B4-BE49-F238E27FC236}">
                  <a16:creationId xmlns:a16="http://schemas.microsoft.com/office/drawing/2014/main" id="{325F9325-BB6C-469A-4EB9-3EDD84A7FC11}"/>
                </a:ext>
              </a:extLst>
            </p:cNvPr>
            <p:cNvSpPr/>
            <p:nvPr/>
          </p:nvSpPr>
          <p:spPr>
            <a:xfrm>
              <a:off x="5497173" y="6166621"/>
              <a:ext cx="23319" cy="18503"/>
            </a:xfrm>
            <a:custGeom>
              <a:avLst/>
              <a:gdLst>
                <a:gd name="connsiteX0" fmla="*/ 23319 w 23319"/>
                <a:gd name="connsiteY0" fmla="*/ 9251 h 18503"/>
                <a:gd name="connsiteX1" fmla="*/ 11660 w 23319"/>
                <a:gd name="connsiteY1" fmla="*/ 18503 h 18503"/>
                <a:gd name="connsiteX2" fmla="*/ 0 w 23319"/>
                <a:gd name="connsiteY2" fmla="*/ 9251 h 18503"/>
                <a:gd name="connsiteX3" fmla="*/ 11660 w 23319"/>
                <a:gd name="connsiteY3" fmla="*/ 0 h 18503"/>
                <a:gd name="connsiteX4" fmla="*/ 23319 w 23319"/>
                <a:gd name="connsiteY4" fmla="*/ 9251 h 18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319" h="18503">
                  <a:moveTo>
                    <a:pt x="23319" y="9251"/>
                  </a:moveTo>
                  <a:cubicBezTo>
                    <a:pt x="23319" y="14321"/>
                    <a:pt x="18123" y="18503"/>
                    <a:pt x="11660" y="18503"/>
                  </a:cubicBezTo>
                  <a:cubicBezTo>
                    <a:pt x="5196" y="18503"/>
                    <a:pt x="0" y="14321"/>
                    <a:pt x="0" y="9251"/>
                  </a:cubicBezTo>
                  <a:cubicBezTo>
                    <a:pt x="0" y="4182"/>
                    <a:pt x="5196" y="0"/>
                    <a:pt x="11660" y="0"/>
                  </a:cubicBezTo>
                  <a:cubicBezTo>
                    <a:pt x="18123" y="0"/>
                    <a:pt x="23319" y="4182"/>
                    <a:pt x="23319" y="925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8" name="Freeform: Shape 2287">
              <a:extLst>
                <a:ext uri="{FF2B5EF4-FFF2-40B4-BE49-F238E27FC236}">
                  <a16:creationId xmlns:a16="http://schemas.microsoft.com/office/drawing/2014/main" id="{19D8B3A9-5346-522B-4EDC-84F470A2D65B}"/>
                </a:ext>
              </a:extLst>
            </p:cNvPr>
            <p:cNvSpPr/>
            <p:nvPr/>
          </p:nvSpPr>
          <p:spPr>
            <a:xfrm>
              <a:off x="5368409" y="6145076"/>
              <a:ext cx="24079" cy="19010"/>
            </a:xfrm>
            <a:custGeom>
              <a:avLst/>
              <a:gdLst>
                <a:gd name="connsiteX0" fmla="*/ 24080 w 24079"/>
                <a:gd name="connsiteY0" fmla="*/ 9505 h 19010"/>
                <a:gd name="connsiteX1" fmla="*/ 12040 w 24079"/>
                <a:gd name="connsiteY1" fmla="*/ 19010 h 19010"/>
                <a:gd name="connsiteX2" fmla="*/ 0 w 24079"/>
                <a:gd name="connsiteY2" fmla="*/ 9505 h 19010"/>
                <a:gd name="connsiteX3" fmla="*/ 12040 w 24079"/>
                <a:gd name="connsiteY3" fmla="*/ 0 h 19010"/>
                <a:gd name="connsiteX4" fmla="*/ 24080 w 24079"/>
                <a:gd name="connsiteY4" fmla="*/ 9505 h 19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79" h="19010">
                  <a:moveTo>
                    <a:pt x="24080" y="9505"/>
                  </a:moveTo>
                  <a:cubicBezTo>
                    <a:pt x="24080" y="14701"/>
                    <a:pt x="18757" y="19010"/>
                    <a:pt x="12040" y="19010"/>
                  </a:cubicBezTo>
                  <a:cubicBezTo>
                    <a:pt x="5323" y="19010"/>
                    <a:pt x="0" y="14701"/>
                    <a:pt x="0" y="9505"/>
                  </a:cubicBezTo>
                  <a:cubicBezTo>
                    <a:pt x="0" y="4309"/>
                    <a:pt x="5323" y="0"/>
                    <a:pt x="12040" y="0"/>
                  </a:cubicBezTo>
                  <a:cubicBezTo>
                    <a:pt x="18757" y="0"/>
                    <a:pt x="24080" y="4309"/>
                    <a:pt x="24080" y="950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9" name="Freeform: Shape 2288">
              <a:extLst>
                <a:ext uri="{FF2B5EF4-FFF2-40B4-BE49-F238E27FC236}">
                  <a16:creationId xmlns:a16="http://schemas.microsoft.com/office/drawing/2014/main" id="{D669093D-CE6C-8E5C-D81A-C1CBCFE81F64}"/>
                </a:ext>
              </a:extLst>
            </p:cNvPr>
            <p:cNvSpPr/>
            <p:nvPr/>
          </p:nvSpPr>
          <p:spPr>
            <a:xfrm>
              <a:off x="5240786" y="6119729"/>
              <a:ext cx="24840" cy="19643"/>
            </a:xfrm>
            <a:custGeom>
              <a:avLst/>
              <a:gdLst>
                <a:gd name="connsiteX0" fmla="*/ 24841 w 24840"/>
                <a:gd name="connsiteY0" fmla="*/ 9759 h 19643"/>
                <a:gd name="connsiteX1" fmla="*/ 12420 w 24840"/>
                <a:gd name="connsiteY1" fmla="*/ 19644 h 19643"/>
                <a:gd name="connsiteX2" fmla="*/ 0 w 24840"/>
                <a:gd name="connsiteY2" fmla="*/ 9759 h 19643"/>
                <a:gd name="connsiteX3" fmla="*/ 12420 w 24840"/>
                <a:gd name="connsiteY3" fmla="*/ 0 h 19643"/>
                <a:gd name="connsiteX4" fmla="*/ 24841 w 24840"/>
                <a:gd name="connsiteY4" fmla="*/ 9759 h 19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840" h="19643">
                  <a:moveTo>
                    <a:pt x="24841" y="9759"/>
                  </a:moveTo>
                  <a:cubicBezTo>
                    <a:pt x="24841" y="15208"/>
                    <a:pt x="19264" y="19644"/>
                    <a:pt x="12420" y="19644"/>
                  </a:cubicBezTo>
                  <a:cubicBezTo>
                    <a:pt x="5576" y="19644"/>
                    <a:pt x="0" y="15208"/>
                    <a:pt x="0" y="9759"/>
                  </a:cubicBezTo>
                  <a:cubicBezTo>
                    <a:pt x="0" y="4309"/>
                    <a:pt x="5576" y="0"/>
                    <a:pt x="12420" y="0"/>
                  </a:cubicBezTo>
                  <a:cubicBezTo>
                    <a:pt x="19264" y="0"/>
                    <a:pt x="24841" y="4436"/>
                    <a:pt x="24841" y="975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0" name="Freeform: Shape 2289">
              <a:extLst>
                <a:ext uri="{FF2B5EF4-FFF2-40B4-BE49-F238E27FC236}">
                  <a16:creationId xmlns:a16="http://schemas.microsoft.com/office/drawing/2014/main" id="{3DA25AF6-0D36-8E6F-D2B0-3083B226BB00}"/>
                </a:ext>
              </a:extLst>
            </p:cNvPr>
            <p:cNvSpPr/>
            <p:nvPr/>
          </p:nvSpPr>
          <p:spPr>
            <a:xfrm>
              <a:off x="5114810" y="6090833"/>
              <a:ext cx="24840" cy="19770"/>
            </a:xfrm>
            <a:custGeom>
              <a:avLst/>
              <a:gdLst>
                <a:gd name="connsiteX0" fmla="*/ 24841 w 24840"/>
                <a:gd name="connsiteY0" fmla="*/ 9885 h 19770"/>
                <a:gd name="connsiteX1" fmla="*/ 12420 w 24840"/>
                <a:gd name="connsiteY1" fmla="*/ 19771 h 19770"/>
                <a:gd name="connsiteX2" fmla="*/ 0 w 24840"/>
                <a:gd name="connsiteY2" fmla="*/ 9885 h 19770"/>
                <a:gd name="connsiteX3" fmla="*/ 12420 w 24840"/>
                <a:gd name="connsiteY3" fmla="*/ 0 h 19770"/>
                <a:gd name="connsiteX4" fmla="*/ 24841 w 24840"/>
                <a:gd name="connsiteY4" fmla="*/ 9885 h 19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840" h="19770">
                  <a:moveTo>
                    <a:pt x="24841" y="9885"/>
                  </a:moveTo>
                  <a:cubicBezTo>
                    <a:pt x="24841" y="15335"/>
                    <a:pt x="19264" y="19771"/>
                    <a:pt x="12420" y="19771"/>
                  </a:cubicBezTo>
                  <a:cubicBezTo>
                    <a:pt x="5576" y="19771"/>
                    <a:pt x="0" y="15335"/>
                    <a:pt x="0" y="9885"/>
                  </a:cubicBezTo>
                  <a:cubicBezTo>
                    <a:pt x="0" y="4436"/>
                    <a:pt x="5576" y="0"/>
                    <a:pt x="12420" y="0"/>
                  </a:cubicBezTo>
                  <a:cubicBezTo>
                    <a:pt x="19264" y="0"/>
                    <a:pt x="24841" y="4436"/>
                    <a:pt x="24841" y="988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1" name="Freeform: Shape 2290">
              <a:extLst>
                <a:ext uri="{FF2B5EF4-FFF2-40B4-BE49-F238E27FC236}">
                  <a16:creationId xmlns:a16="http://schemas.microsoft.com/office/drawing/2014/main" id="{9176CD64-612D-8AD7-E8DA-58AFF4CDD508}"/>
                </a:ext>
              </a:extLst>
            </p:cNvPr>
            <p:cNvSpPr/>
            <p:nvPr/>
          </p:nvSpPr>
          <p:spPr>
            <a:xfrm>
              <a:off x="4989849" y="6058135"/>
              <a:ext cx="25600" cy="20277"/>
            </a:xfrm>
            <a:custGeom>
              <a:avLst/>
              <a:gdLst>
                <a:gd name="connsiteX0" fmla="*/ 25601 w 25600"/>
                <a:gd name="connsiteY0" fmla="*/ 10139 h 20277"/>
                <a:gd name="connsiteX1" fmla="*/ 12800 w 25600"/>
                <a:gd name="connsiteY1" fmla="*/ 20277 h 20277"/>
                <a:gd name="connsiteX2" fmla="*/ 0 w 25600"/>
                <a:gd name="connsiteY2" fmla="*/ 10139 h 20277"/>
                <a:gd name="connsiteX3" fmla="*/ 12800 w 25600"/>
                <a:gd name="connsiteY3" fmla="*/ 0 h 20277"/>
                <a:gd name="connsiteX4" fmla="*/ 25601 w 25600"/>
                <a:gd name="connsiteY4" fmla="*/ 10139 h 2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00" h="20277">
                  <a:moveTo>
                    <a:pt x="25601" y="10139"/>
                  </a:moveTo>
                  <a:cubicBezTo>
                    <a:pt x="25601" y="15715"/>
                    <a:pt x="19898" y="20277"/>
                    <a:pt x="12800" y="20277"/>
                  </a:cubicBezTo>
                  <a:cubicBezTo>
                    <a:pt x="5703" y="20277"/>
                    <a:pt x="0" y="15715"/>
                    <a:pt x="0" y="10139"/>
                  </a:cubicBezTo>
                  <a:cubicBezTo>
                    <a:pt x="0" y="4562"/>
                    <a:pt x="5703" y="0"/>
                    <a:pt x="12800" y="0"/>
                  </a:cubicBezTo>
                  <a:cubicBezTo>
                    <a:pt x="19898" y="0"/>
                    <a:pt x="25601" y="4562"/>
                    <a:pt x="25601" y="1013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2" name="Freeform: Shape 2291">
              <a:extLst>
                <a:ext uri="{FF2B5EF4-FFF2-40B4-BE49-F238E27FC236}">
                  <a16:creationId xmlns:a16="http://schemas.microsoft.com/office/drawing/2014/main" id="{44FDFB97-6437-77C7-98CE-E4B442F98D32}"/>
                </a:ext>
              </a:extLst>
            </p:cNvPr>
            <p:cNvSpPr/>
            <p:nvPr/>
          </p:nvSpPr>
          <p:spPr>
            <a:xfrm>
              <a:off x="4866535" y="6021635"/>
              <a:ext cx="26361" cy="20784"/>
            </a:xfrm>
            <a:custGeom>
              <a:avLst/>
              <a:gdLst>
                <a:gd name="connsiteX0" fmla="*/ 26361 w 26361"/>
                <a:gd name="connsiteY0" fmla="*/ 10392 h 20784"/>
                <a:gd name="connsiteX1" fmla="*/ 13181 w 26361"/>
                <a:gd name="connsiteY1" fmla="*/ 20784 h 20784"/>
                <a:gd name="connsiteX2" fmla="*/ 0 w 26361"/>
                <a:gd name="connsiteY2" fmla="*/ 10392 h 20784"/>
                <a:gd name="connsiteX3" fmla="*/ 13181 w 26361"/>
                <a:gd name="connsiteY3" fmla="*/ 0 h 20784"/>
                <a:gd name="connsiteX4" fmla="*/ 26361 w 26361"/>
                <a:gd name="connsiteY4" fmla="*/ 10392 h 20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61" h="20784">
                  <a:moveTo>
                    <a:pt x="26361" y="10392"/>
                  </a:moveTo>
                  <a:cubicBezTo>
                    <a:pt x="26361" y="16222"/>
                    <a:pt x="20405" y="20784"/>
                    <a:pt x="13181" y="20784"/>
                  </a:cubicBezTo>
                  <a:cubicBezTo>
                    <a:pt x="5957" y="20784"/>
                    <a:pt x="0" y="16095"/>
                    <a:pt x="0" y="10392"/>
                  </a:cubicBezTo>
                  <a:cubicBezTo>
                    <a:pt x="0" y="4689"/>
                    <a:pt x="5830" y="0"/>
                    <a:pt x="13181" y="0"/>
                  </a:cubicBezTo>
                  <a:cubicBezTo>
                    <a:pt x="20531" y="0"/>
                    <a:pt x="26361" y="4689"/>
                    <a:pt x="26361" y="1039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3" name="Freeform: Shape 2292">
              <a:extLst>
                <a:ext uri="{FF2B5EF4-FFF2-40B4-BE49-F238E27FC236}">
                  <a16:creationId xmlns:a16="http://schemas.microsoft.com/office/drawing/2014/main" id="{9A884E62-B227-8CCE-BCCD-4D70645E95C9}"/>
                </a:ext>
              </a:extLst>
            </p:cNvPr>
            <p:cNvSpPr/>
            <p:nvPr/>
          </p:nvSpPr>
          <p:spPr>
            <a:xfrm>
              <a:off x="4745502" y="5981840"/>
              <a:ext cx="26360" cy="20784"/>
            </a:xfrm>
            <a:custGeom>
              <a:avLst/>
              <a:gdLst>
                <a:gd name="connsiteX0" fmla="*/ 26361 w 26360"/>
                <a:gd name="connsiteY0" fmla="*/ 10392 h 20784"/>
                <a:gd name="connsiteX1" fmla="*/ 13181 w 26360"/>
                <a:gd name="connsiteY1" fmla="*/ 20785 h 20784"/>
                <a:gd name="connsiteX2" fmla="*/ 0 w 26360"/>
                <a:gd name="connsiteY2" fmla="*/ 10392 h 20784"/>
                <a:gd name="connsiteX3" fmla="*/ 13181 w 26360"/>
                <a:gd name="connsiteY3" fmla="*/ 0 h 20784"/>
                <a:gd name="connsiteX4" fmla="*/ 26361 w 26360"/>
                <a:gd name="connsiteY4" fmla="*/ 10392 h 20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60" h="20784">
                  <a:moveTo>
                    <a:pt x="26361" y="10392"/>
                  </a:moveTo>
                  <a:cubicBezTo>
                    <a:pt x="26361" y="16222"/>
                    <a:pt x="20404" y="20785"/>
                    <a:pt x="13181" y="20785"/>
                  </a:cubicBezTo>
                  <a:cubicBezTo>
                    <a:pt x="5957" y="20785"/>
                    <a:pt x="0" y="16096"/>
                    <a:pt x="0" y="10392"/>
                  </a:cubicBezTo>
                  <a:cubicBezTo>
                    <a:pt x="0" y="4689"/>
                    <a:pt x="5830" y="0"/>
                    <a:pt x="13181" y="0"/>
                  </a:cubicBezTo>
                  <a:cubicBezTo>
                    <a:pt x="20531" y="0"/>
                    <a:pt x="26361" y="4689"/>
                    <a:pt x="26361" y="1039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4" name="Freeform: Shape 2293">
              <a:extLst>
                <a:ext uri="{FF2B5EF4-FFF2-40B4-BE49-F238E27FC236}">
                  <a16:creationId xmlns:a16="http://schemas.microsoft.com/office/drawing/2014/main" id="{E56014A9-4756-B456-7DD9-F59818E83E14}"/>
                </a:ext>
              </a:extLst>
            </p:cNvPr>
            <p:cNvSpPr/>
            <p:nvPr/>
          </p:nvSpPr>
          <p:spPr>
            <a:xfrm>
              <a:off x="4626117" y="5938243"/>
              <a:ext cx="26868" cy="21291"/>
            </a:xfrm>
            <a:custGeom>
              <a:avLst/>
              <a:gdLst>
                <a:gd name="connsiteX0" fmla="*/ 26868 w 26868"/>
                <a:gd name="connsiteY0" fmla="*/ 10646 h 21291"/>
                <a:gd name="connsiteX1" fmla="*/ 13434 w 26868"/>
                <a:gd name="connsiteY1" fmla="*/ 21292 h 21291"/>
                <a:gd name="connsiteX2" fmla="*/ 0 w 26868"/>
                <a:gd name="connsiteY2" fmla="*/ 10646 h 21291"/>
                <a:gd name="connsiteX3" fmla="*/ 13434 w 26868"/>
                <a:gd name="connsiteY3" fmla="*/ 0 h 21291"/>
                <a:gd name="connsiteX4" fmla="*/ 26868 w 26868"/>
                <a:gd name="connsiteY4" fmla="*/ 10646 h 2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68" h="21291">
                  <a:moveTo>
                    <a:pt x="26868" y="10646"/>
                  </a:moveTo>
                  <a:cubicBezTo>
                    <a:pt x="26868" y="16602"/>
                    <a:pt x="20785" y="21292"/>
                    <a:pt x="13434" y="21292"/>
                  </a:cubicBezTo>
                  <a:cubicBezTo>
                    <a:pt x="6083" y="21292"/>
                    <a:pt x="0" y="16476"/>
                    <a:pt x="0" y="10646"/>
                  </a:cubicBezTo>
                  <a:cubicBezTo>
                    <a:pt x="0" y="4816"/>
                    <a:pt x="5957" y="0"/>
                    <a:pt x="13434" y="0"/>
                  </a:cubicBezTo>
                  <a:cubicBezTo>
                    <a:pt x="20912" y="0"/>
                    <a:pt x="26868" y="4816"/>
                    <a:pt x="26868" y="1064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5" name="Freeform: Shape 2294">
              <a:extLst>
                <a:ext uri="{FF2B5EF4-FFF2-40B4-BE49-F238E27FC236}">
                  <a16:creationId xmlns:a16="http://schemas.microsoft.com/office/drawing/2014/main" id="{11892E24-67AE-1571-251A-3FEE9B272074}"/>
                </a:ext>
              </a:extLst>
            </p:cNvPr>
            <p:cNvSpPr/>
            <p:nvPr/>
          </p:nvSpPr>
          <p:spPr>
            <a:xfrm>
              <a:off x="4509013" y="5891351"/>
              <a:ext cx="26867" cy="21291"/>
            </a:xfrm>
            <a:custGeom>
              <a:avLst/>
              <a:gdLst>
                <a:gd name="connsiteX0" fmla="*/ 26868 w 26867"/>
                <a:gd name="connsiteY0" fmla="*/ 10646 h 21291"/>
                <a:gd name="connsiteX1" fmla="*/ 13434 w 26867"/>
                <a:gd name="connsiteY1" fmla="*/ 21292 h 21291"/>
                <a:gd name="connsiteX2" fmla="*/ 0 w 26867"/>
                <a:gd name="connsiteY2" fmla="*/ 10646 h 21291"/>
                <a:gd name="connsiteX3" fmla="*/ 13434 w 26867"/>
                <a:gd name="connsiteY3" fmla="*/ 0 h 21291"/>
                <a:gd name="connsiteX4" fmla="*/ 26868 w 26867"/>
                <a:gd name="connsiteY4" fmla="*/ 10646 h 2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67" h="21291">
                  <a:moveTo>
                    <a:pt x="26868" y="10646"/>
                  </a:moveTo>
                  <a:cubicBezTo>
                    <a:pt x="26868" y="16476"/>
                    <a:pt x="20911" y="21292"/>
                    <a:pt x="13434" y="21292"/>
                  </a:cubicBezTo>
                  <a:cubicBezTo>
                    <a:pt x="5957" y="21292"/>
                    <a:pt x="0" y="16476"/>
                    <a:pt x="0" y="10646"/>
                  </a:cubicBezTo>
                  <a:cubicBezTo>
                    <a:pt x="0" y="4816"/>
                    <a:pt x="5957" y="0"/>
                    <a:pt x="13434" y="0"/>
                  </a:cubicBezTo>
                  <a:cubicBezTo>
                    <a:pt x="20911" y="0"/>
                    <a:pt x="26868" y="4816"/>
                    <a:pt x="26868" y="1064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6" name="Freeform: Shape 2295">
              <a:extLst>
                <a:ext uri="{FF2B5EF4-FFF2-40B4-BE49-F238E27FC236}">
                  <a16:creationId xmlns:a16="http://schemas.microsoft.com/office/drawing/2014/main" id="{5F595801-82A0-9B2A-C074-3D9F137A27CB}"/>
                </a:ext>
              </a:extLst>
            </p:cNvPr>
            <p:cNvSpPr/>
            <p:nvPr/>
          </p:nvSpPr>
          <p:spPr>
            <a:xfrm>
              <a:off x="4393937" y="5840657"/>
              <a:ext cx="27628" cy="21925"/>
            </a:xfrm>
            <a:custGeom>
              <a:avLst/>
              <a:gdLst>
                <a:gd name="connsiteX0" fmla="*/ 27628 w 27628"/>
                <a:gd name="connsiteY0" fmla="*/ 11026 h 21925"/>
                <a:gd name="connsiteX1" fmla="*/ 13814 w 27628"/>
                <a:gd name="connsiteY1" fmla="*/ 21925 h 21925"/>
                <a:gd name="connsiteX2" fmla="*/ 0 w 27628"/>
                <a:gd name="connsiteY2" fmla="*/ 11026 h 21925"/>
                <a:gd name="connsiteX3" fmla="*/ 13814 w 27628"/>
                <a:gd name="connsiteY3" fmla="*/ 0 h 21925"/>
                <a:gd name="connsiteX4" fmla="*/ 27628 w 27628"/>
                <a:gd name="connsiteY4" fmla="*/ 11026 h 2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28" h="21925">
                  <a:moveTo>
                    <a:pt x="27628" y="11026"/>
                  </a:moveTo>
                  <a:cubicBezTo>
                    <a:pt x="27628" y="17109"/>
                    <a:pt x="21418" y="21925"/>
                    <a:pt x="13814" y="21925"/>
                  </a:cubicBezTo>
                  <a:cubicBezTo>
                    <a:pt x="6210" y="21925"/>
                    <a:pt x="0" y="16983"/>
                    <a:pt x="0" y="11026"/>
                  </a:cubicBezTo>
                  <a:cubicBezTo>
                    <a:pt x="0" y="5069"/>
                    <a:pt x="6210" y="0"/>
                    <a:pt x="13814" y="0"/>
                  </a:cubicBezTo>
                  <a:cubicBezTo>
                    <a:pt x="21418" y="0"/>
                    <a:pt x="27628" y="4943"/>
                    <a:pt x="27628" y="1102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7" name="Freeform: Shape 2296">
              <a:extLst>
                <a:ext uri="{FF2B5EF4-FFF2-40B4-BE49-F238E27FC236}">
                  <a16:creationId xmlns:a16="http://schemas.microsoft.com/office/drawing/2014/main" id="{54608D07-93AD-374E-4EC1-F0384542326F}"/>
                </a:ext>
              </a:extLst>
            </p:cNvPr>
            <p:cNvSpPr/>
            <p:nvPr/>
          </p:nvSpPr>
          <p:spPr>
            <a:xfrm>
              <a:off x="4281648" y="5787047"/>
              <a:ext cx="27628" cy="21925"/>
            </a:xfrm>
            <a:custGeom>
              <a:avLst/>
              <a:gdLst>
                <a:gd name="connsiteX0" fmla="*/ 27628 w 27628"/>
                <a:gd name="connsiteY0" fmla="*/ 11026 h 21925"/>
                <a:gd name="connsiteX1" fmla="*/ 13814 w 27628"/>
                <a:gd name="connsiteY1" fmla="*/ 21925 h 21925"/>
                <a:gd name="connsiteX2" fmla="*/ 0 w 27628"/>
                <a:gd name="connsiteY2" fmla="*/ 11026 h 21925"/>
                <a:gd name="connsiteX3" fmla="*/ 13814 w 27628"/>
                <a:gd name="connsiteY3" fmla="*/ 0 h 21925"/>
                <a:gd name="connsiteX4" fmla="*/ 27628 w 27628"/>
                <a:gd name="connsiteY4" fmla="*/ 11026 h 2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28" h="21925">
                  <a:moveTo>
                    <a:pt x="27628" y="11026"/>
                  </a:moveTo>
                  <a:cubicBezTo>
                    <a:pt x="27628" y="17109"/>
                    <a:pt x="21418" y="21925"/>
                    <a:pt x="13814" y="21925"/>
                  </a:cubicBezTo>
                  <a:cubicBezTo>
                    <a:pt x="6210" y="21925"/>
                    <a:pt x="0" y="16983"/>
                    <a:pt x="0" y="11026"/>
                  </a:cubicBezTo>
                  <a:cubicBezTo>
                    <a:pt x="0" y="5069"/>
                    <a:pt x="6210" y="0"/>
                    <a:pt x="13814" y="0"/>
                  </a:cubicBezTo>
                  <a:cubicBezTo>
                    <a:pt x="21418" y="0"/>
                    <a:pt x="27628" y="4943"/>
                    <a:pt x="27628" y="1102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8" name="Freeform: Shape 2297">
              <a:extLst>
                <a:ext uri="{FF2B5EF4-FFF2-40B4-BE49-F238E27FC236}">
                  <a16:creationId xmlns:a16="http://schemas.microsoft.com/office/drawing/2014/main" id="{88F2C651-CEE9-B2FA-013F-9F11B54D1329}"/>
                </a:ext>
              </a:extLst>
            </p:cNvPr>
            <p:cNvSpPr/>
            <p:nvPr/>
          </p:nvSpPr>
          <p:spPr>
            <a:xfrm>
              <a:off x="4171515" y="5729763"/>
              <a:ext cx="28515" cy="22558"/>
            </a:xfrm>
            <a:custGeom>
              <a:avLst/>
              <a:gdLst>
                <a:gd name="connsiteX0" fmla="*/ 28516 w 28515"/>
                <a:gd name="connsiteY0" fmla="*/ 11279 h 22558"/>
                <a:gd name="connsiteX1" fmla="*/ 14194 w 28515"/>
                <a:gd name="connsiteY1" fmla="*/ 22559 h 22558"/>
                <a:gd name="connsiteX2" fmla="*/ 0 w 28515"/>
                <a:gd name="connsiteY2" fmla="*/ 11279 h 22558"/>
                <a:gd name="connsiteX3" fmla="*/ 14194 w 28515"/>
                <a:gd name="connsiteY3" fmla="*/ 0 h 22558"/>
                <a:gd name="connsiteX4" fmla="*/ 28516 w 28515"/>
                <a:gd name="connsiteY4" fmla="*/ 11279 h 22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15" h="22558">
                  <a:moveTo>
                    <a:pt x="28516" y="11279"/>
                  </a:moveTo>
                  <a:cubicBezTo>
                    <a:pt x="28516" y="17490"/>
                    <a:pt x="22179" y="22559"/>
                    <a:pt x="14194" y="22559"/>
                  </a:cubicBezTo>
                  <a:cubicBezTo>
                    <a:pt x="6210" y="22559"/>
                    <a:pt x="0" y="17490"/>
                    <a:pt x="0" y="11279"/>
                  </a:cubicBezTo>
                  <a:cubicBezTo>
                    <a:pt x="0" y="5069"/>
                    <a:pt x="6337" y="0"/>
                    <a:pt x="14194" y="0"/>
                  </a:cubicBezTo>
                  <a:cubicBezTo>
                    <a:pt x="22052" y="0"/>
                    <a:pt x="28516" y="5069"/>
                    <a:pt x="28516" y="1127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9" name="Freeform: Shape 2298">
              <a:extLst>
                <a:ext uri="{FF2B5EF4-FFF2-40B4-BE49-F238E27FC236}">
                  <a16:creationId xmlns:a16="http://schemas.microsoft.com/office/drawing/2014/main" id="{A40E0BE3-C391-D514-4293-216E38DAB78F}"/>
                </a:ext>
              </a:extLst>
            </p:cNvPr>
            <p:cNvSpPr/>
            <p:nvPr/>
          </p:nvSpPr>
          <p:spPr>
            <a:xfrm>
              <a:off x="4064676" y="5669689"/>
              <a:ext cx="28388" cy="22558"/>
            </a:xfrm>
            <a:custGeom>
              <a:avLst/>
              <a:gdLst>
                <a:gd name="connsiteX0" fmla="*/ 28389 w 28388"/>
                <a:gd name="connsiteY0" fmla="*/ 11280 h 22558"/>
                <a:gd name="connsiteX1" fmla="*/ 14194 w 28388"/>
                <a:gd name="connsiteY1" fmla="*/ 22559 h 22558"/>
                <a:gd name="connsiteX2" fmla="*/ 0 w 28388"/>
                <a:gd name="connsiteY2" fmla="*/ 11280 h 22558"/>
                <a:gd name="connsiteX3" fmla="*/ 14194 w 28388"/>
                <a:gd name="connsiteY3" fmla="*/ 0 h 22558"/>
                <a:gd name="connsiteX4" fmla="*/ 28389 w 28388"/>
                <a:gd name="connsiteY4" fmla="*/ 11280 h 22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388" h="22558">
                  <a:moveTo>
                    <a:pt x="28389" y="11280"/>
                  </a:moveTo>
                  <a:cubicBezTo>
                    <a:pt x="28389" y="17490"/>
                    <a:pt x="22052" y="22559"/>
                    <a:pt x="14194" y="22559"/>
                  </a:cubicBezTo>
                  <a:cubicBezTo>
                    <a:pt x="6337" y="22559"/>
                    <a:pt x="0" y="17490"/>
                    <a:pt x="0" y="11280"/>
                  </a:cubicBezTo>
                  <a:cubicBezTo>
                    <a:pt x="0" y="5070"/>
                    <a:pt x="6337" y="0"/>
                    <a:pt x="14194" y="0"/>
                  </a:cubicBezTo>
                  <a:cubicBezTo>
                    <a:pt x="22052" y="0"/>
                    <a:pt x="28389" y="5070"/>
                    <a:pt x="28389" y="1128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0" name="Freeform: Shape 2299">
              <a:extLst>
                <a:ext uri="{FF2B5EF4-FFF2-40B4-BE49-F238E27FC236}">
                  <a16:creationId xmlns:a16="http://schemas.microsoft.com/office/drawing/2014/main" id="{26DA7B5A-C35B-EEDA-DA05-6BF4415FFAC8}"/>
                </a:ext>
              </a:extLst>
            </p:cNvPr>
            <p:cNvSpPr/>
            <p:nvPr/>
          </p:nvSpPr>
          <p:spPr>
            <a:xfrm>
              <a:off x="3960626" y="5606321"/>
              <a:ext cx="28388" cy="22558"/>
            </a:xfrm>
            <a:custGeom>
              <a:avLst/>
              <a:gdLst>
                <a:gd name="connsiteX0" fmla="*/ 28389 w 28388"/>
                <a:gd name="connsiteY0" fmla="*/ 11280 h 22558"/>
                <a:gd name="connsiteX1" fmla="*/ 14194 w 28388"/>
                <a:gd name="connsiteY1" fmla="*/ 22559 h 22558"/>
                <a:gd name="connsiteX2" fmla="*/ 0 w 28388"/>
                <a:gd name="connsiteY2" fmla="*/ 11280 h 22558"/>
                <a:gd name="connsiteX3" fmla="*/ 14194 w 28388"/>
                <a:gd name="connsiteY3" fmla="*/ 0 h 22558"/>
                <a:gd name="connsiteX4" fmla="*/ 28389 w 28388"/>
                <a:gd name="connsiteY4" fmla="*/ 11280 h 22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388" h="22558">
                  <a:moveTo>
                    <a:pt x="28389" y="11280"/>
                  </a:moveTo>
                  <a:cubicBezTo>
                    <a:pt x="28389" y="17490"/>
                    <a:pt x="22052" y="22559"/>
                    <a:pt x="14194" y="22559"/>
                  </a:cubicBezTo>
                  <a:cubicBezTo>
                    <a:pt x="6337" y="22559"/>
                    <a:pt x="0" y="17490"/>
                    <a:pt x="0" y="11280"/>
                  </a:cubicBezTo>
                  <a:cubicBezTo>
                    <a:pt x="0" y="5070"/>
                    <a:pt x="6337" y="0"/>
                    <a:pt x="14194" y="0"/>
                  </a:cubicBezTo>
                  <a:cubicBezTo>
                    <a:pt x="22052" y="0"/>
                    <a:pt x="28389" y="5070"/>
                    <a:pt x="28389" y="1128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1" name="Freeform: Shape 2300">
              <a:extLst>
                <a:ext uri="{FF2B5EF4-FFF2-40B4-BE49-F238E27FC236}">
                  <a16:creationId xmlns:a16="http://schemas.microsoft.com/office/drawing/2014/main" id="{B210C592-C204-CB9C-D310-DF143625DEFE}"/>
                </a:ext>
              </a:extLst>
            </p:cNvPr>
            <p:cNvSpPr/>
            <p:nvPr/>
          </p:nvSpPr>
          <p:spPr>
            <a:xfrm>
              <a:off x="3859618" y="5540039"/>
              <a:ext cx="28515" cy="22558"/>
            </a:xfrm>
            <a:custGeom>
              <a:avLst/>
              <a:gdLst>
                <a:gd name="connsiteX0" fmla="*/ 28516 w 28515"/>
                <a:gd name="connsiteY0" fmla="*/ 11279 h 22558"/>
                <a:gd name="connsiteX1" fmla="*/ 14194 w 28515"/>
                <a:gd name="connsiteY1" fmla="*/ 22559 h 22558"/>
                <a:gd name="connsiteX2" fmla="*/ 0 w 28515"/>
                <a:gd name="connsiteY2" fmla="*/ 11279 h 22558"/>
                <a:gd name="connsiteX3" fmla="*/ 14194 w 28515"/>
                <a:gd name="connsiteY3" fmla="*/ 0 h 22558"/>
                <a:gd name="connsiteX4" fmla="*/ 28516 w 28515"/>
                <a:gd name="connsiteY4" fmla="*/ 11279 h 22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15" h="22558">
                  <a:moveTo>
                    <a:pt x="28516" y="11279"/>
                  </a:moveTo>
                  <a:cubicBezTo>
                    <a:pt x="28516" y="17490"/>
                    <a:pt x="22179" y="22559"/>
                    <a:pt x="14194" y="22559"/>
                  </a:cubicBezTo>
                  <a:cubicBezTo>
                    <a:pt x="6210" y="22559"/>
                    <a:pt x="0" y="17490"/>
                    <a:pt x="0" y="11279"/>
                  </a:cubicBezTo>
                  <a:cubicBezTo>
                    <a:pt x="0" y="5069"/>
                    <a:pt x="6337" y="0"/>
                    <a:pt x="14194" y="0"/>
                  </a:cubicBezTo>
                  <a:cubicBezTo>
                    <a:pt x="22052" y="0"/>
                    <a:pt x="28516" y="5069"/>
                    <a:pt x="28516" y="1127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2" name="Freeform: Shape 2301">
              <a:extLst>
                <a:ext uri="{FF2B5EF4-FFF2-40B4-BE49-F238E27FC236}">
                  <a16:creationId xmlns:a16="http://schemas.microsoft.com/office/drawing/2014/main" id="{702FC3B2-FA62-444C-D219-C5B3285DB985}"/>
                </a:ext>
              </a:extLst>
            </p:cNvPr>
            <p:cNvSpPr/>
            <p:nvPr/>
          </p:nvSpPr>
          <p:spPr>
            <a:xfrm>
              <a:off x="3761778" y="5470714"/>
              <a:ext cx="28515" cy="22558"/>
            </a:xfrm>
            <a:custGeom>
              <a:avLst/>
              <a:gdLst>
                <a:gd name="connsiteX0" fmla="*/ 28516 w 28515"/>
                <a:gd name="connsiteY0" fmla="*/ 11279 h 22558"/>
                <a:gd name="connsiteX1" fmla="*/ 14194 w 28515"/>
                <a:gd name="connsiteY1" fmla="*/ 22559 h 22558"/>
                <a:gd name="connsiteX2" fmla="*/ 0 w 28515"/>
                <a:gd name="connsiteY2" fmla="*/ 11279 h 22558"/>
                <a:gd name="connsiteX3" fmla="*/ 14194 w 28515"/>
                <a:gd name="connsiteY3" fmla="*/ 0 h 22558"/>
                <a:gd name="connsiteX4" fmla="*/ 28516 w 28515"/>
                <a:gd name="connsiteY4" fmla="*/ 11279 h 22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15" h="22558">
                  <a:moveTo>
                    <a:pt x="28516" y="11279"/>
                  </a:moveTo>
                  <a:cubicBezTo>
                    <a:pt x="28516" y="17490"/>
                    <a:pt x="22179" y="22559"/>
                    <a:pt x="14194" y="22559"/>
                  </a:cubicBezTo>
                  <a:cubicBezTo>
                    <a:pt x="6210" y="22559"/>
                    <a:pt x="0" y="17490"/>
                    <a:pt x="0" y="11279"/>
                  </a:cubicBezTo>
                  <a:cubicBezTo>
                    <a:pt x="0" y="5069"/>
                    <a:pt x="6337" y="0"/>
                    <a:pt x="14194" y="0"/>
                  </a:cubicBezTo>
                  <a:cubicBezTo>
                    <a:pt x="22052" y="0"/>
                    <a:pt x="28516" y="5069"/>
                    <a:pt x="28516" y="1127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3" name="Freeform: Shape 2302">
              <a:extLst>
                <a:ext uri="{FF2B5EF4-FFF2-40B4-BE49-F238E27FC236}">
                  <a16:creationId xmlns:a16="http://schemas.microsoft.com/office/drawing/2014/main" id="{9222DA2E-AADE-FCEC-EDC9-64714CBEFD0A}"/>
                </a:ext>
              </a:extLst>
            </p:cNvPr>
            <p:cNvSpPr/>
            <p:nvPr/>
          </p:nvSpPr>
          <p:spPr>
            <a:xfrm>
              <a:off x="3667359" y="5398601"/>
              <a:ext cx="28515" cy="22558"/>
            </a:xfrm>
            <a:custGeom>
              <a:avLst/>
              <a:gdLst>
                <a:gd name="connsiteX0" fmla="*/ 28516 w 28515"/>
                <a:gd name="connsiteY0" fmla="*/ 11279 h 22558"/>
                <a:gd name="connsiteX1" fmla="*/ 14321 w 28515"/>
                <a:gd name="connsiteY1" fmla="*/ 22559 h 22558"/>
                <a:gd name="connsiteX2" fmla="*/ 0 w 28515"/>
                <a:gd name="connsiteY2" fmla="*/ 11279 h 22558"/>
                <a:gd name="connsiteX3" fmla="*/ 14321 w 28515"/>
                <a:gd name="connsiteY3" fmla="*/ 0 h 22558"/>
                <a:gd name="connsiteX4" fmla="*/ 28516 w 28515"/>
                <a:gd name="connsiteY4" fmla="*/ 11279 h 22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15" h="22558">
                  <a:moveTo>
                    <a:pt x="28516" y="11279"/>
                  </a:moveTo>
                  <a:cubicBezTo>
                    <a:pt x="28516" y="17490"/>
                    <a:pt x="22179" y="22559"/>
                    <a:pt x="14321" y="22559"/>
                  </a:cubicBezTo>
                  <a:cubicBezTo>
                    <a:pt x="6464" y="22559"/>
                    <a:pt x="0" y="17490"/>
                    <a:pt x="0" y="11279"/>
                  </a:cubicBezTo>
                  <a:cubicBezTo>
                    <a:pt x="0" y="5069"/>
                    <a:pt x="6337" y="0"/>
                    <a:pt x="14321" y="0"/>
                  </a:cubicBezTo>
                  <a:cubicBezTo>
                    <a:pt x="22306" y="0"/>
                    <a:pt x="28516" y="5069"/>
                    <a:pt x="28516" y="1127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4" name="Freeform: Shape 2303">
              <a:extLst>
                <a:ext uri="{FF2B5EF4-FFF2-40B4-BE49-F238E27FC236}">
                  <a16:creationId xmlns:a16="http://schemas.microsoft.com/office/drawing/2014/main" id="{D61009F7-3944-CF19-F808-1E405A52991B}"/>
                </a:ext>
              </a:extLst>
            </p:cNvPr>
            <p:cNvSpPr/>
            <p:nvPr/>
          </p:nvSpPr>
          <p:spPr>
            <a:xfrm>
              <a:off x="3576109" y="5323447"/>
              <a:ext cx="29275" cy="23192"/>
            </a:xfrm>
            <a:custGeom>
              <a:avLst/>
              <a:gdLst>
                <a:gd name="connsiteX0" fmla="*/ 29276 w 29275"/>
                <a:gd name="connsiteY0" fmla="*/ 11533 h 23192"/>
                <a:gd name="connsiteX1" fmla="*/ 14701 w 29275"/>
                <a:gd name="connsiteY1" fmla="*/ 23193 h 23192"/>
                <a:gd name="connsiteX2" fmla="*/ 0 w 29275"/>
                <a:gd name="connsiteY2" fmla="*/ 11533 h 23192"/>
                <a:gd name="connsiteX3" fmla="*/ 14701 w 29275"/>
                <a:gd name="connsiteY3" fmla="*/ 0 h 23192"/>
                <a:gd name="connsiteX4" fmla="*/ 29276 w 29275"/>
                <a:gd name="connsiteY4" fmla="*/ 11533 h 23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275" h="23192">
                  <a:moveTo>
                    <a:pt x="29276" y="11533"/>
                  </a:moveTo>
                  <a:cubicBezTo>
                    <a:pt x="29276" y="17996"/>
                    <a:pt x="22685" y="23193"/>
                    <a:pt x="14701" y="23193"/>
                  </a:cubicBezTo>
                  <a:cubicBezTo>
                    <a:pt x="6717" y="23193"/>
                    <a:pt x="0" y="17996"/>
                    <a:pt x="0" y="11533"/>
                  </a:cubicBezTo>
                  <a:cubicBezTo>
                    <a:pt x="0" y="5069"/>
                    <a:pt x="6590" y="0"/>
                    <a:pt x="14701" y="0"/>
                  </a:cubicBezTo>
                  <a:cubicBezTo>
                    <a:pt x="22812" y="0"/>
                    <a:pt x="29276" y="5196"/>
                    <a:pt x="29276" y="1153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5" name="Freeform: Shape 2304">
              <a:extLst>
                <a:ext uri="{FF2B5EF4-FFF2-40B4-BE49-F238E27FC236}">
                  <a16:creationId xmlns:a16="http://schemas.microsoft.com/office/drawing/2014/main" id="{1652CC34-D808-232A-A77C-8F777DAE4547}"/>
                </a:ext>
              </a:extLst>
            </p:cNvPr>
            <p:cNvSpPr/>
            <p:nvPr/>
          </p:nvSpPr>
          <p:spPr>
            <a:xfrm>
              <a:off x="3489168" y="5246138"/>
              <a:ext cx="28388" cy="22558"/>
            </a:xfrm>
            <a:custGeom>
              <a:avLst/>
              <a:gdLst>
                <a:gd name="connsiteX0" fmla="*/ 28389 w 28388"/>
                <a:gd name="connsiteY0" fmla="*/ 11279 h 22558"/>
                <a:gd name="connsiteX1" fmla="*/ 14194 w 28388"/>
                <a:gd name="connsiteY1" fmla="*/ 22559 h 22558"/>
                <a:gd name="connsiteX2" fmla="*/ 0 w 28388"/>
                <a:gd name="connsiteY2" fmla="*/ 11279 h 22558"/>
                <a:gd name="connsiteX3" fmla="*/ 14194 w 28388"/>
                <a:gd name="connsiteY3" fmla="*/ 0 h 22558"/>
                <a:gd name="connsiteX4" fmla="*/ 28389 w 28388"/>
                <a:gd name="connsiteY4" fmla="*/ 11279 h 22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388" h="22558">
                  <a:moveTo>
                    <a:pt x="28389" y="11279"/>
                  </a:moveTo>
                  <a:cubicBezTo>
                    <a:pt x="28389" y="17490"/>
                    <a:pt x="22052" y="22559"/>
                    <a:pt x="14194" y="22559"/>
                  </a:cubicBezTo>
                  <a:cubicBezTo>
                    <a:pt x="6337" y="22559"/>
                    <a:pt x="0" y="17490"/>
                    <a:pt x="0" y="11279"/>
                  </a:cubicBezTo>
                  <a:cubicBezTo>
                    <a:pt x="0" y="5069"/>
                    <a:pt x="6337" y="0"/>
                    <a:pt x="14194" y="0"/>
                  </a:cubicBezTo>
                  <a:cubicBezTo>
                    <a:pt x="22052" y="0"/>
                    <a:pt x="28389" y="5069"/>
                    <a:pt x="28389" y="1127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6" name="Freeform: Shape 2305">
              <a:extLst>
                <a:ext uri="{FF2B5EF4-FFF2-40B4-BE49-F238E27FC236}">
                  <a16:creationId xmlns:a16="http://schemas.microsoft.com/office/drawing/2014/main" id="{C304D128-3FFD-FA82-723F-D10EDF58B7B4}"/>
                </a:ext>
              </a:extLst>
            </p:cNvPr>
            <p:cNvSpPr/>
            <p:nvPr/>
          </p:nvSpPr>
          <p:spPr>
            <a:xfrm>
              <a:off x="3405523" y="5166041"/>
              <a:ext cx="28389" cy="22558"/>
            </a:xfrm>
            <a:custGeom>
              <a:avLst/>
              <a:gdLst>
                <a:gd name="connsiteX0" fmla="*/ 28389 w 28389"/>
                <a:gd name="connsiteY0" fmla="*/ 11280 h 22558"/>
                <a:gd name="connsiteX1" fmla="*/ 14194 w 28389"/>
                <a:gd name="connsiteY1" fmla="*/ 22559 h 22558"/>
                <a:gd name="connsiteX2" fmla="*/ 0 w 28389"/>
                <a:gd name="connsiteY2" fmla="*/ 11280 h 22558"/>
                <a:gd name="connsiteX3" fmla="*/ 14194 w 28389"/>
                <a:gd name="connsiteY3" fmla="*/ 0 h 22558"/>
                <a:gd name="connsiteX4" fmla="*/ 28389 w 28389"/>
                <a:gd name="connsiteY4" fmla="*/ 11280 h 22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389" h="22558">
                  <a:moveTo>
                    <a:pt x="28389" y="11280"/>
                  </a:moveTo>
                  <a:cubicBezTo>
                    <a:pt x="28389" y="17490"/>
                    <a:pt x="22052" y="22559"/>
                    <a:pt x="14194" y="22559"/>
                  </a:cubicBezTo>
                  <a:cubicBezTo>
                    <a:pt x="6337" y="22559"/>
                    <a:pt x="0" y="17490"/>
                    <a:pt x="0" y="11280"/>
                  </a:cubicBezTo>
                  <a:cubicBezTo>
                    <a:pt x="0" y="5069"/>
                    <a:pt x="6337" y="0"/>
                    <a:pt x="14194" y="0"/>
                  </a:cubicBezTo>
                  <a:cubicBezTo>
                    <a:pt x="22052" y="0"/>
                    <a:pt x="28389" y="5069"/>
                    <a:pt x="28389" y="1128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7" name="Freeform: Shape 2306">
              <a:extLst>
                <a:ext uri="{FF2B5EF4-FFF2-40B4-BE49-F238E27FC236}">
                  <a16:creationId xmlns:a16="http://schemas.microsoft.com/office/drawing/2014/main" id="{67D55557-E816-52CE-2E35-3ADFEA93023B}"/>
                </a:ext>
              </a:extLst>
            </p:cNvPr>
            <p:cNvSpPr/>
            <p:nvPr/>
          </p:nvSpPr>
          <p:spPr>
            <a:xfrm>
              <a:off x="3325679" y="5083536"/>
              <a:ext cx="28388" cy="22558"/>
            </a:xfrm>
            <a:custGeom>
              <a:avLst/>
              <a:gdLst>
                <a:gd name="connsiteX0" fmla="*/ 28389 w 28388"/>
                <a:gd name="connsiteY0" fmla="*/ 11280 h 22558"/>
                <a:gd name="connsiteX1" fmla="*/ 14194 w 28388"/>
                <a:gd name="connsiteY1" fmla="*/ 22559 h 22558"/>
                <a:gd name="connsiteX2" fmla="*/ 0 w 28388"/>
                <a:gd name="connsiteY2" fmla="*/ 11280 h 22558"/>
                <a:gd name="connsiteX3" fmla="*/ 14194 w 28388"/>
                <a:gd name="connsiteY3" fmla="*/ 0 h 22558"/>
                <a:gd name="connsiteX4" fmla="*/ 28389 w 28388"/>
                <a:gd name="connsiteY4" fmla="*/ 11280 h 22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388" h="22558">
                  <a:moveTo>
                    <a:pt x="28389" y="11280"/>
                  </a:moveTo>
                  <a:cubicBezTo>
                    <a:pt x="28389" y="17490"/>
                    <a:pt x="22052" y="22559"/>
                    <a:pt x="14194" y="22559"/>
                  </a:cubicBezTo>
                  <a:cubicBezTo>
                    <a:pt x="6337" y="22559"/>
                    <a:pt x="0" y="17490"/>
                    <a:pt x="0" y="11280"/>
                  </a:cubicBezTo>
                  <a:cubicBezTo>
                    <a:pt x="0" y="5070"/>
                    <a:pt x="6337" y="0"/>
                    <a:pt x="14194" y="0"/>
                  </a:cubicBezTo>
                  <a:cubicBezTo>
                    <a:pt x="22052" y="0"/>
                    <a:pt x="28389" y="5070"/>
                    <a:pt x="28389" y="1128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8" name="Freeform: Shape 2307">
              <a:extLst>
                <a:ext uri="{FF2B5EF4-FFF2-40B4-BE49-F238E27FC236}">
                  <a16:creationId xmlns:a16="http://schemas.microsoft.com/office/drawing/2014/main" id="{F1A833C2-C193-DFAA-B6EB-EDBB6761DD0E}"/>
                </a:ext>
              </a:extLst>
            </p:cNvPr>
            <p:cNvSpPr/>
            <p:nvPr/>
          </p:nvSpPr>
          <p:spPr>
            <a:xfrm>
              <a:off x="3250271" y="4999130"/>
              <a:ext cx="27628" cy="21925"/>
            </a:xfrm>
            <a:custGeom>
              <a:avLst/>
              <a:gdLst>
                <a:gd name="connsiteX0" fmla="*/ 27629 w 27628"/>
                <a:gd name="connsiteY0" fmla="*/ 10899 h 21925"/>
                <a:gd name="connsiteX1" fmla="*/ 13814 w 27628"/>
                <a:gd name="connsiteY1" fmla="*/ 21925 h 21925"/>
                <a:gd name="connsiteX2" fmla="*/ 0 w 27628"/>
                <a:gd name="connsiteY2" fmla="*/ 10899 h 21925"/>
                <a:gd name="connsiteX3" fmla="*/ 13814 w 27628"/>
                <a:gd name="connsiteY3" fmla="*/ 0 h 21925"/>
                <a:gd name="connsiteX4" fmla="*/ 27629 w 27628"/>
                <a:gd name="connsiteY4" fmla="*/ 10899 h 2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28" h="21925">
                  <a:moveTo>
                    <a:pt x="27629" y="10899"/>
                  </a:moveTo>
                  <a:cubicBezTo>
                    <a:pt x="27629" y="16983"/>
                    <a:pt x="21418" y="21925"/>
                    <a:pt x="13814" y="21925"/>
                  </a:cubicBezTo>
                  <a:cubicBezTo>
                    <a:pt x="6210" y="21925"/>
                    <a:pt x="0" y="16983"/>
                    <a:pt x="0" y="10899"/>
                  </a:cubicBezTo>
                  <a:cubicBezTo>
                    <a:pt x="0" y="4816"/>
                    <a:pt x="6210" y="0"/>
                    <a:pt x="13814" y="0"/>
                  </a:cubicBezTo>
                  <a:cubicBezTo>
                    <a:pt x="21418" y="0"/>
                    <a:pt x="27629" y="4943"/>
                    <a:pt x="27629" y="1089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9" name="Freeform: Shape 2308">
              <a:extLst>
                <a:ext uri="{FF2B5EF4-FFF2-40B4-BE49-F238E27FC236}">
                  <a16:creationId xmlns:a16="http://schemas.microsoft.com/office/drawing/2014/main" id="{0D867D7C-1B2B-E232-4C8D-3AD4E31E204E}"/>
                </a:ext>
              </a:extLst>
            </p:cNvPr>
            <p:cNvSpPr/>
            <p:nvPr/>
          </p:nvSpPr>
          <p:spPr>
            <a:xfrm>
              <a:off x="3177905" y="4911682"/>
              <a:ext cx="28515" cy="22558"/>
            </a:xfrm>
            <a:custGeom>
              <a:avLst/>
              <a:gdLst>
                <a:gd name="connsiteX0" fmla="*/ 28516 w 28515"/>
                <a:gd name="connsiteY0" fmla="*/ 11280 h 22558"/>
                <a:gd name="connsiteX1" fmla="*/ 14321 w 28515"/>
                <a:gd name="connsiteY1" fmla="*/ 22559 h 22558"/>
                <a:gd name="connsiteX2" fmla="*/ 0 w 28515"/>
                <a:gd name="connsiteY2" fmla="*/ 11280 h 22558"/>
                <a:gd name="connsiteX3" fmla="*/ 14321 w 28515"/>
                <a:gd name="connsiteY3" fmla="*/ 0 h 22558"/>
                <a:gd name="connsiteX4" fmla="*/ 28516 w 28515"/>
                <a:gd name="connsiteY4" fmla="*/ 11280 h 22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15" h="22558">
                  <a:moveTo>
                    <a:pt x="28516" y="11280"/>
                  </a:moveTo>
                  <a:cubicBezTo>
                    <a:pt x="28516" y="17490"/>
                    <a:pt x="22179" y="22559"/>
                    <a:pt x="14321" y="22559"/>
                  </a:cubicBezTo>
                  <a:cubicBezTo>
                    <a:pt x="6463" y="22559"/>
                    <a:pt x="0" y="17490"/>
                    <a:pt x="0" y="11280"/>
                  </a:cubicBezTo>
                  <a:cubicBezTo>
                    <a:pt x="0" y="5070"/>
                    <a:pt x="6337" y="0"/>
                    <a:pt x="14321" y="0"/>
                  </a:cubicBezTo>
                  <a:cubicBezTo>
                    <a:pt x="22305" y="0"/>
                    <a:pt x="28516" y="5070"/>
                    <a:pt x="28516" y="1128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0" name="Freeform: Shape 2309">
              <a:extLst>
                <a:ext uri="{FF2B5EF4-FFF2-40B4-BE49-F238E27FC236}">
                  <a16:creationId xmlns:a16="http://schemas.microsoft.com/office/drawing/2014/main" id="{05B22B88-BC81-98F3-5E92-3400D33636E1}"/>
                </a:ext>
              </a:extLst>
            </p:cNvPr>
            <p:cNvSpPr/>
            <p:nvPr/>
          </p:nvSpPr>
          <p:spPr>
            <a:xfrm>
              <a:off x="3110735" y="4822967"/>
              <a:ext cx="27628" cy="21925"/>
            </a:xfrm>
            <a:custGeom>
              <a:avLst/>
              <a:gdLst>
                <a:gd name="connsiteX0" fmla="*/ 27629 w 27628"/>
                <a:gd name="connsiteY0" fmla="*/ 11026 h 21925"/>
                <a:gd name="connsiteX1" fmla="*/ 13814 w 27628"/>
                <a:gd name="connsiteY1" fmla="*/ 21925 h 21925"/>
                <a:gd name="connsiteX2" fmla="*/ 0 w 27628"/>
                <a:gd name="connsiteY2" fmla="*/ 11026 h 21925"/>
                <a:gd name="connsiteX3" fmla="*/ 13814 w 27628"/>
                <a:gd name="connsiteY3" fmla="*/ 0 h 21925"/>
                <a:gd name="connsiteX4" fmla="*/ 27629 w 27628"/>
                <a:gd name="connsiteY4" fmla="*/ 11026 h 2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28" h="21925">
                  <a:moveTo>
                    <a:pt x="27629" y="11026"/>
                  </a:moveTo>
                  <a:cubicBezTo>
                    <a:pt x="27629" y="17109"/>
                    <a:pt x="21418" y="21925"/>
                    <a:pt x="13814" y="21925"/>
                  </a:cubicBezTo>
                  <a:cubicBezTo>
                    <a:pt x="6210" y="21925"/>
                    <a:pt x="0" y="16983"/>
                    <a:pt x="0" y="11026"/>
                  </a:cubicBezTo>
                  <a:cubicBezTo>
                    <a:pt x="0" y="5070"/>
                    <a:pt x="6210" y="0"/>
                    <a:pt x="13814" y="0"/>
                  </a:cubicBezTo>
                  <a:cubicBezTo>
                    <a:pt x="21418" y="0"/>
                    <a:pt x="27629" y="4943"/>
                    <a:pt x="27629" y="1102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1" name="Freeform: Shape 2310">
              <a:extLst>
                <a:ext uri="{FF2B5EF4-FFF2-40B4-BE49-F238E27FC236}">
                  <a16:creationId xmlns:a16="http://schemas.microsoft.com/office/drawing/2014/main" id="{17B8CB9F-F40F-2D2F-5F6C-7D44567CF0E2}"/>
                </a:ext>
              </a:extLst>
            </p:cNvPr>
            <p:cNvSpPr/>
            <p:nvPr/>
          </p:nvSpPr>
          <p:spPr>
            <a:xfrm>
              <a:off x="3047367" y="4731843"/>
              <a:ext cx="27628" cy="21925"/>
            </a:xfrm>
            <a:custGeom>
              <a:avLst/>
              <a:gdLst>
                <a:gd name="connsiteX0" fmla="*/ 27629 w 27628"/>
                <a:gd name="connsiteY0" fmla="*/ 11026 h 21925"/>
                <a:gd name="connsiteX1" fmla="*/ 13814 w 27628"/>
                <a:gd name="connsiteY1" fmla="*/ 21925 h 21925"/>
                <a:gd name="connsiteX2" fmla="*/ 0 w 27628"/>
                <a:gd name="connsiteY2" fmla="*/ 11026 h 21925"/>
                <a:gd name="connsiteX3" fmla="*/ 13814 w 27628"/>
                <a:gd name="connsiteY3" fmla="*/ 0 h 21925"/>
                <a:gd name="connsiteX4" fmla="*/ 27629 w 27628"/>
                <a:gd name="connsiteY4" fmla="*/ 11026 h 2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28" h="21925">
                  <a:moveTo>
                    <a:pt x="27629" y="11026"/>
                  </a:moveTo>
                  <a:cubicBezTo>
                    <a:pt x="27629" y="17109"/>
                    <a:pt x="21418" y="21925"/>
                    <a:pt x="13814" y="21925"/>
                  </a:cubicBezTo>
                  <a:cubicBezTo>
                    <a:pt x="6210" y="21925"/>
                    <a:pt x="0" y="16983"/>
                    <a:pt x="0" y="11026"/>
                  </a:cubicBezTo>
                  <a:cubicBezTo>
                    <a:pt x="0" y="5070"/>
                    <a:pt x="6210" y="0"/>
                    <a:pt x="13814" y="0"/>
                  </a:cubicBezTo>
                  <a:cubicBezTo>
                    <a:pt x="21418" y="0"/>
                    <a:pt x="27629" y="4943"/>
                    <a:pt x="27629" y="1102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2" name="Freeform: Shape 2311">
              <a:extLst>
                <a:ext uri="{FF2B5EF4-FFF2-40B4-BE49-F238E27FC236}">
                  <a16:creationId xmlns:a16="http://schemas.microsoft.com/office/drawing/2014/main" id="{39993884-F8B3-15FF-21AC-C2BDAC3982FE}"/>
                </a:ext>
              </a:extLst>
            </p:cNvPr>
            <p:cNvSpPr/>
            <p:nvPr/>
          </p:nvSpPr>
          <p:spPr>
            <a:xfrm>
              <a:off x="2988688" y="4639453"/>
              <a:ext cx="26867" cy="21291"/>
            </a:xfrm>
            <a:custGeom>
              <a:avLst/>
              <a:gdLst>
                <a:gd name="connsiteX0" fmla="*/ 26868 w 26867"/>
                <a:gd name="connsiteY0" fmla="*/ 10646 h 21291"/>
                <a:gd name="connsiteX1" fmla="*/ 13434 w 26867"/>
                <a:gd name="connsiteY1" fmla="*/ 21292 h 21291"/>
                <a:gd name="connsiteX2" fmla="*/ 0 w 26867"/>
                <a:gd name="connsiteY2" fmla="*/ 10646 h 21291"/>
                <a:gd name="connsiteX3" fmla="*/ 13434 w 26867"/>
                <a:gd name="connsiteY3" fmla="*/ 0 h 21291"/>
                <a:gd name="connsiteX4" fmla="*/ 26868 w 26867"/>
                <a:gd name="connsiteY4" fmla="*/ 10646 h 2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67" h="21291">
                  <a:moveTo>
                    <a:pt x="26868" y="10646"/>
                  </a:moveTo>
                  <a:cubicBezTo>
                    <a:pt x="26868" y="16476"/>
                    <a:pt x="20785" y="21292"/>
                    <a:pt x="13434" y="21292"/>
                  </a:cubicBezTo>
                  <a:cubicBezTo>
                    <a:pt x="6083" y="21292"/>
                    <a:pt x="0" y="16476"/>
                    <a:pt x="0" y="10646"/>
                  </a:cubicBezTo>
                  <a:cubicBezTo>
                    <a:pt x="0" y="4816"/>
                    <a:pt x="5956" y="0"/>
                    <a:pt x="13434" y="0"/>
                  </a:cubicBezTo>
                  <a:cubicBezTo>
                    <a:pt x="20911" y="0"/>
                    <a:pt x="26868" y="4816"/>
                    <a:pt x="26868" y="1064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3" name="Freeform: Shape 2312">
              <a:extLst>
                <a:ext uri="{FF2B5EF4-FFF2-40B4-BE49-F238E27FC236}">
                  <a16:creationId xmlns:a16="http://schemas.microsoft.com/office/drawing/2014/main" id="{7AC1B58D-9993-4582-0B5D-A784E116677B}"/>
                </a:ext>
              </a:extLst>
            </p:cNvPr>
            <p:cNvSpPr/>
            <p:nvPr/>
          </p:nvSpPr>
          <p:spPr>
            <a:xfrm>
              <a:off x="2933938" y="4544908"/>
              <a:ext cx="26867" cy="21291"/>
            </a:xfrm>
            <a:custGeom>
              <a:avLst/>
              <a:gdLst>
                <a:gd name="connsiteX0" fmla="*/ 26868 w 26867"/>
                <a:gd name="connsiteY0" fmla="*/ 10646 h 21291"/>
                <a:gd name="connsiteX1" fmla="*/ 13434 w 26867"/>
                <a:gd name="connsiteY1" fmla="*/ 21292 h 21291"/>
                <a:gd name="connsiteX2" fmla="*/ 0 w 26867"/>
                <a:gd name="connsiteY2" fmla="*/ 10646 h 21291"/>
                <a:gd name="connsiteX3" fmla="*/ 13434 w 26867"/>
                <a:gd name="connsiteY3" fmla="*/ 0 h 21291"/>
                <a:gd name="connsiteX4" fmla="*/ 26868 w 26867"/>
                <a:gd name="connsiteY4" fmla="*/ 10646 h 2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67" h="21291">
                  <a:moveTo>
                    <a:pt x="26868" y="10646"/>
                  </a:moveTo>
                  <a:cubicBezTo>
                    <a:pt x="26868" y="16602"/>
                    <a:pt x="20911" y="21292"/>
                    <a:pt x="13434" y="21292"/>
                  </a:cubicBezTo>
                  <a:cubicBezTo>
                    <a:pt x="5957" y="21292"/>
                    <a:pt x="0" y="16476"/>
                    <a:pt x="0" y="10646"/>
                  </a:cubicBezTo>
                  <a:cubicBezTo>
                    <a:pt x="0" y="4816"/>
                    <a:pt x="6083" y="0"/>
                    <a:pt x="13434" y="0"/>
                  </a:cubicBezTo>
                  <a:cubicBezTo>
                    <a:pt x="20785" y="0"/>
                    <a:pt x="26868" y="4816"/>
                    <a:pt x="26868" y="1064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4" name="Freeform: Shape 2313">
              <a:extLst>
                <a:ext uri="{FF2B5EF4-FFF2-40B4-BE49-F238E27FC236}">
                  <a16:creationId xmlns:a16="http://schemas.microsoft.com/office/drawing/2014/main" id="{F85E3543-AE31-DA06-6AE2-3AAA122A05F5}"/>
                </a:ext>
              </a:extLst>
            </p:cNvPr>
            <p:cNvSpPr/>
            <p:nvPr/>
          </p:nvSpPr>
          <p:spPr>
            <a:xfrm>
              <a:off x="2884004" y="4449096"/>
              <a:ext cx="26361" cy="20784"/>
            </a:xfrm>
            <a:custGeom>
              <a:avLst/>
              <a:gdLst>
                <a:gd name="connsiteX0" fmla="*/ 26361 w 26361"/>
                <a:gd name="connsiteY0" fmla="*/ 10392 h 20784"/>
                <a:gd name="connsiteX1" fmla="*/ 13181 w 26361"/>
                <a:gd name="connsiteY1" fmla="*/ 20785 h 20784"/>
                <a:gd name="connsiteX2" fmla="*/ 0 w 26361"/>
                <a:gd name="connsiteY2" fmla="*/ 10392 h 20784"/>
                <a:gd name="connsiteX3" fmla="*/ 13181 w 26361"/>
                <a:gd name="connsiteY3" fmla="*/ 0 h 20784"/>
                <a:gd name="connsiteX4" fmla="*/ 26361 w 26361"/>
                <a:gd name="connsiteY4" fmla="*/ 10392 h 20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61" h="20784">
                  <a:moveTo>
                    <a:pt x="26361" y="10392"/>
                  </a:moveTo>
                  <a:cubicBezTo>
                    <a:pt x="26361" y="16096"/>
                    <a:pt x="20531" y="20785"/>
                    <a:pt x="13181" y="20785"/>
                  </a:cubicBezTo>
                  <a:cubicBezTo>
                    <a:pt x="5830" y="20785"/>
                    <a:pt x="0" y="16096"/>
                    <a:pt x="0" y="10392"/>
                  </a:cubicBezTo>
                  <a:cubicBezTo>
                    <a:pt x="0" y="4689"/>
                    <a:pt x="5830" y="0"/>
                    <a:pt x="13181" y="0"/>
                  </a:cubicBezTo>
                  <a:cubicBezTo>
                    <a:pt x="20531" y="0"/>
                    <a:pt x="26361" y="4689"/>
                    <a:pt x="26361" y="1039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5" name="Freeform: Shape 2314">
              <a:extLst>
                <a:ext uri="{FF2B5EF4-FFF2-40B4-BE49-F238E27FC236}">
                  <a16:creationId xmlns:a16="http://schemas.microsoft.com/office/drawing/2014/main" id="{530B97AF-F4B0-E35B-9B75-753494A213EF}"/>
                </a:ext>
              </a:extLst>
            </p:cNvPr>
            <p:cNvSpPr/>
            <p:nvPr/>
          </p:nvSpPr>
          <p:spPr>
            <a:xfrm>
              <a:off x="2838886" y="4351889"/>
              <a:ext cx="25473" cy="20277"/>
            </a:xfrm>
            <a:custGeom>
              <a:avLst/>
              <a:gdLst>
                <a:gd name="connsiteX0" fmla="*/ 25474 w 25473"/>
                <a:gd name="connsiteY0" fmla="*/ 10139 h 20277"/>
                <a:gd name="connsiteX1" fmla="*/ 12800 w 25473"/>
                <a:gd name="connsiteY1" fmla="*/ 20278 h 20277"/>
                <a:gd name="connsiteX2" fmla="*/ 0 w 25473"/>
                <a:gd name="connsiteY2" fmla="*/ 10139 h 20277"/>
                <a:gd name="connsiteX3" fmla="*/ 12800 w 25473"/>
                <a:gd name="connsiteY3" fmla="*/ 0 h 20277"/>
                <a:gd name="connsiteX4" fmla="*/ 25474 w 25473"/>
                <a:gd name="connsiteY4" fmla="*/ 10139 h 2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73" h="20277">
                  <a:moveTo>
                    <a:pt x="25474" y="10139"/>
                  </a:moveTo>
                  <a:cubicBezTo>
                    <a:pt x="25474" y="15715"/>
                    <a:pt x="19771" y="20278"/>
                    <a:pt x="12800" y="20278"/>
                  </a:cubicBezTo>
                  <a:cubicBezTo>
                    <a:pt x="5830" y="20278"/>
                    <a:pt x="0" y="15715"/>
                    <a:pt x="0" y="10139"/>
                  </a:cubicBezTo>
                  <a:cubicBezTo>
                    <a:pt x="0" y="4562"/>
                    <a:pt x="5703" y="0"/>
                    <a:pt x="12800" y="0"/>
                  </a:cubicBezTo>
                  <a:cubicBezTo>
                    <a:pt x="19898" y="0"/>
                    <a:pt x="25474" y="4562"/>
                    <a:pt x="25474" y="1013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6" name="Freeform: Shape 2315">
              <a:extLst>
                <a:ext uri="{FF2B5EF4-FFF2-40B4-BE49-F238E27FC236}">
                  <a16:creationId xmlns:a16="http://schemas.microsoft.com/office/drawing/2014/main" id="{DF8B3E7E-7D3F-9BDD-C4FC-D7703B425B0A}"/>
                </a:ext>
              </a:extLst>
            </p:cNvPr>
            <p:cNvSpPr/>
            <p:nvPr/>
          </p:nvSpPr>
          <p:spPr>
            <a:xfrm>
              <a:off x="2797824" y="4253035"/>
              <a:ext cx="25600" cy="20277"/>
            </a:xfrm>
            <a:custGeom>
              <a:avLst/>
              <a:gdLst>
                <a:gd name="connsiteX0" fmla="*/ 25601 w 25600"/>
                <a:gd name="connsiteY0" fmla="*/ 10139 h 20277"/>
                <a:gd name="connsiteX1" fmla="*/ 12800 w 25600"/>
                <a:gd name="connsiteY1" fmla="*/ 20278 h 20277"/>
                <a:gd name="connsiteX2" fmla="*/ 0 w 25600"/>
                <a:gd name="connsiteY2" fmla="*/ 10139 h 20277"/>
                <a:gd name="connsiteX3" fmla="*/ 12800 w 25600"/>
                <a:gd name="connsiteY3" fmla="*/ 0 h 20277"/>
                <a:gd name="connsiteX4" fmla="*/ 25601 w 25600"/>
                <a:gd name="connsiteY4" fmla="*/ 10139 h 2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00" h="20277">
                  <a:moveTo>
                    <a:pt x="25601" y="10139"/>
                  </a:moveTo>
                  <a:cubicBezTo>
                    <a:pt x="25601" y="15716"/>
                    <a:pt x="19898" y="20278"/>
                    <a:pt x="12800" y="20278"/>
                  </a:cubicBezTo>
                  <a:cubicBezTo>
                    <a:pt x="5703" y="20278"/>
                    <a:pt x="0" y="15716"/>
                    <a:pt x="0" y="10139"/>
                  </a:cubicBezTo>
                  <a:cubicBezTo>
                    <a:pt x="0" y="4563"/>
                    <a:pt x="5703" y="0"/>
                    <a:pt x="12800" y="0"/>
                  </a:cubicBezTo>
                  <a:cubicBezTo>
                    <a:pt x="19898" y="0"/>
                    <a:pt x="25601" y="4563"/>
                    <a:pt x="25601" y="1013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7" name="Freeform: Shape 2316">
              <a:extLst>
                <a:ext uri="{FF2B5EF4-FFF2-40B4-BE49-F238E27FC236}">
                  <a16:creationId xmlns:a16="http://schemas.microsoft.com/office/drawing/2014/main" id="{332F6BFA-64FA-FFC7-3950-970516E1DFB5}"/>
                </a:ext>
              </a:extLst>
            </p:cNvPr>
            <p:cNvSpPr/>
            <p:nvPr/>
          </p:nvSpPr>
          <p:spPr>
            <a:xfrm>
              <a:off x="2761831" y="4153421"/>
              <a:ext cx="24840" cy="19643"/>
            </a:xfrm>
            <a:custGeom>
              <a:avLst/>
              <a:gdLst>
                <a:gd name="connsiteX0" fmla="*/ 24840 w 24840"/>
                <a:gd name="connsiteY0" fmla="*/ 9885 h 19643"/>
                <a:gd name="connsiteX1" fmla="*/ 12420 w 24840"/>
                <a:gd name="connsiteY1" fmla="*/ 19644 h 19643"/>
                <a:gd name="connsiteX2" fmla="*/ 0 w 24840"/>
                <a:gd name="connsiteY2" fmla="*/ 9885 h 19643"/>
                <a:gd name="connsiteX3" fmla="*/ 12420 w 24840"/>
                <a:gd name="connsiteY3" fmla="*/ 0 h 19643"/>
                <a:gd name="connsiteX4" fmla="*/ 24840 w 24840"/>
                <a:gd name="connsiteY4" fmla="*/ 9885 h 19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840" h="19643">
                  <a:moveTo>
                    <a:pt x="24840" y="9885"/>
                  </a:moveTo>
                  <a:cubicBezTo>
                    <a:pt x="24840" y="15335"/>
                    <a:pt x="19264" y="19644"/>
                    <a:pt x="12420" y="19644"/>
                  </a:cubicBezTo>
                  <a:cubicBezTo>
                    <a:pt x="5576" y="19644"/>
                    <a:pt x="0" y="15208"/>
                    <a:pt x="0" y="9885"/>
                  </a:cubicBezTo>
                  <a:cubicBezTo>
                    <a:pt x="0" y="4562"/>
                    <a:pt x="5576" y="0"/>
                    <a:pt x="12420" y="0"/>
                  </a:cubicBezTo>
                  <a:cubicBezTo>
                    <a:pt x="19264" y="0"/>
                    <a:pt x="24840" y="4436"/>
                    <a:pt x="24840" y="988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8" name="Freeform: Shape 2317">
              <a:extLst>
                <a:ext uri="{FF2B5EF4-FFF2-40B4-BE49-F238E27FC236}">
                  <a16:creationId xmlns:a16="http://schemas.microsoft.com/office/drawing/2014/main" id="{05483A62-0B58-8765-6747-F53A1F994B0A}"/>
                </a:ext>
              </a:extLst>
            </p:cNvPr>
            <p:cNvSpPr/>
            <p:nvPr/>
          </p:nvSpPr>
          <p:spPr>
            <a:xfrm>
              <a:off x="2730654" y="4052792"/>
              <a:ext cx="24079" cy="19010"/>
            </a:xfrm>
            <a:custGeom>
              <a:avLst/>
              <a:gdLst>
                <a:gd name="connsiteX0" fmla="*/ 24080 w 24079"/>
                <a:gd name="connsiteY0" fmla="*/ 9505 h 19010"/>
                <a:gd name="connsiteX1" fmla="*/ 12040 w 24079"/>
                <a:gd name="connsiteY1" fmla="*/ 19010 h 19010"/>
                <a:gd name="connsiteX2" fmla="*/ 0 w 24079"/>
                <a:gd name="connsiteY2" fmla="*/ 9505 h 19010"/>
                <a:gd name="connsiteX3" fmla="*/ 12040 w 24079"/>
                <a:gd name="connsiteY3" fmla="*/ 0 h 19010"/>
                <a:gd name="connsiteX4" fmla="*/ 24080 w 24079"/>
                <a:gd name="connsiteY4" fmla="*/ 9505 h 19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79" h="19010">
                  <a:moveTo>
                    <a:pt x="24080" y="9505"/>
                  </a:moveTo>
                  <a:cubicBezTo>
                    <a:pt x="24080" y="14828"/>
                    <a:pt x="18757" y="19010"/>
                    <a:pt x="12040" y="19010"/>
                  </a:cubicBezTo>
                  <a:cubicBezTo>
                    <a:pt x="5323" y="19010"/>
                    <a:pt x="0" y="14828"/>
                    <a:pt x="0" y="9505"/>
                  </a:cubicBezTo>
                  <a:cubicBezTo>
                    <a:pt x="0" y="4182"/>
                    <a:pt x="5323" y="0"/>
                    <a:pt x="12040" y="0"/>
                  </a:cubicBezTo>
                  <a:cubicBezTo>
                    <a:pt x="18757" y="0"/>
                    <a:pt x="24080" y="4182"/>
                    <a:pt x="24080" y="950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9" name="Freeform: Shape 2318">
              <a:extLst>
                <a:ext uri="{FF2B5EF4-FFF2-40B4-BE49-F238E27FC236}">
                  <a16:creationId xmlns:a16="http://schemas.microsoft.com/office/drawing/2014/main" id="{54C1ED9B-8FD6-618D-F09E-EA7B008E0B8A}"/>
                </a:ext>
              </a:extLst>
            </p:cNvPr>
            <p:cNvSpPr/>
            <p:nvPr/>
          </p:nvSpPr>
          <p:spPr>
            <a:xfrm>
              <a:off x="2703912" y="3951023"/>
              <a:ext cx="24079" cy="19010"/>
            </a:xfrm>
            <a:custGeom>
              <a:avLst/>
              <a:gdLst>
                <a:gd name="connsiteX0" fmla="*/ 24080 w 24079"/>
                <a:gd name="connsiteY0" fmla="*/ 9505 h 19010"/>
                <a:gd name="connsiteX1" fmla="*/ 12040 w 24079"/>
                <a:gd name="connsiteY1" fmla="*/ 19010 h 19010"/>
                <a:gd name="connsiteX2" fmla="*/ 0 w 24079"/>
                <a:gd name="connsiteY2" fmla="*/ 9505 h 19010"/>
                <a:gd name="connsiteX3" fmla="*/ 12040 w 24079"/>
                <a:gd name="connsiteY3" fmla="*/ 0 h 19010"/>
                <a:gd name="connsiteX4" fmla="*/ 24080 w 24079"/>
                <a:gd name="connsiteY4" fmla="*/ 9505 h 19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79" h="19010">
                  <a:moveTo>
                    <a:pt x="24080" y="9505"/>
                  </a:moveTo>
                  <a:cubicBezTo>
                    <a:pt x="24080" y="14828"/>
                    <a:pt x="18757" y="19010"/>
                    <a:pt x="12040" y="19010"/>
                  </a:cubicBezTo>
                  <a:cubicBezTo>
                    <a:pt x="5323" y="19010"/>
                    <a:pt x="0" y="14828"/>
                    <a:pt x="0" y="9505"/>
                  </a:cubicBezTo>
                  <a:cubicBezTo>
                    <a:pt x="0" y="4182"/>
                    <a:pt x="5323" y="0"/>
                    <a:pt x="12040" y="0"/>
                  </a:cubicBezTo>
                  <a:cubicBezTo>
                    <a:pt x="18757" y="0"/>
                    <a:pt x="24080" y="4309"/>
                    <a:pt x="24080" y="950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0" name="Freeform: Shape 2319">
              <a:extLst>
                <a:ext uri="{FF2B5EF4-FFF2-40B4-BE49-F238E27FC236}">
                  <a16:creationId xmlns:a16="http://schemas.microsoft.com/office/drawing/2014/main" id="{F09B7B8E-2FD7-188E-71A8-C6617F5D3093}"/>
                </a:ext>
              </a:extLst>
            </p:cNvPr>
            <p:cNvSpPr/>
            <p:nvPr/>
          </p:nvSpPr>
          <p:spPr>
            <a:xfrm>
              <a:off x="2682367" y="3848874"/>
              <a:ext cx="23319" cy="18503"/>
            </a:xfrm>
            <a:custGeom>
              <a:avLst/>
              <a:gdLst>
                <a:gd name="connsiteX0" fmla="*/ 23320 w 23319"/>
                <a:gd name="connsiteY0" fmla="*/ 9251 h 18503"/>
                <a:gd name="connsiteX1" fmla="*/ 11660 w 23319"/>
                <a:gd name="connsiteY1" fmla="*/ 18503 h 18503"/>
                <a:gd name="connsiteX2" fmla="*/ 0 w 23319"/>
                <a:gd name="connsiteY2" fmla="*/ 9251 h 18503"/>
                <a:gd name="connsiteX3" fmla="*/ 11660 w 23319"/>
                <a:gd name="connsiteY3" fmla="*/ 0 h 18503"/>
                <a:gd name="connsiteX4" fmla="*/ 23320 w 23319"/>
                <a:gd name="connsiteY4" fmla="*/ 9251 h 18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319" h="18503">
                  <a:moveTo>
                    <a:pt x="23320" y="9251"/>
                  </a:moveTo>
                  <a:cubicBezTo>
                    <a:pt x="23320" y="14321"/>
                    <a:pt x="18123" y="18503"/>
                    <a:pt x="11660" y="18503"/>
                  </a:cubicBezTo>
                  <a:cubicBezTo>
                    <a:pt x="5196" y="18503"/>
                    <a:pt x="0" y="14321"/>
                    <a:pt x="0" y="9251"/>
                  </a:cubicBezTo>
                  <a:cubicBezTo>
                    <a:pt x="0" y="4182"/>
                    <a:pt x="5196" y="0"/>
                    <a:pt x="11660" y="0"/>
                  </a:cubicBezTo>
                  <a:cubicBezTo>
                    <a:pt x="18123" y="0"/>
                    <a:pt x="23320" y="4182"/>
                    <a:pt x="23320" y="925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1" name="Freeform: Shape 2320">
              <a:extLst>
                <a:ext uri="{FF2B5EF4-FFF2-40B4-BE49-F238E27FC236}">
                  <a16:creationId xmlns:a16="http://schemas.microsoft.com/office/drawing/2014/main" id="{B1B7E511-019F-752F-725C-311809FEEF6C}"/>
                </a:ext>
              </a:extLst>
            </p:cNvPr>
            <p:cNvSpPr/>
            <p:nvPr/>
          </p:nvSpPr>
          <p:spPr>
            <a:xfrm>
              <a:off x="2665638" y="3746091"/>
              <a:ext cx="22558" cy="17869"/>
            </a:xfrm>
            <a:custGeom>
              <a:avLst/>
              <a:gdLst>
                <a:gd name="connsiteX0" fmla="*/ 22559 w 22558"/>
                <a:gd name="connsiteY0" fmla="*/ 8872 h 17869"/>
                <a:gd name="connsiteX1" fmla="*/ 11279 w 22558"/>
                <a:gd name="connsiteY1" fmla="*/ 17870 h 17869"/>
                <a:gd name="connsiteX2" fmla="*/ 0 w 22558"/>
                <a:gd name="connsiteY2" fmla="*/ 8872 h 17869"/>
                <a:gd name="connsiteX3" fmla="*/ 11279 w 22558"/>
                <a:gd name="connsiteY3" fmla="*/ 0 h 17869"/>
                <a:gd name="connsiteX4" fmla="*/ 22559 w 22558"/>
                <a:gd name="connsiteY4" fmla="*/ 8872 h 1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8" h="17869">
                  <a:moveTo>
                    <a:pt x="22559" y="8872"/>
                  </a:moveTo>
                  <a:cubicBezTo>
                    <a:pt x="22559" y="13814"/>
                    <a:pt x="17490" y="17870"/>
                    <a:pt x="11279" y="17870"/>
                  </a:cubicBezTo>
                  <a:cubicBezTo>
                    <a:pt x="5069" y="17870"/>
                    <a:pt x="0" y="13814"/>
                    <a:pt x="0" y="8872"/>
                  </a:cubicBezTo>
                  <a:cubicBezTo>
                    <a:pt x="0" y="3929"/>
                    <a:pt x="5069" y="0"/>
                    <a:pt x="11279" y="0"/>
                  </a:cubicBezTo>
                  <a:cubicBezTo>
                    <a:pt x="17490" y="0"/>
                    <a:pt x="22559" y="3929"/>
                    <a:pt x="22559" y="887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2" name="Freeform: Shape 2321">
              <a:extLst>
                <a:ext uri="{FF2B5EF4-FFF2-40B4-BE49-F238E27FC236}">
                  <a16:creationId xmlns:a16="http://schemas.microsoft.com/office/drawing/2014/main" id="{CBBB5355-BCB5-2E29-C55C-081ACBC6B65B}"/>
                </a:ext>
              </a:extLst>
            </p:cNvPr>
            <p:cNvSpPr/>
            <p:nvPr/>
          </p:nvSpPr>
          <p:spPr>
            <a:xfrm>
              <a:off x="2653725" y="3642801"/>
              <a:ext cx="21798" cy="17236"/>
            </a:xfrm>
            <a:custGeom>
              <a:avLst/>
              <a:gdLst>
                <a:gd name="connsiteX0" fmla="*/ 21799 w 21798"/>
                <a:gd name="connsiteY0" fmla="*/ 8618 h 17236"/>
                <a:gd name="connsiteX1" fmla="*/ 10899 w 21798"/>
                <a:gd name="connsiteY1" fmla="*/ 17236 h 17236"/>
                <a:gd name="connsiteX2" fmla="*/ 0 w 21798"/>
                <a:gd name="connsiteY2" fmla="*/ 8618 h 17236"/>
                <a:gd name="connsiteX3" fmla="*/ 10899 w 21798"/>
                <a:gd name="connsiteY3" fmla="*/ 0 h 17236"/>
                <a:gd name="connsiteX4" fmla="*/ 21799 w 21798"/>
                <a:gd name="connsiteY4" fmla="*/ 8618 h 17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798" h="17236">
                  <a:moveTo>
                    <a:pt x="21799" y="8618"/>
                  </a:moveTo>
                  <a:cubicBezTo>
                    <a:pt x="21799" y="13434"/>
                    <a:pt x="16856" y="17236"/>
                    <a:pt x="10899" y="17236"/>
                  </a:cubicBezTo>
                  <a:cubicBezTo>
                    <a:pt x="4943" y="17236"/>
                    <a:pt x="0" y="13308"/>
                    <a:pt x="0" y="8618"/>
                  </a:cubicBezTo>
                  <a:cubicBezTo>
                    <a:pt x="0" y="3929"/>
                    <a:pt x="4943" y="0"/>
                    <a:pt x="10899" y="0"/>
                  </a:cubicBezTo>
                  <a:cubicBezTo>
                    <a:pt x="16856" y="0"/>
                    <a:pt x="21799" y="3929"/>
                    <a:pt x="21799" y="86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3" name="Freeform: Shape 2322">
              <a:extLst>
                <a:ext uri="{FF2B5EF4-FFF2-40B4-BE49-F238E27FC236}">
                  <a16:creationId xmlns:a16="http://schemas.microsoft.com/office/drawing/2014/main" id="{4C1BD346-FE44-F722-0890-952A0CCB8E00}"/>
                </a:ext>
              </a:extLst>
            </p:cNvPr>
            <p:cNvSpPr/>
            <p:nvPr/>
          </p:nvSpPr>
          <p:spPr>
            <a:xfrm>
              <a:off x="2646628" y="3539258"/>
              <a:ext cx="21291" cy="16855"/>
            </a:xfrm>
            <a:custGeom>
              <a:avLst/>
              <a:gdLst>
                <a:gd name="connsiteX0" fmla="*/ 21292 w 21291"/>
                <a:gd name="connsiteY0" fmla="*/ 8364 h 16855"/>
                <a:gd name="connsiteX1" fmla="*/ 10646 w 21291"/>
                <a:gd name="connsiteY1" fmla="*/ 16856 h 16855"/>
                <a:gd name="connsiteX2" fmla="*/ 0 w 21291"/>
                <a:gd name="connsiteY2" fmla="*/ 8364 h 16855"/>
                <a:gd name="connsiteX3" fmla="*/ 10646 w 21291"/>
                <a:gd name="connsiteY3" fmla="*/ 0 h 16855"/>
                <a:gd name="connsiteX4" fmla="*/ 21292 w 21291"/>
                <a:gd name="connsiteY4" fmla="*/ 8364 h 16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291" h="16855">
                  <a:moveTo>
                    <a:pt x="21292" y="8364"/>
                  </a:moveTo>
                  <a:cubicBezTo>
                    <a:pt x="21292" y="13054"/>
                    <a:pt x="16602" y="16856"/>
                    <a:pt x="10646" y="16856"/>
                  </a:cubicBezTo>
                  <a:cubicBezTo>
                    <a:pt x="4689" y="16856"/>
                    <a:pt x="0" y="13054"/>
                    <a:pt x="0" y="8364"/>
                  </a:cubicBezTo>
                  <a:cubicBezTo>
                    <a:pt x="0" y="3675"/>
                    <a:pt x="4816" y="0"/>
                    <a:pt x="10646" y="0"/>
                  </a:cubicBezTo>
                  <a:cubicBezTo>
                    <a:pt x="16476" y="0"/>
                    <a:pt x="21292" y="3802"/>
                    <a:pt x="21292" y="836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4" name="Freeform: Shape 2323">
              <a:extLst>
                <a:ext uri="{FF2B5EF4-FFF2-40B4-BE49-F238E27FC236}">
                  <a16:creationId xmlns:a16="http://schemas.microsoft.com/office/drawing/2014/main" id="{17CD24AC-78E7-BF29-2A02-54AD9500573B}"/>
                </a:ext>
              </a:extLst>
            </p:cNvPr>
            <p:cNvSpPr/>
            <p:nvPr/>
          </p:nvSpPr>
          <p:spPr>
            <a:xfrm>
              <a:off x="2644727" y="3435462"/>
              <a:ext cx="20277" cy="16222"/>
            </a:xfrm>
            <a:custGeom>
              <a:avLst/>
              <a:gdLst>
                <a:gd name="connsiteX0" fmla="*/ 20278 w 20277"/>
                <a:gd name="connsiteY0" fmla="*/ 8111 h 16222"/>
                <a:gd name="connsiteX1" fmla="*/ 10139 w 20277"/>
                <a:gd name="connsiteY1" fmla="*/ 16222 h 16222"/>
                <a:gd name="connsiteX2" fmla="*/ 0 w 20277"/>
                <a:gd name="connsiteY2" fmla="*/ 8111 h 16222"/>
                <a:gd name="connsiteX3" fmla="*/ 10139 w 20277"/>
                <a:gd name="connsiteY3" fmla="*/ 0 h 16222"/>
                <a:gd name="connsiteX4" fmla="*/ 20278 w 20277"/>
                <a:gd name="connsiteY4" fmla="*/ 8111 h 1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277" h="16222">
                  <a:moveTo>
                    <a:pt x="20278" y="8111"/>
                  </a:moveTo>
                  <a:cubicBezTo>
                    <a:pt x="20278" y="12547"/>
                    <a:pt x="15715" y="16222"/>
                    <a:pt x="10139" y="16222"/>
                  </a:cubicBezTo>
                  <a:cubicBezTo>
                    <a:pt x="4563" y="16222"/>
                    <a:pt x="0" y="12547"/>
                    <a:pt x="0" y="8111"/>
                  </a:cubicBezTo>
                  <a:cubicBezTo>
                    <a:pt x="0" y="3675"/>
                    <a:pt x="4563" y="0"/>
                    <a:pt x="10139" y="0"/>
                  </a:cubicBezTo>
                  <a:cubicBezTo>
                    <a:pt x="15715" y="0"/>
                    <a:pt x="20278" y="3549"/>
                    <a:pt x="20278" y="811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5" name="Freeform: Shape 2324">
              <a:extLst>
                <a:ext uri="{FF2B5EF4-FFF2-40B4-BE49-F238E27FC236}">
                  <a16:creationId xmlns:a16="http://schemas.microsoft.com/office/drawing/2014/main" id="{4AE40273-E417-1781-394D-88B3ADC8ADD8}"/>
                </a:ext>
              </a:extLst>
            </p:cNvPr>
            <p:cNvSpPr/>
            <p:nvPr/>
          </p:nvSpPr>
          <p:spPr>
            <a:xfrm>
              <a:off x="2647515" y="3331918"/>
              <a:ext cx="19644" cy="15588"/>
            </a:xfrm>
            <a:custGeom>
              <a:avLst/>
              <a:gdLst>
                <a:gd name="connsiteX0" fmla="*/ 19644 w 19644"/>
                <a:gd name="connsiteY0" fmla="*/ 7731 h 15588"/>
                <a:gd name="connsiteX1" fmla="*/ 9885 w 19644"/>
                <a:gd name="connsiteY1" fmla="*/ 15589 h 15588"/>
                <a:gd name="connsiteX2" fmla="*/ 0 w 19644"/>
                <a:gd name="connsiteY2" fmla="*/ 7731 h 15588"/>
                <a:gd name="connsiteX3" fmla="*/ 9885 w 19644"/>
                <a:gd name="connsiteY3" fmla="*/ 0 h 15588"/>
                <a:gd name="connsiteX4" fmla="*/ 19644 w 19644"/>
                <a:gd name="connsiteY4" fmla="*/ 7731 h 1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44" h="15588">
                  <a:moveTo>
                    <a:pt x="19644" y="7731"/>
                  </a:moveTo>
                  <a:cubicBezTo>
                    <a:pt x="19644" y="12040"/>
                    <a:pt x="15208" y="15589"/>
                    <a:pt x="9885" y="15589"/>
                  </a:cubicBezTo>
                  <a:cubicBezTo>
                    <a:pt x="4563" y="15589"/>
                    <a:pt x="0" y="12040"/>
                    <a:pt x="0" y="7731"/>
                  </a:cubicBezTo>
                  <a:cubicBezTo>
                    <a:pt x="0" y="3422"/>
                    <a:pt x="4436" y="0"/>
                    <a:pt x="9885" y="0"/>
                  </a:cubicBezTo>
                  <a:cubicBezTo>
                    <a:pt x="15335" y="0"/>
                    <a:pt x="19644" y="3422"/>
                    <a:pt x="19644" y="773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6" name="Freeform: Shape 2325">
              <a:extLst>
                <a:ext uri="{FF2B5EF4-FFF2-40B4-BE49-F238E27FC236}">
                  <a16:creationId xmlns:a16="http://schemas.microsoft.com/office/drawing/2014/main" id="{D553B2DC-12B0-5EE4-99A9-05390D028BBC}"/>
                </a:ext>
              </a:extLst>
            </p:cNvPr>
            <p:cNvSpPr/>
            <p:nvPr/>
          </p:nvSpPr>
          <p:spPr>
            <a:xfrm>
              <a:off x="2655373" y="3228375"/>
              <a:ext cx="18756" cy="14954"/>
            </a:xfrm>
            <a:custGeom>
              <a:avLst/>
              <a:gdLst>
                <a:gd name="connsiteX0" fmla="*/ 18757 w 18756"/>
                <a:gd name="connsiteY0" fmla="*/ 7477 h 14954"/>
                <a:gd name="connsiteX1" fmla="*/ 9378 w 18756"/>
                <a:gd name="connsiteY1" fmla="*/ 14955 h 14954"/>
                <a:gd name="connsiteX2" fmla="*/ 0 w 18756"/>
                <a:gd name="connsiteY2" fmla="*/ 7477 h 14954"/>
                <a:gd name="connsiteX3" fmla="*/ 9378 w 18756"/>
                <a:gd name="connsiteY3" fmla="*/ 0 h 14954"/>
                <a:gd name="connsiteX4" fmla="*/ 18757 w 18756"/>
                <a:gd name="connsiteY4" fmla="*/ 7477 h 14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56" h="14954">
                  <a:moveTo>
                    <a:pt x="18757" y="7477"/>
                  </a:moveTo>
                  <a:cubicBezTo>
                    <a:pt x="18757" y="11660"/>
                    <a:pt x="14575" y="14955"/>
                    <a:pt x="9378" y="14955"/>
                  </a:cubicBezTo>
                  <a:cubicBezTo>
                    <a:pt x="4182" y="14955"/>
                    <a:pt x="0" y="11660"/>
                    <a:pt x="0" y="7477"/>
                  </a:cubicBezTo>
                  <a:cubicBezTo>
                    <a:pt x="0" y="3295"/>
                    <a:pt x="4182" y="0"/>
                    <a:pt x="9378" y="0"/>
                  </a:cubicBezTo>
                  <a:cubicBezTo>
                    <a:pt x="14575" y="0"/>
                    <a:pt x="18757" y="3295"/>
                    <a:pt x="18757" y="747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7" name="Freeform: Shape 2326">
              <a:extLst>
                <a:ext uri="{FF2B5EF4-FFF2-40B4-BE49-F238E27FC236}">
                  <a16:creationId xmlns:a16="http://schemas.microsoft.com/office/drawing/2014/main" id="{D31C3686-BAEB-8AE9-8447-F6B6413EAF70}"/>
                </a:ext>
              </a:extLst>
            </p:cNvPr>
            <p:cNvSpPr/>
            <p:nvPr/>
          </p:nvSpPr>
          <p:spPr>
            <a:xfrm>
              <a:off x="2667793" y="3125085"/>
              <a:ext cx="18250" cy="14447"/>
            </a:xfrm>
            <a:custGeom>
              <a:avLst/>
              <a:gdLst>
                <a:gd name="connsiteX0" fmla="*/ 18250 w 18250"/>
                <a:gd name="connsiteY0" fmla="*/ 7224 h 14447"/>
                <a:gd name="connsiteX1" fmla="*/ 9125 w 18250"/>
                <a:gd name="connsiteY1" fmla="*/ 14448 h 14447"/>
                <a:gd name="connsiteX2" fmla="*/ 0 w 18250"/>
                <a:gd name="connsiteY2" fmla="*/ 7224 h 14447"/>
                <a:gd name="connsiteX3" fmla="*/ 9125 w 18250"/>
                <a:gd name="connsiteY3" fmla="*/ 0 h 14447"/>
                <a:gd name="connsiteX4" fmla="*/ 18250 w 18250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7">
                  <a:moveTo>
                    <a:pt x="18250" y="7224"/>
                  </a:moveTo>
                  <a:cubicBezTo>
                    <a:pt x="18250" y="11153"/>
                    <a:pt x="14194" y="14448"/>
                    <a:pt x="9125" y="14448"/>
                  </a:cubicBezTo>
                  <a:cubicBezTo>
                    <a:pt x="4056" y="14448"/>
                    <a:pt x="0" y="11153"/>
                    <a:pt x="0" y="7224"/>
                  </a:cubicBezTo>
                  <a:cubicBezTo>
                    <a:pt x="0" y="3295"/>
                    <a:pt x="4056" y="0"/>
                    <a:pt x="9125" y="0"/>
                  </a:cubicBezTo>
                  <a:cubicBezTo>
                    <a:pt x="14194" y="0"/>
                    <a:pt x="18250" y="3295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8" name="Freeform: Shape 2327">
              <a:extLst>
                <a:ext uri="{FF2B5EF4-FFF2-40B4-BE49-F238E27FC236}">
                  <a16:creationId xmlns:a16="http://schemas.microsoft.com/office/drawing/2014/main" id="{579061B2-C04D-C218-0FA4-BB40DA5FF544}"/>
                </a:ext>
              </a:extLst>
            </p:cNvPr>
            <p:cNvSpPr/>
            <p:nvPr/>
          </p:nvSpPr>
          <p:spPr>
            <a:xfrm>
              <a:off x="2685662" y="3022556"/>
              <a:ext cx="16729" cy="13180"/>
            </a:xfrm>
            <a:custGeom>
              <a:avLst/>
              <a:gdLst>
                <a:gd name="connsiteX0" fmla="*/ 16729 w 16729"/>
                <a:gd name="connsiteY0" fmla="*/ 6590 h 13180"/>
                <a:gd name="connsiteX1" fmla="*/ 8365 w 16729"/>
                <a:gd name="connsiteY1" fmla="*/ 13181 h 13180"/>
                <a:gd name="connsiteX2" fmla="*/ 0 w 16729"/>
                <a:gd name="connsiteY2" fmla="*/ 6590 h 13180"/>
                <a:gd name="connsiteX3" fmla="*/ 8365 w 16729"/>
                <a:gd name="connsiteY3" fmla="*/ 0 h 13180"/>
                <a:gd name="connsiteX4" fmla="*/ 16729 w 16729"/>
                <a:gd name="connsiteY4" fmla="*/ 6590 h 13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9" h="13180">
                  <a:moveTo>
                    <a:pt x="16729" y="6590"/>
                  </a:moveTo>
                  <a:cubicBezTo>
                    <a:pt x="16729" y="10266"/>
                    <a:pt x="12927" y="13181"/>
                    <a:pt x="8365" y="13181"/>
                  </a:cubicBezTo>
                  <a:cubicBezTo>
                    <a:pt x="3802" y="13181"/>
                    <a:pt x="0" y="10266"/>
                    <a:pt x="0" y="6590"/>
                  </a:cubicBezTo>
                  <a:cubicBezTo>
                    <a:pt x="0" y="2915"/>
                    <a:pt x="3675" y="0"/>
                    <a:pt x="8365" y="0"/>
                  </a:cubicBezTo>
                  <a:cubicBezTo>
                    <a:pt x="13054" y="0"/>
                    <a:pt x="16729" y="2915"/>
                    <a:pt x="16729" y="659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9" name="Freeform: Shape 2328">
              <a:extLst>
                <a:ext uri="{FF2B5EF4-FFF2-40B4-BE49-F238E27FC236}">
                  <a16:creationId xmlns:a16="http://schemas.microsoft.com/office/drawing/2014/main" id="{6A6A54B3-BEFC-E4EB-A089-F3B7B5F69A77}"/>
                </a:ext>
              </a:extLst>
            </p:cNvPr>
            <p:cNvSpPr/>
            <p:nvPr/>
          </p:nvSpPr>
          <p:spPr>
            <a:xfrm>
              <a:off x="2707968" y="2920280"/>
              <a:ext cx="15968" cy="12673"/>
            </a:xfrm>
            <a:custGeom>
              <a:avLst/>
              <a:gdLst>
                <a:gd name="connsiteX0" fmla="*/ 15969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9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9" y="6337"/>
                  </a:moveTo>
                  <a:cubicBezTo>
                    <a:pt x="15969" y="9885"/>
                    <a:pt x="12420" y="12674"/>
                    <a:pt x="7984" y="12674"/>
                  </a:cubicBezTo>
                  <a:cubicBezTo>
                    <a:pt x="3549" y="12674"/>
                    <a:pt x="0" y="9885"/>
                    <a:pt x="0" y="6337"/>
                  </a:cubicBezTo>
                  <a:cubicBezTo>
                    <a:pt x="0" y="2788"/>
                    <a:pt x="3549" y="0"/>
                    <a:pt x="7984" y="0"/>
                  </a:cubicBezTo>
                  <a:cubicBezTo>
                    <a:pt x="12420" y="0"/>
                    <a:pt x="15969" y="2788"/>
                    <a:pt x="15969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0" name="Freeform: Shape 2329">
              <a:extLst>
                <a:ext uri="{FF2B5EF4-FFF2-40B4-BE49-F238E27FC236}">
                  <a16:creationId xmlns:a16="http://schemas.microsoft.com/office/drawing/2014/main" id="{947DAA80-CE11-050E-BDEA-9544F598A99D}"/>
                </a:ext>
              </a:extLst>
            </p:cNvPr>
            <p:cNvSpPr/>
            <p:nvPr/>
          </p:nvSpPr>
          <p:spPr>
            <a:xfrm>
              <a:off x="2735596" y="2819145"/>
              <a:ext cx="14447" cy="11532"/>
            </a:xfrm>
            <a:custGeom>
              <a:avLst/>
              <a:gdLst>
                <a:gd name="connsiteX0" fmla="*/ 14448 w 14447"/>
                <a:gd name="connsiteY0" fmla="*/ 5703 h 11532"/>
                <a:gd name="connsiteX1" fmla="*/ 7224 w 14447"/>
                <a:gd name="connsiteY1" fmla="*/ 11533 h 11532"/>
                <a:gd name="connsiteX2" fmla="*/ 0 w 14447"/>
                <a:gd name="connsiteY2" fmla="*/ 5703 h 11532"/>
                <a:gd name="connsiteX3" fmla="*/ 7224 w 14447"/>
                <a:gd name="connsiteY3" fmla="*/ 0 h 11532"/>
                <a:gd name="connsiteX4" fmla="*/ 14448 w 14447"/>
                <a:gd name="connsiteY4" fmla="*/ 5703 h 11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47" h="11532">
                  <a:moveTo>
                    <a:pt x="14448" y="5703"/>
                  </a:moveTo>
                  <a:cubicBezTo>
                    <a:pt x="14448" y="8871"/>
                    <a:pt x="11153" y="11533"/>
                    <a:pt x="7224" y="11533"/>
                  </a:cubicBezTo>
                  <a:cubicBezTo>
                    <a:pt x="3295" y="11533"/>
                    <a:pt x="0" y="8998"/>
                    <a:pt x="0" y="5703"/>
                  </a:cubicBezTo>
                  <a:cubicBezTo>
                    <a:pt x="0" y="2408"/>
                    <a:pt x="3295" y="0"/>
                    <a:pt x="7224" y="0"/>
                  </a:cubicBezTo>
                  <a:cubicBezTo>
                    <a:pt x="11153" y="0"/>
                    <a:pt x="14448" y="2535"/>
                    <a:pt x="14448" y="570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1" name="Freeform: Shape 2330">
              <a:extLst>
                <a:ext uri="{FF2B5EF4-FFF2-40B4-BE49-F238E27FC236}">
                  <a16:creationId xmlns:a16="http://schemas.microsoft.com/office/drawing/2014/main" id="{42E352D7-339A-1FA1-4A4B-72E8A2D19E73}"/>
                </a:ext>
              </a:extLst>
            </p:cNvPr>
            <p:cNvSpPr/>
            <p:nvPr/>
          </p:nvSpPr>
          <p:spPr>
            <a:xfrm>
              <a:off x="2767534" y="2718516"/>
              <a:ext cx="13687" cy="10899"/>
            </a:xfrm>
            <a:custGeom>
              <a:avLst/>
              <a:gdLst>
                <a:gd name="connsiteX0" fmla="*/ 13688 w 13687"/>
                <a:gd name="connsiteY0" fmla="*/ 5450 h 10899"/>
                <a:gd name="connsiteX1" fmla="*/ 6844 w 13687"/>
                <a:gd name="connsiteY1" fmla="*/ 10899 h 10899"/>
                <a:gd name="connsiteX2" fmla="*/ 0 w 13687"/>
                <a:gd name="connsiteY2" fmla="*/ 5450 h 10899"/>
                <a:gd name="connsiteX3" fmla="*/ 6844 w 13687"/>
                <a:gd name="connsiteY3" fmla="*/ 0 h 10899"/>
                <a:gd name="connsiteX4" fmla="*/ 13688 w 13687"/>
                <a:gd name="connsiteY4" fmla="*/ 5450 h 10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87" h="10899">
                  <a:moveTo>
                    <a:pt x="13688" y="5450"/>
                  </a:moveTo>
                  <a:cubicBezTo>
                    <a:pt x="13688" y="8491"/>
                    <a:pt x="10646" y="10899"/>
                    <a:pt x="6844" y="10899"/>
                  </a:cubicBezTo>
                  <a:cubicBezTo>
                    <a:pt x="3042" y="10899"/>
                    <a:pt x="0" y="8491"/>
                    <a:pt x="0" y="5450"/>
                  </a:cubicBezTo>
                  <a:cubicBezTo>
                    <a:pt x="0" y="2408"/>
                    <a:pt x="3168" y="0"/>
                    <a:pt x="6844" y="0"/>
                  </a:cubicBezTo>
                  <a:cubicBezTo>
                    <a:pt x="10519" y="0"/>
                    <a:pt x="13688" y="2408"/>
                    <a:pt x="13688" y="545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2" name="Freeform: Shape 2331">
              <a:extLst>
                <a:ext uri="{FF2B5EF4-FFF2-40B4-BE49-F238E27FC236}">
                  <a16:creationId xmlns:a16="http://schemas.microsoft.com/office/drawing/2014/main" id="{F37E8DCC-06C7-55A1-86CD-2503E6CBC937}"/>
                </a:ext>
              </a:extLst>
            </p:cNvPr>
            <p:cNvSpPr/>
            <p:nvPr/>
          </p:nvSpPr>
          <p:spPr>
            <a:xfrm>
              <a:off x="2804034" y="2618775"/>
              <a:ext cx="13180" cy="10392"/>
            </a:xfrm>
            <a:custGeom>
              <a:avLst/>
              <a:gdLst>
                <a:gd name="connsiteX0" fmla="*/ 13180 w 13180"/>
                <a:gd name="connsiteY0" fmla="*/ 5196 h 10392"/>
                <a:gd name="connsiteX1" fmla="*/ 6590 w 13180"/>
                <a:gd name="connsiteY1" fmla="*/ 10392 h 10392"/>
                <a:gd name="connsiteX2" fmla="*/ 0 w 13180"/>
                <a:gd name="connsiteY2" fmla="*/ 5196 h 10392"/>
                <a:gd name="connsiteX3" fmla="*/ 6590 w 13180"/>
                <a:gd name="connsiteY3" fmla="*/ 0 h 10392"/>
                <a:gd name="connsiteX4" fmla="*/ 13180 w 13180"/>
                <a:gd name="connsiteY4" fmla="*/ 5196 h 1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80" h="10392">
                  <a:moveTo>
                    <a:pt x="13180" y="5196"/>
                  </a:moveTo>
                  <a:lnTo>
                    <a:pt x="6590" y="10392"/>
                  </a:lnTo>
                  <a:lnTo>
                    <a:pt x="0" y="5196"/>
                  </a:lnTo>
                  <a:lnTo>
                    <a:pt x="6590" y="0"/>
                  </a:lnTo>
                  <a:lnTo>
                    <a:pt x="13180" y="519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3" name="Freeform: Shape 2332">
              <a:extLst>
                <a:ext uri="{FF2B5EF4-FFF2-40B4-BE49-F238E27FC236}">
                  <a16:creationId xmlns:a16="http://schemas.microsoft.com/office/drawing/2014/main" id="{3D0BC612-5E67-89DC-A10C-7DAA63261CB2}"/>
                </a:ext>
              </a:extLst>
            </p:cNvPr>
            <p:cNvSpPr/>
            <p:nvPr/>
          </p:nvSpPr>
          <p:spPr>
            <a:xfrm>
              <a:off x="2845857" y="2520555"/>
              <a:ext cx="11533" cy="9251"/>
            </a:xfrm>
            <a:custGeom>
              <a:avLst/>
              <a:gdLst>
                <a:gd name="connsiteX0" fmla="*/ 11533 w 11533"/>
                <a:gd name="connsiteY0" fmla="*/ 4689 h 9251"/>
                <a:gd name="connsiteX1" fmla="*/ 5703 w 11533"/>
                <a:gd name="connsiteY1" fmla="*/ 9252 h 9251"/>
                <a:gd name="connsiteX2" fmla="*/ 0 w 11533"/>
                <a:gd name="connsiteY2" fmla="*/ 4689 h 9251"/>
                <a:gd name="connsiteX3" fmla="*/ 5703 w 11533"/>
                <a:gd name="connsiteY3" fmla="*/ 0 h 9251"/>
                <a:gd name="connsiteX4" fmla="*/ 11533 w 11533"/>
                <a:gd name="connsiteY4" fmla="*/ 4689 h 9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33" h="9251">
                  <a:moveTo>
                    <a:pt x="11533" y="4689"/>
                  </a:moveTo>
                  <a:lnTo>
                    <a:pt x="5703" y="9252"/>
                  </a:lnTo>
                  <a:lnTo>
                    <a:pt x="0" y="4689"/>
                  </a:lnTo>
                  <a:lnTo>
                    <a:pt x="5703" y="0"/>
                  </a:lnTo>
                  <a:lnTo>
                    <a:pt x="11533" y="468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4" name="Freeform: Shape 2333">
              <a:extLst>
                <a:ext uri="{FF2B5EF4-FFF2-40B4-BE49-F238E27FC236}">
                  <a16:creationId xmlns:a16="http://schemas.microsoft.com/office/drawing/2014/main" id="{D9C71D7F-5A8E-D656-97D0-8C3CAB470B73}"/>
                </a:ext>
              </a:extLst>
            </p:cNvPr>
            <p:cNvSpPr/>
            <p:nvPr/>
          </p:nvSpPr>
          <p:spPr>
            <a:xfrm>
              <a:off x="2891735" y="2423348"/>
              <a:ext cx="10899" cy="8744"/>
            </a:xfrm>
            <a:custGeom>
              <a:avLst/>
              <a:gdLst>
                <a:gd name="connsiteX0" fmla="*/ 10899 w 10899"/>
                <a:gd name="connsiteY0" fmla="*/ 4309 h 8744"/>
                <a:gd name="connsiteX1" fmla="*/ 5450 w 10899"/>
                <a:gd name="connsiteY1" fmla="*/ 8745 h 8744"/>
                <a:gd name="connsiteX2" fmla="*/ 0 w 10899"/>
                <a:gd name="connsiteY2" fmla="*/ 4309 h 8744"/>
                <a:gd name="connsiteX3" fmla="*/ 5450 w 10899"/>
                <a:gd name="connsiteY3" fmla="*/ 0 h 8744"/>
                <a:gd name="connsiteX4" fmla="*/ 10899 w 10899"/>
                <a:gd name="connsiteY4" fmla="*/ 4309 h 8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899" h="8744">
                  <a:moveTo>
                    <a:pt x="10899" y="4309"/>
                  </a:moveTo>
                  <a:lnTo>
                    <a:pt x="5450" y="8745"/>
                  </a:lnTo>
                  <a:lnTo>
                    <a:pt x="0" y="4309"/>
                  </a:lnTo>
                  <a:lnTo>
                    <a:pt x="5450" y="0"/>
                  </a:lnTo>
                  <a:lnTo>
                    <a:pt x="10899" y="430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5" name="Freeform: Shape 2334">
              <a:extLst>
                <a:ext uri="{FF2B5EF4-FFF2-40B4-BE49-F238E27FC236}">
                  <a16:creationId xmlns:a16="http://schemas.microsoft.com/office/drawing/2014/main" id="{7D927417-4DF6-E105-D171-A48EA713B705}"/>
                </a:ext>
              </a:extLst>
            </p:cNvPr>
            <p:cNvSpPr/>
            <p:nvPr/>
          </p:nvSpPr>
          <p:spPr>
            <a:xfrm>
              <a:off x="2942303" y="2327663"/>
              <a:ext cx="10138" cy="7984"/>
            </a:xfrm>
            <a:custGeom>
              <a:avLst/>
              <a:gdLst>
                <a:gd name="connsiteX0" fmla="*/ 10139 w 10138"/>
                <a:gd name="connsiteY0" fmla="*/ 3929 h 7984"/>
                <a:gd name="connsiteX1" fmla="*/ 5069 w 10138"/>
                <a:gd name="connsiteY1" fmla="*/ 7984 h 7984"/>
                <a:gd name="connsiteX2" fmla="*/ 0 w 10138"/>
                <a:gd name="connsiteY2" fmla="*/ 3929 h 7984"/>
                <a:gd name="connsiteX3" fmla="*/ 5069 w 10138"/>
                <a:gd name="connsiteY3" fmla="*/ 0 h 7984"/>
                <a:gd name="connsiteX4" fmla="*/ 10139 w 10138"/>
                <a:gd name="connsiteY4" fmla="*/ 3929 h 7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38" h="7984">
                  <a:moveTo>
                    <a:pt x="10139" y="3929"/>
                  </a:moveTo>
                  <a:lnTo>
                    <a:pt x="5069" y="7984"/>
                  </a:lnTo>
                  <a:lnTo>
                    <a:pt x="0" y="3929"/>
                  </a:lnTo>
                  <a:lnTo>
                    <a:pt x="5069" y="0"/>
                  </a:lnTo>
                  <a:lnTo>
                    <a:pt x="10139" y="392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6" name="Freeform: Shape 2335">
              <a:extLst>
                <a:ext uri="{FF2B5EF4-FFF2-40B4-BE49-F238E27FC236}">
                  <a16:creationId xmlns:a16="http://schemas.microsoft.com/office/drawing/2014/main" id="{D5CEBDA8-11AC-590C-23BD-D2D6408CA8AA}"/>
                </a:ext>
              </a:extLst>
            </p:cNvPr>
            <p:cNvSpPr/>
            <p:nvPr/>
          </p:nvSpPr>
          <p:spPr>
            <a:xfrm>
              <a:off x="2997306" y="2233371"/>
              <a:ext cx="9505" cy="7477"/>
            </a:xfrm>
            <a:custGeom>
              <a:avLst/>
              <a:gdLst>
                <a:gd name="connsiteX0" fmla="*/ 9505 w 9505"/>
                <a:gd name="connsiteY0" fmla="*/ 3802 h 7477"/>
                <a:gd name="connsiteX1" fmla="*/ 4689 w 9505"/>
                <a:gd name="connsiteY1" fmla="*/ 7477 h 7477"/>
                <a:gd name="connsiteX2" fmla="*/ 0 w 9505"/>
                <a:gd name="connsiteY2" fmla="*/ 3802 h 7477"/>
                <a:gd name="connsiteX3" fmla="*/ 4689 w 9505"/>
                <a:gd name="connsiteY3" fmla="*/ 0 h 7477"/>
                <a:gd name="connsiteX4" fmla="*/ 9505 w 9505"/>
                <a:gd name="connsiteY4" fmla="*/ 3802 h 7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05" h="7477">
                  <a:moveTo>
                    <a:pt x="9505" y="3802"/>
                  </a:moveTo>
                  <a:lnTo>
                    <a:pt x="4689" y="7477"/>
                  </a:lnTo>
                  <a:lnTo>
                    <a:pt x="0" y="3802"/>
                  </a:lnTo>
                  <a:lnTo>
                    <a:pt x="4689" y="0"/>
                  </a:lnTo>
                  <a:lnTo>
                    <a:pt x="9505" y="380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7" name="Freeform: Shape 2336">
              <a:extLst>
                <a:ext uri="{FF2B5EF4-FFF2-40B4-BE49-F238E27FC236}">
                  <a16:creationId xmlns:a16="http://schemas.microsoft.com/office/drawing/2014/main" id="{0386D4D8-9592-CE9C-D97C-7840F256E366}"/>
                </a:ext>
              </a:extLst>
            </p:cNvPr>
            <p:cNvSpPr/>
            <p:nvPr/>
          </p:nvSpPr>
          <p:spPr>
            <a:xfrm>
              <a:off x="3056745" y="2140854"/>
              <a:ext cx="8744" cy="6843"/>
            </a:xfrm>
            <a:custGeom>
              <a:avLst/>
              <a:gdLst>
                <a:gd name="connsiteX0" fmla="*/ 8745 w 8744"/>
                <a:gd name="connsiteY0" fmla="*/ 3422 h 6843"/>
                <a:gd name="connsiteX1" fmla="*/ 4436 w 8744"/>
                <a:gd name="connsiteY1" fmla="*/ 6844 h 6843"/>
                <a:gd name="connsiteX2" fmla="*/ 0 w 8744"/>
                <a:gd name="connsiteY2" fmla="*/ 3422 h 6843"/>
                <a:gd name="connsiteX3" fmla="*/ 4436 w 8744"/>
                <a:gd name="connsiteY3" fmla="*/ 0 h 6843"/>
                <a:gd name="connsiteX4" fmla="*/ 8745 w 8744"/>
                <a:gd name="connsiteY4" fmla="*/ 3422 h 6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44" h="6843">
                  <a:moveTo>
                    <a:pt x="8745" y="3422"/>
                  </a:moveTo>
                  <a:lnTo>
                    <a:pt x="4436" y="6844"/>
                  </a:lnTo>
                  <a:lnTo>
                    <a:pt x="0" y="3422"/>
                  </a:lnTo>
                  <a:lnTo>
                    <a:pt x="4436" y="0"/>
                  </a:lnTo>
                  <a:lnTo>
                    <a:pt x="8745" y="342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8" name="Freeform: Shape 2337">
              <a:extLst>
                <a:ext uri="{FF2B5EF4-FFF2-40B4-BE49-F238E27FC236}">
                  <a16:creationId xmlns:a16="http://schemas.microsoft.com/office/drawing/2014/main" id="{03A17E58-DDBD-EACA-A3DC-7CDB3507602C}"/>
                </a:ext>
              </a:extLst>
            </p:cNvPr>
            <p:cNvSpPr/>
            <p:nvPr/>
          </p:nvSpPr>
          <p:spPr>
            <a:xfrm>
              <a:off x="3120874" y="2050364"/>
              <a:ext cx="7224" cy="5829"/>
            </a:xfrm>
            <a:custGeom>
              <a:avLst/>
              <a:gdLst>
                <a:gd name="connsiteX0" fmla="*/ 7224 w 7224"/>
                <a:gd name="connsiteY0" fmla="*/ 2915 h 5829"/>
                <a:gd name="connsiteX1" fmla="*/ 3675 w 7224"/>
                <a:gd name="connsiteY1" fmla="*/ 5830 h 5829"/>
                <a:gd name="connsiteX2" fmla="*/ 0 w 7224"/>
                <a:gd name="connsiteY2" fmla="*/ 2915 h 5829"/>
                <a:gd name="connsiteX3" fmla="*/ 3675 w 7224"/>
                <a:gd name="connsiteY3" fmla="*/ 0 h 5829"/>
                <a:gd name="connsiteX4" fmla="*/ 7224 w 7224"/>
                <a:gd name="connsiteY4" fmla="*/ 2915 h 5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24" h="5829">
                  <a:moveTo>
                    <a:pt x="7224" y="2915"/>
                  </a:moveTo>
                  <a:lnTo>
                    <a:pt x="3675" y="5830"/>
                  </a:lnTo>
                  <a:lnTo>
                    <a:pt x="0" y="2915"/>
                  </a:lnTo>
                  <a:lnTo>
                    <a:pt x="3675" y="0"/>
                  </a:lnTo>
                  <a:lnTo>
                    <a:pt x="7224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9" name="Freeform: Shape 2338">
              <a:extLst>
                <a:ext uri="{FF2B5EF4-FFF2-40B4-BE49-F238E27FC236}">
                  <a16:creationId xmlns:a16="http://schemas.microsoft.com/office/drawing/2014/main" id="{AADFBE7D-97FA-86D5-5885-3B5373997B4C}"/>
                </a:ext>
              </a:extLst>
            </p:cNvPr>
            <p:cNvSpPr/>
            <p:nvPr/>
          </p:nvSpPr>
          <p:spPr>
            <a:xfrm>
              <a:off x="3188931" y="1961649"/>
              <a:ext cx="6463" cy="5069"/>
            </a:xfrm>
            <a:custGeom>
              <a:avLst/>
              <a:gdLst>
                <a:gd name="connsiteX0" fmla="*/ 6464 w 6463"/>
                <a:gd name="connsiteY0" fmla="*/ 2535 h 5069"/>
                <a:gd name="connsiteX1" fmla="*/ 3295 w 6463"/>
                <a:gd name="connsiteY1" fmla="*/ 5069 h 5069"/>
                <a:gd name="connsiteX2" fmla="*/ 0 w 6463"/>
                <a:gd name="connsiteY2" fmla="*/ 2535 h 5069"/>
                <a:gd name="connsiteX3" fmla="*/ 3295 w 6463"/>
                <a:gd name="connsiteY3" fmla="*/ 0 h 5069"/>
                <a:gd name="connsiteX4" fmla="*/ 6464 w 6463"/>
                <a:gd name="connsiteY4" fmla="*/ 2535 h 5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069">
                  <a:moveTo>
                    <a:pt x="6464" y="2535"/>
                  </a:moveTo>
                  <a:lnTo>
                    <a:pt x="3295" y="5069"/>
                  </a:lnTo>
                  <a:lnTo>
                    <a:pt x="0" y="2535"/>
                  </a:lnTo>
                  <a:lnTo>
                    <a:pt x="3295" y="0"/>
                  </a:lnTo>
                  <a:lnTo>
                    <a:pt x="6464" y="253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0" name="Freeform: Shape 2339">
              <a:extLst>
                <a:ext uri="{FF2B5EF4-FFF2-40B4-BE49-F238E27FC236}">
                  <a16:creationId xmlns:a16="http://schemas.microsoft.com/office/drawing/2014/main" id="{6FAF32A0-F18C-1093-1F4A-A1D684B073E1}"/>
                </a:ext>
              </a:extLst>
            </p:cNvPr>
            <p:cNvSpPr/>
            <p:nvPr/>
          </p:nvSpPr>
          <p:spPr>
            <a:xfrm>
              <a:off x="3261424" y="1875215"/>
              <a:ext cx="5196" cy="4055"/>
            </a:xfrm>
            <a:custGeom>
              <a:avLst/>
              <a:gdLst>
                <a:gd name="connsiteX0" fmla="*/ 5196 w 5196"/>
                <a:gd name="connsiteY0" fmla="*/ 2028 h 4055"/>
                <a:gd name="connsiteX1" fmla="*/ 2535 w 5196"/>
                <a:gd name="connsiteY1" fmla="*/ 4056 h 4055"/>
                <a:gd name="connsiteX2" fmla="*/ 0 w 5196"/>
                <a:gd name="connsiteY2" fmla="*/ 2028 h 4055"/>
                <a:gd name="connsiteX3" fmla="*/ 2535 w 5196"/>
                <a:gd name="connsiteY3" fmla="*/ 0 h 4055"/>
                <a:gd name="connsiteX4" fmla="*/ 5196 w 5196"/>
                <a:gd name="connsiteY4" fmla="*/ 2028 h 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96" h="4055">
                  <a:moveTo>
                    <a:pt x="5196" y="2028"/>
                  </a:moveTo>
                  <a:lnTo>
                    <a:pt x="2535" y="4056"/>
                  </a:lnTo>
                  <a:lnTo>
                    <a:pt x="0" y="2028"/>
                  </a:lnTo>
                  <a:lnTo>
                    <a:pt x="2535" y="0"/>
                  </a:lnTo>
                  <a:lnTo>
                    <a:pt x="5196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1" name="Freeform: Shape 2340">
              <a:extLst>
                <a:ext uri="{FF2B5EF4-FFF2-40B4-BE49-F238E27FC236}">
                  <a16:creationId xmlns:a16="http://schemas.microsoft.com/office/drawing/2014/main" id="{FF003EDA-282E-A320-F7E1-CE3D2CD5CDE9}"/>
                </a:ext>
              </a:extLst>
            </p:cNvPr>
            <p:cNvSpPr/>
            <p:nvPr/>
          </p:nvSpPr>
          <p:spPr>
            <a:xfrm>
              <a:off x="3337719" y="1790682"/>
              <a:ext cx="4309" cy="3421"/>
            </a:xfrm>
            <a:custGeom>
              <a:avLst/>
              <a:gdLst>
                <a:gd name="connsiteX0" fmla="*/ 4309 w 4309"/>
                <a:gd name="connsiteY0" fmla="*/ 1648 h 3421"/>
                <a:gd name="connsiteX1" fmla="*/ 2155 w 4309"/>
                <a:gd name="connsiteY1" fmla="*/ 3422 h 3421"/>
                <a:gd name="connsiteX2" fmla="*/ 0 w 4309"/>
                <a:gd name="connsiteY2" fmla="*/ 1648 h 3421"/>
                <a:gd name="connsiteX3" fmla="*/ 2155 w 4309"/>
                <a:gd name="connsiteY3" fmla="*/ 0 h 3421"/>
                <a:gd name="connsiteX4" fmla="*/ 4309 w 4309"/>
                <a:gd name="connsiteY4" fmla="*/ 1648 h 3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9" h="3421">
                  <a:moveTo>
                    <a:pt x="4309" y="1648"/>
                  </a:moveTo>
                  <a:lnTo>
                    <a:pt x="2155" y="3422"/>
                  </a:lnTo>
                  <a:lnTo>
                    <a:pt x="0" y="1648"/>
                  </a:lnTo>
                  <a:lnTo>
                    <a:pt x="2155" y="0"/>
                  </a:lnTo>
                  <a:lnTo>
                    <a:pt x="4309" y="164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2" name="Freeform: Shape 2341">
              <a:extLst>
                <a:ext uri="{FF2B5EF4-FFF2-40B4-BE49-F238E27FC236}">
                  <a16:creationId xmlns:a16="http://schemas.microsoft.com/office/drawing/2014/main" id="{47EE4CDF-B44D-20F0-57A9-A575B773E64F}"/>
                </a:ext>
              </a:extLst>
            </p:cNvPr>
            <p:cNvSpPr/>
            <p:nvPr/>
          </p:nvSpPr>
          <p:spPr>
            <a:xfrm>
              <a:off x="3418196" y="1708684"/>
              <a:ext cx="2915" cy="2408"/>
            </a:xfrm>
            <a:custGeom>
              <a:avLst/>
              <a:gdLst>
                <a:gd name="connsiteX0" fmla="*/ 2915 w 2915"/>
                <a:gd name="connsiteY0" fmla="*/ 1141 h 2408"/>
                <a:gd name="connsiteX1" fmla="*/ 1521 w 2915"/>
                <a:gd name="connsiteY1" fmla="*/ 2408 h 2408"/>
                <a:gd name="connsiteX2" fmla="*/ 0 w 2915"/>
                <a:gd name="connsiteY2" fmla="*/ 1141 h 2408"/>
                <a:gd name="connsiteX3" fmla="*/ 1521 w 2915"/>
                <a:gd name="connsiteY3" fmla="*/ 0 h 2408"/>
                <a:gd name="connsiteX4" fmla="*/ 2915 w 2915"/>
                <a:gd name="connsiteY4" fmla="*/ 1141 h 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5" h="2408">
                  <a:moveTo>
                    <a:pt x="2915" y="1141"/>
                  </a:moveTo>
                  <a:lnTo>
                    <a:pt x="1521" y="2408"/>
                  </a:lnTo>
                  <a:lnTo>
                    <a:pt x="0" y="1141"/>
                  </a:lnTo>
                  <a:lnTo>
                    <a:pt x="1521" y="0"/>
                  </a:lnTo>
                  <a:lnTo>
                    <a:pt x="2915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3" name="Freeform: Shape 2342">
              <a:extLst>
                <a:ext uri="{FF2B5EF4-FFF2-40B4-BE49-F238E27FC236}">
                  <a16:creationId xmlns:a16="http://schemas.microsoft.com/office/drawing/2014/main" id="{10CF1764-783A-49DF-D4B1-2492A76BE59D}"/>
                </a:ext>
              </a:extLst>
            </p:cNvPr>
            <p:cNvSpPr/>
            <p:nvPr/>
          </p:nvSpPr>
          <p:spPr>
            <a:xfrm>
              <a:off x="3502602" y="1629221"/>
              <a:ext cx="1394" cy="1140"/>
            </a:xfrm>
            <a:custGeom>
              <a:avLst/>
              <a:gdLst>
                <a:gd name="connsiteX0" fmla="*/ 1394 w 1394"/>
                <a:gd name="connsiteY0" fmla="*/ 634 h 1140"/>
                <a:gd name="connsiteX1" fmla="*/ 760 w 1394"/>
                <a:gd name="connsiteY1" fmla="*/ 1141 h 1140"/>
                <a:gd name="connsiteX2" fmla="*/ 0 w 1394"/>
                <a:gd name="connsiteY2" fmla="*/ 634 h 1140"/>
                <a:gd name="connsiteX3" fmla="*/ 760 w 1394"/>
                <a:gd name="connsiteY3" fmla="*/ 0 h 1140"/>
                <a:gd name="connsiteX4" fmla="*/ 1394 w 1394"/>
                <a:gd name="connsiteY4" fmla="*/ 634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" h="1140">
                  <a:moveTo>
                    <a:pt x="1394" y="634"/>
                  </a:moveTo>
                  <a:lnTo>
                    <a:pt x="760" y="1141"/>
                  </a:lnTo>
                  <a:lnTo>
                    <a:pt x="0" y="634"/>
                  </a:lnTo>
                  <a:lnTo>
                    <a:pt x="760" y="0"/>
                  </a:lnTo>
                  <a:lnTo>
                    <a:pt x="1394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4" name="Freeform: Shape 2343">
              <a:extLst>
                <a:ext uri="{FF2B5EF4-FFF2-40B4-BE49-F238E27FC236}">
                  <a16:creationId xmlns:a16="http://schemas.microsoft.com/office/drawing/2014/main" id="{3DB14050-1CA3-46C5-9C75-4632681E62AC}"/>
                </a:ext>
              </a:extLst>
            </p:cNvPr>
            <p:cNvSpPr/>
            <p:nvPr/>
          </p:nvSpPr>
          <p:spPr>
            <a:xfrm>
              <a:off x="3590050" y="1551785"/>
              <a:ext cx="1394" cy="1013"/>
            </a:xfrm>
            <a:custGeom>
              <a:avLst/>
              <a:gdLst>
                <a:gd name="connsiteX0" fmla="*/ 1394 w 1394"/>
                <a:gd name="connsiteY0" fmla="*/ 507 h 1013"/>
                <a:gd name="connsiteX1" fmla="*/ 634 w 1394"/>
                <a:gd name="connsiteY1" fmla="*/ 1014 h 1013"/>
                <a:gd name="connsiteX2" fmla="*/ 0 w 1394"/>
                <a:gd name="connsiteY2" fmla="*/ 507 h 1013"/>
                <a:gd name="connsiteX3" fmla="*/ 634 w 1394"/>
                <a:gd name="connsiteY3" fmla="*/ 0 h 1013"/>
                <a:gd name="connsiteX4" fmla="*/ 1394 w 1394"/>
                <a:gd name="connsiteY4" fmla="*/ 507 h 1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" h="1013">
                  <a:moveTo>
                    <a:pt x="1394" y="507"/>
                  </a:moveTo>
                  <a:lnTo>
                    <a:pt x="634" y="1014"/>
                  </a:lnTo>
                  <a:lnTo>
                    <a:pt x="0" y="507"/>
                  </a:lnTo>
                  <a:lnTo>
                    <a:pt x="634" y="0"/>
                  </a:lnTo>
                  <a:lnTo>
                    <a:pt x="1394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5" name="Freeform: Shape 2344">
              <a:extLst>
                <a:ext uri="{FF2B5EF4-FFF2-40B4-BE49-F238E27FC236}">
                  <a16:creationId xmlns:a16="http://schemas.microsoft.com/office/drawing/2014/main" id="{2992C7F7-46B7-E704-666A-3BDD61848E9A}"/>
                </a:ext>
              </a:extLst>
            </p:cNvPr>
            <p:cNvSpPr/>
            <p:nvPr/>
          </p:nvSpPr>
          <p:spPr>
            <a:xfrm>
              <a:off x="3775719" y="1404898"/>
              <a:ext cx="760" cy="633"/>
            </a:xfrm>
            <a:custGeom>
              <a:avLst/>
              <a:gdLst>
                <a:gd name="connsiteX0" fmla="*/ 760 w 760"/>
                <a:gd name="connsiteY0" fmla="*/ 253 h 633"/>
                <a:gd name="connsiteX1" fmla="*/ 380 w 760"/>
                <a:gd name="connsiteY1" fmla="*/ 634 h 633"/>
                <a:gd name="connsiteX2" fmla="*/ 0 w 760"/>
                <a:gd name="connsiteY2" fmla="*/ 253 h 633"/>
                <a:gd name="connsiteX3" fmla="*/ 380 w 760"/>
                <a:gd name="connsiteY3" fmla="*/ 0 h 633"/>
                <a:gd name="connsiteX4" fmla="*/ 760 w 760"/>
                <a:gd name="connsiteY4" fmla="*/ 253 h 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0" h="633">
                  <a:moveTo>
                    <a:pt x="760" y="253"/>
                  </a:moveTo>
                  <a:lnTo>
                    <a:pt x="380" y="634"/>
                  </a:lnTo>
                  <a:lnTo>
                    <a:pt x="0" y="253"/>
                  </a:lnTo>
                  <a:lnTo>
                    <a:pt x="380" y="0"/>
                  </a:lnTo>
                  <a:lnTo>
                    <a:pt x="760" y="25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6" name="Freeform: Shape 2345">
              <a:extLst>
                <a:ext uri="{FF2B5EF4-FFF2-40B4-BE49-F238E27FC236}">
                  <a16:creationId xmlns:a16="http://schemas.microsoft.com/office/drawing/2014/main" id="{7AC8A981-5A74-8B4E-28A8-9D57DC181F8D}"/>
                </a:ext>
              </a:extLst>
            </p:cNvPr>
            <p:cNvSpPr/>
            <p:nvPr/>
          </p:nvSpPr>
          <p:spPr>
            <a:xfrm>
              <a:off x="3872925" y="1335193"/>
              <a:ext cx="1774" cy="1394"/>
            </a:xfrm>
            <a:custGeom>
              <a:avLst/>
              <a:gdLst>
                <a:gd name="connsiteX0" fmla="*/ 1774 w 1774"/>
                <a:gd name="connsiteY0" fmla="*/ 760 h 1394"/>
                <a:gd name="connsiteX1" fmla="*/ 887 w 1774"/>
                <a:gd name="connsiteY1" fmla="*/ 1394 h 1394"/>
                <a:gd name="connsiteX2" fmla="*/ 0 w 1774"/>
                <a:gd name="connsiteY2" fmla="*/ 760 h 1394"/>
                <a:gd name="connsiteX3" fmla="*/ 887 w 1774"/>
                <a:gd name="connsiteY3" fmla="*/ 0 h 1394"/>
                <a:gd name="connsiteX4" fmla="*/ 1774 w 1774"/>
                <a:gd name="connsiteY4" fmla="*/ 760 h 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" h="1394">
                  <a:moveTo>
                    <a:pt x="1774" y="760"/>
                  </a:moveTo>
                  <a:lnTo>
                    <a:pt x="887" y="1394"/>
                  </a:lnTo>
                  <a:lnTo>
                    <a:pt x="0" y="760"/>
                  </a:lnTo>
                  <a:lnTo>
                    <a:pt x="887" y="0"/>
                  </a:lnTo>
                  <a:lnTo>
                    <a:pt x="1774" y="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7" name="Freeform: Shape 2346">
              <a:extLst>
                <a:ext uri="{FF2B5EF4-FFF2-40B4-BE49-F238E27FC236}">
                  <a16:creationId xmlns:a16="http://schemas.microsoft.com/office/drawing/2014/main" id="{0CEF8C0D-71BA-FE2F-36F5-482FA3FCF60B}"/>
                </a:ext>
              </a:extLst>
            </p:cNvPr>
            <p:cNvSpPr/>
            <p:nvPr/>
          </p:nvSpPr>
          <p:spPr>
            <a:xfrm>
              <a:off x="3973680" y="1268657"/>
              <a:ext cx="2281" cy="1901"/>
            </a:xfrm>
            <a:custGeom>
              <a:avLst/>
              <a:gdLst>
                <a:gd name="connsiteX0" fmla="*/ 2281 w 2281"/>
                <a:gd name="connsiteY0" fmla="*/ 887 h 1901"/>
                <a:gd name="connsiteX1" fmla="*/ 1141 w 2281"/>
                <a:gd name="connsiteY1" fmla="*/ 1901 h 1901"/>
                <a:gd name="connsiteX2" fmla="*/ 0 w 2281"/>
                <a:gd name="connsiteY2" fmla="*/ 887 h 1901"/>
                <a:gd name="connsiteX3" fmla="*/ 1141 w 2281"/>
                <a:gd name="connsiteY3" fmla="*/ 0 h 1901"/>
                <a:gd name="connsiteX4" fmla="*/ 2281 w 2281"/>
                <a:gd name="connsiteY4" fmla="*/ 887 h 1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1" h="1901">
                  <a:moveTo>
                    <a:pt x="2281" y="887"/>
                  </a:moveTo>
                  <a:lnTo>
                    <a:pt x="1141" y="1901"/>
                  </a:lnTo>
                  <a:lnTo>
                    <a:pt x="0" y="887"/>
                  </a:lnTo>
                  <a:lnTo>
                    <a:pt x="1141" y="0"/>
                  </a:lnTo>
                  <a:lnTo>
                    <a:pt x="2281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8" name="Freeform: Shape 2347">
              <a:extLst>
                <a:ext uri="{FF2B5EF4-FFF2-40B4-BE49-F238E27FC236}">
                  <a16:creationId xmlns:a16="http://schemas.microsoft.com/office/drawing/2014/main" id="{7214DA10-97A1-AA82-6214-A8FF30441C76}"/>
                </a:ext>
              </a:extLst>
            </p:cNvPr>
            <p:cNvSpPr/>
            <p:nvPr/>
          </p:nvSpPr>
          <p:spPr>
            <a:xfrm>
              <a:off x="4077350" y="1205035"/>
              <a:ext cx="2915" cy="2408"/>
            </a:xfrm>
            <a:custGeom>
              <a:avLst/>
              <a:gdLst>
                <a:gd name="connsiteX0" fmla="*/ 2915 w 2915"/>
                <a:gd name="connsiteY0" fmla="*/ 1267 h 2408"/>
                <a:gd name="connsiteX1" fmla="*/ 1521 w 2915"/>
                <a:gd name="connsiteY1" fmla="*/ 2408 h 2408"/>
                <a:gd name="connsiteX2" fmla="*/ 0 w 2915"/>
                <a:gd name="connsiteY2" fmla="*/ 1267 h 2408"/>
                <a:gd name="connsiteX3" fmla="*/ 1521 w 2915"/>
                <a:gd name="connsiteY3" fmla="*/ 0 h 2408"/>
                <a:gd name="connsiteX4" fmla="*/ 2915 w 2915"/>
                <a:gd name="connsiteY4" fmla="*/ 1267 h 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5" h="2408">
                  <a:moveTo>
                    <a:pt x="2915" y="1267"/>
                  </a:moveTo>
                  <a:lnTo>
                    <a:pt x="1521" y="2408"/>
                  </a:lnTo>
                  <a:lnTo>
                    <a:pt x="0" y="1267"/>
                  </a:lnTo>
                  <a:lnTo>
                    <a:pt x="1521" y="0"/>
                  </a:lnTo>
                  <a:lnTo>
                    <a:pt x="2915" y="126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9" name="Freeform: Shape 2348">
              <a:extLst>
                <a:ext uri="{FF2B5EF4-FFF2-40B4-BE49-F238E27FC236}">
                  <a16:creationId xmlns:a16="http://schemas.microsoft.com/office/drawing/2014/main" id="{B2C0B2FE-E238-7DD2-6A85-0EA9AC7E8B34}"/>
                </a:ext>
              </a:extLst>
            </p:cNvPr>
            <p:cNvSpPr/>
            <p:nvPr/>
          </p:nvSpPr>
          <p:spPr>
            <a:xfrm>
              <a:off x="4183935" y="1144709"/>
              <a:ext cx="3548" cy="2788"/>
            </a:xfrm>
            <a:custGeom>
              <a:avLst/>
              <a:gdLst>
                <a:gd name="connsiteX0" fmla="*/ 3549 w 3548"/>
                <a:gd name="connsiteY0" fmla="*/ 1394 h 2788"/>
                <a:gd name="connsiteX1" fmla="*/ 1774 w 3548"/>
                <a:gd name="connsiteY1" fmla="*/ 2788 h 2788"/>
                <a:gd name="connsiteX2" fmla="*/ 0 w 3548"/>
                <a:gd name="connsiteY2" fmla="*/ 1394 h 2788"/>
                <a:gd name="connsiteX3" fmla="*/ 1774 w 3548"/>
                <a:gd name="connsiteY3" fmla="*/ 0 h 2788"/>
                <a:gd name="connsiteX4" fmla="*/ 3549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9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9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0" name="Freeform: Shape 2349">
              <a:extLst>
                <a:ext uri="{FF2B5EF4-FFF2-40B4-BE49-F238E27FC236}">
                  <a16:creationId xmlns:a16="http://schemas.microsoft.com/office/drawing/2014/main" id="{C4C1D71C-1780-A86B-4D4D-E97CE90C0005}"/>
                </a:ext>
              </a:extLst>
            </p:cNvPr>
            <p:cNvSpPr/>
            <p:nvPr/>
          </p:nvSpPr>
          <p:spPr>
            <a:xfrm>
              <a:off x="4293055" y="1087298"/>
              <a:ext cx="4689" cy="3675"/>
            </a:xfrm>
            <a:custGeom>
              <a:avLst/>
              <a:gdLst>
                <a:gd name="connsiteX0" fmla="*/ 4689 w 4689"/>
                <a:gd name="connsiteY0" fmla="*/ 1774 h 3675"/>
                <a:gd name="connsiteX1" fmla="*/ 2408 w 4689"/>
                <a:gd name="connsiteY1" fmla="*/ 3675 h 3675"/>
                <a:gd name="connsiteX2" fmla="*/ 0 w 4689"/>
                <a:gd name="connsiteY2" fmla="*/ 1774 h 3675"/>
                <a:gd name="connsiteX3" fmla="*/ 2408 w 4689"/>
                <a:gd name="connsiteY3" fmla="*/ 0 h 3675"/>
                <a:gd name="connsiteX4" fmla="*/ 4689 w 4689"/>
                <a:gd name="connsiteY4" fmla="*/ 1774 h 3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89" h="3675">
                  <a:moveTo>
                    <a:pt x="4689" y="1774"/>
                  </a:moveTo>
                  <a:lnTo>
                    <a:pt x="2408" y="3675"/>
                  </a:lnTo>
                  <a:lnTo>
                    <a:pt x="0" y="1774"/>
                  </a:lnTo>
                  <a:lnTo>
                    <a:pt x="2408" y="0"/>
                  </a:lnTo>
                  <a:lnTo>
                    <a:pt x="4689" y="177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1" name="Freeform: Shape 2350">
              <a:extLst>
                <a:ext uri="{FF2B5EF4-FFF2-40B4-BE49-F238E27FC236}">
                  <a16:creationId xmlns:a16="http://schemas.microsoft.com/office/drawing/2014/main" id="{2E7C10EB-F52B-984D-9FF6-61AE1C517462}"/>
                </a:ext>
              </a:extLst>
            </p:cNvPr>
            <p:cNvSpPr/>
            <p:nvPr/>
          </p:nvSpPr>
          <p:spPr>
            <a:xfrm>
              <a:off x="4404836" y="1033055"/>
              <a:ext cx="5829" cy="4689"/>
            </a:xfrm>
            <a:custGeom>
              <a:avLst/>
              <a:gdLst>
                <a:gd name="connsiteX0" fmla="*/ 5830 w 5829"/>
                <a:gd name="connsiteY0" fmla="*/ 2408 h 4689"/>
                <a:gd name="connsiteX1" fmla="*/ 2915 w 5829"/>
                <a:gd name="connsiteY1" fmla="*/ 4689 h 4689"/>
                <a:gd name="connsiteX2" fmla="*/ 0 w 5829"/>
                <a:gd name="connsiteY2" fmla="*/ 2408 h 4689"/>
                <a:gd name="connsiteX3" fmla="*/ 2915 w 5829"/>
                <a:gd name="connsiteY3" fmla="*/ 0 h 4689"/>
                <a:gd name="connsiteX4" fmla="*/ 5830 w 5829"/>
                <a:gd name="connsiteY4" fmla="*/ 2408 h 4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29" h="4689">
                  <a:moveTo>
                    <a:pt x="5830" y="2408"/>
                  </a:moveTo>
                  <a:lnTo>
                    <a:pt x="2915" y="4689"/>
                  </a:lnTo>
                  <a:lnTo>
                    <a:pt x="0" y="2408"/>
                  </a:lnTo>
                  <a:lnTo>
                    <a:pt x="2915" y="0"/>
                  </a:lnTo>
                  <a:lnTo>
                    <a:pt x="5830" y="240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2" name="Freeform: Shape 2351">
              <a:extLst>
                <a:ext uri="{FF2B5EF4-FFF2-40B4-BE49-F238E27FC236}">
                  <a16:creationId xmlns:a16="http://schemas.microsoft.com/office/drawing/2014/main" id="{1CF696A1-077F-005A-9C43-426DF4B0747E}"/>
                </a:ext>
              </a:extLst>
            </p:cNvPr>
            <p:cNvSpPr/>
            <p:nvPr/>
          </p:nvSpPr>
          <p:spPr>
            <a:xfrm>
              <a:off x="4519278" y="982614"/>
              <a:ext cx="6463" cy="5196"/>
            </a:xfrm>
            <a:custGeom>
              <a:avLst/>
              <a:gdLst>
                <a:gd name="connsiteX0" fmla="*/ 6464 w 6463"/>
                <a:gd name="connsiteY0" fmla="*/ 2535 h 5196"/>
                <a:gd name="connsiteX1" fmla="*/ 3168 w 6463"/>
                <a:gd name="connsiteY1" fmla="*/ 5196 h 5196"/>
                <a:gd name="connsiteX2" fmla="*/ 0 w 6463"/>
                <a:gd name="connsiteY2" fmla="*/ 2535 h 5196"/>
                <a:gd name="connsiteX3" fmla="*/ 3168 w 6463"/>
                <a:gd name="connsiteY3" fmla="*/ 0 h 5196"/>
                <a:gd name="connsiteX4" fmla="*/ 6464 w 6463"/>
                <a:gd name="connsiteY4" fmla="*/ 2535 h 5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196">
                  <a:moveTo>
                    <a:pt x="6464" y="2535"/>
                  </a:moveTo>
                  <a:lnTo>
                    <a:pt x="3168" y="5196"/>
                  </a:lnTo>
                  <a:lnTo>
                    <a:pt x="0" y="2535"/>
                  </a:lnTo>
                  <a:lnTo>
                    <a:pt x="3168" y="0"/>
                  </a:lnTo>
                  <a:lnTo>
                    <a:pt x="6464" y="253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3" name="Freeform: Shape 2352">
              <a:extLst>
                <a:ext uri="{FF2B5EF4-FFF2-40B4-BE49-F238E27FC236}">
                  <a16:creationId xmlns:a16="http://schemas.microsoft.com/office/drawing/2014/main" id="{9A9A0148-B454-AB25-26CF-08D3A4B9ED5A}"/>
                </a:ext>
              </a:extLst>
            </p:cNvPr>
            <p:cNvSpPr/>
            <p:nvPr/>
          </p:nvSpPr>
          <p:spPr>
            <a:xfrm>
              <a:off x="4635622" y="935215"/>
              <a:ext cx="7857" cy="6210"/>
            </a:xfrm>
            <a:custGeom>
              <a:avLst/>
              <a:gdLst>
                <a:gd name="connsiteX0" fmla="*/ 7858 w 7857"/>
                <a:gd name="connsiteY0" fmla="*/ 3168 h 6210"/>
                <a:gd name="connsiteX1" fmla="*/ 3929 w 7857"/>
                <a:gd name="connsiteY1" fmla="*/ 6210 h 6210"/>
                <a:gd name="connsiteX2" fmla="*/ 0 w 7857"/>
                <a:gd name="connsiteY2" fmla="*/ 3168 h 6210"/>
                <a:gd name="connsiteX3" fmla="*/ 3929 w 7857"/>
                <a:gd name="connsiteY3" fmla="*/ 0 h 6210"/>
                <a:gd name="connsiteX4" fmla="*/ 7858 w 7857"/>
                <a:gd name="connsiteY4" fmla="*/ 3168 h 6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57" h="6210">
                  <a:moveTo>
                    <a:pt x="7858" y="3168"/>
                  </a:moveTo>
                  <a:lnTo>
                    <a:pt x="3929" y="6210"/>
                  </a:lnTo>
                  <a:lnTo>
                    <a:pt x="0" y="3168"/>
                  </a:lnTo>
                  <a:lnTo>
                    <a:pt x="3929" y="0"/>
                  </a:lnTo>
                  <a:lnTo>
                    <a:pt x="7858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4" name="Freeform: Shape 2353">
              <a:extLst>
                <a:ext uri="{FF2B5EF4-FFF2-40B4-BE49-F238E27FC236}">
                  <a16:creationId xmlns:a16="http://schemas.microsoft.com/office/drawing/2014/main" id="{283173C6-B199-8F6C-2639-9802945A4299}"/>
                </a:ext>
              </a:extLst>
            </p:cNvPr>
            <p:cNvSpPr/>
            <p:nvPr/>
          </p:nvSpPr>
          <p:spPr>
            <a:xfrm>
              <a:off x="4754500" y="891618"/>
              <a:ext cx="8491" cy="6716"/>
            </a:xfrm>
            <a:custGeom>
              <a:avLst/>
              <a:gdLst>
                <a:gd name="connsiteX0" fmla="*/ 8491 w 8491"/>
                <a:gd name="connsiteY0" fmla="*/ 3295 h 6716"/>
                <a:gd name="connsiteX1" fmla="*/ 4183 w 8491"/>
                <a:gd name="connsiteY1" fmla="*/ 6717 h 6716"/>
                <a:gd name="connsiteX2" fmla="*/ 0 w 8491"/>
                <a:gd name="connsiteY2" fmla="*/ 3295 h 6716"/>
                <a:gd name="connsiteX3" fmla="*/ 4183 w 8491"/>
                <a:gd name="connsiteY3" fmla="*/ 0 h 6716"/>
                <a:gd name="connsiteX4" fmla="*/ 8491 w 8491"/>
                <a:gd name="connsiteY4" fmla="*/ 3295 h 6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91" h="6716">
                  <a:moveTo>
                    <a:pt x="8491" y="3295"/>
                  </a:moveTo>
                  <a:lnTo>
                    <a:pt x="4183" y="6717"/>
                  </a:lnTo>
                  <a:lnTo>
                    <a:pt x="0" y="3295"/>
                  </a:lnTo>
                  <a:lnTo>
                    <a:pt x="4183" y="0"/>
                  </a:lnTo>
                  <a:lnTo>
                    <a:pt x="8491" y="32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5" name="Freeform: Shape 2354">
              <a:extLst>
                <a:ext uri="{FF2B5EF4-FFF2-40B4-BE49-F238E27FC236}">
                  <a16:creationId xmlns:a16="http://schemas.microsoft.com/office/drawing/2014/main" id="{BD060366-0228-0576-D26B-22E0AFD0E714}"/>
                </a:ext>
              </a:extLst>
            </p:cNvPr>
            <p:cNvSpPr/>
            <p:nvPr/>
          </p:nvSpPr>
          <p:spPr>
            <a:xfrm>
              <a:off x="4875153" y="851569"/>
              <a:ext cx="9251" cy="7223"/>
            </a:xfrm>
            <a:custGeom>
              <a:avLst/>
              <a:gdLst>
                <a:gd name="connsiteX0" fmla="*/ 9251 w 9251"/>
                <a:gd name="connsiteY0" fmla="*/ 3549 h 7223"/>
                <a:gd name="connsiteX1" fmla="*/ 4689 w 9251"/>
                <a:gd name="connsiteY1" fmla="*/ 7224 h 7223"/>
                <a:gd name="connsiteX2" fmla="*/ 0 w 9251"/>
                <a:gd name="connsiteY2" fmla="*/ 3549 h 7223"/>
                <a:gd name="connsiteX3" fmla="*/ 4689 w 9251"/>
                <a:gd name="connsiteY3" fmla="*/ 0 h 7223"/>
                <a:gd name="connsiteX4" fmla="*/ 9251 w 9251"/>
                <a:gd name="connsiteY4" fmla="*/ 3549 h 7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51" h="7223">
                  <a:moveTo>
                    <a:pt x="9251" y="3549"/>
                  </a:moveTo>
                  <a:lnTo>
                    <a:pt x="4689" y="7224"/>
                  </a:lnTo>
                  <a:lnTo>
                    <a:pt x="0" y="3549"/>
                  </a:lnTo>
                  <a:lnTo>
                    <a:pt x="4689" y="0"/>
                  </a:lnTo>
                  <a:lnTo>
                    <a:pt x="9251" y="354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6" name="Freeform: Shape 2355">
              <a:extLst>
                <a:ext uri="{FF2B5EF4-FFF2-40B4-BE49-F238E27FC236}">
                  <a16:creationId xmlns:a16="http://schemas.microsoft.com/office/drawing/2014/main" id="{505CE5B9-8C50-80F1-ABB4-E2328E1B9462}"/>
                </a:ext>
              </a:extLst>
            </p:cNvPr>
            <p:cNvSpPr/>
            <p:nvPr/>
          </p:nvSpPr>
          <p:spPr>
            <a:xfrm>
              <a:off x="4997453" y="814816"/>
              <a:ext cx="10518" cy="8364"/>
            </a:xfrm>
            <a:custGeom>
              <a:avLst/>
              <a:gdLst>
                <a:gd name="connsiteX0" fmla="*/ 10519 w 10518"/>
                <a:gd name="connsiteY0" fmla="*/ 4182 h 8364"/>
                <a:gd name="connsiteX1" fmla="*/ 5323 w 10518"/>
                <a:gd name="connsiteY1" fmla="*/ 8365 h 8364"/>
                <a:gd name="connsiteX2" fmla="*/ 0 w 10518"/>
                <a:gd name="connsiteY2" fmla="*/ 4182 h 8364"/>
                <a:gd name="connsiteX3" fmla="*/ 5323 w 10518"/>
                <a:gd name="connsiteY3" fmla="*/ 0 h 8364"/>
                <a:gd name="connsiteX4" fmla="*/ 10519 w 10518"/>
                <a:gd name="connsiteY4" fmla="*/ 4182 h 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18" h="8364">
                  <a:moveTo>
                    <a:pt x="10519" y="4182"/>
                  </a:moveTo>
                  <a:lnTo>
                    <a:pt x="5323" y="8365"/>
                  </a:lnTo>
                  <a:lnTo>
                    <a:pt x="0" y="4182"/>
                  </a:lnTo>
                  <a:lnTo>
                    <a:pt x="5323" y="0"/>
                  </a:lnTo>
                  <a:lnTo>
                    <a:pt x="10519" y="41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7" name="Freeform: Shape 2356">
              <a:extLst>
                <a:ext uri="{FF2B5EF4-FFF2-40B4-BE49-F238E27FC236}">
                  <a16:creationId xmlns:a16="http://schemas.microsoft.com/office/drawing/2014/main" id="{D9FD182C-AFE3-AD4B-8499-D0644E05C63D}"/>
                </a:ext>
              </a:extLst>
            </p:cNvPr>
            <p:cNvSpPr/>
            <p:nvPr/>
          </p:nvSpPr>
          <p:spPr>
            <a:xfrm>
              <a:off x="5121654" y="782118"/>
              <a:ext cx="11152" cy="8871"/>
            </a:xfrm>
            <a:custGeom>
              <a:avLst/>
              <a:gdLst>
                <a:gd name="connsiteX0" fmla="*/ 11153 w 11152"/>
                <a:gd name="connsiteY0" fmla="*/ 4309 h 8871"/>
                <a:gd name="connsiteX1" fmla="*/ 5576 w 11152"/>
                <a:gd name="connsiteY1" fmla="*/ 8871 h 8871"/>
                <a:gd name="connsiteX2" fmla="*/ 0 w 11152"/>
                <a:gd name="connsiteY2" fmla="*/ 4309 h 8871"/>
                <a:gd name="connsiteX3" fmla="*/ 5576 w 11152"/>
                <a:gd name="connsiteY3" fmla="*/ 0 h 8871"/>
                <a:gd name="connsiteX4" fmla="*/ 11153 w 11152"/>
                <a:gd name="connsiteY4" fmla="*/ 4309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52" h="8871">
                  <a:moveTo>
                    <a:pt x="11153" y="4309"/>
                  </a:moveTo>
                  <a:lnTo>
                    <a:pt x="5576" y="8871"/>
                  </a:lnTo>
                  <a:lnTo>
                    <a:pt x="0" y="4309"/>
                  </a:lnTo>
                  <a:lnTo>
                    <a:pt x="5576" y="0"/>
                  </a:lnTo>
                  <a:lnTo>
                    <a:pt x="11153" y="430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8" name="Freeform: Shape 2357">
              <a:extLst>
                <a:ext uri="{FF2B5EF4-FFF2-40B4-BE49-F238E27FC236}">
                  <a16:creationId xmlns:a16="http://schemas.microsoft.com/office/drawing/2014/main" id="{C4264BC5-EB2D-293E-BBB9-749A4CDA8BC2}"/>
                </a:ext>
              </a:extLst>
            </p:cNvPr>
            <p:cNvSpPr/>
            <p:nvPr/>
          </p:nvSpPr>
          <p:spPr>
            <a:xfrm>
              <a:off x="5247250" y="752968"/>
              <a:ext cx="11913" cy="9505"/>
            </a:xfrm>
            <a:custGeom>
              <a:avLst/>
              <a:gdLst>
                <a:gd name="connsiteX0" fmla="*/ 11913 w 11913"/>
                <a:gd name="connsiteY0" fmla="*/ 4689 h 9505"/>
                <a:gd name="connsiteX1" fmla="*/ 5957 w 11913"/>
                <a:gd name="connsiteY1" fmla="*/ 9505 h 9505"/>
                <a:gd name="connsiteX2" fmla="*/ 0 w 11913"/>
                <a:gd name="connsiteY2" fmla="*/ 4689 h 9505"/>
                <a:gd name="connsiteX3" fmla="*/ 5957 w 11913"/>
                <a:gd name="connsiteY3" fmla="*/ 0 h 9505"/>
                <a:gd name="connsiteX4" fmla="*/ 11913 w 11913"/>
                <a:gd name="connsiteY4" fmla="*/ 4689 h 9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13" h="9505">
                  <a:moveTo>
                    <a:pt x="11913" y="4689"/>
                  </a:moveTo>
                  <a:lnTo>
                    <a:pt x="5957" y="9505"/>
                  </a:lnTo>
                  <a:lnTo>
                    <a:pt x="0" y="4689"/>
                  </a:lnTo>
                  <a:lnTo>
                    <a:pt x="5957" y="0"/>
                  </a:lnTo>
                  <a:lnTo>
                    <a:pt x="11913" y="468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9" name="Freeform: Shape 2358">
              <a:extLst>
                <a:ext uri="{FF2B5EF4-FFF2-40B4-BE49-F238E27FC236}">
                  <a16:creationId xmlns:a16="http://schemas.microsoft.com/office/drawing/2014/main" id="{5F6EF0ED-9175-A1D6-C657-F1F55D5B148F}"/>
                </a:ext>
              </a:extLst>
            </p:cNvPr>
            <p:cNvSpPr/>
            <p:nvPr/>
          </p:nvSpPr>
          <p:spPr>
            <a:xfrm>
              <a:off x="5373859" y="727368"/>
              <a:ext cx="13307" cy="10645"/>
            </a:xfrm>
            <a:custGeom>
              <a:avLst/>
              <a:gdLst>
                <a:gd name="connsiteX0" fmla="*/ 13308 w 13307"/>
                <a:gd name="connsiteY0" fmla="*/ 5323 h 10645"/>
                <a:gd name="connsiteX1" fmla="*/ 6717 w 13307"/>
                <a:gd name="connsiteY1" fmla="*/ 10646 h 10645"/>
                <a:gd name="connsiteX2" fmla="*/ 0 w 13307"/>
                <a:gd name="connsiteY2" fmla="*/ 5323 h 10645"/>
                <a:gd name="connsiteX3" fmla="*/ 6717 w 13307"/>
                <a:gd name="connsiteY3" fmla="*/ 0 h 10645"/>
                <a:gd name="connsiteX4" fmla="*/ 13308 w 13307"/>
                <a:gd name="connsiteY4" fmla="*/ 5323 h 1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07" h="10645">
                  <a:moveTo>
                    <a:pt x="13308" y="5323"/>
                  </a:moveTo>
                  <a:cubicBezTo>
                    <a:pt x="13308" y="8238"/>
                    <a:pt x="10266" y="10646"/>
                    <a:pt x="6717" y="10646"/>
                  </a:cubicBezTo>
                  <a:cubicBezTo>
                    <a:pt x="3168" y="10646"/>
                    <a:pt x="0" y="8238"/>
                    <a:pt x="0" y="5323"/>
                  </a:cubicBezTo>
                  <a:cubicBezTo>
                    <a:pt x="0" y="2408"/>
                    <a:pt x="3042" y="0"/>
                    <a:pt x="6717" y="0"/>
                  </a:cubicBezTo>
                  <a:lnTo>
                    <a:pt x="13308" y="532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0" name="Freeform: Shape 2359">
              <a:extLst>
                <a:ext uri="{FF2B5EF4-FFF2-40B4-BE49-F238E27FC236}">
                  <a16:creationId xmlns:a16="http://schemas.microsoft.com/office/drawing/2014/main" id="{E98CB2ED-DBB3-45A0-FB97-AD49DD2D81A7}"/>
                </a:ext>
              </a:extLst>
            </p:cNvPr>
            <p:cNvSpPr/>
            <p:nvPr/>
          </p:nvSpPr>
          <p:spPr>
            <a:xfrm>
              <a:off x="5501862" y="705823"/>
              <a:ext cx="13941" cy="11152"/>
            </a:xfrm>
            <a:custGeom>
              <a:avLst/>
              <a:gdLst>
                <a:gd name="connsiteX0" fmla="*/ 13941 w 13941"/>
                <a:gd name="connsiteY0" fmla="*/ 5576 h 11152"/>
                <a:gd name="connsiteX1" fmla="*/ 6971 w 13941"/>
                <a:gd name="connsiteY1" fmla="*/ 11153 h 11152"/>
                <a:gd name="connsiteX2" fmla="*/ 0 w 13941"/>
                <a:gd name="connsiteY2" fmla="*/ 5576 h 11152"/>
                <a:gd name="connsiteX3" fmla="*/ 6971 w 13941"/>
                <a:gd name="connsiteY3" fmla="*/ 0 h 11152"/>
                <a:gd name="connsiteX4" fmla="*/ 13941 w 13941"/>
                <a:gd name="connsiteY4" fmla="*/ 5576 h 11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1" h="11152">
                  <a:moveTo>
                    <a:pt x="13941" y="5576"/>
                  </a:moveTo>
                  <a:cubicBezTo>
                    <a:pt x="13941" y="8618"/>
                    <a:pt x="10773" y="11153"/>
                    <a:pt x="6971" y="11153"/>
                  </a:cubicBezTo>
                  <a:cubicBezTo>
                    <a:pt x="3168" y="11153"/>
                    <a:pt x="0" y="8618"/>
                    <a:pt x="0" y="5576"/>
                  </a:cubicBezTo>
                  <a:cubicBezTo>
                    <a:pt x="0" y="2535"/>
                    <a:pt x="3168" y="0"/>
                    <a:pt x="6971" y="0"/>
                  </a:cubicBezTo>
                  <a:cubicBezTo>
                    <a:pt x="10773" y="0"/>
                    <a:pt x="13941" y="2408"/>
                    <a:pt x="13941" y="55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1" name="Freeform: Shape 2360">
              <a:extLst>
                <a:ext uri="{FF2B5EF4-FFF2-40B4-BE49-F238E27FC236}">
                  <a16:creationId xmlns:a16="http://schemas.microsoft.com/office/drawing/2014/main" id="{A96EE496-E7DE-5D2B-C1FE-97847AEF5DD4}"/>
                </a:ext>
              </a:extLst>
            </p:cNvPr>
            <p:cNvSpPr/>
            <p:nvPr/>
          </p:nvSpPr>
          <p:spPr>
            <a:xfrm>
              <a:off x="5630753" y="688206"/>
              <a:ext cx="14701" cy="11659"/>
            </a:xfrm>
            <a:custGeom>
              <a:avLst/>
              <a:gdLst>
                <a:gd name="connsiteX0" fmla="*/ 14701 w 14701"/>
                <a:gd name="connsiteY0" fmla="*/ 5830 h 11659"/>
                <a:gd name="connsiteX1" fmla="*/ 7351 w 14701"/>
                <a:gd name="connsiteY1" fmla="*/ 11660 h 11659"/>
                <a:gd name="connsiteX2" fmla="*/ 0 w 14701"/>
                <a:gd name="connsiteY2" fmla="*/ 5830 h 11659"/>
                <a:gd name="connsiteX3" fmla="*/ 7351 w 14701"/>
                <a:gd name="connsiteY3" fmla="*/ 0 h 11659"/>
                <a:gd name="connsiteX4" fmla="*/ 14701 w 14701"/>
                <a:gd name="connsiteY4" fmla="*/ 5830 h 11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01" h="11659">
                  <a:moveTo>
                    <a:pt x="14701" y="5830"/>
                  </a:moveTo>
                  <a:cubicBezTo>
                    <a:pt x="14701" y="8998"/>
                    <a:pt x="11406" y="11660"/>
                    <a:pt x="7351" y="11660"/>
                  </a:cubicBezTo>
                  <a:cubicBezTo>
                    <a:pt x="3295" y="11660"/>
                    <a:pt x="0" y="8998"/>
                    <a:pt x="0" y="5830"/>
                  </a:cubicBezTo>
                  <a:cubicBezTo>
                    <a:pt x="0" y="2661"/>
                    <a:pt x="3295" y="0"/>
                    <a:pt x="7351" y="0"/>
                  </a:cubicBezTo>
                  <a:cubicBezTo>
                    <a:pt x="11406" y="0"/>
                    <a:pt x="14701" y="2661"/>
                    <a:pt x="14701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2" name="Freeform: Shape 2361">
              <a:extLst>
                <a:ext uri="{FF2B5EF4-FFF2-40B4-BE49-F238E27FC236}">
                  <a16:creationId xmlns:a16="http://schemas.microsoft.com/office/drawing/2014/main" id="{D8DD8B3E-A736-D408-825A-958EDE0CADCA}"/>
                </a:ext>
              </a:extLst>
            </p:cNvPr>
            <p:cNvSpPr/>
            <p:nvPr/>
          </p:nvSpPr>
          <p:spPr>
            <a:xfrm>
              <a:off x="5760404" y="674392"/>
              <a:ext cx="15461" cy="12293"/>
            </a:xfrm>
            <a:custGeom>
              <a:avLst/>
              <a:gdLst>
                <a:gd name="connsiteX0" fmla="*/ 15462 w 15461"/>
                <a:gd name="connsiteY0" fmla="*/ 6083 h 12293"/>
                <a:gd name="connsiteX1" fmla="*/ 7731 w 15461"/>
                <a:gd name="connsiteY1" fmla="*/ 12293 h 12293"/>
                <a:gd name="connsiteX2" fmla="*/ 0 w 15461"/>
                <a:gd name="connsiteY2" fmla="*/ 6083 h 12293"/>
                <a:gd name="connsiteX3" fmla="*/ 7731 w 15461"/>
                <a:gd name="connsiteY3" fmla="*/ 0 h 12293"/>
                <a:gd name="connsiteX4" fmla="*/ 15462 w 15461"/>
                <a:gd name="connsiteY4" fmla="*/ 6083 h 1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61" h="12293">
                  <a:moveTo>
                    <a:pt x="15462" y="6083"/>
                  </a:moveTo>
                  <a:cubicBezTo>
                    <a:pt x="15462" y="9505"/>
                    <a:pt x="12040" y="12293"/>
                    <a:pt x="7731" y="12293"/>
                  </a:cubicBezTo>
                  <a:cubicBezTo>
                    <a:pt x="3422" y="12293"/>
                    <a:pt x="0" y="9505"/>
                    <a:pt x="0" y="6083"/>
                  </a:cubicBezTo>
                  <a:cubicBezTo>
                    <a:pt x="0" y="2661"/>
                    <a:pt x="3422" y="0"/>
                    <a:pt x="7731" y="0"/>
                  </a:cubicBezTo>
                  <a:cubicBezTo>
                    <a:pt x="12040" y="0"/>
                    <a:pt x="15462" y="2788"/>
                    <a:pt x="15462" y="60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3" name="Freeform: Shape 2362">
              <a:extLst>
                <a:ext uri="{FF2B5EF4-FFF2-40B4-BE49-F238E27FC236}">
                  <a16:creationId xmlns:a16="http://schemas.microsoft.com/office/drawing/2014/main" id="{489FC92E-2D7B-EC67-C14F-7664615AC0F3}"/>
                </a:ext>
              </a:extLst>
            </p:cNvPr>
            <p:cNvSpPr/>
            <p:nvPr/>
          </p:nvSpPr>
          <p:spPr>
            <a:xfrm>
              <a:off x="5890562" y="664380"/>
              <a:ext cx="16095" cy="12673"/>
            </a:xfrm>
            <a:custGeom>
              <a:avLst/>
              <a:gdLst>
                <a:gd name="connsiteX0" fmla="*/ 16095 w 16095"/>
                <a:gd name="connsiteY0" fmla="*/ 6337 h 12673"/>
                <a:gd name="connsiteX1" fmla="*/ 8111 w 16095"/>
                <a:gd name="connsiteY1" fmla="*/ 12674 h 12673"/>
                <a:gd name="connsiteX2" fmla="*/ 0 w 16095"/>
                <a:gd name="connsiteY2" fmla="*/ 6337 h 12673"/>
                <a:gd name="connsiteX3" fmla="*/ 8111 w 16095"/>
                <a:gd name="connsiteY3" fmla="*/ 0 h 12673"/>
                <a:gd name="connsiteX4" fmla="*/ 16095 w 16095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95" h="12673">
                  <a:moveTo>
                    <a:pt x="16095" y="6337"/>
                  </a:moveTo>
                  <a:cubicBezTo>
                    <a:pt x="16095" y="9885"/>
                    <a:pt x="12420" y="12674"/>
                    <a:pt x="8111" y="12674"/>
                  </a:cubicBezTo>
                  <a:cubicBezTo>
                    <a:pt x="3802" y="12674"/>
                    <a:pt x="0" y="9885"/>
                    <a:pt x="0" y="6337"/>
                  </a:cubicBezTo>
                  <a:cubicBezTo>
                    <a:pt x="0" y="2788"/>
                    <a:pt x="3675" y="0"/>
                    <a:pt x="8111" y="0"/>
                  </a:cubicBezTo>
                  <a:cubicBezTo>
                    <a:pt x="12547" y="0"/>
                    <a:pt x="16095" y="2915"/>
                    <a:pt x="16095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4" name="Freeform: Shape 2363">
              <a:extLst>
                <a:ext uri="{FF2B5EF4-FFF2-40B4-BE49-F238E27FC236}">
                  <a16:creationId xmlns:a16="http://schemas.microsoft.com/office/drawing/2014/main" id="{E6D7DA99-FD66-0A38-932A-85761A9B930C}"/>
                </a:ext>
              </a:extLst>
            </p:cNvPr>
            <p:cNvSpPr/>
            <p:nvPr/>
          </p:nvSpPr>
          <p:spPr>
            <a:xfrm>
              <a:off x="6020973" y="658170"/>
              <a:ext cx="16982" cy="13434"/>
            </a:xfrm>
            <a:custGeom>
              <a:avLst/>
              <a:gdLst>
                <a:gd name="connsiteX0" fmla="*/ 16983 w 16982"/>
                <a:gd name="connsiteY0" fmla="*/ 6717 h 13434"/>
                <a:gd name="connsiteX1" fmla="*/ 8491 w 16982"/>
                <a:gd name="connsiteY1" fmla="*/ 13434 h 13434"/>
                <a:gd name="connsiteX2" fmla="*/ 0 w 16982"/>
                <a:gd name="connsiteY2" fmla="*/ 6717 h 13434"/>
                <a:gd name="connsiteX3" fmla="*/ 8491 w 16982"/>
                <a:gd name="connsiteY3" fmla="*/ 0 h 13434"/>
                <a:gd name="connsiteX4" fmla="*/ 16983 w 16982"/>
                <a:gd name="connsiteY4" fmla="*/ 6717 h 13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82" h="13434">
                  <a:moveTo>
                    <a:pt x="16983" y="6717"/>
                  </a:moveTo>
                  <a:cubicBezTo>
                    <a:pt x="16983" y="10392"/>
                    <a:pt x="13181" y="13434"/>
                    <a:pt x="8491" y="13434"/>
                  </a:cubicBezTo>
                  <a:cubicBezTo>
                    <a:pt x="3802" y="13434"/>
                    <a:pt x="0" y="10392"/>
                    <a:pt x="0" y="6717"/>
                  </a:cubicBezTo>
                  <a:cubicBezTo>
                    <a:pt x="0" y="3042"/>
                    <a:pt x="3802" y="0"/>
                    <a:pt x="8491" y="0"/>
                  </a:cubicBezTo>
                  <a:cubicBezTo>
                    <a:pt x="13181" y="0"/>
                    <a:pt x="16983" y="3042"/>
                    <a:pt x="16983" y="671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5" name="Freeform: Shape 2364">
              <a:extLst>
                <a:ext uri="{FF2B5EF4-FFF2-40B4-BE49-F238E27FC236}">
                  <a16:creationId xmlns:a16="http://schemas.microsoft.com/office/drawing/2014/main" id="{2B8561BC-D676-7BA9-B69C-A6AA2EF1BCEA}"/>
                </a:ext>
              </a:extLst>
            </p:cNvPr>
            <p:cNvSpPr/>
            <p:nvPr/>
          </p:nvSpPr>
          <p:spPr>
            <a:xfrm>
              <a:off x="6151764" y="656015"/>
              <a:ext cx="17742" cy="13940"/>
            </a:xfrm>
            <a:custGeom>
              <a:avLst/>
              <a:gdLst>
                <a:gd name="connsiteX0" fmla="*/ 17743 w 17742"/>
                <a:gd name="connsiteY0" fmla="*/ 6970 h 13940"/>
                <a:gd name="connsiteX1" fmla="*/ 8872 w 17742"/>
                <a:gd name="connsiteY1" fmla="*/ 13941 h 13940"/>
                <a:gd name="connsiteX2" fmla="*/ 0 w 17742"/>
                <a:gd name="connsiteY2" fmla="*/ 6970 h 13940"/>
                <a:gd name="connsiteX3" fmla="*/ 8872 w 17742"/>
                <a:gd name="connsiteY3" fmla="*/ 0 h 13940"/>
                <a:gd name="connsiteX4" fmla="*/ 17743 w 17742"/>
                <a:gd name="connsiteY4" fmla="*/ 6970 h 13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2" h="13940">
                  <a:moveTo>
                    <a:pt x="17743" y="6970"/>
                  </a:moveTo>
                  <a:cubicBezTo>
                    <a:pt x="17743" y="10899"/>
                    <a:pt x="13814" y="13941"/>
                    <a:pt x="8872" y="13941"/>
                  </a:cubicBezTo>
                  <a:cubicBezTo>
                    <a:pt x="3929" y="13941"/>
                    <a:pt x="0" y="10773"/>
                    <a:pt x="0" y="6970"/>
                  </a:cubicBezTo>
                  <a:cubicBezTo>
                    <a:pt x="0" y="3168"/>
                    <a:pt x="3929" y="0"/>
                    <a:pt x="8872" y="0"/>
                  </a:cubicBezTo>
                  <a:cubicBezTo>
                    <a:pt x="13814" y="0"/>
                    <a:pt x="17743" y="3168"/>
                    <a:pt x="17743" y="69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6" name="Freeform: Shape 2365">
              <a:extLst>
                <a:ext uri="{FF2B5EF4-FFF2-40B4-BE49-F238E27FC236}">
                  <a16:creationId xmlns:a16="http://schemas.microsoft.com/office/drawing/2014/main" id="{F8C24FD4-C6F5-EAE4-6D2E-F28755B379AB}"/>
                </a:ext>
              </a:extLst>
            </p:cNvPr>
            <p:cNvSpPr/>
            <p:nvPr/>
          </p:nvSpPr>
          <p:spPr>
            <a:xfrm>
              <a:off x="6282556" y="657663"/>
              <a:ext cx="18250" cy="14447"/>
            </a:xfrm>
            <a:custGeom>
              <a:avLst/>
              <a:gdLst>
                <a:gd name="connsiteX0" fmla="*/ 18250 w 18250"/>
                <a:gd name="connsiteY0" fmla="*/ 7224 h 14447"/>
                <a:gd name="connsiteX1" fmla="*/ 9125 w 18250"/>
                <a:gd name="connsiteY1" fmla="*/ 14448 h 14447"/>
                <a:gd name="connsiteX2" fmla="*/ 0 w 18250"/>
                <a:gd name="connsiteY2" fmla="*/ 7224 h 14447"/>
                <a:gd name="connsiteX3" fmla="*/ 9125 w 18250"/>
                <a:gd name="connsiteY3" fmla="*/ 0 h 14447"/>
                <a:gd name="connsiteX4" fmla="*/ 18250 w 18250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7">
                  <a:moveTo>
                    <a:pt x="18250" y="7224"/>
                  </a:moveTo>
                  <a:cubicBezTo>
                    <a:pt x="18250" y="11153"/>
                    <a:pt x="14194" y="14448"/>
                    <a:pt x="9125" y="14448"/>
                  </a:cubicBezTo>
                  <a:cubicBezTo>
                    <a:pt x="4056" y="14448"/>
                    <a:pt x="0" y="11153"/>
                    <a:pt x="0" y="7224"/>
                  </a:cubicBezTo>
                  <a:cubicBezTo>
                    <a:pt x="0" y="3295"/>
                    <a:pt x="4056" y="0"/>
                    <a:pt x="9125" y="0"/>
                  </a:cubicBezTo>
                  <a:cubicBezTo>
                    <a:pt x="14194" y="0"/>
                    <a:pt x="18250" y="3295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7" name="Freeform: Shape 2366">
              <a:extLst>
                <a:ext uri="{FF2B5EF4-FFF2-40B4-BE49-F238E27FC236}">
                  <a16:creationId xmlns:a16="http://schemas.microsoft.com/office/drawing/2014/main" id="{6E66F334-EF0B-50B3-F72F-06B24F087F30}"/>
                </a:ext>
              </a:extLst>
            </p:cNvPr>
            <p:cNvSpPr/>
            <p:nvPr/>
          </p:nvSpPr>
          <p:spPr>
            <a:xfrm>
              <a:off x="6413094" y="663113"/>
              <a:ext cx="19010" cy="15208"/>
            </a:xfrm>
            <a:custGeom>
              <a:avLst/>
              <a:gdLst>
                <a:gd name="connsiteX0" fmla="*/ 19010 w 19010"/>
                <a:gd name="connsiteY0" fmla="*/ 7604 h 15208"/>
                <a:gd name="connsiteX1" fmla="*/ 9505 w 19010"/>
                <a:gd name="connsiteY1" fmla="*/ 15208 h 15208"/>
                <a:gd name="connsiteX2" fmla="*/ 0 w 19010"/>
                <a:gd name="connsiteY2" fmla="*/ 7604 h 15208"/>
                <a:gd name="connsiteX3" fmla="*/ 9505 w 19010"/>
                <a:gd name="connsiteY3" fmla="*/ 0 h 15208"/>
                <a:gd name="connsiteX4" fmla="*/ 19010 w 19010"/>
                <a:gd name="connsiteY4" fmla="*/ 7604 h 15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10" h="15208">
                  <a:moveTo>
                    <a:pt x="19010" y="7604"/>
                  </a:moveTo>
                  <a:cubicBezTo>
                    <a:pt x="19010" y="11786"/>
                    <a:pt x="14701" y="15208"/>
                    <a:pt x="9505" y="15208"/>
                  </a:cubicBezTo>
                  <a:cubicBezTo>
                    <a:pt x="4309" y="15208"/>
                    <a:pt x="0" y="11786"/>
                    <a:pt x="0" y="7604"/>
                  </a:cubicBezTo>
                  <a:cubicBezTo>
                    <a:pt x="0" y="3422"/>
                    <a:pt x="4309" y="0"/>
                    <a:pt x="9505" y="0"/>
                  </a:cubicBezTo>
                  <a:cubicBezTo>
                    <a:pt x="14701" y="0"/>
                    <a:pt x="19010" y="3422"/>
                    <a:pt x="19010" y="760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8" name="Freeform: Shape 2367">
              <a:extLst>
                <a:ext uri="{FF2B5EF4-FFF2-40B4-BE49-F238E27FC236}">
                  <a16:creationId xmlns:a16="http://schemas.microsoft.com/office/drawing/2014/main" id="{3C79F569-D86A-BAE1-B64C-6A47AE9B8645}"/>
                </a:ext>
              </a:extLst>
            </p:cNvPr>
            <p:cNvSpPr/>
            <p:nvPr/>
          </p:nvSpPr>
          <p:spPr>
            <a:xfrm>
              <a:off x="6543378" y="672618"/>
              <a:ext cx="19770" cy="15715"/>
            </a:xfrm>
            <a:custGeom>
              <a:avLst/>
              <a:gdLst>
                <a:gd name="connsiteX0" fmla="*/ 19771 w 19770"/>
                <a:gd name="connsiteY0" fmla="*/ 7858 h 15715"/>
                <a:gd name="connsiteX1" fmla="*/ 9886 w 19770"/>
                <a:gd name="connsiteY1" fmla="*/ 15715 h 15715"/>
                <a:gd name="connsiteX2" fmla="*/ 0 w 19770"/>
                <a:gd name="connsiteY2" fmla="*/ 7858 h 15715"/>
                <a:gd name="connsiteX3" fmla="*/ 9886 w 19770"/>
                <a:gd name="connsiteY3" fmla="*/ 0 h 15715"/>
                <a:gd name="connsiteX4" fmla="*/ 19771 w 19770"/>
                <a:gd name="connsiteY4" fmla="*/ 7858 h 1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70" h="15715">
                  <a:moveTo>
                    <a:pt x="19771" y="7858"/>
                  </a:moveTo>
                  <a:cubicBezTo>
                    <a:pt x="19771" y="12167"/>
                    <a:pt x="15335" y="15715"/>
                    <a:pt x="9886" y="15715"/>
                  </a:cubicBezTo>
                  <a:cubicBezTo>
                    <a:pt x="4436" y="15715"/>
                    <a:pt x="0" y="12167"/>
                    <a:pt x="0" y="7858"/>
                  </a:cubicBezTo>
                  <a:cubicBezTo>
                    <a:pt x="0" y="3549"/>
                    <a:pt x="4436" y="0"/>
                    <a:pt x="9886" y="0"/>
                  </a:cubicBezTo>
                  <a:cubicBezTo>
                    <a:pt x="15335" y="0"/>
                    <a:pt x="19771" y="3549"/>
                    <a:pt x="19771" y="785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9" name="Freeform: Shape 2368">
              <a:extLst>
                <a:ext uri="{FF2B5EF4-FFF2-40B4-BE49-F238E27FC236}">
                  <a16:creationId xmlns:a16="http://schemas.microsoft.com/office/drawing/2014/main" id="{301DE7EF-800F-42CC-5770-AFB45F75BF1D}"/>
                </a:ext>
              </a:extLst>
            </p:cNvPr>
            <p:cNvSpPr/>
            <p:nvPr/>
          </p:nvSpPr>
          <p:spPr>
            <a:xfrm>
              <a:off x="6672903" y="685798"/>
              <a:ext cx="20531" cy="16475"/>
            </a:xfrm>
            <a:custGeom>
              <a:avLst/>
              <a:gdLst>
                <a:gd name="connsiteX0" fmla="*/ 20531 w 20531"/>
                <a:gd name="connsiteY0" fmla="*/ 8238 h 16475"/>
                <a:gd name="connsiteX1" fmla="*/ 10266 w 20531"/>
                <a:gd name="connsiteY1" fmla="*/ 16476 h 16475"/>
                <a:gd name="connsiteX2" fmla="*/ 0 w 20531"/>
                <a:gd name="connsiteY2" fmla="*/ 8238 h 16475"/>
                <a:gd name="connsiteX3" fmla="*/ 10266 w 20531"/>
                <a:gd name="connsiteY3" fmla="*/ 0 h 16475"/>
                <a:gd name="connsiteX4" fmla="*/ 20531 w 20531"/>
                <a:gd name="connsiteY4" fmla="*/ 8238 h 16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31" h="16475">
                  <a:moveTo>
                    <a:pt x="20531" y="8238"/>
                  </a:moveTo>
                  <a:cubicBezTo>
                    <a:pt x="20531" y="12800"/>
                    <a:pt x="15969" y="16476"/>
                    <a:pt x="10266" y="16476"/>
                  </a:cubicBezTo>
                  <a:cubicBezTo>
                    <a:pt x="4562" y="16476"/>
                    <a:pt x="0" y="12800"/>
                    <a:pt x="0" y="8238"/>
                  </a:cubicBezTo>
                  <a:cubicBezTo>
                    <a:pt x="0" y="3675"/>
                    <a:pt x="4562" y="0"/>
                    <a:pt x="10266" y="0"/>
                  </a:cubicBezTo>
                  <a:cubicBezTo>
                    <a:pt x="15969" y="0"/>
                    <a:pt x="20531" y="3675"/>
                    <a:pt x="20531" y="823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0" name="Freeform: Shape 2369">
              <a:extLst>
                <a:ext uri="{FF2B5EF4-FFF2-40B4-BE49-F238E27FC236}">
                  <a16:creationId xmlns:a16="http://schemas.microsoft.com/office/drawing/2014/main" id="{C938E595-9F93-A8C5-5D58-7F0025596D69}"/>
                </a:ext>
              </a:extLst>
            </p:cNvPr>
            <p:cNvSpPr/>
            <p:nvPr/>
          </p:nvSpPr>
          <p:spPr>
            <a:xfrm>
              <a:off x="6801539" y="702908"/>
              <a:ext cx="21545" cy="16982"/>
            </a:xfrm>
            <a:custGeom>
              <a:avLst/>
              <a:gdLst>
                <a:gd name="connsiteX0" fmla="*/ 21545 w 21545"/>
                <a:gd name="connsiteY0" fmla="*/ 8491 h 16982"/>
                <a:gd name="connsiteX1" fmla="*/ 10773 w 21545"/>
                <a:gd name="connsiteY1" fmla="*/ 16983 h 16982"/>
                <a:gd name="connsiteX2" fmla="*/ 0 w 21545"/>
                <a:gd name="connsiteY2" fmla="*/ 8491 h 16982"/>
                <a:gd name="connsiteX3" fmla="*/ 10773 w 21545"/>
                <a:gd name="connsiteY3" fmla="*/ 0 h 16982"/>
                <a:gd name="connsiteX4" fmla="*/ 21545 w 21545"/>
                <a:gd name="connsiteY4" fmla="*/ 8491 h 1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45" h="16982">
                  <a:moveTo>
                    <a:pt x="21545" y="8491"/>
                  </a:moveTo>
                  <a:cubicBezTo>
                    <a:pt x="21545" y="13181"/>
                    <a:pt x="16729" y="16983"/>
                    <a:pt x="10773" y="16983"/>
                  </a:cubicBezTo>
                  <a:cubicBezTo>
                    <a:pt x="4816" y="16983"/>
                    <a:pt x="0" y="13181"/>
                    <a:pt x="0" y="8491"/>
                  </a:cubicBezTo>
                  <a:cubicBezTo>
                    <a:pt x="0" y="3802"/>
                    <a:pt x="4816" y="0"/>
                    <a:pt x="10773" y="0"/>
                  </a:cubicBezTo>
                  <a:cubicBezTo>
                    <a:pt x="16729" y="0"/>
                    <a:pt x="21545" y="3802"/>
                    <a:pt x="21545" y="84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1" name="Freeform: Shape 2370">
              <a:extLst>
                <a:ext uri="{FF2B5EF4-FFF2-40B4-BE49-F238E27FC236}">
                  <a16:creationId xmlns:a16="http://schemas.microsoft.com/office/drawing/2014/main" id="{9E5B6542-893D-E2A8-40D8-ECA141D0FB69}"/>
                </a:ext>
              </a:extLst>
            </p:cNvPr>
            <p:cNvSpPr/>
            <p:nvPr/>
          </p:nvSpPr>
          <p:spPr>
            <a:xfrm>
              <a:off x="6929670" y="723946"/>
              <a:ext cx="22051" cy="17489"/>
            </a:xfrm>
            <a:custGeom>
              <a:avLst/>
              <a:gdLst>
                <a:gd name="connsiteX0" fmla="*/ 22052 w 22051"/>
                <a:gd name="connsiteY0" fmla="*/ 8745 h 17489"/>
                <a:gd name="connsiteX1" fmla="*/ 11026 w 22051"/>
                <a:gd name="connsiteY1" fmla="*/ 17490 h 17489"/>
                <a:gd name="connsiteX2" fmla="*/ 0 w 22051"/>
                <a:gd name="connsiteY2" fmla="*/ 8745 h 17489"/>
                <a:gd name="connsiteX3" fmla="*/ 11026 w 22051"/>
                <a:gd name="connsiteY3" fmla="*/ 0 h 17489"/>
                <a:gd name="connsiteX4" fmla="*/ 22052 w 22051"/>
                <a:gd name="connsiteY4" fmla="*/ 8745 h 1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051" h="17489">
                  <a:moveTo>
                    <a:pt x="22052" y="8745"/>
                  </a:moveTo>
                  <a:cubicBezTo>
                    <a:pt x="22052" y="13561"/>
                    <a:pt x="17109" y="17490"/>
                    <a:pt x="11026" y="17490"/>
                  </a:cubicBezTo>
                  <a:cubicBezTo>
                    <a:pt x="4942" y="17490"/>
                    <a:pt x="0" y="13561"/>
                    <a:pt x="0" y="8745"/>
                  </a:cubicBezTo>
                  <a:cubicBezTo>
                    <a:pt x="0" y="3929"/>
                    <a:pt x="4942" y="0"/>
                    <a:pt x="11026" y="0"/>
                  </a:cubicBezTo>
                  <a:cubicBezTo>
                    <a:pt x="17109" y="0"/>
                    <a:pt x="22052" y="3929"/>
                    <a:pt x="22052" y="874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2" name="Freeform: Shape 2371">
              <a:extLst>
                <a:ext uri="{FF2B5EF4-FFF2-40B4-BE49-F238E27FC236}">
                  <a16:creationId xmlns:a16="http://schemas.microsoft.com/office/drawing/2014/main" id="{14D837C0-328E-54F0-323F-0DC86E743B31}"/>
                </a:ext>
              </a:extLst>
            </p:cNvPr>
            <p:cNvSpPr/>
            <p:nvPr/>
          </p:nvSpPr>
          <p:spPr>
            <a:xfrm>
              <a:off x="7056913" y="748913"/>
              <a:ext cx="22051" cy="17489"/>
            </a:xfrm>
            <a:custGeom>
              <a:avLst/>
              <a:gdLst>
                <a:gd name="connsiteX0" fmla="*/ 22052 w 22051"/>
                <a:gd name="connsiteY0" fmla="*/ 8745 h 17489"/>
                <a:gd name="connsiteX1" fmla="*/ 11026 w 22051"/>
                <a:gd name="connsiteY1" fmla="*/ 17490 h 17489"/>
                <a:gd name="connsiteX2" fmla="*/ 0 w 22051"/>
                <a:gd name="connsiteY2" fmla="*/ 8745 h 17489"/>
                <a:gd name="connsiteX3" fmla="*/ 11026 w 22051"/>
                <a:gd name="connsiteY3" fmla="*/ 0 h 17489"/>
                <a:gd name="connsiteX4" fmla="*/ 22052 w 22051"/>
                <a:gd name="connsiteY4" fmla="*/ 8745 h 1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051" h="17489">
                  <a:moveTo>
                    <a:pt x="22052" y="8745"/>
                  </a:moveTo>
                  <a:cubicBezTo>
                    <a:pt x="22052" y="13561"/>
                    <a:pt x="17109" y="17490"/>
                    <a:pt x="11026" y="17490"/>
                  </a:cubicBezTo>
                  <a:cubicBezTo>
                    <a:pt x="4943" y="17490"/>
                    <a:pt x="0" y="13561"/>
                    <a:pt x="0" y="8745"/>
                  </a:cubicBezTo>
                  <a:cubicBezTo>
                    <a:pt x="0" y="3929"/>
                    <a:pt x="4943" y="0"/>
                    <a:pt x="11026" y="0"/>
                  </a:cubicBezTo>
                  <a:cubicBezTo>
                    <a:pt x="17109" y="0"/>
                    <a:pt x="22052" y="3929"/>
                    <a:pt x="22052" y="874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3" name="Freeform: Shape 2372">
              <a:extLst>
                <a:ext uri="{FF2B5EF4-FFF2-40B4-BE49-F238E27FC236}">
                  <a16:creationId xmlns:a16="http://schemas.microsoft.com/office/drawing/2014/main" id="{D0E58265-2685-3A09-19A0-EE418FE88C85}"/>
                </a:ext>
              </a:extLst>
            </p:cNvPr>
            <p:cNvSpPr/>
            <p:nvPr/>
          </p:nvSpPr>
          <p:spPr>
            <a:xfrm>
              <a:off x="7182508" y="777428"/>
              <a:ext cx="22813" cy="18123"/>
            </a:xfrm>
            <a:custGeom>
              <a:avLst/>
              <a:gdLst>
                <a:gd name="connsiteX0" fmla="*/ 22813 w 22813"/>
                <a:gd name="connsiteY0" fmla="*/ 8998 h 18123"/>
                <a:gd name="connsiteX1" fmla="*/ 11407 w 22813"/>
                <a:gd name="connsiteY1" fmla="*/ 18123 h 18123"/>
                <a:gd name="connsiteX2" fmla="*/ 0 w 22813"/>
                <a:gd name="connsiteY2" fmla="*/ 8998 h 18123"/>
                <a:gd name="connsiteX3" fmla="*/ 11407 w 22813"/>
                <a:gd name="connsiteY3" fmla="*/ 0 h 18123"/>
                <a:gd name="connsiteX4" fmla="*/ 22813 w 22813"/>
                <a:gd name="connsiteY4" fmla="*/ 8998 h 18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13" h="18123">
                  <a:moveTo>
                    <a:pt x="22813" y="8998"/>
                  </a:moveTo>
                  <a:cubicBezTo>
                    <a:pt x="22813" y="13941"/>
                    <a:pt x="17743" y="18123"/>
                    <a:pt x="11407" y="18123"/>
                  </a:cubicBezTo>
                  <a:cubicBezTo>
                    <a:pt x="5070" y="18123"/>
                    <a:pt x="0" y="14068"/>
                    <a:pt x="0" y="8998"/>
                  </a:cubicBezTo>
                  <a:cubicBezTo>
                    <a:pt x="0" y="3929"/>
                    <a:pt x="5070" y="0"/>
                    <a:pt x="11407" y="0"/>
                  </a:cubicBezTo>
                  <a:cubicBezTo>
                    <a:pt x="17743" y="0"/>
                    <a:pt x="22813" y="4056"/>
                    <a:pt x="22813" y="89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4" name="Freeform: Shape 2373">
              <a:extLst>
                <a:ext uri="{FF2B5EF4-FFF2-40B4-BE49-F238E27FC236}">
                  <a16:creationId xmlns:a16="http://schemas.microsoft.com/office/drawing/2014/main" id="{31DA168A-7C19-0A1B-463E-95000FB20178}"/>
                </a:ext>
              </a:extLst>
            </p:cNvPr>
            <p:cNvSpPr/>
            <p:nvPr/>
          </p:nvSpPr>
          <p:spPr>
            <a:xfrm>
              <a:off x="7306710" y="809619"/>
              <a:ext cx="23572" cy="18756"/>
            </a:xfrm>
            <a:custGeom>
              <a:avLst/>
              <a:gdLst>
                <a:gd name="connsiteX0" fmla="*/ 23573 w 23572"/>
                <a:gd name="connsiteY0" fmla="*/ 9378 h 18756"/>
                <a:gd name="connsiteX1" fmla="*/ 11786 w 23572"/>
                <a:gd name="connsiteY1" fmla="*/ 18757 h 18756"/>
                <a:gd name="connsiteX2" fmla="*/ 0 w 23572"/>
                <a:gd name="connsiteY2" fmla="*/ 9378 h 18756"/>
                <a:gd name="connsiteX3" fmla="*/ 11786 w 23572"/>
                <a:gd name="connsiteY3" fmla="*/ 0 h 18756"/>
                <a:gd name="connsiteX4" fmla="*/ 23573 w 23572"/>
                <a:gd name="connsiteY4" fmla="*/ 9378 h 1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572" h="18756">
                  <a:moveTo>
                    <a:pt x="23573" y="9378"/>
                  </a:moveTo>
                  <a:cubicBezTo>
                    <a:pt x="23573" y="14575"/>
                    <a:pt x="18376" y="18757"/>
                    <a:pt x="11786" y="18757"/>
                  </a:cubicBezTo>
                  <a:cubicBezTo>
                    <a:pt x="5196" y="18757"/>
                    <a:pt x="0" y="14575"/>
                    <a:pt x="0" y="9378"/>
                  </a:cubicBezTo>
                  <a:cubicBezTo>
                    <a:pt x="0" y="4182"/>
                    <a:pt x="5196" y="0"/>
                    <a:pt x="11786" y="0"/>
                  </a:cubicBezTo>
                  <a:cubicBezTo>
                    <a:pt x="18376" y="0"/>
                    <a:pt x="23573" y="4182"/>
                    <a:pt x="23573" y="937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5" name="Freeform: Shape 2374">
              <a:extLst>
                <a:ext uri="{FF2B5EF4-FFF2-40B4-BE49-F238E27FC236}">
                  <a16:creationId xmlns:a16="http://schemas.microsoft.com/office/drawing/2014/main" id="{10711715-7014-182F-C077-6A08629F8B88}"/>
                </a:ext>
              </a:extLst>
            </p:cNvPr>
            <p:cNvSpPr/>
            <p:nvPr/>
          </p:nvSpPr>
          <p:spPr>
            <a:xfrm>
              <a:off x="7429643" y="845739"/>
              <a:ext cx="23573" cy="18756"/>
            </a:xfrm>
            <a:custGeom>
              <a:avLst/>
              <a:gdLst>
                <a:gd name="connsiteX0" fmla="*/ 23573 w 23573"/>
                <a:gd name="connsiteY0" fmla="*/ 9379 h 18756"/>
                <a:gd name="connsiteX1" fmla="*/ 11786 w 23573"/>
                <a:gd name="connsiteY1" fmla="*/ 18757 h 18756"/>
                <a:gd name="connsiteX2" fmla="*/ 0 w 23573"/>
                <a:gd name="connsiteY2" fmla="*/ 9379 h 18756"/>
                <a:gd name="connsiteX3" fmla="*/ 11786 w 23573"/>
                <a:gd name="connsiteY3" fmla="*/ 0 h 18756"/>
                <a:gd name="connsiteX4" fmla="*/ 23573 w 23573"/>
                <a:gd name="connsiteY4" fmla="*/ 9379 h 1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573" h="18756">
                  <a:moveTo>
                    <a:pt x="23573" y="9379"/>
                  </a:moveTo>
                  <a:cubicBezTo>
                    <a:pt x="23573" y="14575"/>
                    <a:pt x="18250" y="18757"/>
                    <a:pt x="11786" y="18757"/>
                  </a:cubicBezTo>
                  <a:cubicBezTo>
                    <a:pt x="5323" y="18757"/>
                    <a:pt x="0" y="14575"/>
                    <a:pt x="0" y="9379"/>
                  </a:cubicBezTo>
                  <a:cubicBezTo>
                    <a:pt x="0" y="4182"/>
                    <a:pt x="5323" y="0"/>
                    <a:pt x="11786" y="0"/>
                  </a:cubicBezTo>
                  <a:cubicBezTo>
                    <a:pt x="18250" y="0"/>
                    <a:pt x="23573" y="4182"/>
                    <a:pt x="23573" y="937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6" name="Freeform: Shape 2375">
              <a:extLst>
                <a:ext uri="{FF2B5EF4-FFF2-40B4-BE49-F238E27FC236}">
                  <a16:creationId xmlns:a16="http://schemas.microsoft.com/office/drawing/2014/main" id="{08D9B24E-A0D4-9861-1ECC-0EE773452B20}"/>
                </a:ext>
              </a:extLst>
            </p:cNvPr>
            <p:cNvSpPr/>
            <p:nvPr/>
          </p:nvSpPr>
          <p:spPr>
            <a:xfrm>
              <a:off x="7550423" y="885281"/>
              <a:ext cx="24333" cy="19263"/>
            </a:xfrm>
            <a:custGeom>
              <a:avLst/>
              <a:gdLst>
                <a:gd name="connsiteX0" fmla="*/ 24333 w 24333"/>
                <a:gd name="connsiteY0" fmla="*/ 9632 h 19263"/>
                <a:gd name="connsiteX1" fmla="*/ 12166 w 24333"/>
                <a:gd name="connsiteY1" fmla="*/ 19264 h 19263"/>
                <a:gd name="connsiteX2" fmla="*/ 0 w 24333"/>
                <a:gd name="connsiteY2" fmla="*/ 9632 h 19263"/>
                <a:gd name="connsiteX3" fmla="*/ 12166 w 24333"/>
                <a:gd name="connsiteY3" fmla="*/ 0 h 19263"/>
                <a:gd name="connsiteX4" fmla="*/ 24333 w 24333"/>
                <a:gd name="connsiteY4" fmla="*/ 9632 h 19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33" h="19263">
                  <a:moveTo>
                    <a:pt x="24333" y="9632"/>
                  </a:moveTo>
                  <a:cubicBezTo>
                    <a:pt x="24333" y="14955"/>
                    <a:pt x="18884" y="19264"/>
                    <a:pt x="12166" y="19264"/>
                  </a:cubicBezTo>
                  <a:cubicBezTo>
                    <a:pt x="5450" y="19264"/>
                    <a:pt x="0" y="14955"/>
                    <a:pt x="0" y="9632"/>
                  </a:cubicBezTo>
                  <a:cubicBezTo>
                    <a:pt x="0" y="4309"/>
                    <a:pt x="5450" y="0"/>
                    <a:pt x="12166" y="0"/>
                  </a:cubicBezTo>
                  <a:cubicBezTo>
                    <a:pt x="18884" y="0"/>
                    <a:pt x="24333" y="4309"/>
                    <a:pt x="24333" y="963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7" name="Freeform: Shape 2376">
              <a:extLst>
                <a:ext uri="{FF2B5EF4-FFF2-40B4-BE49-F238E27FC236}">
                  <a16:creationId xmlns:a16="http://schemas.microsoft.com/office/drawing/2014/main" id="{102EEB8D-B4CF-44B0-52FF-7ED8E731EBC0}"/>
                </a:ext>
              </a:extLst>
            </p:cNvPr>
            <p:cNvSpPr/>
            <p:nvPr/>
          </p:nvSpPr>
          <p:spPr>
            <a:xfrm>
              <a:off x="7669174" y="928371"/>
              <a:ext cx="25093" cy="20024"/>
            </a:xfrm>
            <a:custGeom>
              <a:avLst/>
              <a:gdLst>
                <a:gd name="connsiteX0" fmla="*/ 25093 w 25093"/>
                <a:gd name="connsiteY0" fmla="*/ 10012 h 20024"/>
                <a:gd name="connsiteX1" fmla="*/ 12547 w 25093"/>
                <a:gd name="connsiteY1" fmla="*/ 20024 h 20024"/>
                <a:gd name="connsiteX2" fmla="*/ 0 w 25093"/>
                <a:gd name="connsiteY2" fmla="*/ 10012 h 20024"/>
                <a:gd name="connsiteX3" fmla="*/ 12547 w 25093"/>
                <a:gd name="connsiteY3" fmla="*/ 0 h 20024"/>
                <a:gd name="connsiteX4" fmla="*/ 25093 w 25093"/>
                <a:gd name="connsiteY4" fmla="*/ 10012 h 2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93" h="20024">
                  <a:moveTo>
                    <a:pt x="25093" y="10012"/>
                  </a:moveTo>
                  <a:cubicBezTo>
                    <a:pt x="25093" y="15462"/>
                    <a:pt x="19390" y="20024"/>
                    <a:pt x="12547" y="20024"/>
                  </a:cubicBezTo>
                  <a:cubicBezTo>
                    <a:pt x="5703" y="20024"/>
                    <a:pt x="0" y="15588"/>
                    <a:pt x="0" y="10012"/>
                  </a:cubicBezTo>
                  <a:cubicBezTo>
                    <a:pt x="0" y="4436"/>
                    <a:pt x="5576" y="0"/>
                    <a:pt x="12547" y="0"/>
                  </a:cubicBezTo>
                  <a:cubicBezTo>
                    <a:pt x="19517" y="0"/>
                    <a:pt x="25093" y="4436"/>
                    <a:pt x="25093" y="1001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8" name="Freeform: Shape 2377">
              <a:extLst>
                <a:ext uri="{FF2B5EF4-FFF2-40B4-BE49-F238E27FC236}">
                  <a16:creationId xmlns:a16="http://schemas.microsoft.com/office/drawing/2014/main" id="{E25E14E3-38E8-65CC-F31C-EBABE1DB45EF}"/>
                </a:ext>
              </a:extLst>
            </p:cNvPr>
            <p:cNvSpPr/>
            <p:nvPr/>
          </p:nvSpPr>
          <p:spPr>
            <a:xfrm>
              <a:off x="7786278" y="975136"/>
              <a:ext cx="25093" cy="19897"/>
            </a:xfrm>
            <a:custGeom>
              <a:avLst/>
              <a:gdLst>
                <a:gd name="connsiteX0" fmla="*/ 25093 w 25093"/>
                <a:gd name="connsiteY0" fmla="*/ 10012 h 19897"/>
                <a:gd name="connsiteX1" fmla="*/ 12547 w 25093"/>
                <a:gd name="connsiteY1" fmla="*/ 19898 h 19897"/>
                <a:gd name="connsiteX2" fmla="*/ 0 w 25093"/>
                <a:gd name="connsiteY2" fmla="*/ 10012 h 19897"/>
                <a:gd name="connsiteX3" fmla="*/ 12547 w 25093"/>
                <a:gd name="connsiteY3" fmla="*/ 0 h 19897"/>
                <a:gd name="connsiteX4" fmla="*/ 25093 w 25093"/>
                <a:gd name="connsiteY4" fmla="*/ 10012 h 19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93" h="19897">
                  <a:moveTo>
                    <a:pt x="25093" y="10012"/>
                  </a:moveTo>
                  <a:cubicBezTo>
                    <a:pt x="25093" y="15462"/>
                    <a:pt x="19391" y="19898"/>
                    <a:pt x="12547" y="19898"/>
                  </a:cubicBezTo>
                  <a:cubicBezTo>
                    <a:pt x="5703" y="19898"/>
                    <a:pt x="0" y="15462"/>
                    <a:pt x="0" y="10012"/>
                  </a:cubicBezTo>
                  <a:cubicBezTo>
                    <a:pt x="0" y="4563"/>
                    <a:pt x="5576" y="0"/>
                    <a:pt x="12547" y="0"/>
                  </a:cubicBezTo>
                  <a:cubicBezTo>
                    <a:pt x="19517" y="0"/>
                    <a:pt x="25093" y="4436"/>
                    <a:pt x="25093" y="1001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9" name="Freeform: Shape 2378">
              <a:extLst>
                <a:ext uri="{FF2B5EF4-FFF2-40B4-BE49-F238E27FC236}">
                  <a16:creationId xmlns:a16="http://schemas.microsoft.com/office/drawing/2014/main" id="{A75E0739-232D-A89F-C63E-BFD63DC2B7F8}"/>
                </a:ext>
              </a:extLst>
            </p:cNvPr>
            <p:cNvSpPr/>
            <p:nvPr/>
          </p:nvSpPr>
          <p:spPr>
            <a:xfrm>
              <a:off x="7900594" y="1025197"/>
              <a:ext cx="25853" cy="20531"/>
            </a:xfrm>
            <a:custGeom>
              <a:avLst/>
              <a:gdLst>
                <a:gd name="connsiteX0" fmla="*/ 25854 w 25853"/>
                <a:gd name="connsiteY0" fmla="*/ 10266 h 20531"/>
                <a:gd name="connsiteX1" fmla="*/ 12927 w 25853"/>
                <a:gd name="connsiteY1" fmla="*/ 20531 h 20531"/>
                <a:gd name="connsiteX2" fmla="*/ 0 w 25853"/>
                <a:gd name="connsiteY2" fmla="*/ 10266 h 20531"/>
                <a:gd name="connsiteX3" fmla="*/ 12927 w 25853"/>
                <a:gd name="connsiteY3" fmla="*/ 0 h 20531"/>
                <a:gd name="connsiteX4" fmla="*/ 25854 w 25853"/>
                <a:gd name="connsiteY4" fmla="*/ 10266 h 20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853" h="20531">
                  <a:moveTo>
                    <a:pt x="25854" y="10266"/>
                  </a:moveTo>
                  <a:cubicBezTo>
                    <a:pt x="25854" y="15969"/>
                    <a:pt x="20024" y="20531"/>
                    <a:pt x="12927" y="20531"/>
                  </a:cubicBezTo>
                  <a:cubicBezTo>
                    <a:pt x="5829" y="20531"/>
                    <a:pt x="0" y="15969"/>
                    <a:pt x="0" y="10266"/>
                  </a:cubicBezTo>
                  <a:cubicBezTo>
                    <a:pt x="0" y="4563"/>
                    <a:pt x="5829" y="0"/>
                    <a:pt x="12927" y="0"/>
                  </a:cubicBezTo>
                  <a:cubicBezTo>
                    <a:pt x="20024" y="0"/>
                    <a:pt x="25854" y="4563"/>
                    <a:pt x="25854" y="1026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0" name="Freeform: Shape 2379">
              <a:extLst>
                <a:ext uri="{FF2B5EF4-FFF2-40B4-BE49-F238E27FC236}">
                  <a16:creationId xmlns:a16="http://schemas.microsoft.com/office/drawing/2014/main" id="{49CEAE1E-1FE8-501D-3906-FE12A89BBB01}"/>
                </a:ext>
              </a:extLst>
            </p:cNvPr>
            <p:cNvSpPr/>
            <p:nvPr/>
          </p:nvSpPr>
          <p:spPr>
            <a:xfrm>
              <a:off x="8012882" y="1078933"/>
              <a:ext cx="25853" cy="20531"/>
            </a:xfrm>
            <a:custGeom>
              <a:avLst/>
              <a:gdLst>
                <a:gd name="connsiteX0" fmla="*/ 25854 w 25853"/>
                <a:gd name="connsiteY0" fmla="*/ 10266 h 20531"/>
                <a:gd name="connsiteX1" fmla="*/ 12927 w 25853"/>
                <a:gd name="connsiteY1" fmla="*/ 20531 h 20531"/>
                <a:gd name="connsiteX2" fmla="*/ 0 w 25853"/>
                <a:gd name="connsiteY2" fmla="*/ 10266 h 20531"/>
                <a:gd name="connsiteX3" fmla="*/ 12927 w 25853"/>
                <a:gd name="connsiteY3" fmla="*/ 0 h 20531"/>
                <a:gd name="connsiteX4" fmla="*/ 25854 w 25853"/>
                <a:gd name="connsiteY4" fmla="*/ 10266 h 20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853" h="20531">
                  <a:moveTo>
                    <a:pt x="25854" y="10266"/>
                  </a:moveTo>
                  <a:cubicBezTo>
                    <a:pt x="25854" y="15969"/>
                    <a:pt x="20025" y="20531"/>
                    <a:pt x="12927" y="20531"/>
                  </a:cubicBezTo>
                  <a:cubicBezTo>
                    <a:pt x="5830" y="20531"/>
                    <a:pt x="0" y="15969"/>
                    <a:pt x="0" y="10266"/>
                  </a:cubicBezTo>
                  <a:cubicBezTo>
                    <a:pt x="0" y="4563"/>
                    <a:pt x="5830" y="0"/>
                    <a:pt x="12927" y="0"/>
                  </a:cubicBezTo>
                  <a:cubicBezTo>
                    <a:pt x="20025" y="0"/>
                    <a:pt x="25854" y="4563"/>
                    <a:pt x="25854" y="1026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1" name="Freeform: Shape 2380">
              <a:extLst>
                <a:ext uri="{FF2B5EF4-FFF2-40B4-BE49-F238E27FC236}">
                  <a16:creationId xmlns:a16="http://schemas.microsoft.com/office/drawing/2014/main" id="{02FD4779-45C6-5426-7059-43D6A94098A6}"/>
                </a:ext>
              </a:extLst>
            </p:cNvPr>
            <p:cNvSpPr/>
            <p:nvPr/>
          </p:nvSpPr>
          <p:spPr>
            <a:xfrm>
              <a:off x="8122635" y="1135838"/>
              <a:ext cx="25854" cy="20531"/>
            </a:xfrm>
            <a:custGeom>
              <a:avLst/>
              <a:gdLst>
                <a:gd name="connsiteX0" fmla="*/ 25855 w 25854"/>
                <a:gd name="connsiteY0" fmla="*/ 10266 h 20531"/>
                <a:gd name="connsiteX1" fmla="*/ 12927 w 25854"/>
                <a:gd name="connsiteY1" fmla="*/ 20531 h 20531"/>
                <a:gd name="connsiteX2" fmla="*/ 0 w 25854"/>
                <a:gd name="connsiteY2" fmla="*/ 10266 h 20531"/>
                <a:gd name="connsiteX3" fmla="*/ 12927 w 25854"/>
                <a:gd name="connsiteY3" fmla="*/ 0 h 20531"/>
                <a:gd name="connsiteX4" fmla="*/ 25855 w 25854"/>
                <a:gd name="connsiteY4" fmla="*/ 10266 h 20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854" h="20531">
                  <a:moveTo>
                    <a:pt x="25855" y="10266"/>
                  </a:moveTo>
                  <a:cubicBezTo>
                    <a:pt x="25855" y="15969"/>
                    <a:pt x="20025" y="20531"/>
                    <a:pt x="12927" y="20531"/>
                  </a:cubicBezTo>
                  <a:cubicBezTo>
                    <a:pt x="5830" y="20531"/>
                    <a:pt x="0" y="15969"/>
                    <a:pt x="0" y="10266"/>
                  </a:cubicBezTo>
                  <a:cubicBezTo>
                    <a:pt x="0" y="4563"/>
                    <a:pt x="5830" y="0"/>
                    <a:pt x="12927" y="0"/>
                  </a:cubicBezTo>
                  <a:cubicBezTo>
                    <a:pt x="20025" y="0"/>
                    <a:pt x="25855" y="4563"/>
                    <a:pt x="25855" y="1026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2" name="Freeform: Shape 2381">
              <a:extLst>
                <a:ext uri="{FF2B5EF4-FFF2-40B4-BE49-F238E27FC236}">
                  <a16:creationId xmlns:a16="http://schemas.microsoft.com/office/drawing/2014/main" id="{06F84F19-3AF9-7847-0AE7-1BC17A4E40EE}"/>
                </a:ext>
              </a:extLst>
            </p:cNvPr>
            <p:cNvSpPr/>
            <p:nvPr/>
          </p:nvSpPr>
          <p:spPr>
            <a:xfrm>
              <a:off x="8229094" y="1195784"/>
              <a:ext cx="26741" cy="21164"/>
            </a:xfrm>
            <a:custGeom>
              <a:avLst/>
              <a:gdLst>
                <a:gd name="connsiteX0" fmla="*/ 26741 w 26741"/>
                <a:gd name="connsiteY0" fmla="*/ 10519 h 21164"/>
                <a:gd name="connsiteX1" fmla="*/ 13434 w 26741"/>
                <a:gd name="connsiteY1" fmla="*/ 21165 h 21164"/>
                <a:gd name="connsiteX2" fmla="*/ 0 w 26741"/>
                <a:gd name="connsiteY2" fmla="*/ 10519 h 21164"/>
                <a:gd name="connsiteX3" fmla="*/ 13434 w 26741"/>
                <a:gd name="connsiteY3" fmla="*/ 0 h 21164"/>
                <a:gd name="connsiteX4" fmla="*/ 26741 w 26741"/>
                <a:gd name="connsiteY4" fmla="*/ 10519 h 21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741" h="21164">
                  <a:moveTo>
                    <a:pt x="26741" y="10519"/>
                  </a:moveTo>
                  <a:cubicBezTo>
                    <a:pt x="26741" y="16349"/>
                    <a:pt x="20785" y="21165"/>
                    <a:pt x="13434" y="21165"/>
                  </a:cubicBezTo>
                  <a:cubicBezTo>
                    <a:pt x="6083" y="21165"/>
                    <a:pt x="0" y="16476"/>
                    <a:pt x="0" y="10519"/>
                  </a:cubicBezTo>
                  <a:cubicBezTo>
                    <a:pt x="0" y="4563"/>
                    <a:pt x="5957" y="0"/>
                    <a:pt x="13434" y="0"/>
                  </a:cubicBezTo>
                  <a:cubicBezTo>
                    <a:pt x="20912" y="0"/>
                    <a:pt x="26741" y="4689"/>
                    <a:pt x="26741" y="1051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3" name="Freeform: Shape 2382">
              <a:extLst>
                <a:ext uri="{FF2B5EF4-FFF2-40B4-BE49-F238E27FC236}">
                  <a16:creationId xmlns:a16="http://schemas.microsoft.com/office/drawing/2014/main" id="{840C2D80-5154-5523-5C5A-26118CF5377F}"/>
                </a:ext>
              </a:extLst>
            </p:cNvPr>
            <p:cNvSpPr/>
            <p:nvPr/>
          </p:nvSpPr>
          <p:spPr>
            <a:xfrm>
              <a:off x="8333524" y="1259279"/>
              <a:ext cx="25854" cy="20531"/>
            </a:xfrm>
            <a:custGeom>
              <a:avLst/>
              <a:gdLst>
                <a:gd name="connsiteX0" fmla="*/ 25855 w 25854"/>
                <a:gd name="connsiteY0" fmla="*/ 10266 h 20531"/>
                <a:gd name="connsiteX1" fmla="*/ 12927 w 25854"/>
                <a:gd name="connsiteY1" fmla="*/ 20531 h 20531"/>
                <a:gd name="connsiteX2" fmla="*/ 0 w 25854"/>
                <a:gd name="connsiteY2" fmla="*/ 10266 h 20531"/>
                <a:gd name="connsiteX3" fmla="*/ 12927 w 25854"/>
                <a:gd name="connsiteY3" fmla="*/ 0 h 20531"/>
                <a:gd name="connsiteX4" fmla="*/ 25855 w 25854"/>
                <a:gd name="connsiteY4" fmla="*/ 10266 h 20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854" h="20531">
                  <a:moveTo>
                    <a:pt x="25855" y="10266"/>
                  </a:moveTo>
                  <a:cubicBezTo>
                    <a:pt x="25855" y="15969"/>
                    <a:pt x="20025" y="20531"/>
                    <a:pt x="12927" y="20531"/>
                  </a:cubicBezTo>
                  <a:cubicBezTo>
                    <a:pt x="5830" y="20531"/>
                    <a:pt x="0" y="15969"/>
                    <a:pt x="0" y="10266"/>
                  </a:cubicBezTo>
                  <a:cubicBezTo>
                    <a:pt x="0" y="4563"/>
                    <a:pt x="5830" y="0"/>
                    <a:pt x="12927" y="0"/>
                  </a:cubicBezTo>
                  <a:cubicBezTo>
                    <a:pt x="20025" y="0"/>
                    <a:pt x="25855" y="4563"/>
                    <a:pt x="25855" y="1026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4" name="Freeform: Shape 2383">
              <a:extLst>
                <a:ext uri="{FF2B5EF4-FFF2-40B4-BE49-F238E27FC236}">
                  <a16:creationId xmlns:a16="http://schemas.microsoft.com/office/drawing/2014/main" id="{23DB1B92-AB1C-20CA-8A25-364B7EC6F830}"/>
                </a:ext>
              </a:extLst>
            </p:cNvPr>
            <p:cNvSpPr/>
            <p:nvPr/>
          </p:nvSpPr>
          <p:spPr>
            <a:xfrm>
              <a:off x="8434152" y="1325435"/>
              <a:ext cx="26615" cy="21164"/>
            </a:xfrm>
            <a:custGeom>
              <a:avLst/>
              <a:gdLst>
                <a:gd name="connsiteX0" fmla="*/ 26615 w 26615"/>
                <a:gd name="connsiteY0" fmla="*/ 10519 h 21164"/>
                <a:gd name="connsiteX1" fmla="*/ 13307 w 26615"/>
                <a:gd name="connsiteY1" fmla="*/ 21165 h 21164"/>
                <a:gd name="connsiteX2" fmla="*/ 0 w 26615"/>
                <a:gd name="connsiteY2" fmla="*/ 10519 h 21164"/>
                <a:gd name="connsiteX3" fmla="*/ 13307 w 26615"/>
                <a:gd name="connsiteY3" fmla="*/ 0 h 21164"/>
                <a:gd name="connsiteX4" fmla="*/ 26615 w 26615"/>
                <a:gd name="connsiteY4" fmla="*/ 10519 h 21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615" h="21164">
                  <a:moveTo>
                    <a:pt x="26615" y="10519"/>
                  </a:moveTo>
                  <a:cubicBezTo>
                    <a:pt x="26615" y="16349"/>
                    <a:pt x="20658" y="21165"/>
                    <a:pt x="13307" y="21165"/>
                  </a:cubicBezTo>
                  <a:cubicBezTo>
                    <a:pt x="5957" y="21165"/>
                    <a:pt x="0" y="16476"/>
                    <a:pt x="0" y="10519"/>
                  </a:cubicBezTo>
                  <a:cubicBezTo>
                    <a:pt x="0" y="4563"/>
                    <a:pt x="5957" y="0"/>
                    <a:pt x="13307" y="0"/>
                  </a:cubicBezTo>
                  <a:cubicBezTo>
                    <a:pt x="20658" y="0"/>
                    <a:pt x="26615" y="4689"/>
                    <a:pt x="26615" y="1051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5" name="Freeform: Shape 2384">
              <a:extLst>
                <a:ext uri="{FF2B5EF4-FFF2-40B4-BE49-F238E27FC236}">
                  <a16:creationId xmlns:a16="http://schemas.microsoft.com/office/drawing/2014/main" id="{E9FF4A1E-0C53-FA48-E396-C75339B4F076}"/>
                </a:ext>
              </a:extLst>
            </p:cNvPr>
            <p:cNvSpPr/>
            <p:nvPr/>
          </p:nvSpPr>
          <p:spPr>
            <a:xfrm>
              <a:off x="8531866" y="1394506"/>
              <a:ext cx="26614" cy="21291"/>
            </a:xfrm>
            <a:custGeom>
              <a:avLst/>
              <a:gdLst>
                <a:gd name="connsiteX0" fmla="*/ 26614 w 26614"/>
                <a:gd name="connsiteY0" fmla="*/ 10646 h 21291"/>
                <a:gd name="connsiteX1" fmla="*/ 13307 w 26614"/>
                <a:gd name="connsiteY1" fmla="*/ 21292 h 21291"/>
                <a:gd name="connsiteX2" fmla="*/ 0 w 26614"/>
                <a:gd name="connsiteY2" fmla="*/ 10646 h 21291"/>
                <a:gd name="connsiteX3" fmla="*/ 13307 w 26614"/>
                <a:gd name="connsiteY3" fmla="*/ 0 h 21291"/>
                <a:gd name="connsiteX4" fmla="*/ 26614 w 26614"/>
                <a:gd name="connsiteY4" fmla="*/ 10646 h 2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614" h="21291">
                  <a:moveTo>
                    <a:pt x="26614" y="10646"/>
                  </a:moveTo>
                  <a:cubicBezTo>
                    <a:pt x="26614" y="16476"/>
                    <a:pt x="20658" y="21292"/>
                    <a:pt x="13307" y="21292"/>
                  </a:cubicBezTo>
                  <a:cubicBezTo>
                    <a:pt x="5956" y="21292"/>
                    <a:pt x="0" y="16602"/>
                    <a:pt x="0" y="10646"/>
                  </a:cubicBezTo>
                  <a:cubicBezTo>
                    <a:pt x="0" y="4689"/>
                    <a:pt x="5956" y="0"/>
                    <a:pt x="13307" y="0"/>
                  </a:cubicBezTo>
                  <a:cubicBezTo>
                    <a:pt x="20658" y="0"/>
                    <a:pt x="26614" y="4689"/>
                    <a:pt x="26614" y="1064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6" name="Freeform: Shape 2385">
              <a:extLst>
                <a:ext uri="{FF2B5EF4-FFF2-40B4-BE49-F238E27FC236}">
                  <a16:creationId xmlns:a16="http://schemas.microsoft.com/office/drawing/2014/main" id="{99939AA4-0FD2-325B-9E13-A03B03189E76}"/>
                </a:ext>
              </a:extLst>
            </p:cNvPr>
            <p:cNvSpPr/>
            <p:nvPr/>
          </p:nvSpPr>
          <p:spPr>
            <a:xfrm>
              <a:off x="8626158" y="1466745"/>
              <a:ext cx="26741" cy="21291"/>
            </a:xfrm>
            <a:custGeom>
              <a:avLst/>
              <a:gdLst>
                <a:gd name="connsiteX0" fmla="*/ 26741 w 26741"/>
                <a:gd name="connsiteY0" fmla="*/ 10646 h 21291"/>
                <a:gd name="connsiteX1" fmla="*/ 13434 w 26741"/>
                <a:gd name="connsiteY1" fmla="*/ 21292 h 21291"/>
                <a:gd name="connsiteX2" fmla="*/ 0 w 26741"/>
                <a:gd name="connsiteY2" fmla="*/ 10646 h 21291"/>
                <a:gd name="connsiteX3" fmla="*/ 13434 w 26741"/>
                <a:gd name="connsiteY3" fmla="*/ 0 h 21291"/>
                <a:gd name="connsiteX4" fmla="*/ 26741 w 26741"/>
                <a:gd name="connsiteY4" fmla="*/ 10646 h 2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741" h="21291">
                  <a:moveTo>
                    <a:pt x="26741" y="10646"/>
                  </a:moveTo>
                  <a:cubicBezTo>
                    <a:pt x="26741" y="16476"/>
                    <a:pt x="20785" y="21292"/>
                    <a:pt x="13434" y="21292"/>
                  </a:cubicBezTo>
                  <a:cubicBezTo>
                    <a:pt x="6083" y="21292"/>
                    <a:pt x="0" y="16602"/>
                    <a:pt x="0" y="10646"/>
                  </a:cubicBezTo>
                  <a:cubicBezTo>
                    <a:pt x="0" y="4689"/>
                    <a:pt x="5956" y="0"/>
                    <a:pt x="13434" y="0"/>
                  </a:cubicBezTo>
                  <a:cubicBezTo>
                    <a:pt x="20911" y="0"/>
                    <a:pt x="26741" y="4689"/>
                    <a:pt x="26741" y="1064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7" name="Freeform: Shape 2386">
              <a:extLst>
                <a:ext uri="{FF2B5EF4-FFF2-40B4-BE49-F238E27FC236}">
                  <a16:creationId xmlns:a16="http://schemas.microsoft.com/office/drawing/2014/main" id="{0049F92C-FFBF-011F-78D6-8D5DF849A3C8}"/>
                </a:ext>
              </a:extLst>
            </p:cNvPr>
            <p:cNvSpPr/>
            <p:nvPr/>
          </p:nvSpPr>
          <p:spPr>
            <a:xfrm>
              <a:off x="8717281" y="1541646"/>
              <a:ext cx="26614" cy="21164"/>
            </a:xfrm>
            <a:custGeom>
              <a:avLst/>
              <a:gdLst>
                <a:gd name="connsiteX0" fmla="*/ 26614 w 26614"/>
                <a:gd name="connsiteY0" fmla="*/ 10646 h 21164"/>
                <a:gd name="connsiteX1" fmla="*/ 13307 w 26614"/>
                <a:gd name="connsiteY1" fmla="*/ 21165 h 21164"/>
                <a:gd name="connsiteX2" fmla="*/ 0 w 26614"/>
                <a:gd name="connsiteY2" fmla="*/ 10646 h 21164"/>
                <a:gd name="connsiteX3" fmla="*/ 13307 w 26614"/>
                <a:gd name="connsiteY3" fmla="*/ 0 h 21164"/>
                <a:gd name="connsiteX4" fmla="*/ 26614 w 26614"/>
                <a:gd name="connsiteY4" fmla="*/ 10646 h 21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614" h="21164">
                  <a:moveTo>
                    <a:pt x="26614" y="10646"/>
                  </a:moveTo>
                  <a:cubicBezTo>
                    <a:pt x="26614" y="16476"/>
                    <a:pt x="20658" y="21165"/>
                    <a:pt x="13307" y="21165"/>
                  </a:cubicBezTo>
                  <a:cubicBezTo>
                    <a:pt x="5956" y="21165"/>
                    <a:pt x="0" y="16476"/>
                    <a:pt x="0" y="10646"/>
                  </a:cubicBezTo>
                  <a:cubicBezTo>
                    <a:pt x="0" y="4816"/>
                    <a:pt x="5956" y="0"/>
                    <a:pt x="13307" y="0"/>
                  </a:cubicBezTo>
                  <a:cubicBezTo>
                    <a:pt x="20658" y="0"/>
                    <a:pt x="26614" y="4689"/>
                    <a:pt x="26614" y="1064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8" name="Freeform: Shape 2387">
              <a:extLst>
                <a:ext uri="{FF2B5EF4-FFF2-40B4-BE49-F238E27FC236}">
                  <a16:creationId xmlns:a16="http://schemas.microsoft.com/office/drawing/2014/main" id="{A0B14179-5F4E-800F-FB8D-DE175211AE9D}"/>
                </a:ext>
              </a:extLst>
            </p:cNvPr>
            <p:cNvSpPr/>
            <p:nvPr/>
          </p:nvSpPr>
          <p:spPr>
            <a:xfrm>
              <a:off x="8804475" y="1619335"/>
              <a:ext cx="26741" cy="21164"/>
            </a:xfrm>
            <a:custGeom>
              <a:avLst/>
              <a:gdLst>
                <a:gd name="connsiteX0" fmla="*/ 26741 w 26741"/>
                <a:gd name="connsiteY0" fmla="*/ 10519 h 21164"/>
                <a:gd name="connsiteX1" fmla="*/ 13434 w 26741"/>
                <a:gd name="connsiteY1" fmla="*/ 21165 h 21164"/>
                <a:gd name="connsiteX2" fmla="*/ 0 w 26741"/>
                <a:gd name="connsiteY2" fmla="*/ 10519 h 21164"/>
                <a:gd name="connsiteX3" fmla="*/ 13434 w 26741"/>
                <a:gd name="connsiteY3" fmla="*/ 0 h 21164"/>
                <a:gd name="connsiteX4" fmla="*/ 26741 w 26741"/>
                <a:gd name="connsiteY4" fmla="*/ 10519 h 21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741" h="21164">
                  <a:moveTo>
                    <a:pt x="26741" y="10519"/>
                  </a:moveTo>
                  <a:cubicBezTo>
                    <a:pt x="26741" y="16349"/>
                    <a:pt x="20784" y="21165"/>
                    <a:pt x="13434" y="21165"/>
                  </a:cubicBezTo>
                  <a:cubicBezTo>
                    <a:pt x="6083" y="21165"/>
                    <a:pt x="0" y="16476"/>
                    <a:pt x="0" y="10519"/>
                  </a:cubicBezTo>
                  <a:cubicBezTo>
                    <a:pt x="0" y="4563"/>
                    <a:pt x="5956" y="0"/>
                    <a:pt x="13434" y="0"/>
                  </a:cubicBezTo>
                  <a:cubicBezTo>
                    <a:pt x="20911" y="0"/>
                    <a:pt x="26741" y="4689"/>
                    <a:pt x="26741" y="1051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9" name="Freeform: Shape 2388">
              <a:extLst>
                <a:ext uri="{FF2B5EF4-FFF2-40B4-BE49-F238E27FC236}">
                  <a16:creationId xmlns:a16="http://schemas.microsoft.com/office/drawing/2014/main" id="{C8C9E3CE-5DE5-4517-5E1A-955963D3D66D}"/>
                </a:ext>
              </a:extLst>
            </p:cNvPr>
            <p:cNvSpPr/>
            <p:nvPr/>
          </p:nvSpPr>
          <p:spPr>
            <a:xfrm>
              <a:off x="8888121" y="1699306"/>
              <a:ext cx="26741" cy="21164"/>
            </a:xfrm>
            <a:custGeom>
              <a:avLst/>
              <a:gdLst>
                <a:gd name="connsiteX0" fmla="*/ 26741 w 26741"/>
                <a:gd name="connsiteY0" fmla="*/ 10519 h 21164"/>
                <a:gd name="connsiteX1" fmla="*/ 13434 w 26741"/>
                <a:gd name="connsiteY1" fmla="*/ 21165 h 21164"/>
                <a:gd name="connsiteX2" fmla="*/ 0 w 26741"/>
                <a:gd name="connsiteY2" fmla="*/ 10519 h 21164"/>
                <a:gd name="connsiteX3" fmla="*/ 13434 w 26741"/>
                <a:gd name="connsiteY3" fmla="*/ 0 h 21164"/>
                <a:gd name="connsiteX4" fmla="*/ 26741 w 26741"/>
                <a:gd name="connsiteY4" fmla="*/ 10519 h 21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741" h="21164">
                  <a:moveTo>
                    <a:pt x="26741" y="10519"/>
                  </a:moveTo>
                  <a:cubicBezTo>
                    <a:pt x="26741" y="16349"/>
                    <a:pt x="20785" y="21165"/>
                    <a:pt x="13434" y="21165"/>
                  </a:cubicBezTo>
                  <a:cubicBezTo>
                    <a:pt x="6083" y="21165"/>
                    <a:pt x="0" y="16476"/>
                    <a:pt x="0" y="10519"/>
                  </a:cubicBezTo>
                  <a:cubicBezTo>
                    <a:pt x="0" y="4563"/>
                    <a:pt x="5957" y="0"/>
                    <a:pt x="13434" y="0"/>
                  </a:cubicBezTo>
                  <a:cubicBezTo>
                    <a:pt x="20912" y="0"/>
                    <a:pt x="26741" y="4689"/>
                    <a:pt x="26741" y="1051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0" name="Freeform: Shape 2389">
              <a:extLst>
                <a:ext uri="{FF2B5EF4-FFF2-40B4-BE49-F238E27FC236}">
                  <a16:creationId xmlns:a16="http://schemas.microsoft.com/office/drawing/2014/main" id="{3C6C6611-DD5B-97AA-AD6D-0FEA0F331447}"/>
                </a:ext>
              </a:extLst>
            </p:cNvPr>
            <p:cNvSpPr/>
            <p:nvPr/>
          </p:nvSpPr>
          <p:spPr>
            <a:xfrm>
              <a:off x="8967964" y="1781684"/>
              <a:ext cx="26741" cy="21291"/>
            </a:xfrm>
            <a:custGeom>
              <a:avLst/>
              <a:gdLst>
                <a:gd name="connsiteX0" fmla="*/ 26741 w 26741"/>
                <a:gd name="connsiteY0" fmla="*/ 10646 h 21291"/>
                <a:gd name="connsiteX1" fmla="*/ 13434 w 26741"/>
                <a:gd name="connsiteY1" fmla="*/ 21292 h 21291"/>
                <a:gd name="connsiteX2" fmla="*/ 0 w 26741"/>
                <a:gd name="connsiteY2" fmla="*/ 10646 h 21291"/>
                <a:gd name="connsiteX3" fmla="*/ 13434 w 26741"/>
                <a:gd name="connsiteY3" fmla="*/ 0 h 21291"/>
                <a:gd name="connsiteX4" fmla="*/ 26741 w 26741"/>
                <a:gd name="connsiteY4" fmla="*/ 10646 h 2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741" h="21291">
                  <a:moveTo>
                    <a:pt x="26741" y="10646"/>
                  </a:moveTo>
                  <a:cubicBezTo>
                    <a:pt x="26741" y="16476"/>
                    <a:pt x="20785" y="21292"/>
                    <a:pt x="13434" y="21292"/>
                  </a:cubicBezTo>
                  <a:cubicBezTo>
                    <a:pt x="6084" y="21292"/>
                    <a:pt x="0" y="16602"/>
                    <a:pt x="0" y="10646"/>
                  </a:cubicBezTo>
                  <a:cubicBezTo>
                    <a:pt x="0" y="4689"/>
                    <a:pt x="5957" y="0"/>
                    <a:pt x="13434" y="0"/>
                  </a:cubicBezTo>
                  <a:cubicBezTo>
                    <a:pt x="20912" y="0"/>
                    <a:pt x="26741" y="4689"/>
                    <a:pt x="26741" y="1064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1" name="Freeform: Shape 2390">
              <a:extLst>
                <a:ext uri="{FF2B5EF4-FFF2-40B4-BE49-F238E27FC236}">
                  <a16:creationId xmlns:a16="http://schemas.microsoft.com/office/drawing/2014/main" id="{70EE492E-49CD-86D7-7B6D-AC519E10FDE2}"/>
                </a:ext>
              </a:extLst>
            </p:cNvPr>
            <p:cNvSpPr/>
            <p:nvPr/>
          </p:nvSpPr>
          <p:spPr>
            <a:xfrm>
              <a:off x="9044259" y="1866977"/>
              <a:ext cx="25853" cy="20531"/>
            </a:xfrm>
            <a:custGeom>
              <a:avLst/>
              <a:gdLst>
                <a:gd name="connsiteX0" fmla="*/ 25854 w 25853"/>
                <a:gd name="connsiteY0" fmla="*/ 10266 h 20531"/>
                <a:gd name="connsiteX1" fmla="*/ 12927 w 25853"/>
                <a:gd name="connsiteY1" fmla="*/ 20531 h 20531"/>
                <a:gd name="connsiteX2" fmla="*/ 0 w 25853"/>
                <a:gd name="connsiteY2" fmla="*/ 10266 h 20531"/>
                <a:gd name="connsiteX3" fmla="*/ 12927 w 25853"/>
                <a:gd name="connsiteY3" fmla="*/ 0 h 20531"/>
                <a:gd name="connsiteX4" fmla="*/ 25854 w 25853"/>
                <a:gd name="connsiteY4" fmla="*/ 10266 h 20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853" h="20531">
                  <a:moveTo>
                    <a:pt x="25854" y="10266"/>
                  </a:moveTo>
                  <a:cubicBezTo>
                    <a:pt x="25854" y="15969"/>
                    <a:pt x="20025" y="20531"/>
                    <a:pt x="12927" y="20531"/>
                  </a:cubicBezTo>
                  <a:cubicBezTo>
                    <a:pt x="5830" y="20531"/>
                    <a:pt x="0" y="15969"/>
                    <a:pt x="0" y="10266"/>
                  </a:cubicBezTo>
                  <a:cubicBezTo>
                    <a:pt x="0" y="4563"/>
                    <a:pt x="5830" y="0"/>
                    <a:pt x="12927" y="0"/>
                  </a:cubicBezTo>
                  <a:cubicBezTo>
                    <a:pt x="20025" y="0"/>
                    <a:pt x="25854" y="4563"/>
                    <a:pt x="25854" y="1026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2" name="Freeform: Shape 2391">
              <a:extLst>
                <a:ext uri="{FF2B5EF4-FFF2-40B4-BE49-F238E27FC236}">
                  <a16:creationId xmlns:a16="http://schemas.microsoft.com/office/drawing/2014/main" id="{DC20006E-5583-3554-8877-32A1B77357BE}"/>
                </a:ext>
              </a:extLst>
            </p:cNvPr>
            <p:cNvSpPr/>
            <p:nvPr/>
          </p:nvSpPr>
          <p:spPr>
            <a:xfrm>
              <a:off x="9116118" y="1953918"/>
              <a:ext cx="25854" cy="20531"/>
            </a:xfrm>
            <a:custGeom>
              <a:avLst/>
              <a:gdLst>
                <a:gd name="connsiteX0" fmla="*/ 25855 w 25854"/>
                <a:gd name="connsiteY0" fmla="*/ 10266 h 20531"/>
                <a:gd name="connsiteX1" fmla="*/ 12927 w 25854"/>
                <a:gd name="connsiteY1" fmla="*/ 20531 h 20531"/>
                <a:gd name="connsiteX2" fmla="*/ 0 w 25854"/>
                <a:gd name="connsiteY2" fmla="*/ 10266 h 20531"/>
                <a:gd name="connsiteX3" fmla="*/ 12927 w 25854"/>
                <a:gd name="connsiteY3" fmla="*/ 0 h 20531"/>
                <a:gd name="connsiteX4" fmla="*/ 25855 w 25854"/>
                <a:gd name="connsiteY4" fmla="*/ 10266 h 20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854" h="20531">
                  <a:moveTo>
                    <a:pt x="25855" y="10266"/>
                  </a:moveTo>
                  <a:cubicBezTo>
                    <a:pt x="25855" y="15969"/>
                    <a:pt x="20025" y="20531"/>
                    <a:pt x="12927" y="20531"/>
                  </a:cubicBezTo>
                  <a:cubicBezTo>
                    <a:pt x="5830" y="20531"/>
                    <a:pt x="0" y="15969"/>
                    <a:pt x="0" y="10266"/>
                  </a:cubicBezTo>
                  <a:cubicBezTo>
                    <a:pt x="0" y="4563"/>
                    <a:pt x="5830" y="0"/>
                    <a:pt x="12927" y="0"/>
                  </a:cubicBezTo>
                  <a:cubicBezTo>
                    <a:pt x="20025" y="0"/>
                    <a:pt x="25855" y="4563"/>
                    <a:pt x="25855" y="1026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3" name="Freeform: Shape 2392">
              <a:extLst>
                <a:ext uri="{FF2B5EF4-FFF2-40B4-BE49-F238E27FC236}">
                  <a16:creationId xmlns:a16="http://schemas.microsoft.com/office/drawing/2014/main" id="{55934B5F-64EC-E957-7168-424DFB599267}"/>
                </a:ext>
              </a:extLst>
            </p:cNvPr>
            <p:cNvSpPr/>
            <p:nvPr/>
          </p:nvSpPr>
          <p:spPr>
            <a:xfrm>
              <a:off x="9184176" y="2043394"/>
              <a:ext cx="25094" cy="19897"/>
            </a:xfrm>
            <a:custGeom>
              <a:avLst/>
              <a:gdLst>
                <a:gd name="connsiteX0" fmla="*/ 25094 w 25094"/>
                <a:gd name="connsiteY0" fmla="*/ 9885 h 19897"/>
                <a:gd name="connsiteX1" fmla="*/ 12547 w 25094"/>
                <a:gd name="connsiteY1" fmla="*/ 19898 h 19897"/>
                <a:gd name="connsiteX2" fmla="*/ 0 w 25094"/>
                <a:gd name="connsiteY2" fmla="*/ 9885 h 19897"/>
                <a:gd name="connsiteX3" fmla="*/ 12547 w 25094"/>
                <a:gd name="connsiteY3" fmla="*/ 0 h 19897"/>
                <a:gd name="connsiteX4" fmla="*/ 25094 w 25094"/>
                <a:gd name="connsiteY4" fmla="*/ 9885 h 19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94" h="19897">
                  <a:moveTo>
                    <a:pt x="25094" y="9885"/>
                  </a:moveTo>
                  <a:cubicBezTo>
                    <a:pt x="25094" y="15462"/>
                    <a:pt x="19518" y="19898"/>
                    <a:pt x="12547" y="19898"/>
                  </a:cubicBezTo>
                  <a:cubicBezTo>
                    <a:pt x="5576" y="19898"/>
                    <a:pt x="0" y="15462"/>
                    <a:pt x="0" y="9885"/>
                  </a:cubicBezTo>
                  <a:cubicBezTo>
                    <a:pt x="0" y="4309"/>
                    <a:pt x="5703" y="0"/>
                    <a:pt x="12547" y="0"/>
                  </a:cubicBezTo>
                  <a:cubicBezTo>
                    <a:pt x="19391" y="0"/>
                    <a:pt x="25094" y="4436"/>
                    <a:pt x="25094" y="988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4" name="Freeform: Shape 2393">
              <a:extLst>
                <a:ext uri="{FF2B5EF4-FFF2-40B4-BE49-F238E27FC236}">
                  <a16:creationId xmlns:a16="http://schemas.microsoft.com/office/drawing/2014/main" id="{5C0666D5-0FDD-F072-8927-5BAF9A23A592}"/>
                </a:ext>
              </a:extLst>
            </p:cNvPr>
            <p:cNvSpPr/>
            <p:nvPr/>
          </p:nvSpPr>
          <p:spPr>
            <a:xfrm>
              <a:off x="9247544" y="2134390"/>
              <a:ext cx="25094" cy="19897"/>
            </a:xfrm>
            <a:custGeom>
              <a:avLst/>
              <a:gdLst>
                <a:gd name="connsiteX0" fmla="*/ 25094 w 25094"/>
                <a:gd name="connsiteY0" fmla="*/ 9885 h 19897"/>
                <a:gd name="connsiteX1" fmla="*/ 12547 w 25094"/>
                <a:gd name="connsiteY1" fmla="*/ 19897 h 19897"/>
                <a:gd name="connsiteX2" fmla="*/ 0 w 25094"/>
                <a:gd name="connsiteY2" fmla="*/ 9885 h 19897"/>
                <a:gd name="connsiteX3" fmla="*/ 12547 w 25094"/>
                <a:gd name="connsiteY3" fmla="*/ 0 h 19897"/>
                <a:gd name="connsiteX4" fmla="*/ 25094 w 25094"/>
                <a:gd name="connsiteY4" fmla="*/ 9885 h 19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94" h="19897">
                  <a:moveTo>
                    <a:pt x="25094" y="9885"/>
                  </a:moveTo>
                  <a:cubicBezTo>
                    <a:pt x="25094" y="15462"/>
                    <a:pt x="19518" y="19897"/>
                    <a:pt x="12547" y="19897"/>
                  </a:cubicBezTo>
                  <a:cubicBezTo>
                    <a:pt x="5576" y="19897"/>
                    <a:pt x="0" y="15462"/>
                    <a:pt x="0" y="9885"/>
                  </a:cubicBezTo>
                  <a:cubicBezTo>
                    <a:pt x="0" y="4309"/>
                    <a:pt x="5576" y="0"/>
                    <a:pt x="12547" y="0"/>
                  </a:cubicBezTo>
                  <a:cubicBezTo>
                    <a:pt x="19518" y="0"/>
                    <a:pt x="25094" y="4436"/>
                    <a:pt x="25094" y="988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5" name="Freeform: Shape 2394">
              <a:extLst>
                <a:ext uri="{FF2B5EF4-FFF2-40B4-BE49-F238E27FC236}">
                  <a16:creationId xmlns:a16="http://schemas.microsoft.com/office/drawing/2014/main" id="{DEF577E2-6D3E-14DD-1D55-1658FB68851A}"/>
                </a:ext>
              </a:extLst>
            </p:cNvPr>
            <p:cNvSpPr/>
            <p:nvPr/>
          </p:nvSpPr>
          <p:spPr>
            <a:xfrm>
              <a:off x="9306983" y="2227541"/>
              <a:ext cx="24333" cy="19263"/>
            </a:xfrm>
            <a:custGeom>
              <a:avLst/>
              <a:gdLst>
                <a:gd name="connsiteX0" fmla="*/ 24334 w 24333"/>
                <a:gd name="connsiteY0" fmla="*/ 9632 h 19263"/>
                <a:gd name="connsiteX1" fmla="*/ 12167 w 24333"/>
                <a:gd name="connsiteY1" fmla="*/ 19264 h 19263"/>
                <a:gd name="connsiteX2" fmla="*/ 0 w 24333"/>
                <a:gd name="connsiteY2" fmla="*/ 9632 h 19263"/>
                <a:gd name="connsiteX3" fmla="*/ 12167 w 24333"/>
                <a:gd name="connsiteY3" fmla="*/ 0 h 19263"/>
                <a:gd name="connsiteX4" fmla="*/ 24334 w 24333"/>
                <a:gd name="connsiteY4" fmla="*/ 9632 h 19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33" h="19263">
                  <a:moveTo>
                    <a:pt x="24334" y="9632"/>
                  </a:moveTo>
                  <a:cubicBezTo>
                    <a:pt x="24334" y="14955"/>
                    <a:pt x="18884" y="19264"/>
                    <a:pt x="12167" y="19264"/>
                  </a:cubicBezTo>
                  <a:cubicBezTo>
                    <a:pt x="5450" y="19264"/>
                    <a:pt x="0" y="14955"/>
                    <a:pt x="0" y="9632"/>
                  </a:cubicBezTo>
                  <a:cubicBezTo>
                    <a:pt x="0" y="4309"/>
                    <a:pt x="5450" y="0"/>
                    <a:pt x="12167" y="0"/>
                  </a:cubicBezTo>
                  <a:cubicBezTo>
                    <a:pt x="18884" y="0"/>
                    <a:pt x="24334" y="4309"/>
                    <a:pt x="24334" y="963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6" name="Freeform: Shape 2395">
              <a:extLst>
                <a:ext uri="{FF2B5EF4-FFF2-40B4-BE49-F238E27FC236}">
                  <a16:creationId xmlns:a16="http://schemas.microsoft.com/office/drawing/2014/main" id="{08BDD199-8FA1-8BD1-81E2-FB26BABE5FF8}"/>
                </a:ext>
              </a:extLst>
            </p:cNvPr>
            <p:cNvSpPr/>
            <p:nvPr/>
          </p:nvSpPr>
          <p:spPr>
            <a:xfrm>
              <a:off x="9361353" y="2321579"/>
              <a:ext cx="25093" cy="20024"/>
            </a:xfrm>
            <a:custGeom>
              <a:avLst/>
              <a:gdLst>
                <a:gd name="connsiteX0" fmla="*/ 25093 w 25093"/>
                <a:gd name="connsiteY0" fmla="*/ 10012 h 20024"/>
                <a:gd name="connsiteX1" fmla="*/ 12547 w 25093"/>
                <a:gd name="connsiteY1" fmla="*/ 20024 h 20024"/>
                <a:gd name="connsiteX2" fmla="*/ 0 w 25093"/>
                <a:gd name="connsiteY2" fmla="*/ 10012 h 20024"/>
                <a:gd name="connsiteX3" fmla="*/ 12547 w 25093"/>
                <a:gd name="connsiteY3" fmla="*/ 0 h 20024"/>
                <a:gd name="connsiteX4" fmla="*/ 25093 w 25093"/>
                <a:gd name="connsiteY4" fmla="*/ 10012 h 2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93" h="20024">
                  <a:moveTo>
                    <a:pt x="25093" y="10012"/>
                  </a:moveTo>
                  <a:cubicBezTo>
                    <a:pt x="25093" y="15589"/>
                    <a:pt x="19517" y="20024"/>
                    <a:pt x="12547" y="20024"/>
                  </a:cubicBezTo>
                  <a:cubicBezTo>
                    <a:pt x="5576" y="20024"/>
                    <a:pt x="0" y="15589"/>
                    <a:pt x="0" y="10012"/>
                  </a:cubicBezTo>
                  <a:cubicBezTo>
                    <a:pt x="0" y="4436"/>
                    <a:pt x="5576" y="0"/>
                    <a:pt x="12547" y="0"/>
                  </a:cubicBezTo>
                  <a:cubicBezTo>
                    <a:pt x="19517" y="0"/>
                    <a:pt x="25093" y="4436"/>
                    <a:pt x="25093" y="1001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7" name="Freeform: Shape 2396">
              <a:extLst>
                <a:ext uri="{FF2B5EF4-FFF2-40B4-BE49-F238E27FC236}">
                  <a16:creationId xmlns:a16="http://schemas.microsoft.com/office/drawing/2014/main" id="{8271EDF2-D8EE-CB66-ED10-C44504B36117}"/>
                </a:ext>
              </a:extLst>
            </p:cNvPr>
            <p:cNvSpPr/>
            <p:nvPr/>
          </p:nvSpPr>
          <p:spPr>
            <a:xfrm>
              <a:off x="9411921" y="2418025"/>
              <a:ext cx="24333" cy="19263"/>
            </a:xfrm>
            <a:custGeom>
              <a:avLst/>
              <a:gdLst>
                <a:gd name="connsiteX0" fmla="*/ 24333 w 24333"/>
                <a:gd name="connsiteY0" fmla="*/ 9632 h 19263"/>
                <a:gd name="connsiteX1" fmla="*/ 12166 w 24333"/>
                <a:gd name="connsiteY1" fmla="*/ 19264 h 19263"/>
                <a:gd name="connsiteX2" fmla="*/ 0 w 24333"/>
                <a:gd name="connsiteY2" fmla="*/ 9632 h 19263"/>
                <a:gd name="connsiteX3" fmla="*/ 12166 w 24333"/>
                <a:gd name="connsiteY3" fmla="*/ 0 h 19263"/>
                <a:gd name="connsiteX4" fmla="*/ 24333 w 24333"/>
                <a:gd name="connsiteY4" fmla="*/ 9632 h 19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33" h="19263">
                  <a:moveTo>
                    <a:pt x="24333" y="9632"/>
                  </a:moveTo>
                  <a:cubicBezTo>
                    <a:pt x="24333" y="14955"/>
                    <a:pt x="18884" y="19264"/>
                    <a:pt x="12166" y="19264"/>
                  </a:cubicBezTo>
                  <a:cubicBezTo>
                    <a:pt x="5450" y="19264"/>
                    <a:pt x="0" y="14955"/>
                    <a:pt x="0" y="9632"/>
                  </a:cubicBezTo>
                  <a:cubicBezTo>
                    <a:pt x="0" y="4309"/>
                    <a:pt x="5450" y="0"/>
                    <a:pt x="12166" y="0"/>
                  </a:cubicBezTo>
                  <a:cubicBezTo>
                    <a:pt x="18884" y="0"/>
                    <a:pt x="24333" y="4309"/>
                    <a:pt x="24333" y="963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8" name="Freeform: Shape 2397">
              <a:extLst>
                <a:ext uri="{FF2B5EF4-FFF2-40B4-BE49-F238E27FC236}">
                  <a16:creationId xmlns:a16="http://schemas.microsoft.com/office/drawing/2014/main" id="{94C1A527-1A50-9778-431E-5B6BCD4DD80B}"/>
                </a:ext>
              </a:extLst>
            </p:cNvPr>
            <p:cNvSpPr/>
            <p:nvPr/>
          </p:nvSpPr>
          <p:spPr>
            <a:xfrm>
              <a:off x="9457926" y="2515865"/>
              <a:ext cx="23572" cy="18756"/>
            </a:xfrm>
            <a:custGeom>
              <a:avLst/>
              <a:gdLst>
                <a:gd name="connsiteX0" fmla="*/ 23573 w 23572"/>
                <a:gd name="connsiteY0" fmla="*/ 9379 h 18756"/>
                <a:gd name="connsiteX1" fmla="*/ 11786 w 23572"/>
                <a:gd name="connsiteY1" fmla="*/ 18757 h 18756"/>
                <a:gd name="connsiteX2" fmla="*/ 0 w 23572"/>
                <a:gd name="connsiteY2" fmla="*/ 9379 h 18756"/>
                <a:gd name="connsiteX3" fmla="*/ 11786 w 23572"/>
                <a:gd name="connsiteY3" fmla="*/ 0 h 18756"/>
                <a:gd name="connsiteX4" fmla="*/ 23573 w 23572"/>
                <a:gd name="connsiteY4" fmla="*/ 9379 h 1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572" h="18756">
                  <a:moveTo>
                    <a:pt x="23573" y="9379"/>
                  </a:moveTo>
                  <a:cubicBezTo>
                    <a:pt x="23573" y="14575"/>
                    <a:pt x="18250" y="18757"/>
                    <a:pt x="11786" y="18757"/>
                  </a:cubicBezTo>
                  <a:cubicBezTo>
                    <a:pt x="5323" y="18757"/>
                    <a:pt x="0" y="14575"/>
                    <a:pt x="0" y="9379"/>
                  </a:cubicBezTo>
                  <a:cubicBezTo>
                    <a:pt x="0" y="4182"/>
                    <a:pt x="5323" y="0"/>
                    <a:pt x="11786" y="0"/>
                  </a:cubicBezTo>
                  <a:cubicBezTo>
                    <a:pt x="18250" y="0"/>
                    <a:pt x="23573" y="4182"/>
                    <a:pt x="23573" y="937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9" name="Freeform: Shape 2398">
              <a:extLst>
                <a:ext uri="{FF2B5EF4-FFF2-40B4-BE49-F238E27FC236}">
                  <a16:creationId xmlns:a16="http://schemas.microsoft.com/office/drawing/2014/main" id="{8261DC32-9F07-5A6C-F053-FDAC12B61F9C}"/>
                </a:ext>
              </a:extLst>
            </p:cNvPr>
            <p:cNvSpPr/>
            <p:nvPr/>
          </p:nvSpPr>
          <p:spPr>
            <a:xfrm>
              <a:off x="9498861" y="2614593"/>
              <a:ext cx="23572" cy="18756"/>
            </a:xfrm>
            <a:custGeom>
              <a:avLst/>
              <a:gdLst>
                <a:gd name="connsiteX0" fmla="*/ 23573 w 23572"/>
                <a:gd name="connsiteY0" fmla="*/ 9378 h 18756"/>
                <a:gd name="connsiteX1" fmla="*/ 11786 w 23572"/>
                <a:gd name="connsiteY1" fmla="*/ 18757 h 18756"/>
                <a:gd name="connsiteX2" fmla="*/ 0 w 23572"/>
                <a:gd name="connsiteY2" fmla="*/ 9378 h 18756"/>
                <a:gd name="connsiteX3" fmla="*/ 11786 w 23572"/>
                <a:gd name="connsiteY3" fmla="*/ 0 h 18756"/>
                <a:gd name="connsiteX4" fmla="*/ 23573 w 23572"/>
                <a:gd name="connsiteY4" fmla="*/ 9378 h 1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572" h="18756">
                  <a:moveTo>
                    <a:pt x="23573" y="9378"/>
                  </a:moveTo>
                  <a:cubicBezTo>
                    <a:pt x="23573" y="14575"/>
                    <a:pt x="18250" y="18757"/>
                    <a:pt x="11786" y="18757"/>
                  </a:cubicBezTo>
                  <a:cubicBezTo>
                    <a:pt x="5323" y="18757"/>
                    <a:pt x="0" y="14575"/>
                    <a:pt x="0" y="9378"/>
                  </a:cubicBezTo>
                  <a:cubicBezTo>
                    <a:pt x="0" y="4182"/>
                    <a:pt x="5323" y="0"/>
                    <a:pt x="11786" y="0"/>
                  </a:cubicBezTo>
                  <a:cubicBezTo>
                    <a:pt x="18250" y="0"/>
                    <a:pt x="23573" y="4182"/>
                    <a:pt x="23573" y="937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0" name="Freeform: Shape 2399">
              <a:extLst>
                <a:ext uri="{FF2B5EF4-FFF2-40B4-BE49-F238E27FC236}">
                  <a16:creationId xmlns:a16="http://schemas.microsoft.com/office/drawing/2014/main" id="{3C8275AB-AC64-34ED-50F3-AFB44E25BE4E}"/>
                </a:ext>
              </a:extLst>
            </p:cNvPr>
            <p:cNvSpPr/>
            <p:nvPr/>
          </p:nvSpPr>
          <p:spPr>
            <a:xfrm>
              <a:off x="9535488" y="2714841"/>
              <a:ext cx="22812" cy="17996"/>
            </a:xfrm>
            <a:custGeom>
              <a:avLst/>
              <a:gdLst>
                <a:gd name="connsiteX0" fmla="*/ 22812 w 22812"/>
                <a:gd name="connsiteY0" fmla="*/ 8998 h 17996"/>
                <a:gd name="connsiteX1" fmla="*/ 11406 w 22812"/>
                <a:gd name="connsiteY1" fmla="*/ 17997 h 17996"/>
                <a:gd name="connsiteX2" fmla="*/ 0 w 22812"/>
                <a:gd name="connsiteY2" fmla="*/ 8998 h 17996"/>
                <a:gd name="connsiteX3" fmla="*/ 11406 w 22812"/>
                <a:gd name="connsiteY3" fmla="*/ 0 h 17996"/>
                <a:gd name="connsiteX4" fmla="*/ 22812 w 22812"/>
                <a:gd name="connsiteY4" fmla="*/ 8998 h 17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12" h="17996">
                  <a:moveTo>
                    <a:pt x="22812" y="8998"/>
                  </a:moveTo>
                  <a:cubicBezTo>
                    <a:pt x="22812" y="13941"/>
                    <a:pt x="17743" y="17997"/>
                    <a:pt x="11406" y="17997"/>
                  </a:cubicBezTo>
                  <a:cubicBezTo>
                    <a:pt x="5069" y="17997"/>
                    <a:pt x="0" y="13941"/>
                    <a:pt x="0" y="8998"/>
                  </a:cubicBezTo>
                  <a:cubicBezTo>
                    <a:pt x="0" y="4056"/>
                    <a:pt x="5069" y="0"/>
                    <a:pt x="11406" y="0"/>
                  </a:cubicBezTo>
                  <a:cubicBezTo>
                    <a:pt x="17743" y="0"/>
                    <a:pt x="22812" y="4056"/>
                    <a:pt x="22812" y="89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1" name="Freeform: Shape 2400">
              <a:extLst>
                <a:ext uri="{FF2B5EF4-FFF2-40B4-BE49-F238E27FC236}">
                  <a16:creationId xmlns:a16="http://schemas.microsoft.com/office/drawing/2014/main" id="{120FCB74-2936-C9BB-489B-ED40AC98C3B4}"/>
                </a:ext>
              </a:extLst>
            </p:cNvPr>
            <p:cNvSpPr/>
            <p:nvPr/>
          </p:nvSpPr>
          <p:spPr>
            <a:xfrm>
              <a:off x="9567425" y="2816103"/>
              <a:ext cx="22052" cy="17489"/>
            </a:xfrm>
            <a:custGeom>
              <a:avLst/>
              <a:gdLst>
                <a:gd name="connsiteX0" fmla="*/ 22053 w 22052"/>
                <a:gd name="connsiteY0" fmla="*/ 8745 h 17489"/>
                <a:gd name="connsiteX1" fmla="*/ 11027 w 22052"/>
                <a:gd name="connsiteY1" fmla="*/ 17490 h 17489"/>
                <a:gd name="connsiteX2" fmla="*/ 0 w 22052"/>
                <a:gd name="connsiteY2" fmla="*/ 8745 h 17489"/>
                <a:gd name="connsiteX3" fmla="*/ 11027 w 22052"/>
                <a:gd name="connsiteY3" fmla="*/ 0 h 17489"/>
                <a:gd name="connsiteX4" fmla="*/ 22053 w 22052"/>
                <a:gd name="connsiteY4" fmla="*/ 8745 h 1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052" h="17489">
                  <a:moveTo>
                    <a:pt x="22053" y="8745"/>
                  </a:moveTo>
                  <a:cubicBezTo>
                    <a:pt x="22053" y="13561"/>
                    <a:pt x="17110" y="17490"/>
                    <a:pt x="11027" y="17490"/>
                  </a:cubicBezTo>
                  <a:cubicBezTo>
                    <a:pt x="4943" y="17490"/>
                    <a:pt x="0" y="13561"/>
                    <a:pt x="0" y="8745"/>
                  </a:cubicBezTo>
                  <a:cubicBezTo>
                    <a:pt x="0" y="3929"/>
                    <a:pt x="4943" y="0"/>
                    <a:pt x="11027" y="0"/>
                  </a:cubicBezTo>
                  <a:cubicBezTo>
                    <a:pt x="17110" y="0"/>
                    <a:pt x="22053" y="3929"/>
                    <a:pt x="22053" y="874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2" name="Freeform: Shape 2401">
              <a:extLst>
                <a:ext uri="{FF2B5EF4-FFF2-40B4-BE49-F238E27FC236}">
                  <a16:creationId xmlns:a16="http://schemas.microsoft.com/office/drawing/2014/main" id="{0741A86D-B06D-BAF9-9EA2-92CB486F0340}"/>
                </a:ext>
              </a:extLst>
            </p:cNvPr>
            <p:cNvSpPr/>
            <p:nvPr/>
          </p:nvSpPr>
          <p:spPr>
            <a:xfrm>
              <a:off x="9594167" y="2917872"/>
              <a:ext cx="22051" cy="17489"/>
            </a:xfrm>
            <a:custGeom>
              <a:avLst/>
              <a:gdLst>
                <a:gd name="connsiteX0" fmla="*/ 22052 w 22051"/>
                <a:gd name="connsiteY0" fmla="*/ 8745 h 17489"/>
                <a:gd name="connsiteX1" fmla="*/ 11026 w 22051"/>
                <a:gd name="connsiteY1" fmla="*/ 17490 h 17489"/>
                <a:gd name="connsiteX2" fmla="*/ 0 w 22051"/>
                <a:gd name="connsiteY2" fmla="*/ 8745 h 17489"/>
                <a:gd name="connsiteX3" fmla="*/ 11026 w 22051"/>
                <a:gd name="connsiteY3" fmla="*/ 0 h 17489"/>
                <a:gd name="connsiteX4" fmla="*/ 22052 w 22051"/>
                <a:gd name="connsiteY4" fmla="*/ 8745 h 1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051" h="17489">
                  <a:moveTo>
                    <a:pt x="22052" y="8745"/>
                  </a:moveTo>
                  <a:cubicBezTo>
                    <a:pt x="22052" y="13561"/>
                    <a:pt x="17109" y="17490"/>
                    <a:pt x="11026" y="17490"/>
                  </a:cubicBezTo>
                  <a:cubicBezTo>
                    <a:pt x="4942" y="17490"/>
                    <a:pt x="0" y="13561"/>
                    <a:pt x="0" y="8745"/>
                  </a:cubicBezTo>
                  <a:cubicBezTo>
                    <a:pt x="0" y="3929"/>
                    <a:pt x="4942" y="0"/>
                    <a:pt x="11026" y="0"/>
                  </a:cubicBezTo>
                  <a:cubicBezTo>
                    <a:pt x="17109" y="0"/>
                    <a:pt x="22052" y="3929"/>
                    <a:pt x="22052" y="874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3" name="Freeform: Shape 2402">
              <a:extLst>
                <a:ext uri="{FF2B5EF4-FFF2-40B4-BE49-F238E27FC236}">
                  <a16:creationId xmlns:a16="http://schemas.microsoft.com/office/drawing/2014/main" id="{391EC309-CF6C-39E8-B309-C14562632328}"/>
                </a:ext>
              </a:extLst>
            </p:cNvPr>
            <p:cNvSpPr/>
            <p:nvPr/>
          </p:nvSpPr>
          <p:spPr>
            <a:xfrm>
              <a:off x="9616473" y="3020655"/>
              <a:ext cx="21417" cy="16982"/>
            </a:xfrm>
            <a:custGeom>
              <a:avLst/>
              <a:gdLst>
                <a:gd name="connsiteX0" fmla="*/ 21418 w 21417"/>
                <a:gd name="connsiteY0" fmla="*/ 8491 h 16982"/>
                <a:gd name="connsiteX1" fmla="*/ 10772 w 21417"/>
                <a:gd name="connsiteY1" fmla="*/ 16983 h 16982"/>
                <a:gd name="connsiteX2" fmla="*/ 0 w 21417"/>
                <a:gd name="connsiteY2" fmla="*/ 8491 h 16982"/>
                <a:gd name="connsiteX3" fmla="*/ 10772 w 21417"/>
                <a:gd name="connsiteY3" fmla="*/ 0 h 16982"/>
                <a:gd name="connsiteX4" fmla="*/ 21418 w 21417"/>
                <a:gd name="connsiteY4" fmla="*/ 8491 h 1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17" h="16982">
                  <a:moveTo>
                    <a:pt x="21418" y="8491"/>
                  </a:moveTo>
                  <a:cubicBezTo>
                    <a:pt x="21418" y="13181"/>
                    <a:pt x="16602" y="16983"/>
                    <a:pt x="10772" y="16983"/>
                  </a:cubicBezTo>
                  <a:cubicBezTo>
                    <a:pt x="4942" y="16983"/>
                    <a:pt x="0" y="13181"/>
                    <a:pt x="0" y="8491"/>
                  </a:cubicBezTo>
                  <a:cubicBezTo>
                    <a:pt x="0" y="3802"/>
                    <a:pt x="4815" y="0"/>
                    <a:pt x="10772" y="0"/>
                  </a:cubicBezTo>
                  <a:cubicBezTo>
                    <a:pt x="16728" y="0"/>
                    <a:pt x="21418" y="3802"/>
                    <a:pt x="21418" y="84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4" name="Freeform: Shape 2403">
              <a:extLst>
                <a:ext uri="{FF2B5EF4-FFF2-40B4-BE49-F238E27FC236}">
                  <a16:creationId xmlns:a16="http://schemas.microsoft.com/office/drawing/2014/main" id="{796D1F77-0A3F-A81C-4741-F0BF2F1CFE51}"/>
                </a:ext>
              </a:extLst>
            </p:cNvPr>
            <p:cNvSpPr/>
            <p:nvPr/>
          </p:nvSpPr>
          <p:spPr>
            <a:xfrm>
              <a:off x="9634469" y="3124452"/>
              <a:ext cx="19770" cy="15715"/>
            </a:xfrm>
            <a:custGeom>
              <a:avLst/>
              <a:gdLst>
                <a:gd name="connsiteX0" fmla="*/ 19771 w 19770"/>
                <a:gd name="connsiteY0" fmla="*/ 7858 h 15715"/>
                <a:gd name="connsiteX1" fmla="*/ 9885 w 19770"/>
                <a:gd name="connsiteY1" fmla="*/ 15715 h 15715"/>
                <a:gd name="connsiteX2" fmla="*/ 0 w 19770"/>
                <a:gd name="connsiteY2" fmla="*/ 7858 h 15715"/>
                <a:gd name="connsiteX3" fmla="*/ 9885 w 19770"/>
                <a:gd name="connsiteY3" fmla="*/ 0 h 15715"/>
                <a:gd name="connsiteX4" fmla="*/ 19771 w 19770"/>
                <a:gd name="connsiteY4" fmla="*/ 7858 h 1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70" h="15715">
                  <a:moveTo>
                    <a:pt x="19771" y="7858"/>
                  </a:moveTo>
                  <a:cubicBezTo>
                    <a:pt x="19771" y="12167"/>
                    <a:pt x="15335" y="15715"/>
                    <a:pt x="9885" y="15715"/>
                  </a:cubicBezTo>
                  <a:cubicBezTo>
                    <a:pt x="4435" y="15715"/>
                    <a:pt x="0" y="12167"/>
                    <a:pt x="0" y="7858"/>
                  </a:cubicBezTo>
                  <a:cubicBezTo>
                    <a:pt x="0" y="3549"/>
                    <a:pt x="4435" y="0"/>
                    <a:pt x="9885" y="0"/>
                  </a:cubicBezTo>
                  <a:cubicBezTo>
                    <a:pt x="15335" y="0"/>
                    <a:pt x="19771" y="3549"/>
                    <a:pt x="19771" y="785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5" name="Freeform: Shape 2404">
              <a:extLst>
                <a:ext uri="{FF2B5EF4-FFF2-40B4-BE49-F238E27FC236}">
                  <a16:creationId xmlns:a16="http://schemas.microsoft.com/office/drawing/2014/main" id="{CCD308A3-6C57-7236-222C-70CE161239F7}"/>
                </a:ext>
              </a:extLst>
            </p:cNvPr>
            <p:cNvSpPr/>
            <p:nvPr/>
          </p:nvSpPr>
          <p:spPr>
            <a:xfrm>
              <a:off x="9647016" y="3228248"/>
              <a:ext cx="19010" cy="15208"/>
            </a:xfrm>
            <a:custGeom>
              <a:avLst/>
              <a:gdLst>
                <a:gd name="connsiteX0" fmla="*/ 19010 w 19010"/>
                <a:gd name="connsiteY0" fmla="*/ 7604 h 15208"/>
                <a:gd name="connsiteX1" fmla="*/ 9505 w 19010"/>
                <a:gd name="connsiteY1" fmla="*/ 15208 h 15208"/>
                <a:gd name="connsiteX2" fmla="*/ 0 w 19010"/>
                <a:gd name="connsiteY2" fmla="*/ 7604 h 15208"/>
                <a:gd name="connsiteX3" fmla="*/ 9505 w 19010"/>
                <a:gd name="connsiteY3" fmla="*/ 0 h 15208"/>
                <a:gd name="connsiteX4" fmla="*/ 19010 w 19010"/>
                <a:gd name="connsiteY4" fmla="*/ 7604 h 15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10" h="15208">
                  <a:moveTo>
                    <a:pt x="19010" y="7604"/>
                  </a:moveTo>
                  <a:cubicBezTo>
                    <a:pt x="19010" y="11786"/>
                    <a:pt x="14701" y="15208"/>
                    <a:pt x="9505" y="15208"/>
                  </a:cubicBezTo>
                  <a:cubicBezTo>
                    <a:pt x="4309" y="15208"/>
                    <a:pt x="0" y="11786"/>
                    <a:pt x="0" y="7604"/>
                  </a:cubicBezTo>
                  <a:cubicBezTo>
                    <a:pt x="0" y="3422"/>
                    <a:pt x="4309" y="0"/>
                    <a:pt x="9505" y="0"/>
                  </a:cubicBezTo>
                  <a:cubicBezTo>
                    <a:pt x="14701" y="0"/>
                    <a:pt x="19010" y="3422"/>
                    <a:pt x="19010" y="760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6" name="Freeform: Shape 2405">
              <a:extLst>
                <a:ext uri="{FF2B5EF4-FFF2-40B4-BE49-F238E27FC236}">
                  <a16:creationId xmlns:a16="http://schemas.microsoft.com/office/drawing/2014/main" id="{BD6B268E-4122-C907-4A48-051F4C3724DD}"/>
                </a:ext>
              </a:extLst>
            </p:cNvPr>
            <p:cNvSpPr/>
            <p:nvPr/>
          </p:nvSpPr>
          <p:spPr>
            <a:xfrm>
              <a:off x="9654746" y="3332425"/>
              <a:ext cx="18250" cy="14447"/>
            </a:xfrm>
            <a:custGeom>
              <a:avLst/>
              <a:gdLst>
                <a:gd name="connsiteX0" fmla="*/ 18250 w 18250"/>
                <a:gd name="connsiteY0" fmla="*/ 7224 h 14447"/>
                <a:gd name="connsiteX1" fmla="*/ 9125 w 18250"/>
                <a:gd name="connsiteY1" fmla="*/ 14448 h 14447"/>
                <a:gd name="connsiteX2" fmla="*/ 0 w 18250"/>
                <a:gd name="connsiteY2" fmla="*/ 7224 h 14447"/>
                <a:gd name="connsiteX3" fmla="*/ 9125 w 18250"/>
                <a:gd name="connsiteY3" fmla="*/ 0 h 14447"/>
                <a:gd name="connsiteX4" fmla="*/ 18250 w 18250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7">
                  <a:moveTo>
                    <a:pt x="18250" y="7224"/>
                  </a:moveTo>
                  <a:cubicBezTo>
                    <a:pt x="18250" y="11279"/>
                    <a:pt x="14194" y="14448"/>
                    <a:pt x="9125" y="14448"/>
                  </a:cubicBezTo>
                  <a:cubicBezTo>
                    <a:pt x="4056" y="14448"/>
                    <a:pt x="0" y="11153"/>
                    <a:pt x="0" y="7224"/>
                  </a:cubicBezTo>
                  <a:cubicBezTo>
                    <a:pt x="0" y="3295"/>
                    <a:pt x="4056" y="0"/>
                    <a:pt x="9125" y="0"/>
                  </a:cubicBezTo>
                  <a:cubicBezTo>
                    <a:pt x="14194" y="0"/>
                    <a:pt x="18250" y="3295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7" name="Freeform: Shape 2406">
              <a:extLst>
                <a:ext uri="{FF2B5EF4-FFF2-40B4-BE49-F238E27FC236}">
                  <a16:creationId xmlns:a16="http://schemas.microsoft.com/office/drawing/2014/main" id="{1DEAF833-7991-20D7-57FB-81C7ADB7E924}"/>
                </a:ext>
              </a:extLst>
            </p:cNvPr>
            <p:cNvSpPr/>
            <p:nvPr/>
          </p:nvSpPr>
          <p:spPr>
            <a:xfrm>
              <a:off x="9782496" y="3436349"/>
              <a:ext cx="18250" cy="14448"/>
            </a:xfrm>
            <a:custGeom>
              <a:avLst/>
              <a:gdLst>
                <a:gd name="connsiteX0" fmla="*/ 18250 w 18250"/>
                <a:gd name="connsiteY0" fmla="*/ 7224 h 14448"/>
                <a:gd name="connsiteX1" fmla="*/ 9125 w 18250"/>
                <a:gd name="connsiteY1" fmla="*/ 14448 h 14448"/>
                <a:gd name="connsiteX2" fmla="*/ 0 w 18250"/>
                <a:gd name="connsiteY2" fmla="*/ 7224 h 14448"/>
                <a:gd name="connsiteX3" fmla="*/ 9125 w 18250"/>
                <a:gd name="connsiteY3" fmla="*/ 0 h 14448"/>
                <a:gd name="connsiteX4" fmla="*/ 18250 w 18250"/>
                <a:gd name="connsiteY4" fmla="*/ 7224 h 14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8">
                  <a:moveTo>
                    <a:pt x="18250" y="7224"/>
                  </a:moveTo>
                  <a:cubicBezTo>
                    <a:pt x="18250" y="11280"/>
                    <a:pt x="14194" y="14448"/>
                    <a:pt x="9125" y="14448"/>
                  </a:cubicBezTo>
                  <a:cubicBezTo>
                    <a:pt x="4056" y="14448"/>
                    <a:pt x="0" y="11280"/>
                    <a:pt x="0" y="7224"/>
                  </a:cubicBezTo>
                  <a:cubicBezTo>
                    <a:pt x="0" y="3168"/>
                    <a:pt x="4056" y="0"/>
                    <a:pt x="9125" y="0"/>
                  </a:cubicBezTo>
                  <a:cubicBezTo>
                    <a:pt x="14194" y="0"/>
                    <a:pt x="18250" y="3295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8" name="Freeform: Shape 2407">
              <a:extLst>
                <a:ext uri="{FF2B5EF4-FFF2-40B4-BE49-F238E27FC236}">
                  <a16:creationId xmlns:a16="http://schemas.microsoft.com/office/drawing/2014/main" id="{B9A15AF8-EA3D-8FF3-271F-791BFB80491D}"/>
                </a:ext>
              </a:extLst>
            </p:cNvPr>
            <p:cNvSpPr/>
            <p:nvPr/>
          </p:nvSpPr>
          <p:spPr>
            <a:xfrm>
              <a:off x="9780342" y="3540652"/>
              <a:ext cx="17742" cy="13941"/>
            </a:xfrm>
            <a:custGeom>
              <a:avLst/>
              <a:gdLst>
                <a:gd name="connsiteX0" fmla="*/ 17743 w 17742"/>
                <a:gd name="connsiteY0" fmla="*/ 6970 h 13941"/>
                <a:gd name="connsiteX1" fmla="*/ 8871 w 17742"/>
                <a:gd name="connsiteY1" fmla="*/ 13941 h 13941"/>
                <a:gd name="connsiteX2" fmla="*/ 0 w 17742"/>
                <a:gd name="connsiteY2" fmla="*/ 6970 h 13941"/>
                <a:gd name="connsiteX3" fmla="*/ 8871 w 17742"/>
                <a:gd name="connsiteY3" fmla="*/ 0 h 13941"/>
                <a:gd name="connsiteX4" fmla="*/ 17743 w 17742"/>
                <a:gd name="connsiteY4" fmla="*/ 6970 h 1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2" h="13941">
                  <a:moveTo>
                    <a:pt x="17743" y="6970"/>
                  </a:moveTo>
                  <a:cubicBezTo>
                    <a:pt x="17743" y="10899"/>
                    <a:pt x="13814" y="13941"/>
                    <a:pt x="8871" y="13941"/>
                  </a:cubicBezTo>
                  <a:cubicBezTo>
                    <a:pt x="3929" y="13941"/>
                    <a:pt x="0" y="10773"/>
                    <a:pt x="0" y="6970"/>
                  </a:cubicBezTo>
                  <a:cubicBezTo>
                    <a:pt x="0" y="3168"/>
                    <a:pt x="3929" y="0"/>
                    <a:pt x="8871" y="0"/>
                  </a:cubicBezTo>
                  <a:cubicBezTo>
                    <a:pt x="13814" y="0"/>
                    <a:pt x="17743" y="3168"/>
                    <a:pt x="17743" y="69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9" name="Freeform: Shape 2408">
              <a:extLst>
                <a:ext uri="{FF2B5EF4-FFF2-40B4-BE49-F238E27FC236}">
                  <a16:creationId xmlns:a16="http://schemas.microsoft.com/office/drawing/2014/main" id="{72F644A1-442F-7BF9-E08B-AEF12FE7CC0A}"/>
                </a:ext>
              </a:extLst>
            </p:cNvPr>
            <p:cNvSpPr/>
            <p:nvPr/>
          </p:nvSpPr>
          <p:spPr>
            <a:xfrm>
              <a:off x="9773625" y="3644702"/>
              <a:ext cx="16982" cy="13433"/>
            </a:xfrm>
            <a:custGeom>
              <a:avLst/>
              <a:gdLst>
                <a:gd name="connsiteX0" fmla="*/ 16983 w 16982"/>
                <a:gd name="connsiteY0" fmla="*/ 6717 h 13433"/>
                <a:gd name="connsiteX1" fmla="*/ 8491 w 16982"/>
                <a:gd name="connsiteY1" fmla="*/ 13434 h 13433"/>
                <a:gd name="connsiteX2" fmla="*/ 0 w 16982"/>
                <a:gd name="connsiteY2" fmla="*/ 6717 h 13433"/>
                <a:gd name="connsiteX3" fmla="*/ 8491 w 16982"/>
                <a:gd name="connsiteY3" fmla="*/ 0 h 13433"/>
                <a:gd name="connsiteX4" fmla="*/ 16983 w 16982"/>
                <a:gd name="connsiteY4" fmla="*/ 6717 h 13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82" h="13433">
                  <a:moveTo>
                    <a:pt x="16983" y="6717"/>
                  </a:moveTo>
                  <a:cubicBezTo>
                    <a:pt x="16983" y="10392"/>
                    <a:pt x="13180" y="13434"/>
                    <a:pt x="8491" y="13434"/>
                  </a:cubicBezTo>
                  <a:cubicBezTo>
                    <a:pt x="3802" y="13434"/>
                    <a:pt x="0" y="10392"/>
                    <a:pt x="0" y="6717"/>
                  </a:cubicBezTo>
                  <a:cubicBezTo>
                    <a:pt x="0" y="3042"/>
                    <a:pt x="3802" y="0"/>
                    <a:pt x="8491" y="0"/>
                  </a:cubicBezTo>
                  <a:cubicBezTo>
                    <a:pt x="13180" y="0"/>
                    <a:pt x="16983" y="2915"/>
                    <a:pt x="16983" y="671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0" name="Freeform: Shape 2409">
              <a:extLst>
                <a:ext uri="{FF2B5EF4-FFF2-40B4-BE49-F238E27FC236}">
                  <a16:creationId xmlns:a16="http://schemas.microsoft.com/office/drawing/2014/main" id="{DBBDD7B0-6805-4B6A-973D-5CBF8326FC15}"/>
                </a:ext>
              </a:extLst>
            </p:cNvPr>
            <p:cNvSpPr/>
            <p:nvPr/>
          </p:nvSpPr>
          <p:spPr>
            <a:xfrm>
              <a:off x="9762219" y="3748499"/>
              <a:ext cx="16094" cy="12800"/>
            </a:xfrm>
            <a:custGeom>
              <a:avLst/>
              <a:gdLst>
                <a:gd name="connsiteX0" fmla="*/ 16095 w 16094"/>
                <a:gd name="connsiteY0" fmla="*/ 6464 h 12800"/>
                <a:gd name="connsiteX1" fmla="*/ 8111 w 16094"/>
                <a:gd name="connsiteY1" fmla="*/ 12800 h 12800"/>
                <a:gd name="connsiteX2" fmla="*/ 0 w 16094"/>
                <a:gd name="connsiteY2" fmla="*/ 6464 h 12800"/>
                <a:gd name="connsiteX3" fmla="*/ 8111 w 16094"/>
                <a:gd name="connsiteY3" fmla="*/ 0 h 12800"/>
                <a:gd name="connsiteX4" fmla="*/ 16095 w 16094"/>
                <a:gd name="connsiteY4" fmla="*/ 6464 h 1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94" h="12800">
                  <a:moveTo>
                    <a:pt x="16095" y="6464"/>
                  </a:moveTo>
                  <a:cubicBezTo>
                    <a:pt x="16095" y="10012"/>
                    <a:pt x="12420" y="12800"/>
                    <a:pt x="8111" y="12800"/>
                  </a:cubicBezTo>
                  <a:cubicBezTo>
                    <a:pt x="3802" y="12800"/>
                    <a:pt x="0" y="9885"/>
                    <a:pt x="0" y="6464"/>
                  </a:cubicBezTo>
                  <a:cubicBezTo>
                    <a:pt x="0" y="3042"/>
                    <a:pt x="3675" y="0"/>
                    <a:pt x="8111" y="0"/>
                  </a:cubicBezTo>
                  <a:cubicBezTo>
                    <a:pt x="12547" y="0"/>
                    <a:pt x="16095" y="2915"/>
                    <a:pt x="16095" y="646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1" name="Freeform: Shape 2410">
              <a:extLst>
                <a:ext uri="{FF2B5EF4-FFF2-40B4-BE49-F238E27FC236}">
                  <a16:creationId xmlns:a16="http://schemas.microsoft.com/office/drawing/2014/main" id="{C996DA18-2CE7-A85A-A0D6-4AE569912798}"/>
                </a:ext>
              </a:extLst>
            </p:cNvPr>
            <p:cNvSpPr/>
            <p:nvPr/>
          </p:nvSpPr>
          <p:spPr>
            <a:xfrm>
              <a:off x="9746123" y="3851916"/>
              <a:ext cx="15461" cy="12420"/>
            </a:xfrm>
            <a:custGeom>
              <a:avLst/>
              <a:gdLst>
                <a:gd name="connsiteX0" fmla="*/ 15461 w 15461"/>
                <a:gd name="connsiteY0" fmla="*/ 6210 h 12420"/>
                <a:gd name="connsiteX1" fmla="*/ 7731 w 15461"/>
                <a:gd name="connsiteY1" fmla="*/ 12420 h 12420"/>
                <a:gd name="connsiteX2" fmla="*/ 0 w 15461"/>
                <a:gd name="connsiteY2" fmla="*/ 6210 h 12420"/>
                <a:gd name="connsiteX3" fmla="*/ 7731 w 15461"/>
                <a:gd name="connsiteY3" fmla="*/ 0 h 12420"/>
                <a:gd name="connsiteX4" fmla="*/ 15461 w 15461"/>
                <a:gd name="connsiteY4" fmla="*/ 6210 h 12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61" h="12420">
                  <a:moveTo>
                    <a:pt x="15461" y="6210"/>
                  </a:moveTo>
                  <a:cubicBezTo>
                    <a:pt x="15461" y="9632"/>
                    <a:pt x="12040" y="12420"/>
                    <a:pt x="7731" y="12420"/>
                  </a:cubicBezTo>
                  <a:cubicBezTo>
                    <a:pt x="3422" y="12420"/>
                    <a:pt x="0" y="9632"/>
                    <a:pt x="0" y="6210"/>
                  </a:cubicBezTo>
                  <a:cubicBezTo>
                    <a:pt x="0" y="2788"/>
                    <a:pt x="3548" y="0"/>
                    <a:pt x="7731" y="0"/>
                  </a:cubicBezTo>
                  <a:cubicBezTo>
                    <a:pt x="11913" y="0"/>
                    <a:pt x="15461" y="2788"/>
                    <a:pt x="15461" y="621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2" name="Freeform: Shape 2411">
              <a:extLst>
                <a:ext uri="{FF2B5EF4-FFF2-40B4-BE49-F238E27FC236}">
                  <a16:creationId xmlns:a16="http://schemas.microsoft.com/office/drawing/2014/main" id="{66CEB62D-0B19-A23A-035D-7B3BFC6124DF}"/>
                </a:ext>
              </a:extLst>
            </p:cNvPr>
            <p:cNvSpPr/>
            <p:nvPr/>
          </p:nvSpPr>
          <p:spPr>
            <a:xfrm>
              <a:off x="9725211" y="3954952"/>
              <a:ext cx="14701" cy="11659"/>
            </a:xfrm>
            <a:custGeom>
              <a:avLst/>
              <a:gdLst>
                <a:gd name="connsiteX0" fmla="*/ 14702 w 14701"/>
                <a:gd name="connsiteY0" fmla="*/ 5830 h 11659"/>
                <a:gd name="connsiteX1" fmla="*/ 7351 w 14701"/>
                <a:gd name="connsiteY1" fmla="*/ 11660 h 11659"/>
                <a:gd name="connsiteX2" fmla="*/ 0 w 14701"/>
                <a:gd name="connsiteY2" fmla="*/ 5830 h 11659"/>
                <a:gd name="connsiteX3" fmla="*/ 7351 w 14701"/>
                <a:gd name="connsiteY3" fmla="*/ 0 h 11659"/>
                <a:gd name="connsiteX4" fmla="*/ 14702 w 14701"/>
                <a:gd name="connsiteY4" fmla="*/ 5830 h 11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01" h="11659">
                  <a:moveTo>
                    <a:pt x="14702" y="5830"/>
                  </a:moveTo>
                  <a:cubicBezTo>
                    <a:pt x="14702" y="8998"/>
                    <a:pt x="11407" y="11660"/>
                    <a:pt x="7351" y="11660"/>
                  </a:cubicBezTo>
                  <a:cubicBezTo>
                    <a:pt x="3295" y="11660"/>
                    <a:pt x="0" y="8998"/>
                    <a:pt x="0" y="5830"/>
                  </a:cubicBezTo>
                  <a:cubicBezTo>
                    <a:pt x="0" y="2661"/>
                    <a:pt x="3295" y="0"/>
                    <a:pt x="7351" y="0"/>
                  </a:cubicBezTo>
                  <a:cubicBezTo>
                    <a:pt x="11407" y="0"/>
                    <a:pt x="14702" y="2661"/>
                    <a:pt x="14702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3" name="Freeform: Shape 2412">
              <a:extLst>
                <a:ext uri="{FF2B5EF4-FFF2-40B4-BE49-F238E27FC236}">
                  <a16:creationId xmlns:a16="http://schemas.microsoft.com/office/drawing/2014/main" id="{E150514F-A713-3FD9-0323-84A651D68A53}"/>
                </a:ext>
              </a:extLst>
            </p:cNvPr>
            <p:cNvSpPr/>
            <p:nvPr/>
          </p:nvSpPr>
          <p:spPr>
            <a:xfrm>
              <a:off x="9699991" y="4057355"/>
              <a:ext cx="13433" cy="10646"/>
            </a:xfrm>
            <a:custGeom>
              <a:avLst/>
              <a:gdLst>
                <a:gd name="connsiteX0" fmla="*/ 13434 w 13433"/>
                <a:gd name="connsiteY0" fmla="*/ 5323 h 10646"/>
                <a:gd name="connsiteX1" fmla="*/ 6717 w 13433"/>
                <a:gd name="connsiteY1" fmla="*/ 10646 h 10646"/>
                <a:gd name="connsiteX2" fmla="*/ 0 w 13433"/>
                <a:gd name="connsiteY2" fmla="*/ 5323 h 10646"/>
                <a:gd name="connsiteX3" fmla="*/ 6717 w 13433"/>
                <a:gd name="connsiteY3" fmla="*/ 0 h 10646"/>
                <a:gd name="connsiteX4" fmla="*/ 13434 w 13433"/>
                <a:gd name="connsiteY4" fmla="*/ 5323 h 10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33" h="10646">
                  <a:moveTo>
                    <a:pt x="13434" y="5323"/>
                  </a:moveTo>
                  <a:cubicBezTo>
                    <a:pt x="13434" y="8238"/>
                    <a:pt x="10392" y="10646"/>
                    <a:pt x="6717" y="10646"/>
                  </a:cubicBezTo>
                  <a:cubicBezTo>
                    <a:pt x="3042" y="10646"/>
                    <a:pt x="0" y="8238"/>
                    <a:pt x="0" y="5323"/>
                  </a:cubicBezTo>
                  <a:cubicBezTo>
                    <a:pt x="0" y="2408"/>
                    <a:pt x="3042" y="0"/>
                    <a:pt x="6717" y="0"/>
                  </a:cubicBezTo>
                  <a:lnTo>
                    <a:pt x="13434" y="532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4" name="Freeform: Shape 2413">
              <a:extLst>
                <a:ext uri="{FF2B5EF4-FFF2-40B4-BE49-F238E27FC236}">
                  <a16:creationId xmlns:a16="http://schemas.microsoft.com/office/drawing/2014/main" id="{545B1719-5017-2CA2-05E7-E60458F35EB1}"/>
                </a:ext>
              </a:extLst>
            </p:cNvPr>
            <p:cNvSpPr/>
            <p:nvPr/>
          </p:nvSpPr>
          <p:spPr>
            <a:xfrm>
              <a:off x="9669955" y="4158870"/>
              <a:ext cx="12546" cy="10012"/>
            </a:xfrm>
            <a:custGeom>
              <a:avLst/>
              <a:gdLst>
                <a:gd name="connsiteX0" fmla="*/ 12547 w 12546"/>
                <a:gd name="connsiteY0" fmla="*/ 4943 h 10012"/>
                <a:gd name="connsiteX1" fmla="*/ 6210 w 12546"/>
                <a:gd name="connsiteY1" fmla="*/ 10012 h 10012"/>
                <a:gd name="connsiteX2" fmla="*/ 0 w 12546"/>
                <a:gd name="connsiteY2" fmla="*/ 4943 h 10012"/>
                <a:gd name="connsiteX3" fmla="*/ 6210 w 12546"/>
                <a:gd name="connsiteY3" fmla="*/ 0 h 10012"/>
                <a:gd name="connsiteX4" fmla="*/ 12547 w 12546"/>
                <a:gd name="connsiteY4" fmla="*/ 4943 h 1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46" h="10012">
                  <a:moveTo>
                    <a:pt x="12547" y="4943"/>
                  </a:moveTo>
                  <a:lnTo>
                    <a:pt x="6210" y="10012"/>
                  </a:lnTo>
                  <a:lnTo>
                    <a:pt x="0" y="4943"/>
                  </a:lnTo>
                  <a:lnTo>
                    <a:pt x="6210" y="0"/>
                  </a:lnTo>
                  <a:lnTo>
                    <a:pt x="12547" y="494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5" name="Freeform: Shape 2414">
              <a:extLst>
                <a:ext uri="{FF2B5EF4-FFF2-40B4-BE49-F238E27FC236}">
                  <a16:creationId xmlns:a16="http://schemas.microsoft.com/office/drawing/2014/main" id="{3989F959-3810-51D0-7DCD-8136AEB66956}"/>
                </a:ext>
              </a:extLst>
            </p:cNvPr>
            <p:cNvSpPr/>
            <p:nvPr/>
          </p:nvSpPr>
          <p:spPr>
            <a:xfrm>
              <a:off x="9635102" y="4259245"/>
              <a:ext cx="12040" cy="9505"/>
            </a:xfrm>
            <a:custGeom>
              <a:avLst/>
              <a:gdLst>
                <a:gd name="connsiteX0" fmla="*/ 12040 w 12040"/>
                <a:gd name="connsiteY0" fmla="*/ 4816 h 9505"/>
                <a:gd name="connsiteX1" fmla="*/ 6083 w 12040"/>
                <a:gd name="connsiteY1" fmla="*/ 9505 h 9505"/>
                <a:gd name="connsiteX2" fmla="*/ 0 w 12040"/>
                <a:gd name="connsiteY2" fmla="*/ 4816 h 9505"/>
                <a:gd name="connsiteX3" fmla="*/ 6083 w 12040"/>
                <a:gd name="connsiteY3" fmla="*/ 0 h 9505"/>
                <a:gd name="connsiteX4" fmla="*/ 12040 w 12040"/>
                <a:gd name="connsiteY4" fmla="*/ 4816 h 9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40" h="9505">
                  <a:moveTo>
                    <a:pt x="12040" y="4816"/>
                  </a:moveTo>
                  <a:lnTo>
                    <a:pt x="6083" y="9505"/>
                  </a:lnTo>
                  <a:lnTo>
                    <a:pt x="0" y="4816"/>
                  </a:lnTo>
                  <a:lnTo>
                    <a:pt x="6083" y="0"/>
                  </a:lnTo>
                  <a:lnTo>
                    <a:pt x="12040" y="481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6" name="Freeform: Shape 2415">
              <a:extLst>
                <a:ext uri="{FF2B5EF4-FFF2-40B4-BE49-F238E27FC236}">
                  <a16:creationId xmlns:a16="http://schemas.microsoft.com/office/drawing/2014/main" id="{8587FD06-220C-3258-40A3-3601AD7CDEB1}"/>
                </a:ext>
              </a:extLst>
            </p:cNvPr>
            <p:cNvSpPr/>
            <p:nvPr/>
          </p:nvSpPr>
          <p:spPr>
            <a:xfrm>
              <a:off x="9596194" y="4358986"/>
              <a:ext cx="10646" cy="8364"/>
            </a:xfrm>
            <a:custGeom>
              <a:avLst/>
              <a:gdLst>
                <a:gd name="connsiteX0" fmla="*/ 10646 w 10646"/>
                <a:gd name="connsiteY0" fmla="*/ 4182 h 8364"/>
                <a:gd name="connsiteX1" fmla="*/ 5323 w 10646"/>
                <a:gd name="connsiteY1" fmla="*/ 8365 h 8364"/>
                <a:gd name="connsiteX2" fmla="*/ 0 w 10646"/>
                <a:gd name="connsiteY2" fmla="*/ 4182 h 8364"/>
                <a:gd name="connsiteX3" fmla="*/ 5323 w 10646"/>
                <a:gd name="connsiteY3" fmla="*/ 0 h 8364"/>
                <a:gd name="connsiteX4" fmla="*/ 10646 w 10646"/>
                <a:gd name="connsiteY4" fmla="*/ 4182 h 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46" h="8364">
                  <a:moveTo>
                    <a:pt x="10646" y="4182"/>
                  </a:moveTo>
                  <a:lnTo>
                    <a:pt x="5323" y="8365"/>
                  </a:lnTo>
                  <a:lnTo>
                    <a:pt x="0" y="4182"/>
                  </a:lnTo>
                  <a:lnTo>
                    <a:pt x="5323" y="0"/>
                  </a:lnTo>
                  <a:lnTo>
                    <a:pt x="10646" y="41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7" name="Freeform: Shape 2416">
              <a:extLst>
                <a:ext uri="{FF2B5EF4-FFF2-40B4-BE49-F238E27FC236}">
                  <a16:creationId xmlns:a16="http://schemas.microsoft.com/office/drawing/2014/main" id="{3AC97B94-64FB-40FE-2544-C70E3EAAF043}"/>
                </a:ext>
              </a:extLst>
            </p:cNvPr>
            <p:cNvSpPr/>
            <p:nvPr/>
          </p:nvSpPr>
          <p:spPr>
            <a:xfrm>
              <a:off x="9552470" y="4457207"/>
              <a:ext cx="9885" cy="7857"/>
            </a:xfrm>
            <a:custGeom>
              <a:avLst/>
              <a:gdLst>
                <a:gd name="connsiteX0" fmla="*/ 9886 w 9885"/>
                <a:gd name="connsiteY0" fmla="*/ 3929 h 7857"/>
                <a:gd name="connsiteX1" fmla="*/ 4943 w 9885"/>
                <a:gd name="connsiteY1" fmla="*/ 7858 h 7857"/>
                <a:gd name="connsiteX2" fmla="*/ 0 w 9885"/>
                <a:gd name="connsiteY2" fmla="*/ 3929 h 7857"/>
                <a:gd name="connsiteX3" fmla="*/ 4943 w 9885"/>
                <a:gd name="connsiteY3" fmla="*/ 0 h 7857"/>
                <a:gd name="connsiteX4" fmla="*/ 9886 w 9885"/>
                <a:gd name="connsiteY4" fmla="*/ 3929 h 7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85" h="7857">
                  <a:moveTo>
                    <a:pt x="9886" y="3929"/>
                  </a:moveTo>
                  <a:lnTo>
                    <a:pt x="4943" y="7858"/>
                  </a:lnTo>
                  <a:lnTo>
                    <a:pt x="0" y="3929"/>
                  </a:lnTo>
                  <a:lnTo>
                    <a:pt x="4943" y="0"/>
                  </a:lnTo>
                  <a:lnTo>
                    <a:pt x="9886" y="392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8" name="Freeform: Shape 2417">
              <a:extLst>
                <a:ext uri="{FF2B5EF4-FFF2-40B4-BE49-F238E27FC236}">
                  <a16:creationId xmlns:a16="http://schemas.microsoft.com/office/drawing/2014/main" id="{9DB0E4A4-41FA-AC87-8DE7-B26B6BAA6CEC}"/>
                </a:ext>
              </a:extLst>
            </p:cNvPr>
            <p:cNvSpPr/>
            <p:nvPr/>
          </p:nvSpPr>
          <p:spPr>
            <a:xfrm>
              <a:off x="9504311" y="4554033"/>
              <a:ext cx="9125" cy="7350"/>
            </a:xfrm>
            <a:custGeom>
              <a:avLst/>
              <a:gdLst>
                <a:gd name="connsiteX0" fmla="*/ 9125 w 9125"/>
                <a:gd name="connsiteY0" fmla="*/ 3675 h 7350"/>
                <a:gd name="connsiteX1" fmla="*/ 4562 w 9125"/>
                <a:gd name="connsiteY1" fmla="*/ 7351 h 7350"/>
                <a:gd name="connsiteX2" fmla="*/ 0 w 9125"/>
                <a:gd name="connsiteY2" fmla="*/ 3675 h 7350"/>
                <a:gd name="connsiteX3" fmla="*/ 4562 w 9125"/>
                <a:gd name="connsiteY3" fmla="*/ 0 h 7350"/>
                <a:gd name="connsiteX4" fmla="*/ 9125 w 9125"/>
                <a:gd name="connsiteY4" fmla="*/ 3675 h 7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5" h="7350">
                  <a:moveTo>
                    <a:pt x="9125" y="3675"/>
                  </a:moveTo>
                  <a:lnTo>
                    <a:pt x="4562" y="7351"/>
                  </a:lnTo>
                  <a:lnTo>
                    <a:pt x="0" y="3675"/>
                  </a:lnTo>
                  <a:lnTo>
                    <a:pt x="4562" y="0"/>
                  </a:lnTo>
                  <a:lnTo>
                    <a:pt x="9125" y="367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9" name="Freeform: Shape 2418">
              <a:extLst>
                <a:ext uri="{FF2B5EF4-FFF2-40B4-BE49-F238E27FC236}">
                  <a16:creationId xmlns:a16="http://schemas.microsoft.com/office/drawing/2014/main" id="{5BD78382-3693-0901-646A-C6B478AF69B0}"/>
                </a:ext>
              </a:extLst>
            </p:cNvPr>
            <p:cNvSpPr/>
            <p:nvPr/>
          </p:nvSpPr>
          <p:spPr>
            <a:xfrm>
              <a:off x="9452096" y="4649719"/>
              <a:ext cx="7857" cy="6209"/>
            </a:xfrm>
            <a:custGeom>
              <a:avLst/>
              <a:gdLst>
                <a:gd name="connsiteX0" fmla="*/ 7858 w 7857"/>
                <a:gd name="connsiteY0" fmla="*/ 3168 h 6209"/>
                <a:gd name="connsiteX1" fmla="*/ 3929 w 7857"/>
                <a:gd name="connsiteY1" fmla="*/ 6210 h 6209"/>
                <a:gd name="connsiteX2" fmla="*/ 0 w 7857"/>
                <a:gd name="connsiteY2" fmla="*/ 3168 h 6209"/>
                <a:gd name="connsiteX3" fmla="*/ 3929 w 7857"/>
                <a:gd name="connsiteY3" fmla="*/ 0 h 6209"/>
                <a:gd name="connsiteX4" fmla="*/ 7858 w 7857"/>
                <a:gd name="connsiteY4" fmla="*/ 3168 h 6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57" h="6209">
                  <a:moveTo>
                    <a:pt x="7858" y="3168"/>
                  </a:moveTo>
                  <a:lnTo>
                    <a:pt x="3929" y="6210"/>
                  </a:lnTo>
                  <a:lnTo>
                    <a:pt x="0" y="3168"/>
                  </a:lnTo>
                  <a:lnTo>
                    <a:pt x="3929" y="0"/>
                  </a:lnTo>
                  <a:lnTo>
                    <a:pt x="7858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0" name="Freeform: Shape 2419">
              <a:extLst>
                <a:ext uri="{FF2B5EF4-FFF2-40B4-BE49-F238E27FC236}">
                  <a16:creationId xmlns:a16="http://schemas.microsoft.com/office/drawing/2014/main" id="{D5B734A1-5340-988C-C539-BB2E7857B249}"/>
                </a:ext>
              </a:extLst>
            </p:cNvPr>
            <p:cNvSpPr/>
            <p:nvPr/>
          </p:nvSpPr>
          <p:spPr>
            <a:xfrm>
              <a:off x="9395191" y="4743503"/>
              <a:ext cx="7224" cy="5829"/>
            </a:xfrm>
            <a:custGeom>
              <a:avLst/>
              <a:gdLst>
                <a:gd name="connsiteX0" fmla="*/ 7224 w 7224"/>
                <a:gd name="connsiteY0" fmla="*/ 2915 h 5829"/>
                <a:gd name="connsiteX1" fmla="*/ 3675 w 7224"/>
                <a:gd name="connsiteY1" fmla="*/ 5830 h 5829"/>
                <a:gd name="connsiteX2" fmla="*/ 0 w 7224"/>
                <a:gd name="connsiteY2" fmla="*/ 2915 h 5829"/>
                <a:gd name="connsiteX3" fmla="*/ 3675 w 7224"/>
                <a:gd name="connsiteY3" fmla="*/ 0 h 5829"/>
                <a:gd name="connsiteX4" fmla="*/ 7224 w 7224"/>
                <a:gd name="connsiteY4" fmla="*/ 2915 h 5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24" h="5829">
                  <a:moveTo>
                    <a:pt x="7224" y="2915"/>
                  </a:moveTo>
                  <a:lnTo>
                    <a:pt x="3675" y="5830"/>
                  </a:lnTo>
                  <a:lnTo>
                    <a:pt x="0" y="2915"/>
                  </a:lnTo>
                  <a:lnTo>
                    <a:pt x="3675" y="0"/>
                  </a:lnTo>
                  <a:lnTo>
                    <a:pt x="7224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1" name="Freeform: Shape 2420">
              <a:extLst>
                <a:ext uri="{FF2B5EF4-FFF2-40B4-BE49-F238E27FC236}">
                  <a16:creationId xmlns:a16="http://schemas.microsoft.com/office/drawing/2014/main" id="{899933CC-632D-1CAC-3512-56933DEDDDC1}"/>
                </a:ext>
              </a:extLst>
            </p:cNvPr>
            <p:cNvSpPr/>
            <p:nvPr/>
          </p:nvSpPr>
          <p:spPr>
            <a:xfrm>
              <a:off x="9334358" y="4836020"/>
              <a:ext cx="5956" cy="4689"/>
            </a:xfrm>
            <a:custGeom>
              <a:avLst/>
              <a:gdLst>
                <a:gd name="connsiteX0" fmla="*/ 5956 w 5956"/>
                <a:gd name="connsiteY0" fmla="*/ 2282 h 4689"/>
                <a:gd name="connsiteX1" fmla="*/ 3042 w 5956"/>
                <a:gd name="connsiteY1" fmla="*/ 4690 h 4689"/>
                <a:gd name="connsiteX2" fmla="*/ 0 w 5956"/>
                <a:gd name="connsiteY2" fmla="*/ 2282 h 4689"/>
                <a:gd name="connsiteX3" fmla="*/ 3042 w 5956"/>
                <a:gd name="connsiteY3" fmla="*/ 0 h 4689"/>
                <a:gd name="connsiteX4" fmla="*/ 5956 w 5956"/>
                <a:gd name="connsiteY4" fmla="*/ 2282 h 4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6" h="4689">
                  <a:moveTo>
                    <a:pt x="5956" y="2282"/>
                  </a:moveTo>
                  <a:lnTo>
                    <a:pt x="3042" y="4690"/>
                  </a:lnTo>
                  <a:lnTo>
                    <a:pt x="0" y="2282"/>
                  </a:lnTo>
                  <a:lnTo>
                    <a:pt x="3042" y="0"/>
                  </a:lnTo>
                  <a:lnTo>
                    <a:pt x="5956" y="22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2" name="Freeform: Shape 2421">
              <a:extLst>
                <a:ext uri="{FF2B5EF4-FFF2-40B4-BE49-F238E27FC236}">
                  <a16:creationId xmlns:a16="http://schemas.microsoft.com/office/drawing/2014/main" id="{A78BD0B1-75BA-B43C-CDCB-A433FB4EB2D2}"/>
                </a:ext>
              </a:extLst>
            </p:cNvPr>
            <p:cNvSpPr/>
            <p:nvPr/>
          </p:nvSpPr>
          <p:spPr>
            <a:xfrm>
              <a:off x="9269216" y="4926257"/>
              <a:ext cx="5322" cy="4182"/>
            </a:xfrm>
            <a:custGeom>
              <a:avLst/>
              <a:gdLst>
                <a:gd name="connsiteX0" fmla="*/ 5323 w 5322"/>
                <a:gd name="connsiteY0" fmla="*/ 2154 h 4182"/>
                <a:gd name="connsiteX1" fmla="*/ 2662 w 5322"/>
                <a:gd name="connsiteY1" fmla="*/ 4182 h 4182"/>
                <a:gd name="connsiteX2" fmla="*/ 0 w 5322"/>
                <a:gd name="connsiteY2" fmla="*/ 2154 h 4182"/>
                <a:gd name="connsiteX3" fmla="*/ 2662 w 5322"/>
                <a:gd name="connsiteY3" fmla="*/ 0 h 4182"/>
                <a:gd name="connsiteX4" fmla="*/ 5323 w 5322"/>
                <a:gd name="connsiteY4" fmla="*/ 2154 h 4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22" h="4182">
                  <a:moveTo>
                    <a:pt x="5323" y="2154"/>
                  </a:moveTo>
                  <a:lnTo>
                    <a:pt x="2662" y="4182"/>
                  </a:lnTo>
                  <a:lnTo>
                    <a:pt x="0" y="2154"/>
                  </a:lnTo>
                  <a:lnTo>
                    <a:pt x="2662" y="0"/>
                  </a:lnTo>
                  <a:lnTo>
                    <a:pt x="5323" y="21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3" name="Freeform: Shape 2422">
              <a:extLst>
                <a:ext uri="{FF2B5EF4-FFF2-40B4-BE49-F238E27FC236}">
                  <a16:creationId xmlns:a16="http://schemas.microsoft.com/office/drawing/2014/main" id="{392B58DE-9EEA-1D7D-E771-1DB8D62C20C1}"/>
                </a:ext>
              </a:extLst>
            </p:cNvPr>
            <p:cNvSpPr/>
            <p:nvPr/>
          </p:nvSpPr>
          <p:spPr>
            <a:xfrm>
              <a:off x="9200144" y="5014845"/>
              <a:ext cx="4182" cy="3295"/>
            </a:xfrm>
            <a:custGeom>
              <a:avLst/>
              <a:gdLst>
                <a:gd name="connsiteX0" fmla="*/ 4183 w 4182"/>
                <a:gd name="connsiteY0" fmla="*/ 1648 h 3295"/>
                <a:gd name="connsiteX1" fmla="*/ 2028 w 4182"/>
                <a:gd name="connsiteY1" fmla="*/ 3295 h 3295"/>
                <a:gd name="connsiteX2" fmla="*/ 0 w 4182"/>
                <a:gd name="connsiteY2" fmla="*/ 1648 h 3295"/>
                <a:gd name="connsiteX3" fmla="*/ 2028 w 4182"/>
                <a:gd name="connsiteY3" fmla="*/ 0 h 3295"/>
                <a:gd name="connsiteX4" fmla="*/ 4183 w 4182"/>
                <a:gd name="connsiteY4" fmla="*/ 1648 h 3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2" h="3295">
                  <a:moveTo>
                    <a:pt x="4183" y="1648"/>
                  </a:moveTo>
                  <a:lnTo>
                    <a:pt x="2028" y="3295"/>
                  </a:lnTo>
                  <a:lnTo>
                    <a:pt x="0" y="1648"/>
                  </a:lnTo>
                  <a:lnTo>
                    <a:pt x="2028" y="0"/>
                  </a:lnTo>
                  <a:lnTo>
                    <a:pt x="4183" y="164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4" name="Freeform: Shape 2423">
              <a:extLst>
                <a:ext uri="{FF2B5EF4-FFF2-40B4-BE49-F238E27FC236}">
                  <a16:creationId xmlns:a16="http://schemas.microsoft.com/office/drawing/2014/main" id="{3508F0CE-BA8C-6685-D86C-2D79AD71C870}"/>
                </a:ext>
              </a:extLst>
            </p:cNvPr>
            <p:cNvSpPr/>
            <p:nvPr/>
          </p:nvSpPr>
          <p:spPr>
            <a:xfrm>
              <a:off x="9126638" y="5101025"/>
              <a:ext cx="4055" cy="3168"/>
            </a:xfrm>
            <a:custGeom>
              <a:avLst/>
              <a:gdLst>
                <a:gd name="connsiteX0" fmla="*/ 4056 w 4055"/>
                <a:gd name="connsiteY0" fmla="*/ 1521 h 3168"/>
                <a:gd name="connsiteX1" fmla="*/ 2027 w 4055"/>
                <a:gd name="connsiteY1" fmla="*/ 3168 h 3168"/>
                <a:gd name="connsiteX2" fmla="*/ 0 w 4055"/>
                <a:gd name="connsiteY2" fmla="*/ 1521 h 3168"/>
                <a:gd name="connsiteX3" fmla="*/ 2027 w 4055"/>
                <a:gd name="connsiteY3" fmla="*/ 0 h 3168"/>
                <a:gd name="connsiteX4" fmla="*/ 4056 w 4055"/>
                <a:gd name="connsiteY4" fmla="*/ 1521 h 3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5" h="3168">
                  <a:moveTo>
                    <a:pt x="4056" y="1521"/>
                  </a:moveTo>
                  <a:lnTo>
                    <a:pt x="2027" y="3168"/>
                  </a:lnTo>
                  <a:lnTo>
                    <a:pt x="0" y="1521"/>
                  </a:lnTo>
                  <a:lnTo>
                    <a:pt x="2027" y="0"/>
                  </a:lnTo>
                  <a:lnTo>
                    <a:pt x="4056" y="152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5" name="Freeform: Shape 2424">
              <a:extLst>
                <a:ext uri="{FF2B5EF4-FFF2-40B4-BE49-F238E27FC236}">
                  <a16:creationId xmlns:a16="http://schemas.microsoft.com/office/drawing/2014/main" id="{08E41F8D-EC15-04B8-7311-7F8B5576D265}"/>
                </a:ext>
              </a:extLst>
            </p:cNvPr>
            <p:cNvSpPr/>
            <p:nvPr/>
          </p:nvSpPr>
          <p:spPr>
            <a:xfrm>
              <a:off x="9049709" y="5185305"/>
              <a:ext cx="2914" cy="2408"/>
            </a:xfrm>
            <a:custGeom>
              <a:avLst/>
              <a:gdLst>
                <a:gd name="connsiteX0" fmla="*/ 2915 w 2914"/>
                <a:gd name="connsiteY0" fmla="*/ 1141 h 2408"/>
                <a:gd name="connsiteX1" fmla="*/ 1521 w 2914"/>
                <a:gd name="connsiteY1" fmla="*/ 2408 h 2408"/>
                <a:gd name="connsiteX2" fmla="*/ 0 w 2914"/>
                <a:gd name="connsiteY2" fmla="*/ 1141 h 2408"/>
                <a:gd name="connsiteX3" fmla="*/ 1521 w 2914"/>
                <a:gd name="connsiteY3" fmla="*/ 0 h 2408"/>
                <a:gd name="connsiteX4" fmla="*/ 2915 w 2914"/>
                <a:gd name="connsiteY4" fmla="*/ 1141 h 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" h="2408">
                  <a:moveTo>
                    <a:pt x="2915" y="1141"/>
                  </a:moveTo>
                  <a:lnTo>
                    <a:pt x="1521" y="2408"/>
                  </a:lnTo>
                  <a:lnTo>
                    <a:pt x="0" y="1141"/>
                  </a:lnTo>
                  <a:lnTo>
                    <a:pt x="1521" y="0"/>
                  </a:lnTo>
                  <a:lnTo>
                    <a:pt x="2915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6" name="Freeform: Shape 2425">
              <a:extLst>
                <a:ext uri="{FF2B5EF4-FFF2-40B4-BE49-F238E27FC236}">
                  <a16:creationId xmlns:a16="http://schemas.microsoft.com/office/drawing/2014/main" id="{122DFC86-9776-AD29-8A1C-F42FF401C3DE}"/>
                </a:ext>
              </a:extLst>
            </p:cNvPr>
            <p:cNvSpPr/>
            <p:nvPr/>
          </p:nvSpPr>
          <p:spPr>
            <a:xfrm>
              <a:off x="8969105" y="5267430"/>
              <a:ext cx="1774" cy="1394"/>
            </a:xfrm>
            <a:custGeom>
              <a:avLst/>
              <a:gdLst>
                <a:gd name="connsiteX0" fmla="*/ 1774 w 1774"/>
                <a:gd name="connsiteY0" fmla="*/ 760 h 1394"/>
                <a:gd name="connsiteX1" fmla="*/ 887 w 1774"/>
                <a:gd name="connsiteY1" fmla="*/ 1394 h 1394"/>
                <a:gd name="connsiteX2" fmla="*/ 0 w 1774"/>
                <a:gd name="connsiteY2" fmla="*/ 760 h 1394"/>
                <a:gd name="connsiteX3" fmla="*/ 887 w 1774"/>
                <a:gd name="connsiteY3" fmla="*/ 0 h 1394"/>
                <a:gd name="connsiteX4" fmla="*/ 1774 w 1774"/>
                <a:gd name="connsiteY4" fmla="*/ 760 h 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" h="1394">
                  <a:moveTo>
                    <a:pt x="1774" y="760"/>
                  </a:moveTo>
                  <a:lnTo>
                    <a:pt x="887" y="1394"/>
                  </a:lnTo>
                  <a:lnTo>
                    <a:pt x="0" y="760"/>
                  </a:lnTo>
                  <a:lnTo>
                    <a:pt x="887" y="0"/>
                  </a:lnTo>
                  <a:lnTo>
                    <a:pt x="1774" y="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7" name="Freeform: Shape 2426">
              <a:extLst>
                <a:ext uri="{FF2B5EF4-FFF2-40B4-BE49-F238E27FC236}">
                  <a16:creationId xmlns:a16="http://schemas.microsoft.com/office/drawing/2014/main" id="{AF4EB6C5-6D06-8C0B-90D5-1C86FD58252A}"/>
                </a:ext>
              </a:extLst>
            </p:cNvPr>
            <p:cNvSpPr/>
            <p:nvPr/>
          </p:nvSpPr>
          <p:spPr>
            <a:xfrm>
              <a:off x="8884445" y="5346893"/>
              <a:ext cx="1267" cy="1014"/>
            </a:xfrm>
            <a:custGeom>
              <a:avLst/>
              <a:gdLst>
                <a:gd name="connsiteX0" fmla="*/ 1267 w 1267"/>
                <a:gd name="connsiteY0" fmla="*/ 507 h 1014"/>
                <a:gd name="connsiteX1" fmla="*/ 634 w 1267"/>
                <a:gd name="connsiteY1" fmla="*/ 1014 h 1014"/>
                <a:gd name="connsiteX2" fmla="*/ 0 w 1267"/>
                <a:gd name="connsiteY2" fmla="*/ 507 h 1014"/>
                <a:gd name="connsiteX3" fmla="*/ 634 w 1267"/>
                <a:gd name="connsiteY3" fmla="*/ 0 h 1014"/>
                <a:gd name="connsiteX4" fmla="*/ 1267 w 1267"/>
                <a:gd name="connsiteY4" fmla="*/ 507 h 1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7" h="1014">
                  <a:moveTo>
                    <a:pt x="1267" y="507"/>
                  </a:moveTo>
                  <a:lnTo>
                    <a:pt x="634" y="1014"/>
                  </a:lnTo>
                  <a:lnTo>
                    <a:pt x="0" y="507"/>
                  </a:lnTo>
                  <a:lnTo>
                    <a:pt x="634" y="0"/>
                  </a:lnTo>
                  <a:lnTo>
                    <a:pt x="1267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8" name="Freeform: Shape 2427">
              <a:extLst>
                <a:ext uri="{FF2B5EF4-FFF2-40B4-BE49-F238E27FC236}">
                  <a16:creationId xmlns:a16="http://schemas.microsoft.com/office/drawing/2014/main" id="{B452262E-EADE-24B8-F0DD-2FDA5D57FB32}"/>
                </a:ext>
              </a:extLst>
            </p:cNvPr>
            <p:cNvSpPr/>
            <p:nvPr/>
          </p:nvSpPr>
          <p:spPr>
            <a:xfrm>
              <a:off x="8796491" y="5424076"/>
              <a:ext cx="379" cy="253"/>
            </a:xfrm>
            <a:custGeom>
              <a:avLst/>
              <a:gdLst>
                <a:gd name="connsiteX0" fmla="*/ 380 w 379"/>
                <a:gd name="connsiteY0" fmla="*/ 126 h 253"/>
                <a:gd name="connsiteX1" fmla="*/ 127 w 379"/>
                <a:gd name="connsiteY1" fmla="*/ 253 h 253"/>
                <a:gd name="connsiteX2" fmla="*/ 0 w 379"/>
                <a:gd name="connsiteY2" fmla="*/ 126 h 253"/>
                <a:gd name="connsiteX3" fmla="*/ 127 w 379"/>
                <a:gd name="connsiteY3" fmla="*/ 0 h 253"/>
                <a:gd name="connsiteX4" fmla="*/ 380 w 379"/>
                <a:gd name="connsiteY4" fmla="*/ 126 h 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" h="253">
                  <a:moveTo>
                    <a:pt x="380" y="126"/>
                  </a:moveTo>
                  <a:lnTo>
                    <a:pt x="127" y="253"/>
                  </a:lnTo>
                  <a:lnTo>
                    <a:pt x="0" y="126"/>
                  </a:lnTo>
                  <a:lnTo>
                    <a:pt x="127" y="0"/>
                  </a:lnTo>
                  <a:lnTo>
                    <a:pt x="380" y="12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9" name="Freeform: Shape 2428">
              <a:extLst>
                <a:ext uri="{FF2B5EF4-FFF2-40B4-BE49-F238E27FC236}">
                  <a16:creationId xmlns:a16="http://schemas.microsoft.com/office/drawing/2014/main" id="{B69B4EEF-4C51-45F4-D5BC-8349F2E712C2}"/>
                </a:ext>
              </a:extLst>
            </p:cNvPr>
            <p:cNvSpPr/>
            <p:nvPr/>
          </p:nvSpPr>
          <p:spPr>
            <a:xfrm>
              <a:off x="8609428" y="5569568"/>
              <a:ext cx="506" cy="507"/>
            </a:xfrm>
            <a:custGeom>
              <a:avLst/>
              <a:gdLst>
                <a:gd name="connsiteX0" fmla="*/ 507 w 506"/>
                <a:gd name="connsiteY0" fmla="*/ 254 h 507"/>
                <a:gd name="connsiteX1" fmla="*/ 254 w 506"/>
                <a:gd name="connsiteY1" fmla="*/ 507 h 507"/>
                <a:gd name="connsiteX2" fmla="*/ 0 w 506"/>
                <a:gd name="connsiteY2" fmla="*/ 254 h 507"/>
                <a:gd name="connsiteX3" fmla="*/ 254 w 506"/>
                <a:gd name="connsiteY3" fmla="*/ 0 h 507"/>
                <a:gd name="connsiteX4" fmla="*/ 507 w 506"/>
                <a:gd name="connsiteY4" fmla="*/ 254 h 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" h="507">
                  <a:moveTo>
                    <a:pt x="507" y="254"/>
                  </a:moveTo>
                  <a:lnTo>
                    <a:pt x="254" y="507"/>
                  </a:lnTo>
                  <a:lnTo>
                    <a:pt x="0" y="254"/>
                  </a:lnTo>
                  <a:lnTo>
                    <a:pt x="254" y="0"/>
                  </a:lnTo>
                  <a:lnTo>
                    <a:pt x="507" y="2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0" name="Freeform: Shape 2429">
              <a:extLst>
                <a:ext uri="{FF2B5EF4-FFF2-40B4-BE49-F238E27FC236}">
                  <a16:creationId xmlns:a16="http://schemas.microsoft.com/office/drawing/2014/main" id="{C7049793-6136-7A8D-DCAD-9E4C8EFB9253}"/>
                </a:ext>
              </a:extLst>
            </p:cNvPr>
            <p:cNvSpPr/>
            <p:nvPr/>
          </p:nvSpPr>
          <p:spPr>
            <a:xfrm>
              <a:off x="8510194" y="5637752"/>
              <a:ext cx="2154" cy="1647"/>
            </a:xfrm>
            <a:custGeom>
              <a:avLst/>
              <a:gdLst>
                <a:gd name="connsiteX0" fmla="*/ 2154 w 2154"/>
                <a:gd name="connsiteY0" fmla="*/ 887 h 1647"/>
                <a:gd name="connsiteX1" fmla="*/ 1141 w 2154"/>
                <a:gd name="connsiteY1" fmla="*/ 1648 h 1647"/>
                <a:gd name="connsiteX2" fmla="*/ 0 w 2154"/>
                <a:gd name="connsiteY2" fmla="*/ 887 h 1647"/>
                <a:gd name="connsiteX3" fmla="*/ 1141 w 2154"/>
                <a:gd name="connsiteY3" fmla="*/ 0 h 1647"/>
                <a:gd name="connsiteX4" fmla="*/ 2154 w 2154"/>
                <a:gd name="connsiteY4" fmla="*/ 887 h 1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4" h="1647">
                  <a:moveTo>
                    <a:pt x="2154" y="887"/>
                  </a:moveTo>
                  <a:lnTo>
                    <a:pt x="1141" y="1648"/>
                  </a:lnTo>
                  <a:lnTo>
                    <a:pt x="0" y="887"/>
                  </a:lnTo>
                  <a:lnTo>
                    <a:pt x="1141" y="0"/>
                  </a:lnTo>
                  <a:lnTo>
                    <a:pt x="2154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1" name="Freeform: Shape 2430">
              <a:extLst>
                <a:ext uri="{FF2B5EF4-FFF2-40B4-BE49-F238E27FC236}">
                  <a16:creationId xmlns:a16="http://schemas.microsoft.com/office/drawing/2014/main" id="{DF0DCF69-5E5D-B5BD-3961-B58A75739B9F}"/>
                </a:ext>
              </a:extLst>
            </p:cNvPr>
            <p:cNvSpPr/>
            <p:nvPr/>
          </p:nvSpPr>
          <p:spPr>
            <a:xfrm>
              <a:off x="8408298" y="5703275"/>
              <a:ext cx="3041" cy="2408"/>
            </a:xfrm>
            <a:custGeom>
              <a:avLst/>
              <a:gdLst>
                <a:gd name="connsiteX0" fmla="*/ 3042 w 3041"/>
                <a:gd name="connsiteY0" fmla="*/ 1267 h 2408"/>
                <a:gd name="connsiteX1" fmla="*/ 1521 w 3041"/>
                <a:gd name="connsiteY1" fmla="*/ 2408 h 2408"/>
                <a:gd name="connsiteX2" fmla="*/ 0 w 3041"/>
                <a:gd name="connsiteY2" fmla="*/ 1267 h 2408"/>
                <a:gd name="connsiteX3" fmla="*/ 1521 w 3041"/>
                <a:gd name="connsiteY3" fmla="*/ 0 h 2408"/>
                <a:gd name="connsiteX4" fmla="*/ 3042 w 3041"/>
                <a:gd name="connsiteY4" fmla="*/ 1267 h 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1" h="2408">
                  <a:moveTo>
                    <a:pt x="3042" y="1267"/>
                  </a:moveTo>
                  <a:lnTo>
                    <a:pt x="1521" y="2408"/>
                  </a:lnTo>
                  <a:lnTo>
                    <a:pt x="0" y="1267"/>
                  </a:lnTo>
                  <a:lnTo>
                    <a:pt x="1521" y="0"/>
                  </a:lnTo>
                  <a:lnTo>
                    <a:pt x="3042" y="126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2" name="Freeform: Shape 2431">
              <a:extLst>
                <a:ext uri="{FF2B5EF4-FFF2-40B4-BE49-F238E27FC236}">
                  <a16:creationId xmlns:a16="http://schemas.microsoft.com/office/drawing/2014/main" id="{88EFC064-D424-E6EF-9609-7AA07947C29E}"/>
                </a:ext>
              </a:extLst>
            </p:cNvPr>
            <p:cNvSpPr/>
            <p:nvPr/>
          </p:nvSpPr>
          <p:spPr>
            <a:xfrm>
              <a:off x="8303234" y="5765629"/>
              <a:ext cx="4436" cy="3548"/>
            </a:xfrm>
            <a:custGeom>
              <a:avLst/>
              <a:gdLst>
                <a:gd name="connsiteX0" fmla="*/ 4436 w 4436"/>
                <a:gd name="connsiteY0" fmla="*/ 1774 h 3548"/>
                <a:gd name="connsiteX1" fmla="*/ 2282 w 4436"/>
                <a:gd name="connsiteY1" fmla="*/ 3549 h 3548"/>
                <a:gd name="connsiteX2" fmla="*/ 0 w 4436"/>
                <a:gd name="connsiteY2" fmla="*/ 1774 h 3548"/>
                <a:gd name="connsiteX3" fmla="*/ 2282 w 4436"/>
                <a:gd name="connsiteY3" fmla="*/ 0 h 3548"/>
                <a:gd name="connsiteX4" fmla="*/ 4436 w 4436"/>
                <a:gd name="connsiteY4" fmla="*/ 1774 h 3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6" h="3548">
                  <a:moveTo>
                    <a:pt x="4436" y="1774"/>
                  </a:moveTo>
                  <a:lnTo>
                    <a:pt x="2282" y="3549"/>
                  </a:lnTo>
                  <a:lnTo>
                    <a:pt x="0" y="1774"/>
                  </a:lnTo>
                  <a:lnTo>
                    <a:pt x="2282" y="0"/>
                  </a:lnTo>
                  <a:lnTo>
                    <a:pt x="4436" y="177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3" name="Freeform: Shape 2432">
              <a:extLst>
                <a:ext uri="{FF2B5EF4-FFF2-40B4-BE49-F238E27FC236}">
                  <a16:creationId xmlns:a16="http://schemas.microsoft.com/office/drawing/2014/main" id="{89911E3F-33B4-B894-ACFF-470A65C82297}"/>
                </a:ext>
              </a:extLst>
            </p:cNvPr>
            <p:cNvSpPr/>
            <p:nvPr/>
          </p:nvSpPr>
          <p:spPr>
            <a:xfrm>
              <a:off x="8195382" y="5825068"/>
              <a:ext cx="5702" cy="4562"/>
            </a:xfrm>
            <a:custGeom>
              <a:avLst/>
              <a:gdLst>
                <a:gd name="connsiteX0" fmla="*/ 5702 w 5702"/>
                <a:gd name="connsiteY0" fmla="*/ 2281 h 4562"/>
                <a:gd name="connsiteX1" fmla="*/ 2915 w 5702"/>
                <a:gd name="connsiteY1" fmla="*/ 4563 h 4562"/>
                <a:gd name="connsiteX2" fmla="*/ 0 w 5702"/>
                <a:gd name="connsiteY2" fmla="*/ 2281 h 4562"/>
                <a:gd name="connsiteX3" fmla="*/ 2915 w 5702"/>
                <a:gd name="connsiteY3" fmla="*/ 0 h 4562"/>
                <a:gd name="connsiteX4" fmla="*/ 5702 w 5702"/>
                <a:gd name="connsiteY4" fmla="*/ 2281 h 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02" h="4562">
                  <a:moveTo>
                    <a:pt x="5702" y="2281"/>
                  </a:moveTo>
                  <a:lnTo>
                    <a:pt x="2915" y="4563"/>
                  </a:lnTo>
                  <a:lnTo>
                    <a:pt x="0" y="2281"/>
                  </a:lnTo>
                  <a:lnTo>
                    <a:pt x="2915" y="0"/>
                  </a:lnTo>
                  <a:lnTo>
                    <a:pt x="5702" y="22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4" name="Freeform: Shape 2433">
              <a:extLst>
                <a:ext uri="{FF2B5EF4-FFF2-40B4-BE49-F238E27FC236}">
                  <a16:creationId xmlns:a16="http://schemas.microsoft.com/office/drawing/2014/main" id="{CEF1C531-2FA1-894B-A9C0-28137E9645EC}"/>
                </a:ext>
              </a:extLst>
            </p:cNvPr>
            <p:cNvSpPr/>
            <p:nvPr/>
          </p:nvSpPr>
          <p:spPr>
            <a:xfrm>
              <a:off x="8085249" y="5881592"/>
              <a:ext cx="6462" cy="5069"/>
            </a:xfrm>
            <a:custGeom>
              <a:avLst/>
              <a:gdLst>
                <a:gd name="connsiteX0" fmla="*/ 6463 w 6462"/>
                <a:gd name="connsiteY0" fmla="*/ 2535 h 5069"/>
                <a:gd name="connsiteX1" fmla="*/ 3168 w 6462"/>
                <a:gd name="connsiteY1" fmla="*/ 5070 h 5069"/>
                <a:gd name="connsiteX2" fmla="*/ 0 w 6462"/>
                <a:gd name="connsiteY2" fmla="*/ 2535 h 5069"/>
                <a:gd name="connsiteX3" fmla="*/ 3168 w 6462"/>
                <a:gd name="connsiteY3" fmla="*/ 0 h 5069"/>
                <a:gd name="connsiteX4" fmla="*/ 6463 w 6462"/>
                <a:gd name="connsiteY4" fmla="*/ 2535 h 5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2" h="5069">
                  <a:moveTo>
                    <a:pt x="6463" y="2535"/>
                  </a:moveTo>
                  <a:lnTo>
                    <a:pt x="3168" y="5070"/>
                  </a:lnTo>
                  <a:lnTo>
                    <a:pt x="0" y="2535"/>
                  </a:lnTo>
                  <a:lnTo>
                    <a:pt x="3168" y="0"/>
                  </a:lnTo>
                  <a:lnTo>
                    <a:pt x="6463" y="253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5" name="Freeform: Shape 2434">
              <a:extLst>
                <a:ext uri="{FF2B5EF4-FFF2-40B4-BE49-F238E27FC236}">
                  <a16:creationId xmlns:a16="http://schemas.microsoft.com/office/drawing/2014/main" id="{E97CE4FC-9F18-3013-0976-FDFA478F45E8}"/>
                </a:ext>
              </a:extLst>
            </p:cNvPr>
            <p:cNvSpPr/>
            <p:nvPr/>
          </p:nvSpPr>
          <p:spPr>
            <a:xfrm>
              <a:off x="7972073" y="5934568"/>
              <a:ext cx="8110" cy="6336"/>
            </a:xfrm>
            <a:custGeom>
              <a:avLst/>
              <a:gdLst>
                <a:gd name="connsiteX0" fmla="*/ 8111 w 8110"/>
                <a:gd name="connsiteY0" fmla="*/ 3168 h 6336"/>
                <a:gd name="connsiteX1" fmla="*/ 4055 w 8110"/>
                <a:gd name="connsiteY1" fmla="*/ 6337 h 6336"/>
                <a:gd name="connsiteX2" fmla="*/ 0 w 8110"/>
                <a:gd name="connsiteY2" fmla="*/ 3168 h 6336"/>
                <a:gd name="connsiteX3" fmla="*/ 4055 w 8110"/>
                <a:gd name="connsiteY3" fmla="*/ 0 h 6336"/>
                <a:gd name="connsiteX4" fmla="*/ 8111 w 8110"/>
                <a:gd name="connsiteY4" fmla="*/ 3168 h 6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10" h="6336">
                  <a:moveTo>
                    <a:pt x="8111" y="3168"/>
                  </a:moveTo>
                  <a:lnTo>
                    <a:pt x="4055" y="6337"/>
                  </a:lnTo>
                  <a:lnTo>
                    <a:pt x="0" y="3168"/>
                  </a:lnTo>
                  <a:lnTo>
                    <a:pt x="4055" y="0"/>
                  </a:lnTo>
                  <a:lnTo>
                    <a:pt x="8111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6" name="Freeform: Shape 2435">
              <a:extLst>
                <a:ext uri="{FF2B5EF4-FFF2-40B4-BE49-F238E27FC236}">
                  <a16:creationId xmlns:a16="http://schemas.microsoft.com/office/drawing/2014/main" id="{CF08EB27-2D56-2F11-AC3F-138911FE0854}"/>
                </a:ext>
              </a:extLst>
            </p:cNvPr>
            <p:cNvSpPr/>
            <p:nvPr/>
          </p:nvSpPr>
          <p:spPr>
            <a:xfrm>
              <a:off x="7857377" y="5984882"/>
              <a:ext cx="7984" cy="6463"/>
            </a:xfrm>
            <a:custGeom>
              <a:avLst/>
              <a:gdLst>
                <a:gd name="connsiteX0" fmla="*/ 7984 w 7984"/>
                <a:gd name="connsiteY0" fmla="*/ 3168 h 6463"/>
                <a:gd name="connsiteX1" fmla="*/ 4056 w 7984"/>
                <a:gd name="connsiteY1" fmla="*/ 6463 h 6463"/>
                <a:gd name="connsiteX2" fmla="*/ 0 w 7984"/>
                <a:gd name="connsiteY2" fmla="*/ 3168 h 6463"/>
                <a:gd name="connsiteX3" fmla="*/ 4056 w 7984"/>
                <a:gd name="connsiteY3" fmla="*/ 0 h 6463"/>
                <a:gd name="connsiteX4" fmla="*/ 7984 w 7984"/>
                <a:gd name="connsiteY4" fmla="*/ 3168 h 6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84" h="6463">
                  <a:moveTo>
                    <a:pt x="7984" y="3168"/>
                  </a:moveTo>
                  <a:lnTo>
                    <a:pt x="4056" y="6463"/>
                  </a:lnTo>
                  <a:lnTo>
                    <a:pt x="0" y="3168"/>
                  </a:lnTo>
                  <a:lnTo>
                    <a:pt x="4056" y="0"/>
                  </a:lnTo>
                  <a:lnTo>
                    <a:pt x="7984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7" name="Freeform: Shape 2436">
              <a:extLst>
                <a:ext uri="{FF2B5EF4-FFF2-40B4-BE49-F238E27FC236}">
                  <a16:creationId xmlns:a16="http://schemas.microsoft.com/office/drawing/2014/main" id="{B0820C7D-66F1-5259-5E85-66EB2DD40003}"/>
                </a:ext>
              </a:extLst>
            </p:cNvPr>
            <p:cNvSpPr/>
            <p:nvPr/>
          </p:nvSpPr>
          <p:spPr>
            <a:xfrm>
              <a:off x="7739766" y="6031394"/>
              <a:ext cx="9378" cy="7477"/>
            </a:xfrm>
            <a:custGeom>
              <a:avLst/>
              <a:gdLst>
                <a:gd name="connsiteX0" fmla="*/ 9378 w 9378"/>
                <a:gd name="connsiteY0" fmla="*/ 3802 h 7477"/>
                <a:gd name="connsiteX1" fmla="*/ 4689 w 9378"/>
                <a:gd name="connsiteY1" fmla="*/ 7477 h 7477"/>
                <a:gd name="connsiteX2" fmla="*/ 0 w 9378"/>
                <a:gd name="connsiteY2" fmla="*/ 3802 h 7477"/>
                <a:gd name="connsiteX3" fmla="*/ 4689 w 9378"/>
                <a:gd name="connsiteY3" fmla="*/ 0 h 7477"/>
                <a:gd name="connsiteX4" fmla="*/ 9378 w 9378"/>
                <a:gd name="connsiteY4" fmla="*/ 3802 h 7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78" h="7477">
                  <a:moveTo>
                    <a:pt x="9378" y="3802"/>
                  </a:moveTo>
                  <a:lnTo>
                    <a:pt x="4689" y="7477"/>
                  </a:lnTo>
                  <a:lnTo>
                    <a:pt x="0" y="3802"/>
                  </a:lnTo>
                  <a:lnTo>
                    <a:pt x="4689" y="0"/>
                  </a:lnTo>
                  <a:lnTo>
                    <a:pt x="9378" y="380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8" name="Freeform: Shape 2437">
              <a:extLst>
                <a:ext uri="{FF2B5EF4-FFF2-40B4-BE49-F238E27FC236}">
                  <a16:creationId xmlns:a16="http://schemas.microsoft.com/office/drawing/2014/main" id="{C0BAFE0F-CF77-5D75-0886-C154DD31F717}"/>
                </a:ext>
              </a:extLst>
            </p:cNvPr>
            <p:cNvSpPr/>
            <p:nvPr/>
          </p:nvSpPr>
          <p:spPr>
            <a:xfrm>
              <a:off x="7620381" y="6074738"/>
              <a:ext cx="10265" cy="8110"/>
            </a:xfrm>
            <a:custGeom>
              <a:avLst/>
              <a:gdLst>
                <a:gd name="connsiteX0" fmla="*/ 10266 w 10265"/>
                <a:gd name="connsiteY0" fmla="*/ 4055 h 8110"/>
                <a:gd name="connsiteX1" fmla="*/ 5069 w 10265"/>
                <a:gd name="connsiteY1" fmla="*/ 8111 h 8110"/>
                <a:gd name="connsiteX2" fmla="*/ 0 w 10265"/>
                <a:gd name="connsiteY2" fmla="*/ 4055 h 8110"/>
                <a:gd name="connsiteX3" fmla="*/ 5069 w 10265"/>
                <a:gd name="connsiteY3" fmla="*/ 0 h 8110"/>
                <a:gd name="connsiteX4" fmla="*/ 10266 w 10265"/>
                <a:gd name="connsiteY4" fmla="*/ 4055 h 8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5" h="8110">
                  <a:moveTo>
                    <a:pt x="10266" y="4055"/>
                  </a:moveTo>
                  <a:lnTo>
                    <a:pt x="5069" y="8111"/>
                  </a:lnTo>
                  <a:lnTo>
                    <a:pt x="0" y="4055"/>
                  </a:lnTo>
                  <a:lnTo>
                    <a:pt x="5069" y="0"/>
                  </a:lnTo>
                  <a:lnTo>
                    <a:pt x="10266" y="405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9" name="Freeform: Shape 2438">
              <a:extLst>
                <a:ext uri="{FF2B5EF4-FFF2-40B4-BE49-F238E27FC236}">
                  <a16:creationId xmlns:a16="http://schemas.microsoft.com/office/drawing/2014/main" id="{8F77F8F1-72C6-5BF9-4437-6B4C91B67C83}"/>
                </a:ext>
              </a:extLst>
            </p:cNvPr>
            <p:cNvSpPr/>
            <p:nvPr/>
          </p:nvSpPr>
          <p:spPr>
            <a:xfrm>
              <a:off x="7498841" y="6114406"/>
              <a:ext cx="11532" cy="9251"/>
            </a:xfrm>
            <a:custGeom>
              <a:avLst/>
              <a:gdLst>
                <a:gd name="connsiteX0" fmla="*/ 11533 w 11532"/>
                <a:gd name="connsiteY0" fmla="*/ 4562 h 9251"/>
                <a:gd name="connsiteX1" fmla="*/ 5703 w 11532"/>
                <a:gd name="connsiteY1" fmla="*/ 9251 h 9251"/>
                <a:gd name="connsiteX2" fmla="*/ 0 w 11532"/>
                <a:gd name="connsiteY2" fmla="*/ 4562 h 9251"/>
                <a:gd name="connsiteX3" fmla="*/ 5703 w 11532"/>
                <a:gd name="connsiteY3" fmla="*/ 0 h 9251"/>
                <a:gd name="connsiteX4" fmla="*/ 11533 w 11532"/>
                <a:gd name="connsiteY4" fmla="*/ 4562 h 9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32" h="9251">
                  <a:moveTo>
                    <a:pt x="11533" y="4562"/>
                  </a:moveTo>
                  <a:lnTo>
                    <a:pt x="5703" y="9251"/>
                  </a:lnTo>
                  <a:lnTo>
                    <a:pt x="0" y="4562"/>
                  </a:lnTo>
                  <a:lnTo>
                    <a:pt x="5703" y="0"/>
                  </a:lnTo>
                  <a:lnTo>
                    <a:pt x="11533" y="456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0" name="Freeform: Shape 2439">
              <a:extLst>
                <a:ext uri="{FF2B5EF4-FFF2-40B4-BE49-F238E27FC236}">
                  <a16:creationId xmlns:a16="http://schemas.microsoft.com/office/drawing/2014/main" id="{CDE2840D-1607-F08B-7A40-99D79C8EB146}"/>
                </a:ext>
              </a:extLst>
            </p:cNvPr>
            <p:cNvSpPr/>
            <p:nvPr/>
          </p:nvSpPr>
          <p:spPr>
            <a:xfrm>
              <a:off x="7375653" y="6150906"/>
              <a:ext cx="12420" cy="9758"/>
            </a:xfrm>
            <a:custGeom>
              <a:avLst/>
              <a:gdLst>
                <a:gd name="connsiteX0" fmla="*/ 12421 w 12420"/>
                <a:gd name="connsiteY0" fmla="*/ 4816 h 9758"/>
                <a:gd name="connsiteX1" fmla="*/ 6211 w 12420"/>
                <a:gd name="connsiteY1" fmla="*/ 9759 h 9758"/>
                <a:gd name="connsiteX2" fmla="*/ 0 w 12420"/>
                <a:gd name="connsiteY2" fmla="*/ 4816 h 9758"/>
                <a:gd name="connsiteX3" fmla="*/ 6211 w 12420"/>
                <a:gd name="connsiteY3" fmla="*/ 0 h 9758"/>
                <a:gd name="connsiteX4" fmla="*/ 12421 w 12420"/>
                <a:gd name="connsiteY4" fmla="*/ 4816 h 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20" h="9758">
                  <a:moveTo>
                    <a:pt x="12421" y="4816"/>
                  </a:moveTo>
                  <a:lnTo>
                    <a:pt x="6211" y="9759"/>
                  </a:lnTo>
                  <a:lnTo>
                    <a:pt x="0" y="4816"/>
                  </a:lnTo>
                  <a:lnTo>
                    <a:pt x="6211" y="0"/>
                  </a:lnTo>
                  <a:lnTo>
                    <a:pt x="12421" y="481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1" name="Freeform: Shape 2440">
              <a:extLst>
                <a:ext uri="{FF2B5EF4-FFF2-40B4-BE49-F238E27FC236}">
                  <a16:creationId xmlns:a16="http://schemas.microsoft.com/office/drawing/2014/main" id="{68F1E7F3-CEAB-F8B6-CB11-8115FA8AA953}"/>
                </a:ext>
              </a:extLst>
            </p:cNvPr>
            <p:cNvSpPr/>
            <p:nvPr/>
          </p:nvSpPr>
          <p:spPr>
            <a:xfrm>
              <a:off x="7251072" y="6183730"/>
              <a:ext cx="13180" cy="10519"/>
            </a:xfrm>
            <a:custGeom>
              <a:avLst/>
              <a:gdLst>
                <a:gd name="connsiteX0" fmla="*/ 13180 w 13180"/>
                <a:gd name="connsiteY0" fmla="*/ 5196 h 10519"/>
                <a:gd name="connsiteX1" fmla="*/ 6590 w 13180"/>
                <a:gd name="connsiteY1" fmla="*/ 10519 h 10519"/>
                <a:gd name="connsiteX2" fmla="*/ 0 w 13180"/>
                <a:gd name="connsiteY2" fmla="*/ 5196 h 10519"/>
                <a:gd name="connsiteX3" fmla="*/ 6590 w 13180"/>
                <a:gd name="connsiteY3" fmla="*/ 0 h 10519"/>
                <a:gd name="connsiteX4" fmla="*/ 13180 w 13180"/>
                <a:gd name="connsiteY4" fmla="*/ 5196 h 10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80" h="10519">
                  <a:moveTo>
                    <a:pt x="13180" y="5196"/>
                  </a:moveTo>
                  <a:lnTo>
                    <a:pt x="6590" y="10519"/>
                  </a:lnTo>
                  <a:lnTo>
                    <a:pt x="0" y="5196"/>
                  </a:lnTo>
                  <a:lnTo>
                    <a:pt x="6590" y="0"/>
                  </a:lnTo>
                  <a:lnTo>
                    <a:pt x="13180" y="519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2" name="Freeform: Shape 2441">
              <a:extLst>
                <a:ext uri="{FF2B5EF4-FFF2-40B4-BE49-F238E27FC236}">
                  <a16:creationId xmlns:a16="http://schemas.microsoft.com/office/drawing/2014/main" id="{B5DADD1F-9342-60D2-D052-BD4A9E9435FC}"/>
                </a:ext>
              </a:extLst>
            </p:cNvPr>
            <p:cNvSpPr/>
            <p:nvPr/>
          </p:nvSpPr>
          <p:spPr>
            <a:xfrm>
              <a:off x="7124843" y="6212880"/>
              <a:ext cx="14448" cy="11533"/>
            </a:xfrm>
            <a:custGeom>
              <a:avLst/>
              <a:gdLst>
                <a:gd name="connsiteX0" fmla="*/ 14448 w 14448"/>
                <a:gd name="connsiteY0" fmla="*/ 5703 h 11533"/>
                <a:gd name="connsiteX1" fmla="*/ 7224 w 14448"/>
                <a:gd name="connsiteY1" fmla="*/ 11533 h 11533"/>
                <a:gd name="connsiteX2" fmla="*/ 0 w 14448"/>
                <a:gd name="connsiteY2" fmla="*/ 5703 h 11533"/>
                <a:gd name="connsiteX3" fmla="*/ 7224 w 14448"/>
                <a:gd name="connsiteY3" fmla="*/ 0 h 11533"/>
                <a:gd name="connsiteX4" fmla="*/ 14448 w 14448"/>
                <a:gd name="connsiteY4" fmla="*/ 5703 h 11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48" h="11533">
                  <a:moveTo>
                    <a:pt x="14448" y="5703"/>
                  </a:moveTo>
                  <a:cubicBezTo>
                    <a:pt x="14448" y="8871"/>
                    <a:pt x="11153" y="11533"/>
                    <a:pt x="7224" y="11533"/>
                  </a:cubicBezTo>
                  <a:cubicBezTo>
                    <a:pt x="3295" y="11533"/>
                    <a:pt x="0" y="8998"/>
                    <a:pt x="0" y="5703"/>
                  </a:cubicBezTo>
                  <a:cubicBezTo>
                    <a:pt x="0" y="2408"/>
                    <a:pt x="3295" y="0"/>
                    <a:pt x="7224" y="0"/>
                  </a:cubicBezTo>
                  <a:cubicBezTo>
                    <a:pt x="11153" y="0"/>
                    <a:pt x="14448" y="2534"/>
                    <a:pt x="14448" y="570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3" name="Freeform: Shape 2442">
              <a:extLst>
                <a:ext uri="{FF2B5EF4-FFF2-40B4-BE49-F238E27FC236}">
                  <a16:creationId xmlns:a16="http://schemas.microsoft.com/office/drawing/2014/main" id="{34544E93-07EC-CC69-3047-7862E0CFF286}"/>
                </a:ext>
              </a:extLst>
            </p:cNvPr>
            <p:cNvSpPr/>
            <p:nvPr/>
          </p:nvSpPr>
          <p:spPr>
            <a:xfrm>
              <a:off x="6997347" y="6238480"/>
              <a:ext cx="15335" cy="12166"/>
            </a:xfrm>
            <a:custGeom>
              <a:avLst/>
              <a:gdLst>
                <a:gd name="connsiteX0" fmla="*/ 15335 w 15335"/>
                <a:gd name="connsiteY0" fmla="*/ 6083 h 12166"/>
                <a:gd name="connsiteX1" fmla="*/ 7731 w 15335"/>
                <a:gd name="connsiteY1" fmla="*/ 12167 h 12166"/>
                <a:gd name="connsiteX2" fmla="*/ 0 w 15335"/>
                <a:gd name="connsiteY2" fmla="*/ 6083 h 12166"/>
                <a:gd name="connsiteX3" fmla="*/ 7731 w 15335"/>
                <a:gd name="connsiteY3" fmla="*/ 0 h 12166"/>
                <a:gd name="connsiteX4" fmla="*/ 15335 w 15335"/>
                <a:gd name="connsiteY4" fmla="*/ 6083 h 1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35" h="12166">
                  <a:moveTo>
                    <a:pt x="15335" y="6083"/>
                  </a:moveTo>
                  <a:cubicBezTo>
                    <a:pt x="15335" y="9505"/>
                    <a:pt x="11913" y="12167"/>
                    <a:pt x="7731" y="12167"/>
                  </a:cubicBezTo>
                  <a:cubicBezTo>
                    <a:pt x="3549" y="12167"/>
                    <a:pt x="0" y="9505"/>
                    <a:pt x="0" y="6083"/>
                  </a:cubicBezTo>
                  <a:cubicBezTo>
                    <a:pt x="0" y="2662"/>
                    <a:pt x="3422" y="0"/>
                    <a:pt x="7731" y="0"/>
                  </a:cubicBezTo>
                  <a:cubicBezTo>
                    <a:pt x="12040" y="0"/>
                    <a:pt x="15335" y="2662"/>
                    <a:pt x="15335" y="60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4" name="Freeform: Shape 2443">
              <a:extLst>
                <a:ext uri="{FF2B5EF4-FFF2-40B4-BE49-F238E27FC236}">
                  <a16:creationId xmlns:a16="http://schemas.microsoft.com/office/drawing/2014/main" id="{CD45FE7C-F528-9671-A347-378EC6470E18}"/>
                </a:ext>
              </a:extLst>
            </p:cNvPr>
            <p:cNvSpPr/>
            <p:nvPr/>
          </p:nvSpPr>
          <p:spPr>
            <a:xfrm>
              <a:off x="6869090" y="6260659"/>
              <a:ext cx="15968" cy="12673"/>
            </a:xfrm>
            <a:custGeom>
              <a:avLst/>
              <a:gdLst>
                <a:gd name="connsiteX0" fmla="*/ 15969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9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9" y="6337"/>
                  </a:moveTo>
                  <a:cubicBezTo>
                    <a:pt x="15969" y="9885"/>
                    <a:pt x="12420" y="12674"/>
                    <a:pt x="7984" y="12674"/>
                  </a:cubicBezTo>
                  <a:cubicBezTo>
                    <a:pt x="3549" y="12674"/>
                    <a:pt x="0" y="9885"/>
                    <a:pt x="0" y="6337"/>
                  </a:cubicBezTo>
                  <a:cubicBezTo>
                    <a:pt x="0" y="2788"/>
                    <a:pt x="3549" y="0"/>
                    <a:pt x="7984" y="0"/>
                  </a:cubicBezTo>
                  <a:cubicBezTo>
                    <a:pt x="12420" y="0"/>
                    <a:pt x="15969" y="2788"/>
                    <a:pt x="15969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5" name="Freeform: Shape 2444">
              <a:extLst>
                <a:ext uri="{FF2B5EF4-FFF2-40B4-BE49-F238E27FC236}">
                  <a16:creationId xmlns:a16="http://schemas.microsoft.com/office/drawing/2014/main" id="{E802AC18-F6A6-7EB4-FE2B-601266BCF986}"/>
                </a:ext>
              </a:extLst>
            </p:cNvPr>
            <p:cNvSpPr/>
            <p:nvPr/>
          </p:nvSpPr>
          <p:spPr>
            <a:xfrm>
              <a:off x="6739692" y="6279036"/>
              <a:ext cx="16729" cy="13180"/>
            </a:xfrm>
            <a:custGeom>
              <a:avLst/>
              <a:gdLst>
                <a:gd name="connsiteX0" fmla="*/ 16729 w 16729"/>
                <a:gd name="connsiteY0" fmla="*/ 6590 h 13180"/>
                <a:gd name="connsiteX1" fmla="*/ 8365 w 16729"/>
                <a:gd name="connsiteY1" fmla="*/ 13181 h 13180"/>
                <a:gd name="connsiteX2" fmla="*/ 0 w 16729"/>
                <a:gd name="connsiteY2" fmla="*/ 6590 h 13180"/>
                <a:gd name="connsiteX3" fmla="*/ 8365 w 16729"/>
                <a:gd name="connsiteY3" fmla="*/ 0 h 13180"/>
                <a:gd name="connsiteX4" fmla="*/ 16729 w 16729"/>
                <a:gd name="connsiteY4" fmla="*/ 6590 h 13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9" h="13180">
                  <a:moveTo>
                    <a:pt x="16729" y="6590"/>
                  </a:moveTo>
                  <a:cubicBezTo>
                    <a:pt x="16729" y="10266"/>
                    <a:pt x="12927" y="13181"/>
                    <a:pt x="8365" y="13181"/>
                  </a:cubicBezTo>
                  <a:cubicBezTo>
                    <a:pt x="3803" y="13181"/>
                    <a:pt x="0" y="10266"/>
                    <a:pt x="0" y="6590"/>
                  </a:cubicBezTo>
                  <a:cubicBezTo>
                    <a:pt x="0" y="2915"/>
                    <a:pt x="3803" y="0"/>
                    <a:pt x="8365" y="0"/>
                  </a:cubicBezTo>
                  <a:cubicBezTo>
                    <a:pt x="12927" y="0"/>
                    <a:pt x="16729" y="2915"/>
                    <a:pt x="16729" y="659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6" name="Freeform: Shape 2445">
              <a:extLst>
                <a:ext uri="{FF2B5EF4-FFF2-40B4-BE49-F238E27FC236}">
                  <a16:creationId xmlns:a16="http://schemas.microsoft.com/office/drawing/2014/main" id="{96CDAAB5-5BB0-2A66-8823-507A564CB443}"/>
                </a:ext>
              </a:extLst>
            </p:cNvPr>
            <p:cNvSpPr/>
            <p:nvPr/>
          </p:nvSpPr>
          <p:spPr>
            <a:xfrm>
              <a:off x="6609535" y="6293611"/>
              <a:ext cx="17489" cy="13941"/>
            </a:xfrm>
            <a:custGeom>
              <a:avLst/>
              <a:gdLst>
                <a:gd name="connsiteX0" fmla="*/ 17490 w 17489"/>
                <a:gd name="connsiteY0" fmla="*/ 6970 h 13941"/>
                <a:gd name="connsiteX1" fmla="*/ 8745 w 17489"/>
                <a:gd name="connsiteY1" fmla="*/ 13941 h 13941"/>
                <a:gd name="connsiteX2" fmla="*/ 0 w 17489"/>
                <a:gd name="connsiteY2" fmla="*/ 6970 h 13941"/>
                <a:gd name="connsiteX3" fmla="*/ 8745 w 17489"/>
                <a:gd name="connsiteY3" fmla="*/ 0 h 13941"/>
                <a:gd name="connsiteX4" fmla="*/ 17490 w 17489"/>
                <a:gd name="connsiteY4" fmla="*/ 6970 h 1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89" h="13941">
                  <a:moveTo>
                    <a:pt x="17490" y="6970"/>
                  </a:moveTo>
                  <a:cubicBezTo>
                    <a:pt x="17490" y="10773"/>
                    <a:pt x="13561" y="13941"/>
                    <a:pt x="8745" y="13941"/>
                  </a:cubicBezTo>
                  <a:cubicBezTo>
                    <a:pt x="3929" y="13941"/>
                    <a:pt x="0" y="10899"/>
                    <a:pt x="0" y="6970"/>
                  </a:cubicBezTo>
                  <a:cubicBezTo>
                    <a:pt x="0" y="3042"/>
                    <a:pt x="3929" y="0"/>
                    <a:pt x="8745" y="0"/>
                  </a:cubicBezTo>
                  <a:cubicBezTo>
                    <a:pt x="13561" y="0"/>
                    <a:pt x="17490" y="3042"/>
                    <a:pt x="17490" y="69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7" name="Freeform: Shape 2446">
              <a:extLst>
                <a:ext uri="{FF2B5EF4-FFF2-40B4-BE49-F238E27FC236}">
                  <a16:creationId xmlns:a16="http://schemas.microsoft.com/office/drawing/2014/main" id="{69A18873-D0C5-858D-B945-D9C33203D6E6}"/>
                </a:ext>
              </a:extLst>
            </p:cNvPr>
            <p:cNvSpPr/>
            <p:nvPr/>
          </p:nvSpPr>
          <p:spPr>
            <a:xfrm>
              <a:off x="6478616" y="6304383"/>
              <a:ext cx="18756" cy="14954"/>
            </a:xfrm>
            <a:custGeom>
              <a:avLst/>
              <a:gdLst>
                <a:gd name="connsiteX0" fmla="*/ 18757 w 18756"/>
                <a:gd name="connsiteY0" fmla="*/ 7477 h 14954"/>
                <a:gd name="connsiteX1" fmla="*/ 9378 w 18756"/>
                <a:gd name="connsiteY1" fmla="*/ 14955 h 14954"/>
                <a:gd name="connsiteX2" fmla="*/ 0 w 18756"/>
                <a:gd name="connsiteY2" fmla="*/ 7477 h 14954"/>
                <a:gd name="connsiteX3" fmla="*/ 9378 w 18756"/>
                <a:gd name="connsiteY3" fmla="*/ 0 h 14954"/>
                <a:gd name="connsiteX4" fmla="*/ 18757 w 18756"/>
                <a:gd name="connsiteY4" fmla="*/ 7477 h 14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56" h="14954">
                  <a:moveTo>
                    <a:pt x="18757" y="7477"/>
                  </a:moveTo>
                  <a:cubicBezTo>
                    <a:pt x="18757" y="11659"/>
                    <a:pt x="14575" y="14955"/>
                    <a:pt x="9378" y="14955"/>
                  </a:cubicBezTo>
                  <a:cubicBezTo>
                    <a:pt x="4182" y="14955"/>
                    <a:pt x="0" y="11659"/>
                    <a:pt x="0" y="7477"/>
                  </a:cubicBezTo>
                  <a:cubicBezTo>
                    <a:pt x="0" y="3295"/>
                    <a:pt x="4182" y="0"/>
                    <a:pt x="9378" y="0"/>
                  </a:cubicBezTo>
                  <a:cubicBezTo>
                    <a:pt x="14575" y="0"/>
                    <a:pt x="18757" y="3422"/>
                    <a:pt x="18757" y="747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8" name="Freeform: Shape 2447">
              <a:extLst>
                <a:ext uri="{FF2B5EF4-FFF2-40B4-BE49-F238E27FC236}">
                  <a16:creationId xmlns:a16="http://schemas.microsoft.com/office/drawing/2014/main" id="{2FAA0DFD-3FA9-AC90-2D20-F3DAB581B49B}"/>
                </a:ext>
              </a:extLst>
            </p:cNvPr>
            <p:cNvSpPr/>
            <p:nvPr/>
          </p:nvSpPr>
          <p:spPr>
            <a:xfrm>
              <a:off x="6347318" y="6311481"/>
              <a:ext cx="19644" cy="15715"/>
            </a:xfrm>
            <a:custGeom>
              <a:avLst/>
              <a:gdLst>
                <a:gd name="connsiteX0" fmla="*/ 19644 w 19644"/>
                <a:gd name="connsiteY0" fmla="*/ 7858 h 15715"/>
                <a:gd name="connsiteX1" fmla="*/ 9759 w 19644"/>
                <a:gd name="connsiteY1" fmla="*/ 15715 h 15715"/>
                <a:gd name="connsiteX2" fmla="*/ 0 w 19644"/>
                <a:gd name="connsiteY2" fmla="*/ 7858 h 15715"/>
                <a:gd name="connsiteX3" fmla="*/ 9759 w 19644"/>
                <a:gd name="connsiteY3" fmla="*/ 0 h 15715"/>
                <a:gd name="connsiteX4" fmla="*/ 19644 w 19644"/>
                <a:gd name="connsiteY4" fmla="*/ 7858 h 1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44" h="15715">
                  <a:moveTo>
                    <a:pt x="19644" y="7858"/>
                  </a:moveTo>
                  <a:cubicBezTo>
                    <a:pt x="19644" y="12167"/>
                    <a:pt x="15208" y="15715"/>
                    <a:pt x="9759" y="15715"/>
                  </a:cubicBezTo>
                  <a:cubicBezTo>
                    <a:pt x="4309" y="15715"/>
                    <a:pt x="0" y="12167"/>
                    <a:pt x="0" y="7858"/>
                  </a:cubicBezTo>
                  <a:cubicBezTo>
                    <a:pt x="0" y="3549"/>
                    <a:pt x="4436" y="0"/>
                    <a:pt x="9759" y="0"/>
                  </a:cubicBezTo>
                  <a:cubicBezTo>
                    <a:pt x="15082" y="0"/>
                    <a:pt x="19644" y="3549"/>
                    <a:pt x="19644" y="785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9" name="Freeform: Shape 2448">
              <a:extLst>
                <a:ext uri="{FF2B5EF4-FFF2-40B4-BE49-F238E27FC236}">
                  <a16:creationId xmlns:a16="http://schemas.microsoft.com/office/drawing/2014/main" id="{ADFA9B2F-9CB2-E153-F555-48C151304DC6}"/>
                </a:ext>
              </a:extLst>
            </p:cNvPr>
            <p:cNvSpPr/>
            <p:nvPr/>
          </p:nvSpPr>
          <p:spPr>
            <a:xfrm>
              <a:off x="6216019" y="6315029"/>
              <a:ext cx="20404" cy="16222"/>
            </a:xfrm>
            <a:custGeom>
              <a:avLst/>
              <a:gdLst>
                <a:gd name="connsiteX0" fmla="*/ 20404 w 20404"/>
                <a:gd name="connsiteY0" fmla="*/ 8111 h 16222"/>
                <a:gd name="connsiteX1" fmla="*/ 10139 w 20404"/>
                <a:gd name="connsiteY1" fmla="*/ 16222 h 16222"/>
                <a:gd name="connsiteX2" fmla="*/ 0 w 20404"/>
                <a:gd name="connsiteY2" fmla="*/ 8111 h 16222"/>
                <a:gd name="connsiteX3" fmla="*/ 10139 w 20404"/>
                <a:gd name="connsiteY3" fmla="*/ 0 h 16222"/>
                <a:gd name="connsiteX4" fmla="*/ 20404 w 20404"/>
                <a:gd name="connsiteY4" fmla="*/ 8111 h 1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04" h="16222">
                  <a:moveTo>
                    <a:pt x="20404" y="8111"/>
                  </a:moveTo>
                  <a:cubicBezTo>
                    <a:pt x="20404" y="12547"/>
                    <a:pt x="15842" y="16222"/>
                    <a:pt x="10139" y="16222"/>
                  </a:cubicBezTo>
                  <a:cubicBezTo>
                    <a:pt x="4436" y="16222"/>
                    <a:pt x="0" y="12674"/>
                    <a:pt x="0" y="8111"/>
                  </a:cubicBezTo>
                  <a:cubicBezTo>
                    <a:pt x="0" y="3549"/>
                    <a:pt x="4562" y="0"/>
                    <a:pt x="10139" y="0"/>
                  </a:cubicBezTo>
                  <a:cubicBezTo>
                    <a:pt x="15715" y="0"/>
                    <a:pt x="20404" y="3675"/>
                    <a:pt x="20404" y="811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0" name="Freeform: Shape 2449">
              <a:extLst>
                <a:ext uri="{FF2B5EF4-FFF2-40B4-BE49-F238E27FC236}">
                  <a16:creationId xmlns:a16="http://schemas.microsoft.com/office/drawing/2014/main" id="{422021BB-CA62-2E00-BEC6-9628F84D7D74}"/>
                </a:ext>
              </a:extLst>
            </p:cNvPr>
            <p:cNvSpPr/>
            <p:nvPr/>
          </p:nvSpPr>
          <p:spPr>
            <a:xfrm>
              <a:off x="6084214" y="6314522"/>
              <a:ext cx="21798" cy="17236"/>
            </a:xfrm>
            <a:custGeom>
              <a:avLst/>
              <a:gdLst>
                <a:gd name="connsiteX0" fmla="*/ 21799 w 21798"/>
                <a:gd name="connsiteY0" fmla="*/ 8618 h 17236"/>
                <a:gd name="connsiteX1" fmla="*/ 10899 w 21798"/>
                <a:gd name="connsiteY1" fmla="*/ 17236 h 17236"/>
                <a:gd name="connsiteX2" fmla="*/ 0 w 21798"/>
                <a:gd name="connsiteY2" fmla="*/ 8618 h 17236"/>
                <a:gd name="connsiteX3" fmla="*/ 10899 w 21798"/>
                <a:gd name="connsiteY3" fmla="*/ 0 h 17236"/>
                <a:gd name="connsiteX4" fmla="*/ 21799 w 21798"/>
                <a:gd name="connsiteY4" fmla="*/ 8618 h 17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798" h="17236">
                  <a:moveTo>
                    <a:pt x="21799" y="8618"/>
                  </a:moveTo>
                  <a:cubicBezTo>
                    <a:pt x="21799" y="13434"/>
                    <a:pt x="16856" y="17236"/>
                    <a:pt x="10899" y="17236"/>
                  </a:cubicBezTo>
                  <a:cubicBezTo>
                    <a:pt x="4943" y="17236"/>
                    <a:pt x="0" y="13308"/>
                    <a:pt x="0" y="8618"/>
                  </a:cubicBezTo>
                  <a:cubicBezTo>
                    <a:pt x="0" y="3929"/>
                    <a:pt x="4943" y="0"/>
                    <a:pt x="10899" y="0"/>
                  </a:cubicBezTo>
                  <a:cubicBezTo>
                    <a:pt x="16856" y="0"/>
                    <a:pt x="21799" y="3929"/>
                    <a:pt x="21799" y="86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1" name="Freeform: Shape 2450">
              <a:extLst>
                <a:ext uri="{FF2B5EF4-FFF2-40B4-BE49-F238E27FC236}">
                  <a16:creationId xmlns:a16="http://schemas.microsoft.com/office/drawing/2014/main" id="{2F3530D2-031B-1632-0476-823C223A0465}"/>
                </a:ext>
              </a:extLst>
            </p:cNvPr>
            <p:cNvSpPr/>
            <p:nvPr/>
          </p:nvSpPr>
          <p:spPr>
            <a:xfrm>
              <a:off x="5952789" y="6310466"/>
              <a:ext cx="22558" cy="17869"/>
            </a:xfrm>
            <a:custGeom>
              <a:avLst/>
              <a:gdLst>
                <a:gd name="connsiteX0" fmla="*/ 22559 w 22558"/>
                <a:gd name="connsiteY0" fmla="*/ 8872 h 17869"/>
                <a:gd name="connsiteX1" fmla="*/ 11279 w 22558"/>
                <a:gd name="connsiteY1" fmla="*/ 17870 h 17869"/>
                <a:gd name="connsiteX2" fmla="*/ 0 w 22558"/>
                <a:gd name="connsiteY2" fmla="*/ 8872 h 17869"/>
                <a:gd name="connsiteX3" fmla="*/ 11279 w 22558"/>
                <a:gd name="connsiteY3" fmla="*/ 0 h 17869"/>
                <a:gd name="connsiteX4" fmla="*/ 22559 w 22558"/>
                <a:gd name="connsiteY4" fmla="*/ 8872 h 1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8" h="17869">
                  <a:moveTo>
                    <a:pt x="22559" y="8872"/>
                  </a:moveTo>
                  <a:cubicBezTo>
                    <a:pt x="22559" y="13815"/>
                    <a:pt x="17489" y="17870"/>
                    <a:pt x="11279" y="17870"/>
                  </a:cubicBezTo>
                  <a:cubicBezTo>
                    <a:pt x="5069" y="17870"/>
                    <a:pt x="0" y="13815"/>
                    <a:pt x="0" y="8872"/>
                  </a:cubicBezTo>
                  <a:cubicBezTo>
                    <a:pt x="0" y="3929"/>
                    <a:pt x="5069" y="0"/>
                    <a:pt x="11279" y="0"/>
                  </a:cubicBezTo>
                  <a:cubicBezTo>
                    <a:pt x="17489" y="0"/>
                    <a:pt x="22559" y="4056"/>
                    <a:pt x="22559" y="887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2" name="Freeform: Shape 2451">
              <a:extLst>
                <a:ext uri="{FF2B5EF4-FFF2-40B4-BE49-F238E27FC236}">
                  <a16:creationId xmlns:a16="http://schemas.microsoft.com/office/drawing/2014/main" id="{779FEDA4-F19C-02CE-6B75-910619E4C178}"/>
                </a:ext>
              </a:extLst>
            </p:cNvPr>
            <p:cNvSpPr/>
            <p:nvPr/>
          </p:nvSpPr>
          <p:spPr>
            <a:xfrm>
              <a:off x="5821617" y="6302609"/>
              <a:ext cx="23319" cy="18503"/>
            </a:xfrm>
            <a:custGeom>
              <a:avLst/>
              <a:gdLst>
                <a:gd name="connsiteX0" fmla="*/ 23319 w 23319"/>
                <a:gd name="connsiteY0" fmla="*/ 9252 h 18503"/>
                <a:gd name="connsiteX1" fmla="*/ 11659 w 23319"/>
                <a:gd name="connsiteY1" fmla="*/ 18504 h 18503"/>
                <a:gd name="connsiteX2" fmla="*/ 0 w 23319"/>
                <a:gd name="connsiteY2" fmla="*/ 9252 h 18503"/>
                <a:gd name="connsiteX3" fmla="*/ 11659 w 23319"/>
                <a:gd name="connsiteY3" fmla="*/ 0 h 18503"/>
                <a:gd name="connsiteX4" fmla="*/ 23319 w 23319"/>
                <a:gd name="connsiteY4" fmla="*/ 9252 h 18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319" h="18503">
                  <a:moveTo>
                    <a:pt x="23319" y="9252"/>
                  </a:moveTo>
                  <a:cubicBezTo>
                    <a:pt x="23319" y="14321"/>
                    <a:pt x="18123" y="18504"/>
                    <a:pt x="11659" y="18504"/>
                  </a:cubicBezTo>
                  <a:cubicBezTo>
                    <a:pt x="5196" y="18504"/>
                    <a:pt x="0" y="14321"/>
                    <a:pt x="0" y="9252"/>
                  </a:cubicBezTo>
                  <a:cubicBezTo>
                    <a:pt x="0" y="4183"/>
                    <a:pt x="5196" y="0"/>
                    <a:pt x="11659" y="0"/>
                  </a:cubicBezTo>
                  <a:cubicBezTo>
                    <a:pt x="18123" y="0"/>
                    <a:pt x="23319" y="4183"/>
                    <a:pt x="23319" y="925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3" name="Freeform: Shape 2452">
              <a:extLst>
                <a:ext uri="{FF2B5EF4-FFF2-40B4-BE49-F238E27FC236}">
                  <a16:creationId xmlns:a16="http://schemas.microsoft.com/office/drawing/2014/main" id="{A8336A3F-A2B0-5A70-2DF7-063380D14D3C}"/>
                </a:ext>
              </a:extLst>
            </p:cNvPr>
            <p:cNvSpPr/>
            <p:nvPr/>
          </p:nvSpPr>
          <p:spPr>
            <a:xfrm>
              <a:off x="5691333" y="6291330"/>
              <a:ext cx="23319" cy="18503"/>
            </a:xfrm>
            <a:custGeom>
              <a:avLst/>
              <a:gdLst>
                <a:gd name="connsiteX0" fmla="*/ 23319 w 23319"/>
                <a:gd name="connsiteY0" fmla="*/ 9251 h 18503"/>
                <a:gd name="connsiteX1" fmla="*/ 11659 w 23319"/>
                <a:gd name="connsiteY1" fmla="*/ 18503 h 18503"/>
                <a:gd name="connsiteX2" fmla="*/ 0 w 23319"/>
                <a:gd name="connsiteY2" fmla="*/ 9251 h 18503"/>
                <a:gd name="connsiteX3" fmla="*/ 11659 w 23319"/>
                <a:gd name="connsiteY3" fmla="*/ 0 h 18503"/>
                <a:gd name="connsiteX4" fmla="*/ 23319 w 23319"/>
                <a:gd name="connsiteY4" fmla="*/ 9251 h 18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319" h="18503">
                  <a:moveTo>
                    <a:pt x="23319" y="9251"/>
                  </a:moveTo>
                  <a:cubicBezTo>
                    <a:pt x="23319" y="14448"/>
                    <a:pt x="18123" y="18503"/>
                    <a:pt x="11659" y="18503"/>
                  </a:cubicBezTo>
                  <a:cubicBezTo>
                    <a:pt x="5196" y="18503"/>
                    <a:pt x="0" y="14321"/>
                    <a:pt x="0" y="9251"/>
                  </a:cubicBezTo>
                  <a:cubicBezTo>
                    <a:pt x="0" y="4182"/>
                    <a:pt x="5196" y="0"/>
                    <a:pt x="11659" y="0"/>
                  </a:cubicBezTo>
                  <a:cubicBezTo>
                    <a:pt x="18123" y="0"/>
                    <a:pt x="23319" y="4182"/>
                    <a:pt x="23319" y="925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4" name="Freeform: Shape 2453">
              <a:extLst>
                <a:ext uri="{FF2B5EF4-FFF2-40B4-BE49-F238E27FC236}">
                  <a16:creationId xmlns:a16="http://schemas.microsoft.com/office/drawing/2014/main" id="{C6DF4E7F-419B-D3EE-AF29-A84B399A3C8B}"/>
                </a:ext>
              </a:extLst>
            </p:cNvPr>
            <p:cNvSpPr/>
            <p:nvPr/>
          </p:nvSpPr>
          <p:spPr>
            <a:xfrm>
              <a:off x="5561048" y="6276121"/>
              <a:ext cx="24079" cy="19010"/>
            </a:xfrm>
            <a:custGeom>
              <a:avLst/>
              <a:gdLst>
                <a:gd name="connsiteX0" fmla="*/ 24080 w 24079"/>
                <a:gd name="connsiteY0" fmla="*/ 9505 h 19010"/>
                <a:gd name="connsiteX1" fmla="*/ 12040 w 24079"/>
                <a:gd name="connsiteY1" fmla="*/ 19010 h 19010"/>
                <a:gd name="connsiteX2" fmla="*/ 0 w 24079"/>
                <a:gd name="connsiteY2" fmla="*/ 9505 h 19010"/>
                <a:gd name="connsiteX3" fmla="*/ 12040 w 24079"/>
                <a:gd name="connsiteY3" fmla="*/ 0 h 19010"/>
                <a:gd name="connsiteX4" fmla="*/ 24080 w 24079"/>
                <a:gd name="connsiteY4" fmla="*/ 9505 h 19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79" h="19010">
                  <a:moveTo>
                    <a:pt x="24080" y="9505"/>
                  </a:moveTo>
                  <a:cubicBezTo>
                    <a:pt x="24080" y="14701"/>
                    <a:pt x="18757" y="19010"/>
                    <a:pt x="12040" y="19010"/>
                  </a:cubicBezTo>
                  <a:cubicBezTo>
                    <a:pt x="5323" y="19010"/>
                    <a:pt x="0" y="14828"/>
                    <a:pt x="0" y="9505"/>
                  </a:cubicBezTo>
                  <a:cubicBezTo>
                    <a:pt x="0" y="4183"/>
                    <a:pt x="5323" y="0"/>
                    <a:pt x="12040" y="0"/>
                  </a:cubicBezTo>
                  <a:cubicBezTo>
                    <a:pt x="18757" y="0"/>
                    <a:pt x="24080" y="4183"/>
                    <a:pt x="24080" y="950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5" name="Freeform: Shape 2454">
              <a:extLst>
                <a:ext uri="{FF2B5EF4-FFF2-40B4-BE49-F238E27FC236}">
                  <a16:creationId xmlns:a16="http://schemas.microsoft.com/office/drawing/2014/main" id="{B5682F9E-6BB8-75EA-1F82-707E5D05E7EB}"/>
                </a:ext>
              </a:extLst>
            </p:cNvPr>
            <p:cNvSpPr/>
            <p:nvPr/>
          </p:nvSpPr>
          <p:spPr>
            <a:xfrm>
              <a:off x="5431904" y="6257111"/>
              <a:ext cx="24713" cy="19770"/>
            </a:xfrm>
            <a:custGeom>
              <a:avLst/>
              <a:gdLst>
                <a:gd name="connsiteX0" fmla="*/ 24713 w 24713"/>
                <a:gd name="connsiteY0" fmla="*/ 9885 h 19770"/>
                <a:gd name="connsiteX1" fmla="*/ 12293 w 24713"/>
                <a:gd name="connsiteY1" fmla="*/ 19771 h 19770"/>
                <a:gd name="connsiteX2" fmla="*/ 0 w 24713"/>
                <a:gd name="connsiteY2" fmla="*/ 9885 h 19770"/>
                <a:gd name="connsiteX3" fmla="*/ 12293 w 24713"/>
                <a:gd name="connsiteY3" fmla="*/ 0 h 19770"/>
                <a:gd name="connsiteX4" fmla="*/ 24713 w 24713"/>
                <a:gd name="connsiteY4" fmla="*/ 9885 h 19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713" h="19770">
                  <a:moveTo>
                    <a:pt x="24713" y="9885"/>
                  </a:moveTo>
                  <a:cubicBezTo>
                    <a:pt x="24713" y="15335"/>
                    <a:pt x="19137" y="19771"/>
                    <a:pt x="12293" y="19771"/>
                  </a:cubicBezTo>
                  <a:cubicBezTo>
                    <a:pt x="5450" y="19771"/>
                    <a:pt x="0" y="15335"/>
                    <a:pt x="0" y="9885"/>
                  </a:cubicBezTo>
                  <a:cubicBezTo>
                    <a:pt x="0" y="4436"/>
                    <a:pt x="5450" y="0"/>
                    <a:pt x="12293" y="0"/>
                  </a:cubicBezTo>
                  <a:cubicBezTo>
                    <a:pt x="19137" y="0"/>
                    <a:pt x="24713" y="4436"/>
                    <a:pt x="24713" y="988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6" name="Freeform: Shape 2455">
              <a:extLst>
                <a:ext uri="{FF2B5EF4-FFF2-40B4-BE49-F238E27FC236}">
                  <a16:creationId xmlns:a16="http://schemas.microsoft.com/office/drawing/2014/main" id="{1F5F3F99-7764-9EAF-1C97-7F5B37307582}"/>
                </a:ext>
              </a:extLst>
            </p:cNvPr>
            <p:cNvSpPr/>
            <p:nvPr/>
          </p:nvSpPr>
          <p:spPr>
            <a:xfrm>
              <a:off x="5303394" y="6234425"/>
              <a:ext cx="25474" cy="20277"/>
            </a:xfrm>
            <a:custGeom>
              <a:avLst/>
              <a:gdLst>
                <a:gd name="connsiteX0" fmla="*/ 25474 w 25474"/>
                <a:gd name="connsiteY0" fmla="*/ 10139 h 20277"/>
                <a:gd name="connsiteX1" fmla="*/ 12800 w 25474"/>
                <a:gd name="connsiteY1" fmla="*/ 20278 h 20277"/>
                <a:gd name="connsiteX2" fmla="*/ 0 w 25474"/>
                <a:gd name="connsiteY2" fmla="*/ 10139 h 20277"/>
                <a:gd name="connsiteX3" fmla="*/ 12800 w 25474"/>
                <a:gd name="connsiteY3" fmla="*/ 0 h 20277"/>
                <a:gd name="connsiteX4" fmla="*/ 25474 w 25474"/>
                <a:gd name="connsiteY4" fmla="*/ 10139 h 2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74" h="20277">
                  <a:moveTo>
                    <a:pt x="25474" y="10139"/>
                  </a:moveTo>
                  <a:cubicBezTo>
                    <a:pt x="25474" y="15716"/>
                    <a:pt x="19771" y="20278"/>
                    <a:pt x="12800" y="20278"/>
                  </a:cubicBezTo>
                  <a:cubicBezTo>
                    <a:pt x="5830" y="20278"/>
                    <a:pt x="0" y="15716"/>
                    <a:pt x="0" y="10139"/>
                  </a:cubicBezTo>
                  <a:cubicBezTo>
                    <a:pt x="0" y="4563"/>
                    <a:pt x="5703" y="0"/>
                    <a:pt x="12800" y="0"/>
                  </a:cubicBezTo>
                  <a:cubicBezTo>
                    <a:pt x="19898" y="0"/>
                    <a:pt x="25474" y="4563"/>
                    <a:pt x="25474" y="1013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7" name="Freeform: Shape 2456">
              <a:extLst>
                <a:ext uri="{FF2B5EF4-FFF2-40B4-BE49-F238E27FC236}">
                  <a16:creationId xmlns:a16="http://schemas.microsoft.com/office/drawing/2014/main" id="{07793FB9-D5F1-1DCC-B4F0-33573E05D9E1}"/>
                </a:ext>
              </a:extLst>
            </p:cNvPr>
            <p:cNvSpPr/>
            <p:nvPr/>
          </p:nvSpPr>
          <p:spPr>
            <a:xfrm>
              <a:off x="5176024" y="6208191"/>
              <a:ext cx="26360" cy="20784"/>
            </a:xfrm>
            <a:custGeom>
              <a:avLst/>
              <a:gdLst>
                <a:gd name="connsiteX0" fmla="*/ 26361 w 26360"/>
                <a:gd name="connsiteY0" fmla="*/ 10392 h 20784"/>
                <a:gd name="connsiteX1" fmla="*/ 13181 w 26360"/>
                <a:gd name="connsiteY1" fmla="*/ 20784 h 20784"/>
                <a:gd name="connsiteX2" fmla="*/ 0 w 26360"/>
                <a:gd name="connsiteY2" fmla="*/ 10392 h 20784"/>
                <a:gd name="connsiteX3" fmla="*/ 13181 w 26360"/>
                <a:gd name="connsiteY3" fmla="*/ 0 h 20784"/>
                <a:gd name="connsiteX4" fmla="*/ 26361 w 26360"/>
                <a:gd name="connsiteY4" fmla="*/ 10392 h 20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60" h="20784">
                  <a:moveTo>
                    <a:pt x="26361" y="10392"/>
                  </a:moveTo>
                  <a:cubicBezTo>
                    <a:pt x="26361" y="16095"/>
                    <a:pt x="20404" y="20784"/>
                    <a:pt x="13181" y="20784"/>
                  </a:cubicBezTo>
                  <a:cubicBezTo>
                    <a:pt x="5957" y="20784"/>
                    <a:pt x="0" y="16095"/>
                    <a:pt x="0" y="10392"/>
                  </a:cubicBezTo>
                  <a:cubicBezTo>
                    <a:pt x="0" y="4689"/>
                    <a:pt x="5830" y="0"/>
                    <a:pt x="13181" y="0"/>
                  </a:cubicBezTo>
                  <a:cubicBezTo>
                    <a:pt x="20531" y="0"/>
                    <a:pt x="26361" y="4689"/>
                    <a:pt x="26361" y="1039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8" name="Freeform: Shape 2457">
              <a:extLst>
                <a:ext uri="{FF2B5EF4-FFF2-40B4-BE49-F238E27FC236}">
                  <a16:creationId xmlns:a16="http://schemas.microsoft.com/office/drawing/2014/main" id="{918A1070-6620-7785-793F-9D3A68558747}"/>
                </a:ext>
              </a:extLst>
            </p:cNvPr>
            <p:cNvSpPr/>
            <p:nvPr/>
          </p:nvSpPr>
          <p:spPr>
            <a:xfrm>
              <a:off x="5050302" y="6178535"/>
              <a:ext cx="26361" cy="20784"/>
            </a:xfrm>
            <a:custGeom>
              <a:avLst/>
              <a:gdLst>
                <a:gd name="connsiteX0" fmla="*/ 26361 w 26361"/>
                <a:gd name="connsiteY0" fmla="*/ 10392 h 20784"/>
                <a:gd name="connsiteX1" fmla="*/ 13181 w 26361"/>
                <a:gd name="connsiteY1" fmla="*/ 20784 h 20784"/>
                <a:gd name="connsiteX2" fmla="*/ 0 w 26361"/>
                <a:gd name="connsiteY2" fmla="*/ 10392 h 20784"/>
                <a:gd name="connsiteX3" fmla="*/ 13181 w 26361"/>
                <a:gd name="connsiteY3" fmla="*/ 0 h 20784"/>
                <a:gd name="connsiteX4" fmla="*/ 26361 w 26361"/>
                <a:gd name="connsiteY4" fmla="*/ 10392 h 20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61" h="20784">
                  <a:moveTo>
                    <a:pt x="26361" y="10392"/>
                  </a:moveTo>
                  <a:cubicBezTo>
                    <a:pt x="26361" y="16222"/>
                    <a:pt x="20405" y="20784"/>
                    <a:pt x="13181" y="20784"/>
                  </a:cubicBezTo>
                  <a:cubicBezTo>
                    <a:pt x="5957" y="20784"/>
                    <a:pt x="0" y="16095"/>
                    <a:pt x="0" y="10392"/>
                  </a:cubicBezTo>
                  <a:cubicBezTo>
                    <a:pt x="0" y="4689"/>
                    <a:pt x="5957" y="0"/>
                    <a:pt x="13181" y="0"/>
                  </a:cubicBezTo>
                  <a:cubicBezTo>
                    <a:pt x="20405" y="0"/>
                    <a:pt x="26361" y="4689"/>
                    <a:pt x="26361" y="1039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9" name="Freeform: Shape 2458">
              <a:extLst>
                <a:ext uri="{FF2B5EF4-FFF2-40B4-BE49-F238E27FC236}">
                  <a16:creationId xmlns:a16="http://schemas.microsoft.com/office/drawing/2014/main" id="{99195171-E224-C891-AF15-98BEB07B3654}"/>
                </a:ext>
              </a:extLst>
            </p:cNvPr>
            <p:cNvSpPr/>
            <p:nvPr/>
          </p:nvSpPr>
          <p:spPr>
            <a:xfrm>
              <a:off x="4925847" y="6145076"/>
              <a:ext cx="26867" cy="21291"/>
            </a:xfrm>
            <a:custGeom>
              <a:avLst/>
              <a:gdLst>
                <a:gd name="connsiteX0" fmla="*/ 26868 w 26867"/>
                <a:gd name="connsiteY0" fmla="*/ 10646 h 21291"/>
                <a:gd name="connsiteX1" fmla="*/ 13434 w 26867"/>
                <a:gd name="connsiteY1" fmla="*/ 21292 h 21291"/>
                <a:gd name="connsiteX2" fmla="*/ 0 w 26867"/>
                <a:gd name="connsiteY2" fmla="*/ 10646 h 21291"/>
                <a:gd name="connsiteX3" fmla="*/ 13434 w 26867"/>
                <a:gd name="connsiteY3" fmla="*/ 0 h 21291"/>
                <a:gd name="connsiteX4" fmla="*/ 26868 w 26867"/>
                <a:gd name="connsiteY4" fmla="*/ 10646 h 2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67" h="21291">
                  <a:moveTo>
                    <a:pt x="26868" y="10646"/>
                  </a:moveTo>
                  <a:cubicBezTo>
                    <a:pt x="26868" y="16602"/>
                    <a:pt x="20911" y="21292"/>
                    <a:pt x="13434" y="21292"/>
                  </a:cubicBezTo>
                  <a:cubicBezTo>
                    <a:pt x="5957" y="21292"/>
                    <a:pt x="0" y="16476"/>
                    <a:pt x="0" y="10646"/>
                  </a:cubicBezTo>
                  <a:cubicBezTo>
                    <a:pt x="0" y="4816"/>
                    <a:pt x="6083" y="0"/>
                    <a:pt x="13434" y="0"/>
                  </a:cubicBezTo>
                  <a:cubicBezTo>
                    <a:pt x="20784" y="0"/>
                    <a:pt x="26868" y="4816"/>
                    <a:pt x="26868" y="1064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0" name="Freeform: Shape 2459">
              <a:extLst>
                <a:ext uri="{FF2B5EF4-FFF2-40B4-BE49-F238E27FC236}">
                  <a16:creationId xmlns:a16="http://schemas.microsoft.com/office/drawing/2014/main" id="{6F34AA36-9B6B-87F0-D5D2-F14140E8E4D7}"/>
                </a:ext>
              </a:extLst>
            </p:cNvPr>
            <p:cNvSpPr/>
            <p:nvPr/>
          </p:nvSpPr>
          <p:spPr>
            <a:xfrm>
              <a:off x="4802787" y="6108069"/>
              <a:ext cx="27628" cy="21925"/>
            </a:xfrm>
            <a:custGeom>
              <a:avLst/>
              <a:gdLst>
                <a:gd name="connsiteX0" fmla="*/ 27629 w 27628"/>
                <a:gd name="connsiteY0" fmla="*/ 10899 h 21925"/>
                <a:gd name="connsiteX1" fmla="*/ 13814 w 27628"/>
                <a:gd name="connsiteY1" fmla="*/ 21925 h 21925"/>
                <a:gd name="connsiteX2" fmla="*/ 0 w 27628"/>
                <a:gd name="connsiteY2" fmla="*/ 10899 h 21925"/>
                <a:gd name="connsiteX3" fmla="*/ 13814 w 27628"/>
                <a:gd name="connsiteY3" fmla="*/ 0 h 21925"/>
                <a:gd name="connsiteX4" fmla="*/ 27629 w 27628"/>
                <a:gd name="connsiteY4" fmla="*/ 10899 h 2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28" h="21925">
                  <a:moveTo>
                    <a:pt x="27629" y="10899"/>
                  </a:moveTo>
                  <a:cubicBezTo>
                    <a:pt x="27629" y="16983"/>
                    <a:pt x="21418" y="21925"/>
                    <a:pt x="13814" y="21925"/>
                  </a:cubicBezTo>
                  <a:cubicBezTo>
                    <a:pt x="6210" y="21925"/>
                    <a:pt x="0" y="16983"/>
                    <a:pt x="0" y="10899"/>
                  </a:cubicBezTo>
                  <a:cubicBezTo>
                    <a:pt x="0" y="4816"/>
                    <a:pt x="6210" y="0"/>
                    <a:pt x="13814" y="0"/>
                  </a:cubicBezTo>
                  <a:cubicBezTo>
                    <a:pt x="21418" y="0"/>
                    <a:pt x="27629" y="4943"/>
                    <a:pt x="27629" y="1089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1" name="Freeform: Shape 2460">
              <a:extLst>
                <a:ext uri="{FF2B5EF4-FFF2-40B4-BE49-F238E27FC236}">
                  <a16:creationId xmlns:a16="http://schemas.microsoft.com/office/drawing/2014/main" id="{E3D9D2DC-5037-29F8-50C1-8DD28BF73115}"/>
                </a:ext>
              </a:extLst>
            </p:cNvPr>
            <p:cNvSpPr/>
            <p:nvPr/>
          </p:nvSpPr>
          <p:spPr>
            <a:xfrm>
              <a:off x="4682007" y="6067894"/>
              <a:ext cx="27628" cy="21925"/>
            </a:xfrm>
            <a:custGeom>
              <a:avLst/>
              <a:gdLst>
                <a:gd name="connsiteX0" fmla="*/ 27628 w 27628"/>
                <a:gd name="connsiteY0" fmla="*/ 10899 h 21925"/>
                <a:gd name="connsiteX1" fmla="*/ 13814 w 27628"/>
                <a:gd name="connsiteY1" fmla="*/ 21925 h 21925"/>
                <a:gd name="connsiteX2" fmla="*/ 0 w 27628"/>
                <a:gd name="connsiteY2" fmla="*/ 10899 h 21925"/>
                <a:gd name="connsiteX3" fmla="*/ 13814 w 27628"/>
                <a:gd name="connsiteY3" fmla="*/ 0 h 21925"/>
                <a:gd name="connsiteX4" fmla="*/ 27628 w 27628"/>
                <a:gd name="connsiteY4" fmla="*/ 10899 h 2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28" h="21925">
                  <a:moveTo>
                    <a:pt x="27628" y="10899"/>
                  </a:moveTo>
                  <a:cubicBezTo>
                    <a:pt x="27628" y="16983"/>
                    <a:pt x="21418" y="21925"/>
                    <a:pt x="13814" y="21925"/>
                  </a:cubicBezTo>
                  <a:cubicBezTo>
                    <a:pt x="6210" y="21925"/>
                    <a:pt x="0" y="16983"/>
                    <a:pt x="0" y="10899"/>
                  </a:cubicBezTo>
                  <a:cubicBezTo>
                    <a:pt x="0" y="4816"/>
                    <a:pt x="6210" y="0"/>
                    <a:pt x="13814" y="0"/>
                  </a:cubicBezTo>
                  <a:cubicBezTo>
                    <a:pt x="21418" y="0"/>
                    <a:pt x="27628" y="4943"/>
                    <a:pt x="27628" y="1089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2" name="Freeform: Shape 2461">
              <a:extLst>
                <a:ext uri="{FF2B5EF4-FFF2-40B4-BE49-F238E27FC236}">
                  <a16:creationId xmlns:a16="http://schemas.microsoft.com/office/drawing/2014/main" id="{4CBB0DEB-0384-802D-DD84-7C9E8DC0B6C4}"/>
                </a:ext>
              </a:extLst>
            </p:cNvPr>
            <p:cNvSpPr/>
            <p:nvPr/>
          </p:nvSpPr>
          <p:spPr>
            <a:xfrm>
              <a:off x="4562622" y="6023917"/>
              <a:ext cx="28388" cy="22558"/>
            </a:xfrm>
            <a:custGeom>
              <a:avLst/>
              <a:gdLst>
                <a:gd name="connsiteX0" fmla="*/ 28389 w 28388"/>
                <a:gd name="connsiteY0" fmla="*/ 11280 h 22558"/>
                <a:gd name="connsiteX1" fmla="*/ 14194 w 28388"/>
                <a:gd name="connsiteY1" fmla="*/ 22559 h 22558"/>
                <a:gd name="connsiteX2" fmla="*/ 0 w 28388"/>
                <a:gd name="connsiteY2" fmla="*/ 11280 h 22558"/>
                <a:gd name="connsiteX3" fmla="*/ 14194 w 28388"/>
                <a:gd name="connsiteY3" fmla="*/ 0 h 22558"/>
                <a:gd name="connsiteX4" fmla="*/ 28389 w 28388"/>
                <a:gd name="connsiteY4" fmla="*/ 11280 h 22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388" h="22558">
                  <a:moveTo>
                    <a:pt x="28389" y="11280"/>
                  </a:moveTo>
                  <a:cubicBezTo>
                    <a:pt x="28389" y="17490"/>
                    <a:pt x="22052" y="22559"/>
                    <a:pt x="14194" y="22559"/>
                  </a:cubicBezTo>
                  <a:cubicBezTo>
                    <a:pt x="6337" y="22559"/>
                    <a:pt x="0" y="17490"/>
                    <a:pt x="0" y="11280"/>
                  </a:cubicBezTo>
                  <a:cubicBezTo>
                    <a:pt x="0" y="5069"/>
                    <a:pt x="6337" y="0"/>
                    <a:pt x="14194" y="0"/>
                  </a:cubicBezTo>
                  <a:cubicBezTo>
                    <a:pt x="22052" y="0"/>
                    <a:pt x="28389" y="5069"/>
                    <a:pt x="28389" y="1128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3" name="Freeform: Shape 2462">
              <a:extLst>
                <a:ext uri="{FF2B5EF4-FFF2-40B4-BE49-F238E27FC236}">
                  <a16:creationId xmlns:a16="http://schemas.microsoft.com/office/drawing/2014/main" id="{3971423F-740B-70EA-745C-2F34ED733D6A}"/>
                </a:ext>
              </a:extLst>
            </p:cNvPr>
            <p:cNvSpPr/>
            <p:nvPr/>
          </p:nvSpPr>
          <p:spPr>
            <a:xfrm>
              <a:off x="4445518" y="5976771"/>
              <a:ext cx="28515" cy="22558"/>
            </a:xfrm>
            <a:custGeom>
              <a:avLst/>
              <a:gdLst>
                <a:gd name="connsiteX0" fmla="*/ 28516 w 28515"/>
                <a:gd name="connsiteY0" fmla="*/ 11280 h 22558"/>
                <a:gd name="connsiteX1" fmla="*/ 14195 w 28515"/>
                <a:gd name="connsiteY1" fmla="*/ 22559 h 22558"/>
                <a:gd name="connsiteX2" fmla="*/ 0 w 28515"/>
                <a:gd name="connsiteY2" fmla="*/ 11280 h 22558"/>
                <a:gd name="connsiteX3" fmla="*/ 14195 w 28515"/>
                <a:gd name="connsiteY3" fmla="*/ 0 h 22558"/>
                <a:gd name="connsiteX4" fmla="*/ 28516 w 28515"/>
                <a:gd name="connsiteY4" fmla="*/ 11280 h 22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15" h="22558">
                  <a:moveTo>
                    <a:pt x="28516" y="11280"/>
                  </a:moveTo>
                  <a:cubicBezTo>
                    <a:pt x="28516" y="17490"/>
                    <a:pt x="22179" y="22559"/>
                    <a:pt x="14195" y="22559"/>
                  </a:cubicBezTo>
                  <a:cubicBezTo>
                    <a:pt x="6210" y="22559"/>
                    <a:pt x="0" y="17490"/>
                    <a:pt x="0" y="11280"/>
                  </a:cubicBezTo>
                  <a:cubicBezTo>
                    <a:pt x="0" y="5069"/>
                    <a:pt x="6337" y="0"/>
                    <a:pt x="14195" y="0"/>
                  </a:cubicBezTo>
                  <a:cubicBezTo>
                    <a:pt x="22052" y="0"/>
                    <a:pt x="28516" y="5069"/>
                    <a:pt x="28516" y="1128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4" name="Freeform: Shape 2463">
              <a:extLst>
                <a:ext uri="{FF2B5EF4-FFF2-40B4-BE49-F238E27FC236}">
                  <a16:creationId xmlns:a16="http://schemas.microsoft.com/office/drawing/2014/main" id="{2CCB6589-4481-B1FF-C630-877BBABD9473}"/>
                </a:ext>
              </a:extLst>
            </p:cNvPr>
            <p:cNvSpPr/>
            <p:nvPr/>
          </p:nvSpPr>
          <p:spPr>
            <a:xfrm>
              <a:off x="4330442" y="5926203"/>
              <a:ext cx="29275" cy="23192"/>
            </a:xfrm>
            <a:custGeom>
              <a:avLst/>
              <a:gdLst>
                <a:gd name="connsiteX0" fmla="*/ 29276 w 29275"/>
                <a:gd name="connsiteY0" fmla="*/ 11533 h 23192"/>
                <a:gd name="connsiteX1" fmla="*/ 14701 w 29275"/>
                <a:gd name="connsiteY1" fmla="*/ 23193 h 23192"/>
                <a:gd name="connsiteX2" fmla="*/ 0 w 29275"/>
                <a:gd name="connsiteY2" fmla="*/ 11533 h 23192"/>
                <a:gd name="connsiteX3" fmla="*/ 14701 w 29275"/>
                <a:gd name="connsiteY3" fmla="*/ 0 h 23192"/>
                <a:gd name="connsiteX4" fmla="*/ 29276 w 29275"/>
                <a:gd name="connsiteY4" fmla="*/ 11533 h 23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275" h="23192">
                  <a:moveTo>
                    <a:pt x="29276" y="11533"/>
                  </a:moveTo>
                  <a:cubicBezTo>
                    <a:pt x="29276" y="17996"/>
                    <a:pt x="22686" y="23193"/>
                    <a:pt x="14701" y="23193"/>
                  </a:cubicBezTo>
                  <a:cubicBezTo>
                    <a:pt x="6717" y="23193"/>
                    <a:pt x="0" y="17996"/>
                    <a:pt x="0" y="11533"/>
                  </a:cubicBezTo>
                  <a:cubicBezTo>
                    <a:pt x="0" y="5069"/>
                    <a:pt x="6590" y="0"/>
                    <a:pt x="14701" y="0"/>
                  </a:cubicBezTo>
                  <a:cubicBezTo>
                    <a:pt x="22812" y="0"/>
                    <a:pt x="29276" y="5196"/>
                    <a:pt x="29276" y="1153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5" name="Freeform: Shape 2464">
              <a:extLst>
                <a:ext uri="{FF2B5EF4-FFF2-40B4-BE49-F238E27FC236}">
                  <a16:creationId xmlns:a16="http://schemas.microsoft.com/office/drawing/2014/main" id="{E9E7D0EC-1545-0CC6-B45D-529917F7EFFD}"/>
                </a:ext>
              </a:extLst>
            </p:cNvPr>
            <p:cNvSpPr/>
            <p:nvPr/>
          </p:nvSpPr>
          <p:spPr>
            <a:xfrm>
              <a:off x="4218534" y="5872847"/>
              <a:ext cx="28515" cy="22558"/>
            </a:xfrm>
            <a:custGeom>
              <a:avLst/>
              <a:gdLst>
                <a:gd name="connsiteX0" fmla="*/ 28516 w 28515"/>
                <a:gd name="connsiteY0" fmla="*/ 11280 h 22558"/>
                <a:gd name="connsiteX1" fmla="*/ 14195 w 28515"/>
                <a:gd name="connsiteY1" fmla="*/ 22559 h 22558"/>
                <a:gd name="connsiteX2" fmla="*/ 0 w 28515"/>
                <a:gd name="connsiteY2" fmla="*/ 11280 h 22558"/>
                <a:gd name="connsiteX3" fmla="*/ 14195 w 28515"/>
                <a:gd name="connsiteY3" fmla="*/ 0 h 22558"/>
                <a:gd name="connsiteX4" fmla="*/ 28516 w 28515"/>
                <a:gd name="connsiteY4" fmla="*/ 11280 h 22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15" h="22558">
                  <a:moveTo>
                    <a:pt x="28516" y="11280"/>
                  </a:moveTo>
                  <a:cubicBezTo>
                    <a:pt x="28516" y="17490"/>
                    <a:pt x="22179" y="22559"/>
                    <a:pt x="14195" y="22559"/>
                  </a:cubicBezTo>
                  <a:cubicBezTo>
                    <a:pt x="6210" y="22559"/>
                    <a:pt x="0" y="17490"/>
                    <a:pt x="0" y="11280"/>
                  </a:cubicBezTo>
                  <a:cubicBezTo>
                    <a:pt x="0" y="5070"/>
                    <a:pt x="6337" y="0"/>
                    <a:pt x="14195" y="0"/>
                  </a:cubicBezTo>
                  <a:cubicBezTo>
                    <a:pt x="22052" y="0"/>
                    <a:pt x="28516" y="5070"/>
                    <a:pt x="28516" y="1128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6" name="Freeform: Shape 2465">
              <a:extLst>
                <a:ext uri="{FF2B5EF4-FFF2-40B4-BE49-F238E27FC236}">
                  <a16:creationId xmlns:a16="http://schemas.microsoft.com/office/drawing/2014/main" id="{D947DFFE-68FC-BF5A-C3A6-3DCB420E42C8}"/>
                </a:ext>
              </a:extLst>
            </p:cNvPr>
            <p:cNvSpPr/>
            <p:nvPr/>
          </p:nvSpPr>
          <p:spPr>
            <a:xfrm>
              <a:off x="4108274" y="5815816"/>
              <a:ext cx="29275" cy="23192"/>
            </a:xfrm>
            <a:custGeom>
              <a:avLst/>
              <a:gdLst>
                <a:gd name="connsiteX0" fmla="*/ 29276 w 29275"/>
                <a:gd name="connsiteY0" fmla="*/ 11533 h 23192"/>
                <a:gd name="connsiteX1" fmla="*/ 14575 w 29275"/>
                <a:gd name="connsiteY1" fmla="*/ 23193 h 23192"/>
                <a:gd name="connsiteX2" fmla="*/ 0 w 29275"/>
                <a:gd name="connsiteY2" fmla="*/ 11533 h 23192"/>
                <a:gd name="connsiteX3" fmla="*/ 14575 w 29275"/>
                <a:gd name="connsiteY3" fmla="*/ 0 h 23192"/>
                <a:gd name="connsiteX4" fmla="*/ 29276 w 29275"/>
                <a:gd name="connsiteY4" fmla="*/ 11533 h 23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275" h="23192">
                  <a:moveTo>
                    <a:pt x="29276" y="11533"/>
                  </a:moveTo>
                  <a:cubicBezTo>
                    <a:pt x="29276" y="17997"/>
                    <a:pt x="22686" y="23193"/>
                    <a:pt x="14575" y="23193"/>
                  </a:cubicBezTo>
                  <a:cubicBezTo>
                    <a:pt x="6464" y="23193"/>
                    <a:pt x="0" y="17997"/>
                    <a:pt x="0" y="11533"/>
                  </a:cubicBezTo>
                  <a:cubicBezTo>
                    <a:pt x="0" y="5070"/>
                    <a:pt x="6590" y="0"/>
                    <a:pt x="14575" y="0"/>
                  </a:cubicBezTo>
                  <a:cubicBezTo>
                    <a:pt x="22559" y="0"/>
                    <a:pt x="29276" y="5196"/>
                    <a:pt x="29276" y="1153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7" name="Freeform: Shape 2466">
              <a:extLst>
                <a:ext uri="{FF2B5EF4-FFF2-40B4-BE49-F238E27FC236}">
                  <a16:creationId xmlns:a16="http://schemas.microsoft.com/office/drawing/2014/main" id="{DD572D03-D436-3C40-01A7-5EA3E02586CF}"/>
                </a:ext>
              </a:extLst>
            </p:cNvPr>
            <p:cNvSpPr/>
            <p:nvPr/>
          </p:nvSpPr>
          <p:spPr>
            <a:xfrm>
              <a:off x="4001182" y="5755743"/>
              <a:ext cx="29275" cy="23192"/>
            </a:xfrm>
            <a:custGeom>
              <a:avLst/>
              <a:gdLst>
                <a:gd name="connsiteX0" fmla="*/ 29276 w 29275"/>
                <a:gd name="connsiteY0" fmla="*/ 11660 h 23192"/>
                <a:gd name="connsiteX1" fmla="*/ 14701 w 29275"/>
                <a:gd name="connsiteY1" fmla="*/ 23193 h 23192"/>
                <a:gd name="connsiteX2" fmla="*/ 0 w 29275"/>
                <a:gd name="connsiteY2" fmla="*/ 11660 h 23192"/>
                <a:gd name="connsiteX3" fmla="*/ 14701 w 29275"/>
                <a:gd name="connsiteY3" fmla="*/ 0 h 23192"/>
                <a:gd name="connsiteX4" fmla="*/ 29276 w 29275"/>
                <a:gd name="connsiteY4" fmla="*/ 11660 h 23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275" h="23192">
                  <a:moveTo>
                    <a:pt x="29276" y="11660"/>
                  </a:moveTo>
                  <a:cubicBezTo>
                    <a:pt x="29276" y="18123"/>
                    <a:pt x="22686" y="23193"/>
                    <a:pt x="14701" y="23193"/>
                  </a:cubicBezTo>
                  <a:cubicBezTo>
                    <a:pt x="6717" y="23193"/>
                    <a:pt x="0" y="17997"/>
                    <a:pt x="0" y="11660"/>
                  </a:cubicBezTo>
                  <a:cubicBezTo>
                    <a:pt x="0" y="5323"/>
                    <a:pt x="6591" y="0"/>
                    <a:pt x="14701" y="0"/>
                  </a:cubicBezTo>
                  <a:cubicBezTo>
                    <a:pt x="22813" y="0"/>
                    <a:pt x="29276" y="5196"/>
                    <a:pt x="29276" y="1166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8" name="Freeform: Shape 2467">
              <a:extLst>
                <a:ext uri="{FF2B5EF4-FFF2-40B4-BE49-F238E27FC236}">
                  <a16:creationId xmlns:a16="http://schemas.microsoft.com/office/drawing/2014/main" id="{29726E15-B335-E14B-65DE-BF60978D34D0}"/>
                </a:ext>
              </a:extLst>
            </p:cNvPr>
            <p:cNvSpPr/>
            <p:nvPr/>
          </p:nvSpPr>
          <p:spPr>
            <a:xfrm>
              <a:off x="3896751" y="5693009"/>
              <a:ext cx="29275" cy="23192"/>
            </a:xfrm>
            <a:custGeom>
              <a:avLst/>
              <a:gdLst>
                <a:gd name="connsiteX0" fmla="*/ 29276 w 29275"/>
                <a:gd name="connsiteY0" fmla="*/ 11533 h 23192"/>
                <a:gd name="connsiteX1" fmla="*/ 14701 w 29275"/>
                <a:gd name="connsiteY1" fmla="*/ 23193 h 23192"/>
                <a:gd name="connsiteX2" fmla="*/ 0 w 29275"/>
                <a:gd name="connsiteY2" fmla="*/ 11533 h 23192"/>
                <a:gd name="connsiteX3" fmla="*/ 14701 w 29275"/>
                <a:gd name="connsiteY3" fmla="*/ 0 h 23192"/>
                <a:gd name="connsiteX4" fmla="*/ 29276 w 29275"/>
                <a:gd name="connsiteY4" fmla="*/ 11533 h 23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275" h="23192">
                  <a:moveTo>
                    <a:pt x="29276" y="11533"/>
                  </a:moveTo>
                  <a:cubicBezTo>
                    <a:pt x="29276" y="17996"/>
                    <a:pt x="22686" y="23193"/>
                    <a:pt x="14701" y="23193"/>
                  </a:cubicBezTo>
                  <a:cubicBezTo>
                    <a:pt x="6717" y="23193"/>
                    <a:pt x="0" y="17996"/>
                    <a:pt x="0" y="11533"/>
                  </a:cubicBezTo>
                  <a:cubicBezTo>
                    <a:pt x="0" y="5069"/>
                    <a:pt x="6590" y="0"/>
                    <a:pt x="14701" y="0"/>
                  </a:cubicBezTo>
                  <a:cubicBezTo>
                    <a:pt x="22812" y="0"/>
                    <a:pt x="29276" y="5196"/>
                    <a:pt x="29276" y="1153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9" name="Freeform: Shape 2468">
              <a:extLst>
                <a:ext uri="{FF2B5EF4-FFF2-40B4-BE49-F238E27FC236}">
                  <a16:creationId xmlns:a16="http://schemas.microsoft.com/office/drawing/2014/main" id="{43463114-7AA1-DF23-0192-3D2755263D08}"/>
                </a:ext>
              </a:extLst>
            </p:cNvPr>
            <p:cNvSpPr/>
            <p:nvPr/>
          </p:nvSpPr>
          <p:spPr>
            <a:xfrm>
              <a:off x="3794982" y="5626853"/>
              <a:ext cx="29909" cy="23572"/>
            </a:xfrm>
            <a:custGeom>
              <a:avLst/>
              <a:gdLst>
                <a:gd name="connsiteX0" fmla="*/ 29910 w 29909"/>
                <a:gd name="connsiteY0" fmla="*/ 11786 h 23572"/>
                <a:gd name="connsiteX1" fmla="*/ 14955 w 29909"/>
                <a:gd name="connsiteY1" fmla="*/ 23573 h 23572"/>
                <a:gd name="connsiteX2" fmla="*/ 0 w 29909"/>
                <a:gd name="connsiteY2" fmla="*/ 11786 h 23572"/>
                <a:gd name="connsiteX3" fmla="*/ 14955 w 29909"/>
                <a:gd name="connsiteY3" fmla="*/ 0 h 23572"/>
                <a:gd name="connsiteX4" fmla="*/ 29910 w 29909"/>
                <a:gd name="connsiteY4" fmla="*/ 11786 h 2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909" h="23572">
                  <a:moveTo>
                    <a:pt x="29910" y="11786"/>
                  </a:moveTo>
                  <a:cubicBezTo>
                    <a:pt x="29910" y="18376"/>
                    <a:pt x="23193" y="23573"/>
                    <a:pt x="14955" y="23573"/>
                  </a:cubicBezTo>
                  <a:cubicBezTo>
                    <a:pt x="6717" y="23573"/>
                    <a:pt x="0" y="18250"/>
                    <a:pt x="0" y="11786"/>
                  </a:cubicBezTo>
                  <a:cubicBezTo>
                    <a:pt x="0" y="5323"/>
                    <a:pt x="6717" y="0"/>
                    <a:pt x="14955" y="0"/>
                  </a:cubicBezTo>
                  <a:cubicBezTo>
                    <a:pt x="23193" y="0"/>
                    <a:pt x="29910" y="5323"/>
                    <a:pt x="29910" y="1178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0" name="Freeform: Shape 2469">
              <a:extLst>
                <a:ext uri="{FF2B5EF4-FFF2-40B4-BE49-F238E27FC236}">
                  <a16:creationId xmlns:a16="http://schemas.microsoft.com/office/drawing/2014/main" id="{9775BDAA-5AF8-CF6B-EEBB-13F763C459C0}"/>
                </a:ext>
              </a:extLst>
            </p:cNvPr>
            <p:cNvSpPr/>
            <p:nvPr/>
          </p:nvSpPr>
          <p:spPr>
            <a:xfrm>
              <a:off x="3696762" y="5558035"/>
              <a:ext cx="29783" cy="23573"/>
            </a:xfrm>
            <a:custGeom>
              <a:avLst/>
              <a:gdLst>
                <a:gd name="connsiteX0" fmla="*/ 29783 w 29783"/>
                <a:gd name="connsiteY0" fmla="*/ 11787 h 23573"/>
                <a:gd name="connsiteX1" fmla="*/ 14955 w 29783"/>
                <a:gd name="connsiteY1" fmla="*/ 23573 h 23573"/>
                <a:gd name="connsiteX2" fmla="*/ 0 w 29783"/>
                <a:gd name="connsiteY2" fmla="*/ 11787 h 23573"/>
                <a:gd name="connsiteX3" fmla="*/ 14955 w 29783"/>
                <a:gd name="connsiteY3" fmla="*/ 0 h 23573"/>
                <a:gd name="connsiteX4" fmla="*/ 29783 w 29783"/>
                <a:gd name="connsiteY4" fmla="*/ 11787 h 23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783" h="23573">
                  <a:moveTo>
                    <a:pt x="29783" y="11787"/>
                  </a:moveTo>
                  <a:cubicBezTo>
                    <a:pt x="29783" y="18377"/>
                    <a:pt x="23193" y="23573"/>
                    <a:pt x="14955" y="23573"/>
                  </a:cubicBezTo>
                  <a:cubicBezTo>
                    <a:pt x="6717" y="23573"/>
                    <a:pt x="0" y="18250"/>
                    <a:pt x="0" y="11787"/>
                  </a:cubicBezTo>
                  <a:cubicBezTo>
                    <a:pt x="0" y="5323"/>
                    <a:pt x="6717" y="0"/>
                    <a:pt x="14955" y="0"/>
                  </a:cubicBezTo>
                  <a:cubicBezTo>
                    <a:pt x="23193" y="0"/>
                    <a:pt x="29783" y="5323"/>
                    <a:pt x="29783" y="1178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1" name="Freeform: Shape 2470">
              <a:extLst>
                <a:ext uri="{FF2B5EF4-FFF2-40B4-BE49-F238E27FC236}">
                  <a16:creationId xmlns:a16="http://schemas.microsoft.com/office/drawing/2014/main" id="{4B9416C4-78C5-D0F6-14A8-9FAF45C7E53B}"/>
                </a:ext>
              </a:extLst>
            </p:cNvPr>
            <p:cNvSpPr/>
            <p:nvPr/>
          </p:nvSpPr>
          <p:spPr>
            <a:xfrm>
              <a:off x="3601710" y="5486683"/>
              <a:ext cx="29275" cy="23192"/>
            </a:xfrm>
            <a:custGeom>
              <a:avLst/>
              <a:gdLst>
                <a:gd name="connsiteX0" fmla="*/ 29276 w 29275"/>
                <a:gd name="connsiteY0" fmla="*/ 11660 h 23192"/>
                <a:gd name="connsiteX1" fmla="*/ 14575 w 29275"/>
                <a:gd name="connsiteY1" fmla="*/ 23193 h 23192"/>
                <a:gd name="connsiteX2" fmla="*/ 0 w 29275"/>
                <a:gd name="connsiteY2" fmla="*/ 11660 h 23192"/>
                <a:gd name="connsiteX3" fmla="*/ 14575 w 29275"/>
                <a:gd name="connsiteY3" fmla="*/ 0 h 23192"/>
                <a:gd name="connsiteX4" fmla="*/ 29276 w 29275"/>
                <a:gd name="connsiteY4" fmla="*/ 11660 h 23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275" h="23192">
                  <a:moveTo>
                    <a:pt x="29276" y="11660"/>
                  </a:moveTo>
                  <a:cubicBezTo>
                    <a:pt x="29276" y="17997"/>
                    <a:pt x="22686" y="23193"/>
                    <a:pt x="14575" y="23193"/>
                  </a:cubicBezTo>
                  <a:cubicBezTo>
                    <a:pt x="6464" y="23193"/>
                    <a:pt x="0" y="17997"/>
                    <a:pt x="0" y="11660"/>
                  </a:cubicBezTo>
                  <a:cubicBezTo>
                    <a:pt x="0" y="5323"/>
                    <a:pt x="6590" y="0"/>
                    <a:pt x="14575" y="0"/>
                  </a:cubicBezTo>
                  <a:cubicBezTo>
                    <a:pt x="22559" y="0"/>
                    <a:pt x="29276" y="5196"/>
                    <a:pt x="29276" y="1166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2" name="Freeform: Shape 2471">
              <a:extLst>
                <a:ext uri="{FF2B5EF4-FFF2-40B4-BE49-F238E27FC236}">
                  <a16:creationId xmlns:a16="http://schemas.microsoft.com/office/drawing/2014/main" id="{8EE2BBA0-1744-DB08-48A2-B55AA4CFD2BD}"/>
                </a:ext>
              </a:extLst>
            </p:cNvPr>
            <p:cNvSpPr/>
            <p:nvPr/>
          </p:nvSpPr>
          <p:spPr>
            <a:xfrm>
              <a:off x="3509573" y="5412416"/>
              <a:ext cx="29909" cy="23572"/>
            </a:xfrm>
            <a:custGeom>
              <a:avLst/>
              <a:gdLst>
                <a:gd name="connsiteX0" fmla="*/ 29910 w 29909"/>
                <a:gd name="connsiteY0" fmla="*/ 11786 h 23572"/>
                <a:gd name="connsiteX1" fmla="*/ 14955 w 29909"/>
                <a:gd name="connsiteY1" fmla="*/ 23573 h 23572"/>
                <a:gd name="connsiteX2" fmla="*/ 0 w 29909"/>
                <a:gd name="connsiteY2" fmla="*/ 11786 h 23572"/>
                <a:gd name="connsiteX3" fmla="*/ 14955 w 29909"/>
                <a:gd name="connsiteY3" fmla="*/ 0 h 23572"/>
                <a:gd name="connsiteX4" fmla="*/ 29910 w 29909"/>
                <a:gd name="connsiteY4" fmla="*/ 11786 h 2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909" h="23572">
                  <a:moveTo>
                    <a:pt x="29910" y="11786"/>
                  </a:moveTo>
                  <a:cubicBezTo>
                    <a:pt x="29910" y="18377"/>
                    <a:pt x="23193" y="23573"/>
                    <a:pt x="14955" y="23573"/>
                  </a:cubicBezTo>
                  <a:cubicBezTo>
                    <a:pt x="6717" y="23573"/>
                    <a:pt x="0" y="18250"/>
                    <a:pt x="0" y="11786"/>
                  </a:cubicBezTo>
                  <a:cubicBezTo>
                    <a:pt x="0" y="5323"/>
                    <a:pt x="6717" y="0"/>
                    <a:pt x="14955" y="0"/>
                  </a:cubicBezTo>
                  <a:cubicBezTo>
                    <a:pt x="23193" y="0"/>
                    <a:pt x="29910" y="5323"/>
                    <a:pt x="29910" y="1178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3" name="Freeform: Shape 2472">
              <a:extLst>
                <a:ext uri="{FF2B5EF4-FFF2-40B4-BE49-F238E27FC236}">
                  <a16:creationId xmlns:a16="http://schemas.microsoft.com/office/drawing/2014/main" id="{12BE96BA-3F67-0C0D-F995-8D55889C543B}"/>
                </a:ext>
              </a:extLst>
            </p:cNvPr>
            <p:cNvSpPr/>
            <p:nvPr/>
          </p:nvSpPr>
          <p:spPr>
            <a:xfrm>
              <a:off x="3421111" y="5335614"/>
              <a:ext cx="29909" cy="23572"/>
            </a:xfrm>
            <a:custGeom>
              <a:avLst/>
              <a:gdLst>
                <a:gd name="connsiteX0" fmla="*/ 29910 w 29909"/>
                <a:gd name="connsiteY0" fmla="*/ 11786 h 23572"/>
                <a:gd name="connsiteX1" fmla="*/ 14955 w 29909"/>
                <a:gd name="connsiteY1" fmla="*/ 23573 h 23572"/>
                <a:gd name="connsiteX2" fmla="*/ 0 w 29909"/>
                <a:gd name="connsiteY2" fmla="*/ 11786 h 23572"/>
                <a:gd name="connsiteX3" fmla="*/ 14955 w 29909"/>
                <a:gd name="connsiteY3" fmla="*/ 0 h 23572"/>
                <a:gd name="connsiteX4" fmla="*/ 29910 w 29909"/>
                <a:gd name="connsiteY4" fmla="*/ 11786 h 2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909" h="23572">
                  <a:moveTo>
                    <a:pt x="29910" y="11786"/>
                  </a:moveTo>
                  <a:cubicBezTo>
                    <a:pt x="29910" y="18377"/>
                    <a:pt x="23193" y="23573"/>
                    <a:pt x="14955" y="23573"/>
                  </a:cubicBezTo>
                  <a:cubicBezTo>
                    <a:pt x="6717" y="23573"/>
                    <a:pt x="0" y="18250"/>
                    <a:pt x="0" y="11786"/>
                  </a:cubicBezTo>
                  <a:cubicBezTo>
                    <a:pt x="0" y="5323"/>
                    <a:pt x="6717" y="0"/>
                    <a:pt x="14955" y="0"/>
                  </a:cubicBezTo>
                  <a:cubicBezTo>
                    <a:pt x="23193" y="0"/>
                    <a:pt x="29910" y="5323"/>
                    <a:pt x="29910" y="1178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4" name="Freeform: Shape 2473">
              <a:extLst>
                <a:ext uri="{FF2B5EF4-FFF2-40B4-BE49-F238E27FC236}">
                  <a16:creationId xmlns:a16="http://schemas.microsoft.com/office/drawing/2014/main" id="{19406389-E677-89A3-701E-C5C49E08A612}"/>
                </a:ext>
              </a:extLst>
            </p:cNvPr>
            <p:cNvSpPr/>
            <p:nvPr/>
          </p:nvSpPr>
          <p:spPr>
            <a:xfrm>
              <a:off x="3336578" y="5256531"/>
              <a:ext cx="29275" cy="23319"/>
            </a:xfrm>
            <a:custGeom>
              <a:avLst/>
              <a:gdLst>
                <a:gd name="connsiteX0" fmla="*/ 29276 w 29275"/>
                <a:gd name="connsiteY0" fmla="*/ 11659 h 23319"/>
                <a:gd name="connsiteX1" fmla="*/ 14701 w 29275"/>
                <a:gd name="connsiteY1" fmla="*/ 23319 h 23319"/>
                <a:gd name="connsiteX2" fmla="*/ 0 w 29275"/>
                <a:gd name="connsiteY2" fmla="*/ 11659 h 23319"/>
                <a:gd name="connsiteX3" fmla="*/ 14701 w 29275"/>
                <a:gd name="connsiteY3" fmla="*/ 0 h 23319"/>
                <a:gd name="connsiteX4" fmla="*/ 29276 w 29275"/>
                <a:gd name="connsiteY4" fmla="*/ 11659 h 23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275" h="23319">
                  <a:moveTo>
                    <a:pt x="29276" y="11659"/>
                  </a:moveTo>
                  <a:cubicBezTo>
                    <a:pt x="29276" y="18123"/>
                    <a:pt x="22686" y="23319"/>
                    <a:pt x="14701" y="23319"/>
                  </a:cubicBezTo>
                  <a:cubicBezTo>
                    <a:pt x="6717" y="23319"/>
                    <a:pt x="0" y="18123"/>
                    <a:pt x="0" y="11659"/>
                  </a:cubicBezTo>
                  <a:cubicBezTo>
                    <a:pt x="0" y="5196"/>
                    <a:pt x="6591" y="0"/>
                    <a:pt x="14701" y="0"/>
                  </a:cubicBezTo>
                  <a:cubicBezTo>
                    <a:pt x="22813" y="0"/>
                    <a:pt x="29276" y="5196"/>
                    <a:pt x="29276" y="1165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5" name="Freeform: Shape 2474">
              <a:extLst>
                <a:ext uri="{FF2B5EF4-FFF2-40B4-BE49-F238E27FC236}">
                  <a16:creationId xmlns:a16="http://schemas.microsoft.com/office/drawing/2014/main" id="{0F9B6F68-2296-E1A5-6CAB-94E8F5A961A8}"/>
                </a:ext>
              </a:extLst>
            </p:cNvPr>
            <p:cNvSpPr/>
            <p:nvPr/>
          </p:nvSpPr>
          <p:spPr>
            <a:xfrm>
              <a:off x="3255340" y="5174913"/>
              <a:ext cx="29276" cy="23192"/>
            </a:xfrm>
            <a:custGeom>
              <a:avLst/>
              <a:gdLst>
                <a:gd name="connsiteX0" fmla="*/ 29276 w 29276"/>
                <a:gd name="connsiteY0" fmla="*/ 11533 h 23192"/>
                <a:gd name="connsiteX1" fmla="*/ 14575 w 29276"/>
                <a:gd name="connsiteY1" fmla="*/ 23193 h 23192"/>
                <a:gd name="connsiteX2" fmla="*/ 0 w 29276"/>
                <a:gd name="connsiteY2" fmla="*/ 11533 h 23192"/>
                <a:gd name="connsiteX3" fmla="*/ 14575 w 29276"/>
                <a:gd name="connsiteY3" fmla="*/ 0 h 23192"/>
                <a:gd name="connsiteX4" fmla="*/ 29276 w 29276"/>
                <a:gd name="connsiteY4" fmla="*/ 11533 h 23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276" h="23192">
                  <a:moveTo>
                    <a:pt x="29276" y="11533"/>
                  </a:moveTo>
                  <a:cubicBezTo>
                    <a:pt x="29276" y="17996"/>
                    <a:pt x="22686" y="23193"/>
                    <a:pt x="14575" y="23193"/>
                  </a:cubicBezTo>
                  <a:cubicBezTo>
                    <a:pt x="6464" y="23193"/>
                    <a:pt x="0" y="17996"/>
                    <a:pt x="0" y="11533"/>
                  </a:cubicBezTo>
                  <a:cubicBezTo>
                    <a:pt x="0" y="5069"/>
                    <a:pt x="6591" y="0"/>
                    <a:pt x="14575" y="0"/>
                  </a:cubicBezTo>
                  <a:cubicBezTo>
                    <a:pt x="22559" y="0"/>
                    <a:pt x="29276" y="5196"/>
                    <a:pt x="29276" y="1153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6" name="Freeform: Shape 2475">
              <a:extLst>
                <a:ext uri="{FF2B5EF4-FFF2-40B4-BE49-F238E27FC236}">
                  <a16:creationId xmlns:a16="http://schemas.microsoft.com/office/drawing/2014/main" id="{CA8DF938-CE89-76EF-B319-8F38068059AB}"/>
                </a:ext>
              </a:extLst>
            </p:cNvPr>
            <p:cNvSpPr/>
            <p:nvPr/>
          </p:nvSpPr>
          <p:spPr>
            <a:xfrm>
              <a:off x="3177905" y="5091013"/>
              <a:ext cx="29275" cy="23192"/>
            </a:xfrm>
            <a:custGeom>
              <a:avLst/>
              <a:gdLst>
                <a:gd name="connsiteX0" fmla="*/ 29276 w 29275"/>
                <a:gd name="connsiteY0" fmla="*/ 11533 h 23192"/>
                <a:gd name="connsiteX1" fmla="*/ 14575 w 29275"/>
                <a:gd name="connsiteY1" fmla="*/ 23193 h 23192"/>
                <a:gd name="connsiteX2" fmla="*/ 0 w 29275"/>
                <a:gd name="connsiteY2" fmla="*/ 11533 h 23192"/>
                <a:gd name="connsiteX3" fmla="*/ 14575 w 29275"/>
                <a:gd name="connsiteY3" fmla="*/ 0 h 23192"/>
                <a:gd name="connsiteX4" fmla="*/ 29276 w 29275"/>
                <a:gd name="connsiteY4" fmla="*/ 11533 h 23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275" h="23192">
                  <a:moveTo>
                    <a:pt x="29276" y="11533"/>
                  </a:moveTo>
                  <a:cubicBezTo>
                    <a:pt x="29276" y="17996"/>
                    <a:pt x="22686" y="23193"/>
                    <a:pt x="14575" y="23193"/>
                  </a:cubicBezTo>
                  <a:cubicBezTo>
                    <a:pt x="6463" y="23193"/>
                    <a:pt x="0" y="17996"/>
                    <a:pt x="0" y="11533"/>
                  </a:cubicBezTo>
                  <a:cubicBezTo>
                    <a:pt x="0" y="5069"/>
                    <a:pt x="6590" y="0"/>
                    <a:pt x="14575" y="0"/>
                  </a:cubicBezTo>
                  <a:cubicBezTo>
                    <a:pt x="22559" y="0"/>
                    <a:pt x="29276" y="5196"/>
                    <a:pt x="29276" y="1153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7" name="Freeform: Shape 2476">
              <a:extLst>
                <a:ext uri="{FF2B5EF4-FFF2-40B4-BE49-F238E27FC236}">
                  <a16:creationId xmlns:a16="http://schemas.microsoft.com/office/drawing/2014/main" id="{E4A31329-35F9-DAD0-48D8-EA01A49B77A9}"/>
                </a:ext>
              </a:extLst>
            </p:cNvPr>
            <p:cNvSpPr/>
            <p:nvPr/>
          </p:nvSpPr>
          <p:spPr>
            <a:xfrm>
              <a:off x="3104398" y="5004833"/>
              <a:ext cx="29275" cy="23319"/>
            </a:xfrm>
            <a:custGeom>
              <a:avLst/>
              <a:gdLst>
                <a:gd name="connsiteX0" fmla="*/ 29276 w 29275"/>
                <a:gd name="connsiteY0" fmla="*/ 11660 h 23319"/>
                <a:gd name="connsiteX1" fmla="*/ 14575 w 29275"/>
                <a:gd name="connsiteY1" fmla="*/ 23319 h 23319"/>
                <a:gd name="connsiteX2" fmla="*/ 0 w 29275"/>
                <a:gd name="connsiteY2" fmla="*/ 11660 h 23319"/>
                <a:gd name="connsiteX3" fmla="*/ 14575 w 29275"/>
                <a:gd name="connsiteY3" fmla="*/ 0 h 23319"/>
                <a:gd name="connsiteX4" fmla="*/ 29276 w 29275"/>
                <a:gd name="connsiteY4" fmla="*/ 11660 h 23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275" h="23319">
                  <a:moveTo>
                    <a:pt x="29276" y="11660"/>
                  </a:moveTo>
                  <a:cubicBezTo>
                    <a:pt x="29276" y="18123"/>
                    <a:pt x="22686" y="23319"/>
                    <a:pt x="14575" y="23319"/>
                  </a:cubicBezTo>
                  <a:cubicBezTo>
                    <a:pt x="6464" y="23319"/>
                    <a:pt x="0" y="18123"/>
                    <a:pt x="0" y="11660"/>
                  </a:cubicBezTo>
                  <a:cubicBezTo>
                    <a:pt x="0" y="5196"/>
                    <a:pt x="6590" y="0"/>
                    <a:pt x="14575" y="0"/>
                  </a:cubicBezTo>
                  <a:cubicBezTo>
                    <a:pt x="22559" y="0"/>
                    <a:pt x="29276" y="5196"/>
                    <a:pt x="29276" y="1166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8" name="Freeform: Shape 2477">
              <a:extLst>
                <a:ext uri="{FF2B5EF4-FFF2-40B4-BE49-F238E27FC236}">
                  <a16:creationId xmlns:a16="http://schemas.microsoft.com/office/drawing/2014/main" id="{CD86AA34-6EA2-DB58-6DF3-D8E4CD6099ED}"/>
                </a:ext>
              </a:extLst>
            </p:cNvPr>
            <p:cNvSpPr/>
            <p:nvPr/>
          </p:nvSpPr>
          <p:spPr>
            <a:xfrm>
              <a:off x="3034820" y="4916752"/>
              <a:ext cx="29275" cy="23192"/>
            </a:xfrm>
            <a:custGeom>
              <a:avLst/>
              <a:gdLst>
                <a:gd name="connsiteX0" fmla="*/ 29276 w 29275"/>
                <a:gd name="connsiteY0" fmla="*/ 11659 h 23192"/>
                <a:gd name="connsiteX1" fmla="*/ 14575 w 29275"/>
                <a:gd name="connsiteY1" fmla="*/ 23193 h 23192"/>
                <a:gd name="connsiteX2" fmla="*/ 0 w 29275"/>
                <a:gd name="connsiteY2" fmla="*/ 11659 h 23192"/>
                <a:gd name="connsiteX3" fmla="*/ 14575 w 29275"/>
                <a:gd name="connsiteY3" fmla="*/ 0 h 23192"/>
                <a:gd name="connsiteX4" fmla="*/ 29276 w 29275"/>
                <a:gd name="connsiteY4" fmla="*/ 11659 h 23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275" h="23192">
                  <a:moveTo>
                    <a:pt x="29276" y="11659"/>
                  </a:moveTo>
                  <a:cubicBezTo>
                    <a:pt x="29276" y="18123"/>
                    <a:pt x="22686" y="23193"/>
                    <a:pt x="14575" y="23193"/>
                  </a:cubicBezTo>
                  <a:cubicBezTo>
                    <a:pt x="6463" y="23193"/>
                    <a:pt x="0" y="17996"/>
                    <a:pt x="0" y="11659"/>
                  </a:cubicBezTo>
                  <a:cubicBezTo>
                    <a:pt x="0" y="5323"/>
                    <a:pt x="6590" y="0"/>
                    <a:pt x="14575" y="0"/>
                  </a:cubicBezTo>
                  <a:cubicBezTo>
                    <a:pt x="22559" y="0"/>
                    <a:pt x="29276" y="5196"/>
                    <a:pt x="29276" y="1165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9" name="Freeform: Shape 2478">
              <a:extLst>
                <a:ext uri="{FF2B5EF4-FFF2-40B4-BE49-F238E27FC236}">
                  <a16:creationId xmlns:a16="http://schemas.microsoft.com/office/drawing/2014/main" id="{8354B2FD-C950-B328-F0B5-562C60A34EAB}"/>
                </a:ext>
              </a:extLst>
            </p:cNvPr>
            <p:cNvSpPr/>
            <p:nvPr/>
          </p:nvSpPr>
          <p:spPr>
            <a:xfrm>
              <a:off x="2969551" y="4827022"/>
              <a:ext cx="28515" cy="22558"/>
            </a:xfrm>
            <a:custGeom>
              <a:avLst/>
              <a:gdLst>
                <a:gd name="connsiteX0" fmla="*/ 28516 w 28515"/>
                <a:gd name="connsiteY0" fmla="*/ 11280 h 22558"/>
                <a:gd name="connsiteX1" fmla="*/ 14194 w 28515"/>
                <a:gd name="connsiteY1" fmla="*/ 22559 h 22558"/>
                <a:gd name="connsiteX2" fmla="*/ 0 w 28515"/>
                <a:gd name="connsiteY2" fmla="*/ 11280 h 22558"/>
                <a:gd name="connsiteX3" fmla="*/ 14194 w 28515"/>
                <a:gd name="connsiteY3" fmla="*/ 0 h 22558"/>
                <a:gd name="connsiteX4" fmla="*/ 28516 w 28515"/>
                <a:gd name="connsiteY4" fmla="*/ 11280 h 22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15" h="22558">
                  <a:moveTo>
                    <a:pt x="28516" y="11280"/>
                  </a:moveTo>
                  <a:cubicBezTo>
                    <a:pt x="28516" y="17490"/>
                    <a:pt x="22179" y="22559"/>
                    <a:pt x="14194" y="22559"/>
                  </a:cubicBezTo>
                  <a:cubicBezTo>
                    <a:pt x="6210" y="22559"/>
                    <a:pt x="0" y="17490"/>
                    <a:pt x="0" y="11280"/>
                  </a:cubicBezTo>
                  <a:cubicBezTo>
                    <a:pt x="0" y="5069"/>
                    <a:pt x="6337" y="0"/>
                    <a:pt x="14194" y="0"/>
                  </a:cubicBezTo>
                  <a:cubicBezTo>
                    <a:pt x="22052" y="0"/>
                    <a:pt x="28516" y="5069"/>
                    <a:pt x="28516" y="1128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0" name="Freeform: Shape 2479">
              <a:extLst>
                <a:ext uri="{FF2B5EF4-FFF2-40B4-BE49-F238E27FC236}">
                  <a16:creationId xmlns:a16="http://schemas.microsoft.com/office/drawing/2014/main" id="{3F4C1D32-73AB-211A-5C72-3E5EAE3230F5}"/>
                </a:ext>
              </a:extLst>
            </p:cNvPr>
            <p:cNvSpPr/>
            <p:nvPr/>
          </p:nvSpPr>
          <p:spPr>
            <a:xfrm>
              <a:off x="2908211" y="4735139"/>
              <a:ext cx="28388" cy="22558"/>
            </a:xfrm>
            <a:custGeom>
              <a:avLst/>
              <a:gdLst>
                <a:gd name="connsiteX0" fmla="*/ 28389 w 28388"/>
                <a:gd name="connsiteY0" fmla="*/ 11280 h 22558"/>
                <a:gd name="connsiteX1" fmla="*/ 14194 w 28388"/>
                <a:gd name="connsiteY1" fmla="*/ 22559 h 22558"/>
                <a:gd name="connsiteX2" fmla="*/ 0 w 28388"/>
                <a:gd name="connsiteY2" fmla="*/ 11280 h 22558"/>
                <a:gd name="connsiteX3" fmla="*/ 14194 w 28388"/>
                <a:gd name="connsiteY3" fmla="*/ 0 h 22558"/>
                <a:gd name="connsiteX4" fmla="*/ 28389 w 28388"/>
                <a:gd name="connsiteY4" fmla="*/ 11280 h 22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388" h="22558">
                  <a:moveTo>
                    <a:pt x="28389" y="11280"/>
                  </a:moveTo>
                  <a:cubicBezTo>
                    <a:pt x="28389" y="17490"/>
                    <a:pt x="22052" y="22559"/>
                    <a:pt x="14194" y="22559"/>
                  </a:cubicBezTo>
                  <a:cubicBezTo>
                    <a:pt x="6337" y="22559"/>
                    <a:pt x="0" y="17490"/>
                    <a:pt x="0" y="11280"/>
                  </a:cubicBezTo>
                  <a:cubicBezTo>
                    <a:pt x="0" y="5069"/>
                    <a:pt x="6337" y="0"/>
                    <a:pt x="14194" y="0"/>
                  </a:cubicBezTo>
                  <a:cubicBezTo>
                    <a:pt x="22052" y="0"/>
                    <a:pt x="28389" y="5069"/>
                    <a:pt x="28389" y="1128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1" name="Freeform: Shape 2480">
              <a:extLst>
                <a:ext uri="{FF2B5EF4-FFF2-40B4-BE49-F238E27FC236}">
                  <a16:creationId xmlns:a16="http://schemas.microsoft.com/office/drawing/2014/main" id="{7932598B-926B-90E5-8AB5-BE696957DF0D}"/>
                </a:ext>
              </a:extLst>
            </p:cNvPr>
            <p:cNvSpPr/>
            <p:nvPr/>
          </p:nvSpPr>
          <p:spPr>
            <a:xfrm>
              <a:off x="2851433" y="4641861"/>
              <a:ext cx="27628" cy="21925"/>
            </a:xfrm>
            <a:custGeom>
              <a:avLst/>
              <a:gdLst>
                <a:gd name="connsiteX0" fmla="*/ 27628 w 27628"/>
                <a:gd name="connsiteY0" fmla="*/ 11026 h 21925"/>
                <a:gd name="connsiteX1" fmla="*/ 13814 w 27628"/>
                <a:gd name="connsiteY1" fmla="*/ 21925 h 21925"/>
                <a:gd name="connsiteX2" fmla="*/ 0 w 27628"/>
                <a:gd name="connsiteY2" fmla="*/ 11026 h 21925"/>
                <a:gd name="connsiteX3" fmla="*/ 13814 w 27628"/>
                <a:gd name="connsiteY3" fmla="*/ 0 h 21925"/>
                <a:gd name="connsiteX4" fmla="*/ 27628 w 27628"/>
                <a:gd name="connsiteY4" fmla="*/ 11026 h 2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28" h="21925">
                  <a:moveTo>
                    <a:pt x="27628" y="11026"/>
                  </a:moveTo>
                  <a:cubicBezTo>
                    <a:pt x="27628" y="17109"/>
                    <a:pt x="21418" y="21925"/>
                    <a:pt x="13814" y="21925"/>
                  </a:cubicBezTo>
                  <a:cubicBezTo>
                    <a:pt x="6210" y="21925"/>
                    <a:pt x="0" y="16983"/>
                    <a:pt x="0" y="11026"/>
                  </a:cubicBezTo>
                  <a:cubicBezTo>
                    <a:pt x="0" y="5069"/>
                    <a:pt x="6210" y="0"/>
                    <a:pt x="13814" y="0"/>
                  </a:cubicBezTo>
                  <a:cubicBezTo>
                    <a:pt x="21418" y="0"/>
                    <a:pt x="27628" y="4943"/>
                    <a:pt x="27628" y="1102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2" name="Freeform: Shape 2481">
              <a:extLst>
                <a:ext uri="{FF2B5EF4-FFF2-40B4-BE49-F238E27FC236}">
                  <a16:creationId xmlns:a16="http://schemas.microsoft.com/office/drawing/2014/main" id="{93E35DFF-D53F-8FAA-6E62-4B985CD7F1BA}"/>
                </a:ext>
              </a:extLst>
            </p:cNvPr>
            <p:cNvSpPr/>
            <p:nvPr/>
          </p:nvSpPr>
          <p:spPr>
            <a:xfrm>
              <a:off x="2798584" y="4546809"/>
              <a:ext cx="27628" cy="21925"/>
            </a:xfrm>
            <a:custGeom>
              <a:avLst/>
              <a:gdLst>
                <a:gd name="connsiteX0" fmla="*/ 27628 w 27628"/>
                <a:gd name="connsiteY0" fmla="*/ 10899 h 21925"/>
                <a:gd name="connsiteX1" fmla="*/ 13814 w 27628"/>
                <a:gd name="connsiteY1" fmla="*/ 21925 h 21925"/>
                <a:gd name="connsiteX2" fmla="*/ 0 w 27628"/>
                <a:gd name="connsiteY2" fmla="*/ 10899 h 21925"/>
                <a:gd name="connsiteX3" fmla="*/ 13814 w 27628"/>
                <a:gd name="connsiteY3" fmla="*/ 0 h 21925"/>
                <a:gd name="connsiteX4" fmla="*/ 27628 w 27628"/>
                <a:gd name="connsiteY4" fmla="*/ 10899 h 2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28" h="21925">
                  <a:moveTo>
                    <a:pt x="27628" y="10899"/>
                  </a:moveTo>
                  <a:cubicBezTo>
                    <a:pt x="27628" y="16983"/>
                    <a:pt x="21418" y="21925"/>
                    <a:pt x="13814" y="21925"/>
                  </a:cubicBezTo>
                  <a:cubicBezTo>
                    <a:pt x="6210" y="21925"/>
                    <a:pt x="0" y="16983"/>
                    <a:pt x="0" y="10899"/>
                  </a:cubicBezTo>
                  <a:cubicBezTo>
                    <a:pt x="0" y="4816"/>
                    <a:pt x="6210" y="0"/>
                    <a:pt x="13814" y="0"/>
                  </a:cubicBezTo>
                  <a:cubicBezTo>
                    <a:pt x="21418" y="0"/>
                    <a:pt x="27628" y="4943"/>
                    <a:pt x="27628" y="1089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3" name="Freeform: Shape 2482">
              <a:extLst>
                <a:ext uri="{FF2B5EF4-FFF2-40B4-BE49-F238E27FC236}">
                  <a16:creationId xmlns:a16="http://schemas.microsoft.com/office/drawing/2014/main" id="{AF6E54F8-368E-8D50-9A61-906643E536AA}"/>
                </a:ext>
              </a:extLst>
            </p:cNvPr>
            <p:cNvSpPr/>
            <p:nvPr/>
          </p:nvSpPr>
          <p:spPr>
            <a:xfrm>
              <a:off x="2750425" y="4450490"/>
              <a:ext cx="26867" cy="21291"/>
            </a:xfrm>
            <a:custGeom>
              <a:avLst/>
              <a:gdLst>
                <a:gd name="connsiteX0" fmla="*/ 26868 w 26867"/>
                <a:gd name="connsiteY0" fmla="*/ 10646 h 21291"/>
                <a:gd name="connsiteX1" fmla="*/ 13434 w 26867"/>
                <a:gd name="connsiteY1" fmla="*/ 21292 h 21291"/>
                <a:gd name="connsiteX2" fmla="*/ 0 w 26867"/>
                <a:gd name="connsiteY2" fmla="*/ 10646 h 21291"/>
                <a:gd name="connsiteX3" fmla="*/ 13434 w 26867"/>
                <a:gd name="connsiteY3" fmla="*/ 0 h 21291"/>
                <a:gd name="connsiteX4" fmla="*/ 26868 w 26867"/>
                <a:gd name="connsiteY4" fmla="*/ 10646 h 2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67" h="21291">
                  <a:moveTo>
                    <a:pt x="26868" y="10646"/>
                  </a:moveTo>
                  <a:cubicBezTo>
                    <a:pt x="26868" y="16602"/>
                    <a:pt x="20785" y="21292"/>
                    <a:pt x="13434" y="21292"/>
                  </a:cubicBezTo>
                  <a:cubicBezTo>
                    <a:pt x="6083" y="21292"/>
                    <a:pt x="0" y="16476"/>
                    <a:pt x="0" y="10646"/>
                  </a:cubicBezTo>
                  <a:cubicBezTo>
                    <a:pt x="0" y="4816"/>
                    <a:pt x="6083" y="0"/>
                    <a:pt x="13434" y="0"/>
                  </a:cubicBezTo>
                  <a:cubicBezTo>
                    <a:pt x="20785" y="0"/>
                    <a:pt x="26868" y="4816"/>
                    <a:pt x="26868" y="1064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4" name="Freeform: Shape 2483">
              <a:extLst>
                <a:ext uri="{FF2B5EF4-FFF2-40B4-BE49-F238E27FC236}">
                  <a16:creationId xmlns:a16="http://schemas.microsoft.com/office/drawing/2014/main" id="{C4191922-D9C1-FF33-D8D3-3720497E1AC7}"/>
                </a:ext>
              </a:extLst>
            </p:cNvPr>
            <p:cNvSpPr/>
            <p:nvPr/>
          </p:nvSpPr>
          <p:spPr>
            <a:xfrm>
              <a:off x="2706447" y="4352777"/>
              <a:ext cx="26361" cy="20784"/>
            </a:xfrm>
            <a:custGeom>
              <a:avLst/>
              <a:gdLst>
                <a:gd name="connsiteX0" fmla="*/ 26361 w 26361"/>
                <a:gd name="connsiteY0" fmla="*/ 10392 h 20784"/>
                <a:gd name="connsiteX1" fmla="*/ 13180 w 26361"/>
                <a:gd name="connsiteY1" fmla="*/ 20784 h 20784"/>
                <a:gd name="connsiteX2" fmla="*/ 0 w 26361"/>
                <a:gd name="connsiteY2" fmla="*/ 10392 h 20784"/>
                <a:gd name="connsiteX3" fmla="*/ 13180 w 26361"/>
                <a:gd name="connsiteY3" fmla="*/ 0 h 20784"/>
                <a:gd name="connsiteX4" fmla="*/ 26361 w 26361"/>
                <a:gd name="connsiteY4" fmla="*/ 10392 h 20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61" h="20784">
                  <a:moveTo>
                    <a:pt x="26361" y="10392"/>
                  </a:moveTo>
                  <a:cubicBezTo>
                    <a:pt x="26361" y="16095"/>
                    <a:pt x="20404" y="20784"/>
                    <a:pt x="13180" y="20784"/>
                  </a:cubicBezTo>
                  <a:cubicBezTo>
                    <a:pt x="5957" y="20784"/>
                    <a:pt x="0" y="16095"/>
                    <a:pt x="0" y="10392"/>
                  </a:cubicBezTo>
                  <a:cubicBezTo>
                    <a:pt x="0" y="4689"/>
                    <a:pt x="5830" y="0"/>
                    <a:pt x="13180" y="0"/>
                  </a:cubicBezTo>
                  <a:cubicBezTo>
                    <a:pt x="20531" y="0"/>
                    <a:pt x="26361" y="4689"/>
                    <a:pt x="26361" y="1039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5" name="Freeform: Shape 2484">
              <a:extLst>
                <a:ext uri="{FF2B5EF4-FFF2-40B4-BE49-F238E27FC236}">
                  <a16:creationId xmlns:a16="http://schemas.microsoft.com/office/drawing/2014/main" id="{F2DF8149-CBE1-FBA5-4ABA-C10053B879E8}"/>
                </a:ext>
              </a:extLst>
            </p:cNvPr>
            <p:cNvSpPr/>
            <p:nvPr/>
          </p:nvSpPr>
          <p:spPr>
            <a:xfrm>
              <a:off x="2666905" y="4253669"/>
              <a:ext cx="26361" cy="20784"/>
            </a:xfrm>
            <a:custGeom>
              <a:avLst/>
              <a:gdLst>
                <a:gd name="connsiteX0" fmla="*/ 26361 w 26361"/>
                <a:gd name="connsiteY0" fmla="*/ 10392 h 20784"/>
                <a:gd name="connsiteX1" fmla="*/ 13181 w 26361"/>
                <a:gd name="connsiteY1" fmla="*/ 20784 h 20784"/>
                <a:gd name="connsiteX2" fmla="*/ 0 w 26361"/>
                <a:gd name="connsiteY2" fmla="*/ 10392 h 20784"/>
                <a:gd name="connsiteX3" fmla="*/ 13181 w 26361"/>
                <a:gd name="connsiteY3" fmla="*/ 0 h 20784"/>
                <a:gd name="connsiteX4" fmla="*/ 26361 w 26361"/>
                <a:gd name="connsiteY4" fmla="*/ 10392 h 20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61" h="20784">
                  <a:moveTo>
                    <a:pt x="26361" y="10392"/>
                  </a:moveTo>
                  <a:cubicBezTo>
                    <a:pt x="26361" y="16222"/>
                    <a:pt x="20531" y="20784"/>
                    <a:pt x="13181" y="20784"/>
                  </a:cubicBezTo>
                  <a:cubicBezTo>
                    <a:pt x="5830" y="20784"/>
                    <a:pt x="0" y="16095"/>
                    <a:pt x="0" y="10392"/>
                  </a:cubicBezTo>
                  <a:cubicBezTo>
                    <a:pt x="0" y="4689"/>
                    <a:pt x="5830" y="0"/>
                    <a:pt x="13181" y="0"/>
                  </a:cubicBezTo>
                  <a:cubicBezTo>
                    <a:pt x="20531" y="0"/>
                    <a:pt x="26361" y="4689"/>
                    <a:pt x="26361" y="1039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6" name="Freeform: Shape 2485">
              <a:extLst>
                <a:ext uri="{FF2B5EF4-FFF2-40B4-BE49-F238E27FC236}">
                  <a16:creationId xmlns:a16="http://schemas.microsoft.com/office/drawing/2014/main" id="{1E3161C4-4AEB-0E5D-0BB8-9441107970C8}"/>
                </a:ext>
              </a:extLst>
            </p:cNvPr>
            <p:cNvSpPr/>
            <p:nvPr/>
          </p:nvSpPr>
          <p:spPr>
            <a:xfrm>
              <a:off x="2632180" y="4153674"/>
              <a:ext cx="25600" cy="20277"/>
            </a:xfrm>
            <a:custGeom>
              <a:avLst/>
              <a:gdLst>
                <a:gd name="connsiteX0" fmla="*/ 25601 w 25600"/>
                <a:gd name="connsiteY0" fmla="*/ 10139 h 20277"/>
                <a:gd name="connsiteX1" fmla="*/ 12800 w 25600"/>
                <a:gd name="connsiteY1" fmla="*/ 20278 h 20277"/>
                <a:gd name="connsiteX2" fmla="*/ 0 w 25600"/>
                <a:gd name="connsiteY2" fmla="*/ 10139 h 20277"/>
                <a:gd name="connsiteX3" fmla="*/ 12800 w 25600"/>
                <a:gd name="connsiteY3" fmla="*/ 0 h 20277"/>
                <a:gd name="connsiteX4" fmla="*/ 25601 w 25600"/>
                <a:gd name="connsiteY4" fmla="*/ 10139 h 2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00" h="20277">
                  <a:moveTo>
                    <a:pt x="25601" y="10139"/>
                  </a:moveTo>
                  <a:cubicBezTo>
                    <a:pt x="25601" y="15716"/>
                    <a:pt x="19897" y="20278"/>
                    <a:pt x="12800" y="20278"/>
                  </a:cubicBezTo>
                  <a:cubicBezTo>
                    <a:pt x="5703" y="20278"/>
                    <a:pt x="0" y="15716"/>
                    <a:pt x="0" y="10139"/>
                  </a:cubicBezTo>
                  <a:cubicBezTo>
                    <a:pt x="0" y="4563"/>
                    <a:pt x="5703" y="0"/>
                    <a:pt x="12800" y="0"/>
                  </a:cubicBezTo>
                  <a:cubicBezTo>
                    <a:pt x="19897" y="0"/>
                    <a:pt x="25601" y="4563"/>
                    <a:pt x="25601" y="1013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7" name="Freeform: Shape 2486">
              <a:extLst>
                <a:ext uri="{FF2B5EF4-FFF2-40B4-BE49-F238E27FC236}">
                  <a16:creationId xmlns:a16="http://schemas.microsoft.com/office/drawing/2014/main" id="{DBC4A14E-F719-3DD4-0216-D5CE023E80A9}"/>
                </a:ext>
              </a:extLst>
            </p:cNvPr>
            <p:cNvSpPr/>
            <p:nvPr/>
          </p:nvSpPr>
          <p:spPr>
            <a:xfrm>
              <a:off x="2602143" y="4052919"/>
              <a:ext cx="24713" cy="19643"/>
            </a:xfrm>
            <a:custGeom>
              <a:avLst/>
              <a:gdLst>
                <a:gd name="connsiteX0" fmla="*/ 24713 w 24713"/>
                <a:gd name="connsiteY0" fmla="*/ 9759 h 19643"/>
                <a:gd name="connsiteX1" fmla="*/ 12293 w 24713"/>
                <a:gd name="connsiteY1" fmla="*/ 19644 h 19643"/>
                <a:gd name="connsiteX2" fmla="*/ 0 w 24713"/>
                <a:gd name="connsiteY2" fmla="*/ 9759 h 19643"/>
                <a:gd name="connsiteX3" fmla="*/ 12293 w 24713"/>
                <a:gd name="connsiteY3" fmla="*/ 0 h 19643"/>
                <a:gd name="connsiteX4" fmla="*/ 24713 w 24713"/>
                <a:gd name="connsiteY4" fmla="*/ 9759 h 19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713" h="19643">
                  <a:moveTo>
                    <a:pt x="24713" y="9759"/>
                  </a:moveTo>
                  <a:cubicBezTo>
                    <a:pt x="24713" y="15208"/>
                    <a:pt x="19137" y="19644"/>
                    <a:pt x="12293" y="19644"/>
                  </a:cubicBezTo>
                  <a:cubicBezTo>
                    <a:pt x="5450" y="19644"/>
                    <a:pt x="0" y="15208"/>
                    <a:pt x="0" y="9759"/>
                  </a:cubicBezTo>
                  <a:cubicBezTo>
                    <a:pt x="0" y="4309"/>
                    <a:pt x="5576" y="0"/>
                    <a:pt x="12293" y="0"/>
                  </a:cubicBezTo>
                  <a:cubicBezTo>
                    <a:pt x="19010" y="0"/>
                    <a:pt x="24713" y="4435"/>
                    <a:pt x="24713" y="975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8" name="Freeform: Shape 2487">
              <a:extLst>
                <a:ext uri="{FF2B5EF4-FFF2-40B4-BE49-F238E27FC236}">
                  <a16:creationId xmlns:a16="http://schemas.microsoft.com/office/drawing/2014/main" id="{4793B715-7BC7-E8A3-A964-5F7E00D23EFA}"/>
                </a:ext>
              </a:extLst>
            </p:cNvPr>
            <p:cNvSpPr/>
            <p:nvPr/>
          </p:nvSpPr>
          <p:spPr>
            <a:xfrm>
              <a:off x="2576163" y="3950897"/>
              <a:ext cx="24840" cy="19644"/>
            </a:xfrm>
            <a:custGeom>
              <a:avLst/>
              <a:gdLst>
                <a:gd name="connsiteX0" fmla="*/ 24840 w 24840"/>
                <a:gd name="connsiteY0" fmla="*/ 9885 h 19644"/>
                <a:gd name="connsiteX1" fmla="*/ 12420 w 24840"/>
                <a:gd name="connsiteY1" fmla="*/ 19644 h 19644"/>
                <a:gd name="connsiteX2" fmla="*/ 0 w 24840"/>
                <a:gd name="connsiteY2" fmla="*/ 9885 h 19644"/>
                <a:gd name="connsiteX3" fmla="*/ 12420 w 24840"/>
                <a:gd name="connsiteY3" fmla="*/ 0 h 19644"/>
                <a:gd name="connsiteX4" fmla="*/ 24840 w 24840"/>
                <a:gd name="connsiteY4" fmla="*/ 9885 h 19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840" h="19644">
                  <a:moveTo>
                    <a:pt x="24840" y="9885"/>
                  </a:moveTo>
                  <a:cubicBezTo>
                    <a:pt x="24840" y="15335"/>
                    <a:pt x="19264" y="19644"/>
                    <a:pt x="12420" y="19644"/>
                  </a:cubicBezTo>
                  <a:cubicBezTo>
                    <a:pt x="5576" y="19644"/>
                    <a:pt x="0" y="15208"/>
                    <a:pt x="0" y="9885"/>
                  </a:cubicBezTo>
                  <a:cubicBezTo>
                    <a:pt x="0" y="4563"/>
                    <a:pt x="5576" y="0"/>
                    <a:pt x="12420" y="0"/>
                  </a:cubicBezTo>
                  <a:cubicBezTo>
                    <a:pt x="19264" y="0"/>
                    <a:pt x="24840" y="4436"/>
                    <a:pt x="24840" y="988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9" name="Freeform: Shape 2488">
              <a:extLst>
                <a:ext uri="{FF2B5EF4-FFF2-40B4-BE49-F238E27FC236}">
                  <a16:creationId xmlns:a16="http://schemas.microsoft.com/office/drawing/2014/main" id="{24E9ADFA-1C67-CF9F-76E2-1C12EDAF9F52}"/>
                </a:ext>
              </a:extLst>
            </p:cNvPr>
            <p:cNvSpPr/>
            <p:nvPr/>
          </p:nvSpPr>
          <p:spPr>
            <a:xfrm>
              <a:off x="2555378" y="3848621"/>
              <a:ext cx="24079" cy="19010"/>
            </a:xfrm>
            <a:custGeom>
              <a:avLst/>
              <a:gdLst>
                <a:gd name="connsiteX0" fmla="*/ 24080 w 24079"/>
                <a:gd name="connsiteY0" fmla="*/ 9505 h 19010"/>
                <a:gd name="connsiteX1" fmla="*/ 12040 w 24079"/>
                <a:gd name="connsiteY1" fmla="*/ 19010 h 19010"/>
                <a:gd name="connsiteX2" fmla="*/ 0 w 24079"/>
                <a:gd name="connsiteY2" fmla="*/ 9505 h 19010"/>
                <a:gd name="connsiteX3" fmla="*/ 12040 w 24079"/>
                <a:gd name="connsiteY3" fmla="*/ 0 h 19010"/>
                <a:gd name="connsiteX4" fmla="*/ 24080 w 24079"/>
                <a:gd name="connsiteY4" fmla="*/ 9505 h 19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79" h="19010">
                  <a:moveTo>
                    <a:pt x="24080" y="9505"/>
                  </a:moveTo>
                  <a:cubicBezTo>
                    <a:pt x="24080" y="14828"/>
                    <a:pt x="18757" y="19010"/>
                    <a:pt x="12040" y="19010"/>
                  </a:cubicBezTo>
                  <a:cubicBezTo>
                    <a:pt x="5323" y="19010"/>
                    <a:pt x="0" y="14828"/>
                    <a:pt x="0" y="9505"/>
                  </a:cubicBezTo>
                  <a:cubicBezTo>
                    <a:pt x="0" y="4183"/>
                    <a:pt x="5323" y="0"/>
                    <a:pt x="12040" y="0"/>
                  </a:cubicBezTo>
                  <a:cubicBezTo>
                    <a:pt x="18757" y="0"/>
                    <a:pt x="24080" y="4309"/>
                    <a:pt x="24080" y="950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0" name="Freeform: Shape 2489">
              <a:extLst>
                <a:ext uri="{FF2B5EF4-FFF2-40B4-BE49-F238E27FC236}">
                  <a16:creationId xmlns:a16="http://schemas.microsoft.com/office/drawing/2014/main" id="{E983AFD5-24CA-86BD-88B9-0516EB7CD430}"/>
                </a:ext>
              </a:extLst>
            </p:cNvPr>
            <p:cNvSpPr/>
            <p:nvPr/>
          </p:nvSpPr>
          <p:spPr>
            <a:xfrm>
              <a:off x="2539282" y="3745711"/>
              <a:ext cx="23319" cy="18503"/>
            </a:xfrm>
            <a:custGeom>
              <a:avLst/>
              <a:gdLst>
                <a:gd name="connsiteX0" fmla="*/ 23319 w 23319"/>
                <a:gd name="connsiteY0" fmla="*/ 9252 h 18503"/>
                <a:gd name="connsiteX1" fmla="*/ 11660 w 23319"/>
                <a:gd name="connsiteY1" fmla="*/ 18504 h 18503"/>
                <a:gd name="connsiteX2" fmla="*/ 0 w 23319"/>
                <a:gd name="connsiteY2" fmla="*/ 9252 h 18503"/>
                <a:gd name="connsiteX3" fmla="*/ 11660 w 23319"/>
                <a:gd name="connsiteY3" fmla="*/ 0 h 18503"/>
                <a:gd name="connsiteX4" fmla="*/ 23319 w 23319"/>
                <a:gd name="connsiteY4" fmla="*/ 9252 h 18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319" h="18503">
                  <a:moveTo>
                    <a:pt x="23319" y="9252"/>
                  </a:moveTo>
                  <a:cubicBezTo>
                    <a:pt x="23319" y="14321"/>
                    <a:pt x="18123" y="18504"/>
                    <a:pt x="11660" y="18504"/>
                  </a:cubicBezTo>
                  <a:cubicBezTo>
                    <a:pt x="5196" y="18504"/>
                    <a:pt x="0" y="14321"/>
                    <a:pt x="0" y="9252"/>
                  </a:cubicBezTo>
                  <a:cubicBezTo>
                    <a:pt x="0" y="4183"/>
                    <a:pt x="5196" y="0"/>
                    <a:pt x="11660" y="0"/>
                  </a:cubicBezTo>
                  <a:cubicBezTo>
                    <a:pt x="18123" y="0"/>
                    <a:pt x="23319" y="4183"/>
                    <a:pt x="23319" y="925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1" name="Freeform: Shape 2490">
              <a:extLst>
                <a:ext uri="{FF2B5EF4-FFF2-40B4-BE49-F238E27FC236}">
                  <a16:creationId xmlns:a16="http://schemas.microsoft.com/office/drawing/2014/main" id="{E38BCDDD-B774-59E7-E316-C0C706B17844}"/>
                </a:ext>
              </a:extLst>
            </p:cNvPr>
            <p:cNvSpPr/>
            <p:nvPr/>
          </p:nvSpPr>
          <p:spPr>
            <a:xfrm>
              <a:off x="2527876" y="3642421"/>
              <a:ext cx="22558" cy="17869"/>
            </a:xfrm>
            <a:custGeom>
              <a:avLst/>
              <a:gdLst>
                <a:gd name="connsiteX0" fmla="*/ 22559 w 22558"/>
                <a:gd name="connsiteY0" fmla="*/ 8998 h 17869"/>
                <a:gd name="connsiteX1" fmla="*/ 11279 w 22558"/>
                <a:gd name="connsiteY1" fmla="*/ 17870 h 17869"/>
                <a:gd name="connsiteX2" fmla="*/ 0 w 22558"/>
                <a:gd name="connsiteY2" fmla="*/ 8998 h 17869"/>
                <a:gd name="connsiteX3" fmla="*/ 11279 w 22558"/>
                <a:gd name="connsiteY3" fmla="*/ 0 h 17869"/>
                <a:gd name="connsiteX4" fmla="*/ 22559 w 22558"/>
                <a:gd name="connsiteY4" fmla="*/ 8998 h 1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8" h="17869">
                  <a:moveTo>
                    <a:pt x="22559" y="8998"/>
                  </a:moveTo>
                  <a:cubicBezTo>
                    <a:pt x="22559" y="13941"/>
                    <a:pt x="17489" y="17870"/>
                    <a:pt x="11279" y="17870"/>
                  </a:cubicBezTo>
                  <a:cubicBezTo>
                    <a:pt x="5069" y="17870"/>
                    <a:pt x="0" y="13814"/>
                    <a:pt x="0" y="8998"/>
                  </a:cubicBezTo>
                  <a:cubicBezTo>
                    <a:pt x="0" y="4183"/>
                    <a:pt x="5069" y="0"/>
                    <a:pt x="11279" y="0"/>
                  </a:cubicBezTo>
                  <a:cubicBezTo>
                    <a:pt x="17489" y="0"/>
                    <a:pt x="22559" y="4056"/>
                    <a:pt x="22559" y="89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2" name="Freeform: Shape 2491">
              <a:extLst>
                <a:ext uri="{FF2B5EF4-FFF2-40B4-BE49-F238E27FC236}">
                  <a16:creationId xmlns:a16="http://schemas.microsoft.com/office/drawing/2014/main" id="{13F22429-A478-52EE-A217-BFBF1372C521}"/>
                </a:ext>
              </a:extLst>
            </p:cNvPr>
            <p:cNvSpPr/>
            <p:nvPr/>
          </p:nvSpPr>
          <p:spPr>
            <a:xfrm>
              <a:off x="2521159" y="3539005"/>
              <a:ext cx="21798" cy="17236"/>
            </a:xfrm>
            <a:custGeom>
              <a:avLst/>
              <a:gdLst>
                <a:gd name="connsiteX0" fmla="*/ 21799 w 21798"/>
                <a:gd name="connsiteY0" fmla="*/ 8618 h 17236"/>
                <a:gd name="connsiteX1" fmla="*/ 10899 w 21798"/>
                <a:gd name="connsiteY1" fmla="*/ 17236 h 17236"/>
                <a:gd name="connsiteX2" fmla="*/ 0 w 21798"/>
                <a:gd name="connsiteY2" fmla="*/ 8618 h 17236"/>
                <a:gd name="connsiteX3" fmla="*/ 10899 w 21798"/>
                <a:gd name="connsiteY3" fmla="*/ 0 h 17236"/>
                <a:gd name="connsiteX4" fmla="*/ 21799 w 21798"/>
                <a:gd name="connsiteY4" fmla="*/ 8618 h 17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798" h="17236">
                  <a:moveTo>
                    <a:pt x="21799" y="8618"/>
                  </a:moveTo>
                  <a:cubicBezTo>
                    <a:pt x="21799" y="13434"/>
                    <a:pt x="16856" y="17236"/>
                    <a:pt x="10899" y="17236"/>
                  </a:cubicBezTo>
                  <a:cubicBezTo>
                    <a:pt x="4943" y="17236"/>
                    <a:pt x="0" y="13308"/>
                    <a:pt x="0" y="8618"/>
                  </a:cubicBezTo>
                  <a:cubicBezTo>
                    <a:pt x="0" y="3929"/>
                    <a:pt x="4943" y="0"/>
                    <a:pt x="10899" y="0"/>
                  </a:cubicBezTo>
                  <a:cubicBezTo>
                    <a:pt x="16856" y="0"/>
                    <a:pt x="21799" y="3929"/>
                    <a:pt x="21799" y="86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3" name="Freeform: Shape 2492">
              <a:extLst>
                <a:ext uri="{FF2B5EF4-FFF2-40B4-BE49-F238E27FC236}">
                  <a16:creationId xmlns:a16="http://schemas.microsoft.com/office/drawing/2014/main" id="{1D594AC8-412A-1A44-8B47-10A48426E3AC}"/>
                </a:ext>
              </a:extLst>
            </p:cNvPr>
            <p:cNvSpPr/>
            <p:nvPr/>
          </p:nvSpPr>
          <p:spPr>
            <a:xfrm>
              <a:off x="2519005" y="3435208"/>
              <a:ext cx="21291" cy="16729"/>
            </a:xfrm>
            <a:custGeom>
              <a:avLst/>
              <a:gdLst>
                <a:gd name="connsiteX0" fmla="*/ 21292 w 21291"/>
                <a:gd name="connsiteY0" fmla="*/ 8365 h 16729"/>
                <a:gd name="connsiteX1" fmla="*/ 10646 w 21291"/>
                <a:gd name="connsiteY1" fmla="*/ 16729 h 16729"/>
                <a:gd name="connsiteX2" fmla="*/ 0 w 21291"/>
                <a:gd name="connsiteY2" fmla="*/ 8365 h 16729"/>
                <a:gd name="connsiteX3" fmla="*/ 10646 w 21291"/>
                <a:gd name="connsiteY3" fmla="*/ 0 h 16729"/>
                <a:gd name="connsiteX4" fmla="*/ 21292 w 21291"/>
                <a:gd name="connsiteY4" fmla="*/ 8365 h 16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291" h="16729">
                  <a:moveTo>
                    <a:pt x="21292" y="8365"/>
                  </a:moveTo>
                  <a:cubicBezTo>
                    <a:pt x="21292" y="13054"/>
                    <a:pt x="16603" y="16729"/>
                    <a:pt x="10646" y="16729"/>
                  </a:cubicBezTo>
                  <a:cubicBezTo>
                    <a:pt x="4689" y="16729"/>
                    <a:pt x="0" y="12927"/>
                    <a:pt x="0" y="8365"/>
                  </a:cubicBezTo>
                  <a:cubicBezTo>
                    <a:pt x="0" y="3802"/>
                    <a:pt x="4816" y="0"/>
                    <a:pt x="10646" y="0"/>
                  </a:cubicBezTo>
                  <a:cubicBezTo>
                    <a:pt x="16476" y="0"/>
                    <a:pt x="21292" y="3802"/>
                    <a:pt x="21292" y="836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4" name="Freeform: Shape 2493">
              <a:extLst>
                <a:ext uri="{FF2B5EF4-FFF2-40B4-BE49-F238E27FC236}">
                  <a16:creationId xmlns:a16="http://schemas.microsoft.com/office/drawing/2014/main" id="{2F7C96DA-E455-3A9A-000C-B03628785363}"/>
                </a:ext>
              </a:extLst>
            </p:cNvPr>
            <p:cNvSpPr/>
            <p:nvPr/>
          </p:nvSpPr>
          <p:spPr>
            <a:xfrm>
              <a:off x="2521920" y="3331538"/>
              <a:ext cx="20277" cy="16222"/>
            </a:xfrm>
            <a:custGeom>
              <a:avLst/>
              <a:gdLst>
                <a:gd name="connsiteX0" fmla="*/ 20278 w 20277"/>
                <a:gd name="connsiteY0" fmla="*/ 8111 h 16222"/>
                <a:gd name="connsiteX1" fmla="*/ 10139 w 20277"/>
                <a:gd name="connsiteY1" fmla="*/ 16222 h 16222"/>
                <a:gd name="connsiteX2" fmla="*/ 0 w 20277"/>
                <a:gd name="connsiteY2" fmla="*/ 8111 h 16222"/>
                <a:gd name="connsiteX3" fmla="*/ 10139 w 20277"/>
                <a:gd name="connsiteY3" fmla="*/ 0 h 16222"/>
                <a:gd name="connsiteX4" fmla="*/ 20278 w 20277"/>
                <a:gd name="connsiteY4" fmla="*/ 8111 h 1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277" h="16222">
                  <a:moveTo>
                    <a:pt x="20278" y="8111"/>
                  </a:moveTo>
                  <a:cubicBezTo>
                    <a:pt x="20278" y="12547"/>
                    <a:pt x="15715" y="16222"/>
                    <a:pt x="10139" y="16222"/>
                  </a:cubicBezTo>
                  <a:cubicBezTo>
                    <a:pt x="4563" y="16222"/>
                    <a:pt x="0" y="12674"/>
                    <a:pt x="0" y="8111"/>
                  </a:cubicBezTo>
                  <a:cubicBezTo>
                    <a:pt x="0" y="3549"/>
                    <a:pt x="4563" y="0"/>
                    <a:pt x="10139" y="0"/>
                  </a:cubicBezTo>
                  <a:cubicBezTo>
                    <a:pt x="15715" y="0"/>
                    <a:pt x="20278" y="3675"/>
                    <a:pt x="20278" y="811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5" name="Freeform: Shape 2494">
              <a:extLst>
                <a:ext uri="{FF2B5EF4-FFF2-40B4-BE49-F238E27FC236}">
                  <a16:creationId xmlns:a16="http://schemas.microsoft.com/office/drawing/2014/main" id="{7371AD21-537D-241C-3A02-CFD61C7BD3F7}"/>
                </a:ext>
              </a:extLst>
            </p:cNvPr>
            <p:cNvSpPr/>
            <p:nvPr/>
          </p:nvSpPr>
          <p:spPr>
            <a:xfrm>
              <a:off x="2529270" y="3227995"/>
              <a:ext cx="19643" cy="15715"/>
            </a:xfrm>
            <a:custGeom>
              <a:avLst/>
              <a:gdLst>
                <a:gd name="connsiteX0" fmla="*/ 19644 w 19643"/>
                <a:gd name="connsiteY0" fmla="*/ 7858 h 15715"/>
                <a:gd name="connsiteX1" fmla="*/ 9759 w 19643"/>
                <a:gd name="connsiteY1" fmla="*/ 15715 h 15715"/>
                <a:gd name="connsiteX2" fmla="*/ 0 w 19643"/>
                <a:gd name="connsiteY2" fmla="*/ 7858 h 15715"/>
                <a:gd name="connsiteX3" fmla="*/ 9759 w 19643"/>
                <a:gd name="connsiteY3" fmla="*/ 0 h 15715"/>
                <a:gd name="connsiteX4" fmla="*/ 19644 w 19643"/>
                <a:gd name="connsiteY4" fmla="*/ 7858 h 1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43" h="15715">
                  <a:moveTo>
                    <a:pt x="19644" y="7858"/>
                  </a:moveTo>
                  <a:cubicBezTo>
                    <a:pt x="19644" y="12167"/>
                    <a:pt x="15208" y="15715"/>
                    <a:pt x="9759" y="15715"/>
                  </a:cubicBezTo>
                  <a:cubicBezTo>
                    <a:pt x="4309" y="15715"/>
                    <a:pt x="0" y="12167"/>
                    <a:pt x="0" y="7858"/>
                  </a:cubicBezTo>
                  <a:cubicBezTo>
                    <a:pt x="0" y="3549"/>
                    <a:pt x="4436" y="0"/>
                    <a:pt x="9759" y="0"/>
                  </a:cubicBezTo>
                  <a:cubicBezTo>
                    <a:pt x="15081" y="0"/>
                    <a:pt x="19644" y="3549"/>
                    <a:pt x="19644" y="785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6" name="Freeform: Shape 2495">
              <a:extLst>
                <a:ext uri="{FF2B5EF4-FFF2-40B4-BE49-F238E27FC236}">
                  <a16:creationId xmlns:a16="http://schemas.microsoft.com/office/drawing/2014/main" id="{8FB31FBD-FAD9-DC43-8B7F-81B3422E1EDA}"/>
                </a:ext>
              </a:extLst>
            </p:cNvPr>
            <p:cNvSpPr/>
            <p:nvPr/>
          </p:nvSpPr>
          <p:spPr>
            <a:xfrm>
              <a:off x="2541563" y="3124705"/>
              <a:ext cx="18757" cy="14954"/>
            </a:xfrm>
            <a:custGeom>
              <a:avLst/>
              <a:gdLst>
                <a:gd name="connsiteX0" fmla="*/ 18757 w 18757"/>
                <a:gd name="connsiteY0" fmla="*/ 7477 h 14954"/>
                <a:gd name="connsiteX1" fmla="*/ 9379 w 18757"/>
                <a:gd name="connsiteY1" fmla="*/ 14955 h 14954"/>
                <a:gd name="connsiteX2" fmla="*/ 0 w 18757"/>
                <a:gd name="connsiteY2" fmla="*/ 7477 h 14954"/>
                <a:gd name="connsiteX3" fmla="*/ 9379 w 18757"/>
                <a:gd name="connsiteY3" fmla="*/ 0 h 14954"/>
                <a:gd name="connsiteX4" fmla="*/ 18757 w 18757"/>
                <a:gd name="connsiteY4" fmla="*/ 7477 h 14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57" h="14954">
                  <a:moveTo>
                    <a:pt x="18757" y="7477"/>
                  </a:moveTo>
                  <a:cubicBezTo>
                    <a:pt x="18757" y="11533"/>
                    <a:pt x="14575" y="14955"/>
                    <a:pt x="9379" y="14955"/>
                  </a:cubicBezTo>
                  <a:cubicBezTo>
                    <a:pt x="4182" y="14955"/>
                    <a:pt x="0" y="11660"/>
                    <a:pt x="0" y="7477"/>
                  </a:cubicBezTo>
                  <a:cubicBezTo>
                    <a:pt x="0" y="3295"/>
                    <a:pt x="4182" y="0"/>
                    <a:pt x="9379" y="0"/>
                  </a:cubicBezTo>
                  <a:cubicBezTo>
                    <a:pt x="14575" y="0"/>
                    <a:pt x="18757" y="3295"/>
                    <a:pt x="18757" y="747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7" name="Freeform: Shape 2496">
              <a:extLst>
                <a:ext uri="{FF2B5EF4-FFF2-40B4-BE49-F238E27FC236}">
                  <a16:creationId xmlns:a16="http://schemas.microsoft.com/office/drawing/2014/main" id="{CBFAAC79-6327-C41A-0B21-F8C8F624638F}"/>
                </a:ext>
              </a:extLst>
            </p:cNvPr>
            <p:cNvSpPr/>
            <p:nvPr/>
          </p:nvSpPr>
          <p:spPr>
            <a:xfrm>
              <a:off x="2558673" y="3022049"/>
              <a:ext cx="17489" cy="13941"/>
            </a:xfrm>
            <a:custGeom>
              <a:avLst/>
              <a:gdLst>
                <a:gd name="connsiteX0" fmla="*/ 17490 w 17489"/>
                <a:gd name="connsiteY0" fmla="*/ 6971 h 13941"/>
                <a:gd name="connsiteX1" fmla="*/ 8745 w 17489"/>
                <a:gd name="connsiteY1" fmla="*/ 13941 h 13941"/>
                <a:gd name="connsiteX2" fmla="*/ 0 w 17489"/>
                <a:gd name="connsiteY2" fmla="*/ 6971 h 13941"/>
                <a:gd name="connsiteX3" fmla="*/ 8745 w 17489"/>
                <a:gd name="connsiteY3" fmla="*/ 0 h 13941"/>
                <a:gd name="connsiteX4" fmla="*/ 17490 w 17489"/>
                <a:gd name="connsiteY4" fmla="*/ 6971 h 1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89" h="13941">
                  <a:moveTo>
                    <a:pt x="17490" y="6971"/>
                  </a:moveTo>
                  <a:cubicBezTo>
                    <a:pt x="17490" y="10773"/>
                    <a:pt x="13561" y="13941"/>
                    <a:pt x="8745" y="13941"/>
                  </a:cubicBezTo>
                  <a:cubicBezTo>
                    <a:pt x="3929" y="13941"/>
                    <a:pt x="0" y="10899"/>
                    <a:pt x="0" y="6971"/>
                  </a:cubicBezTo>
                  <a:cubicBezTo>
                    <a:pt x="0" y="3042"/>
                    <a:pt x="3929" y="0"/>
                    <a:pt x="8745" y="0"/>
                  </a:cubicBezTo>
                  <a:cubicBezTo>
                    <a:pt x="13561" y="0"/>
                    <a:pt x="17490" y="3042"/>
                    <a:pt x="17490" y="697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8" name="Freeform: Shape 2497">
              <a:extLst>
                <a:ext uri="{FF2B5EF4-FFF2-40B4-BE49-F238E27FC236}">
                  <a16:creationId xmlns:a16="http://schemas.microsoft.com/office/drawing/2014/main" id="{F528A46C-45DD-182C-406B-C8BEB8B1E391}"/>
                </a:ext>
              </a:extLst>
            </p:cNvPr>
            <p:cNvSpPr/>
            <p:nvPr/>
          </p:nvSpPr>
          <p:spPr>
            <a:xfrm>
              <a:off x="2580218" y="2919900"/>
              <a:ext cx="16729" cy="13180"/>
            </a:xfrm>
            <a:custGeom>
              <a:avLst/>
              <a:gdLst>
                <a:gd name="connsiteX0" fmla="*/ 16729 w 16729"/>
                <a:gd name="connsiteY0" fmla="*/ 6590 h 13180"/>
                <a:gd name="connsiteX1" fmla="*/ 8365 w 16729"/>
                <a:gd name="connsiteY1" fmla="*/ 13180 h 13180"/>
                <a:gd name="connsiteX2" fmla="*/ 0 w 16729"/>
                <a:gd name="connsiteY2" fmla="*/ 6590 h 13180"/>
                <a:gd name="connsiteX3" fmla="*/ 8365 w 16729"/>
                <a:gd name="connsiteY3" fmla="*/ 0 h 13180"/>
                <a:gd name="connsiteX4" fmla="*/ 16729 w 16729"/>
                <a:gd name="connsiteY4" fmla="*/ 6590 h 13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9" h="13180">
                  <a:moveTo>
                    <a:pt x="16729" y="6590"/>
                  </a:moveTo>
                  <a:cubicBezTo>
                    <a:pt x="16729" y="10266"/>
                    <a:pt x="12927" y="13180"/>
                    <a:pt x="8365" y="13180"/>
                  </a:cubicBezTo>
                  <a:cubicBezTo>
                    <a:pt x="3802" y="13180"/>
                    <a:pt x="0" y="10266"/>
                    <a:pt x="0" y="6590"/>
                  </a:cubicBezTo>
                  <a:cubicBezTo>
                    <a:pt x="0" y="2915"/>
                    <a:pt x="3802" y="0"/>
                    <a:pt x="8365" y="0"/>
                  </a:cubicBezTo>
                  <a:cubicBezTo>
                    <a:pt x="12927" y="0"/>
                    <a:pt x="16729" y="2915"/>
                    <a:pt x="16729" y="659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9" name="Freeform: Shape 2498">
              <a:extLst>
                <a:ext uri="{FF2B5EF4-FFF2-40B4-BE49-F238E27FC236}">
                  <a16:creationId xmlns:a16="http://schemas.microsoft.com/office/drawing/2014/main" id="{8B0F8A54-ABB4-A9D5-E45A-BE8AFBD73758}"/>
                </a:ext>
              </a:extLst>
            </p:cNvPr>
            <p:cNvSpPr/>
            <p:nvPr/>
          </p:nvSpPr>
          <p:spPr>
            <a:xfrm>
              <a:off x="2606833" y="2818384"/>
              <a:ext cx="15334" cy="12166"/>
            </a:xfrm>
            <a:custGeom>
              <a:avLst/>
              <a:gdLst>
                <a:gd name="connsiteX0" fmla="*/ 15335 w 15334"/>
                <a:gd name="connsiteY0" fmla="*/ 6083 h 12166"/>
                <a:gd name="connsiteX1" fmla="*/ 7604 w 15334"/>
                <a:gd name="connsiteY1" fmla="*/ 12167 h 12166"/>
                <a:gd name="connsiteX2" fmla="*/ 0 w 15334"/>
                <a:gd name="connsiteY2" fmla="*/ 6083 h 12166"/>
                <a:gd name="connsiteX3" fmla="*/ 7604 w 15334"/>
                <a:gd name="connsiteY3" fmla="*/ 0 h 12166"/>
                <a:gd name="connsiteX4" fmla="*/ 15335 w 15334"/>
                <a:gd name="connsiteY4" fmla="*/ 6083 h 1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34" h="12166">
                  <a:moveTo>
                    <a:pt x="15335" y="6083"/>
                  </a:moveTo>
                  <a:cubicBezTo>
                    <a:pt x="15335" y="9378"/>
                    <a:pt x="11913" y="12167"/>
                    <a:pt x="7604" y="12167"/>
                  </a:cubicBezTo>
                  <a:cubicBezTo>
                    <a:pt x="3295" y="12167"/>
                    <a:pt x="0" y="9505"/>
                    <a:pt x="0" y="6083"/>
                  </a:cubicBezTo>
                  <a:cubicBezTo>
                    <a:pt x="0" y="2661"/>
                    <a:pt x="3422" y="0"/>
                    <a:pt x="7604" y="0"/>
                  </a:cubicBezTo>
                  <a:cubicBezTo>
                    <a:pt x="11786" y="0"/>
                    <a:pt x="15335" y="2661"/>
                    <a:pt x="15335" y="60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0" name="Freeform: Shape 2499">
              <a:extLst>
                <a:ext uri="{FF2B5EF4-FFF2-40B4-BE49-F238E27FC236}">
                  <a16:creationId xmlns:a16="http://schemas.microsoft.com/office/drawing/2014/main" id="{6BD14306-E460-485A-8336-E8827103AD96}"/>
                </a:ext>
              </a:extLst>
            </p:cNvPr>
            <p:cNvSpPr/>
            <p:nvPr/>
          </p:nvSpPr>
          <p:spPr>
            <a:xfrm>
              <a:off x="2637883" y="2717629"/>
              <a:ext cx="14447" cy="11533"/>
            </a:xfrm>
            <a:custGeom>
              <a:avLst/>
              <a:gdLst>
                <a:gd name="connsiteX0" fmla="*/ 14448 w 14447"/>
                <a:gd name="connsiteY0" fmla="*/ 5703 h 11533"/>
                <a:gd name="connsiteX1" fmla="*/ 7224 w 14447"/>
                <a:gd name="connsiteY1" fmla="*/ 11533 h 11533"/>
                <a:gd name="connsiteX2" fmla="*/ 0 w 14447"/>
                <a:gd name="connsiteY2" fmla="*/ 5703 h 11533"/>
                <a:gd name="connsiteX3" fmla="*/ 7224 w 14447"/>
                <a:gd name="connsiteY3" fmla="*/ 0 h 11533"/>
                <a:gd name="connsiteX4" fmla="*/ 14448 w 14447"/>
                <a:gd name="connsiteY4" fmla="*/ 5703 h 11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47" h="11533">
                  <a:moveTo>
                    <a:pt x="14448" y="5703"/>
                  </a:moveTo>
                  <a:cubicBezTo>
                    <a:pt x="14448" y="8872"/>
                    <a:pt x="11153" y="11533"/>
                    <a:pt x="7224" y="11533"/>
                  </a:cubicBezTo>
                  <a:cubicBezTo>
                    <a:pt x="3295" y="11533"/>
                    <a:pt x="0" y="8998"/>
                    <a:pt x="0" y="5703"/>
                  </a:cubicBezTo>
                  <a:cubicBezTo>
                    <a:pt x="0" y="2408"/>
                    <a:pt x="3295" y="0"/>
                    <a:pt x="7224" y="0"/>
                  </a:cubicBezTo>
                  <a:cubicBezTo>
                    <a:pt x="11153" y="0"/>
                    <a:pt x="14448" y="2535"/>
                    <a:pt x="14448" y="570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1" name="Freeform: Shape 2500">
              <a:extLst>
                <a:ext uri="{FF2B5EF4-FFF2-40B4-BE49-F238E27FC236}">
                  <a16:creationId xmlns:a16="http://schemas.microsoft.com/office/drawing/2014/main" id="{B24A9198-EB7B-0892-EA45-091B47AFA7FF}"/>
                </a:ext>
              </a:extLst>
            </p:cNvPr>
            <p:cNvSpPr/>
            <p:nvPr/>
          </p:nvSpPr>
          <p:spPr>
            <a:xfrm>
              <a:off x="2673242" y="2617761"/>
              <a:ext cx="13687" cy="10899"/>
            </a:xfrm>
            <a:custGeom>
              <a:avLst/>
              <a:gdLst>
                <a:gd name="connsiteX0" fmla="*/ 13688 w 13687"/>
                <a:gd name="connsiteY0" fmla="*/ 5450 h 10899"/>
                <a:gd name="connsiteX1" fmla="*/ 6844 w 13687"/>
                <a:gd name="connsiteY1" fmla="*/ 10899 h 10899"/>
                <a:gd name="connsiteX2" fmla="*/ 0 w 13687"/>
                <a:gd name="connsiteY2" fmla="*/ 5450 h 10899"/>
                <a:gd name="connsiteX3" fmla="*/ 6844 w 13687"/>
                <a:gd name="connsiteY3" fmla="*/ 0 h 10899"/>
                <a:gd name="connsiteX4" fmla="*/ 13688 w 13687"/>
                <a:gd name="connsiteY4" fmla="*/ 5450 h 10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87" h="10899">
                  <a:moveTo>
                    <a:pt x="13688" y="5450"/>
                  </a:moveTo>
                  <a:cubicBezTo>
                    <a:pt x="13688" y="8491"/>
                    <a:pt x="10646" y="10899"/>
                    <a:pt x="6844" y="10899"/>
                  </a:cubicBezTo>
                  <a:cubicBezTo>
                    <a:pt x="3042" y="10899"/>
                    <a:pt x="0" y="8491"/>
                    <a:pt x="0" y="5450"/>
                  </a:cubicBezTo>
                  <a:cubicBezTo>
                    <a:pt x="0" y="2408"/>
                    <a:pt x="3168" y="0"/>
                    <a:pt x="6844" y="0"/>
                  </a:cubicBezTo>
                  <a:cubicBezTo>
                    <a:pt x="10519" y="0"/>
                    <a:pt x="13688" y="2408"/>
                    <a:pt x="13688" y="545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2" name="Freeform: Shape 2501">
              <a:extLst>
                <a:ext uri="{FF2B5EF4-FFF2-40B4-BE49-F238E27FC236}">
                  <a16:creationId xmlns:a16="http://schemas.microsoft.com/office/drawing/2014/main" id="{B049A056-FB5C-1A17-AE4D-EB10C5819A87}"/>
                </a:ext>
              </a:extLst>
            </p:cNvPr>
            <p:cNvSpPr/>
            <p:nvPr/>
          </p:nvSpPr>
          <p:spPr>
            <a:xfrm>
              <a:off x="2713544" y="2519161"/>
              <a:ext cx="12293" cy="9758"/>
            </a:xfrm>
            <a:custGeom>
              <a:avLst/>
              <a:gdLst>
                <a:gd name="connsiteX0" fmla="*/ 12293 w 12293"/>
                <a:gd name="connsiteY0" fmla="*/ 4816 h 9758"/>
                <a:gd name="connsiteX1" fmla="*/ 6210 w 12293"/>
                <a:gd name="connsiteY1" fmla="*/ 9759 h 9758"/>
                <a:gd name="connsiteX2" fmla="*/ 0 w 12293"/>
                <a:gd name="connsiteY2" fmla="*/ 4816 h 9758"/>
                <a:gd name="connsiteX3" fmla="*/ 6210 w 12293"/>
                <a:gd name="connsiteY3" fmla="*/ 0 h 9758"/>
                <a:gd name="connsiteX4" fmla="*/ 12293 w 12293"/>
                <a:gd name="connsiteY4" fmla="*/ 4816 h 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93" h="9758">
                  <a:moveTo>
                    <a:pt x="12293" y="4816"/>
                  </a:moveTo>
                  <a:lnTo>
                    <a:pt x="6210" y="9759"/>
                  </a:lnTo>
                  <a:lnTo>
                    <a:pt x="0" y="4816"/>
                  </a:lnTo>
                  <a:lnTo>
                    <a:pt x="6210" y="0"/>
                  </a:lnTo>
                  <a:lnTo>
                    <a:pt x="12293" y="481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3" name="Freeform: Shape 2502">
              <a:extLst>
                <a:ext uri="{FF2B5EF4-FFF2-40B4-BE49-F238E27FC236}">
                  <a16:creationId xmlns:a16="http://schemas.microsoft.com/office/drawing/2014/main" id="{0BDD7041-54C4-FDD9-CA2B-E584EBF7FD2D}"/>
                </a:ext>
              </a:extLst>
            </p:cNvPr>
            <p:cNvSpPr/>
            <p:nvPr/>
          </p:nvSpPr>
          <p:spPr>
            <a:xfrm>
              <a:off x="2758029" y="2421447"/>
              <a:ext cx="11533" cy="9251"/>
            </a:xfrm>
            <a:custGeom>
              <a:avLst/>
              <a:gdLst>
                <a:gd name="connsiteX0" fmla="*/ 11533 w 11533"/>
                <a:gd name="connsiteY0" fmla="*/ 4689 h 9251"/>
                <a:gd name="connsiteX1" fmla="*/ 5830 w 11533"/>
                <a:gd name="connsiteY1" fmla="*/ 9252 h 9251"/>
                <a:gd name="connsiteX2" fmla="*/ 0 w 11533"/>
                <a:gd name="connsiteY2" fmla="*/ 4689 h 9251"/>
                <a:gd name="connsiteX3" fmla="*/ 5830 w 11533"/>
                <a:gd name="connsiteY3" fmla="*/ 0 h 9251"/>
                <a:gd name="connsiteX4" fmla="*/ 11533 w 11533"/>
                <a:gd name="connsiteY4" fmla="*/ 4689 h 9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33" h="9251">
                  <a:moveTo>
                    <a:pt x="11533" y="4689"/>
                  </a:moveTo>
                  <a:lnTo>
                    <a:pt x="5830" y="9252"/>
                  </a:lnTo>
                  <a:lnTo>
                    <a:pt x="0" y="4689"/>
                  </a:lnTo>
                  <a:lnTo>
                    <a:pt x="5830" y="0"/>
                  </a:lnTo>
                  <a:lnTo>
                    <a:pt x="11533" y="468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4" name="Freeform: Shape 2503">
              <a:extLst>
                <a:ext uri="{FF2B5EF4-FFF2-40B4-BE49-F238E27FC236}">
                  <a16:creationId xmlns:a16="http://schemas.microsoft.com/office/drawing/2014/main" id="{916AA3A1-1DE1-30B6-61B0-116940685666}"/>
                </a:ext>
              </a:extLst>
            </p:cNvPr>
            <p:cNvSpPr/>
            <p:nvPr/>
          </p:nvSpPr>
          <p:spPr>
            <a:xfrm>
              <a:off x="2806822" y="2325128"/>
              <a:ext cx="11025" cy="8744"/>
            </a:xfrm>
            <a:custGeom>
              <a:avLst/>
              <a:gdLst>
                <a:gd name="connsiteX0" fmla="*/ 11026 w 11025"/>
                <a:gd name="connsiteY0" fmla="*/ 4309 h 8744"/>
                <a:gd name="connsiteX1" fmla="*/ 5576 w 11025"/>
                <a:gd name="connsiteY1" fmla="*/ 8745 h 8744"/>
                <a:gd name="connsiteX2" fmla="*/ 0 w 11025"/>
                <a:gd name="connsiteY2" fmla="*/ 4309 h 8744"/>
                <a:gd name="connsiteX3" fmla="*/ 5576 w 11025"/>
                <a:gd name="connsiteY3" fmla="*/ 0 h 8744"/>
                <a:gd name="connsiteX4" fmla="*/ 11026 w 11025"/>
                <a:gd name="connsiteY4" fmla="*/ 4309 h 8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25" h="8744">
                  <a:moveTo>
                    <a:pt x="11026" y="4309"/>
                  </a:moveTo>
                  <a:lnTo>
                    <a:pt x="5576" y="8745"/>
                  </a:lnTo>
                  <a:lnTo>
                    <a:pt x="0" y="4309"/>
                  </a:lnTo>
                  <a:lnTo>
                    <a:pt x="5576" y="0"/>
                  </a:lnTo>
                  <a:lnTo>
                    <a:pt x="11026" y="430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5" name="Freeform: Shape 2504">
              <a:extLst>
                <a:ext uri="{FF2B5EF4-FFF2-40B4-BE49-F238E27FC236}">
                  <a16:creationId xmlns:a16="http://schemas.microsoft.com/office/drawing/2014/main" id="{258EDF5D-7DDA-FA80-A7A3-67ACCAE934CF}"/>
                </a:ext>
              </a:extLst>
            </p:cNvPr>
            <p:cNvSpPr/>
            <p:nvPr/>
          </p:nvSpPr>
          <p:spPr>
            <a:xfrm>
              <a:off x="2860558" y="2230583"/>
              <a:ext cx="9378" cy="7477"/>
            </a:xfrm>
            <a:custGeom>
              <a:avLst/>
              <a:gdLst>
                <a:gd name="connsiteX0" fmla="*/ 9378 w 9378"/>
                <a:gd name="connsiteY0" fmla="*/ 3802 h 7477"/>
                <a:gd name="connsiteX1" fmla="*/ 4689 w 9378"/>
                <a:gd name="connsiteY1" fmla="*/ 7477 h 7477"/>
                <a:gd name="connsiteX2" fmla="*/ 0 w 9378"/>
                <a:gd name="connsiteY2" fmla="*/ 3802 h 7477"/>
                <a:gd name="connsiteX3" fmla="*/ 4689 w 9378"/>
                <a:gd name="connsiteY3" fmla="*/ 0 h 7477"/>
                <a:gd name="connsiteX4" fmla="*/ 9378 w 9378"/>
                <a:gd name="connsiteY4" fmla="*/ 3802 h 7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78" h="7477">
                  <a:moveTo>
                    <a:pt x="9378" y="3802"/>
                  </a:moveTo>
                  <a:lnTo>
                    <a:pt x="4689" y="7477"/>
                  </a:lnTo>
                  <a:lnTo>
                    <a:pt x="0" y="3802"/>
                  </a:lnTo>
                  <a:lnTo>
                    <a:pt x="4689" y="0"/>
                  </a:lnTo>
                  <a:lnTo>
                    <a:pt x="9378" y="380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6" name="Freeform: Shape 2505">
              <a:extLst>
                <a:ext uri="{FF2B5EF4-FFF2-40B4-BE49-F238E27FC236}">
                  <a16:creationId xmlns:a16="http://schemas.microsoft.com/office/drawing/2014/main" id="{550B7A32-0490-556B-007E-4525378061EC}"/>
                </a:ext>
              </a:extLst>
            </p:cNvPr>
            <p:cNvSpPr/>
            <p:nvPr/>
          </p:nvSpPr>
          <p:spPr>
            <a:xfrm>
              <a:off x="2917716" y="2137052"/>
              <a:ext cx="9378" cy="7477"/>
            </a:xfrm>
            <a:custGeom>
              <a:avLst/>
              <a:gdLst>
                <a:gd name="connsiteX0" fmla="*/ 9379 w 9378"/>
                <a:gd name="connsiteY0" fmla="*/ 3675 h 7477"/>
                <a:gd name="connsiteX1" fmla="*/ 4689 w 9378"/>
                <a:gd name="connsiteY1" fmla="*/ 7477 h 7477"/>
                <a:gd name="connsiteX2" fmla="*/ 0 w 9378"/>
                <a:gd name="connsiteY2" fmla="*/ 3675 h 7477"/>
                <a:gd name="connsiteX3" fmla="*/ 4689 w 9378"/>
                <a:gd name="connsiteY3" fmla="*/ 0 h 7477"/>
                <a:gd name="connsiteX4" fmla="*/ 9379 w 9378"/>
                <a:gd name="connsiteY4" fmla="*/ 3675 h 7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78" h="7477">
                  <a:moveTo>
                    <a:pt x="9379" y="3675"/>
                  </a:moveTo>
                  <a:lnTo>
                    <a:pt x="4689" y="7477"/>
                  </a:lnTo>
                  <a:lnTo>
                    <a:pt x="0" y="3675"/>
                  </a:lnTo>
                  <a:lnTo>
                    <a:pt x="4689" y="0"/>
                  </a:lnTo>
                  <a:lnTo>
                    <a:pt x="9379" y="367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7" name="Freeform: Shape 2506">
              <a:extLst>
                <a:ext uri="{FF2B5EF4-FFF2-40B4-BE49-F238E27FC236}">
                  <a16:creationId xmlns:a16="http://schemas.microsoft.com/office/drawing/2014/main" id="{4F0095D3-CE22-B35C-306C-4DE417F9D681}"/>
                </a:ext>
              </a:extLst>
            </p:cNvPr>
            <p:cNvSpPr/>
            <p:nvPr/>
          </p:nvSpPr>
          <p:spPr>
            <a:xfrm>
              <a:off x="2979816" y="2045675"/>
              <a:ext cx="8111" cy="6463"/>
            </a:xfrm>
            <a:custGeom>
              <a:avLst/>
              <a:gdLst>
                <a:gd name="connsiteX0" fmla="*/ 8111 w 8111"/>
                <a:gd name="connsiteY0" fmla="*/ 3168 h 6463"/>
                <a:gd name="connsiteX1" fmla="*/ 4056 w 8111"/>
                <a:gd name="connsiteY1" fmla="*/ 6463 h 6463"/>
                <a:gd name="connsiteX2" fmla="*/ 0 w 8111"/>
                <a:gd name="connsiteY2" fmla="*/ 3168 h 6463"/>
                <a:gd name="connsiteX3" fmla="*/ 4056 w 8111"/>
                <a:gd name="connsiteY3" fmla="*/ 0 h 6463"/>
                <a:gd name="connsiteX4" fmla="*/ 8111 w 8111"/>
                <a:gd name="connsiteY4" fmla="*/ 3168 h 6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11" h="6463">
                  <a:moveTo>
                    <a:pt x="8111" y="3168"/>
                  </a:moveTo>
                  <a:lnTo>
                    <a:pt x="4056" y="6463"/>
                  </a:lnTo>
                  <a:lnTo>
                    <a:pt x="0" y="3168"/>
                  </a:lnTo>
                  <a:lnTo>
                    <a:pt x="4056" y="0"/>
                  </a:lnTo>
                  <a:lnTo>
                    <a:pt x="8111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8" name="Freeform: Shape 2507">
              <a:extLst>
                <a:ext uri="{FF2B5EF4-FFF2-40B4-BE49-F238E27FC236}">
                  <a16:creationId xmlns:a16="http://schemas.microsoft.com/office/drawing/2014/main" id="{6409D27C-C6BD-3195-C42A-91AFED5887EB}"/>
                </a:ext>
              </a:extLst>
            </p:cNvPr>
            <p:cNvSpPr/>
            <p:nvPr/>
          </p:nvSpPr>
          <p:spPr>
            <a:xfrm>
              <a:off x="3045719" y="1955946"/>
              <a:ext cx="7350" cy="5829"/>
            </a:xfrm>
            <a:custGeom>
              <a:avLst/>
              <a:gdLst>
                <a:gd name="connsiteX0" fmla="*/ 7351 w 7350"/>
                <a:gd name="connsiteY0" fmla="*/ 2915 h 5829"/>
                <a:gd name="connsiteX1" fmla="*/ 3675 w 7350"/>
                <a:gd name="connsiteY1" fmla="*/ 5830 h 5829"/>
                <a:gd name="connsiteX2" fmla="*/ 0 w 7350"/>
                <a:gd name="connsiteY2" fmla="*/ 2915 h 5829"/>
                <a:gd name="connsiteX3" fmla="*/ 3675 w 7350"/>
                <a:gd name="connsiteY3" fmla="*/ 0 h 5829"/>
                <a:gd name="connsiteX4" fmla="*/ 7351 w 7350"/>
                <a:gd name="connsiteY4" fmla="*/ 2915 h 5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0" h="5829">
                  <a:moveTo>
                    <a:pt x="7351" y="2915"/>
                  </a:moveTo>
                  <a:lnTo>
                    <a:pt x="3675" y="5830"/>
                  </a:lnTo>
                  <a:lnTo>
                    <a:pt x="0" y="2915"/>
                  </a:lnTo>
                  <a:lnTo>
                    <a:pt x="3675" y="0"/>
                  </a:lnTo>
                  <a:lnTo>
                    <a:pt x="7351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9" name="Freeform: Shape 2508">
              <a:extLst>
                <a:ext uri="{FF2B5EF4-FFF2-40B4-BE49-F238E27FC236}">
                  <a16:creationId xmlns:a16="http://schemas.microsoft.com/office/drawing/2014/main" id="{1EEC870E-92F9-C996-1FB0-4D467128F806}"/>
                </a:ext>
              </a:extLst>
            </p:cNvPr>
            <p:cNvSpPr/>
            <p:nvPr/>
          </p:nvSpPr>
          <p:spPr>
            <a:xfrm>
              <a:off x="3116185" y="1868498"/>
              <a:ext cx="5576" cy="4435"/>
            </a:xfrm>
            <a:custGeom>
              <a:avLst/>
              <a:gdLst>
                <a:gd name="connsiteX0" fmla="*/ 5576 w 5576"/>
                <a:gd name="connsiteY0" fmla="*/ 2154 h 4435"/>
                <a:gd name="connsiteX1" fmla="*/ 2788 w 5576"/>
                <a:gd name="connsiteY1" fmla="*/ 4436 h 4435"/>
                <a:gd name="connsiteX2" fmla="*/ 0 w 5576"/>
                <a:gd name="connsiteY2" fmla="*/ 2154 h 4435"/>
                <a:gd name="connsiteX3" fmla="*/ 2788 w 5576"/>
                <a:gd name="connsiteY3" fmla="*/ 0 h 4435"/>
                <a:gd name="connsiteX4" fmla="*/ 5576 w 5576"/>
                <a:gd name="connsiteY4" fmla="*/ 2154 h 4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6" h="4435">
                  <a:moveTo>
                    <a:pt x="5576" y="2154"/>
                  </a:moveTo>
                  <a:lnTo>
                    <a:pt x="2788" y="4436"/>
                  </a:lnTo>
                  <a:lnTo>
                    <a:pt x="0" y="2154"/>
                  </a:lnTo>
                  <a:lnTo>
                    <a:pt x="2788" y="0"/>
                  </a:lnTo>
                  <a:lnTo>
                    <a:pt x="5576" y="21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0" name="Freeform: Shape 2509">
              <a:extLst>
                <a:ext uri="{FF2B5EF4-FFF2-40B4-BE49-F238E27FC236}">
                  <a16:creationId xmlns:a16="http://schemas.microsoft.com/office/drawing/2014/main" id="{D2B85E13-D552-07D1-3185-73C40EB6D948}"/>
                </a:ext>
              </a:extLst>
            </p:cNvPr>
            <p:cNvSpPr/>
            <p:nvPr/>
          </p:nvSpPr>
          <p:spPr>
            <a:xfrm>
              <a:off x="3189945" y="1782571"/>
              <a:ext cx="5196" cy="4182"/>
            </a:xfrm>
            <a:custGeom>
              <a:avLst/>
              <a:gdLst>
                <a:gd name="connsiteX0" fmla="*/ 5196 w 5196"/>
                <a:gd name="connsiteY0" fmla="*/ 2028 h 4182"/>
                <a:gd name="connsiteX1" fmla="*/ 2535 w 5196"/>
                <a:gd name="connsiteY1" fmla="*/ 4182 h 4182"/>
                <a:gd name="connsiteX2" fmla="*/ 0 w 5196"/>
                <a:gd name="connsiteY2" fmla="*/ 2028 h 4182"/>
                <a:gd name="connsiteX3" fmla="*/ 2535 w 5196"/>
                <a:gd name="connsiteY3" fmla="*/ 0 h 4182"/>
                <a:gd name="connsiteX4" fmla="*/ 5196 w 5196"/>
                <a:gd name="connsiteY4" fmla="*/ 2028 h 4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96" h="4182">
                  <a:moveTo>
                    <a:pt x="5196" y="2028"/>
                  </a:moveTo>
                  <a:lnTo>
                    <a:pt x="2535" y="4182"/>
                  </a:lnTo>
                  <a:lnTo>
                    <a:pt x="0" y="2028"/>
                  </a:lnTo>
                  <a:lnTo>
                    <a:pt x="2535" y="0"/>
                  </a:lnTo>
                  <a:lnTo>
                    <a:pt x="5196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1" name="Freeform: Shape 2510">
              <a:extLst>
                <a:ext uri="{FF2B5EF4-FFF2-40B4-BE49-F238E27FC236}">
                  <a16:creationId xmlns:a16="http://schemas.microsoft.com/office/drawing/2014/main" id="{BDA22BE4-6593-187B-6EC6-0C13D6A5C3E7}"/>
                </a:ext>
              </a:extLst>
            </p:cNvPr>
            <p:cNvSpPr/>
            <p:nvPr/>
          </p:nvSpPr>
          <p:spPr>
            <a:xfrm>
              <a:off x="3268268" y="1699306"/>
              <a:ext cx="3421" cy="2788"/>
            </a:xfrm>
            <a:custGeom>
              <a:avLst/>
              <a:gdLst>
                <a:gd name="connsiteX0" fmla="*/ 3422 w 3421"/>
                <a:gd name="connsiteY0" fmla="*/ 1394 h 2788"/>
                <a:gd name="connsiteX1" fmla="*/ 1774 w 3421"/>
                <a:gd name="connsiteY1" fmla="*/ 2788 h 2788"/>
                <a:gd name="connsiteX2" fmla="*/ 0 w 3421"/>
                <a:gd name="connsiteY2" fmla="*/ 1394 h 2788"/>
                <a:gd name="connsiteX3" fmla="*/ 1774 w 3421"/>
                <a:gd name="connsiteY3" fmla="*/ 0 h 2788"/>
                <a:gd name="connsiteX4" fmla="*/ 3422 w 3421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21" h="2788">
                  <a:moveTo>
                    <a:pt x="3422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422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2" name="Freeform: Shape 2511">
              <a:extLst>
                <a:ext uri="{FF2B5EF4-FFF2-40B4-BE49-F238E27FC236}">
                  <a16:creationId xmlns:a16="http://schemas.microsoft.com/office/drawing/2014/main" id="{CE204FC7-D1E5-A6F8-1F9E-865FF0E14717}"/>
                </a:ext>
              </a:extLst>
            </p:cNvPr>
            <p:cNvSpPr/>
            <p:nvPr/>
          </p:nvSpPr>
          <p:spPr>
            <a:xfrm>
              <a:off x="3350139" y="1618195"/>
              <a:ext cx="2154" cy="1774"/>
            </a:xfrm>
            <a:custGeom>
              <a:avLst/>
              <a:gdLst>
                <a:gd name="connsiteX0" fmla="*/ 2155 w 2154"/>
                <a:gd name="connsiteY0" fmla="*/ 887 h 1774"/>
                <a:gd name="connsiteX1" fmla="*/ 1014 w 2154"/>
                <a:gd name="connsiteY1" fmla="*/ 1774 h 1774"/>
                <a:gd name="connsiteX2" fmla="*/ 0 w 2154"/>
                <a:gd name="connsiteY2" fmla="*/ 887 h 1774"/>
                <a:gd name="connsiteX3" fmla="*/ 1014 w 2154"/>
                <a:gd name="connsiteY3" fmla="*/ 0 h 1774"/>
                <a:gd name="connsiteX4" fmla="*/ 2155 w 2154"/>
                <a:gd name="connsiteY4" fmla="*/ 887 h 1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4" h="1774">
                  <a:moveTo>
                    <a:pt x="2155" y="887"/>
                  </a:moveTo>
                  <a:lnTo>
                    <a:pt x="1014" y="1774"/>
                  </a:lnTo>
                  <a:lnTo>
                    <a:pt x="0" y="887"/>
                  </a:lnTo>
                  <a:lnTo>
                    <a:pt x="1014" y="0"/>
                  </a:lnTo>
                  <a:lnTo>
                    <a:pt x="2155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3" name="Freeform: Shape 2512">
              <a:extLst>
                <a:ext uri="{FF2B5EF4-FFF2-40B4-BE49-F238E27FC236}">
                  <a16:creationId xmlns:a16="http://schemas.microsoft.com/office/drawing/2014/main" id="{6358C317-C731-B359-A38D-2561C504E4AC}"/>
                </a:ext>
              </a:extLst>
            </p:cNvPr>
            <p:cNvSpPr/>
            <p:nvPr/>
          </p:nvSpPr>
          <p:spPr>
            <a:xfrm>
              <a:off x="3435432" y="1539238"/>
              <a:ext cx="1267" cy="1140"/>
            </a:xfrm>
            <a:custGeom>
              <a:avLst/>
              <a:gdLst>
                <a:gd name="connsiteX0" fmla="*/ 1267 w 1267"/>
                <a:gd name="connsiteY0" fmla="*/ 634 h 1140"/>
                <a:gd name="connsiteX1" fmla="*/ 634 w 1267"/>
                <a:gd name="connsiteY1" fmla="*/ 1141 h 1140"/>
                <a:gd name="connsiteX2" fmla="*/ 0 w 1267"/>
                <a:gd name="connsiteY2" fmla="*/ 634 h 1140"/>
                <a:gd name="connsiteX3" fmla="*/ 634 w 1267"/>
                <a:gd name="connsiteY3" fmla="*/ 0 h 1140"/>
                <a:gd name="connsiteX4" fmla="*/ 1267 w 1267"/>
                <a:gd name="connsiteY4" fmla="*/ 634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7" h="1140">
                  <a:moveTo>
                    <a:pt x="1267" y="634"/>
                  </a:moveTo>
                  <a:lnTo>
                    <a:pt x="634" y="1141"/>
                  </a:lnTo>
                  <a:lnTo>
                    <a:pt x="0" y="634"/>
                  </a:lnTo>
                  <a:lnTo>
                    <a:pt x="634" y="0"/>
                  </a:lnTo>
                  <a:lnTo>
                    <a:pt x="1267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4" name="Freeform: Shape 2513">
              <a:extLst>
                <a:ext uri="{FF2B5EF4-FFF2-40B4-BE49-F238E27FC236}">
                  <a16:creationId xmlns:a16="http://schemas.microsoft.com/office/drawing/2014/main" id="{83DB24F6-7C83-BF35-C47C-075FB0071AC7}"/>
                </a:ext>
              </a:extLst>
            </p:cNvPr>
            <p:cNvSpPr/>
            <p:nvPr/>
          </p:nvSpPr>
          <p:spPr>
            <a:xfrm>
              <a:off x="3524148" y="1462816"/>
              <a:ext cx="633" cy="506"/>
            </a:xfrm>
            <a:custGeom>
              <a:avLst/>
              <a:gdLst>
                <a:gd name="connsiteX0" fmla="*/ 634 w 633"/>
                <a:gd name="connsiteY0" fmla="*/ 253 h 506"/>
                <a:gd name="connsiteX1" fmla="*/ 380 w 633"/>
                <a:gd name="connsiteY1" fmla="*/ 507 h 506"/>
                <a:gd name="connsiteX2" fmla="*/ 0 w 633"/>
                <a:gd name="connsiteY2" fmla="*/ 253 h 506"/>
                <a:gd name="connsiteX3" fmla="*/ 380 w 633"/>
                <a:gd name="connsiteY3" fmla="*/ 0 h 506"/>
                <a:gd name="connsiteX4" fmla="*/ 634 w 633"/>
                <a:gd name="connsiteY4" fmla="*/ 253 h 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" h="506">
                  <a:moveTo>
                    <a:pt x="634" y="253"/>
                  </a:moveTo>
                  <a:lnTo>
                    <a:pt x="380" y="507"/>
                  </a:lnTo>
                  <a:lnTo>
                    <a:pt x="0" y="253"/>
                  </a:lnTo>
                  <a:lnTo>
                    <a:pt x="380" y="0"/>
                  </a:lnTo>
                  <a:lnTo>
                    <a:pt x="634" y="25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5" name="Freeform: Shape 2514">
              <a:extLst>
                <a:ext uri="{FF2B5EF4-FFF2-40B4-BE49-F238E27FC236}">
                  <a16:creationId xmlns:a16="http://schemas.microsoft.com/office/drawing/2014/main" id="{6EFCB500-C88E-C9DA-ED25-F2D264B06559}"/>
                </a:ext>
              </a:extLst>
            </p:cNvPr>
            <p:cNvSpPr/>
            <p:nvPr/>
          </p:nvSpPr>
          <p:spPr>
            <a:xfrm>
              <a:off x="3616158" y="1388676"/>
              <a:ext cx="380" cy="380"/>
            </a:xfrm>
            <a:custGeom>
              <a:avLst/>
              <a:gdLst>
                <a:gd name="connsiteX0" fmla="*/ 380 w 380"/>
                <a:gd name="connsiteY0" fmla="*/ 127 h 380"/>
                <a:gd name="connsiteX1" fmla="*/ 254 w 380"/>
                <a:gd name="connsiteY1" fmla="*/ 380 h 380"/>
                <a:gd name="connsiteX2" fmla="*/ 0 w 380"/>
                <a:gd name="connsiteY2" fmla="*/ 127 h 380"/>
                <a:gd name="connsiteX3" fmla="*/ 254 w 380"/>
                <a:gd name="connsiteY3" fmla="*/ 0 h 380"/>
                <a:gd name="connsiteX4" fmla="*/ 380 w 380"/>
                <a:gd name="connsiteY4" fmla="*/ 127 h 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" h="380">
                  <a:moveTo>
                    <a:pt x="380" y="127"/>
                  </a:moveTo>
                  <a:lnTo>
                    <a:pt x="254" y="380"/>
                  </a:lnTo>
                  <a:lnTo>
                    <a:pt x="0" y="127"/>
                  </a:lnTo>
                  <a:lnTo>
                    <a:pt x="254" y="0"/>
                  </a:lnTo>
                  <a:lnTo>
                    <a:pt x="380" y="12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6" name="Freeform: Shape 2515">
              <a:extLst>
                <a:ext uri="{FF2B5EF4-FFF2-40B4-BE49-F238E27FC236}">
                  <a16:creationId xmlns:a16="http://schemas.microsoft.com/office/drawing/2014/main" id="{B2C136A6-D982-05B9-7AE7-9BBB8A0A4CC0}"/>
                </a:ext>
              </a:extLst>
            </p:cNvPr>
            <p:cNvSpPr/>
            <p:nvPr/>
          </p:nvSpPr>
          <p:spPr>
            <a:xfrm>
              <a:off x="3711210" y="1317070"/>
              <a:ext cx="760" cy="633"/>
            </a:xfrm>
            <a:custGeom>
              <a:avLst/>
              <a:gdLst>
                <a:gd name="connsiteX0" fmla="*/ 761 w 760"/>
                <a:gd name="connsiteY0" fmla="*/ 253 h 633"/>
                <a:gd name="connsiteX1" fmla="*/ 380 w 760"/>
                <a:gd name="connsiteY1" fmla="*/ 634 h 633"/>
                <a:gd name="connsiteX2" fmla="*/ 0 w 760"/>
                <a:gd name="connsiteY2" fmla="*/ 253 h 633"/>
                <a:gd name="connsiteX3" fmla="*/ 380 w 760"/>
                <a:gd name="connsiteY3" fmla="*/ 0 h 633"/>
                <a:gd name="connsiteX4" fmla="*/ 761 w 760"/>
                <a:gd name="connsiteY4" fmla="*/ 253 h 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0" h="633">
                  <a:moveTo>
                    <a:pt x="761" y="253"/>
                  </a:moveTo>
                  <a:lnTo>
                    <a:pt x="380" y="634"/>
                  </a:lnTo>
                  <a:lnTo>
                    <a:pt x="0" y="253"/>
                  </a:lnTo>
                  <a:lnTo>
                    <a:pt x="380" y="0"/>
                  </a:lnTo>
                  <a:lnTo>
                    <a:pt x="761" y="25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7" name="Freeform: Shape 2516">
              <a:extLst>
                <a:ext uri="{FF2B5EF4-FFF2-40B4-BE49-F238E27FC236}">
                  <a16:creationId xmlns:a16="http://schemas.microsoft.com/office/drawing/2014/main" id="{9567137C-ABDB-37F3-C05F-BA2A7727BD43}"/>
                </a:ext>
              </a:extLst>
            </p:cNvPr>
            <p:cNvSpPr/>
            <p:nvPr/>
          </p:nvSpPr>
          <p:spPr>
            <a:xfrm>
              <a:off x="3809304" y="1247999"/>
              <a:ext cx="1393" cy="1140"/>
            </a:xfrm>
            <a:custGeom>
              <a:avLst/>
              <a:gdLst>
                <a:gd name="connsiteX0" fmla="*/ 1394 w 1393"/>
                <a:gd name="connsiteY0" fmla="*/ 634 h 1140"/>
                <a:gd name="connsiteX1" fmla="*/ 634 w 1393"/>
                <a:gd name="connsiteY1" fmla="*/ 1141 h 1140"/>
                <a:gd name="connsiteX2" fmla="*/ 0 w 1393"/>
                <a:gd name="connsiteY2" fmla="*/ 634 h 1140"/>
                <a:gd name="connsiteX3" fmla="*/ 634 w 1393"/>
                <a:gd name="connsiteY3" fmla="*/ 0 h 1140"/>
                <a:gd name="connsiteX4" fmla="*/ 1394 w 1393"/>
                <a:gd name="connsiteY4" fmla="*/ 634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3" h="1140">
                  <a:moveTo>
                    <a:pt x="1394" y="634"/>
                  </a:moveTo>
                  <a:lnTo>
                    <a:pt x="634" y="1141"/>
                  </a:lnTo>
                  <a:lnTo>
                    <a:pt x="0" y="634"/>
                  </a:lnTo>
                  <a:lnTo>
                    <a:pt x="634" y="0"/>
                  </a:lnTo>
                  <a:lnTo>
                    <a:pt x="1394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8" name="Freeform: Shape 2517">
              <a:extLst>
                <a:ext uri="{FF2B5EF4-FFF2-40B4-BE49-F238E27FC236}">
                  <a16:creationId xmlns:a16="http://schemas.microsoft.com/office/drawing/2014/main" id="{BE61ABB4-8713-A5E6-A7BF-66BA1BB19D88}"/>
                </a:ext>
              </a:extLst>
            </p:cNvPr>
            <p:cNvSpPr/>
            <p:nvPr/>
          </p:nvSpPr>
          <p:spPr>
            <a:xfrm>
              <a:off x="3910185" y="1181843"/>
              <a:ext cx="2408" cy="1774"/>
            </a:xfrm>
            <a:custGeom>
              <a:avLst/>
              <a:gdLst>
                <a:gd name="connsiteX0" fmla="*/ 2408 w 2408"/>
                <a:gd name="connsiteY0" fmla="*/ 887 h 1774"/>
                <a:gd name="connsiteX1" fmla="*/ 1141 w 2408"/>
                <a:gd name="connsiteY1" fmla="*/ 1774 h 1774"/>
                <a:gd name="connsiteX2" fmla="*/ 0 w 2408"/>
                <a:gd name="connsiteY2" fmla="*/ 887 h 1774"/>
                <a:gd name="connsiteX3" fmla="*/ 1141 w 2408"/>
                <a:gd name="connsiteY3" fmla="*/ 0 h 1774"/>
                <a:gd name="connsiteX4" fmla="*/ 2408 w 2408"/>
                <a:gd name="connsiteY4" fmla="*/ 887 h 1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8" h="1774">
                  <a:moveTo>
                    <a:pt x="2408" y="887"/>
                  </a:moveTo>
                  <a:lnTo>
                    <a:pt x="1141" y="1774"/>
                  </a:lnTo>
                  <a:lnTo>
                    <a:pt x="0" y="887"/>
                  </a:lnTo>
                  <a:lnTo>
                    <a:pt x="1141" y="0"/>
                  </a:lnTo>
                  <a:lnTo>
                    <a:pt x="2408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9" name="Freeform: Shape 2518">
              <a:extLst>
                <a:ext uri="{FF2B5EF4-FFF2-40B4-BE49-F238E27FC236}">
                  <a16:creationId xmlns:a16="http://schemas.microsoft.com/office/drawing/2014/main" id="{DAEE4D35-6169-5A90-B84C-421109F9F9B9}"/>
                </a:ext>
              </a:extLst>
            </p:cNvPr>
            <p:cNvSpPr/>
            <p:nvPr/>
          </p:nvSpPr>
          <p:spPr>
            <a:xfrm>
              <a:off x="4013982" y="1118348"/>
              <a:ext cx="3548" cy="2788"/>
            </a:xfrm>
            <a:custGeom>
              <a:avLst/>
              <a:gdLst>
                <a:gd name="connsiteX0" fmla="*/ 3549 w 3548"/>
                <a:gd name="connsiteY0" fmla="*/ 1394 h 2788"/>
                <a:gd name="connsiteX1" fmla="*/ 1774 w 3548"/>
                <a:gd name="connsiteY1" fmla="*/ 2788 h 2788"/>
                <a:gd name="connsiteX2" fmla="*/ 0 w 3548"/>
                <a:gd name="connsiteY2" fmla="*/ 1394 h 2788"/>
                <a:gd name="connsiteX3" fmla="*/ 1774 w 3548"/>
                <a:gd name="connsiteY3" fmla="*/ 0 h 2788"/>
                <a:gd name="connsiteX4" fmla="*/ 3549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9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9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0" name="Freeform: Shape 2519">
              <a:extLst>
                <a:ext uri="{FF2B5EF4-FFF2-40B4-BE49-F238E27FC236}">
                  <a16:creationId xmlns:a16="http://schemas.microsoft.com/office/drawing/2014/main" id="{4A0DBE62-3FE6-DC02-03AE-442F9D4BE688}"/>
                </a:ext>
              </a:extLst>
            </p:cNvPr>
            <p:cNvSpPr/>
            <p:nvPr/>
          </p:nvSpPr>
          <p:spPr>
            <a:xfrm>
              <a:off x="4120820" y="1058275"/>
              <a:ext cx="4182" cy="3295"/>
            </a:xfrm>
            <a:custGeom>
              <a:avLst/>
              <a:gdLst>
                <a:gd name="connsiteX0" fmla="*/ 4183 w 4182"/>
                <a:gd name="connsiteY0" fmla="*/ 1648 h 3295"/>
                <a:gd name="connsiteX1" fmla="*/ 2155 w 4182"/>
                <a:gd name="connsiteY1" fmla="*/ 3295 h 3295"/>
                <a:gd name="connsiteX2" fmla="*/ 0 w 4182"/>
                <a:gd name="connsiteY2" fmla="*/ 1648 h 3295"/>
                <a:gd name="connsiteX3" fmla="*/ 2155 w 4182"/>
                <a:gd name="connsiteY3" fmla="*/ 0 h 3295"/>
                <a:gd name="connsiteX4" fmla="*/ 4183 w 4182"/>
                <a:gd name="connsiteY4" fmla="*/ 1648 h 3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2" h="3295">
                  <a:moveTo>
                    <a:pt x="4183" y="1648"/>
                  </a:moveTo>
                  <a:lnTo>
                    <a:pt x="2155" y="3295"/>
                  </a:lnTo>
                  <a:lnTo>
                    <a:pt x="0" y="1648"/>
                  </a:lnTo>
                  <a:lnTo>
                    <a:pt x="2155" y="0"/>
                  </a:lnTo>
                  <a:lnTo>
                    <a:pt x="4183" y="164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1" name="Freeform: Shape 2520">
              <a:extLst>
                <a:ext uri="{FF2B5EF4-FFF2-40B4-BE49-F238E27FC236}">
                  <a16:creationId xmlns:a16="http://schemas.microsoft.com/office/drawing/2014/main" id="{C9CD7989-36D6-73F9-B0E7-9F0FF81BCCA0}"/>
                </a:ext>
              </a:extLst>
            </p:cNvPr>
            <p:cNvSpPr/>
            <p:nvPr/>
          </p:nvSpPr>
          <p:spPr>
            <a:xfrm>
              <a:off x="4230067" y="1000991"/>
              <a:ext cx="5323" cy="4182"/>
            </a:xfrm>
            <a:custGeom>
              <a:avLst/>
              <a:gdLst>
                <a:gd name="connsiteX0" fmla="*/ 5323 w 5323"/>
                <a:gd name="connsiteY0" fmla="*/ 2154 h 4182"/>
                <a:gd name="connsiteX1" fmla="*/ 2662 w 5323"/>
                <a:gd name="connsiteY1" fmla="*/ 4182 h 4182"/>
                <a:gd name="connsiteX2" fmla="*/ 0 w 5323"/>
                <a:gd name="connsiteY2" fmla="*/ 2154 h 4182"/>
                <a:gd name="connsiteX3" fmla="*/ 2662 w 5323"/>
                <a:gd name="connsiteY3" fmla="*/ 0 h 4182"/>
                <a:gd name="connsiteX4" fmla="*/ 5323 w 5323"/>
                <a:gd name="connsiteY4" fmla="*/ 2154 h 4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23" h="4182">
                  <a:moveTo>
                    <a:pt x="5323" y="2154"/>
                  </a:moveTo>
                  <a:lnTo>
                    <a:pt x="2662" y="4182"/>
                  </a:lnTo>
                  <a:lnTo>
                    <a:pt x="0" y="2154"/>
                  </a:lnTo>
                  <a:lnTo>
                    <a:pt x="2662" y="0"/>
                  </a:lnTo>
                  <a:lnTo>
                    <a:pt x="5323" y="21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2" name="Freeform: Shape 2521">
              <a:extLst>
                <a:ext uri="{FF2B5EF4-FFF2-40B4-BE49-F238E27FC236}">
                  <a16:creationId xmlns:a16="http://schemas.microsoft.com/office/drawing/2014/main" id="{094A40CE-1FEB-5B0E-6E8D-D2E908772065}"/>
                </a:ext>
              </a:extLst>
            </p:cNvPr>
            <p:cNvSpPr/>
            <p:nvPr/>
          </p:nvSpPr>
          <p:spPr>
            <a:xfrm>
              <a:off x="4342482" y="947381"/>
              <a:ext cx="5322" cy="4182"/>
            </a:xfrm>
            <a:custGeom>
              <a:avLst/>
              <a:gdLst>
                <a:gd name="connsiteX0" fmla="*/ 5323 w 5322"/>
                <a:gd name="connsiteY0" fmla="*/ 2154 h 4182"/>
                <a:gd name="connsiteX1" fmla="*/ 2661 w 5322"/>
                <a:gd name="connsiteY1" fmla="*/ 4182 h 4182"/>
                <a:gd name="connsiteX2" fmla="*/ 0 w 5322"/>
                <a:gd name="connsiteY2" fmla="*/ 2154 h 4182"/>
                <a:gd name="connsiteX3" fmla="*/ 2661 w 5322"/>
                <a:gd name="connsiteY3" fmla="*/ 0 h 4182"/>
                <a:gd name="connsiteX4" fmla="*/ 5323 w 5322"/>
                <a:gd name="connsiteY4" fmla="*/ 2154 h 4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22" h="4182">
                  <a:moveTo>
                    <a:pt x="5323" y="2154"/>
                  </a:moveTo>
                  <a:lnTo>
                    <a:pt x="2661" y="4182"/>
                  </a:lnTo>
                  <a:lnTo>
                    <a:pt x="0" y="2154"/>
                  </a:lnTo>
                  <a:lnTo>
                    <a:pt x="2661" y="0"/>
                  </a:lnTo>
                  <a:lnTo>
                    <a:pt x="5323" y="21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3" name="Freeform: Shape 2522">
              <a:extLst>
                <a:ext uri="{FF2B5EF4-FFF2-40B4-BE49-F238E27FC236}">
                  <a16:creationId xmlns:a16="http://schemas.microsoft.com/office/drawing/2014/main" id="{4B20E411-C7BE-1E23-C54F-D0325355454A}"/>
                </a:ext>
              </a:extLst>
            </p:cNvPr>
            <p:cNvSpPr/>
            <p:nvPr/>
          </p:nvSpPr>
          <p:spPr>
            <a:xfrm>
              <a:off x="4456544" y="896560"/>
              <a:ext cx="6590" cy="5196"/>
            </a:xfrm>
            <a:custGeom>
              <a:avLst/>
              <a:gdLst>
                <a:gd name="connsiteX0" fmla="*/ 6590 w 6590"/>
                <a:gd name="connsiteY0" fmla="*/ 2535 h 5196"/>
                <a:gd name="connsiteX1" fmla="*/ 3295 w 6590"/>
                <a:gd name="connsiteY1" fmla="*/ 5196 h 5196"/>
                <a:gd name="connsiteX2" fmla="*/ 0 w 6590"/>
                <a:gd name="connsiteY2" fmla="*/ 2535 h 5196"/>
                <a:gd name="connsiteX3" fmla="*/ 3295 w 6590"/>
                <a:gd name="connsiteY3" fmla="*/ 0 h 5196"/>
                <a:gd name="connsiteX4" fmla="*/ 6590 w 6590"/>
                <a:gd name="connsiteY4" fmla="*/ 2535 h 5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90" h="5196">
                  <a:moveTo>
                    <a:pt x="6590" y="2535"/>
                  </a:moveTo>
                  <a:lnTo>
                    <a:pt x="3295" y="5196"/>
                  </a:lnTo>
                  <a:lnTo>
                    <a:pt x="0" y="2535"/>
                  </a:lnTo>
                  <a:lnTo>
                    <a:pt x="3295" y="0"/>
                  </a:lnTo>
                  <a:lnTo>
                    <a:pt x="6590" y="253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4" name="Freeform: Shape 2523">
              <a:extLst>
                <a:ext uri="{FF2B5EF4-FFF2-40B4-BE49-F238E27FC236}">
                  <a16:creationId xmlns:a16="http://schemas.microsoft.com/office/drawing/2014/main" id="{26D4DE21-B380-F05D-8CA3-8A5E2B205ADB}"/>
                </a:ext>
              </a:extLst>
            </p:cNvPr>
            <p:cNvSpPr/>
            <p:nvPr/>
          </p:nvSpPr>
          <p:spPr>
            <a:xfrm>
              <a:off x="4573141" y="849161"/>
              <a:ext cx="7224" cy="5829"/>
            </a:xfrm>
            <a:custGeom>
              <a:avLst/>
              <a:gdLst>
                <a:gd name="connsiteX0" fmla="*/ 7224 w 7224"/>
                <a:gd name="connsiteY0" fmla="*/ 2915 h 5829"/>
                <a:gd name="connsiteX1" fmla="*/ 3549 w 7224"/>
                <a:gd name="connsiteY1" fmla="*/ 5830 h 5829"/>
                <a:gd name="connsiteX2" fmla="*/ 0 w 7224"/>
                <a:gd name="connsiteY2" fmla="*/ 2915 h 5829"/>
                <a:gd name="connsiteX3" fmla="*/ 3549 w 7224"/>
                <a:gd name="connsiteY3" fmla="*/ 0 h 5829"/>
                <a:gd name="connsiteX4" fmla="*/ 7224 w 7224"/>
                <a:gd name="connsiteY4" fmla="*/ 2915 h 5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24" h="5829">
                  <a:moveTo>
                    <a:pt x="7224" y="2915"/>
                  </a:moveTo>
                  <a:lnTo>
                    <a:pt x="3549" y="5830"/>
                  </a:lnTo>
                  <a:lnTo>
                    <a:pt x="0" y="2915"/>
                  </a:lnTo>
                  <a:lnTo>
                    <a:pt x="3549" y="0"/>
                  </a:lnTo>
                  <a:lnTo>
                    <a:pt x="7224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5" name="Freeform: Shape 2524">
              <a:extLst>
                <a:ext uri="{FF2B5EF4-FFF2-40B4-BE49-F238E27FC236}">
                  <a16:creationId xmlns:a16="http://schemas.microsoft.com/office/drawing/2014/main" id="{565F2474-5325-082E-DAE0-50561B43D80B}"/>
                </a:ext>
              </a:extLst>
            </p:cNvPr>
            <p:cNvSpPr/>
            <p:nvPr/>
          </p:nvSpPr>
          <p:spPr>
            <a:xfrm>
              <a:off x="4691512" y="805057"/>
              <a:ext cx="8491" cy="6717"/>
            </a:xfrm>
            <a:custGeom>
              <a:avLst/>
              <a:gdLst>
                <a:gd name="connsiteX0" fmla="*/ 8491 w 8491"/>
                <a:gd name="connsiteY0" fmla="*/ 3422 h 6717"/>
                <a:gd name="connsiteX1" fmla="*/ 4309 w 8491"/>
                <a:gd name="connsiteY1" fmla="*/ 6717 h 6717"/>
                <a:gd name="connsiteX2" fmla="*/ 0 w 8491"/>
                <a:gd name="connsiteY2" fmla="*/ 3422 h 6717"/>
                <a:gd name="connsiteX3" fmla="*/ 4309 w 8491"/>
                <a:gd name="connsiteY3" fmla="*/ 0 h 6717"/>
                <a:gd name="connsiteX4" fmla="*/ 8491 w 8491"/>
                <a:gd name="connsiteY4" fmla="*/ 3422 h 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91" h="6717">
                  <a:moveTo>
                    <a:pt x="8491" y="3422"/>
                  </a:moveTo>
                  <a:lnTo>
                    <a:pt x="4309" y="6717"/>
                  </a:lnTo>
                  <a:lnTo>
                    <a:pt x="0" y="3422"/>
                  </a:lnTo>
                  <a:lnTo>
                    <a:pt x="4309" y="0"/>
                  </a:lnTo>
                  <a:lnTo>
                    <a:pt x="8491" y="342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6" name="Freeform: Shape 2525">
              <a:extLst>
                <a:ext uri="{FF2B5EF4-FFF2-40B4-BE49-F238E27FC236}">
                  <a16:creationId xmlns:a16="http://schemas.microsoft.com/office/drawing/2014/main" id="{962F329A-6040-C8C8-6A92-416B3DD21000}"/>
                </a:ext>
              </a:extLst>
            </p:cNvPr>
            <p:cNvSpPr/>
            <p:nvPr/>
          </p:nvSpPr>
          <p:spPr>
            <a:xfrm>
              <a:off x="4812038" y="764501"/>
              <a:ext cx="9251" cy="7350"/>
            </a:xfrm>
            <a:custGeom>
              <a:avLst/>
              <a:gdLst>
                <a:gd name="connsiteX0" fmla="*/ 9252 w 9251"/>
                <a:gd name="connsiteY0" fmla="*/ 3675 h 7350"/>
                <a:gd name="connsiteX1" fmla="*/ 4562 w 9251"/>
                <a:gd name="connsiteY1" fmla="*/ 7351 h 7350"/>
                <a:gd name="connsiteX2" fmla="*/ 0 w 9251"/>
                <a:gd name="connsiteY2" fmla="*/ 3675 h 7350"/>
                <a:gd name="connsiteX3" fmla="*/ 4562 w 9251"/>
                <a:gd name="connsiteY3" fmla="*/ 0 h 7350"/>
                <a:gd name="connsiteX4" fmla="*/ 9252 w 9251"/>
                <a:gd name="connsiteY4" fmla="*/ 3675 h 7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51" h="7350">
                  <a:moveTo>
                    <a:pt x="9252" y="3675"/>
                  </a:moveTo>
                  <a:lnTo>
                    <a:pt x="4562" y="7351"/>
                  </a:lnTo>
                  <a:lnTo>
                    <a:pt x="0" y="3675"/>
                  </a:lnTo>
                  <a:lnTo>
                    <a:pt x="4562" y="0"/>
                  </a:lnTo>
                  <a:lnTo>
                    <a:pt x="9252" y="367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7" name="Freeform: Shape 2526">
              <a:extLst>
                <a:ext uri="{FF2B5EF4-FFF2-40B4-BE49-F238E27FC236}">
                  <a16:creationId xmlns:a16="http://schemas.microsoft.com/office/drawing/2014/main" id="{DD6A6D8B-1529-226A-E1D1-BA2434314B61}"/>
                </a:ext>
              </a:extLst>
            </p:cNvPr>
            <p:cNvSpPr/>
            <p:nvPr/>
          </p:nvSpPr>
          <p:spPr>
            <a:xfrm>
              <a:off x="4933958" y="727241"/>
              <a:ext cx="10645" cy="8364"/>
            </a:xfrm>
            <a:custGeom>
              <a:avLst/>
              <a:gdLst>
                <a:gd name="connsiteX0" fmla="*/ 10646 w 10645"/>
                <a:gd name="connsiteY0" fmla="*/ 4182 h 8364"/>
                <a:gd name="connsiteX1" fmla="*/ 5323 w 10645"/>
                <a:gd name="connsiteY1" fmla="*/ 8365 h 8364"/>
                <a:gd name="connsiteX2" fmla="*/ 0 w 10645"/>
                <a:gd name="connsiteY2" fmla="*/ 4182 h 8364"/>
                <a:gd name="connsiteX3" fmla="*/ 5323 w 10645"/>
                <a:gd name="connsiteY3" fmla="*/ 0 h 8364"/>
                <a:gd name="connsiteX4" fmla="*/ 10646 w 10645"/>
                <a:gd name="connsiteY4" fmla="*/ 4182 h 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45" h="8364">
                  <a:moveTo>
                    <a:pt x="10646" y="4182"/>
                  </a:moveTo>
                  <a:lnTo>
                    <a:pt x="5323" y="8365"/>
                  </a:lnTo>
                  <a:lnTo>
                    <a:pt x="0" y="4182"/>
                  </a:lnTo>
                  <a:lnTo>
                    <a:pt x="5323" y="0"/>
                  </a:lnTo>
                  <a:lnTo>
                    <a:pt x="10646" y="41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8" name="Freeform: Shape 2527">
              <a:extLst>
                <a:ext uri="{FF2B5EF4-FFF2-40B4-BE49-F238E27FC236}">
                  <a16:creationId xmlns:a16="http://schemas.microsoft.com/office/drawing/2014/main" id="{C5B2D8F3-5EAD-B2BE-E5F9-4E980CEDD86D}"/>
                </a:ext>
              </a:extLst>
            </p:cNvPr>
            <p:cNvSpPr/>
            <p:nvPr/>
          </p:nvSpPr>
          <p:spPr>
            <a:xfrm>
              <a:off x="5057906" y="693783"/>
              <a:ext cx="11152" cy="8871"/>
            </a:xfrm>
            <a:custGeom>
              <a:avLst/>
              <a:gdLst>
                <a:gd name="connsiteX0" fmla="*/ 11153 w 11152"/>
                <a:gd name="connsiteY0" fmla="*/ 4436 h 8871"/>
                <a:gd name="connsiteX1" fmla="*/ 5576 w 11152"/>
                <a:gd name="connsiteY1" fmla="*/ 8872 h 8871"/>
                <a:gd name="connsiteX2" fmla="*/ 0 w 11152"/>
                <a:gd name="connsiteY2" fmla="*/ 4436 h 8871"/>
                <a:gd name="connsiteX3" fmla="*/ 5576 w 11152"/>
                <a:gd name="connsiteY3" fmla="*/ 0 h 8871"/>
                <a:gd name="connsiteX4" fmla="*/ 11153 w 11152"/>
                <a:gd name="connsiteY4" fmla="*/ 4436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52" h="8871">
                  <a:moveTo>
                    <a:pt x="11153" y="4436"/>
                  </a:moveTo>
                  <a:lnTo>
                    <a:pt x="5576" y="8872"/>
                  </a:lnTo>
                  <a:lnTo>
                    <a:pt x="0" y="4436"/>
                  </a:lnTo>
                  <a:lnTo>
                    <a:pt x="5576" y="0"/>
                  </a:lnTo>
                  <a:lnTo>
                    <a:pt x="11153" y="44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9" name="Freeform: Shape 2528">
              <a:extLst>
                <a:ext uri="{FF2B5EF4-FFF2-40B4-BE49-F238E27FC236}">
                  <a16:creationId xmlns:a16="http://schemas.microsoft.com/office/drawing/2014/main" id="{A3B13938-C298-9542-7410-CE554AABDFC4}"/>
                </a:ext>
              </a:extLst>
            </p:cNvPr>
            <p:cNvSpPr/>
            <p:nvPr/>
          </p:nvSpPr>
          <p:spPr>
            <a:xfrm>
              <a:off x="5183248" y="663873"/>
              <a:ext cx="11913" cy="9505"/>
            </a:xfrm>
            <a:custGeom>
              <a:avLst/>
              <a:gdLst>
                <a:gd name="connsiteX0" fmla="*/ 11913 w 11913"/>
                <a:gd name="connsiteY0" fmla="*/ 4689 h 9505"/>
                <a:gd name="connsiteX1" fmla="*/ 5957 w 11913"/>
                <a:gd name="connsiteY1" fmla="*/ 9505 h 9505"/>
                <a:gd name="connsiteX2" fmla="*/ 0 w 11913"/>
                <a:gd name="connsiteY2" fmla="*/ 4689 h 9505"/>
                <a:gd name="connsiteX3" fmla="*/ 5957 w 11913"/>
                <a:gd name="connsiteY3" fmla="*/ 0 h 9505"/>
                <a:gd name="connsiteX4" fmla="*/ 11913 w 11913"/>
                <a:gd name="connsiteY4" fmla="*/ 4689 h 9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13" h="9505">
                  <a:moveTo>
                    <a:pt x="11913" y="4689"/>
                  </a:moveTo>
                  <a:lnTo>
                    <a:pt x="5957" y="9505"/>
                  </a:lnTo>
                  <a:lnTo>
                    <a:pt x="0" y="4689"/>
                  </a:lnTo>
                  <a:lnTo>
                    <a:pt x="5957" y="0"/>
                  </a:lnTo>
                  <a:lnTo>
                    <a:pt x="11913" y="468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0" name="Freeform: Shape 2529">
              <a:extLst>
                <a:ext uri="{FF2B5EF4-FFF2-40B4-BE49-F238E27FC236}">
                  <a16:creationId xmlns:a16="http://schemas.microsoft.com/office/drawing/2014/main" id="{F2C902E7-791E-EAA0-8003-29F3334273F7}"/>
                </a:ext>
              </a:extLst>
            </p:cNvPr>
            <p:cNvSpPr/>
            <p:nvPr/>
          </p:nvSpPr>
          <p:spPr>
            <a:xfrm>
              <a:off x="5309350" y="637258"/>
              <a:ext cx="13433" cy="10645"/>
            </a:xfrm>
            <a:custGeom>
              <a:avLst/>
              <a:gdLst>
                <a:gd name="connsiteX0" fmla="*/ 13434 w 13433"/>
                <a:gd name="connsiteY0" fmla="*/ 5323 h 10645"/>
                <a:gd name="connsiteX1" fmla="*/ 6717 w 13433"/>
                <a:gd name="connsiteY1" fmla="*/ 10646 h 10645"/>
                <a:gd name="connsiteX2" fmla="*/ 0 w 13433"/>
                <a:gd name="connsiteY2" fmla="*/ 5323 h 10645"/>
                <a:gd name="connsiteX3" fmla="*/ 6717 w 13433"/>
                <a:gd name="connsiteY3" fmla="*/ 0 h 10645"/>
                <a:gd name="connsiteX4" fmla="*/ 13434 w 13433"/>
                <a:gd name="connsiteY4" fmla="*/ 5323 h 1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33" h="10645">
                  <a:moveTo>
                    <a:pt x="13434" y="5323"/>
                  </a:moveTo>
                  <a:cubicBezTo>
                    <a:pt x="13434" y="8238"/>
                    <a:pt x="10392" y="10646"/>
                    <a:pt x="6717" y="10646"/>
                  </a:cubicBezTo>
                  <a:cubicBezTo>
                    <a:pt x="3042" y="10646"/>
                    <a:pt x="0" y="8365"/>
                    <a:pt x="0" y="5323"/>
                  </a:cubicBezTo>
                  <a:cubicBezTo>
                    <a:pt x="0" y="2281"/>
                    <a:pt x="3042" y="0"/>
                    <a:pt x="6717" y="0"/>
                  </a:cubicBezTo>
                  <a:cubicBezTo>
                    <a:pt x="10392" y="0"/>
                    <a:pt x="13434" y="2408"/>
                    <a:pt x="13434" y="532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1" name="Freeform: Shape 2530">
              <a:extLst>
                <a:ext uri="{FF2B5EF4-FFF2-40B4-BE49-F238E27FC236}">
                  <a16:creationId xmlns:a16="http://schemas.microsoft.com/office/drawing/2014/main" id="{6E2767B7-BAB9-0069-88B8-6BDD9F45580B}"/>
                </a:ext>
              </a:extLst>
            </p:cNvPr>
            <p:cNvSpPr/>
            <p:nvPr/>
          </p:nvSpPr>
          <p:spPr>
            <a:xfrm>
              <a:off x="5437227" y="614699"/>
              <a:ext cx="13941" cy="11152"/>
            </a:xfrm>
            <a:custGeom>
              <a:avLst/>
              <a:gdLst>
                <a:gd name="connsiteX0" fmla="*/ 13941 w 13941"/>
                <a:gd name="connsiteY0" fmla="*/ 5576 h 11152"/>
                <a:gd name="connsiteX1" fmla="*/ 6971 w 13941"/>
                <a:gd name="connsiteY1" fmla="*/ 11153 h 11152"/>
                <a:gd name="connsiteX2" fmla="*/ 0 w 13941"/>
                <a:gd name="connsiteY2" fmla="*/ 5576 h 11152"/>
                <a:gd name="connsiteX3" fmla="*/ 6971 w 13941"/>
                <a:gd name="connsiteY3" fmla="*/ 0 h 11152"/>
                <a:gd name="connsiteX4" fmla="*/ 13941 w 13941"/>
                <a:gd name="connsiteY4" fmla="*/ 5576 h 11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1" h="11152">
                  <a:moveTo>
                    <a:pt x="13941" y="5576"/>
                  </a:moveTo>
                  <a:cubicBezTo>
                    <a:pt x="13941" y="8618"/>
                    <a:pt x="10773" y="11153"/>
                    <a:pt x="6971" y="11153"/>
                  </a:cubicBezTo>
                  <a:cubicBezTo>
                    <a:pt x="3168" y="11153"/>
                    <a:pt x="0" y="8745"/>
                    <a:pt x="0" y="5576"/>
                  </a:cubicBezTo>
                  <a:cubicBezTo>
                    <a:pt x="0" y="2408"/>
                    <a:pt x="3042" y="0"/>
                    <a:pt x="6971" y="0"/>
                  </a:cubicBezTo>
                  <a:cubicBezTo>
                    <a:pt x="10899" y="0"/>
                    <a:pt x="13941" y="2408"/>
                    <a:pt x="13941" y="55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2" name="Freeform: Shape 2531">
              <a:extLst>
                <a:ext uri="{FF2B5EF4-FFF2-40B4-BE49-F238E27FC236}">
                  <a16:creationId xmlns:a16="http://schemas.microsoft.com/office/drawing/2014/main" id="{2D5534C5-F042-3606-96CD-7E2E8B38F4B6}"/>
                </a:ext>
              </a:extLst>
            </p:cNvPr>
            <p:cNvSpPr/>
            <p:nvPr/>
          </p:nvSpPr>
          <p:spPr>
            <a:xfrm>
              <a:off x="5565864" y="595816"/>
              <a:ext cx="14701" cy="11659"/>
            </a:xfrm>
            <a:custGeom>
              <a:avLst/>
              <a:gdLst>
                <a:gd name="connsiteX0" fmla="*/ 14701 w 14701"/>
                <a:gd name="connsiteY0" fmla="*/ 5830 h 11659"/>
                <a:gd name="connsiteX1" fmla="*/ 7351 w 14701"/>
                <a:gd name="connsiteY1" fmla="*/ 11660 h 11659"/>
                <a:gd name="connsiteX2" fmla="*/ 0 w 14701"/>
                <a:gd name="connsiteY2" fmla="*/ 5830 h 11659"/>
                <a:gd name="connsiteX3" fmla="*/ 7351 w 14701"/>
                <a:gd name="connsiteY3" fmla="*/ 0 h 11659"/>
                <a:gd name="connsiteX4" fmla="*/ 14701 w 14701"/>
                <a:gd name="connsiteY4" fmla="*/ 5830 h 11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01" h="11659">
                  <a:moveTo>
                    <a:pt x="14701" y="5830"/>
                  </a:moveTo>
                  <a:cubicBezTo>
                    <a:pt x="14701" y="8998"/>
                    <a:pt x="11406" y="11660"/>
                    <a:pt x="7351" y="11660"/>
                  </a:cubicBezTo>
                  <a:cubicBezTo>
                    <a:pt x="3295" y="11660"/>
                    <a:pt x="0" y="8998"/>
                    <a:pt x="0" y="5830"/>
                  </a:cubicBezTo>
                  <a:cubicBezTo>
                    <a:pt x="0" y="2661"/>
                    <a:pt x="3295" y="0"/>
                    <a:pt x="7351" y="0"/>
                  </a:cubicBezTo>
                  <a:cubicBezTo>
                    <a:pt x="11406" y="0"/>
                    <a:pt x="14701" y="2661"/>
                    <a:pt x="14701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3" name="Freeform: Shape 2532">
              <a:extLst>
                <a:ext uri="{FF2B5EF4-FFF2-40B4-BE49-F238E27FC236}">
                  <a16:creationId xmlns:a16="http://schemas.microsoft.com/office/drawing/2014/main" id="{7558B9D6-4FE8-2752-8470-C66890EAA667}"/>
                </a:ext>
              </a:extLst>
            </p:cNvPr>
            <p:cNvSpPr/>
            <p:nvPr/>
          </p:nvSpPr>
          <p:spPr>
            <a:xfrm>
              <a:off x="5695135" y="580354"/>
              <a:ext cx="15461" cy="12420"/>
            </a:xfrm>
            <a:custGeom>
              <a:avLst/>
              <a:gdLst>
                <a:gd name="connsiteX0" fmla="*/ 15462 w 15461"/>
                <a:gd name="connsiteY0" fmla="*/ 6210 h 12420"/>
                <a:gd name="connsiteX1" fmla="*/ 7731 w 15461"/>
                <a:gd name="connsiteY1" fmla="*/ 12420 h 12420"/>
                <a:gd name="connsiteX2" fmla="*/ 0 w 15461"/>
                <a:gd name="connsiteY2" fmla="*/ 6210 h 12420"/>
                <a:gd name="connsiteX3" fmla="*/ 7731 w 15461"/>
                <a:gd name="connsiteY3" fmla="*/ 0 h 12420"/>
                <a:gd name="connsiteX4" fmla="*/ 15462 w 15461"/>
                <a:gd name="connsiteY4" fmla="*/ 6210 h 12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61" h="12420">
                  <a:moveTo>
                    <a:pt x="15462" y="6210"/>
                  </a:moveTo>
                  <a:cubicBezTo>
                    <a:pt x="15462" y="9632"/>
                    <a:pt x="12040" y="12420"/>
                    <a:pt x="7731" y="12420"/>
                  </a:cubicBezTo>
                  <a:cubicBezTo>
                    <a:pt x="3422" y="12420"/>
                    <a:pt x="0" y="9632"/>
                    <a:pt x="0" y="6210"/>
                  </a:cubicBezTo>
                  <a:cubicBezTo>
                    <a:pt x="0" y="2788"/>
                    <a:pt x="3422" y="0"/>
                    <a:pt x="7731" y="0"/>
                  </a:cubicBezTo>
                  <a:cubicBezTo>
                    <a:pt x="12040" y="0"/>
                    <a:pt x="15462" y="2788"/>
                    <a:pt x="15462" y="621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4" name="Freeform: Shape 2533">
              <a:extLst>
                <a:ext uri="{FF2B5EF4-FFF2-40B4-BE49-F238E27FC236}">
                  <a16:creationId xmlns:a16="http://schemas.microsoft.com/office/drawing/2014/main" id="{A0AE0166-F1D7-9B96-D5CC-11365DF00714}"/>
                </a:ext>
              </a:extLst>
            </p:cNvPr>
            <p:cNvSpPr/>
            <p:nvPr/>
          </p:nvSpPr>
          <p:spPr>
            <a:xfrm>
              <a:off x="5825293" y="569075"/>
              <a:ext cx="15968" cy="12673"/>
            </a:xfrm>
            <a:custGeom>
              <a:avLst/>
              <a:gdLst>
                <a:gd name="connsiteX0" fmla="*/ 15968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8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8" y="6337"/>
                  </a:moveTo>
                  <a:cubicBezTo>
                    <a:pt x="15968" y="9885"/>
                    <a:pt x="12293" y="12674"/>
                    <a:pt x="7984" y="12674"/>
                  </a:cubicBezTo>
                  <a:cubicBezTo>
                    <a:pt x="3675" y="12674"/>
                    <a:pt x="0" y="9759"/>
                    <a:pt x="0" y="6337"/>
                  </a:cubicBezTo>
                  <a:cubicBezTo>
                    <a:pt x="0" y="2915"/>
                    <a:pt x="3549" y="0"/>
                    <a:pt x="7984" y="0"/>
                  </a:cubicBezTo>
                  <a:cubicBezTo>
                    <a:pt x="12420" y="0"/>
                    <a:pt x="15968" y="2788"/>
                    <a:pt x="15968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5" name="Freeform: Shape 2534">
              <a:extLst>
                <a:ext uri="{FF2B5EF4-FFF2-40B4-BE49-F238E27FC236}">
                  <a16:creationId xmlns:a16="http://schemas.microsoft.com/office/drawing/2014/main" id="{484F62AA-F09E-CB33-E01F-89B8A1D9767A}"/>
                </a:ext>
              </a:extLst>
            </p:cNvPr>
            <p:cNvSpPr/>
            <p:nvPr/>
          </p:nvSpPr>
          <p:spPr>
            <a:xfrm>
              <a:off x="5955450" y="561090"/>
              <a:ext cx="16982" cy="13434"/>
            </a:xfrm>
            <a:custGeom>
              <a:avLst/>
              <a:gdLst>
                <a:gd name="connsiteX0" fmla="*/ 16983 w 16982"/>
                <a:gd name="connsiteY0" fmla="*/ 6717 h 13434"/>
                <a:gd name="connsiteX1" fmla="*/ 8491 w 16982"/>
                <a:gd name="connsiteY1" fmla="*/ 13434 h 13434"/>
                <a:gd name="connsiteX2" fmla="*/ 0 w 16982"/>
                <a:gd name="connsiteY2" fmla="*/ 6717 h 13434"/>
                <a:gd name="connsiteX3" fmla="*/ 8491 w 16982"/>
                <a:gd name="connsiteY3" fmla="*/ 0 h 13434"/>
                <a:gd name="connsiteX4" fmla="*/ 16983 w 16982"/>
                <a:gd name="connsiteY4" fmla="*/ 6717 h 13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82" h="13434">
                  <a:moveTo>
                    <a:pt x="16983" y="6717"/>
                  </a:moveTo>
                  <a:cubicBezTo>
                    <a:pt x="16983" y="10392"/>
                    <a:pt x="13181" y="13434"/>
                    <a:pt x="8491" y="13434"/>
                  </a:cubicBezTo>
                  <a:cubicBezTo>
                    <a:pt x="3802" y="13434"/>
                    <a:pt x="0" y="10392"/>
                    <a:pt x="0" y="6717"/>
                  </a:cubicBezTo>
                  <a:cubicBezTo>
                    <a:pt x="0" y="3042"/>
                    <a:pt x="3802" y="0"/>
                    <a:pt x="8491" y="0"/>
                  </a:cubicBezTo>
                  <a:cubicBezTo>
                    <a:pt x="13181" y="0"/>
                    <a:pt x="16983" y="3042"/>
                    <a:pt x="16983" y="671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6" name="Freeform: Shape 2535">
              <a:extLst>
                <a:ext uri="{FF2B5EF4-FFF2-40B4-BE49-F238E27FC236}">
                  <a16:creationId xmlns:a16="http://schemas.microsoft.com/office/drawing/2014/main" id="{EE1782C9-B9FC-5AB4-7D6D-F37E7A996974}"/>
                </a:ext>
              </a:extLst>
            </p:cNvPr>
            <p:cNvSpPr/>
            <p:nvPr/>
          </p:nvSpPr>
          <p:spPr>
            <a:xfrm>
              <a:off x="6086115" y="557161"/>
              <a:ext cx="17742" cy="13940"/>
            </a:xfrm>
            <a:custGeom>
              <a:avLst/>
              <a:gdLst>
                <a:gd name="connsiteX0" fmla="*/ 17743 w 17742"/>
                <a:gd name="connsiteY0" fmla="*/ 6970 h 13940"/>
                <a:gd name="connsiteX1" fmla="*/ 8872 w 17742"/>
                <a:gd name="connsiteY1" fmla="*/ 13941 h 13940"/>
                <a:gd name="connsiteX2" fmla="*/ 0 w 17742"/>
                <a:gd name="connsiteY2" fmla="*/ 6970 h 13940"/>
                <a:gd name="connsiteX3" fmla="*/ 8872 w 17742"/>
                <a:gd name="connsiteY3" fmla="*/ 0 h 13940"/>
                <a:gd name="connsiteX4" fmla="*/ 17743 w 17742"/>
                <a:gd name="connsiteY4" fmla="*/ 6970 h 13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2" h="13940">
                  <a:moveTo>
                    <a:pt x="17743" y="6970"/>
                  </a:moveTo>
                  <a:cubicBezTo>
                    <a:pt x="17743" y="10899"/>
                    <a:pt x="13814" y="13941"/>
                    <a:pt x="8872" y="13941"/>
                  </a:cubicBezTo>
                  <a:cubicBezTo>
                    <a:pt x="3929" y="13941"/>
                    <a:pt x="0" y="10773"/>
                    <a:pt x="0" y="6970"/>
                  </a:cubicBezTo>
                  <a:cubicBezTo>
                    <a:pt x="0" y="3168"/>
                    <a:pt x="3929" y="0"/>
                    <a:pt x="8872" y="0"/>
                  </a:cubicBezTo>
                  <a:cubicBezTo>
                    <a:pt x="13814" y="0"/>
                    <a:pt x="17743" y="3168"/>
                    <a:pt x="17743" y="69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7" name="Freeform: Shape 2536">
              <a:extLst>
                <a:ext uri="{FF2B5EF4-FFF2-40B4-BE49-F238E27FC236}">
                  <a16:creationId xmlns:a16="http://schemas.microsoft.com/office/drawing/2014/main" id="{26564CF9-B2B7-D625-53AA-0A05FBA3C6F0}"/>
                </a:ext>
              </a:extLst>
            </p:cNvPr>
            <p:cNvSpPr/>
            <p:nvPr/>
          </p:nvSpPr>
          <p:spPr>
            <a:xfrm>
              <a:off x="6216653" y="556528"/>
              <a:ext cx="19010" cy="15208"/>
            </a:xfrm>
            <a:custGeom>
              <a:avLst/>
              <a:gdLst>
                <a:gd name="connsiteX0" fmla="*/ 19010 w 19010"/>
                <a:gd name="connsiteY0" fmla="*/ 7604 h 15208"/>
                <a:gd name="connsiteX1" fmla="*/ 9505 w 19010"/>
                <a:gd name="connsiteY1" fmla="*/ 15208 h 15208"/>
                <a:gd name="connsiteX2" fmla="*/ 0 w 19010"/>
                <a:gd name="connsiteY2" fmla="*/ 7604 h 15208"/>
                <a:gd name="connsiteX3" fmla="*/ 9505 w 19010"/>
                <a:gd name="connsiteY3" fmla="*/ 0 h 15208"/>
                <a:gd name="connsiteX4" fmla="*/ 19010 w 19010"/>
                <a:gd name="connsiteY4" fmla="*/ 7604 h 15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10" h="15208">
                  <a:moveTo>
                    <a:pt x="19010" y="7604"/>
                  </a:moveTo>
                  <a:cubicBezTo>
                    <a:pt x="19010" y="11786"/>
                    <a:pt x="14701" y="15208"/>
                    <a:pt x="9505" y="15208"/>
                  </a:cubicBezTo>
                  <a:cubicBezTo>
                    <a:pt x="4309" y="15208"/>
                    <a:pt x="0" y="11786"/>
                    <a:pt x="0" y="7604"/>
                  </a:cubicBezTo>
                  <a:cubicBezTo>
                    <a:pt x="0" y="3422"/>
                    <a:pt x="4309" y="0"/>
                    <a:pt x="9505" y="0"/>
                  </a:cubicBezTo>
                  <a:cubicBezTo>
                    <a:pt x="14701" y="0"/>
                    <a:pt x="19010" y="3422"/>
                    <a:pt x="19010" y="760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8" name="Freeform: Shape 2537">
              <a:extLst>
                <a:ext uri="{FF2B5EF4-FFF2-40B4-BE49-F238E27FC236}">
                  <a16:creationId xmlns:a16="http://schemas.microsoft.com/office/drawing/2014/main" id="{B66A5B4F-B6A4-1386-BA37-B2DEBD6E5DE0}"/>
                </a:ext>
              </a:extLst>
            </p:cNvPr>
            <p:cNvSpPr/>
            <p:nvPr/>
          </p:nvSpPr>
          <p:spPr>
            <a:xfrm>
              <a:off x="6347318" y="559950"/>
              <a:ext cx="19771" cy="15715"/>
            </a:xfrm>
            <a:custGeom>
              <a:avLst/>
              <a:gdLst>
                <a:gd name="connsiteX0" fmla="*/ 19771 w 19771"/>
                <a:gd name="connsiteY0" fmla="*/ 7858 h 15715"/>
                <a:gd name="connsiteX1" fmla="*/ 9885 w 19771"/>
                <a:gd name="connsiteY1" fmla="*/ 15715 h 15715"/>
                <a:gd name="connsiteX2" fmla="*/ 0 w 19771"/>
                <a:gd name="connsiteY2" fmla="*/ 7858 h 15715"/>
                <a:gd name="connsiteX3" fmla="*/ 9885 w 19771"/>
                <a:gd name="connsiteY3" fmla="*/ 0 h 15715"/>
                <a:gd name="connsiteX4" fmla="*/ 19771 w 19771"/>
                <a:gd name="connsiteY4" fmla="*/ 7858 h 1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71" h="15715">
                  <a:moveTo>
                    <a:pt x="19771" y="7858"/>
                  </a:moveTo>
                  <a:cubicBezTo>
                    <a:pt x="19771" y="12167"/>
                    <a:pt x="15335" y="15715"/>
                    <a:pt x="9885" y="15715"/>
                  </a:cubicBezTo>
                  <a:cubicBezTo>
                    <a:pt x="4436" y="15715"/>
                    <a:pt x="0" y="12167"/>
                    <a:pt x="0" y="7858"/>
                  </a:cubicBezTo>
                  <a:cubicBezTo>
                    <a:pt x="0" y="3549"/>
                    <a:pt x="4436" y="0"/>
                    <a:pt x="9885" y="0"/>
                  </a:cubicBezTo>
                  <a:cubicBezTo>
                    <a:pt x="15335" y="0"/>
                    <a:pt x="19771" y="3549"/>
                    <a:pt x="19771" y="785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9" name="Freeform: Shape 2538">
              <a:extLst>
                <a:ext uri="{FF2B5EF4-FFF2-40B4-BE49-F238E27FC236}">
                  <a16:creationId xmlns:a16="http://schemas.microsoft.com/office/drawing/2014/main" id="{DFF9A732-09D0-CD0C-D170-BAF24E78C9E8}"/>
                </a:ext>
              </a:extLst>
            </p:cNvPr>
            <p:cNvSpPr/>
            <p:nvPr/>
          </p:nvSpPr>
          <p:spPr>
            <a:xfrm>
              <a:off x="6477729" y="567173"/>
              <a:ext cx="20531" cy="16475"/>
            </a:xfrm>
            <a:custGeom>
              <a:avLst/>
              <a:gdLst>
                <a:gd name="connsiteX0" fmla="*/ 20531 w 20531"/>
                <a:gd name="connsiteY0" fmla="*/ 8238 h 16475"/>
                <a:gd name="connsiteX1" fmla="*/ 10266 w 20531"/>
                <a:gd name="connsiteY1" fmla="*/ 16476 h 16475"/>
                <a:gd name="connsiteX2" fmla="*/ 0 w 20531"/>
                <a:gd name="connsiteY2" fmla="*/ 8238 h 16475"/>
                <a:gd name="connsiteX3" fmla="*/ 10266 w 20531"/>
                <a:gd name="connsiteY3" fmla="*/ 0 h 16475"/>
                <a:gd name="connsiteX4" fmla="*/ 20531 w 20531"/>
                <a:gd name="connsiteY4" fmla="*/ 8238 h 16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31" h="16475">
                  <a:moveTo>
                    <a:pt x="20531" y="8238"/>
                  </a:moveTo>
                  <a:cubicBezTo>
                    <a:pt x="20531" y="12800"/>
                    <a:pt x="15969" y="16476"/>
                    <a:pt x="10266" y="16476"/>
                  </a:cubicBezTo>
                  <a:cubicBezTo>
                    <a:pt x="4563" y="16476"/>
                    <a:pt x="0" y="12800"/>
                    <a:pt x="0" y="8238"/>
                  </a:cubicBezTo>
                  <a:cubicBezTo>
                    <a:pt x="0" y="3675"/>
                    <a:pt x="4563" y="0"/>
                    <a:pt x="10266" y="0"/>
                  </a:cubicBezTo>
                  <a:cubicBezTo>
                    <a:pt x="15969" y="0"/>
                    <a:pt x="20531" y="3675"/>
                    <a:pt x="20531" y="823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0" name="Freeform: Shape 2539">
              <a:extLst>
                <a:ext uri="{FF2B5EF4-FFF2-40B4-BE49-F238E27FC236}">
                  <a16:creationId xmlns:a16="http://schemas.microsoft.com/office/drawing/2014/main" id="{F275D3AA-CCEB-CD37-C936-6F8F17233D49}"/>
                </a:ext>
              </a:extLst>
            </p:cNvPr>
            <p:cNvSpPr/>
            <p:nvPr/>
          </p:nvSpPr>
          <p:spPr>
            <a:xfrm>
              <a:off x="6607634" y="578073"/>
              <a:ext cx="21418" cy="16982"/>
            </a:xfrm>
            <a:custGeom>
              <a:avLst/>
              <a:gdLst>
                <a:gd name="connsiteX0" fmla="*/ 21418 w 21418"/>
                <a:gd name="connsiteY0" fmla="*/ 8491 h 16982"/>
                <a:gd name="connsiteX1" fmla="*/ 10772 w 21418"/>
                <a:gd name="connsiteY1" fmla="*/ 16983 h 16982"/>
                <a:gd name="connsiteX2" fmla="*/ 0 w 21418"/>
                <a:gd name="connsiteY2" fmla="*/ 8491 h 16982"/>
                <a:gd name="connsiteX3" fmla="*/ 10772 w 21418"/>
                <a:gd name="connsiteY3" fmla="*/ 0 h 16982"/>
                <a:gd name="connsiteX4" fmla="*/ 21418 w 21418"/>
                <a:gd name="connsiteY4" fmla="*/ 8491 h 1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18" h="16982">
                  <a:moveTo>
                    <a:pt x="21418" y="8491"/>
                  </a:moveTo>
                  <a:cubicBezTo>
                    <a:pt x="21418" y="13181"/>
                    <a:pt x="16602" y="16983"/>
                    <a:pt x="10772" y="16983"/>
                  </a:cubicBezTo>
                  <a:cubicBezTo>
                    <a:pt x="4943" y="16983"/>
                    <a:pt x="0" y="13181"/>
                    <a:pt x="0" y="8491"/>
                  </a:cubicBezTo>
                  <a:cubicBezTo>
                    <a:pt x="0" y="3802"/>
                    <a:pt x="4816" y="0"/>
                    <a:pt x="10772" y="0"/>
                  </a:cubicBezTo>
                  <a:cubicBezTo>
                    <a:pt x="16729" y="0"/>
                    <a:pt x="21418" y="3802"/>
                    <a:pt x="21418" y="84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1" name="Freeform: Shape 2540">
              <a:extLst>
                <a:ext uri="{FF2B5EF4-FFF2-40B4-BE49-F238E27FC236}">
                  <a16:creationId xmlns:a16="http://schemas.microsoft.com/office/drawing/2014/main" id="{88DF27EB-0109-2CEE-8724-7DDEDFA369BE}"/>
                </a:ext>
              </a:extLst>
            </p:cNvPr>
            <p:cNvSpPr/>
            <p:nvPr/>
          </p:nvSpPr>
          <p:spPr>
            <a:xfrm>
              <a:off x="6737031" y="592901"/>
              <a:ext cx="22051" cy="17489"/>
            </a:xfrm>
            <a:custGeom>
              <a:avLst/>
              <a:gdLst>
                <a:gd name="connsiteX0" fmla="*/ 22052 w 22051"/>
                <a:gd name="connsiteY0" fmla="*/ 8745 h 17489"/>
                <a:gd name="connsiteX1" fmla="*/ 11026 w 22051"/>
                <a:gd name="connsiteY1" fmla="*/ 17490 h 17489"/>
                <a:gd name="connsiteX2" fmla="*/ 0 w 22051"/>
                <a:gd name="connsiteY2" fmla="*/ 8745 h 17489"/>
                <a:gd name="connsiteX3" fmla="*/ 11026 w 22051"/>
                <a:gd name="connsiteY3" fmla="*/ 0 h 17489"/>
                <a:gd name="connsiteX4" fmla="*/ 22052 w 22051"/>
                <a:gd name="connsiteY4" fmla="*/ 8745 h 1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051" h="17489">
                  <a:moveTo>
                    <a:pt x="22052" y="8745"/>
                  </a:moveTo>
                  <a:cubicBezTo>
                    <a:pt x="22052" y="13561"/>
                    <a:pt x="17109" y="17490"/>
                    <a:pt x="11026" y="17490"/>
                  </a:cubicBezTo>
                  <a:cubicBezTo>
                    <a:pt x="4942" y="17490"/>
                    <a:pt x="0" y="13561"/>
                    <a:pt x="0" y="8745"/>
                  </a:cubicBezTo>
                  <a:cubicBezTo>
                    <a:pt x="0" y="3929"/>
                    <a:pt x="4942" y="0"/>
                    <a:pt x="11026" y="0"/>
                  </a:cubicBezTo>
                  <a:cubicBezTo>
                    <a:pt x="17109" y="0"/>
                    <a:pt x="22052" y="3929"/>
                    <a:pt x="22052" y="874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2" name="Freeform: Shape 2541">
              <a:extLst>
                <a:ext uri="{FF2B5EF4-FFF2-40B4-BE49-F238E27FC236}">
                  <a16:creationId xmlns:a16="http://schemas.microsoft.com/office/drawing/2014/main" id="{AB566E4D-6BF6-BF9A-6177-7CA01DEB6F29}"/>
                </a:ext>
              </a:extLst>
            </p:cNvPr>
            <p:cNvSpPr/>
            <p:nvPr/>
          </p:nvSpPr>
          <p:spPr>
            <a:xfrm>
              <a:off x="6865668" y="611278"/>
              <a:ext cx="22813" cy="17996"/>
            </a:xfrm>
            <a:custGeom>
              <a:avLst/>
              <a:gdLst>
                <a:gd name="connsiteX0" fmla="*/ 22813 w 22813"/>
                <a:gd name="connsiteY0" fmla="*/ 8998 h 17996"/>
                <a:gd name="connsiteX1" fmla="*/ 11407 w 22813"/>
                <a:gd name="connsiteY1" fmla="*/ 17997 h 17996"/>
                <a:gd name="connsiteX2" fmla="*/ 0 w 22813"/>
                <a:gd name="connsiteY2" fmla="*/ 8998 h 17996"/>
                <a:gd name="connsiteX3" fmla="*/ 11407 w 22813"/>
                <a:gd name="connsiteY3" fmla="*/ 0 h 17996"/>
                <a:gd name="connsiteX4" fmla="*/ 22813 w 22813"/>
                <a:gd name="connsiteY4" fmla="*/ 8998 h 17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13" h="17996">
                  <a:moveTo>
                    <a:pt x="22813" y="8998"/>
                  </a:moveTo>
                  <a:cubicBezTo>
                    <a:pt x="22813" y="13941"/>
                    <a:pt x="17743" y="17997"/>
                    <a:pt x="11407" y="17997"/>
                  </a:cubicBezTo>
                  <a:cubicBezTo>
                    <a:pt x="5070" y="17997"/>
                    <a:pt x="0" y="13941"/>
                    <a:pt x="0" y="8998"/>
                  </a:cubicBezTo>
                  <a:cubicBezTo>
                    <a:pt x="0" y="4056"/>
                    <a:pt x="5070" y="0"/>
                    <a:pt x="11407" y="0"/>
                  </a:cubicBezTo>
                  <a:cubicBezTo>
                    <a:pt x="17743" y="0"/>
                    <a:pt x="22813" y="4056"/>
                    <a:pt x="22813" y="89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3" name="Freeform: Shape 2542">
              <a:extLst>
                <a:ext uri="{FF2B5EF4-FFF2-40B4-BE49-F238E27FC236}">
                  <a16:creationId xmlns:a16="http://schemas.microsoft.com/office/drawing/2014/main" id="{A20734B4-BFA4-C298-15D2-719F57A22689}"/>
                </a:ext>
              </a:extLst>
            </p:cNvPr>
            <p:cNvSpPr/>
            <p:nvPr/>
          </p:nvSpPr>
          <p:spPr>
            <a:xfrm>
              <a:off x="6993291" y="633203"/>
              <a:ext cx="23572" cy="18756"/>
            </a:xfrm>
            <a:custGeom>
              <a:avLst/>
              <a:gdLst>
                <a:gd name="connsiteX0" fmla="*/ 23573 w 23572"/>
                <a:gd name="connsiteY0" fmla="*/ 9378 h 18756"/>
                <a:gd name="connsiteX1" fmla="*/ 11786 w 23572"/>
                <a:gd name="connsiteY1" fmla="*/ 18757 h 18756"/>
                <a:gd name="connsiteX2" fmla="*/ 0 w 23572"/>
                <a:gd name="connsiteY2" fmla="*/ 9378 h 18756"/>
                <a:gd name="connsiteX3" fmla="*/ 11786 w 23572"/>
                <a:gd name="connsiteY3" fmla="*/ 0 h 18756"/>
                <a:gd name="connsiteX4" fmla="*/ 23573 w 23572"/>
                <a:gd name="connsiteY4" fmla="*/ 9378 h 1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572" h="18756">
                  <a:moveTo>
                    <a:pt x="23573" y="9378"/>
                  </a:moveTo>
                  <a:cubicBezTo>
                    <a:pt x="23573" y="14575"/>
                    <a:pt x="18250" y="18757"/>
                    <a:pt x="11786" y="18757"/>
                  </a:cubicBezTo>
                  <a:cubicBezTo>
                    <a:pt x="5323" y="18757"/>
                    <a:pt x="0" y="14575"/>
                    <a:pt x="0" y="9378"/>
                  </a:cubicBezTo>
                  <a:cubicBezTo>
                    <a:pt x="0" y="4182"/>
                    <a:pt x="5323" y="0"/>
                    <a:pt x="11786" y="0"/>
                  </a:cubicBezTo>
                  <a:cubicBezTo>
                    <a:pt x="18250" y="0"/>
                    <a:pt x="23573" y="4182"/>
                    <a:pt x="23573" y="937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4" name="Freeform: Shape 2543">
              <a:extLst>
                <a:ext uri="{FF2B5EF4-FFF2-40B4-BE49-F238E27FC236}">
                  <a16:creationId xmlns:a16="http://schemas.microsoft.com/office/drawing/2014/main" id="{E86BC9B2-29E6-1C40-445F-5112E1865DF2}"/>
                </a:ext>
              </a:extLst>
            </p:cNvPr>
            <p:cNvSpPr/>
            <p:nvPr/>
          </p:nvSpPr>
          <p:spPr>
            <a:xfrm>
              <a:off x="7120154" y="659184"/>
              <a:ext cx="23572" cy="18756"/>
            </a:xfrm>
            <a:custGeom>
              <a:avLst/>
              <a:gdLst>
                <a:gd name="connsiteX0" fmla="*/ 23573 w 23572"/>
                <a:gd name="connsiteY0" fmla="*/ 9378 h 18756"/>
                <a:gd name="connsiteX1" fmla="*/ 11786 w 23572"/>
                <a:gd name="connsiteY1" fmla="*/ 18757 h 18756"/>
                <a:gd name="connsiteX2" fmla="*/ 0 w 23572"/>
                <a:gd name="connsiteY2" fmla="*/ 9378 h 18756"/>
                <a:gd name="connsiteX3" fmla="*/ 11786 w 23572"/>
                <a:gd name="connsiteY3" fmla="*/ 0 h 18756"/>
                <a:gd name="connsiteX4" fmla="*/ 23573 w 23572"/>
                <a:gd name="connsiteY4" fmla="*/ 9378 h 1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572" h="18756">
                  <a:moveTo>
                    <a:pt x="23573" y="9378"/>
                  </a:moveTo>
                  <a:cubicBezTo>
                    <a:pt x="23573" y="14575"/>
                    <a:pt x="18377" y="18757"/>
                    <a:pt x="11786" y="18757"/>
                  </a:cubicBezTo>
                  <a:cubicBezTo>
                    <a:pt x="5196" y="18757"/>
                    <a:pt x="0" y="14575"/>
                    <a:pt x="0" y="9378"/>
                  </a:cubicBezTo>
                  <a:cubicBezTo>
                    <a:pt x="0" y="4182"/>
                    <a:pt x="5196" y="0"/>
                    <a:pt x="11786" y="0"/>
                  </a:cubicBezTo>
                  <a:cubicBezTo>
                    <a:pt x="18377" y="0"/>
                    <a:pt x="23573" y="4182"/>
                    <a:pt x="23573" y="937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5" name="Freeform: Shape 2544">
              <a:extLst>
                <a:ext uri="{FF2B5EF4-FFF2-40B4-BE49-F238E27FC236}">
                  <a16:creationId xmlns:a16="http://schemas.microsoft.com/office/drawing/2014/main" id="{964DA751-53C9-DBF1-F061-557D7CF0B351}"/>
                </a:ext>
              </a:extLst>
            </p:cNvPr>
            <p:cNvSpPr/>
            <p:nvPr/>
          </p:nvSpPr>
          <p:spPr>
            <a:xfrm>
              <a:off x="7245496" y="688587"/>
              <a:ext cx="24333" cy="19263"/>
            </a:xfrm>
            <a:custGeom>
              <a:avLst/>
              <a:gdLst>
                <a:gd name="connsiteX0" fmla="*/ 24333 w 24333"/>
                <a:gd name="connsiteY0" fmla="*/ 9632 h 19263"/>
                <a:gd name="connsiteX1" fmla="*/ 12166 w 24333"/>
                <a:gd name="connsiteY1" fmla="*/ 19264 h 19263"/>
                <a:gd name="connsiteX2" fmla="*/ 0 w 24333"/>
                <a:gd name="connsiteY2" fmla="*/ 9632 h 19263"/>
                <a:gd name="connsiteX3" fmla="*/ 12166 w 24333"/>
                <a:gd name="connsiteY3" fmla="*/ 0 h 19263"/>
                <a:gd name="connsiteX4" fmla="*/ 24333 w 24333"/>
                <a:gd name="connsiteY4" fmla="*/ 9632 h 19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33" h="19263">
                  <a:moveTo>
                    <a:pt x="24333" y="9632"/>
                  </a:moveTo>
                  <a:cubicBezTo>
                    <a:pt x="24333" y="14955"/>
                    <a:pt x="18884" y="19264"/>
                    <a:pt x="12166" y="19264"/>
                  </a:cubicBezTo>
                  <a:cubicBezTo>
                    <a:pt x="5450" y="19264"/>
                    <a:pt x="0" y="14955"/>
                    <a:pt x="0" y="9632"/>
                  </a:cubicBezTo>
                  <a:cubicBezTo>
                    <a:pt x="0" y="4309"/>
                    <a:pt x="5450" y="0"/>
                    <a:pt x="12166" y="0"/>
                  </a:cubicBezTo>
                  <a:cubicBezTo>
                    <a:pt x="18884" y="0"/>
                    <a:pt x="24333" y="4309"/>
                    <a:pt x="24333" y="963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6" name="Freeform: Shape 2545">
              <a:extLst>
                <a:ext uri="{FF2B5EF4-FFF2-40B4-BE49-F238E27FC236}">
                  <a16:creationId xmlns:a16="http://schemas.microsoft.com/office/drawing/2014/main" id="{B00C87D8-A54F-8B47-05C7-6F1A2652DC39}"/>
                </a:ext>
              </a:extLst>
            </p:cNvPr>
            <p:cNvSpPr/>
            <p:nvPr/>
          </p:nvSpPr>
          <p:spPr>
            <a:xfrm>
              <a:off x="7369443" y="721411"/>
              <a:ext cx="25094" cy="19897"/>
            </a:xfrm>
            <a:custGeom>
              <a:avLst/>
              <a:gdLst>
                <a:gd name="connsiteX0" fmla="*/ 25094 w 25094"/>
                <a:gd name="connsiteY0" fmla="*/ 10012 h 19897"/>
                <a:gd name="connsiteX1" fmla="*/ 12547 w 25094"/>
                <a:gd name="connsiteY1" fmla="*/ 19898 h 19897"/>
                <a:gd name="connsiteX2" fmla="*/ 0 w 25094"/>
                <a:gd name="connsiteY2" fmla="*/ 10012 h 19897"/>
                <a:gd name="connsiteX3" fmla="*/ 12547 w 25094"/>
                <a:gd name="connsiteY3" fmla="*/ 0 h 19897"/>
                <a:gd name="connsiteX4" fmla="*/ 25094 w 25094"/>
                <a:gd name="connsiteY4" fmla="*/ 10012 h 19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94" h="19897">
                  <a:moveTo>
                    <a:pt x="25094" y="10012"/>
                  </a:moveTo>
                  <a:cubicBezTo>
                    <a:pt x="25094" y="15462"/>
                    <a:pt x="19518" y="19898"/>
                    <a:pt x="12547" y="19898"/>
                  </a:cubicBezTo>
                  <a:cubicBezTo>
                    <a:pt x="5576" y="19898"/>
                    <a:pt x="0" y="15462"/>
                    <a:pt x="0" y="10012"/>
                  </a:cubicBezTo>
                  <a:cubicBezTo>
                    <a:pt x="0" y="4563"/>
                    <a:pt x="5576" y="0"/>
                    <a:pt x="12547" y="0"/>
                  </a:cubicBezTo>
                  <a:cubicBezTo>
                    <a:pt x="19518" y="0"/>
                    <a:pt x="25094" y="4436"/>
                    <a:pt x="25094" y="1001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7" name="Freeform: Shape 2546">
              <a:extLst>
                <a:ext uri="{FF2B5EF4-FFF2-40B4-BE49-F238E27FC236}">
                  <a16:creationId xmlns:a16="http://schemas.microsoft.com/office/drawing/2014/main" id="{1E9EDE72-FB4E-DF62-BE66-6EB658222526}"/>
                </a:ext>
              </a:extLst>
            </p:cNvPr>
            <p:cNvSpPr/>
            <p:nvPr/>
          </p:nvSpPr>
          <p:spPr>
            <a:xfrm>
              <a:off x="7491997" y="758165"/>
              <a:ext cx="25093" cy="20024"/>
            </a:xfrm>
            <a:custGeom>
              <a:avLst/>
              <a:gdLst>
                <a:gd name="connsiteX0" fmla="*/ 25093 w 25093"/>
                <a:gd name="connsiteY0" fmla="*/ 10012 h 20024"/>
                <a:gd name="connsiteX1" fmla="*/ 12547 w 25093"/>
                <a:gd name="connsiteY1" fmla="*/ 20024 h 20024"/>
                <a:gd name="connsiteX2" fmla="*/ 0 w 25093"/>
                <a:gd name="connsiteY2" fmla="*/ 10012 h 20024"/>
                <a:gd name="connsiteX3" fmla="*/ 12547 w 25093"/>
                <a:gd name="connsiteY3" fmla="*/ 0 h 20024"/>
                <a:gd name="connsiteX4" fmla="*/ 25093 w 25093"/>
                <a:gd name="connsiteY4" fmla="*/ 10012 h 2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93" h="20024">
                  <a:moveTo>
                    <a:pt x="25093" y="10012"/>
                  </a:moveTo>
                  <a:cubicBezTo>
                    <a:pt x="25093" y="15462"/>
                    <a:pt x="19517" y="20024"/>
                    <a:pt x="12547" y="20024"/>
                  </a:cubicBezTo>
                  <a:cubicBezTo>
                    <a:pt x="5576" y="20024"/>
                    <a:pt x="0" y="15589"/>
                    <a:pt x="0" y="10012"/>
                  </a:cubicBezTo>
                  <a:cubicBezTo>
                    <a:pt x="0" y="4436"/>
                    <a:pt x="5576" y="0"/>
                    <a:pt x="12547" y="0"/>
                  </a:cubicBezTo>
                  <a:cubicBezTo>
                    <a:pt x="19517" y="0"/>
                    <a:pt x="25093" y="4436"/>
                    <a:pt x="25093" y="1001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8" name="Freeform: Shape 2547">
              <a:extLst>
                <a:ext uri="{FF2B5EF4-FFF2-40B4-BE49-F238E27FC236}">
                  <a16:creationId xmlns:a16="http://schemas.microsoft.com/office/drawing/2014/main" id="{E59C652C-DFC8-29B7-014E-FCAC7C83C011}"/>
                </a:ext>
              </a:extLst>
            </p:cNvPr>
            <p:cNvSpPr/>
            <p:nvPr/>
          </p:nvSpPr>
          <p:spPr>
            <a:xfrm>
              <a:off x="7612523" y="798213"/>
              <a:ext cx="25854" cy="20531"/>
            </a:xfrm>
            <a:custGeom>
              <a:avLst/>
              <a:gdLst>
                <a:gd name="connsiteX0" fmla="*/ 25855 w 25854"/>
                <a:gd name="connsiteY0" fmla="*/ 10266 h 20531"/>
                <a:gd name="connsiteX1" fmla="*/ 12927 w 25854"/>
                <a:gd name="connsiteY1" fmla="*/ 20531 h 20531"/>
                <a:gd name="connsiteX2" fmla="*/ 0 w 25854"/>
                <a:gd name="connsiteY2" fmla="*/ 10266 h 20531"/>
                <a:gd name="connsiteX3" fmla="*/ 12927 w 25854"/>
                <a:gd name="connsiteY3" fmla="*/ 0 h 20531"/>
                <a:gd name="connsiteX4" fmla="*/ 25855 w 25854"/>
                <a:gd name="connsiteY4" fmla="*/ 10266 h 20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854" h="20531">
                  <a:moveTo>
                    <a:pt x="25855" y="10266"/>
                  </a:moveTo>
                  <a:cubicBezTo>
                    <a:pt x="25855" y="15969"/>
                    <a:pt x="20025" y="20531"/>
                    <a:pt x="12927" y="20531"/>
                  </a:cubicBezTo>
                  <a:cubicBezTo>
                    <a:pt x="5830" y="20531"/>
                    <a:pt x="0" y="15969"/>
                    <a:pt x="0" y="10266"/>
                  </a:cubicBezTo>
                  <a:cubicBezTo>
                    <a:pt x="0" y="4563"/>
                    <a:pt x="5830" y="0"/>
                    <a:pt x="12927" y="0"/>
                  </a:cubicBezTo>
                  <a:cubicBezTo>
                    <a:pt x="20025" y="0"/>
                    <a:pt x="25855" y="4563"/>
                    <a:pt x="25855" y="1026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9" name="Freeform: Shape 2548">
              <a:extLst>
                <a:ext uri="{FF2B5EF4-FFF2-40B4-BE49-F238E27FC236}">
                  <a16:creationId xmlns:a16="http://schemas.microsoft.com/office/drawing/2014/main" id="{8110CBA0-C7D3-478B-95C5-6101BFBA4802}"/>
                </a:ext>
              </a:extLst>
            </p:cNvPr>
            <p:cNvSpPr/>
            <p:nvPr/>
          </p:nvSpPr>
          <p:spPr>
            <a:xfrm>
              <a:off x="7731528" y="841810"/>
              <a:ext cx="25854" cy="20531"/>
            </a:xfrm>
            <a:custGeom>
              <a:avLst/>
              <a:gdLst>
                <a:gd name="connsiteX0" fmla="*/ 25855 w 25854"/>
                <a:gd name="connsiteY0" fmla="*/ 10266 h 20531"/>
                <a:gd name="connsiteX1" fmla="*/ 12927 w 25854"/>
                <a:gd name="connsiteY1" fmla="*/ 20531 h 20531"/>
                <a:gd name="connsiteX2" fmla="*/ 0 w 25854"/>
                <a:gd name="connsiteY2" fmla="*/ 10266 h 20531"/>
                <a:gd name="connsiteX3" fmla="*/ 12927 w 25854"/>
                <a:gd name="connsiteY3" fmla="*/ 0 h 20531"/>
                <a:gd name="connsiteX4" fmla="*/ 25855 w 25854"/>
                <a:gd name="connsiteY4" fmla="*/ 10266 h 20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854" h="20531">
                  <a:moveTo>
                    <a:pt x="25855" y="10266"/>
                  </a:moveTo>
                  <a:cubicBezTo>
                    <a:pt x="25855" y="15969"/>
                    <a:pt x="20025" y="20531"/>
                    <a:pt x="12927" y="20531"/>
                  </a:cubicBezTo>
                  <a:cubicBezTo>
                    <a:pt x="5830" y="20531"/>
                    <a:pt x="0" y="15969"/>
                    <a:pt x="0" y="10266"/>
                  </a:cubicBezTo>
                  <a:cubicBezTo>
                    <a:pt x="0" y="4563"/>
                    <a:pt x="5830" y="0"/>
                    <a:pt x="12927" y="0"/>
                  </a:cubicBezTo>
                  <a:cubicBezTo>
                    <a:pt x="20025" y="0"/>
                    <a:pt x="25855" y="4563"/>
                    <a:pt x="25855" y="1026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0" name="Freeform: Shape 2549">
              <a:extLst>
                <a:ext uri="{FF2B5EF4-FFF2-40B4-BE49-F238E27FC236}">
                  <a16:creationId xmlns:a16="http://schemas.microsoft.com/office/drawing/2014/main" id="{AF0C9F81-33A5-A516-7163-5A183575CC64}"/>
                </a:ext>
              </a:extLst>
            </p:cNvPr>
            <p:cNvSpPr/>
            <p:nvPr/>
          </p:nvSpPr>
          <p:spPr>
            <a:xfrm>
              <a:off x="7848125" y="888449"/>
              <a:ext cx="26614" cy="21291"/>
            </a:xfrm>
            <a:custGeom>
              <a:avLst/>
              <a:gdLst>
                <a:gd name="connsiteX0" fmla="*/ 26614 w 26614"/>
                <a:gd name="connsiteY0" fmla="*/ 10646 h 21291"/>
                <a:gd name="connsiteX1" fmla="*/ 13307 w 26614"/>
                <a:gd name="connsiteY1" fmla="*/ 21292 h 21291"/>
                <a:gd name="connsiteX2" fmla="*/ 0 w 26614"/>
                <a:gd name="connsiteY2" fmla="*/ 10646 h 21291"/>
                <a:gd name="connsiteX3" fmla="*/ 13307 w 26614"/>
                <a:gd name="connsiteY3" fmla="*/ 0 h 21291"/>
                <a:gd name="connsiteX4" fmla="*/ 26614 w 26614"/>
                <a:gd name="connsiteY4" fmla="*/ 10646 h 2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614" h="21291">
                  <a:moveTo>
                    <a:pt x="26614" y="10646"/>
                  </a:moveTo>
                  <a:cubicBezTo>
                    <a:pt x="26614" y="16476"/>
                    <a:pt x="20658" y="21292"/>
                    <a:pt x="13307" y="21292"/>
                  </a:cubicBezTo>
                  <a:cubicBezTo>
                    <a:pt x="5956" y="21292"/>
                    <a:pt x="0" y="16602"/>
                    <a:pt x="0" y="10646"/>
                  </a:cubicBezTo>
                  <a:cubicBezTo>
                    <a:pt x="0" y="4689"/>
                    <a:pt x="5956" y="0"/>
                    <a:pt x="13307" y="0"/>
                  </a:cubicBezTo>
                  <a:cubicBezTo>
                    <a:pt x="20658" y="0"/>
                    <a:pt x="26614" y="4689"/>
                    <a:pt x="26614" y="1064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1" name="Freeform: Shape 2550">
              <a:extLst>
                <a:ext uri="{FF2B5EF4-FFF2-40B4-BE49-F238E27FC236}">
                  <a16:creationId xmlns:a16="http://schemas.microsoft.com/office/drawing/2014/main" id="{90316090-C20A-0042-9DAA-458376F631C6}"/>
                </a:ext>
              </a:extLst>
            </p:cNvPr>
            <p:cNvSpPr/>
            <p:nvPr/>
          </p:nvSpPr>
          <p:spPr>
            <a:xfrm>
              <a:off x="7962821" y="938890"/>
              <a:ext cx="26615" cy="21291"/>
            </a:xfrm>
            <a:custGeom>
              <a:avLst/>
              <a:gdLst>
                <a:gd name="connsiteX0" fmla="*/ 26615 w 26615"/>
                <a:gd name="connsiteY0" fmla="*/ 10646 h 21291"/>
                <a:gd name="connsiteX1" fmla="*/ 13307 w 26615"/>
                <a:gd name="connsiteY1" fmla="*/ 21292 h 21291"/>
                <a:gd name="connsiteX2" fmla="*/ 0 w 26615"/>
                <a:gd name="connsiteY2" fmla="*/ 10646 h 21291"/>
                <a:gd name="connsiteX3" fmla="*/ 13307 w 26615"/>
                <a:gd name="connsiteY3" fmla="*/ 0 h 21291"/>
                <a:gd name="connsiteX4" fmla="*/ 26615 w 26615"/>
                <a:gd name="connsiteY4" fmla="*/ 10646 h 2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615" h="21291">
                  <a:moveTo>
                    <a:pt x="26615" y="10646"/>
                  </a:moveTo>
                  <a:cubicBezTo>
                    <a:pt x="26615" y="16476"/>
                    <a:pt x="20658" y="21292"/>
                    <a:pt x="13307" y="21292"/>
                  </a:cubicBezTo>
                  <a:cubicBezTo>
                    <a:pt x="5957" y="21292"/>
                    <a:pt x="0" y="16476"/>
                    <a:pt x="0" y="10646"/>
                  </a:cubicBezTo>
                  <a:cubicBezTo>
                    <a:pt x="0" y="4816"/>
                    <a:pt x="5957" y="0"/>
                    <a:pt x="13307" y="0"/>
                  </a:cubicBezTo>
                  <a:cubicBezTo>
                    <a:pt x="20658" y="0"/>
                    <a:pt x="26615" y="4689"/>
                    <a:pt x="26615" y="1064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2" name="Freeform: Shape 2551">
              <a:extLst>
                <a:ext uri="{FF2B5EF4-FFF2-40B4-BE49-F238E27FC236}">
                  <a16:creationId xmlns:a16="http://schemas.microsoft.com/office/drawing/2014/main" id="{FA931E9D-A9C2-AAF2-7D53-C1E99ABE5E0C}"/>
                </a:ext>
              </a:extLst>
            </p:cNvPr>
            <p:cNvSpPr/>
            <p:nvPr/>
          </p:nvSpPr>
          <p:spPr>
            <a:xfrm>
              <a:off x="8075109" y="992499"/>
              <a:ext cx="26615" cy="21164"/>
            </a:xfrm>
            <a:custGeom>
              <a:avLst/>
              <a:gdLst>
                <a:gd name="connsiteX0" fmla="*/ 26615 w 26615"/>
                <a:gd name="connsiteY0" fmla="*/ 10646 h 21164"/>
                <a:gd name="connsiteX1" fmla="*/ 13308 w 26615"/>
                <a:gd name="connsiteY1" fmla="*/ 21165 h 21164"/>
                <a:gd name="connsiteX2" fmla="*/ 0 w 26615"/>
                <a:gd name="connsiteY2" fmla="*/ 10646 h 21164"/>
                <a:gd name="connsiteX3" fmla="*/ 13308 w 26615"/>
                <a:gd name="connsiteY3" fmla="*/ 0 h 21164"/>
                <a:gd name="connsiteX4" fmla="*/ 26615 w 26615"/>
                <a:gd name="connsiteY4" fmla="*/ 10646 h 21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615" h="21164">
                  <a:moveTo>
                    <a:pt x="26615" y="10646"/>
                  </a:moveTo>
                  <a:cubicBezTo>
                    <a:pt x="26615" y="16476"/>
                    <a:pt x="20658" y="21165"/>
                    <a:pt x="13308" y="21165"/>
                  </a:cubicBezTo>
                  <a:cubicBezTo>
                    <a:pt x="5957" y="21165"/>
                    <a:pt x="0" y="16476"/>
                    <a:pt x="0" y="10646"/>
                  </a:cubicBezTo>
                  <a:cubicBezTo>
                    <a:pt x="0" y="4816"/>
                    <a:pt x="5957" y="0"/>
                    <a:pt x="13308" y="0"/>
                  </a:cubicBezTo>
                  <a:cubicBezTo>
                    <a:pt x="20658" y="0"/>
                    <a:pt x="26615" y="4689"/>
                    <a:pt x="26615" y="1064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3" name="Freeform: Shape 2552">
              <a:extLst>
                <a:ext uri="{FF2B5EF4-FFF2-40B4-BE49-F238E27FC236}">
                  <a16:creationId xmlns:a16="http://schemas.microsoft.com/office/drawing/2014/main" id="{187143A0-CF32-3E82-D9DA-BB5FFE4EF603}"/>
                </a:ext>
              </a:extLst>
            </p:cNvPr>
            <p:cNvSpPr/>
            <p:nvPr/>
          </p:nvSpPr>
          <p:spPr>
            <a:xfrm>
              <a:off x="8184990" y="1049404"/>
              <a:ext cx="26614" cy="21164"/>
            </a:xfrm>
            <a:custGeom>
              <a:avLst/>
              <a:gdLst>
                <a:gd name="connsiteX0" fmla="*/ 26614 w 26614"/>
                <a:gd name="connsiteY0" fmla="*/ 10519 h 21164"/>
                <a:gd name="connsiteX1" fmla="*/ 13307 w 26614"/>
                <a:gd name="connsiteY1" fmla="*/ 21165 h 21164"/>
                <a:gd name="connsiteX2" fmla="*/ 0 w 26614"/>
                <a:gd name="connsiteY2" fmla="*/ 10519 h 21164"/>
                <a:gd name="connsiteX3" fmla="*/ 13307 w 26614"/>
                <a:gd name="connsiteY3" fmla="*/ 0 h 21164"/>
                <a:gd name="connsiteX4" fmla="*/ 26614 w 26614"/>
                <a:gd name="connsiteY4" fmla="*/ 10519 h 21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614" h="21164">
                  <a:moveTo>
                    <a:pt x="26614" y="10519"/>
                  </a:moveTo>
                  <a:cubicBezTo>
                    <a:pt x="26614" y="16349"/>
                    <a:pt x="20658" y="21165"/>
                    <a:pt x="13307" y="21165"/>
                  </a:cubicBezTo>
                  <a:cubicBezTo>
                    <a:pt x="5956" y="21165"/>
                    <a:pt x="0" y="16349"/>
                    <a:pt x="0" y="10519"/>
                  </a:cubicBezTo>
                  <a:cubicBezTo>
                    <a:pt x="0" y="4689"/>
                    <a:pt x="5956" y="0"/>
                    <a:pt x="13307" y="0"/>
                  </a:cubicBezTo>
                  <a:cubicBezTo>
                    <a:pt x="20658" y="0"/>
                    <a:pt x="26614" y="4689"/>
                    <a:pt x="26614" y="1051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4" name="Freeform: Shape 2553">
              <a:extLst>
                <a:ext uri="{FF2B5EF4-FFF2-40B4-BE49-F238E27FC236}">
                  <a16:creationId xmlns:a16="http://schemas.microsoft.com/office/drawing/2014/main" id="{B6C91C81-0185-AF07-C19A-5FD59C520672}"/>
                </a:ext>
              </a:extLst>
            </p:cNvPr>
            <p:cNvSpPr/>
            <p:nvPr/>
          </p:nvSpPr>
          <p:spPr>
            <a:xfrm>
              <a:off x="8291701" y="1108843"/>
              <a:ext cx="27501" cy="21798"/>
            </a:xfrm>
            <a:custGeom>
              <a:avLst/>
              <a:gdLst>
                <a:gd name="connsiteX0" fmla="*/ 27501 w 27501"/>
                <a:gd name="connsiteY0" fmla="*/ 10899 h 21798"/>
                <a:gd name="connsiteX1" fmla="*/ 13815 w 27501"/>
                <a:gd name="connsiteY1" fmla="*/ 21799 h 21798"/>
                <a:gd name="connsiteX2" fmla="*/ 0 w 27501"/>
                <a:gd name="connsiteY2" fmla="*/ 10899 h 21798"/>
                <a:gd name="connsiteX3" fmla="*/ 13815 w 27501"/>
                <a:gd name="connsiteY3" fmla="*/ 0 h 21798"/>
                <a:gd name="connsiteX4" fmla="*/ 27501 w 27501"/>
                <a:gd name="connsiteY4" fmla="*/ 10899 h 21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501" h="21798">
                  <a:moveTo>
                    <a:pt x="27501" y="10899"/>
                  </a:moveTo>
                  <a:cubicBezTo>
                    <a:pt x="27501" y="16856"/>
                    <a:pt x="21292" y="21799"/>
                    <a:pt x="13815" y="21799"/>
                  </a:cubicBezTo>
                  <a:cubicBezTo>
                    <a:pt x="6337" y="21799"/>
                    <a:pt x="0" y="16856"/>
                    <a:pt x="0" y="10899"/>
                  </a:cubicBezTo>
                  <a:cubicBezTo>
                    <a:pt x="0" y="4943"/>
                    <a:pt x="6210" y="0"/>
                    <a:pt x="13815" y="0"/>
                  </a:cubicBezTo>
                  <a:cubicBezTo>
                    <a:pt x="21418" y="0"/>
                    <a:pt x="27501" y="4816"/>
                    <a:pt x="27501" y="1089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5" name="Freeform: Shape 2554">
              <a:extLst>
                <a:ext uri="{FF2B5EF4-FFF2-40B4-BE49-F238E27FC236}">
                  <a16:creationId xmlns:a16="http://schemas.microsoft.com/office/drawing/2014/main" id="{A3F8E85B-E3B8-E8D1-4964-3A66E56C1CC4}"/>
                </a:ext>
              </a:extLst>
            </p:cNvPr>
            <p:cNvSpPr/>
            <p:nvPr/>
          </p:nvSpPr>
          <p:spPr>
            <a:xfrm>
              <a:off x="8396131" y="1171831"/>
              <a:ext cx="27501" cy="21798"/>
            </a:xfrm>
            <a:custGeom>
              <a:avLst/>
              <a:gdLst>
                <a:gd name="connsiteX0" fmla="*/ 27501 w 27501"/>
                <a:gd name="connsiteY0" fmla="*/ 10899 h 21798"/>
                <a:gd name="connsiteX1" fmla="*/ 13815 w 27501"/>
                <a:gd name="connsiteY1" fmla="*/ 21799 h 21798"/>
                <a:gd name="connsiteX2" fmla="*/ 0 w 27501"/>
                <a:gd name="connsiteY2" fmla="*/ 10899 h 21798"/>
                <a:gd name="connsiteX3" fmla="*/ 13815 w 27501"/>
                <a:gd name="connsiteY3" fmla="*/ 0 h 21798"/>
                <a:gd name="connsiteX4" fmla="*/ 27501 w 27501"/>
                <a:gd name="connsiteY4" fmla="*/ 10899 h 21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501" h="21798">
                  <a:moveTo>
                    <a:pt x="27501" y="10899"/>
                  </a:moveTo>
                  <a:cubicBezTo>
                    <a:pt x="27501" y="16983"/>
                    <a:pt x="21418" y="21799"/>
                    <a:pt x="13815" y="21799"/>
                  </a:cubicBezTo>
                  <a:cubicBezTo>
                    <a:pt x="6210" y="21799"/>
                    <a:pt x="0" y="16856"/>
                    <a:pt x="0" y="10899"/>
                  </a:cubicBezTo>
                  <a:cubicBezTo>
                    <a:pt x="0" y="4943"/>
                    <a:pt x="6210" y="0"/>
                    <a:pt x="13815" y="0"/>
                  </a:cubicBezTo>
                  <a:cubicBezTo>
                    <a:pt x="21418" y="0"/>
                    <a:pt x="27501" y="4943"/>
                    <a:pt x="27501" y="1089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6" name="Freeform: Shape 2555">
              <a:extLst>
                <a:ext uri="{FF2B5EF4-FFF2-40B4-BE49-F238E27FC236}">
                  <a16:creationId xmlns:a16="http://schemas.microsoft.com/office/drawing/2014/main" id="{A15ABF96-87FE-0342-7934-AA664062FDC1}"/>
                </a:ext>
              </a:extLst>
            </p:cNvPr>
            <p:cNvSpPr/>
            <p:nvPr/>
          </p:nvSpPr>
          <p:spPr>
            <a:xfrm>
              <a:off x="8497520" y="1237733"/>
              <a:ext cx="27501" cy="21798"/>
            </a:xfrm>
            <a:custGeom>
              <a:avLst/>
              <a:gdLst>
                <a:gd name="connsiteX0" fmla="*/ 27501 w 27501"/>
                <a:gd name="connsiteY0" fmla="*/ 10899 h 21798"/>
                <a:gd name="connsiteX1" fmla="*/ 13815 w 27501"/>
                <a:gd name="connsiteY1" fmla="*/ 21799 h 21798"/>
                <a:gd name="connsiteX2" fmla="*/ 0 w 27501"/>
                <a:gd name="connsiteY2" fmla="*/ 10899 h 21798"/>
                <a:gd name="connsiteX3" fmla="*/ 13815 w 27501"/>
                <a:gd name="connsiteY3" fmla="*/ 0 h 21798"/>
                <a:gd name="connsiteX4" fmla="*/ 27501 w 27501"/>
                <a:gd name="connsiteY4" fmla="*/ 10899 h 21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501" h="21798">
                  <a:moveTo>
                    <a:pt x="27501" y="10899"/>
                  </a:moveTo>
                  <a:cubicBezTo>
                    <a:pt x="27501" y="16983"/>
                    <a:pt x="21292" y="21799"/>
                    <a:pt x="13815" y="21799"/>
                  </a:cubicBezTo>
                  <a:cubicBezTo>
                    <a:pt x="6337" y="21799"/>
                    <a:pt x="0" y="16983"/>
                    <a:pt x="0" y="10899"/>
                  </a:cubicBezTo>
                  <a:cubicBezTo>
                    <a:pt x="0" y="4816"/>
                    <a:pt x="6210" y="0"/>
                    <a:pt x="13815" y="0"/>
                  </a:cubicBezTo>
                  <a:cubicBezTo>
                    <a:pt x="21418" y="0"/>
                    <a:pt x="27501" y="4816"/>
                    <a:pt x="27501" y="1089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7" name="Freeform: Shape 2556">
              <a:extLst>
                <a:ext uri="{FF2B5EF4-FFF2-40B4-BE49-F238E27FC236}">
                  <a16:creationId xmlns:a16="http://schemas.microsoft.com/office/drawing/2014/main" id="{224C7ECF-F213-A419-A706-50AC1C973382}"/>
                </a:ext>
              </a:extLst>
            </p:cNvPr>
            <p:cNvSpPr/>
            <p:nvPr/>
          </p:nvSpPr>
          <p:spPr>
            <a:xfrm>
              <a:off x="8595361" y="1306044"/>
              <a:ext cx="28388" cy="22432"/>
            </a:xfrm>
            <a:custGeom>
              <a:avLst/>
              <a:gdLst>
                <a:gd name="connsiteX0" fmla="*/ 28389 w 28388"/>
                <a:gd name="connsiteY0" fmla="*/ 11279 h 22432"/>
                <a:gd name="connsiteX1" fmla="*/ 14194 w 28388"/>
                <a:gd name="connsiteY1" fmla="*/ 22432 h 22432"/>
                <a:gd name="connsiteX2" fmla="*/ 0 w 28388"/>
                <a:gd name="connsiteY2" fmla="*/ 11279 h 22432"/>
                <a:gd name="connsiteX3" fmla="*/ 14194 w 28388"/>
                <a:gd name="connsiteY3" fmla="*/ 0 h 22432"/>
                <a:gd name="connsiteX4" fmla="*/ 28389 w 28388"/>
                <a:gd name="connsiteY4" fmla="*/ 11279 h 22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388" h="22432">
                  <a:moveTo>
                    <a:pt x="28389" y="11279"/>
                  </a:moveTo>
                  <a:cubicBezTo>
                    <a:pt x="28389" y="17490"/>
                    <a:pt x="22052" y="22432"/>
                    <a:pt x="14194" y="22432"/>
                  </a:cubicBezTo>
                  <a:cubicBezTo>
                    <a:pt x="6337" y="22432"/>
                    <a:pt x="0" y="17363"/>
                    <a:pt x="0" y="11279"/>
                  </a:cubicBezTo>
                  <a:cubicBezTo>
                    <a:pt x="0" y="5196"/>
                    <a:pt x="6337" y="0"/>
                    <a:pt x="14194" y="0"/>
                  </a:cubicBezTo>
                  <a:cubicBezTo>
                    <a:pt x="22052" y="0"/>
                    <a:pt x="28389" y="5069"/>
                    <a:pt x="28389" y="1127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8" name="Freeform: Shape 2557">
              <a:extLst>
                <a:ext uri="{FF2B5EF4-FFF2-40B4-BE49-F238E27FC236}">
                  <a16:creationId xmlns:a16="http://schemas.microsoft.com/office/drawing/2014/main" id="{E7C59FF2-460D-64C1-39FA-43D5BF7C6E7F}"/>
                </a:ext>
              </a:extLst>
            </p:cNvPr>
            <p:cNvSpPr/>
            <p:nvPr/>
          </p:nvSpPr>
          <p:spPr>
            <a:xfrm>
              <a:off x="8691046" y="1377903"/>
              <a:ext cx="27501" cy="21798"/>
            </a:xfrm>
            <a:custGeom>
              <a:avLst/>
              <a:gdLst>
                <a:gd name="connsiteX0" fmla="*/ 27501 w 27501"/>
                <a:gd name="connsiteY0" fmla="*/ 10899 h 21798"/>
                <a:gd name="connsiteX1" fmla="*/ 13688 w 27501"/>
                <a:gd name="connsiteY1" fmla="*/ 21799 h 21798"/>
                <a:gd name="connsiteX2" fmla="*/ 0 w 27501"/>
                <a:gd name="connsiteY2" fmla="*/ 10899 h 21798"/>
                <a:gd name="connsiteX3" fmla="*/ 13688 w 27501"/>
                <a:gd name="connsiteY3" fmla="*/ 0 h 21798"/>
                <a:gd name="connsiteX4" fmla="*/ 27501 w 27501"/>
                <a:gd name="connsiteY4" fmla="*/ 10899 h 21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501" h="21798">
                  <a:moveTo>
                    <a:pt x="27501" y="10899"/>
                  </a:moveTo>
                  <a:cubicBezTo>
                    <a:pt x="27501" y="16983"/>
                    <a:pt x="21292" y="21799"/>
                    <a:pt x="13688" y="21799"/>
                  </a:cubicBezTo>
                  <a:cubicBezTo>
                    <a:pt x="6083" y="21799"/>
                    <a:pt x="0" y="16983"/>
                    <a:pt x="0" y="10899"/>
                  </a:cubicBezTo>
                  <a:cubicBezTo>
                    <a:pt x="0" y="4816"/>
                    <a:pt x="6083" y="0"/>
                    <a:pt x="13688" y="0"/>
                  </a:cubicBezTo>
                  <a:cubicBezTo>
                    <a:pt x="21292" y="0"/>
                    <a:pt x="27501" y="4816"/>
                    <a:pt x="27501" y="1089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9" name="Freeform: Shape 2558">
              <a:extLst>
                <a:ext uri="{FF2B5EF4-FFF2-40B4-BE49-F238E27FC236}">
                  <a16:creationId xmlns:a16="http://schemas.microsoft.com/office/drawing/2014/main" id="{33535094-EE2E-5189-1D5B-42481FCF5A51}"/>
                </a:ext>
              </a:extLst>
            </p:cNvPr>
            <p:cNvSpPr/>
            <p:nvPr/>
          </p:nvSpPr>
          <p:spPr>
            <a:xfrm>
              <a:off x="8782930" y="1452171"/>
              <a:ext cx="27501" cy="21798"/>
            </a:xfrm>
            <a:custGeom>
              <a:avLst/>
              <a:gdLst>
                <a:gd name="connsiteX0" fmla="*/ 27501 w 27501"/>
                <a:gd name="connsiteY0" fmla="*/ 10899 h 21798"/>
                <a:gd name="connsiteX1" fmla="*/ 13688 w 27501"/>
                <a:gd name="connsiteY1" fmla="*/ 21799 h 21798"/>
                <a:gd name="connsiteX2" fmla="*/ 0 w 27501"/>
                <a:gd name="connsiteY2" fmla="*/ 10899 h 21798"/>
                <a:gd name="connsiteX3" fmla="*/ 13688 w 27501"/>
                <a:gd name="connsiteY3" fmla="*/ 0 h 21798"/>
                <a:gd name="connsiteX4" fmla="*/ 27501 w 27501"/>
                <a:gd name="connsiteY4" fmla="*/ 10899 h 21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501" h="21798">
                  <a:moveTo>
                    <a:pt x="27501" y="10899"/>
                  </a:moveTo>
                  <a:cubicBezTo>
                    <a:pt x="27501" y="16983"/>
                    <a:pt x="21292" y="21799"/>
                    <a:pt x="13688" y="21799"/>
                  </a:cubicBezTo>
                  <a:cubicBezTo>
                    <a:pt x="6083" y="21799"/>
                    <a:pt x="0" y="16983"/>
                    <a:pt x="0" y="10899"/>
                  </a:cubicBezTo>
                  <a:cubicBezTo>
                    <a:pt x="0" y="4816"/>
                    <a:pt x="6210" y="0"/>
                    <a:pt x="13688" y="0"/>
                  </a:cubicBezTo>
                  <a:cubicBezTo>
                    <a:pt x="21165" y="0"/>
                    <a:pt x="27501" y="4816"/>
                    <a:pt x="27501" y="1089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0" name="Freeform: Shape 2559">
              <a:extLst>
                <a:ext uri="{FF2B5EF4-FFF2-40B4-BE49-F238E27FC236}">
                  <a16:creationId xmlns:a16="http://schemas.microsoft.com/office/drawing/2014/main" id="{23F3C09E-D2B5-A537-6474-281E8977FD9C}"/>
                </a:ext>
              </a:extLst>
            </p:cNvPr>
            <p:cNvSpPr/>
            <p:nvPr/>
          </p:nvSpPr>
          <p:spPr>
            <a:xfrm>
              <a:off x="8870885" y="1528719"/>
              <a:ext cx="28388" cy="22305"/>
            </a:xfrm>
            <a:custGeom>
              <a:avLst/>
              <a:gdLst>
                <a:gd name="connsiteX0" fmla="*/ 28389 w 28388"/>
                <a:gd name="connsiteY0" fmla="*/ 11153 h 22305"/>
                <a:gd name="connsiteX1" fmla="*/ 14194 w 28388"/>
                <a:gd name="connsiteY1" fmla="*/ 22306 h 22305"/>
                <a:gd name="connsiteX2" fmla="*/ 0 w 28388"/>
                <a:gd name="connsiteY2" fmla="*/ 11153 h 22305"/>
                <a:gd name="connsiteX3" fmla="*/ 14194 w 28388"/>
                <a:gd name="connsiteY3" fmla="*/ 0 h 22305"/>
                <a:gd name="connsiteX4" fmla="*/ 28389 w 28388"/>
                <a:gd name="connsiteY4" fmla="*/ 11153 h 22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388" h="22305">
                  <a:moveTo>
                    <a:pt x="28389" y="11153"/>
                  </a:moveTo>
                  <a:cubicBezTo>
                    <a:pt x="28389" y="17363"/>
                    <a:pt x="22052" y="22306"/>
                    <a:pt x="14194" y="22306"/>
                  </a:cubicBezTo>
                  <a:cubicBezTo>
                    <a:pt x="6337" y="22306"/>
                    <a:pt x="0" y="17236"/>
                    <a:pt x="0" y="11153"/>
                  </a:cubicBezTo>
                  <a:cubicBezTo>
                    <a:pt x="0" y="5069"/>
                    <a:pt x="6337" y="0"/>
                    <a:pt x="14194" y="0"/>
                  </a:cubicBezTo>
                  <a:cubicBezTo>
                    <a:pt x="22052" y="0"/>
                    <a:pt x="28389" y="5069"/>
                    <a:pt x="28389" y="1115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1" name="Freeform: Shape 2560">
              <a:extLst>
                <a:ext uri="{FF2B5EF4-FFF2-40B4-BE49-F238E27FC236}">
                  <a16:creationId xmlns:a16="http://schemas.microsoft.com/office/drawing/2014/main" id="{38B12B7E-E555-7807-828A-FFFCDC7C87D4}"/>
                </a:ext>
              </a:extLst>
            </p:cNvPr>
            <p:cNvSpPr/>
            <p:nvPr/>
          </p:nvSpPr>
          <p:spPr>
            <a:xfrm>
              <a:off x="8956305" y="1608183"/>
              <a:ext cx="27501" cy="21798"/>
            </a:xfrm>
            <a:custGeom>
              <a:avLst/>
              <a:gdLst>
                <a:gd name="connsiteX0" fmla="*/ 27501 w 27501"/>
                <a:gd name="connsiteY0" fmla="*/ 10899 h 21798"/>
                <a:gd name="connsiteX1" fmla="*/ 13688 w 27501"/>
                <a:gd name="connsiteY1" fmla="*/ 21799 h 21798"/>
                <a:gd name="connsiteX2" fmla="*/ 0 w 27501"/>
                <a:gd name="connsiteY2" fmla="*/ 10899 h 21798"/>
                <a:gd name="connsiteX3" fmla="*/ 13688 w 27501"/>
                <a:gd name="connsiteY3" fmla="*/ 0 h 21798"/>
                <a:gd name="connsiteX4" fmla="*/ 27501 w 27501"/>
                <a:gd name="connsiteY4" fmla="*/ 10899 h 21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501" h="21798">
                  <a:moveTo>
                    <a:pt x="27501" y="10899"/>
                  </a:moveTo>
                  <a:cubicBezTo>
                    <a:pt x="27501" y="16983"/>
                    <a:pt x="21292" y="21799"/>
                    <a:pt x="13688" y="21799"/>
                  </a:cubicBezTo>
                  <a:cubicBezTo>
                    <a:pt x="6083" y="21799"/>
                    <a:pt x="0" y="16856"/>
                    <a:pt x="0" y="10899"/>
                  </a:cubicBezTo>
                  <a:cubicBezTo>
                    <a:pt x="0" y="4943"/>
                    <a:pt x="6083" y="0"/>
                    <a:pt x="13688" y="0"/>
                  </a:cubicBezTo>
                  <a:cubicBezTo>
                    <a:pt x="21292" y="0"/>
                    <a:pt x="27501" y="4943"/>
                    <a:pt x="27501" y="1089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2" name="Freeform: Shape 2561">
              <a:extLst>
                <a:ext uri="{FF2B5EF4-FFF2-40B4-BE49-F238E27FC236}">
                  <a16:creationId xmlns:a16="http://schemas.microsoft.com/office/drawing/2014/main" id="{C81E182D-DA28-CE09-C4BA-0B421746B630}"/>
                </a:ext>
              </a:extLst>
            </p:cNvPr>
            <p:cNvSpPr/>
            <p:nvPr/>
          </p:nvSpPr>
          <p:spPr>
            <a:xfrm>
              <a:off x="9037416" y="1689801"/>
              <a:ext cx="27501" cy="21798"/>
            </a:xfrm>
            <a:custGeom>
              <a:avLst/>
              <a:gdLst>
                <a:gd name="connsiteX0" fmla="*/ 27501 w 27501"/>
                <a:gd name="connsiteY0" fmla="*/ 10899 h 21798"/>
                <a:gd name="connsiteX1" fmla="*/ 13814 w 27501"/>
                <a:gd name="connsiteY1" fmla="*/ 21799 h 21798"/>
                <a:gd name="connsiteX2" fmla="*/ 0 w 27501"/>
                <a:gd name="connsiteY2" fmla="*/ 10899 h 21798"/>
                <a:gd name="connsiteX3" fmla="*/ 13814 w 27501"/>
                <a:gd name="connsiteY3" fmla="*/ 0 h 21798"/>
                <a:gd name="connsiteX4" fmla="*/ 27501 w 27501"/>
                <a:gd name="connsiteY4" fmla="*/ 10899 h 21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501" h="21798">
                  <a:moveTo>
                    <a:pt x="27501" y="10899"/>
                  </a:moveTo>
                  <a:cubicBezTo>
                    <a:pt x="27501" y="16983"/>
                    <a:pt x="21292" y="21799"/>
                    <a:pt x="13814" y="21799"/>
                  </a:cubicBezTo>
                  <a:cubicBezTo>
                    <a:pt x="6337" y="21799"/>
                    <a:pt x="0" y="16856"/>
                    <a:pt x="0" y="10899"/>
                  </a:cubicBezTo>
                  <a:cubicBezTo>
                    <a:pt x="0" y="4943"/>
                    <a:pt x="6210" y="0"/>
                    <a:pt x="13814" y="0"/>
                  </a:cubicBezTo>
                  <a:cubicBezTo>
                    <a:pt x="21418" y="0"/>
                    <a:pt x="27501" y="4943"/>
                    <a:pt x="27501" y="1089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3" name="Freeform: Shape 2562">
              <a:extLst>
                <a:ext uri="{FF2B5EF4-FFF2-40B4-BE49-F238E27FC236}">
                  <a16:creationId xmlns:a16="http://schemas.microsoft.com/office/drawing/2014/main" id="{C71E7DFD-D4CF-EDF6-974A-51AC47F3F78C}"/>
                </a:ext>
              </a:extLst>
            </p:cNvPr>
            <p:cNvSpPr/>
            <p:nvPr/>
          </p:nvSpPr>
          <p:spPr>
            <a:xfrm>
              <a:off x="9114851" y="1773700"/>
              <a:ext cx="27501" cy="21798"/>
            </a:xfrm>
            <a:custGeom>
              <a:avLst/>
              <a:gdLst>
                <a:gd name="connsiteX0" fmla="*/ 27501 w 27501"/>
                <a:gd name="connsiteY0" fmla="*/ 10899 h 21798"/>
                <a:gd name="connsiteX1" fmla="*/ 13688 w 27501"/>
                <a:gd name="connsiteY1" fmla="*/ 21799 h 21798"/>
                <a:gd name="connsiteX2" fmla="*/ 0 w 27501"/>
                <a:gd name="connsiteY2" fmla="*/ 10899 h 21798"/>
                <a:gd name="connsiteX3" fmla="*/ 13688 w 27501"/>
                <a:gd name="connsiteY3" fmla="*/ 0 h 21798"/>
                <a:gd name="connsiteX4" fmla="*/ 27501 w 27501"/>
                <a:gd name="connsiteY4" fmla="*/ 10899 h 21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501" h="21798">
                  <a:moveTo>
                    <a:pt x="27501" y="10899"/>
                  </a:moveTo>
                  <a:cubicBezTo>
                    <a:pt x="27501" y="16983"/>
                    <a:pt x="21292" y="21799"/>
                    <a:pt x="13688" y="21799"/>
                  </a:cubicBezTo>
                  <a:cubicBezTo>
                    <a:pt x="6083" y="21799"/>
                    <a:pt x="0" y="16983"/>
                    <a:pt x="0" y="10899"/>
                  </a:cubicBezTo>
                  <a:cubicBezTo>
                    <a:pt x="0" y="4816"/>
                    <a:pt x="6083" y="0"/>
                    <a:pt x="13688" y="0"/>
                  </a:cubicBezTo>
                  <a:cubicBezTo>
                    <a:pt x="21292" y="0"/>
                    <a:pt x="27501" y="4816"/>
                    <a:pt x="27501" y="1089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4" name="Freeform: Shape 2563">
              <a:extLst>
                <a:ext uri="{FF2B5EF4-FFF2-40B4-BE49-F238E27FC236}">
                  <a16:creationId xmlns:a16="http://schemas.microsoft.com/office/drawing/2014/main" id="{53BFAD8E-3D83-6F39-39AA-D68E6B82565D}"/>
                </a:ext>
              </a:extLst>
            </p:cNvPr>
            <p:cNvSpPr/>
            <p:nvPr/>
          </p:nvSpPr>
          <p:spPr>
            <a:xfrm>
              <a:off x="9188992" y="1860007"/>
              <a:ext cx="26615" cy="21291"/>
            </a:xfrm>
            <a:custGeom>
              <a:avLst/>
              <a:gdLst>
                <a:gd name="connsiteX0" fmla="*/ 26615 w 26615"/>
                <a:gd name="connsiteY0" fmla="*/ 10646 h 21291"/>
                <a:gd name="connsiteX1" fmla="*/ 13307 w 26615"/>
                <a:gd name="connsiteY1" fmla="*/ 21292 h 21291"/>
                <a:gd name="connsiteX2" fmla="*/ 0 w 26615"/>
                <a:gd name="connsiteY2" fmla="*/ 10646 h 21291"/>
                <a:gd name="connsiteX3" fmla="*/ 13307 w 26615"/>
                <a:gd name="connsiteY3" fmla="*/ 0 h 21291"/>
                <a:gd name="connsiteX4" fmla="*/ 26615 w 26615"/>
                <a:gd name="connsiteY4" fmla="*/ 10646 h 2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615" h="21291">
                  <a:moveTo>
                    <a:pt x="26615" y="10646"/>
                  </a:moveTo>
                  <a:cubicBezTo>
                    <a:pt x="26615" y="16476"/>
                    <a:pt x="20658" y="21292"/>
                    <a:pt x="13307" y="21292"/>
                  </a:cubicBezTo>
                  <a:cubicBezTo>
                    <a:pt x="5957" y="21292"/>
                    <a:pt x="0" y="16602"/>
                    <a:pt x="0" y="10646"/>
                  </a:cubicBezTo>
                  <a:cubicBezTo>
                    <a:pt x="0" y="4689"/>
                    <a:pt x="5957" y="0"/>
                    <a:pt x="13307" y="0"/>
                  </a:cubicBezTo>
                  <a:cubicBezTo>
                    <a:pt x="20658" y="0"/>
                    <a:pt x="26615" y="4689"/>
                    <a:pt x="26615" y="1064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5" name="Freeform: Shape 2564">
              <a:extLst>
                <a:ext uri="{FF2B5EF4-FFF2-40B4-BE49-F238E27FC236}">
                  <a16:creationId xmlns:a16="http://schemas.microsoft.com/office/drawing/2014/main" id="{D1734616-7B23-49E7-61CE-8AEF7441B4E3}"/>
                </a:ext>
              </a:extLst>
            </p:cNvPr>
            <p:cNvSpPr/>
            <p:nvPr/>
          </p:nvSpPr>
          <p:spPr>
            <a:xfrm>
              <a:off x="9258443" y="1948215"/>
              <a:ext cx="26741" cy="21291"/>
            </a:xfrm>
            <a:custGeom>
              <a:avLst/>
              <a:gdLst>
                <a:gd name="connsiteX0" fmla="*/ 26741 w 26741"/>
                <a:gd name="connsiteY0" fmla="*/ 10646 h 21291"/>
                <a:gd name="connsiteX1" fmla="*/ 13307 w 26741"/>
                <a:gd name="connsiteY1" fmla="*/ 21292 h 21291"/>
                <a:gd name="connsiteX2" fmla="*/ 0 w 26741"/>
                <a:gd name="connsiteY2" fmla="*/ 10646 h 21291"/>
                <a:gd name="connsiteX3" fmla="*/ 13307 w 26741"/>
                <a:gd name="connsiteY3" fmla="*/ 0 h 21291"/>
                <a:gd name="connsiteX4" fmla="*/ 26741 w 26741"/>
                <a:gd name="connsiteY4" fmla="*/ 10646 h 2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741" h="21291">
                  <a:moveTo>
                    <a:pt x="26741" y="10646"/>
                  </a:moveTo>
                  <a:cubicBezTo>
                    <a:pt x="26741" y="16476"/>
                    <a:pt x="20784" y="21292"/>
                    <a:pt x="13307" y="21292"/>
                  </a:cubicBezTo>
                  <a:cubicBezTo>
                    <a:pt x="5829" y="21292"/>
                    <a:pt x="0" y="16602"/>
                    <a:pt x="0" y="10646"/>
                  </a:cubicBezTo>
                  <a:cubicBezTo>
                    <a:pt x="0" y="4689"/>
                    <a:pt x="5956" y="0"/>
                    <a:pt x="13307" y="0"/>
                  </a:cubicBezTo>
                  <a:cubicBezTo>
                    <a:pt x="20657" y="0"/>
                    <a:pt x="26741" y="4689"/>
                    <a:pt x="26741" y="1064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6" name="Freeform: Shape 2565">
              <a:extLst>
                <a:ext uri="{FF2B5EF4-FFF2-40B4-BE49-F238E27FC236}">
                  <a16:creationId xmlns:a16="http://schemas.microsoft.com/office/drawing/2014/main" id="{B80D2B9A-AE57-260E-5225-BBDB8347F470}"/>
                </a:ext>
              </a:extLst>
            </p:cNvPr>
            <p:cNvSpPr/>
            <p:nvPr/>
          </p:nvSpPr>
          <p:spPr>
            <a:xfrm>
              <a:off x="9324472" y="2038578"/>
              <a:ext cx="25854" cy="20531"/>
            </a:xfrm>
            <a:custGeom>
              <a:avLst/>
              <a:gdLst>
                <a:gd name="connsiteX0" fmla="*/ 25855 w 25854"/>
                <a:gd name="connsiteY0" fmla="*/ 10266 h 20531"/>
                <a:gd name="connsiteX1" fmla="*/ 12927 w 25854"/>
                <a:gd name="connsiteY1" fmla="*/ 20531 h 20531"/>
                <a:gd name="connsiteX2" fmla="*/ 0 w 25854"/>
                <a:gd name="connsiteY2" fmla="*/ 10266 h 20531"/>
                <a:gd name="connsiteX3" fmla="*/ 12927 w 25854"/>
                <a:gd name="connsiteY3" fmla="*/ 0 h 20531"/>
                <a:gd name="connsiteX4" fmla="*/ 25855 w 25854"/>
                <a:gd name="connsiteY4" fmla="*/ 10266 h 20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854" h="20531">
                  <a:moveTo>
                    <a:pt x="25855" y="10266"/>
                  </a:moveTo>
                  <a:cubicBezTo>
                    <a:pt x="25855" y="15969"/>
                    <a:pt x="20025" y="20531"/>
                    <a:pt x="12927" y="20531"/>
                  </a:cubicBezTo>
                  <a:cubicBezTo>
                    <a:pt x="5830" y="20531"/>
                    <a:pt x="0" y="15969"/>
                    <a:pt x="0" y="10266"/>
                  </a:cubicBezTo>
                  <a:cubicBezTo>
                    <a:pt x="0" y="4563"/>
                    <a:pt x="5830" y="0"/>
                    <a:pt x="12927" y="0"/>
                  </a:cubicBezTo>
                  <a:cubicBezTo>
                    <a:pt x="20025" y="0"/>
                    <a:pt x="25855" y="4563"/>
                    <a:pt x="25855" y="1026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7" name="Freeform: Shape 2566">
              <a:extLst>
                <a:ext uri="{FF2B5EF4-FFF2-40B4-BE49-F238E27FC236}">
                  <a16:creationId xmlns:a16="http://schemas.microsoft.com/office/drawing/2014/main" id="{ED906CA1-3A73-B517-EB4D-55F3F2D61365}"/>
                </a:ext>
              </a:extLst>
            </p:cNvPr>
            <p:cNvSpPr/>
            <p:nvPr/>
          </p:nvSpPr>
          <p:spPr>
            <a:xfrm>
              <a:off x="9385940" y="2130461"/>
              <a:ext cx="25853" cy="20531"/>
            </a:xfrm>
            <a:custGeom>
              <a:avLst/>
              <a:gdLst>
                <a:gd name="connsiteX0" fmla="*/ 25854 w 25853"/>
                <a:gd name="connsiteY0" fmla="*/ 10266 h 20531"/>
                <a:gd name="connsiteX1" fmla="*/ 12927 w 25853"/>
                <a:gd name="connsiteY1" fmla="*/ 20531 h 20531"/>
                <a:gd name="connsiteX2" fmla="*/ 0 w 25853"/>
                <a:gd name="connsiteY2" fmla="*/ 10266 h 20531"/>
                <a:gd name="connsiteX3" fmla="*/ 12927 w 25853"/>
                <a:gd name="connsiteY3" fmla="*/ 0 h 20531"/>
                <a:gd name="connsiteX4" fmla="*/ 25854 w 25853"/>
                <a:gd name="connsiteY4" fmla="*/ 10266 h 20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853" h="20531">
                  <a:moveTo>
                    <a:pt x="25854" y="10266"/>
                  </a:moveTo>
                  <a:cubicBezTo>
                    <a:pt x="25854" y="15969"/>
                    <a:pt x="20024" y="20531"/>
                    <a:pt x="12927" y="20531"/>
                  </a:cubicBezTo>
                  <a:cubicBezTo>
                    <a:pt x="5829" y="20531"/>
                    <a:pt x="0" y="15969"/>
                    <a:pt x="0" y="10266"/>
                  </a:cubicBezTo>
                  <a:cubicBezTo>
                    <a:pt x="0" y="4563"/>
                    <a:pt x="5829" y="0"/>
                    <a:pt x="12927" y="0"/>
                  </a:cubicBezTo>
                  <a:cubicBezTo>
                    <a:pt x="20024" y="0"/>
                    <a:pt x="25854" y="4563"/>
                    <a:pt x="25854" y="1026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8" name="Freeform: Shape 2567">
              <a:extLst>
                <a:ext uri="{FF2B5EF4-FFF2-40B4-BE49-F238E27FC236}">
                  <a16:creationId xmlns:a16="http://schemas.microsoft.com/office/drawing/2014/main" id="{73722756-DEB6-55AF-912A-1197A18A94D5}"/>
                </a:ext>
              </a:extLst>
            </p:cNvPr>
            <p:cNvSpPr/>
            <p:nvPr/>
          </p:nvSpPr>
          <p:spPr>
            <a:xfrm>
              <a:off x="9443097" y="2224119"/>
              <a:ext cx="25854" cy="20531"/>
            </a:xfrm>
            <a:custGeom>
              <a:avLst/>
              <a:gdLst>
                <a:gd name="connsiteX0" fmla="*/ 25855 w 25854"/>
                <a:gd name="connsiteY0" fmla="*/ 10266 h 20531"/>
                <a:gd name="connsiteX1" fmla="*/ 12927 w 25854"/>
                <a:gd name="connsiteY1" fmla="*/ 20531 h 20531"/>
                <a:gd name="connsiteX2" fmla="*/ 0 w 25854"/>
                <a:gd name="connsiteY2" fmla="*/ 10266 h 20531"/>
                <a:gd name="connsiteX3" fmla="*/ 12927 w 25854"/>
                <a:gd name="connsiteY3" fmla="*/ 0 h 20531"/>
                <a:gd name="connsiteX4" fmla="*/ 25855 w 25854"/>
                <a:gd name="connsiteY4" fmla="*/ 10266 h 20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854" h="20531">
                  <a:moveTo>
                    <a:pt x="25855" y="10266"/>
                  </a:moveTo>
                  <a:cubicBezTo>
                    <a:pt x="25855" y="15969"/>
                    <a:pt x="20025" y="20531"/>
                    <a:pt x="12927" y="20531"/>
                  </a:cubicBezTo>
                  <a:cubicBezTo>
                    <a:pt x="5830" y="20531"/>
                    <a:pt x="0" y="15969"/>
                    <a:pt x="0" y="10266"/>
                  </a:cubicBezTo>
                  <a:cubicBezTo>
                    <a:pt x="0" y="4563"/>
                    <a:pt x="5830" y="0"/>
                    <a:pt x="12927" y="0"/>
                  </a:cubicBezTo>
                  <a:cubicBezTo>
                    <a:pt x="20025" y="0"/>
                    <a:pt x="25855" y="4563"/>
                    <a:pt x="25855" y="1026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9" name="Freeform: Shape 2568">
              <a:extLst>
                <a:ext uri="{FF2B5EF4-FFF2-40B4-BE49-F238E27FC236}">
                  <a16:creationId xmlns:a16="http://schemas.microsoft.com/office/drawing/2014/main" id="{DFE4A1C7-F298-25F3-C803-E04A08831BFC}"/>
                </a:ext>
              </a:extLst>
            </p:cNvPr>
            <p:cNvSpPr/>
            <p:nvPr/>
          </p:nvSpPr>
          <p:spPr>
            <a:xfrm>
              <a:off x="9495947" y="2319171"/>
              <a:ext cx="25853" cy="20531"/>
            </a:xfrm>
            <a:custGeom>
              <a:avLst/>
              <a:gdLst>
                <a:gd name="connsiteX0" fmla="*/ 25854 w 25853"/>
                <a:gd name="connsiteY0" fmla="*/ 10266 h 20531"/>
                <a:gd name="connsiteX1" fmla="*/ 12927 w 25853"/>
                <a:gd name="connsiteY1" fmla="*/ 20531 h 20531"/>
                <a:gd name="connsiteX2" fmla="*/ 0 w 25853"/>
                <a:gd name="connsiteY2" fmla="*/ 10266 h 20531"/>
                <a:gd name="connsiteX3" fmla="*/ 12927 w 25853"/>
                <a:gd name="connsiteY3" fmla="*/ 0 h 20531"/>
                <a:gd name="connsiteX4" fmla="*/ 25854 w 25853"/>
                <a:gd name="connsiteY4" fmla="*/ 10266 h 20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853" h="20531">
                  <a:moveTo>
                    <a:pt x="25854" y="10266"/>
                  </a:moveTo>
                  <a:cubicBezTo>
                    <a:pt x="25854" y="15969"/>
                    <a:pt x="20024" y="20531"/>
                    <a:pt x="12927" y="20531"/>
                  </a:cubicBezTo>
                  <a:cubicBezTo>
                    <a:pt x="5829" y="20531"/>
                    <a:pt x="0" y="15969"/>
                    <a:pt x="0" y="10266"/>
                  </a:cubicBezTo>
                  <a:cubicBezTo>
                    <a:pt x="0" y="4563"/>
                    <a:pt x="5829" y="0"/>
                    <a:pt x="12927" y="0"/>
                  </a:cubicBezTo>
                  <a:cubicBezTo>
                    <a:pt x="20024" y="0"/>
                    <a:pt x="25854" y="4563"/>
                    <a:pt x="25854" y="1026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0" name="Freeform: Shape 2569">
              <a:extLst>
                <a:ext uri="{FF2B5EF4-FFF2-40B4-BE49-F238E27FC236}">
                  <a16:creationId xmlns:a16="http://schemas.microsoft.com/office/drawing/2014/main" id="{AD4C4F45-B425-4394-CC2E-0F9BB07E6424}"/>
                </a:ext>
              </a:extLst>
            </p:cNvPr>
            <p:cNvSpPr/>
            <p:nvPr/>
          </p:nvSpPr>
          <p:spPr>
            <a:xfrm>
              <a:off x="9544866" y="2416251"/>
              <a:ext cx="25093" cy="19897"/>
            </a:xfrm>
            <a:custGeom>
              <a:avLst/>
              <a:gdLst>
                <a:gd name="connsiteX0" fmla="*/ 25093 w 25093"/>
                <a:gd name="connsiteY0" fmla="*/ 9885 h 19897"/>
                <a:gd name="connsiteX1" fmla="*/ 12547 w 25093"/>
                <a:gd name="connsiteY1" fmla="*/ 19898 h 19897"/>
                <a:gd name="connsiteX2" fmla="*/ 0 w 25093"/>
                <a:gd name="connsiteY2" fmla="*/ 9885 h 19897"/>
                <a:gd name="connsiteX3" fmla="*/ 12547 w 25093"/>
                <a:gd name="connsiteY3" fmla="*/ 0 h 19897"/>
                <a:gd name="connsiteX4" fmla="*/ 25093 w 25093"/>
                <a:gd name="connsiteY4" fmla="*/ 9885 h 19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93" h="19897">
                  <a:moveTo>
                    <a:pt x="25093" y="9885"/>
                  </a:moveTo>
                  <a:cubicBezTo>
                    <a:pt x="25093" y="15462"/>
                    <a:pt x="19517" y="19898"/>
                    <a:pt x="12547" y="19898"/>
                  </a:cubicBezTo>
                  <a:cubicBezTo>
                    <a:pt x="5576" y="19898"/>
                    <a:pt x="0" y="15462"/>
                    <a:pt x="0" y="9885"/>
                  </a:cubicBezTo>
                  <a:cubicBezTo>
                    <a:pt x="0" y="4309"/>
                    <a:pt x="5576" y="0"/>
                    <a:pt x="12547" y="0"/>
                  </a:cubicBezTo>
                  <a:cubicBezTo>
                    <a:pt x="19517" y="0"/>
                    <a:pt x="25093" y="4436"/>
                    <a:pt x="25093" y="988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1" name="Freeform: Shape 2570">
              <a:extLst>
                <a:ext uri="{FF2B5EF4-FFF2-40B4-BE49-F238E27FC236}">
                  <a16:creationId xmlns:a16="http://schemas.microsoft.com/office/drawing/2014/main" id="{35625C0E-4C40-4312-F85F-EBA9D97575D3}"/>
                </a:ext>
              </a:extLst>
            </p:cNvPr>
            <p:cNvSpPr/>
            <p:nvPr/>
          </p:nvSpPr>
          <p:spPr>
            <a:xfrm>
              <a:off x="9589351" y="2514345"/>
              <a:ext cx="24333" cy="19263"/>
            </a:xfrm>
            <a:custGeom>
              <a:avLst/>
              <a:gdLst>
                <a:gd name="connsiteX0" fmla="*/ 24333 w 24333"/>
                <a:gd name="connsiteY0" fmla="*/ 9632 h 19263"/>
                <a:gd name="connsiteX1" fmla="*/ 12166 w 24333"/>
                <a:gd name="connsiteY1" fmla="*/ 19264 h 19263"/>
                <a:gd name="connsiteX2" fmla="*/ 0 w 24333"/>
                <a:gd name="connsiteY2" fmla="*/ 9632 h 19263"/>
                <a:gd name="connsiteX3" fmla="*/ 12166 w 24333"/>
                <a:gd name="connsiteY3" fmla="*/ 0 h 19263"/>
                <a:gd name="connsiteX4" fmla="*/ 24333 w 24333"/>
                <a:gd name="connsiteY4" fmla="*/ 9632 h 19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33" h="19263">
                  <a:moveTo>
                    <a:pt x="24333" y="9632"/>
                  </a:moveTo>
                  <a:cubicBezTo>
                    <a:pt x="24333" y="14955"/>
                    <a:pt x="18884" y="19264"/>
                    <a:pt x="12166" y="19264"/>
                  </a:cubicBezTo>
                  <a:cubicBezTo>
                    <a:pt x="5450" y="19264"/>
                    <a:pt x="0" y="14955"/>
                    <a:pt x="0" y="9632"/>
                  </a:cubicBezTo>
                  <a:cubicBezTo>
                    <a:pt x="0" y="4309"/>
                    <a:pt x="5450" y="0"/>
                    <a:pt x="12166" y="0"/>
                  </a:cubicBezTo>
                  <a:cubicBezTo>
                    <a:pt x="18884" y="0"/>
                    <a:pt x="24333" y="4309"/>
                    <a:pt x="24333" y="963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2" name="Freeform: Shape 2571">
              <a:extLst>
                <a:ext uri="{FF2B5EF4-FFF2-40B4-BE49-F238E27FC236}">
                  <a16:creationId xmlns:a16="http://schemas.microsoft.com/office/drawing/2014/main" id="{76FA9793-0695-D363-1DD4-13C0FFF1D41B}"/>
                </a:ext>
              </a:extLst>
            </p:cNvPr>
            <p:cNvSpPr/>
            <p:nvPr/>
          </p:nvSpPr>
          <p:spPr>
            <a:xfrm>
              <a:off x="9629019" y="2613579"/>
              <a:ext cx="24333" cy="19263"/>
            </a:xfrm>
            <a:custGeom>
              <a:avLst/>
              <a:gdLst>
                <a:gd name="connsiteX0" fmla="*/ 24333 w 24333"/>
                <a:gd name="connsiteY0" fmla="*/ 9632 h 19263"/>
                <a:gd name="connsiteX1" fmla="*/ 12166 w 24333"/>
                <a:gd name="connsiteY1" fmla="*/ 19264 h 19263"/>
                <a:gd name="connsiteX2" fmla="*/ 0 w 24333"/>
                <a:gd name="connsiteY2" fmla="*/ 9632 h 19263"/>
                <a:gd name="connsiteX3" fmla="*/ 12166 w 24333"/>
                <a:gd name="connsiteY3" fmla="*/ 0 h 19263"/>
                <a:gd name="connsiteX4" fmla="*/ 24333 w 24333"/>
                <a:gd name="connsiteY4" fmla="*/ 9632 h 19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33" h="19263">
                  <a:moveTo>
                    <a:pt x="24333" y="9632"/>
                  </a:moveTo>
                  <a:cubicBezTo>
                    <a:pt x="24333" y="14955"/>
                    <a:pt x="18884" y="19264"/>
                    <a:pt x="12166" y="19264"/>
                  </a:cubicBezTo>
                  <a:cubicBezTo>
                    <a:pt x="5450" y="19264"/>
                    <a:pt x="0" y="14955"/>
                    <a:pt x="0" y="9632"/>
                  </a:cubicBezTo>
                  <a:cubicBezTo>
                    <a:pt x="0" y="4309"/>
                    <a:pt x="5450" y="0"/>
                    <a:pt x="12166" y="0"/>
                  </a:cubicBezTo>
                  <a:cubicBezTo>
                    <a:pt x="18884" y="0"/>
                    <a:pt x="24333" y="4309"/>
                    <a:pt x="24333" y="963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3" name="Freeform: Shape 2572">
              <a:extLst>
                <a:ext uri="{FF2B5EF4-FFF2-40B4-BE49-F238E27FC236}">
                  <a16:creationId xmlns:a16="http://schemas.microsoft.com/office/drawing/2014/main" id="{0A81C7F2-000A-E560-FEEE-85FB332C0BCD}"/>
                </a:ext>
              </a:extLst>
            </p:cNvPr>
            <p:cNvSpPr/>
            <p:nvPr/>
          </p:nvSpPr>
          <p:spPr>
            <a:xfrm>
              <a:off x="9664378" y="2713954"/>
              <a:ext cx="23572" cy="18756"/>
            </a:xfrm>
            <a:custGeom>
              <a:avLst/>
              <a:gdLst>
                <a:gd name="connsiteX0" fmla="*/ 23573 w 23572"/>
                <a:gd name="connsiteY0" fmla="*/ 9379 h 18756"/>
                <a:gd name="connsiteX1" fmla="*/ 11786 w 23572"/>
                <a:gd name="connsiteY1" fmla="*/ 18757 h 18756"/>
                <a:gd name="connsiteX2" fmla="*/ 0 w 23572"/>
                <a:gd name="connsiteY2" fmla="*/ 9379 h 18756"/>
                <a:gd name="connsiteX3" fmla="*/ 11786 w 23572"/>
                <a:gd name="connsiteY3" fmla="*/ 0 h 18756"/>
                <a:gd name="connsiteX4" fmla="*/ 23573 w 23572"/>
                <a:gd name="connsiteY4" fmla="*/ 9379 h 1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572" h="18756">
                  <a:moveTo>
                    <a:pt x="23573" y="9379"/>
                  </a:moveTo>
                  <a:cubicBezTo>
                    <a:pt x="23573" y="14575"/>
                    <a:pt x="18250" y="18757"/>
                    <a:pt x="11786" y="18757"/>
                  </a:cubicBezTo>
                  <a:cubicBezTo>
                    <a:pt x="5323" y="18757"/>
                    <a:pt x="0" y="14575"/>
                    <a:pt x="0" y="9379"/>
                  </a:cubicBezTo>
                  <a:cubicBezTo>
                    <a:pt x="0" y="4182"/>
                    <a:pt x="5323" y="0"/>
                    <a:pt x="11786" y="0"/>
                  </a:cubicBezTo>
                  <a:cubicBezTo>
                    <a:pt x="18250" y="0"/>
                    <a:pt x="23573" y="4182"/>
                    <a:pt x="23573" y="937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4" name="Freeform: Shape 2573">
              <a:extLst>
                <a:ext uri="{FF2B5EF4-FFF2-40B4-BE49-F238E27FC236}">
                  <a16:creationId xmlns:a16="http://schemas.microsoft.com/office/drawing/2014/main" id="{B2182C7A-E50D-E3C9-6BA2-5FA1A5F6EA33}"/>
                </a:ext>
              </a:extLst>
            </p:cNvPr>
            <p:cNvSpPr/>
            <p:nvPr/>
          </p:nvSpPr>
          <p:spPr>
            <a:xfrm>
              <a:off x="9695302" y="2815343"/>
              <a:ext cx="22812" cy="18123"/>
            </a:xfrm>
            <a:custGeom>
              <a:avLst/>
              <a:gdLst>
                <a:gd name="connsiteX0" fmla="*/ 22812 w 22812"/>
                <a:gd name="connsiteY0" fmla="*/ 9125 h 18123"/>
                <a:gd name="connsiteX1" fmla="*/ 11407 w 22812"/>
                <a:gd name="connsiteY1" fmla="*/ 18123 h 18123"/>
                <a:gd name="connsiteX2" fmla="*/ 0 w 22812"/>
                <a:gd name="connsiteY2" fmla="*/ 9125 h 18123"/>
                <a:gd name="connsiteX3" fmla="*/ 11407 w 22812"/>
                <a:gd name="connsiteY3" fmla="*/ 0 h 18123"/>
                <a:gd name="connsiteX4" fmla="*/ 22812 w 22812"/>
                <a:gd name="connsiteY4" fmla="*/ 9125 h 18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12" h="18123">
                  <a:moveTo>
                    <a:pt x="22812" y="9125"/>
                  </a:moveTo>
                  <a:cubicBezTo>
                    <a:pt x="22812" y="14068"/>
                    <a:pt x="17743" y="18123"/>
                    <a:pt x="11407" y="18123"/>
                  </a:cubicBezTo>
                  <a:cubicBezTo>
                    <a:pt x="5070" y="18123"/>
                    <a:pt x="0" y="14068"/>
                    <a:pt x="0" y="9125"/>
                  </a:cubicBezTo>
                  <a:cubicBezTo>
                    <a:pt x="0" y="4182"/>
                    <a:pt x="5070" y="0"/>
                    <a:pt x="11407" y="0"/>
                  </a:cubicBezTo>
                  <a:cubicBezTo>
                    <a:pt x="17743" y="0"/>
                    <a:pt x="22812" y="4055"/>
                    <a:pt x="22812" y="912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5" name="Freeform: Shape 2574">
              <a:extLst>
                <a:ext uri="{FF2B5EF4-FFF2-40B4-BE49-F238E27FC236}">
                  <a16:creationId xmlns:a16="http://schemas.microsoft.com/office/drawing/2014/main" id="{728B9E12-32B8-C2DB-C953-B3063A1EF812}"/>
                </a:ext>
              </a:extLst>
            </p:cNvPr>
            <p:cNvSpPr/>
            <p:nvPr/>
          </p:nvSpPr>
          <p:spPr>
            <a:xfrm>
              <a:off x="9721156" y="2917492"/>
              <a:ext cx="22813" cy="17996"/>
            </a:xfrm>
            <a:custGeom>
              <a:avLst/>
              <a:gdLst>
                <a:gd name="connsiteX0" fmla="*/ 22813 w 22813"/>
                <a:gd name="connsiteY0" fmla="*/ 8998 h 17996"/>
                <a:gd name="connsiteX1" fmla="*/ 11407 w 22813"/>
                <a:gd name="connsiteY1" fmla="*/ 17996 h 17996"/>
                <a:gd name="connsiteX2" fmla="*/ 0 w 22813"/>
                <a:gd name="connsiteY2" fmla="*/ 8998 h 17996"/>
                <a:gd name="connsiteX3" fmla="*/ 11407 w 22813"/>
                <a:gd name="connsiteY3" fmla="*/ 0 h 17996"/>
                <a:gd name="connsiteX4" fmla="*/ 22813 w 22813"/>
                <a:gd name="connsiteY4" fmla="*/ 8998 h 17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13" h="17996">
                  <a:moveTo>
                    <a:pt x="22813" y="8998"/>
                  </a:moveTo>
                  <a:cubicBezTo>
                    <a:pt x="22813" y="13941"/>
                    <a:pt x="17743" y="17996"/>
                    <a:pt x="11407" y="17996"/>
                  </a:cubicBezTo>
                  <a:cubicBezTo>
                    <a:pt x="5070" y="17996"/>
                    <a:pt x="0" y="13941"/>
                    <a:pt x="0" y="8998"/>
                  </a:cubicBezTo>
                  <a:cubicBezTo>
                    <a:pt x="0" y="4056"/>
                    <a:pt x="5070" y="0"/>
                    <a:pt x="11407" y="0"/>
                  </a:cubicBezTo>
                  <a:cubicBezTo>
                    <a:pt x="17743" y="0"/>
                    <a:pt x="22813" y="4056"/>
                    <a:pt x="22813" y="89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6" name="Freeform: Shape 2575">
              <a:extLst>
                <a:ext uri="{FF2B5EF4-FFF2-40B4-BE49-F238E27FC236}">
                  <a16:creationId xmlns:a16="http://schemas.microsoft.com/office/drawing/2014/main" id="{544CD9D2-66AF-E69D-FE48-1EBA87FF255F}"/>
                </a:ext>
              </a:extLst>
            </p:cNvPr>
            <p:cNvSpPr/>
            <p:nvPr/>
          </p:nvSpPr>
          <p:spPr>
            <a:xfrm>
              <a:off x="9742701" y="3020275"/>
              <a:ext cx="22051" cy="17489"/>
            </a:xfrm>
            <a:custGeom>
              <a:avLst/>
              <a:gdLst>
                <a:gd name="connsiteX0" fmla="*/ 22052 w 22051"/>
                <a:gd name="connsiteY0" fmla="*/ 8745 h 17489"/>
                <a:gd name="connsiteX1" fmla="*/ 11026 w 22051"/>
                <a:gd name="connsiteY1" fmla="*/ 17490 h 17489"/>
                <a:gd name="connsiteX2" fmla="*/ 0 w 22051"/>
                <a:gd name="connsiteY2" fmla="*/ 8745 h 17489"/>
                <a:gd name="connsiteX3" fmla="*/ 11026 w 22051"/>
                <a:gd name="connsiteY3" fmla="*/ 0 h 17489"/>
                <a:gd name="connsiteX4" fmla="*/ 22052 w 22051"/>
                <a:gd name="connsiteY4" fmla="*/ 8745 h 1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051" h="17489">
                  <a:moveTo>
                    <a:pt x="22052" y="8745"/>
                  </a:moveTo>
                  <a:cubicBezTo>
                    <a:pt x="22052" y="13561"/>
                    <a:pt x="17110" y="17490"/>
                    <a:pt x="11026" y="17490"/>
                  </a:cubicBezTo>
                  <a:cubicBezTo>
                    <a:pt x="4943" y="17490"/>
                    <a:pt x="0" y="13561"/>
                    <a:pt x="0" y="8745"/>
                  </a:cubicBezTo>
                  <a:cubicBezTo>
                    <a:pt x="0" y="3929"/>
                    <a:pt x="4943" y="0"/>
                    <a:pt x="11026" y="0"/>
                  </a:cubicBezTo>
                  <a:cubicBezTo>
                    <a:pt x="17110" y="0"/>
                    <a:pt x="22052" y="3929"/>
                    <a:pt x="22052" y="874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7" name="Freeform: Shape 2576">
              <a:extLst>
                <a:ext uri="{FF2B5EF4-FFF2-40B4-BE49-F238E27FC236}">
                  <a16:creationId xmlns:a16="http://schemas.microsoft.com/office/drawing/2014/main" id="{32DF9232-1751-1288-E393-072467B99B67}"/>
                </a:ext>
              </a:extLst>
            </p:cNvPr>
            <p:cNvSpPr/>
            <p:nvPr/>
          </p:nvSpPr>
          <p:spPr>
            <a:xfrm>
              <a:off x="9760064" y="3123944"/>
              <a:ext cx="20531" cy="16475"/>
            </a:xfrm>
            <a:custGeom>
              <a:avLst/>
              <a:gdLst>
                <a:gd name="connsiteX0" fmla="*/ 20531 w 20531"/>
                <a:gd name="connsiteY0" fmla="*/ 8238 h 16475"/>
                <a:gd name="connsiteX1" fmla="*/ 10266 w 20531"/>
                <a:gd name="connsiteY1" fmla="*/ 16476 h 16475"/>
                <a:gd name="connsiteX2" fmla="*/ 0 w 20531"/>
                <a:gd name="connsiteY2" fmla="*/ 8238 h 16475"/>
                <a:gd name="connsiteX3" fmla="*/ 10266 w 20531"/>
                <a:gd name="connsiteY3" fmla="*/ 0 h 16475"/>
                <a:gd name="connsiteX4" fmla="*/ 20531 w 20531"/>
                <a:gd name="connsiteY4" fmla="*/ 8238 h 16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31" h="16475">
                  <a:moveTo>
                    <a:pt x="20531" y="8238"/>
                  </a:moveTo>
                  <a:cubicBezTo>
                    <a:pt x="20531" y="12800"/>
                    <a:pt x="15969" y="16476"/>
                    <a:pt x="10266" y="16476"/>
                  </a:cubicBezTo>
                  <a:cubicBezTo>
                    <a:pt x="4562" y="16476"/>
                    <a:pt x="0" y="12800"/>
                    <a:pt x="0" y="8238"/>
                  </a:cubicBezTo>
                  <a:cubicBezTo>
                    <a:pt x="0" y="3675"/>
                    <a:pt x="4562" y="0"/>
                    <a:pt x="10266" y="0"/>
                  </a:cubicBezTo>
                  <a:cubicBezTo>
                    <a:pt x="15969" y="0"/>
                    <a:pt x="20531" y="3675"/>
                    <a:pt x="20531" y="823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8" name="Freeform: Shape 2577">
              <a:extLst>
                <a:ext uri="{FF2B5EF4-FFF2-40B4-BE49-F238E27FC236}">
                  <a16:creationId xmlns:a16="http://schemas.microsoft.com/office/drawing/2014/main" id="{80142C63-A430-FB32-7A5F-0C830B6B6954}"/>
                </a:ext>
              </a:extLst>
            </p:cNvPr>
            <p:cNvSpPr/>
            <p:nvPr/>
          </p:nvSpPr>
          <p:spPr>
            <a:xfrm>
              <a:off x="9772231" y="3227995"/>
              <a:ext cx="19897" cy="15715"/>
            </a:xfrm>
            <a:custGeom>
              <a:avLst/>
              <a:gdLst>
                <a:gd name="connsiteX0" fmla="*/ 19898 w 19897"/>
                <a:gd name="connsiteY0" fmla="*/ 7858 h 15715"/>
                <a:gd name="connsiteX1" fmla="*/ 9885 w 19897"/>
                <a:gd name="connsiteY1" fmla="*/ 15715 h 15715"/>
                <a:gd name="connsiteX2" fmla="*/ 0 w 19897"/>
                <a:gd name="connsiteY2" fmla="*/ 7858 h 15715"/>
                <a:gd name="connsiteX3" fmla="*/ 9885 w 19897"/>
                <a:gd name="connsiteY3" fmla="*/ 0 h 15715"/>
                <a:gd name="connsiteX4" fmla="*/ 19898 w 19897"/>
                <a:gd name="connsiteY4" fmla="*/ 7858 h 1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97" h="15715">
                  <a:moveTo>
                    <a:pt x="19898" y="7858"/>
                  </a:moveTo>
                  <a:cubicBezTo>
                    <a:pt x="19898" y="12167"/>
                    <a:pt x="15461" y="15715"/>
                    <a:pt x="9885" y="15715"/>
                  </a:cubicBezTo>
                  <a:cubicBezTo>
                    <a:pt x="4309" y="15715"/>
                    <a:pt x="0" y="12167"/>
                    <a:pt x="0" y="7858"/>
                  </a:cubicBezTo>
                  <a:cubicBezTo>
                    <a:pt x="0" y="3549"/>
                    <a:pt x="4435" y="0"/>
                    <a:pt x="9885" y="0"/>
                  </a:cubicBezTo>
                  <a:cubicBezTo>
                    <a:pt x="15335" y="0"/>
                    <a:pt x="19898" y="3549"/>
                    <a:pt x="19898" y="785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9" name="Freeform: Shape 2578">
              <a:extLst>
                <a:ext uri="{FF2B5EF4-FFF2-40B4-BE49-F238E27FC236}">
                  <a16:creationId xmlns:a16="http://schemas.microsoft.com/office/drawing/2014/main" id="{92427C3A-8E92-0E58-2F66-4AECEED21187}"/>
                </a:ext>
              </a:extLst>
            </p:cNvPr>
            <p:cNvSpPr/>
            <p:nvPr/>
          </p:nvSpPr>
          <p:spPr>
            <a:xfrm>
              <a:off x="9779708" y="3332045"/>
              <a:ext cx="19010" cy="15208"/>
            </a:xfrm>
            <a:custGeom>
              <a:avLst/>
              <a:gdLst>
                <a:gd name="connsiteX0" fmla="*/ 19010 w 19010"/>
                <a:gd name="connsiteY0" fmla="*/ 7604 h 15208"/>
                <a:gd name="connsiteX1" fmla="*/ 9505 w 19010"/>
                <a:gd name="connsiteY1" fmla="*/ 15208 h 15208"/>
                <a:gd name="connsiteX2" fmla="*/ 0 w 19010"/>
                <a:gd name="connsiteY2" fmla="*/ 7604 h 15208"/>
                <a:gd name="connsiteX3" fmla="*/ 9505 w 19010"/>
                <a:gd name="connsiteY3" fmla="*/ 0 h 15208"/>
                <a:gd name="connsiteX4" fmla="*/ 19010 w 19010"/>
                <a:gd name="connsiteY4" fmla="*/ 7604 h 15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10" h="15208">
                  <a:moveTo>
                    <a:pt x="19010" y="7604"/>
                  </a:moveTo>
                  <a:cubicBezTo>
                    <a:pt x="19010" y="11786"/>
                    <a:pt x="14702" y="15208"/>
                    <a:pt x="9505" y="15208"/>
                  </a:cubicBezTo>
                  <a:cubicBezTo>
                    <a:pt x="4309" y="15208"/>
                    <a:pt x="0" y="11786"/>
                    <a:pt x="0" y="7604"/>
                  </a:cubicBezTo>
                  <a:cubicBezTo>
                    <a:pt x="0" y="3422"/>
                    <a:pt x="4309" y="0"/>
                    <a:pt x="9505" y="0"/>
                  </a:cubicBezTo>
                  <a:cubicBezTo>
                    <a:pt x="14702" y="0"/>
                    <a:pt x="19010" y="3422"/>
                    <a:pt x="19010" y="760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0" name="Freeform: Shape 2579">
              <a:extLst>
                <a:ext uri="{FF2B5EF4-FFF2-40B4-BE49-F238E27FC236}">
                  <a16:creationId xmlns:a16="http://schemas.microsoft.com/office/drawing/2014/main" id="{ECB7A7A7-75A9-7EB5-371C-45A1D85C908D}"/>
                </a:ext>
              </a:extLst>
            </p:cNvPr>
            <p:cNvSpPr/>
            <p:nvPr/>
          </p:nvSpPr>
          <p:spPr>
            <a:xfrm>
              <a:off x="9907331" y="3435968"/>
              <a:ext cx="19010" cy="15208"/>
            </a:xfrm>
            <a:custGeom>
              <a:avLst/>
              <a:gdLst>
                <a:gd name="connsiteX0" fmla="*/ 19010 w 19010"/>
                <a:gd name="connsiteY0" fmla="*/ 7604 h 15208"/>
                <a:gd name="connsiteX1" fmla="*/ 9505 w 19010"/>
                <a:gd name="connsiteY1" fmla="*/ 15208 h 15208"/>
                <a:gd name="connsiteX2" fmla="*/ 0 w 19010"/>
                <a:gd name="connsiteY2" fmla="*/ 7604 h 15208"/>
                <a:gd name="connsiteX3" fmla="*/ 9505 w 19010"/>
                <a:gd name="connsiteY3" fmla="*/ 0 h 15208"/>
                <a:gd name="connsiteX4" fmla="*/ 19010 w 19010"/>
                <a:gd name="connsiteY4" fmla="*/ 7604 h 15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10" h="15208">
                  <a:moveTo>
                    <a:pt x="19010" y="7604"/>
                  </a:moveTo>
                  <a:cubicBezTo>
                    <a:pt x="19010" y="11787"/>
                    <a:pt x="14702" y="15208"/>
                    <a:pt x="9505" y="15208"/>
                  </a:cubicBezTo>
                  <a:cubicBezTo>
                    <a:pt x="4309" y="15208"/>
                    <a:pt x="0" y="11787"/>
                    <a:pt x="0" y="7604"/>
                  </a:cubicBezTo>
                  <a:cubicBezTo>
                    <a:pt x="0" y="3422"/>
                    <a:pt x="4309" y="0"/>
                    <a:pt x="9505" y="0"/>
                  </a:cubicBezTo>
                  <a:cubicBezTo>
                    <a:pt x="14702" y="0"/>
                    <a:pt x="19010" y="3422"/>
                    <a:pt x="19010" y="760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1" name="Freeform: Shape 2580">
              <a:extLst>
                <a:ext uri="{FF2B5EF4-FFF2-40B4-BE49-F238E27FC236}">
                  <a16:creationId xmlns:a16="http://schemas.microsoft.com/office/drawing/2014/main" id="{7EE7FC12-83DE-7528-3821-1B3F5E8330F0}"/>
                </a:ext>
              </a:extLst>
            </p:cNvPr>
            <p:cNvSpPr/>
            <p:nvPr/>
          </p:nvSpPr>
          <p:spPr>
            <a:xfrm>
              <a:off x="9905430" y="3540399"/>
              <a:ext cx="18250" cy="14447"/>
            </a:xfrm>
            <a:custGeom>
              <a:avLst/>
              <a:gdLst>
                <a:gd name="connsiteX0" fmla="*/ 18250 w 18250"/>
                <a:gd name="connsiteY0" fmla="*/ 7224 h 14447"/>
                <a:gd name="connsiteX1" fmla="*/ 9125 w 18250"/>
                <a:gd name="connsiteY1" fmla="*/ 14448 h 14447"/>
                <a:gd name="connsiteX2" fmla="*/ 0 w 18250"/>
                <a:gd name="connsiteY2" fmla="*/ 7224 h 14447"/>
                <a:gd name="connsiteX3" fmla="*/ 9125 w 18250"/>
                <a:gd name="connsiteY3" fmla="*/ 0 h 14447"/>
                <a:gd name="connsiteX4" fmla="*/ 18250 w 18250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7">
                  <a:moveTo>
                    <a:pt x="18250" y="7224"/>
                  </a:moveTo>
                  <a:cubicBezTo>
                    <a:pt x="18250" y="11279"/>
                    <a:pt x="14194" y="14448"/>
                    <a:pt x="9125" y="14448"/>
                  </a:cubicBezTo>
                  <a:cubicBezTo>
                    <a:pt x="4056" y="14448"/>
                    <a:pt x="0" y="11279"/>
                    <a:pt x="0" y="7224"/>
                  </a:cubicBezTo>
                  <a:cubicBezTo>
                    <a:pt x="0" y="3168"/>
                    <a:pt x="4056" y="0"/>
                    <a:pt x="9125" y="0"/>
                  </a:cubicBezTo>
                  <a:cubicBezTo>
                    <a:pt x="14194" y="0"/>
                    <a:pt x="18250" y="3168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2" name="Freeform: Shape 2581">
              <a:extLst>
                <a:ext uri="{FF2B5EF4-FFF2-40B4-BE49-F238E27FC236}">
                  <a16:creationId xmlns:a16="http://schemas.microsoft.com/office/drawing/2014/main" id="{E1188994-73DA-9892-9A78-D4F62814D274}"/>
                </a:ext>
              </a:extLst>
            </p:cNvPr>
            <p:cNvSpPr/>
            <p:nvPr/>
          </p:nvSpPr>
          <p:spPr>
            <a:xfrm>
              <a:off x="9898713" y="3644449"/>
              <a:ext cx="17743" cy="13941"/>
            </a:xfrm>
            <a:custGeom>
              <a:avLst/>
              <a:gdLst>
                <a:gd name="connsiteX0" fmla="*/ 17743 w 17743"/>
                <a:gd name="connsiteY0" fmla="*/ 6970 h 13941"/>
                <a:gd name="connsiteX1" fmla="*/ 8872 w 17743"/>
                <a:gd name="connsiteY1" fmla="*/ 13941 h 13941"/>
                <a:gd name="connsiteX2" fmla="*/ 0 w 17743"/>
                <a:gd name="connsiteY2" fmla="*/ 6970 h 13941"/>
                <a:gd name="connsiteX3" fmla="*/ 8872 w 17743"/>
                <a:gd name="connsiteY3" fmla="*/ 0 h 13941"/>
                <a:gd name="connsiteX4" fmla="*/ 17743 w 17743"/>
                <a:gd name="connsiteY4" fmla="*/ 6970 h 1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3" h="13941">
                  <a:moveTo>
                    <a:pt x="17743" y="6970"/>
                  </a:moveTo>
                  <a:cubicBezTo>
                    <a:pt x="17743" y="10899"/>
                    <a:pt x="13815" y="13941"/>
                    <a:pt x="8872" y="13941"/>
                  </a:cubicBezTo>
                  <a:cubicBezTo>
                    <a:pt x="3929" y="13941"/>
                    <a:pt x="0" y="10773"/>
                    <a:pt x="0" y="6970"/>
                  </a:cubicBezTo>
                  <a:cubicBezTo>
                    <a:pt x="0" y="3168"/>
                    <a:pt x="4056" y="0"/>
                    <a:pt x="8872" y="0"/>
                  </a:cubicBezTo>
                  <a:cubicBezTo>
                    <a:pt x="13688" y="0"/>
                    <a:pt x="17743" y="3168"/>
                    <a:pt x="17743" y="69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3" name="Freeform: Shape 2582">
              <a:extLst>
                <a:ext uri="{FF2B5EF4-FFF2-40B4-BE49-F238E27FC236}">
                  <a16:creationId xmlns:a16="http://schemas.microsoft.com/office/drawing/2014/main" id="{71D88D74-5805-22C5-09FE-4860A1A6D65A}"/>
                </a:ext>
              </a:extLst>
            </p:cNvPr>
            <p:cNvSpPr/>
            <p:nvPr/>
          </p:nvSpPr>
          <p:spPr>
            <a:xfrm>
              <a:off x="9887687" y="3748373"/>
              <a:ext cx="16982" cy="13433"/>
            </a:xfrm>
            <a:custGeom>
              <a:avLst/>
              <a:gdLst>
                <a:gd name="connsiteX0" fmla="*/ 16983 w 16982"/>
                <a:gd name="connsiteY0" fmla="*/ 6717 h 13433"/>
                <a:gd name="connsiteX1" fmla="*/ 8491 w 16982"/>
                <a:gd name="connsiteY1" fmla="*/ 13434 h 13433"/>
                <a:gd name="connsiteX2" fmla="*/ 0 w 16982"/>
                <a:gd name="connsiteY2" fmla="*/ 6717 h 13433"/>
                <a:gd name="connsiteX3" fmla="*/ 8491 w 16982"/>
                <a:gd name="connsiteY3" fmla="*/ 0 h 13433"/>
                <a:gd name="connsiteX4" fmla="*/ 16983 w 16982"/>
                <a:gd name="connsiteY4" fmla="*/ 6717 h 13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82" h="13433">
                  <a:moveTo>
                    <a:pt x="16983" y="6717"/>
                  </a:moveTo>
                  <a:cubicBezTo>
                    <a:pt x="16983" y="10392"/>
                    <a:pt x="13180" y="13434"/>
                    <a:pt x="8491" y="13434"/>
                  </a:cubicBezTo>
                  <a:cubicBezTo>
                    <a:pt x="3802" y="13434"/>
                    <a:pt x="0" y="10392"/>
                    <a:pt x="0" y="6717"/>
                  </a:cubicBezTo>
                  <a:cubicBezTo>
                    <a:pt x="0" y="3042"/>
                    <a:pt x="3802" y="0"/>
                    <a:pt x="8491" y="0"/>
                  </a:cubicBezTo>
                  <a:cubicBezTo>
                    <a:pt x="13180" y="0"/>
                    <a:pt x="16983" y="3042"/>
                    <a:pt x="16983" y="671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4" name="Freeform: Shape 2583">
              <a:extLst>
                <a:ext uri="{FF2B5EF4-FFF2-40B4-BE49-F238E27FC236}">
                  <a16:creationId xmlns:a16="http://schemas.microsoft.com/office/drawing/2014/main" id="{63C86EC3-FDE3-ECEC-1E59-2151F18079A8}"/>
                </a:ext>
              </a:extLst>
            </p:cNvPr>
            <p:cNvSpPr/>
            <p:nvPr/>
          </p:nvSpPr>
          <p:spPr>
            <a:xfrm>
              <a:off x="9872352" y="3851916"/>
              <a:ext cx="15968" cy="12673"/>
            </a:xfrm>
            <a:custGeom>
              <a:avLst/>
              <a:gdLst>
                <a:gd name="connsiteX0" fmla="*/ 15969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9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9" y="6337"/>
                  </a:moveTo>
                  <a:cubicBezTo>
                    <a:pt x="15969" y="9885"/>
                    <a:pt x="12421" y="12674"/>
                    <a:pt x="7984" y="12674"/>
                  </a:cubicBezTo>
                  <a:cubicBezTo>
                    <a:pt x="3549" y="12674"/>
                    <a:pt x="0" y="9759"/>
                    <a:pt x="0" y="6337"/>
                  </a:cubicBezTo>
                  <a:cubicBezTo>
                    <a:pt x="0" y="2915"/>
                    <a:pt x="3549" y="0"/>
                    <a:pt x="7984" y="0"/>
                  </a:cubicBezTo>
                  <a:cubicBezTo>
                    <a:pt x="12421" y="0"/>
                    <a:pt x="15969" y="2788"/>
                    <a:pt x="15969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5" name="Freeform: Shape 2584">
              <a:extLst>
                <a:ext uri="{FF2B5EF4-FFF2-40B4-BE49-F238E27FC236}">
                  <a16:creationId xmlns:a16="http://schemas.microsoft.com/office/drawing/2014/main" id="{624B2789-57C7-EBAE-8D17-136FA1C5012A}"/>
                </a:ext>
              </a:extLst>
            </p:cNvPr>
            <p:cNvSpPr/>
            <p:nvPr/>
          </p:nvSpPr>
          <p:spPr>
            <a:xfrm>
              <a:off x="9852074" y="3954699"/>
              <a:ext cx="15462" cy="12419"/>
            </a:xfrm>
            <a:custGeom>
              <a:avLst/>
              <a:gdLst>
                <a:gd name="connsiteX0" fmla="*/ 15462 w 15462"/>
                <a:gd name="connsiteY0" fmla="*/ 6210 h 12419"/>
                <a:gd name="connsiteX1" fmla="*/ 7731 w 15462"/>
                <a:gd name="connsiteY1" fmla="*/ 12420 h 12419"/>
                <a:gd name="connsiteX2" fmla="*/ 0 w 15462"/>
                <a:gd name="connsiteY2" fmla="*/ 6210 h 12419"/>
                <a:gd name="connsiteX3" fmla="*/ 7731 w 15462"/>
                <a:gd name="connsiteY3" fmla="*/ 0 h 12419"/>
                <a:gd name="connsiteX4" fmla="*/ 15462 w 15462"/>
                <a:gd name="connsiteY4" fmla="*/ 6210 h 12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62" h="12419">
                  <a:moveTo>
                    <a:pt x="15462" y="6210"/>
                  </a:moveTo>
                  <a:cubicBezTo>
                    <a:pt x="15462" y="9632"/>
                    <a:pt x="12040" y="12420"/>
                    <a:pt x="7731" y="12420"/>
                  </a:cubicBezTo>
                  <a:cubicBezTo>
                    <a:pt x="3422" y="12420"/>
                    <a:pt x="0" y="9632"/>
                    <a:pt x="0" y="6210"/>
                  </a:cubicBezTo>
                  <a:cubicBezTo>
                    <a:pt x="0" y="2788"/>
                    <a:pt x="3549" y="0"/>
                    <a:pt x="7731" y="0"/>
                  </a:cubicBezTo>
                  <a:cubicBezTo>
                    <a:pt x="11913" y="0"/>
                    <a:pt x="15462" y="2788"/>
                    <a:pt x="15462" y="621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6" name="Freeform: Shape 2585">
              <a:extLst>
                <a:ext uri="{FF2B5EF4-FFF2-40B4-BE49-F238E27FC236}">
                  <a16:creationId xmlns:a16="http://schemas.microsoft.com/office/drawing/2014/main" id="{124EE7BE-8E5E-4963-98D0-F529F5FD0BF5}"/>
                </a:ext>
              </a:extLst>
            </p:cNvPr>
            <p:cNvSpPr/>
            <p:nvPr/>
          </p:nvSpPr>
          <p:spPr>
            <a:xfrm>
              <a:off x="9827741" y="4057482"/>
              <a:ext cx="13940" cy="11152"/>
            </a:xfrm>
            <a:custGeom>
              <a:avLst/>
              <a:gdLst>
                <a:gd name="connsiteX0" fmla="*/ 13941 w 13940"/>
                <a:gd name="connsiteY0" fmla="*/ 5576 h 11152"/>
                <a:gd name="connsiteX1" fmla="*/ 6970 w 13940"/>
                <a:gd name="connsiteY1" fmla="*/ 11153 h 11152"/>
                <a:gd name="connsiteX2" fmla="*/ 0 w 13940"/>
                <a:gd name="connsiteY2" fmla="*/ 5576 h 11152"/>
                <a:gd name="connsiteX3" fmla="*/ 6970 w 13940"/>
                <a:gd name="connsiteY3" fmla="*/ 0 h 11152"/>
                <a:gd name="connsiteX4" fmla="*/ 13941 w 13940"/>
                <a:gd name="connsiteY4" fmla="*/ 5576 h 11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0" h="11152">
                  <a:moveTo>
                    <a:pt x="13941" y="5576"/>
                  </a:moveTo>
                  <a:cubicBezTo>
                    <a:pt x="13941" y="8618"/>
                    <a:pt x="10772" y="11153"/>
                    <a:pt x="6970" y="11153"/>
                  </a:cubicBezTo>
                  <a:cubicBezTo>
                    <a:pt x="3168" y="11153"/>
                    <a:pt x="0" y="8745"/>
                    <a:pt x="0" y="5576"/>
                  </a:cubicBezTo>
                  <a:cubicBezTo>
                    <a:pt x="0" y="2408"/>
                    <a:pt x="3168" y="0"/>
                    <a:pt x="6970" y="0"/>
                  </a:cubicBezTo>
                  <a:cubicBezTo>
                    <a:pt x="10772" y="0"/>
                    <a:pt x="13941" y="2408"/>
                    <a:pt x="13941" y="55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7" name="Freeform: Shape 2586">
              <a:extLst>
                <a:ext uri="{FF2B5EF4-FFF2-40B4-BE49-F238E27FC236}">
                  <a16:creationId xmlns:a16="http://schemas.microsoft.com/office/drawing/2014/main" id="{A11812C3-3857-2872-C783-C3A597328D64}"/>
                </a:ext>
              </a:extLst>
            </p:cNvPr>
            <p:cNvSpPr/>
            <p:nvPr/>
          </p:nvSpPr>
          <p:spPr>
            <a:xfrm>
              <a:off x="9798465" y="4158997"/>
              <a:ext cx="13433" cy="10645"/>
            </a:xfrm>
            <a:custGeom>
              <a:avLst/>
              <a:gdLst>
                <a:gd name="connsiteX0" fmla="*/ 13434 w 13433"/>
                <a:gd name="connsiteY0" fmla="*/ 5323 h 10645"/>
                <a:gd name="connsiteX1" fmla="*/ 6717 w 13433"/>
                <a:gd name="connsiteY1" fmla="*/ 10646 h 10645"/>
                <a:gd name="connsiteX2" fmla="*/ 0 w 13433"/>
                <a:gd name="connsiteY2" fmla="*/ 5323 h 10645"/>
                <a:gd name="connsiteX3" fmla="*/ 6717 w 13433"/>
                <a:gd name="connsiteY3" fmla="*/ 0 h 10645"/>
                <a:gd name="connsiteX4" fmla="*/ 13434 w 13433"/>
                <a:gd name="connsiteY4" fmla="*/ 5323 h 1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33" h="10645">
                  <a:moveTo>
                    <a:pt x="13434" y="5323"/>
                  </a:moveTo>
                  <a:cubicBezTo>
                    <a:pt x="13434" y="8238"/>
                    <a:pt x="10392" y="10646"/>
                    <a:pt x="6717" y="10646"/>
                  </a:cubicBezTo>
                  <a:cubicBezTo>
                    <a:pt x="3042" y="10646"/>
                    <a:pt x="0" y="8238"/>
                    <a:pt x="0" y="5323"/>
                  </a:cubicBezTo>
                  <a:lnTo>
                    <a:pt x="6717" y="0"/>
                  </a:lnTo>
                  <a:cubicBezTo>
                    <a:pt x="10392" y="0"/>
                    <a:pt x="13434" y="2408"/>
                    <a:pt x="13434" y="532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8" name="Freeform: Shape 2587">
              <a:extLst>
                <a:ext uri="{FF2B5EF4-FFF2-40B4-BE49-F238E27FC236}">
                  <a16:creationId xmlns:a16="http://schemas.microsoft.com/office/drawing/2014/main" id="{EC2E24B8-A76C-3F38-20CF-69825512FFC2}"/>
                </a:ext>
              </a:extLst>
            </p:cNvPr>
            <p:cNvSpPr/>
            <p:nvPr/>
          </p:nvSpPr>
          <p:spPr>
            <a:xfrm>
              <a:off x="9765007" y="4259879"/>
              <a:ext cx="12546" cy="9885"/>
            </a:xfrm>
            <a:custGeom>
              <a:avLst/>
              <a:gdLst>
                <a:gd name="connsiteX0" fmla="*/ 12547 w 12546"/>
                <a:gd name="connsiteY0" fmla="*/ 4943 h 9885"/>
                <a:gd name="connsiteX1" fmla="*/ 6337 w 12546"/>
                <a:gd name="connsiteY1" fmla="*/ 9885 h 9885"/>
                <a:gd name="connsiteX2" fmla="*/ 0 w 12546"/>
                <a:gd name="connsiteY2" fmla="*/ 4943 h 9885"/>
                <a:gd name="connsiteX3" fmla="*/ 6337 w 12546"/>
                <a:gd name="connsiteY3" fmla="*/ 0 h 9885"/>
                <a:gd name="connsiteX4" fmla="*/ 12547 w 12546"/>
                <a:gd name="connsiteY4" fmla="*/ 4943 h 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46" h="9885">
                  <a:moveTo>
                    <a:pt x="12547" y="4943"/>
                  </a:moveTo>
                  <a:lnTo>
                    <a:pt x="6337" y="9885"/>
                  </a:lnTo>
                  <a:lnTo>
                    <a:pt x="0" y="4943"/>
                  </a:lnTo>
                  <a:lnTo>
                    <a:pt x="6337" y="0"/>
                  </a:lnTo>
                  <a:lnTo>
                    <a:pt x="12547" y="494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9" name="Freeform: Shape 2588">
              <a:extLst>
                <a:ext uri="{FF2B5EF4-FFF2-40B4-BE49-F238E27FC236}">
                  <a16:creationId xmlns:a16="http://schemas.microsoft.com/office/drawing/2014/main" id="{5529DB48-063D-20F1-7BF5-30CC5417C52C}"/>
                </a:ext>
              </a:extLst>
            </p:cNvPr>
            <p:cNvSpPr/>
            <p:nvPr/>
          </p:nvSpPr>
          <p:spPr>
            <a:xfrm>
              <a:off x="9726986" y="4359494"/>
              <a:ext cx="11913" cy="9505"/>
            </a:xfrm>
            <a:custGeom>
              <a:avLst/>
              <a:gdLst>
                <a:gd name="connsiteX0" fmla="*/ 11913 w 11913"/>
                <a:gd name="connsiteY0" fmla="*/ 4689 h 9505"/>
                <a:gd name="connsiteX1" fmla="*/ 5956 w 11913"/>
                <a:gd name="connsiteY1" fmla="*/ 9505 h 9505"/>
                <a:gd name="connsiteX2" fmla="*/ 0 w 11913"/>
                <a:gd name="connsiteY2" fmla="*/ 4689 h 9505"/>
                <a:gd name="connsiteX3" fmla="*/ 5956 w 11913"/>
                <a:gd name="connsiteY3" fmla="*/ 0 h 9505"/>
                <a:gd name="connsiteX4" fmla="*/ 11913 w 11913"/>
                <a:gd name="connsiteY4" fmla="*/ 4689 h 9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13" h="9505">
                  <a:moveTo>
                    <a:pt x="11913" y="4689"/>
                  </a:moveTo>
                  <a:lnTo>
                    <a:pt x="5956" y="9505"/>
                  </a:lnTo>
                  <a:lnTo>
                    <a:pt x="0" y="4689"/>
                  </a:lnTo>
                  <a:lnTo>
                    <a:pt x="5956" y="0"/>
                  </a:lnTo>
                  <a:lnTo>
                    <a:pt x="11913" y="468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0" name="Freeform: Shape 2589">
              <a:extLst>
                <a:ext uri="{FF2B5EF4-FFF2-40B4-BE49-F238E27FC236}">
                  <a16:creationId xmlns:a16="http://schemas.microsoft.com/office/drawing/2014/main" id="{1CBF963E-10C1-6C25-1155-B4A19CE6C55A}"/>
                </a:ext>
              </a:extLst>
            </p:cNvPr>
            <p:cNvSpPr/>
            <p:nvPr/>
          </p:nvSpPr>
          <p:spPr>
            <a:xfrm>
              <a:off x="9684910" y="4458347"/>
              <a:ext cx="10646" cy="8491"/>
            </a:xfrm>
            <a:custGeom>
              <a:avLst/>
              <a:gdLst>
                <a:gd name="connsiteX0" fmla="*/ 10646 w 10646"/>
                <a:gd name="connsiteY0" fmla="*/ 4182 h 8491"/>
                <a:gd name="connsiteX1" fmla="*/ 5323 w 10646"/>
                <a:gd name="connsiteY1" fmla="*/ 8491 h 8491"/>
                <a:gd name="connsiteX2" fmla="*/ 0 w 10646"/>
                <a:gd name="connsiteY2" fmla="*/ 4182 h 8491"/>
                <a:gd name="connsiteX3" fmla="*/ 5323 w 10646"/>
                <a:gd name="connsiteY3" fmla="*/ 0 h 8491"/>
                <a:gd name="connsiteX4" fmla="*/ 10646 w 10646"/>
                <a:gd name="connsiteY4" fmla="*/ 4182 h 8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46" h="8491">
                  <a:moveTo>
                    <a:pt x="10646" y="4182"/>
                  </a:moveTo>
                  <a:lnTo>
                    <a:pt x="5323" y="8491"/>
                  </a:lnTo>
                  <a:lnTo>
                    <a:pt x="0" y="4182"/>
                  </a:lnTo>
                  <a:lnTo>
                    <a:pt x="5323" y="0"/>
                  </a:lnTo>
                  <a:lnTo>
                    <a:pt x="10646" y="41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1" name="Freeform: Shape 2590">
              <a:extLst>
                <a:ext uri="{FF2B5EF4-FFF2-40B4-BE49-F238E27FC236}">
                  <a16:creationId xmlns:a16="http://schemas.microsoft.com/office/drawing/2014/main" id="{6091DD55-6FDC-4E9C-B2AD-9036BB9123E4}"/>
                </a:ext>
              </a:extLst>
            </p:cNvPr>
            <p:cNvSpPr/>
            <p:nvPr/>
          </p:nvSpPr>
          <p:spPr>
            <a:xfrm>
              <a:off x="9638398" y="4555807"/>
              <a:ext cx="9758" cy="7730"/>
            </a:xfrm>
            <a:custGeom>
              <a:avLst/>
              <a:gdLst>
                <a:gd name="connsiteX0" fmla="*/ 9759 w 9758"/>
                <a:gd name="connsiteY0" fmla="*/ 3929 h 7730"/>
                <a:gd name="connsiteX1" fmla="*/ 4943 w 9758"/>
                <a:gd name="connsiteY1" fmla="*/ 7731 h 7730"/>
                <a:gd name="connsiteX2" fmla="*/ 0 w 9758"/>
                <a:gd name="connsiteY2" fmla="*/ 3929 h 7730"/>
                <a:gd name="connsiteX3" fmla="*/ 4943 w 9758"/>
                <a:gd name="connsiteY3" fmla="*/ 0 h 7730"/>
                <a:gd name="connsiteX4" fmla="*/ 9759 w 9758"/>
                <a:gd name="connsiteY4" fmla="*/ 3929 h 7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58" h="7730">
                  <a:moveTo>
                    <a:pt x="9759" y="3929"/>
                  </a:moveTo>
                  <a:lnTo>
                    <a:pt x="4943" y="7731"/>
                  </a:lnTo>
                  <a:lnTo>
                    <a:pt x="0" y="3929"/>
                  </a:lnTo>
                  <a:lnTo>
                    <a:pt x="4943" y="0"/>
                  </a:lnTo>
                  <a:lnTo>
                    <a:pt x="9759" y="392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2" name="Freeform: Shape 2591">
              <a:extLst>
                <a:ext uri="{FF2B5EF4-FFF2-40B4-BE49-F238E27FC236}">
                  <a16:creationId xmlns:a16="http://schemas.microsoft.com/office/drawing/2014/main" id="{319FCC9D-32A8-A936-D110-DA3C7863FE5C}"/>
                </a:ext>
              </a:extLst>
            </p:cNvPr>
            <p:cNvSpPr/>
            <p:nvPr/>
          </p:nvSpPr>
          <p:spPr>
            <a:xfrm>
              <a:off x="9587830" y="4652127"/>
              <a:ext cx="8491" cy="6590"/>
            </a:xfrm>
            <a:custGeom>
              <a:avLst/>
              <a:gdLst>
                <a:gd name="connsiteX0" fmla="*/ 8491 w 8491"/>
                <a:gd name="connsiteY0" fmla="*/ 3295 h 6590"/>
                <a:gd name="connsiteX1" fmla="*/ 4182 w 8491"/>
                <a:gd name="connsiteY1" fmla="*/ 6590 h 6590"/>
                <a:gd name="connsiteX2" fmla="*/ 0 w 8491"/>
                <a:gd name="connsiteY2" fmla="*/ 3295 h 6590"/>
                <a:gd name="connsiteX3" fmla="*/ 4182 w 8491"/>
                <a:gd name="connsiteY3" fmla="*/ 0 h 6590"/>
                <a:gd name="connsiteX4" fmla="*/ 8491 w 8491"/>
                <a:gd name="connsiteY4" fmla="*/ 3295 h 6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91" h="6590">
                  <a:moveTo>
                    <a:pt x="8491" y="3295"/>
                  </a:moveTo>
                  <a:lnTo>
                    <a:pt x="4182" y="6590"/>
                  </a:lnTo>
                  <a:lnTo>
                    <a:pt x="0" y="3295"/>
                  </a:lnTo>
                  <a:lnTo>
                    <a:pt x="4182" y="0"/>
                  </a:lnTo>
                  <a:lnTo>
                    <a:pt x="8491" y="32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3" name="Freeform: Shape 2592">
              <a:extLst>
                <a:ext uri="{FF2B5EF4-FFF2-40B4-BE49-F238E27FC236}">
                  <a16:creationId xmlns:a16="http://schemas.microsoft.com/office/drawing/2014/main" id="{10BD13E3-CD88-988B-CAC0-9CC5CBABD922}"/>
                </a:ext>
              </a:extLst>
            </p:cNvPr>
            <p:cNvSpPr/>
            <p:nvPr/>
          </p:nvSpPr>
          <p:spPr>
            <a:xfrm>
              <a:off x="9532699" y="4746545"/>
              <a:ext cx="7857" cy="6210"/>
            </a:xfrm>
            <a:custGeom>
              <a:avLst/>
              <a:gdLst>
                <a:gd name="connsiteX0" fmla="*/ 7858 w 7857"/>
                <a:gd name="connsiteY0" fmla="*/ 3168 h 6210"/>
                <a:gd name="connsiteX1" fmla="*/ 3929 w 7857"/>
                <a:gd name="connsiteY1" fmla="*/ 6210 h 6210"/>
                <a:gd name="connsiteX2" fmla="*/ 0 w 7857"/>
                <a:gd name="connsiteY2" fmla="*/ 3168 h 6210"/>
                <a:gd name="connsiteX3" fmla="*/ 3929 w 7857"/>
                <a:gd name="connsiteY3" fmla="*/ 0 h 6210"/>
                <a:gd name="connsiteX4" fmla="*/ 7858 w 7857"/>
                <a:gd name="connsiteY4" fmla="*/ 3168 h 6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57" h="6210">
                  <a:moveTo>
                    <a:pt x="7858" y="3168"/>
                  </a:moveTo>
                  <a:lnTo>
                    <a:pt x="3929" y="6210"/>
                  </a:lnTo>
                  <a:lnTo>
                    <a:pt x="0" y="3168"/>
                  </a:lnTo>
                  <a:lnTo>
                    <a:pt x="3929" y="0"/>
                  </a:lnTo>
                  <a:lnTo>
                    <a:pt x="7858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4" name="Freeform: Shape 2593">
              <a:extLst>
                <a:ext uri="{FF2B5EF4-FFF2-40B4-BE49-F238E27FC236}">
                  <a16:creationId xmlns:a16="http://schemas.microsoft.com/office/drawing/2014/main" id="{7E52B6A0-6EAB-4636-4F0F-D3BFF252A795}"/>
                </a:ext>
              </a:extLst>
            </p:cNvPr>
            <p:cNvSpPr/>
            <p:nvPr/>
          </p:nvSpPr>
          <p:spPr>
            <a:xfrm>
              <a:off x="9473895" y="4839696"/>
              <a:ext cx="6462" cy="5196"/>
            </a:xfrm>
            <a:custGeom>
              <a:avLst/>
              <a:gdLst>
                <a:gd name="connsiteX0" fmla="*/ 6463 w 6462"/>
                <a:gd name="connsiteY0" fmla="*/ 2535 h 5196"/>
                <a:gd name="connsiteX1" fmla="*/ 3294 w 6462"/>
                <a:gd name="connsiteY1" fmla="*/ 5196 h 5196"/>
                <a:gd name="connsiteX2" fmla="*/ 0 w 6462"/>
                <a:gd name="connsiteY2" fmla="*/ 2535 h 5196"/>
                <a:gd name="connsiteX3" fmla="*/ 3294 w 6462"/>
                <a:gd name="connsiteY3" fmla="*/ 0 h 5196"/>
                <a:gd name="connsiteX4" fmla="*/ 6463 w 6462"/>
                <a:gd name="connsiteY4" fmla="*/ 2535 h 5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2" h="5196">
                  <a:moveTo>
                    <a:pt x="6463" y="2535"/>
                  </a:moveTo>
                  <a:lnTo>
                    <a:pt x="3294" y="5196"/>
                  </a:lnTo>
                  <a:lnTo>
                    <a:pt x="0" y="2535"/>
                  </a:lnTo>
                  <a:lnTo>
                    <a:pt x="3294" y="0"/>
                  </a:lnTo>
                  <a:lnTo>
                    <a:pt x="6463" y="253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5" name="Freeform: Shape 2594">
              <a:extLst>
                <a:ext uri="{FF2B5EF4-FFF2-40B4-BE49-F238E27FC236}">
                  <a16:creationId xmlns:a16="http://schemas.microsoft.com/office/drawing/2014/main" id="{9EC6E845-CB74-5C3B-88A3-9D7533060E0F}"/>
                </a:ext>
              </a:extLst>
            </p:cNvPr>
            <p:cNvSpPr/>
            <p:nvPr/>
          </p:nvSpPr>
          <p:spPr>
            <a:xfrm>
              <a:off x="9410653" y="4930946"/>
              <a:ext cx="5830" cy="4689"/>
            </a:xfrm>
            <a:custGeom>
              <a:avLst/>
              <a:gdLst>
                <a:gd name="connsiteX0" fmla="*/ 5830 w 5830"/>
                <a:gd name="connsiteY0" fmla="*/ 2281 h 4689"/>
                <a:gd name="connsiteX1" fmla="*/ 2915 w 5830"/>
                <a:gd name="connsiteY1" fmla="*/ 4689 h 4689"/>
                <a:gd name="connsiteX2" fmla="*/ 0 w 5830"/>
                <a:gd name="connsiteY2" fmla="*/ 2281 h 4689"/>
                <a:gd name="connsiteX3" fmla="*/ 2915 w 5830"/>
                <a:gd name="connsiteY3" fmla="*/ 0 h 4689"/>
                <a:gd name="connsiteX4" fmla="*/ 5830 w 5830"/>
                <a:gd name="connsiteY4" fmla="*/ 2281 h 4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30" h="4689">
                  <a:moveTo>
                    <a:pt x="5830" y="2281"/>
                  </a:moveTo>
                  <a:lnTo>
                    <a:pt x="2915" y="4689"/>
                  </a:lnTo>
                  <a:lnTo>
                    <a:pt x="0" y="2281"/>
                  </a:lnTo>
                  <a:lnTo>
                    <a:pt x="2915" y="0"/>
                  </a:lnTo>
                  <a:lnTo>
                    <a:pt x="5830" y="22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6" name="Freeform: Shape 2595">
              <a:extLst>
                <a:ext uri="{FF2B5EF4-FFF2-40B4-BE49-F238E27FC236}">
                  <a16:creationId xmlns:a16="http://schemas.microsoft.com/office/drawing/2014/main" id="{9E590663-480E-3D9E-F972-E9EB2DBF1F3B}"/>
                </a:ext>
              </a:extLst>
            </p:cNvPr>
            <p:cNvSpPr/>
            <p:nvPr/>
          </p:nvSpPr>
          <p:spPr>
            <a:xfrm>
              <a:off x="9343610" y="5020548"/>
              <a:ext cx="4816" cy="3675"/>
            </a:xfrm>
            <a:custGeom>
              <a:avLst/>
              <a:gdLst>
                <a:gd name="connsiteX0" fmla="*/ 4816 w 4816"/>
                <a:gd name="connsiteY0" fmla="*/ 1901 h 3675"/>
                <a:gd name="connsiteX1" fmla="*/ 2408 w 4816"/>
                <a:gd name="connsiteY1" fmla="*/ 3675 h 3675"/>
                <a:gd name="connsiteX2" fmla="*/ 0 w 4816"/>
                <a:gd name="connsiteY2" fmla="*/ 1901 h 3675"/>
                <a:gd name="connsiteX3" fmla="*/ 2408 w 4816"/>
                <a:gd name="connsiteY3" fmla="*/ 0 h 3675"/>
                <a:gd name="connsiteX4" fmla="*/ 4816 w 4816"/>
                <a:gd name="connsiteY4" fmla="*/ 1901 h 3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16" h="3675">
                  <a:moveTo>
                    <a:pt x="4816" y="1901"/>
                  </a:moveTo>
                  <a:lnTo>
                    <a:pt x="2408" y="3675"/>
                  </a:lnTo>
                  <a:lnTo>
                    <a:pt x="0" y="1901"/>
                  </a:lnTo>
                  <a:lnTo>
                    <a:pt x="2408" y="0"/>
                  </a:lnTo>
                  <a:lnTo>
                    <a:pt x="4816" y="190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7" name="Freeform: Shape 2596">
              <a:extLst>
                <a:ext uri="{FF2B5EF4-FFF2-40B4-BE49-F238E27FC236}">
                  <a16:creationId xmlns:a16="http://schemas.microsoft.com/office/drawing/2014/main" id="{86E270DE-0ACF-932C-7F72-359A031EA216}"/>
                </a:ext>
              </a:extLst>
            </p:cNvPr>
            <p:cNvSpPr/>
            <p:nvPr/>
          </p:nvSpPr>
          <p:spPr>
            <a:xfrm>
              <a:off x="9272257" y="5107742"/>
              <a:ext cx="4689" cy="3802"/>
            </a:xfrm>
            <a:custGeom>
              <a:avLst/>
              <a:gdLst>
                <a:gd name="connsiteX0" fmla="*/ 4689 w 4689"/>
                <a:gd name="connsiteY0" fmla="*/ 1901 h 3802"/>
                <a:gd name="connsiteX1" fmla="*/ 2408 w 4689"/>
                <a:gd name="connsiteY1" fmla="*/ 3802 h 3802"/>
                <a:gd name="connsiteX2" fmla="*/ 0 w 4689"/>
                <a:gd name="connsiteY2" fmla="*/ 1901 h 3802"/>
                <a:gd name="connsiteX3" fmla="*/ 2408 w 4689"/>
                <a:gd name="connsiteY3" fmla="*/ 0 h 3802"/>
                <a:gd name="connsiteX4" fmla="*/ 4689 w 4689"/>
                <a:gd name="connsiteY4" fmla="*/ 1901 h 3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89" h="3802">
                  <a:moveTo>
                    <a:pt x="4689" y="1901"/>
                  </a:moveTo>
                  <a:lnTo>
                    <a:pt x="2408" y="3802"/>
                  </a:lnTo>
                  <a:lnTo>
                    <a:pt x="0" y="1901"/>
                  </a:lnTo>
                  <a:lnTo>
                    <a:pt x="2408" y="0"/>
                  </a:lnTo>
                  <a:lnTo>
                    <a:pt x="4689" y="190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8" name="Freeform: Shape 2597">
              <a:extLst>
                <a:ext uri="{FF2B5EF4-FFF2-40B4-BE49-F238E27FC236}">
                  <a16:creationId xmlns:a16="http://schemas.microsoft.com/office/drawing/2014/main" id="{209805AD-F495-BF67-B937-CD0DA79B10F0}"/>
                </a:ext>
              </a:extLst>
            </p:cNvPr>
            <p:cNvSpPr/>
            <p:nvPr/>
          </p:nvSpPr>
          <p:spPr>
            <a:xfrm>
              <a:off x="9197610" y="5193416"/>
              <a:ext cx="3548" cy="2788"/>
            </a:xfrm>
            <a:custGeom>
              <a:avLst/>
              <a:gdLst>
                <a:gd name="connsiteX0" fmla="*/ 3549 w 3548"/>
                <a:gd name="connsiteY0" fmla="*/ 1394 h 2788"/>
                <a:gd name="connsiteX1" fmla="*/ 1774 w 3548"/>
                <a:gd name="connsiteY1" fmla="*/ 2788 h 2788"/>
                <a:gd name="connsiteX2" fmla="*/ 0 w 3548"/>
                <a:gd name="connsiteY2" fmla="*/ 1394 h 2788"/>
                <a:gd name="connsiteX3" fmla="*/ 1774 w 3548"/>
                <a:gd name="connsiteY3" fmla="*/ 0 h 2788"/>
                <a:gd name="connsiteX4" fmla="*/ 3549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9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9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9" name="Freeform: Shape 2598">
              <a:extLst>
                <a:ext uri="{FF2B5EF4-FFF2-40B4-BE49-F238E27FC236}">
                  <a16:creationId xmlns:a16="http://schemas.microsoft.com/office/drawing/2014/main" id="{3F78568C-8430-433D-B8AD-184614D42B85}"/>
                </a:ext>
              </a:extLst>
            </p:cNvPr>
            <p:cNvSpPr/>
            <p:nvPr/>
          </p:nvSpPr>
          <p:spPr>
            <a:xfrm>
              <a:off x="9119034" y="5276682"/>
              <a:ext cx="2914" cy="2281"/>
            </a:xfrm>
            <a:custGeom>
              <a:avLst/>
              <a:gdLst>
                <a:gd name="connsiteX0" fmla="*/ 2915 w 2914"/>
                <a:gd name="connsiteY0" fmla="*/ 1141 h 2281"/>
                <a:gd name="connsiteX1" fmla="*/ 1521 w 2914"/>
                <a:gd name="connsiteY1" fmla="*/ 2281 h 2281"/>
                <a:gd name="connsiteX2" fmla="*/ 0 w 2914"/>
                <a:gd name="connsiteY2" fmla="*/ 1141 h 2281"/>
                <a:gd name="connsiteX3" fmla="*/ 1521 w 2914"/>
                <a:gd name="connsiteY3" fmla="*/ 0 h 2281"/>
                <a:gd name="connsiteX4" fmla="*/ 2915 w 2914"/>
                <a:gd name="connsiteY4" fmla="*/ 1141 h 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" h="2281">
                  <a:moveTo>
                    <a:pt x="2915" y="1141"/>
                  </a:moveTo>
                  <a:lnTo>
                    <a:pt x="1521" y="2281"/>
                  </a:lnTo>
                  <a:lnTo>
                    <a:pt x="0" y="1141"/>
                  </a:lnTo>
                  <a:lnTo>
                    <a:pt x="1521" y="0"/>
                  </a:lnTo>
                  <a:lnTo>
                    <a:pt x="2915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0" name="Freeform: Shape 2599">
              <a:extLst>
                <a:ext uri="{FF2B5EF4-FFF2-40B4-BE49-F238E27FC236}">
                  <a16:creationId xmlns:a16="http://schemas.microsoft.com/office/drawing/2014/main" id="{C4D08C19-B1BB-8157-F4C1-23B2C1357DB0}"/>
                </a:ext>
              </a:extLst>
            </p:cNvPr>
            <p:cNvSpPr/>
            <p:nvPr/>
          </p:nvSpPr>
          <p:spPr>
            <a:xfrm>
              <a:off x="9037162" y="5357919"/>
              <a:ext cx="1774" cy="1393"/>
            </a:xfrm>
            <a:custGeom>
              <a:avLst/>
              <a:gdLst>
                <a:gd name="connsiteX0" fmla="*/ 1774 w 1774"/>
                <a:gd name="connsiteY0" fmla="*/ 760 h 1393"/>
                <a:gd name="connsiteX1" fmla="*/ 887 w 1774"/>
                <a:gd name="connsiteY1" fmla="*/ 1394 h 1393"/>
                <a:gd name="connsiteX2" fmla="*/ 0 w 1774"/>
                <a:gd name="connsiteY2" fmla="*/ 760 h 1393"/>
                <a:gd name="connsiteX3" fmla="*/ 887 w 1774"/>
                <a:gd name="connsiteY3" fmla="*/ 0 h 1393"/>
                <a:gd name="connsiteX4" fmla="*/ 1774 w 1774"/>
                <a:gd name="connsiteY4" fmla="*/ 760 h 1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" h="1393">
                  <a:moveTo>
                    <a:pt x="1774" y="760"/>
                  </a:moveTo>
                  <a:lnTo>
                    <a:pt x="887" y="1394"/>
                  </a:lnTo>
                  <a:lnTo>
                    <a:pt x="0" y="760"/>
                  </a:lnTo>
                  <a:lnTo>
                    <a:pt x="887" y="0"/>
                  </a:lnTo>
                  <a:lnTo>
                    <a:pt x="1774" y="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1" name="Freeform: Shape 2600">
              <a:extLst>
                <a:ext uri="{FF2B5EF4-FFF2-40B4-BE49-F238E27FC236}">
                  <a16:creationId xmlns:a16="http://schemas.microsoft.com/office/drawing/2014/main" id="{4650A1BA-EEC1-3ABA-E517-12EFFB9000BC}"/>
                </a:ext>
              </a:extLst>
            </p:cNvPr>
            <p:cNvSpPr/>
            <p:nvPr/>
          </p:nvSpPr>
          <p:spPr>
            <a:xfrm>
              <a:off x="8951615" y="5436876"/>
              <a:ext cx="760" cy="633"/>
            </a:xfrm>
            <a:custGeom>
              <a:avLst/>
              <a:gdLst>
                <a:gd name="connsiteX0" fmla="*/ 760 w 760"/>
                <a:gd name="connsiteY0" fmla="*/ 254 h 633"/>
                <a:gd name="connsiteX1" fmla="*/ 380 w 760"/>
                <a:gd name="connsiteY1" fmla="*/ 634 h 633"/>
                <a:gd name="connsiteX2" fmla="*/ 0 w 760"/>
                <a:gd name="connsiteY2" fmla="*/ 254 h 633"/>
                <a:gd name="connsiteX3" fmla="*/ 380 w 760"/>
                <a:gd name="connsiteY3" fmla="*/ 0 h 633"/>
                <a:gd name="connsiteX4" fmla="*/ 760 w 760"/>
                <a:gd name="connsiteY4" fmla="*/ 254 h 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0" h="633">
                  <a:moveTo>
                    <a:pt x="760" y="254"/>
                  </a:moveTo>
                  <a:lnTo>
                    <a:pt x="380" y="634"/>
                  </a:lnTo>
                  <a:lnTo>
                    <a:pt x="0" y="254"/>
                  </a:lnTo>
                  <a:lnTo>
                    <a:pt x="380" y="0"/>
                  </a:lnTo>
                  <a:lnTo>
                    <a:pt x="760" y="2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2" name="Freeform: Shape 2601">
              <a:extLst>
                <a:ext uri="{FF2B5EF4-FFF2-40B4-BE49-F238E27FC236}">
                  <a16:creationId xmlns:a16="http://schemas.microsoft.com/office/drawing/2014/main" id="{38ACE4FB-D83D-E36B-87D0-DA2C8C924E28}"/>
                </a:ext>
              </a:extLst>
            </p:cNvPr>
            <p:cNvSpPr/>
            <p:nvPr/>
          </p:nvSpPr>
          <p:spPr>
            <a:xfrm>
              <a:off x="8862394" y="5513044"/>
              <a:ext cx="379" cy="253"/>
            </a:xfrm>
            <a:custGeom>
              <a:avLst/>
              <a:gdLst>
                <a:gd name="connsiteX0" fmla="*/ 380 w 379"/>
                <a:gd name="connsiteY0" fmla="*/ 127 h 253"/>
                <a:gd name="connsiteX1" fmla="*/ 253 w 379"/>
                <a:gd name="connsiteY1" fmla="*/ 253 h 253"/>
                <a:gd name="connsiteX2" fmla="*/ 0 w 379"/>
                <a:gd name="connsiteY2" fmla="*/ 127 h 253"/>
                <a:gd name="connsiteX3" fmla="*/ 253 w 379"/>
                <a:gd name="connsiteY3" fmla="*/ 0 h 253"/>
                <a:gd name="connsiteX4" fmla="*/ 380 w 379"/>
                <a:gd name="connsiteY4" fmla="*/ 127 h 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" h="253">
                  <a:moveTo>
                    <a:pt x="380" y="127"/>
                  </a:moveTo>
                  <a:lnTo>
                    <a:pt x="253" y="253"/>
                  </a:lnTo>
                  <a:lnTo>
                    <a:pt x="0" y="127"/>
                  </a:lnTo>
                  <a:lnTo>
                    <a:pt x="253" y="0"/>
                  </a:lnTo>
                  <a:lnTo>
                    <a:pt x="380" y="12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3" name="Freeform: Shape 2602">
              <a:extLst>
                <a:ext uri="{FF2B5EF4-FFF2-40B4-BE49-F238E27FC236}">
                  <a16:creationId xmlns:a16="http://schemas.microsoft.com/office/drawing/2014/main" id="{7B96E4E5-2C40-5C88-910F-E95048B63B22}"/>
                </a:ext>
              </a:extLst>
            </p:cNvPr>
            <p:cNvSpPr/>
            <p:nvPr/>
          </p:nvSpPr>
          <p:spPr>
            <a:xfrm>
              <a:off x="8673303" y="5657016"/>
              <a:ext cx="1393" cy="1140"/>
            </a:xfrm>
            <a:custGeom>
              <a:avLst/>
              <a:gdLst>
                <a:gd name="connsiteX0" fmla="*/ 1394 w 1393"/>
                <a:gd name="connsiteY0" fmla="*/ 634 h 1140"/>
                <a:gd name="connsiteX1" fmla="*/ 634 w 1393"/>
                <a:gd name="connsiteY1" fmla="*/ 1141 h 1140"/>
                <a:gd name="connsiteX2" fmla="*/ 0 w 1393"/>
                <a:gd name="connsiteY2" fmla="*/ 634 h 1140"/>
                <a:gd name="connsiteX3" fmla="*/ 634 w 1393"/>
                <a:gd name="connsiteY3" fmla="*/ 0 h 1140"/>
                <a:gd name="connsiteX4" fmla="*/ 1394 w 1393"/>
                <a:gd name="connsiteY4" fmla="*/ 634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3" h="1140">
                  <a:moveTo>
                    <a:pt x="1394" y="634"/>
                  </a:moveTo>
                  <a:lnTo>
                    <a:pt x="634" y="1141"/>
                  </a:lnTo>
                  <a:lnTo>
                    <a:pt x="0" y="634"/>
                  </a:lnTo>
                  <a:lnTo>
                    <a:pt x="634" y="0"/>
                  </a:lnTo>
                  <a:lnTo>
                    <a:pt x="1394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4" name="Freeform: Shape 2603">
              <a:extLst>
                <a:ext uri="{FF2B5EF4-FFF2-40B4-BE49-F238E27FC236}">
                  <a16:creationId xmlns:a16="http://schemas.microsoft.com/office/drawing/2014/main" id="{D7640CD7-FF18-9D94-9D6D-CEAE7718AD7B}"/>
                </a:ext>
              </a:extLst>
            </p:cNvPr>
            <p:cNvSpPr/>
            <p:nvPr/>
          </p:nvSpPr>
          <p:spPr>
            <a:xfrm>
              <a:off x="8573562" y="5724693"/>
              <a:ext cx="2914" cy="2281"/>
            </a:xfrm>
            <a:custGeom>
              <a:avLst/>
              <a:gdLst>
                <a:gd name="connsiteX0" fmla="*/ 2915 w 2914"/>
                <a:gd name="connsiteY0" fmla="*/ 1141 h 2281"/>
                <a:gd name="connsiteX1" fmla="*/ 1521 w 2914"/>
                <a:gd name="connsiteY1" fmla="*/ 2281 h 2281"/>
                <a:gd name="connsiteX2" fmla="*/ 0 w 2914"/>
                <a:gd name="connsiteY2" fmla="*/ 1141 h 2281"/>
                <a:gd name="connsiteX3" fmla="*/ 1521 w 2914"/>
                <a:gd name="connsiteY3" fmla="*/ 0 h 2281"/>
                <a:gd name="connsiteX4" fmla="*/ 2915 w 2914"/>
                <a:gd name="connsiteY4" fmla="*/ 1141 h 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" h="2281">
                  <a:moveTo>
                    <a:pt x="2915" y="1141"/>
                  </a:moveTo>
                  <a:lnTo>
                    <a:pt x="1521" y="2281"/>
                  </a:lnTo>
                  <a:lnTo>
                    <a:pt x="0" y="1141"/>
                  </a:lnTo>
                  <a:lnTo>
                    <a:pt x="1521" y="0"/>
                  </a:lnTo>
                  <a:lnTo>
                    <a:pt x="2915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5" name="Freeform: Shape 2604">
              <a:extLst>
                <a:ext uri="{FF2B5EF4-FFF2-40B4-BE49-F238E27FC236}">
                  <a16:creationId xmlns:a16="http://schemas.microsoft.com/office/drawing/2014/main" id="{B128CD69-AB95-DD84-D6C4-867D5C3C5A52}"/>
                </a:ext>
              </a:extLst>
            </p:cNvPr>
            <p:cNvSpPr/>
            <p:nvPr/>
          </p:nvSpPr>
          <p:spPr>
            <a:xfrm>
              <a:off x="8471413" y="5789835"/>
              <a:ext cx="3548" cy="2915"/>
            </a:xfrm>
            <a:custGeom>
              <a:avLst/>
              <a:gdLst>
                <a:gd name="connsiteX0" fmla="*/ 3549 w 3548"/>
                <a:gd name="connsiteY0" fmla="*/ 1521 h 2915"/>
                <a:gd name="connsiteX1" fmla="*/ 1774 w 3548"/>
                <a:gd name="connsiteY1" fmla="*/ 2915 h 2915"/>
                <a:gd name="connsiteX2" fmla="*/ 0 w 3548"/>
                <a:gd name="connsiteY2" fmla="*/ 1521 h 2915"/>
                <a:gd name="connsiteX3" fmla="*/ 1774 w 3548"/>
                <a:gd name="connsiteY3" fmla="*/ 0 h 2915"/>
                <a:gd name="connsiteX4" fmla="*/ 3549 w 3548"/>
                <a:gd name="connsiteY4" fmla="*/ 1521 h 2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915">
                  <a:moveTo>
                    <a:pt x="3549" y="1521"/>
                  </a:moveTo>
                  <a:lnTo>
                    <a:pt x="1774" y="2915"/>
                  </a:lnTo>
                  <a:lnTo>
                    <a:pt x="0" y="1521"/>
                  </a:lnTo>
                  <a:lnTo>
                    <a:pt x="1774" y="0"/>
                  </a:lnTo>
                  <a:lnTo>
                    <a:pt x="3549" y="152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6" name="Freeform: Shape 2605">
              <a:extLst>
                <a:ext uri="{FF2B5EF4-FFF2-40B4-BE49-F238E27FC236}">
                  <a16:creationId xmlns:a16="http://schemas.microsoft.com/office/drawing/2014/main" id="{CF34E2AE-D214-9787-71F7-430931762A91}"/>
                </a:ext>
              </a:extLst>
            </p:cNvPr>
            <p:cNvSpPr/>
            <p:nvPr/>
          </p:nvSpPr>
          <p:spPr>
            <a:xfrm>
              <a:off x="8366349" y="5852190"/>
              <a:ext cx="4308" cy="3421"/>
            </a:xfrm>
            <a:custGeom>
              <a:avLst/>
              <a:gdLst>
                <a:gd name="connsiteX0" fmla="*/ 4309 w 4308"/>
                <a:gd name="connsiteY0" fmla="*/ 1774 h 3421"/>
                <a:gd name="connsiteX1" fmla="*/ 2154 w 4308"/>
                <a:gd name="connsiteY1" fmla="*/ 3422 h 3421"/>
                <a:gd name="connsiteX2" fmla="*/ 0 w 4308"/>
                <a:gd name="connsiteY2" fmla="*/ 1774 h 3421"/>
                <a:gd name="connsiteX3" fmla="*/ 2154 w 4308"/>
                <a:gd name="connsiteY3" fmla="*/ 0 h 3421"/>
                <a:gd name="connsiteX4" fmla="*/ 4309 w 4308"/>
                <a:gd name="connsiteY4" fmla="*/ 1774 h 3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8" h="3421">
                  <a:moveTo>
                    <a:pt x="4309" y="1774"/>
                  </a:moveTo>
                  <a:lnTo>
                    <a:pt x="2154" y="3422"/>
                  </a:lnTo>
                  <a:lnTo>
                    <a:pt x="0" y="1774"/>
                  </a:lnTo>
                  <a:lnTo>
                    <a:pt x="2154" y="0"/>
                  </a:lnTo>
                  <a:lnTo>
                    <a:pt x="4309" y="177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7" name="Freeform: Shape 2606">
              <a:extLst>
                <a:ext uri="{FF2B5EF4-FFF2-40B4-BE49-F238E27FC236}">
                  <a16:creationId xmlns:a16="http://schemas.microsoft.com/office/drawing/2014/main" id="{1E2CB684-301E-6CC8-F312-A21D0A0A52E7}"/>
                </a:ext>
              </a:extLst>
            </p:cNvPr>
            <p:cNvSpPr/>
            <p:nvPr/>
          </p:nvSpPr>
          <p:spPr>
            <a:xfrm>
              <a:off x="8258243" y="5911248"/>
              <a:ext cx="5703" cy="4562"/>
            </a:xfrm>
            <a:custGeom>
              <a:avLst/>
              <a:gdLst>
                <a:gd name="connsiteX0" fmla="*/ 5703 w 5703"/>
                <a:gd name="connsiteY0" fmla="*/ 2282 h 4562"/>
                <a:gd name="connsiteX1" fmla="*/ 2789 w 5703"/>
                <a:gd name="connsiteY1" fmla="*/ 4563 h 4562"/>
                <a:gd name="connsiteX2" fmla="*/ 0 w 5703"/>
                <a:gd name="connsiteY2" fmla="*/ 2282 h 4562"/>
                <a:gd name="connsiteX3" fmla="*/ 2789 w 5703"/>
                <a:gd name="connsiteY3" fmla="*/ 0 h 4562"/>
                <a:gd name="connsiteX4" fmla="*/ 5703 w 5703"/>
                <a:gd name="connsiteY4" fmla="*/ 2282 h 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03" h="4562">
                  <a:moveTo>
                    <a:pt x="5703" y="2282"/>
                  </a:moveTo>
                  <a:lnTo>
                    <a:pt x="2789" y="4563"/>
                  </a:lnTo>
                  <a:lnTo>
                    <a:pt x="0" y="2282"/>
                  </a:lnTo>
                  <a:lnTo>
                    <a:pt x="2789" y="0"/>
                  </a:lnTo>
                  <a:lnTo>
                    <a:pt x="5703" y="22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8" name="Freeform: Shape 2607">
              <a:extLst>
                <a:ext uri="{FF2B5EF4-FFF2-40B4-BE49-F238E27FC236}">
                  <a16:creationId xmlns:a16="http://schemas.microsoft.com/office/drawing/2014/main" id="{25AABD3F-3BA8-AD78-CD17-8D7694557D73}"/>
                </a:ext>
              </a:extLst>
            </p:cNvPr>
            <p:cNvSpPr/>
            <p:nvPr/>
          </p:nvSpPr>
          <p:spPr>
            <a:xfrm>
              <a:off x="8147856" y="5967646"/>
              <a:ext cx="6462" cy="5069"/>
            </a:xfrm>
            <a:custGeom>
              <a:avLst/>
              <a:gdLst>
                <a:gd name="connsiteX0" fmla="*/ 6463 w 6462"/>
                <a:gd name="connsiteY0" fmla="*/ 2535 h 5069"/>
                <a:gd name="connsiteX1" fmla="*/ 3294 w 6462"/>
                <a:gd name="connsiteY1" fmla="*/ 5069 h 5069"/>
                <a:gd name="connsiteX2" fmla="*/ 0 w 6462"/>
                <a:gd name="connsiteY2" fmla="*/ 2535 h 5069"/>
                <a:gd name="connsiteX3" fmla="*/ 3294 w 6462"/>
                <a:gd name="connsiteY3" fmla="*/ 0 h 5069"/>
                <a:gd name="connsiteX4" fmla="*/ 6463 w 6462"/>
                <a:gd name="connsiteY4" fmla="*/ 2535 h 5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2" h="5069">
                  <a:moveTo>
                    <a:pt x="6463" y="2535"/>
                  </a:moveTo>
                  <a:lnTo>
                    <a:pt x="3294" y="5069"/>
                  </a:lnTo>
                  <a:lnTo>
                    <a:pt x="0" y="2535"/>
                  </a:lnTo>
                  <a:lnTo>
                    <a:pt x="3294" y="0"/>
                  </a:lnTo>
                  <a:lnTo>
                    <a:pt x="6463" y="253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9" name="Freeform: Shape 2608">
              <a:extLst>
                <a:ext uri="{FF2B5EF4-FFF2-40B4-BE49-F238E27FC236}">
                  <a16:creationId xmlns:a16="http://schemas.microsoft.com/office/drawing/2014/main" id="{DF012E09-E3C8-DF20-3FA4-AD1E580F086E}"/>
                </a:ext>
              </a:extLst>
            </p:cNvPr>
            <p:cNvSpPr/>
            <p:nvPr/>
          </p:nvSpPr>
          <p:spPr>
            <a:xfrm>
              <a:off x="8034680" y="6020495"/>
              <a:ext cx="8111" cy="6463"/>
            </a:xfrm>
            <a:custGeom>
              <a:avLst/>
              <a:gdLst>
                <a:gd name="connsiteX0" fmla="*/ 8111 w 8111"/>
                <a:gd name="connsiteY0" fmla="*/ 3295 h 6463"/>
                <a:gd name="connsiteX1" fmla="*/ 4056 w 8111"/>
                <a:gd name="connsiteY1" fmla="*/ 6463 h 6463"/>
                <a:gd name="connsiteX2" fmla="*/ 0 w 8111"/>
                <a:gd name="connsiteY2" fmla="*/ 3295 h 6463"/>
                <a:gd name="connsiteX3" fmla="*/ 4056 w 8111"/>
                <a:gd name="connsiteY3" fmla="*/ 0 h 6463"/>
                <a:gd name="connsiteX4" fmla="*/ 8111 w 8111"/>
                <a:gd name="connsiteY4" fmla="*/ 3295 h 6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11" h="6463">
                  <a:moveTo>
                    <a:pt x="8111" y="3295"/>
                  </a:moveTo>
                  <a:lnTo>
                    <a:pt x="4056" y="6463"/>
                  </a:lnTo>
                  <a:lnTo>
                    <a:pt x="0" y="3295"/>
                  </a:lnTo>
                  <a:lnTo>
                    <a:pt x="4056" y="0"/>
                  </a:lnTo>
                  <a:lnTo>
                    <a:pt x="8111" y="32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0" name="Freeform: Shape 2609">
              <a:extLst>
                <a:ext uri="{FF2B5EF4-FFF2-40B4-BE49-F238E27FC236}">
                  <a16:creationId xmlns:a16="http://schemas.microsoft.com/office/drawing/2014/main" id="{FE94A161-07FD-46B6-B1CD-BC39C594E842}"/>
                </a:ext>
              </a:extLst>
            </p:cNvPr>
            <p:cNvSpPr/>
            <p:nvPr/>
          </p:nvSpPr>
          <p:spPr>
            <a:xfrm>
              <a:off x="7919731" y="6070682"/>
              <a:ext cx="8617" cy="6843"/>
            </a:xfrm>
            <a:custGeom>
              <a:avLst/>
              <a:gdLst>
                <a:gd name="connsiteX0" fmla="*/ 8618 w 8617"/>
                <a:gd name="connsiteY0" fmla="*/ 3549 h 6843"/>
                <a:gd name="connsiteX1" fmla="*/ 4309 w 8617"/>
                <a:gd name="connsiteY1" fmla="*/ 6844 h 6843"/>
                <a:gd name="connsiteX2" fmla="*/ 0 w 8617"/>
                <a:gd name="connsiteY2" fmla="*/ 3549 h 6843"/>
                <a:gd name="connsiteX3" fmla="*/ 4309 w 8617"/>
                <a:gd name="connsiteY3" fmla="*/ 0 h 6843"/>
                <a:gd name="connsiteX4" fmla="*/ 8618 w 8617"/>
                <a:gd name="connsiteY4" fmla="*/ 3549 h 6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7" h="6843">
                  <a:moveTo>
                    <a:pt x="8618" y="3549"/>
                  </a:moveTo>
                  <a:lnTo>
                    <a:pt x="4309" y="6844"/>
                  </a:lnTo>
                  <a:lnTo>
                    <a:pt x="0" y="3549"/>
                  </a:lnTo>
                  <a:lnTo>
                    <a:pt x="4309" y="0"/>
                  </a:lnTo>
                  <a:lnTo>
                    <a:pt x="8618" y="354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1" name="Freeform: Shape 2610">
              <a:extLst>
                <a:ext uri="{FF2B5EF4-FFF2-40B4-BE49-F238E27FC236}">
                  <a16:creationId xmlns:a16="http://schemas.microsoft.com/office/drawing/2014/main" id="{2664BC1D-B397-3C20-1F86-5E43E515C32A}"/>
                </a:ext>
              </a:extLst>
            </p:cNvPr>
            <p:cNvSpPr/>
            <p:nvPr/>
          </p:nvSpPr>
          <p:spPr>
            <a:xfrm>
              <a:off x="7802120" y="6117321"/>
              <a:ext cx="10265" cy="8111"/>
            </a:xfrm>
            <a:custGeom>
              <a:avLst/>
              <a:gdLst>
                <a:gd name="connsiteX0" fmla="*/ 10266 w 10265"/>
                <a:gd name="connsiteY0" fmla="*/ 4056 h 8111"/>
                <a:gd name="connsiteX1" fmla="*/ 5070 w 10265"/>
                <a:gd name="connsiteY1" fmla="*/ 8111 h 8111"/>
                <a:gd name="connsiteX2" fmla="*/ 0 w 10265"/>
                <a:gd name="connsiteY2" fmla="*/ 4056 h 8111"/>
                <a:gd name="connsiteX3" fmla="*/ 5070 w 10265"/>
                <a:gd name="connsiteY3" fmla="*/ 0 h 8111"/>
                <a:gd name="connsiteX4" fmla="*/ 10266 w 10265"/>
                <a:gd name="connsiteY4" fmla="*/ 4056 h 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5" h="8111">
                  <a:moveTo>
                    <a:pt x="10266" y="4056"/>
                  </a:moveTo>
                  <a:lnTo>
                    <a:pt x="5070" y="8111"/>
                  </a:lnTo>
                  <a:lnTo>
                    <a:pt x="0" y="4056"/>
                  </a:lnTo>
                  <a:lnTo>
                    <a:pt x="5070" y="0"/>
                  </a:lnTo>
                  <a:lnTo>
                    <a:pt x="10266" y="405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2" name="Freeform: Shape 2611">
              <a:extLst>
                <a:ext uri="{FF2B5EF4-FFF2-40B4-BE49-F238E27FC236}">
                  <a16:creationId xmlns:a16="http://schemas.microsoft.com/office/drawing/2014/main" id="{7AC588FD-8B66-1A5B-DB5C-B42F879B68C2}"/>
                </a:ext>
              </a:extLst>
            </p:cNvPr>
            <p:cNvSpPr/>
            <p:nvPr/>
          </p:nvSpPr>
          <p:spPr>
            <a:xfrm>
              <a:off x="7682862" y="6160918"/>
              <a:ext cx="11025" cy="8744"/>
            </a:xfrm>
            <a:custGeom>
              <a:avLst/>
              <a:gdLst>
                <a:gd name="connsiteX0" fmla="*/ 11026 w 11025"/>
                <a:gd name="connsiteY0" fmla="*/ 4436 h 8744"/>
                <a:gd name="connsiteX1" fmla="*/ 5576 w 11025"/>
                <a:gd name="connsiteY1" fmla="*/ 8745 h 8744"/>
                <a:gd name="connsiteX2" fmla="*/ 0 w 11025"/>
                <a:gd name="connsiteY2" fmla="*/ 4436 h 8744"/>
                <a:gd name="connsiteX3" fmla="*/ 5576 w 11025"/>
                <a:gd name="connsiteY3" fmla="*/ 0 h 8744"/>
                <a:gd name="connsiteX4" fmla="*/ 11026 w 11025"/>
                <a:gd name="connsiteY4" fmla="*/ 4436 h 8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25" h="8744">
                  <a:moveTo>
                    <a:pt x="11026" y="4436"/>
                  </a:moveTo>
                  <a:lnTo>
                    <a:pt x="5576" y="8745"/>
                  </a:lnTo>
                  <a:lnTo>
                    <a:pt x="0" y="4436"/>
                  </a:lnTo>
                  <a:lnTo>
                    <a:pt x="5576" y="0"/>
                  </a:lnTo>
                  <a:lnTo>
                    <a:pt x="11026" y="44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3" name="Freeform: Shape 2612">
              <a:extLst>
                <a:ext uri="{FF2B5EF4-FFF2-40B4-BE49-F238E27FC236}">
                  <a16:creationId xmlns:a16="http://schemas.microsoft.com/office/drawing/2014/main" id="{5C04388D-BE96-FB58-5AD4-C34CEA370429}"/>
                </a:ext>
              </a:extLst>
            </p:cNvPr>
            <p:cNvSpPr/>
            <p:nvPr/>
          </p:nvSpPr>
          <p:spPr>
            <a:xfrm>
              <a:off x="7561955" y="6201347"/>
              <a:ext cx="11533" cy="9251"/>
            </a:xfrm>
            <a:custGeom>
              <a:avLst/>
              <a:gdLst>
                <a:gd name="connsiteX0" fmla="*/ 11533 w 11533"/>
                <a:gd name="connsiteY0" fmla="*/ 4562 h 9251"/>
                <a:gd name="connsiteX1" fmla="*/ 5703 w 11533"/>
                <a:gd name="connsiteY1" fmla="*/ 9252 h 9251"/>
                <a:gd name="connsiteX2" fmla="*/ 0 w 11533"/>
                <a:gd name="connsiteY2" fmla="*/ 4562 h 9251"/>
                <a:gd name="connsiteX3" fmla="*/ 5703 w 11533"/>
                <a:gd name="connsiteY3" fmla="*/ 0 h 9251"/>
                <a:gd name="connsiteX4" fmla="*/ 11533 w 11533"/>
                <a:gd name="connsiteY4" fmla="*/ 4562 h 9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33" h="9251">
                  <a:moveTo>
                    <a:pt x="11533" y="4562"/>
                  </a:moveTo>
                  <a:lnTo>
                    <a:pt x="5703" y="9252"/>
                  </a:lnTo>
                  <a:lnTo>
                    <a:pt x="0" y="4562"/>
                  </a:lnTo>
                  <a:lnTo>
                    <a:pt x="5703" y="0"/>
                  </a:lnTo>
                  <a:lnTo>
                    <a:pt x="11533" y="456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4" name="Freeform: Shape 2613">
              <a:extLst>
                <a:ext uri="{FF2B5EF4-FFF2-40B4-BE49-F238E27FC236}">
                  <a16:creationId xmlns:a16="http://schemas.microsoft.com/office/drawing/2014/main" id="{F2067D81-6C5F-5C06-AD57-11B2BEB14C9B}"/>
                </a:ext>
              </a:extLst>
            </p:cNvPr>
            <p:cNvSpPr/>
            <p:nvPr/>
          </p:nvSpPr>
          <p:spPr>
            <a:xfrm>
              <a:off x="7438641" y="6237974"/>
              <a:ext cx="13180" cy="10392"/>
            </a:xfrm>
            <a:custGeom>
              <a:avLst/>
              <a:gdLst>
                <a:gd name="connsiteX0" fmla="*/ 13180 w 13180"/>
                <a:gd name="connsiteY0" fmla="*/ 5196 h 10392"/>
                <a:gd name="connsiteX1" fmla="*/ 6717 w 13180"/>
                <a:gd name="connsiteY1" fmla="*/ 10392 h 10392"/>
                <a:gd name="connsiteX2" fmla="*/ 0 w 13180"/>
                <a:gd name="connsiteY2" fmla="*/ 5196 h 10392"/>
                <a:gd name="connsiteX3" fmla="*/ 6717 w 13180"/>
                <a:gd name="connsiteY3" fmla="*/ 0 h 10392"/>
                <a:gd name="connsiteX4" fmla="*/ 13180 w 13180"/>
                <a:gd name="connsiteY4" fmla="*/ 5196 h 1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80" h="10392">
                  <a:moveTo>
                    <a:pt x="13180" y="5196"/>
                  </a:moveTo>
                  <a:lnTo>
                    <a:pt x="6717" y="10392"/>
                  </a:lnTo>
                  <a:lnTo>
                    <a:pt x="0" y="5196"/>
                  </a:lnTo>
                  <a:lnTo>
                    <a:pt x="6717" y="0"/>
                  </a:lnTo>
                  <a:lnTo>
                    <a:pt x="13180" y="519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5" name="Freeform: Shape 2614">
              <a:extLst>
                <a:ext uri="{FF2B5EF4-FFF2-40B4-BE49-F238E27FC236}">
                  <a16:creationId xmlns:a16="http://schemas.microsoft.com/office/drawing/2014/main" id="{143246F5-E768-B2FB-3798-0E3C689E394B}"/>
                </a:ext>
              </a:extLst>
            </p:cNvPr>
            <p:cNvSpPr/>
            <p:nvPr/>
          </p:nvSpPr>
          <p:spPr>
            <a:xfrm>
              <a:off x="7314567" y="6271559"/>
              <a:ext cx="13686" cy="10899"/>
            </a:xfrm>
            <a:custGeom>
              <a:avLst/>
              <a:gdLst>
                <a:gd name="connsiteX0" fmla="*/ 13687 w 13686"/>
                <a:gd name="connsiteY0" fmla="*/ 5450 h 10899"/>
                <a:gd name="connsiteX1" fmla="*/ 6843 w 13686"/>
                <a:gd name="connsiteY1" fmla="*/ 10899 h 10899"/>
                <a:gd name="connsiteX2" fmla="*/ 0 w 13686"/>
                <a:gd name="connsiteY2" fmla="*/ 5450 h 10899"/>
                <a:gd name="connsiteX3" fmla="*/ 6843 w 13686"/>
                <a:gd name="connsiteY3" fmla="*/ 0 h 10899"/>
                <a:gd name="connsiteX4" fmla="*/ 13687 w 13686"/>
                <a:gd name="connsiteY4" fmla="*/ 5450 h 10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86" h="10899">
                  <a:moveTo>
                    <a:pt x="13687" y="5450"/>
                  </a:moveTo>
                  <a:cubicBezTo>
                    <a:pt x="13687" y="8491"/>
                    <a:pt x="10645" y="10899"/>
                    <a:pt x="6843" y="10899"/>
                  </a:cubicBezTo>
                  <a:cubicBezTo>
                    <a:pt x="3042" y="10899"/>
                    <a:pt x="0" y="8491"/>
                    <a:pt x="0" y="5450"/>
                  </a:cubicBezTo>
                  <a:cubicBezTo>
                    <a:pt x="0" y="2408"/>
                    <a:pt x="3042" y="0"/>
                    <a:pt x="6843" y="0"/>
                  </a:cubicBezTo>
                  <a:cubicBezTo>
                    <a:pt x="10645" y="0"/>
                    <a:pt x="13687" y="2408"/>
                    <a:pt x="13687" y="545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6" name="Freeform: Shape 2615">
              <a:extLst>
                <a:ext uri="{FF2B5EF4-FFF2-40B4-BE49-F238E27FC236}">
                  <a16:creationId xmlns:a16="http://schemas.microsoft.com/office/drawing/2014/main" id="{B152C867-6474-34D6-83C5-19D8618ED0EC}"/>
                </a:ext>
              </a:extLst>
            </p:cNvPr>
            <p:cNvSpPr/>
            <p:nvPr/>
          </p:nvSpPr>
          <p:spPr>
            <a:xfrm>
              <a:off x="7188211" y="6301342"/>
              <a:ext cx="15335" cy="12166"/>
            </a:xfrm>
            <a:custGeom>
              <a:avLst/>
              <a:gdLst>
                <a:gd name="connsiteX0" fmla="*/ 15335 w 15335"/>
                <a:gd name="connsiteY0" fmla="*/ 6083 h 12166"/>
                <a:gd name="connsiteX1" fmla="*/ 7731 w 15335"/>
                <a:gd name="connsiteY1" fmla="*/ 12167 h 12166"/>
                <a:gd name="connsiteX2" fmla="*/ 0 w 15335"/>
                <a:gd name="connsiteY2" fmla="*/ 6083 h 12166"/>
                <a:gd name="connsiteX3" fmla="*/ 7731 w 15335"/>
                <a:gd name="connsiteY3" fmla="*/ 0 h 12166"/>
                <a:gd name="connsiteX4" fmla="*/ 15335 w 15335"/>
                <a:gd name="connsiteY4" fmla="*/ 6083 h 1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35" h="12166">
                  <a:moveTo>
                    <a:pt x="15335" y="6083"/>
                  </a:moveTo>
                  <a:cubicBezTo>
                    <a:pt x="15335" y="9378"/>
                    <a:pt x="11913" y="12167"/>
                    <a:pt x="7731" y="12167"/>
                  </a:cubicBezTo>
                  <a:cubicBezTo>
                    <a:pt x="3549" y="12167"/>
                    <a:pt x="0" y="9505"/>
                    <a:pt x="0" y="6083"/>
                  </a:cubicBezTo>
                  <a:cubicBezTo>
                    <a:pt x="0" y="2661"/>
                    <a:pt x="3422" y="0"/>
                    <a:pt x="7731" y="0"/>
                  </a:cubicBezTo>
                  <a:cubicBezTo>
                    <a:pt x="12040" y="0"/>
                    <a:pt x="15335" y="2661"/>
                    <a:pt x="15335" y="60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7" name="Freeform: Shape 2616">
              <a:extLst>
                <a:ext uri="{FF2B5EF4-FFF2-40B4-BE49-F238E27FC236}">
                  <a16:creationId xmlns:a16="http://schemas.microsoft.com/office/drawing/2014/main" id="{F277689D-C557-1E4B-9BA8-90FCF69A00DC}"/>
                </a:ext>
              </a:extLst>
            </p:cNvPr>
            <p:cNvSpPr/>
            <p:nvPr/>
          </p:nvSpPr>
          <p:spPr>
            <a:xfrm>
              <a:off x="7061221" y="6328083"/>
              <a:ext cx="15968" cy="12673"/>
            </a:xfrm>
            <a:custGeom>
              <a:avLst/>
              <a:gdLst>
                <a:gd name="connsiteX0" fmla="*/ 15969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9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9" y="6337"/>
                  </a:moveTo>
                  <a:cubicBezTo>
                    <a:pt x="15969" y="9885"/>
                    <a:pt x="12421" y="12674"/>
                    <a:pt x="7984" y="12674"/>
                  </a:cubicBezTo>
                  <a:cubicBezTo>
                    <a:pt x="3549" y="12674"/>
                    <a:pt x="0" y="9885"/>
                    <a:pt x="0" y="6337"/>
                  </a:cubicBezTo>
                  <a:cubicBezTo>
                    <a:pt x="0" y="2788"/>
                    <a:pt x="3549" y="0"/>
                    <a:pt x="7984" y="0"/>
                  </a:cubicBezTo>
                  <a:cubicBezTo>
                    <a:pt x="12421" y="0"/>
                    <a:pt x="15969" y="2788"/>
                    <a:pt x="15969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8" name="Freeform: Shape 2617">
              <a:extLst>
                <a:ext uri="{FF2B5EF4-FFF2-40B4-BE49-F238E27FC236}">
                  <a16:creationId xmlns:a16="http://schemas.microsoft.com/office/drawing/2014/main" id="{A13212B4-1789-BB48-B67A-12ED2AA39390}"/>
                </a:ext>
              </a:extLst>
            </p:cNvPr>
            <p:cNvSpPr/>
            <p:nvPr/>
          </p:nvSpPr>
          <p:spPr>
            <a:xfrm>
              <a:off x="6933218" y="6351149"/>
              <a:ext cx="16729" cy="13180"/>
            </a:xfrm>
            <a:custGeom>
              <a:avLst/>
              <a:gdLst>
                <a:gd name="connsiteX0" fmla="*/ 16729 w 16729"/>
                <a:gd name="connsiteY0" fmla="*/ 6590 h 13180"/>
                <a:gd name="connsiteX1" fmla="*/ 8364 w 16729"/>
                <a:gd name="connsiteY1" fmla="*/ 13180 h 13180"/>
                <a:gd name="connsiteX2" fmla="*/ 0 w 16729"/>
                <a:gd name="connsiteY2" fmla="*/ 6590 h 13180"/>
                <a:gd name="connsiteX3" fmla="*/ 8364 w 16729"/>
                <a:gd name="connsiteY3" fmla="*/ 0 h 13180"/>
                <a:gd name="connsiteX4" fmla="*/ 16729 w 16729"/>
                <a:gd name="connsiteY4" fmla="*/ 6590 h 13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9" h="13180">
                  <a:moveTo>
                    <a:pt x="16729" y="6590"/>
                  </a:moveTo>
                  <a:cubicBezTo>
                    <a:pt x="16729" y="10266"/>
                    <a:pt x="12927" y="13180"/>
                    <a:pt x="8364" y="13180"/>
                  </a:cubicBezTo>
                  <a:cubicBezTo>
                    <a:pt x="3802" y="13180"/>
                    <a:pt x="0" y="10266"/>
                    <a:pt x="0" y="6590"/>
                  </a:cubicBezTo>
                  <a:cubicBezTo>
                    <a:pt x="0" y="2915"/>
                    <a:pt x="3802" y="0"/>
                    <a:pt x="8364" y="0"/>
                  </a:cubicBezTo>
                  <a:cubicBezTo>
                    <a:pt x="12927" y="0"/>
                    <a:pt x="16729" y="2915"/>
                    <a:pt x="16729" y="659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9" name="Freeform: Shape 2618">
              <a:extLst>
                <a:ext uri="{FF2B5EF4-FFF2-40B4-BE49-F238E27FC236}">
                  <a16:creationId xmlns:a16="http://schemas.microsoft.com/office/drawing/2014/main" id="{A6E70F43-BC44-5644-F240-11381E5EAB7A}"/>
                </a:ext>
              </a:extLst>
            </p:cNvPr>
            <p:cNvSpPr/>
            <p:nvPr/>
          </p:nvSpPr>
          <p:spPr>
            <a:xfrm>
              <a:off x="6804201" y="6370666"/>
              <a:ext cx="17489" cy="13941"/>
            </a:xfrm>
            <a:custGeom>
              <a:avLst/>
              <a:gdLst>
                <a:gd name="connsiteX0" fmla="*/ 17490 w 17489"/>
                <a:gd name="connsiteY0" fmla="*/ 6971 h 13941"/>
                <a:gd name="connsiteX1" fmla="*/ 8745 w 17489"/>
                <a:gd name="connsiteY1" fmla="*/ 13941 h 13941"/>
                <a:gd name="connsiteX2" fmla="*/ 0 w 17489"/>
                <a:gd name="connsiteY2" fmla="*/ 6971 h 13941"/>
                <a:gd name="connsiteX3" fmla="*/ 8745 w 17489"/>
                <a:gd name="connsiteY3" fmla="*/ 0 h 13941"/>
                <a:gd name="connsiteX4" fmla="*/ 17490 w 17489"/>
                <a:gd name="connsiteY4" fmla="*/ 6971 h 1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89" h="13941">
                  <a:moveTo>
                    <a:pt x="17490" y="6971"/>
                  </a:moveTo>
                  <a:cubicBezTo>
                    <a:pt x="17490" y="10773"/>
                    <a:pt x="13561" y="13941"/>
                    <a:pt x="8745" y="13941"/>
                  </a:cubicBezTo>
                  <a:cubicBezTo>
                    <a:pt x="3929" y="13941"/>
                    <a:pt x="0" y="10773"/>
                    <a:pt x="0" y="6971"/>
                  </a:cubicBezTo>
                  <a:cubicBezTo>
                    <a:pt x="0" y="3168"/>
                    <a:pt x="3929" y="0"/>
                    <a:pt x="8745" y="0"/>
                  </a:cubicBezTo>
                  <a:cubicBezTo>
                    <a:pt x="13561" y="0"/>
                    <a:pt x="17490" y="3042"/>
                    <a:pt x="17490" y="697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0" name="Freeform: Shape 2619">
              <a:extLst>
                <a:ext uri="{FF2B5EF4-FFF2-40B4-BE49-F238E27FC236}">
                  <a16:creationId xmlns:a16="http://schemas.microsoft.com/office/drawing/2014/main" id="{3293642C-EA6F-23DC-ECC3-1FB6A9A4EE0D}"/>
                </a:ext>
              </a:extLst>
            </p:cNvPr>
            <p:cNvSpPr/>
            <p:nvPr/>
          </p:nvSpPr>
          <p:spPr>
            <a:xfrm>
              <a:off x="6674297" y="6386635"/>
              <a:ext cx="18250" cy="14448"/>
            </a:xfrm>
            <a:custGeom>
              <a:avLst/>
              <a:gdLst>
                <a:gd name="connsiteX0" fmla="*/ 18250 w 18250"/>
                <a:gd name="connsiteY0" fmla="*/ 7224 h 14448"/>
                <a:gd name="connsiteX1" fmla="*/ 9125 w 18250"/>
                <a:gd name="connsiteY1" fmla="*/ 14448 h 14448"/>
                <a:gd name="connsiteX2" fmla="*/ 0 w 18250"/>
                <a:gd name="connsiteY2" fmla="*/ 7224 h 14448"/>
                <a:gd name="connsiteX3" fmla="*/ 9125 w 18250"/>
                <a:gd name="connsiteY3" fmla="*/ 0 h 14448"/>
                <a:gd name="connsiteX4" fmla="*/ 18250 w 18250"/>
                <a:gd name="connsiteY4" fmla="*/ 7224 h 14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8">
                  <a:moveTo>
                    <a:pt x="18250" y="7224"/>
                  </a:moveTo>
                  <a:cubicBezTo>
                    <a:pt x="18250" y="11280"/>
                    <a:pt x="14194" y="14448"/>
                    <a:pt x="9125" y="14448"/>
                  </a:cubicBezTo>
                  <a:cubicBezTo>
                    <a:pt x="4056" y="14448"/>
                    <a:pt x="0" y="11280"/>
                    <a:pt x="0" y="7224"/>
                  </a:cubicBezTo>
                  <a:cubicBezTo>
                    <a:pt x="0" y="3168"/>
                    <a:pt x="4056" y="0"/>
                    <a:pt x="9125" y="0"/>
                  </a:cubicBezTo>
                  <a:cubicBezTo>
                    <a:pt x="14194" y="0"/>
                    <a:pt x="18250" y="3168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1" name="Freeform: Shape 2620">
              <a:extLst>
                <a:ext uri="{FF2B5EF4-FFF2-40B4-BE49-F238E27FC236}">
                  <a16:creationId xmlns:a16="http://schemas.microsoft.com/office/drawing/2014/main" id="{208FFA38-C2B2-AA6A-7AF6-48685E685084}"/>
                </a:ext>
              </a:extLst>
            </p:cNvPr>
            <p:cNvSpPr/>
            <p:nvPr/>
          </p:nvSpPr>
          <p:spPr>
            <a:xfrm>
              <a:off x="6543505" y="6398675"/>
              <a:ext cx="19643" cy="15715"/>
            </a:xfrm>
            <a:custGeom>
              <a:avLst/>
              <a:gdLst>
                <a:gd name="connsiteX0" fmla="*/ 19644 w 19643"/>
                <a:gd name="connsiteY0" fmla="*/ 7858 h 15715"/>
                <a:gd name="connsiteX1" fmla="*/ 9759 w 19643"/>
                <a:gd name="connsiteY1" fmla="*/ 15715 h 15715"/>
                <a:gd name="connsiteX2" fmla="*/ 0 w 19643"/>
                <a:gd name="connsiteY2" fmla="*/ 7858 h 15715"/>
                <a:gd name="connsiteX3" fmla="*/ 9759 w 19643"/>
                <a:gd name="connsiteY3" fmla="*/ 0 h 15715"/>
                <a:gd name="connsiteX4" fmla="*/ 19644 w 19643"/>
                <a:gd name="connsiteY4" fmla="*/ 7858 h 1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43" h="15715">
                  <a:moveTo>
                    <a:pt x="19644" y="7858"/>
                  </a:moveTo>
                  <a:cubicBezTo>
                    <a:pt x="19644" y="12167"/>
                    <a:pt x="15208" y="15715"/>
                    <a:pt x="9759" y="15715"/>
                  </a:cubicBezTo>
                  <a:cubicBezTo>
                    <a:pt x="4309" y="15715"/>
                    <a:pt x="0" y="12167"/>
                    <a:pt x="0" y="7858"/>
                  </a:cubicBezTo>
                  <a:cubicBezTo>
                    <a:pt x="0" y="3549"/>
                    <a:pt x="4435" y="0"/>
                    <a:pt x="9759" y="0"/>
                  </a:cubicBezTo>
                  <a:cubicBezTo>
                    <a:pt x="15082" y="0"/>
                    <a:pt x="19644" y="3549"/>
                    <a:pt x="19644" y="785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2" name="Freeform: Shape 2621">
              <a:extLst>
                <a:ext uri="{FF2B5EF4-FFF2-40B4-BE49-F238E27FC236}">
                  <a16:creationId xmlns:a16="http://schemas.microsoft.com/office/drawing/2014/main" id="{AE1D0563-F954-0E69-1D61-AC4AF491BB22}"/>
                </a:ext>
              </a:extLst>
            </p:cNvPr>
            <p:cNvSpPr/>
            <p:nvPr/>
          </p:nvSpPr>
          <p:spPr>
            <a:xfrm>
              <a:off x="6412460" y="6407546"/>
              <a:ext cx="20404" cy="16222"/>
            </a:xfrm>
            <a:custGeom>
              <a:avLst/>
              <a:gdLst>
                <a:gd name="connsiteX0" fmla="*/ 20404 w 20404"/>
                <a:gd name="connsiteY0" fmla="*/ 8111 h 16222"/>
                <a:gd name="connsiteX1" fmla="*/ 10266 w 20404"/>
                <a:gd name="connsiteY1" fmla="*/ 16222 h 16222"/>
                <a:gd name="connsiteX2" fmla="*/ 0 w 20404"/>
                <a:gd name="connsiteY2" fmla="*/ 8111 h 16222"/>
                <a:gd name="connsiteX3" fmla="*/ 10266 w 20404"/>
                <a:gd name="connsiteY3" fmla="*/ 0 h 16222"/>
                <a:gd name="connsiteX4" fmla="*/ 20404 w 20404"/>
                <a:gd name="connsiteY4" fmla="*/ 8111 h 1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04" h="16222">
                  <a:moveTo>
                    <a:pt x="20404" y="8111"/>
                  </a:moveTo>
                  <a:cubicBezTo>
                    <a:pt x="20404" y="12547"/>
                    <a:pt x="15842" y="16222"/>
                    <a:pt x="10266" y="16222"/>
                  </a:cubicBezTo>
                  <a:cubicBezTo>
                    <a:pt x="4689" y="16222"/>
                    <a:pt x="0" y="12547"/>
                    <a:pt x="0" y="8111"/>
                  </a:cubicBezTo>
                  <a:cubicBezTo>
                    <a:pt x="0" y="3675"/>
                    <a:pt x="4562" y="0"/>
                    <a:pt x="10266" y="0"/>
                  </a:cubicBezTo>
                  <a:cubicBezTo>
                    <a:pt x="15969" y="0"/>
                    <a:pt x="20404" y="3549"/>
                    <a:pt x="20404" y="811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3" name="Freeform: Shape 2622">
              <a:extLst>
                <a:ext uri="{FF2B5EF4-FFF2-40B4-BE49-F238E27FC236}">
                  <a16:creationId xmlns:a16="http://schemas.microsoft.com/office/drawing/2014/main" id="{7A113D1D-9BF8-0332-A2F7-8F7A3375114E}"/>
                </a:ext>
              </a:extLst>
            </p:cNvPr>
            <p:cNvSpPr/>
            <p:nvPr/>
          </p:nvSpPr>
          <p:spPr>
            <a:xfrm>
              <a:off x="6281035" y="6412742"/>
              <a:ext cx="21291" cy="16729"/>
            </a:xfrm>
            <a:custGeom>
              <a:avLst/>
              <a:gdLst>
                <a:gd name="connsiteX0" fmla="*/ 21292 w 21291"/>
                <a:gd name="connsiteY0" fmla="*/ 8365 h 16729"/>
                <a:gd name="connsiteX1" fmla="*/ 10646 w 21291"/>
                <a:gd name="connsiteY1" fmla="*/ 16729 h 16729"/>
                <a:gd name="connsiteX2" fmla="*/ 0 w 21291"/>
                <a:gd name="connsiteY2" fmla="*/ 8365 h 16729"/>
                <a:gd name="connsiteX3" fmla="*/ 10646 w 21291"/>
                <a:gd name="connsiteY3" fmla="*/ 0 h 16729"/>
                <a:gd name="connsiteX4" fmla="*/ 21292 w 21291"/>
                <a:gd name="connsiteY4" fmla="*/ 8365 h 16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291" h="16729">
                  <a:moveTo>
                    <a:pt x="21292" y="8365"/>
                  </a:moveTo>
                  <a:cubicBezTo>
                    <a:pt x="21292" y="13054"/>
                    <a:pt x="16602" y="16729"/>
                    <a:pt x="10646" y="16729"/>
                  </a:cubicBezTo>
                  <a:cubicBezTo>
                    <a:pt x="4689" y="16729"/>
                    <a:pt x="0" y="12927"/>
                    <a:pt x="0" y="8365"/>
                  </a:cubicBezTo>
                  <a:cubicBezTo>
                    <a:pt x="0" y="3802"/>
                    <a:pt x="4689" y="0"/>
                    <a:pt x="10646" y="0"/>
                  </a:cubicBezTo>
                  <a:cubicBezTo>
                    <a:pt x="16602" y="0"/>
                    <a:pt x="21292" y="3802"/>
                    <a:pt x="21292" y="836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4" name="Freeform: Shape 2623">
              <a:extLst>
                <a:ext uri="{FF2B5EF4-FFF2-40B4-BE49-F238E27FC236}">
                  <a16:creationId xmlns:a16="http://schemas.microsoft.com/office/drawing/2014/main" id="{D71D498B-3CB5-56FD-998C-DF0B2AA1EE32}"/>
                </a:ext>
              </a:extLst>
            </p:cNvPr>
            <p:cNvSpPr/>
            <p:nvPr/>
          </p:nvSpPr>
          <p:spPr>
            <a:xfrm>
              <a:off x="6149736" y="6414263"/>
              <a:ext cx="21798" cy="17236"/>
            </a:xfrm>
            <a:custGeom>
              <a:avLst/>
              <a:gdLst>
                <a:gd name="connsiteX0" fmla="*/ 21799 w 21798"/>
                <a:gd name="connsiteY0" fmla="*/ 8618 h 17236"/>
                <a:gd name="connsiteX1" fmla="*/ 10899 w 21798"/>
                <a:gd name="connsiteY1" fmla="*/ 17236 h 17236"/>
                <a:gd name="connsiteX2" fmla="*/ 0 w 21798"/>
                <a:gd name="connsiteY2" fmla="*/ 8618 h 17236"/>
                <a:gd name="connsiteX3" fmla="*/ 10899 w 21798"/>
                <a:gd name="connsiteY3" fmla="*/ 0 h 17236"/>
                <a:gd name="connsiteX4" fmla="*/ 21799 w 21798"/>
                <a:gd name="connsiteY4" fmla="*/ 8618 h 17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798" h="17236">
                  <a:moveTo>
                    <a:pt x="21799" y="8618"/>
                  </a:moveTo>
                  <a:cubicBezTo>
                    <a:pt x="21799" y="13434"/>
                    <a:pt x="16856" y="17236"/>
                    <a:pt x="10899" y="17236"/>
                  </a:cubicBezTo>
                  <a:cubicBezTo>
                    <a:pt x="4943" y="17236"/>
                    <a:pt x="0" y="13308"/>
                    <a:pt x="0" y="8618"/>
                  </a:cubicBezTo>
                  <a:cubicBezTo>
                    <a:pt x="0" y="3929"/>
                    <a:pt x="4816" y="0"/>
                    <a:pt x="10899" y="0"/>
                  </a:cubicBezTo>
                  <a:cubicBezTo>
                    <a:pt x="16983" y="0"/>
                    <a:pt x="21799" y="3929"/>
                    <a:pt x="21799" y="86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5" name="Freeform: Shape 2624">
              <a:extLst>
                <a:ext uri="{FF2B5EF4-FFF2-40B4-BE49-F238E27FC236}">
                  <a16:creationId xmlns:a16="http://schemas.microsoft.com/office/drawing/2014/main" id="{3913FD3F-8C10-3947-3262-E46381838BF5}"/>
                </a:ext>
              </a:extLst>
            </p:cNvPr>
            <p:cNvSpPr/>
            <p:nvPr/>
          </p:nvSpPr>
          <p:spPr>
            <a:xfrm>
              <a:off x="6018311" y="6412109"/>
              <a:ext cx="22558" cy="17869"/>
            </a:xfrm>
            <a:custGeom>
              <a:avLst/>
              <a:gdLst>
                <a:gd name="connsiteX0" fmla="*/ 22559 w 22558"/>
                <a:gd name="connsiteY0" fmla="*/ 8998 h 17869"/>
                <a:gd name="connsiteX1" fmla="*/ 11280 w 22558"/>
                <a:gd name="connsiteY1" fmla="*/ 17870 h 17869"/>
                <a:gd name="connsiteX2" fmla="*/ 0 w 22558"/>
                <a:gd name="connsiteY2" fmla="*/ 8998 h 17869"/>
                <a:gd name="connsiteX3" fmla="*/ 11280 w 22558"/>
                <a:gd name="connsiteY3" fmla="*/ 0 h 17869"/>
                <a:gd name="connsiteX4" fmla="*/ 22559 w 22558"/>
                <a:gd name="connsiteY4" fmla="*/ 8998 h 1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8" h="17869">
                  <a:moveTo>
                    <a:pt x="22559" y="8998"/>
                  </a:moveTo>
                  <a:cubicBezTo>
                    <a:pt x="22559" y="13941"/>
                    <a:pt x="17490" y="17870"/>
                    <a:pt x="11280" y="17870"/>
                  </a:cubicBezTo>
                  <a:cubicBezTo>
                    <a:pt x="5069" y="17870"/>
                    <a:pt x="0" y="13814"/>
                    <a:pt x="0" y="8998"/>
                  </a:cubicBezTo>
                  <a:cubicBezTo>
                    <a:pt x="0" y="4182"/>
                    <a:pt x="5069" y="0"/>
                    <a:pt x="11280" y="0"/>
                  </a:cubicBezTo>
                  <a:cubicBezTo>
                    <a:pt x="17490" y="0"/>
                    <a:pt x="22559" y="4056"/>
                    <a:pt x="22559" y="89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6" name="Freeform: Shape 2625">
              <a:extLst>
                <a:ext uri="{FF2B5EF4-FFF2-40B4-BE49-F238E27FC236}">
                  <a16:creationId xmlns:a16="http://schemas.microsoft.com/office/drawing/2014/main" id="{D77222C6-45B2-E4FC-E597-221041DB4736}"/>
                </a:ext>
              </a:extLst>
            </p:cNvPr>
            <p:cNvSpPr/>
            <p:nvPr/>
          </p:nvSpPr>
          <p:spPr>
            <a:xfrm>
              <a:off x="5887013" y="6406406"/>
              <a:ext cx="23319" cy="18503"/>
            </a:xfrm>
            <a:custGeom>
              <a:avLst/>
              <a:gdLst>
                <a:gd name="connsiteX0" fmla="*/ 23319 w 23319"/>
                <a:gd name="connsiteY0" fmla="*/ 9252 h 18503"/>
                <a:gd name="connsiteX1" fmla="*/ 11659 w 23319"/>
                <a:gd name="connsiteY1" fmla="*/ 18504 h 18503"/>
                <a:gd name="connsiteX2" fmla="*/ 0 w 23319"/>
                <a:gd name="connsiteY2" fmla="*/ 9252 h 18503"/>
                <a:gd name="connsiteX3" fmla="*/ 11659 w 23319"/>
                <a:gd name="connsiteY3" fmla="*/ 0 h 18503"/>
                <a:gd name="connsiteX4" fmla="*/ 23319 w 23319"/>
                <a:gd name="connsiteY4" fmla="*/ 9252 h 18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319" h="18503">
                  <a:moveTo>
                    <a:pt x="23319" y="9252"/>
                  </a:moveTo>
                  <a:cubicBezTo>
                    <a:pt x="23319" y="14321"/>
                    <a:pt x="18123" y="18504"/>
                    <a:pt x="11659" y="18504"/>
                  </a:cubicBezTo>
                  <a:cubicBezTo>
                    <a:pt x="5196" y="18504"/>
                    <a:pt x="0" y="14321"/>
                    <a:pt x="0" y="9252"/>
                  </a:cubicBezTo>
                  <a:cubicBezTo>
                    <a:pt x="0" y="4183"/>
                    <a:pt x="5196" y="0"/>
                    <a:pt x="11659" y="0"/>
                  </a:cubicBezTo>
                  <a:cubicBezTo>
                    <a:pt x="18123" y="0"/>
                    <a:pt x="23319" y="4183"/>
                    <a:pt x="23319" y="925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7" name="Freeform: Shape 2626">
              <a:extLst>
                <a:ext uri="{FF2B5EF4-FFF2-40B4-BE49-F238E27FC236}">
                  <a16:creationId xmlns:a16="http://schemas.microsoft.com/office/drawing/2014/main" id="{EA245626-D207-92B2-358B-69C2AAB57CC6}"/>
                </a:ext>
              </a:extLst>
            </p:cNvPr>
            <p:cNvSpPr/>
            <p:nvPr/>
          </p:nvSpPr>
          <p:spPr>
            <a:xfrm>
              <a:off x="5755841" y="6397027"/>
              <a:ext cx="24079" cy="19010"/>
            </a:xfrm>
            <a:custGeom>
              <a:avLst/>
              <a:gdLst>
                <a:gd name="connsiteX0" fmla="*/ 24080 w 24079"/>
                <a:gd name="connsiteY0" fmla="*/ 9505 h 19010"/>
                <a:gd name="connsiteX1" fmla="*/ 12040 w 24079"/>
                <a:gd name="connsiteY1" fmla="*/ 19010 h 19010"/>
                <a:gd name="connsiteX2" fmla="*/ 0 w 24079"/>
                <a:gd name="connsiteY2" fmla="*/ 9505 h 19010"/>
                <a:gd name="connsiteX3" fmla="*/ 12040 w 24079"/>
                <a:gd name="connsiteY3" fmla="*/ 0 h 19010"/>
                <a:gd name="connsiteX4" fmla="*/ 24080 w 24079"/>
                <a:gd name="connsiteY4" fmla="*/ 9505 h 19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79" h="19010">
                  <a:moveTo>
                    <a:pt x="24080" y="9505"/>
                  </a:moveTo>
                  <a:cubicBezTo>
                    <a:pt x="24080" y="14701"/>
                    <a:pt x="18757" y="19010"/>
                    <a:pt x="12040" y="19010"/>
                  </a:cubicBezTo>
                  <a:cubicBezTo>
                    <a:pt x="5323" y="19010"/>
                    <a:pt x="0" y="14701"/>
                    <a:pt x="0" y="9505"/>
                  </a:cubicBezTo>
                  <a:cubicBezTo>
                    <a:pt x="0" y="4309"/>
                    <a:pt x="5323" y="0"/>
                    <a:pt x="12040" y="0"/>
                  </a:cubicBezTo>
                  <a:cubicBezTo>
                    <a:pt x="18757" y="0"/>
                    <a:pt x="24080" y="4309"/>
                    <a:pt x="24080" y="950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8" name="Freeform: Shape 2627">
              <a:extLst>
                <a:ext uri="{FF2B5EF4-FFF2-40B4-BE49-F238E27FC236}">
                  <a16:creationId xmlns:a16="http://schemas.microsoft.com/office/drawing/2014/main" id="{911D2469-0202-8631-5E4D-9E266A17EC78}"/>
                </a:ext>
              </a:extLst>
            </p:cNvPr>
            <p:cNvSpPr/>
            <p:nvPr/>
          </p:nvSpPr>
          <p:spPr>
            <a:xfrm>
              <a:off x="5625684" y="6384354"/>
              <a:ext cx="24079" cy="19010"/>
            </a:xfrm>
            <a:custGeom>
              <a:avLst/>
              <a:gdLst>
                <a:gd name="connsiteX0" fmla="*/ 24080 w 24079"/>
                <a:gd name="connsiteY0" fmla="*/ 9505 h 19010"/>
                <a:gd name="connsiteX1" fmla="*/ 12040 w 24079"/>
                <a:gd name="connsiteY1" fmla="*/ 19010 h 19010"/>
                <a:gd name="connsiteX2" fmla="*/ 0 w 24079"/>
                <a:gd name="connsiteY2" fmla="*/ 9505 h 19010"/>
                <a:gd name="connsiteX3" fmla="*/ 12040 w 24079"/>
                <a:gd name="connsiteY3" fmla="*/ 0 h 19010"/>
                <a:gd name="connsiteX4" fmla="*/ 24080 w 24079"/>
                <a:gd name="connsiteY4" fmla="*/ 9505 h 19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79" h="19010">
                  <a:moveTo>
                    <a:pt x="24080" y="9505"/>
                  </a:moveTo>
                  <a:cubicBezTo>
                    <a:pt x="24080" y="14701"/>
                    <a:pt x="18757" y="19010"/>
                    <a:pt x="12040" y="19010"/>
                  </a:cubicBezTo>
                  <a:cubicBezTo>
                    <a:pt x="5323" y="19010"/>
                    <a:pt x="0" y="14701"/>
                    <a:pt x="0" y="9505"/>
                  </a:cubicBezTo>
                  <a:cubicBezTo>
                    <a:pt x="0" y="4309"/>
                    <a:pt x="5323" y="0"/>
                    <a:pt x="12040" y="0"/>
                  </a:cubicBezTo>
                  <a:cubicBezTo>
                    <a:pt x="18757" y="0"/>
                    <a:pt x="24080" y="4309"/>
                    <a:pt x="24080" y="950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9" name="Freeform: Shape 2628">
              <a:extLst>
                <a:ext uri="{FF2B5EF4-FFF2-40B4-BE49-F238E27FC236}">
                  <a16:creationId xmlns:a16="http://schemas.microsoft.com/office/drawing/2014/main" id="{FD6F825D-8EDC-FED0-6A60-CE8EE646A017}"/>
                </a:ext>
              </a:extLst>
            </p:cNvPr>
            <p:cNvSpPr/>
            <p:nvPr/>
          </p:nvSpPr>
          <p:spPr>
            <a:xfrm>
              <a:off x="5496032" y="6367751"/>
              <a:ext cx="24713" cy="19770"/>
            </a:xfrm>
            <a:custGeom>
              <a:avLst/>
              <a:gdLst>
                <a:gd name="connsiteX0" fmla="*/ 24713 w 24713"/>
                <a:gd name="connsiteY0" fmla="*/ 9885 h 19770"/>
                <a:gd name="connsiteX1" fmla="*/ 12293 w 24713"/>
                <a:gd name="connsiteY1" fmla="*/ 19771 h 19770"/>
                <a:gd name="connsiteX2" fmla="*/ 0 w 24713"/>
                <a:gd name="connsiteY2" fmla="*/ 9885 h 19770"/>
                <a:gd name="connsiteX3" fmla="*/ 12293 w 24713"/>
                <a:gd name="connsiteY3" fmla="*/ 0 h 19770"/>
                <a:gd name="connsiteX4" fmla="*/ 24713 w 24713"/>
                <a:gd name="connsiteY4" fmla="*/ 9885 h 19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713" h="19770">
                  <a:moveTo>
                    <a:pt x="24713" y="9885"/>
                  </a:moveTo>
                  <a:cubicBezTo>
                    <a:pt x="24713" y="15335"/>
                    <a:pt x="19137" y="19771"/>
                    <a:pt x="12293" y="19771"/>
                  </a:cubicBezTo>
                  <a:cubicBezTo>
                    <a:pt x="5450" y="19771"/>
                    <a:pt x="0" y="15335"/>
                    <a:pt x="0" y="9885"/>
                  </a:cubicBezTo>
                  <a:cubicBezTo>
                    <a:pt x="0" y="4436"/>
                    <a:pt x="5576" y="0"/>
                    <a:pt x="12293" y="0"/>
                  </a:cubicBezTo>
                  <a:cubicBezTo>
                    <a:pt x="19010" y="0"/>
                    <a:pt x="24713" y="4436"/>
                    <a:pt x="24713" y="988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0" name="Freeform: Shape 2629">
              <a:extLst>
                <a:ext uri="{FF2B5EF4-FFF2-40B4-BE49-F238E27FC236}">
                  <a16:creationId xmlns:a16="http://schemas.microsoft.com/office/drawing/2014/main" id="{5FC0D225-1F92-9BC8-3255-B28344A66A1C}"/>
                </a:ext>
              </a:extLst>
            </p:cNvPr>
            <p:cNvSpPr/>
            <p:nvPr/>
          </p:nvSpPr>
          <p:spPr>
            <a:xfrm>
              <a:off x="5366762" y="6347600"/>
              <a:ext cx="25600" cy="20277"/>
            </a:xfrm>
            <a:custGeom>
              <a:avLst/>
              <a:gdLst>
                <a:gd name="connsiteX0" fmla="*/ 25601 w 25600"/>
                <a:gd name="connsiteY0" fmla="*/ 10139 h 20277"/>
                <a:gd name="connsiteX1" fmla="*/ 12800 w 25600"/>
                <a:gd name="connsiteY1" fmla="*/ 20278 h 20277"/>
                <a:gd name="connsiteX2" fmla="*/ 0 w 25600"/>
                <a:gd name="connsiteY2" fmla="*/ 10139 h 20277"/>
                <a:gd name="connsiteX3" fmla="*/ 12800 w 25600"/>
                <a:gd name="connsiteY3" fmla="*/ 0 h 20277"/>
                <a:gd name="connsiteX4" fmla="*/ 25601 w 25600"/>
                <a:gd name="connsiteY4" fmla="*/ 10139 h 2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00" h="20277">
                  <a:moveTo>
                    <a:pt x="25601" y="10139"/>
                  </a:moveTo>
                  <a:cubicBezTo>
                    <a:pt x="25601" y="15715"/>
                    <a:pt x="19898" y="20278"/>
                    <a:pt x="12800" y="20278"/>
                  </a:cubicBezTo>
                  <a:cubicBezTo>
                    <a:pt x="5703" y="20278"/>
                    <a:pt x="0" y="15715"/>
                    <a:pt x="0" y="10139"/>
                  </a:cubicBezTo>
                  <a:cubicBezTo>
                    <a:pt x="0" y="4562"/>
                    <a:pt x="5703" y="0"/>
                    <a:pt x="12800" y="0"/>
                  </a:cubicBezTo>
                  <a:cubicBezTo>
                    <a:pt x="19898" y="0"/>
                    <a:pt x="25601" y="4562"/>
                    <a:pt x="25601" y="1013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1" name="Freeform: Shape 2630">
              <a:extLst>
                <a:ext uri="{FF2B5EF4-FFF2-40B4-BE49-F238E27FC236}">
                  <a16:creationId xmlns:a16="http://schemas.microsoft.com/office/drawing/2014/main" id="{3DE3648E-7503-5608-5C2B-398A020C3505}"/>
                </a:ext>
              </a:extLst>
            </p:cNvPr>
            <p:cNvSpPr/>
            <p:nvPr/>
          </p:nvSpPr>
          <p:spPr>
            <a:xfrm>
              <a:off x="5238632" y="6324027"/>
              <a:ext cx="26360" cy="20784"/>
            </a:xfrm>
            <a:custGeom>
              <a:avLst/>
              <a:gdLst>
                <a:gd name="connsiteX0" fmla="*/ 26361 w 26360"/>
                <a:gd name="connsiteY0" fmla="*/ 10392 h 20784"/>
                <a:gd name="connsiteX1" fmla="*/ 13181 w 26360"/>
                <a:gd name="connsiteY1" fmla="*/ 20785 h 20784"/>
                <a:gd name="connsiteX2" fmla="*/ 0 w 26360"/>
                <a:gd name="connsiteY2" fmla="*/ 10392 h 20784"/>
                <a:gd name="connsiteX3" fmla="*/ 13181 w 26360"/>
                <a:gd name="connsiteY3" fmla="*/ 0 h 20784"/>
                <a:gd name="connsiteX4" fmla="*/ 26361 w 26360"/>
                <a:gd name="connsiteY4" fmla="*/ 10392 h 20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60" h="20784">
                  <a:moveTo>
                    <a:pt x="26361" y="10392"/>
                  </a:moveTo>
                  <a:cubicBezTo>
                    <a:pt x="26361" y="16222"/>
                    <a:pt x="20531" y="20785"/>
                    <a:pt x="13181" y="20785"/>
                  </a:cubicBezTo>
                  <a:cubicBezTo>
                    <a:pt x="5830" y="20785"/>
                    <a:pt x="0" y="16096"/>
                    <a:pt x="0" y="10392"/>
                  </a:cubicBezTo>
                  <a:cubicBezTo>
                    <a:pt x="0" y="4689"/>
                    <a:pt x="5830" y="0"/>
                    <a:pt x="13181" y="0"/>
                  </a:cubicBezTo>
                  <a:cubicBezTo>
                    <a:pt x="20531" y="0"/>
                    <a:pt x="26361" y="4689"/>
                    <a:pt x="26361" y="1039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2" name="Freeform: Shape 2631">
              <a:extLst>
                <a:ext uri="{FF2B5EF4-FFF2-40B4-BE49-F238E27FC236}">
                  <a16:creationId xmlns:a16="http://schemas.microsoft.com/office/drawing/2014/main" id="{992BB121-D61C-2919-1FDF-DF1E789B1E91}"/>
                </a:ext>
              </a:extLst>
            </p:cNvPr>
            <p:cNvSpPr/>
            <p:nvPr/>
          </p:nvSpPr>
          <p:spPr>
            <a:xfrm>
              <a:off x="5111769" y="6296779"/>
              <a:ext cx="26867" cy="21291"/>
            </a:xfrm>
            <a:custGeom>
              <a:avLst/>
              <a:gdLst>
                <a:gd name="connsiteX0" fmla="*/ 26868 w 26867"/>
                <a:gd name="connsiteY0" fmla="*/ 10646 h 21291"/>
                <a:gd name="connsiteX1" fmla="*/ 13434 w 26867"/>
                <a:gd name="connsiteY1" fmla="*/ 21292 h 21291"/>
                <a:gd name="connsiteX2" fmla="*/ 0 w 26867"/>
                <a:gd name="connsiteY2" fmla="*/ 10646 h 21291"/>
                <a:gd name="connsiteX3" fmla="*/ 13434 w 26867"/>
                <a:gd name="connsiteY3" fmla="*/ 0 h 21291"/>
                <a:gd name="connsiteX4" fmla="*/ 26868 w 26867"/>
                <a:gd name="connsiteY4" fmla="*/ 10646 h 2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67" h="21291">
                  <a:moveTo>
                    <a:pt x="26868" y="10646"/>
                  </a:moveTo>
                  <a:cubicBezTo>
                    <a:pt x="26868" y="16602"/>
                    <a:pt x="20785" y="21292"/>
                    <a:pt x="13434" y="21292"/>
                  </a:cubicBezTo>
                  <a:cubicBezTo>
                    <a:pt x="6083" y="21292"/>
                    <a:pt x="0" y="16476"/>
                    <a:pt x="0" y="10646"/>
                  </a:cubicBezTo>
                  <a:cubicBezTo>
                    <a:pt x="0" y="4816"/>
                    <a:pt x="6083" y="0"/>
                    <a:pt x="13434" y="0"/>
                  </a:cubicBezTo>
                  <a:cubicBezTo>
                    <a:pt x="20785" y="0"/>
                    <a:pt x="26868" y="4816"/>
                    <a:pt x="26868" y="1064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3" name="Freeform: Shape 2632">
              <a:extLst>
                <a:ext uri="{FF2B5EF4-FFF2-40B4-BE49-F238E27FC236}">
                  <a16:creationId xmlns:a16="http://schemas.microsoft.com/office/drawing/2014/main" id="{0FB82C73-0E56-B179-A94E-D20E98EA1741}"/>
                </a:ext>
              </a:extLst>
            </p:cNvPr>
            <p:cNvSpPr/>
            <p:nvPr/>
          </p:nvSpPr>
          <p:spPr>
            <a:xfrm>
              <a:off x="4986427" y="6266363"/>
              <a:ext cx="26867" cy="21291"/>
            </a:xfrm>
            <a:custGeom>
              <a:avLst/>
              <a:gdLst>
                <a:gd name="connsiteX0" fmla="*/ 26868 w 26867"/>
                <a:gd name="connsiteY0" fmla="*/ 10646 h 21291"/>
                <a:gd name="connsiteX1" fmla="*/ 13434 w 26867"/>
                <a:gd name="connsiteY1" fmla="*/ 21292 h 21291"/>
                <a:gd name="connsiteX2" fmla="*/ 0 w 26867"/>
                <a:gd name="connsiteY2" fmla="*/ 10646 h 21291"/>
                <a:gd name="connsiteX3" fmla="*/ 13434 w 26867"/>
                <a:gd name="connsiteY3" fmla="*/ 0 h 21291"/>
                <a:gd name="connsiteX4" fmla="*/ 26868 w 26867"/>
                <a:gd name="connsiteY4" fmla="*/ 10646 h 2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67" h="21291">
                  <a:moveTo>
                    <a:pt x="26868" y="10646"/>
                  </a:moveTo>
                  <a:cubicBezTo>
                    <a:pt x="26868" y="16602"/>
                    <a:pt x="20911" y="21292"/>
                    <a:pt x="13434" y="21292"/>
                  </a:cubicBezTo>
                  <a:cubicBezTo>
                    <a:pt x="5957" y="21292"/>
                    <a:pt x="0" y="16476"/>
                    <a:pt x="0" y="10646"/>
                  </a:cubicBezTo>
                  <a:cubicBezTo>
                    <a:pt x="0" y="4816"/>
                    <a:pt x="5957" y="0"/>
                    <a:pt x="13434" y="0"/>
                  </a:cubicBezTo>
                  <a:cubicBezTo>
                    <a:pt x="20911" y="0"/>
                    <a:pt x="26868" y="4816"/>
                    <a:pt x="26868" y="1064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4" name="Freeform: Shape 2633">
              <a:extLst>
                <a:ext uri="{FF2B5EF4-FFF2-40B4-BE49-F238E27FC236}">
                  <a16:creationId xmlns:a16="http://schemas.microsoft.com/office/drawing/2014/main" id="{4F5D6539-CE07-B498-4904-6FFE74A84D96}"/>
                </a:ext>
              </a:extLst>
            </p:cNvPr>
            <p:cNvSpPr/>
            <p:nvPr/>
          </p:nvSpPr>
          <p:spPr>
            <a:xfrm>
              <a:off x="4862099" y="6232271"/>
              <a:ext cx="27628" cy="21925"/>
            </a:xfrm>
            <a:custGeom>
              <a:avLst/>
              <a:gdLst>
                <a:gd name="connsiteX0" fmla="*/ 27628 w 27628"/>
                <a:gd name="connsiteY0" fmla="*/ 10899 h 21925"/>
                <a:gd name="connsiteX1" fmla="*/ 13814 w 27628"/>
                <a:gd name="connsiteY1" fmla="*/ 21925 h 21925"/>
                <a:gd name="connsiteX2" fmla="*/ 0 w 27628"/>
                <a:gd name="connsiteY2" fmla="*/ 10899 h 21925"/>
                <a:gd name="connsiteX3" fmla="*/ 13814 w 27628"/>
                <a:gd name="connsiteY3" fmla="*/ 0 h 21925"/>
                <a:gd name="connsiteX4" fmla="*/ 27628 w 27628"/>
                <a:gd name="connsiteY4" fmla="*/ 10899 h 2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28" h="21925">
                  <a:moveTo>
                    <a:pt x="27628" y="10899"/>
                  </a:moveTo>
                  <a:cubicBezTo>
                    <a:pt x="27628" y="16983"/>
                    <a:pt x="21418" y="21925"/>
                    <a:pt x="13814" y="21925"/>
                  </a:cubicBezTo>
                  <a:cubicBezTo>
                    <a:pt x="6210" y="21925"/>
                    <a:pt x="0" y="16983"/>
                    <a:pt x="0" y="10899"/>
                  </a:cubicBezTo>
                  <a:cubicBezTo>
                    <a:pt x="0" y="4816"/>
                    <a:pt x="6210" y="0"/>
                    <a:pt x="13814" y="0"/>
                  </a:cubicBezTo>
                  <a:cubicBezTo>
                    <a:pt x="21418" y="0"/>
                    <a:pt x="27628" y="4943"/>
                    <a:pt x="27628" y="1089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5" name="Freeform: Shape 2634">
              <a:extLst>
                <a:ext uri="{FF2B5EF4-FFF2-40B4-BE49-F238E27FC236}">
                  <a16:creationId xmlns:a16="http://schemas.microsoft.com/office/drawing/2014/main" id="{8C5B369C-F014-E325-7691-EA7C2BA5C2C7}"/>
                </a:ext>
              </a:extLst>
            </p:cNvPr>
            <p:cNvSpPr/>
            <p:nvPr/>
          </p:nvSpPr>
          <p:spPr>
            <a:xfrm>
              <a:off x="4739799" y="6194883"/>
              <a:ext cx="27628" cy="21925"/>
            </a:xfrm>
            <a:custGeom>
              <a:avLst/>
              <a:gdLst>
                <a:gd name="connsiteX0" fmla="*/ 27629 w 27628"/>
                <a:gd name="connsiteY0" fmla="*/ 11026 h 21925"/>
                <a:gd name="connsiteX1" fmla="*/ 13814 w 27628"/>
                <a:gd name="connsiteY1" fmla="*/ 21925 h 21925"/>
                <a:gd name="connsiteX2" fmla="*/ 0 w 27628"/>
                <a:gd name="connsiteY2" fmla="*/ 11026 h 21925"/>
                <a:gd name="connsiteX3" fmla="*/ 13814 w 27628"/>
                <a:gd name="connsiteY3" fmla="*/ 0 h 21925"/>
                <a:gd name="connsiteX4" fmla="*/ 27629 w 27628"/>
                <a:gd name="connsiteY4" fmla="*/ 11026 h 2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28" h="21925">
                  <a:moveTo>
                    <a:pt x="27629" y="11026"/>
                  </a:moveTo>
                  <a:cubicBezTo>
                    <a:pt x="27629" y="17109"/>
                    <a:pt x="21418" y="21925"/>
                    <a:pt x="13814" y="21925"/>
                  </a:cubicBezTo>
                  <a:cubicBezTo>
                    <a:pt x="6210" y="21925"/>
                    <a:pt x="0" y="16983"/>
                    <a:pt x="0" y="11026"/>
                  </a:cubicBezTo>
                  <a:cubicBezTo>
                    <a:pt x="0" y="5070"/>
                    <a:pt x="6210" y="0"/>
                    <a:pt x="13814" y="0"/>
                  </a:cubicBezTo>
                  <a:cubicBezTo>
                    <a:pt x="21418" y="0"/>
                    <a:pt x="27629" y="4943"/>
                    <a:pt x="27629" y="1102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6" name="Freeform: Shape 2635">
              <a:extLst>
                <a:ext uri="{FF2B5EF4-FFF2-40B4-BE49-F238E27FC236}">
                  <a16:creationId xmlns:a16="http://schemas.microsoft.com/office/drawing/2014/main" id="{38D327E1-B30D-4EF9-C62F-E4616A0E1622}"/>
                </a:ext>
              </a:extLst>
            </p:cNvPr>
            <p:cNvSpPr/>
            <p:nvPr/>
          </p:nvSpPr>
          <p:spPr>
            <a:xfrm>
              <a:off x="4618639" y="6154074"/>
              <a:ext cx="28389" cy="22558"/>
            </a:xfrm>
            <a:custGeom>
              <a:avLst/>
              <a:gdLst>
                <a:gd name="connsiteX0" fmla="*/ 28389 w 28389"/>
                <a:gd name="connsiteY0" fmla="*/ 11280 h 22558"/>
                <a:gd name="connsiteX1" fmla="*/ 14194 w 28389"/>
                <a:gd name="connsiteY1" fmla="*/ 22559 h 22558"/>
                <a:gd name="connsiteX2" fmla="*/ 0 w 28389"/>
                <a:gd name="connsiteY2" fmla="*/ 11280 h 22558"/>
                <a:gd name="connsiteX3" fmla="*/ 14194 w 28389"/>
                <a:gd name="connsiteY3" fmla="*/ 0 h 22558"/>
                <a:gd name="connsiteX4" fmla="*/ 28389 w 28389"/>
                <a:gd name="connsiteY4" fmla="*/ 11280 h 22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389" h="22558">
                  <a:moveTo>
                    <a:pt x="28389" y="11280"/>
                  </a:moveTo>
                  <a:cubicBezTo>
                    <a:pt x="28389" y="17490"/>
                    <a:pt x="22052" y="22559"/>
                    <a:pt x="14194" y="22559"/>
                  </a:cubicBezTo>
                  <a:cubicBezTo>
                    <a:pt x="6337" y="22559"/>
                    <a:pt x="0" y="17490"/>
                    <a:pt x="0" y="11280"/>
                  </a:cubicBezTo>
                  <a:cubicBezTo>
                    <a:pt x="0" y="5070"/>
                    <a:pt x="6337" y="0"/>
                    <a:pt x="14194" y="0"/>
                  </a:cubicBezTo>
                  <a:cubicBezTo>
                    <a:pt x="22052" y="0"/>
                    <a:pt x="28389" y="5070"/>
                    <a:pt x="28389" y="1128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7" name="Freeform: Shape 2636">
              <a:extLst>
                <a:ext uri="{FF2B5EF4-FFF2-40B4-BE49-F238E27FC236}">
                  <a16:creationId xmlns:a16="http://schemas.microsoft.com/office/drawing/2014/main" id="{44E0859E-FDBC-1C92-E773-A6A211C24759}"/>
                </a:ext>
              </a:extLst>
            </p:cNvPr>
            <p:cNvSpPr/>
            <p:nvPr/>
          </p:nvSpPr>
          <p:spPr>
            <a:xfrm>
              <a:off x="4499508" y="6109844"/>
              <a:ext cx="29149" cy="23192"/>
            </a:xfrm>
            <a:custGeom>
              <a:avLst/>
              <a:gdLst>
                <a:gd name="connsiteX0" fmla="*/ 29149 w 29149"/>
                <a:gd name="connsiteY0" fmla="*/ 11533 h 23192"/>
                <a:gd name="connsiteX1" fmla="*/ 14575 w 29149"/>
                <a:gd name="connsiteY1" fmla="*/ 23193 h 23192"/>
                <a:gd name="connsiteX2" fmla="*/ 0 w 29149"/>
                <a:gd name="connsiteY2" fmla="*/ 11533 h 23192"/>
                <a:gd name="connsiteX3" fmla="*/ 14575 w 29149"/>
                <a:gd name="connsiteY3" fmla="*/ 0 h 23192"/>
                <a:gd name="connsiteX4" fmla="*/ 29149 w 29149"/>
                <a:gd name="connsiteY4" fmla="*/ 11533 h 23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9" h="23192">
                  <a:moveTo>
                    <a:pt x="29149" y="11533"/>
                  </a:moveTo>
                  <a:cubicBezTo>
                    <a:pt x="29149" y="17997"/>
                    <a:pt x="22559" y="23193"/>
                    <a:pt x="14575" y="23193"/>
                  </a:cubicBezTo>
                  <a:cubicBezTo>
                    <a:pt x="6590" y="23193"/>
                    <a:pt x="0" y="17997"/>
                    <a:pt x="0" y="11533"/>
                  </a:cubicBezTo>
                  <a:cubicBezTo>
                    <a:pt x="0" y="5069"/>
                    <a:pt x="6590" y="0"/>
                    <a:pt x="14575" y="0"/>
                  </a:cubicBezTo>
                  <a:cubicBezTo>
                    <a:pt x="22559" y="0"/>
                    <a:pt x="29149" y="5196"/>
                    <a:pt x="29149" y="1153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8" name="Freeform: Shape 2637">
              <a:extLst>
                <a:ext uri="{FF2B5EF4-FFF2-40B4-BE49-F238E27FC236}">
                  <a16:creationId xmlns:a16="http://schemas.microsoft.com/office/drawing/2014/main" id="{7591E10B-52FE-20A8-7E67-7788DE717B90}"/>
                </a:ext>
              </a:extLst>
            </p:cNvPr>
            <p:cNvSpPr/>
            <p:nvPr/>
          </p:nvSpPr>
          <p:spPr>
            <a:xfrm>
              <a:off x="4382530" y="6062571"/>
              <a:ext cx="29275" cy="23192"/>
            </a:xfrm>
            <a:custGeom>
              <a:avLst/>
              <a:gdLst>
                <a:gd name="connsiteX0" fmla="*/ 29276 w 29275"/>
                <a:gd name="connsiteY0" fmla="*/ 11660 h 23192"/>
                <a:gd name="connsiteX1" fmla="*/ 14575 w 29275"/>
                <a:gd name="connsiteY1" fmla="*/ 23193 h 23192"/>
                <a:gd name="connsiteX2" fmla="*/ 0 w 29275"/>
                <a:gd name="connsiteY2" fmla="*/ 11660 h 23192"/>
                <a:gd name="connsiteX3" fmla="*/ 14575 w 29275"/>
                <a:gd name="connsiteY3" fmla="*/ 0 h 23192"/>
                <a:gd name="connsiteX4" fmla="*/ 29276 w 29275"/>
                <a:gd name="connsiteY4" fmla="*/ 11660 h 23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275" h="23192">
                  <a:moveTo>
                    <a:pt x="29276" y="11660"/>
                  </a:moveTo>
                  <a:cubicBezTo>
                    <a:pt x="29276" y="18124"/>
                    <a:pt x="22686" y="23193"/>
                    <a:pt x="14575" y="23193"/>
                  </a:cubicBezTo>
                  <a:cubicBezTo>
                    <a:pt x="6464" y="23193"/>
                    <a:pt x="0" y="17997"/>
                    <a:pt x="0" y="11660"/>
                  </a:cubicBezTo>
                  <a:cubicBezTo>
                    <a:pt x="0" y="5323"/>
                    <a:pt x="6591" y="0"/>
                    <a:pt x="14575" y="0"/>
                  </a:cubicBezTo>
                  <a:cubicBezTo>
                    <a:pt x="22559" y="0"/>
                    <a:pt x="29276" y="5196"/>
                    <a:pt x="29276" y="1166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9" name="Freeform: Shape 2638">
              <a:extLst>
                <a:ext uri="{FF2B5EF4-FFF2-40B4-BE49-F238E27FC236}">
                  <a16:creationId xmlns:a16="http://schemas.microsoft.com/office/drawing/2014/main" id="{E78C7964-3ED7-87FC-8166-CE5EDA2407E4}"/>
                </a:ext>
              </a:extLst>
            </p:cNvPr>
            <p:cNvSpPr/>
            <p:nvPr/>
          </p:nvSpPr>
          <p:spPr>
            <a:xfrm>
              <a:off x="4267581" y="6012003"/>
              <a:ext cx="29909" cy="23699"/>
            </a:xfrm>
            <a:custGeom>
              <a:avLst/>
              <a:gdLst>
                <a:gd name="connsiteX0" fmla="*/ 29910 w 29909"/>
                <a:gd name="connsiteY0" fmla="*/ 11786 h 23699"/>
                <a:gd name="connsiteX1" fmla="*/ 14955 w 29909"/>
                <a:gd name="connsiteY1" fmla="*/ 23700 h 23699"/>
                <a:gd name="connsiteX2" fmla="*/ 0 w 29909"/>
                <a:gd name="connsiteY2" fmla="*/ 11786 h 23699"/>
                <a:gd name="connsiteX3" fmla="*/ 14955 w 29909"/>
                <a:gd name="connsiteY3" fmla="*/ 0 h 23699"/>
                <a:gd name="connsiteX4" fmla="*/ 29910 w 29909"/>
                <a:gd name="connsiteY4" fmla="*/ 11786 h 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909" h="23699">
                  <a:moveTo>
                    <a:pt x="29910" y="11786"/>
                  </a:moveTo>
                  <a:cubicBezTo>
                    <a:pt x="29910" y="18377"/>
                    <a:pt x="23319" y="23700"/>
                    <a:pt x="14955" y="23700"/>
                  </a:cubicBezTo>
                  <a:cubicBezTo>
                    <a:pt x="6590" y="23700"/>
                    <a:pt x="0" y="18377"/>
                    <a:pt x="0" y="11786"/>
                  </a:cubicBezTo>
                  <a:cubicBezTo>
                    <a:pt x="0" y="5196"/>
                    <a:pt x="6590" y="0"/>
                    <a:pt x="14955" y="0"/>
                  </a:cubicBezTo>
                  <a:cubicBezTo>
                    <a:pt x="23319" y="0"/>
                    <a:pt x="29910" y="5323"/>
                    <a:pt x="29910" y="1178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0" name="Freeform: Shape 2639">
              <a:extLst>
                <a:ext uri="{FF2B5EF4-FFF2-40B4-BE49-F238E27FC236}">
                  <a16:creationId xmlns:a16="http://schemas.microsoft.com/office/drawing/2014/main" id="{6A00B9C3-20FD-CBD3-9636-D9B664991B1B}"/>
                </a:ext>
              </a:extLst>
            </p:cNvPr>
            <p:cNvSpPr/>
            <p:nvPr/>
          </p:nvSpPr>
          <p:spPr>
            <a:xfrm>
              <a:off x="4155166" y="5958394"/>
              <a:ext cx="29909" cy="23573"/>
            </a:xfrm>
            <a:custGeom>
              <a:avLst/>
              <a:gdLst>
                <a:gd name="connsiteX0" fmla="*/ 29910 w 29909"/>
                <a:gd name="connsiteY0" fmla="*/ 11787 h 23573"/>
                <a:gd name="connsiteX1" fmla="*/ 14955 w 29909"/>
                <a:gd name="connsiteY1" fmla="*/ 23573 h 23573"/>
                <a:gd name="connsiteX2" fmla="*/ 0 w 29909"/>
                <a:gd name="connsiteY2" fmla="*/ 11787 h 23573"/>
                <a:gd name="connsiteX3" fmla="*/ 14955 w 29909"/>
                <a:gd name="connsiteY3" fmla="*/ 0 h 23573"/>
                <a:gd name="connsiteX4" fmla="*/ 29910 w 29909"/>
                <a:gd name="connsiteY4" fmla="*/ 11787 h 23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909" h="23573">
                  <a:moveTo>
                    <a:pt x="29910" y="11787"/>
                  </a:moveTo>
                  <a:cubicBezTo>
                    <a:pt x="29910" y="18377"/>
                    <a:pt x="23193" y="23573"/>
                    <a:pt x="14955" y="23573"/>
                  </a:cubicBezTo>
                  <a:cubicBezTo>
                    <a:pt x="6717" y="23573"/>
                    <a:pt x="0" y="18250"/>
                    <a:pt x="0" y="11787"/>
                  </a:cubicBezTo>
                  <a:cubicBezTo>
                    <a:pt x="0" y="5323"/>
                    <a:pt x="6717" y="0"/>
                    <a:pt x="14955" y="0"/>
                  </a:cubicBezTo>
                  <a:cubicBezTo>
                    <a:pt x="23193" y="0"/>
                    <a:pt x="29910" y="5323"/>
                    <a:pt x="29910" y="1178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1" name="Freeform: Shape 2640">
              <a:extLst>
                <a:ext uri="{FF2B5EF4-FFF2-40B4-BE49-F238E27FC236}">
                  <a16:creationId xmlns:a16="http://schemas.microsoft.com/office/drawing/2014/main" id="{669C24B8-3BB8-6A7C-F674-254C60C360A4}"/>
                </a:ext>
              </a:extLst>
            </p:cNvPr>
            <p:cNvSpPr/>
            <p:nvPr/>
          </p:nvSpPr>
          <p:spPr>
            <a:xfrm>
              <a:off x="4044779" y="5901363"/>
              <a:ext cx="30670" cy="24333"/>
            </a:xfrm>
            <a:custGeom>
              <a:avLst/>
              <a:gdLst>
                <a:gd name="connsiteX0" fmla="*/ 30670 w 30670"/>
                <a:gd name="connsiteY0" fmla="*/ 12167 h 24333"/>
                <a:gd name="connsiteX1" fmla="*/ 15335 w 30670"/>
                <a:gd name="connsiteY1" fmla="*/ 24333 h 24333"/>
                <a:gd name="connsiteX2" fmla="*/ 0 w 30670"/>
                <a:gd name="connsiteY2" fmla="*/ 12167 h 24333"/>
                <a:gd name="connsiteX3" fmla="*/ 15335 w 30670"/>
                <a:gd name="connsiteY3" fmla="*/ 0 h 24333"/>
                <a:gd name="connsiteX4" fmla="*/ 30670 w 30670"/>
                <a:gd name="connsiteY4" fmla="*/ 12167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70" h="24333">
                  <a:moveTo>
                    <a:pt x="30670" y="12167"/>
                  </a:moveTo>
                  <a:cubicBezTo>
                    <a:pt x="30670" y="18884"/>
                    <a:pt x="23826" y="24333"/>
                    <a:pt x="15335" y="24333"/>
                  </a:cubicBezTo>
                  <a:cubicBezTo>
                    <a:pt x="6844" y="24333"/>
                    <a:pt x="0" y="18884"/>
                    <a:pt x="0" y="12167"/>
                  </a:cubicBezTo>
                  <a:cubicBezTo>
                    <a:pt x="0" y="5450"/>
                    <a:pt x="6844" y="0"/>
                    <a:pt x="15335" y="0"/>
                  </a:cubicBezTo>
                  <a:cubicBezTo>
                    <a:pt x="23826" y="0"/>
                    <a:pt x="30670" y="5450"/>
                    <a:pt x="30670" y="121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2" name="Freeform: Shape 2641">
              <a:extLst>
                <a:ext uri="{FF2B5EF4-FFF2-40B4-BE49-F238E27FC236}">
                  <a16:creationId xmlns:a16="http://schemas.microsoft.com/office/drawing/2014/main" id="{17DA634C-0430-D560-BA5B-BAB7AA7F1E77}"/>
                </a:ext>
              </a:extLst>
            </p:cNvPr>
            <p:cNvSpPr/>
            <p:nvPr/>
          </p:nvSpPr>
          <p:spPr>
            <a:xfrm>
              <a:off x="3937433" y="5841797"/>
              <a:ext cx="30670" cy="24333"/>
            </a:xfrm>
            <a:custGeom>
              <a:avLst/>
              <a:gdLst>
                <a:gd name="connsiteX0" fmla="*/ 30670 w 30670"/>
                <a:gd name="connsiteY0" fmla="*/ 12167 h 24333"/>
                <a:gd name="connsiteX1" fmla="*/ 15335 w 30670"/>
                <a:gd name="connsiteY1" fmla="*/ 24333 h 24333"/>
                <a:gd name="connsiteX2" fmla="*/ 0 w 30670"/>
                <a:gd name="connsiteY2" fmla="*/ 12167 h 24333"/>
                <a:gd name="connsiteX3" fmla="*/ 15335 w 30670"/>
                <a:gd name="connsiteY3" fmla="*/ 0 h 24333"/>
                <a:gd name="connsiteX4" fmla="*/ 30670 w 30670"/>
                <a:gd name="connsiteY4" fmla="*/ 12167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70" h="24333">
                  <a:moveTo>
                    <a:pt x="30670" y="12167"/>
                  </a:moveTo>
                  <a:cubicBezTo>
                    <a:pt x="30670" y="18884"/>
                    <a:pt x="23826" y="24333"/>
                    <a:pt x="15335" y="24333"/>
                  </a:cubicBezTo>
                  <a:cubicBezTo>
                    <a:pt x="6844" y="24333"/>
                    <a:pt x="0" y="18884"/>
                    <a:pt x="0" y="12167"/>
                  </a:cubicBezTo>
                  <a:cubicBezTo>
                    <a:pt x="0" y="5450"/>
                    <a:pt x="6844" y="0"/>
                    <a:pt x="15335" y="0"/>
                  </a:cubicBezTo>
                  <a:cubicBezTo>
                    <a:pt x="23826" y="0"/>
                    <a:pt x="30670" y="5450"/>
                    <a:pt x="30670" y="121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3" name="Freeform: Shape 2642">
              <a:extLst>
                <a:ext uri="{FF2B5EF4-FFF2-40B4-BE49-F238E27FC236}">
                  <a16:creationId xmlns:a16="http://schemas.microsoft.com/office/drawing/2014/main" id="{3BC8E3F4-574B-E9C8-A924-4472C8ABDF20}"/>
                </a:ext>
              </a:extLst>
            </p:cNvPr>
            <p:cNvSpPr/>
            <p:nvPr/>
          </p:nvSpPr>
          <p:spPr>
            <a:xfrm>
              <a:off x="3833130" y="5779570"/>
              <a:ext cx="29909" cy="23572"/>
            </a:xfrm>
            <a:custGeom>
              <a:avLst/>
              <a:gdLst>
                <a:gd name="connsiteX0" fmla="*/ 29910 w 29909"/>
                <a:gd name="connsiteY0" fmla="*/ 11786 h 23572"/>
                <a:gd name="connsiteX1" fmla="*/ 14955 w 29909"/>
                <a:gd name="connsiteY1" fmla="*/ 23573 h 23572"/>
                <a:gd name="connsiteX2" fmla="*/ 0 w 29909"/>
                <a:gd name="connsiteY2" fmla="*/ 11786 h 23572"/>
                <a:gd name="connsiteX3" fmla="*/ 14955 w 29909"/>
                <a:gd name="connsiteY3" fmla="*/ 0 h 23572"/>
                <a:gd name="connsiteX4" fmla="*/ 29910 w 29909"/>
                <a:gd name="connsiteY4" fmla="*/ 11786 h 2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909" h="23572">
                  <a:moveTo>
                    <a:pt x="29910" y="11786"/>
                  </a:moveTo>
                  <a:cubicBezTo>
                    <a:pt x="29910" y="18377"/>
                    <a:pt x="23193" y="23573"/>
                    <a:pt x="14955" y="23573"/>
                  </a:cubicBezTo>
                  <a:cubicBezTo>
                    <a:pt x="6717" y="23573"/>
                    <a:pt x="0" y="18250"/>
                    <a:pt x="0" y="11786"/>
                  </a:cubicBezTo>
                  <a:cubicBezTo>
                    <a:pt x="0" y="5323"/>
                    <a:pt x="6717" y="0"/>
                    <a:pt x="14955" y="0"/>
                  </a:cubicBezTo>
                  <a:cubicBezTo>
                    <a:pt x="23193" y="0"/>
                    <a:pt x="29910" y="5323"/>
                    <a:pt x="29910" y="1178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4" name="Freeform: Shape 2643">
              <a:extLst>
                <a:ext uri="{FF2B5EF4-FFF2-40B4-BE49-F238E27FC236}">
                  <a16:creationId xmlns:a16="http://schemas.microsoft.com/office/drawing/2014/main" id="{2F21517D-F2F9-AFFE-61EC-F06BC1CE5ADF}"/>
                </a:ext>
              </a:extLst>
            </p:cNvPr>
            <p:cNvSpPr/>
            <p:nvPr/>
          </p:nvSpPr>
          <p:spPr>
            <a:xfrm>
              <a:off x="3730854" y="5713667"/>
              <a:ext cx="30669" cy="24333"/>
            </a:xfrm>
            <a:custGeom>
              <a:avLst/>
              <a:gdLst>
                <a:gd name="connsiteX0" fmla="*/ 30670 w 30669"/>
                <a:gd name="connsiteY0" fmla="*/ 12167 h 24333"/>
                <a:gd name="connsiteX1" fmla="*/ 15335 w 30669"/>
                <a:gd name="connsiteY1" fmla="*/ 24333 h 24333"/>
                <a:gd name="connsiteX2" fmla="*/ 0 w 30669"/>
                <a:gd name="connsiteY2" fmla="*/ 12167 h 24333"/>
                <a:gd name="connsiteX3" fmla="*/ 15335 w 30669"/>
                <a:gd name="connsiteY3" fmla="*/ 0 h 24333"/>
                <a:gd name="connsiteX4" fmla="*/ 30670 w 30669"/>
                <a:gd name="connsiteY4" fmla="*/ 12167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9" h="24333">
                  <a:moveTo>
                    <a:pt x="30670" y="12167"/>
                  </a:moveTo>
                  <a:cubicBezTo>
                    <a:pt x="30670" y="18884"/>
                    <a:pt x="23826" y="24333"/>
                    <a:pt x="15335" y="24333"/>
                  </a:cubicBezTo>
                  <a:cubicBezTo>
                    <a:pt x="6844" y="24333"/>
                    <a:pt x="0" y="18884"/>
                    <a:pt x="0" y="12167"/>
                  </a:cubicBezTo>
                  <a:cubicBezTo>
                    <a:pt x="0" y="5450"/>
                    <a:pt x="6844" y="0"/>
                    <a:pt x="15335" y="0"/>
                  </a:cubicBezTo>
                  <a:cubicBezTo>
                    <a:pt x="23826" y="0"/>
                    <a:pt x="30670" y="5450"/>
                    <a:pt x="30670" y="121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5" name="Freeform: Shape 2644">
              <a:extLst>
                <a:ext uri="{FF2B5EF4-FFF2-40B4-BE49-F238E27FC236}">
                  <a16:creationId xmlns:a16="http://schemas.microsoft.com/office/drawing/2014/main" id="{153EA039-D045-B5A1-2363-38C55A36B84D}"/>
                </a:ext>
              </a:extLst>
            </p:cNvPr>
            <p:cNvSpPr/>
            <p:nvPr/>
          </p:nvSpPr>
          <p:spPr>
            <a:xfrm>
              <a:off x="3631873" y="5645483"/>
              <a:ext cx="30669" cy="24333"/>
            </a:xfrm>
            <a:custGeom>
              <a:avLst/>
              <a:gdLst>
                <a:gd name="connsiteX0" fmla="*/ 30670 w 30669"/>
                <a:gd name="connsiteY0" fmla="*/ 12167 h 24333"/>
                <a:gd name="connsiteX1" fmla="*/ 15335 w 30669"/>
                <a:gd name="connsiteY1" fmla="*/ 24333 h 24333"/>
                <a:gd name="connsiteX2" fmla="*/ 0 w 30669"/>
                <a:gd name="connsiteY2" fmla="*/ 12167 h 24333"/>
                <a:gd name="connsiteX3" fmla="*/ 15335 w 30669"/>
                <a:gd name="connsiteY3" fmla="*/ 0 h 24333"/>
                <a:gd name="connsiteX4" fmla="*/ 30670 w 30669"/>
                <a:gd name="connsiteY4" fmla="*/ 12167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9" h="24333">
                  <a:moveTo>
                    <a:pt x="30670" y="12167"/>
                  </a:moveTo>
                  <a:cubicBezTo>
                    <a:pt x="30670" y="18884"/>
                    <a:pt x="23826" y="24333"/>
                    <a:pt x="15335" y="24333"/>
                  </a:cubicBezTo>
                  <a:cubicBezTo>
                    <a:pt x="6843" y="24333"/>
                    <a:pt x="0" y="18884"/>
                    <a:pt x="0" y="12167"/>
                  </a:cubicBezTo>
                  <a:cubicBezTo>
                    <a:pt x="0" y="5450"/>
                    <a:pt x="6843" y="0"/>
                    <a:pt x="15335" y="0"/>
                  </a:cubicBezTo>
                  <a:cubicBezTo>
                    <a:pt x="23826" y="0"/>
                    <a:pt x="30670" y="5450"/>
                    <a:pt x="30670" y="121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6" name="Freeform: Shape 2645">
              <a:extLst>
                <a:ext uri="{FF2B5EF4-FFF2-40B4-BE49-F238E27FC236}">
                  <a16:creationId xmlns:a16="http://schemas.microsoft.com/office/drawing/2014/main" id="{6A027ACE-8D4D-BE34-171F-1BF0F18206B0}"/>
                </a:ext>
              </a:extLst>
            </p:cNvPr>
            <p:cNvSpPr/>
            <p:nvPr/>
          </p:nvSpPr>
          <p:spPr>
            <a:xfrm>
              <a:off x="3535934" y="5574511"/>
              <a:ext cx="30670" cy="24333"/>
            </a:xfrm>
            <a:custGeom>
              <a:avLst/>
              <a:gdLst>
                <a:gd name="connsiteX0" fmla="*/ 30670 w 30670"/>
                <a:gd name="connsiteY0" fmla="*/ 12167 h 24333"/>
                <a:gd name="connsiteX1" fmla="*/ 15335 w 30670"/>
                <a:gd name="connsiteY1" fmla="*/ 24333 h 24333"/>
                <a:gd name="connsiteX2" fmla="*/ 0 w 30670"/>
                <a:gd name="connsiteY2" fmla="*/ 12167 h 24333"/>
                <a:gd name="connsiteX3" fmla="*/ 15335 w 30670"/>
                <a:gd name="connsiteY3" fmla="*/ 0 h 24333"/>
                <a:gd name="connsiteX4" fmla="*/ 30670 w 30670"/>
                <a:gd name="connsiteY4" fmla="*/ 12167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70" h="24333">
                  <a:moveTo>
                    <a:pt x="30670" y="12167"/>
                  </a:moveTo>
                  <a:cubicBezTo>
                    <a:pt x="30670" y="18884"/>
                    <a:pt x="23826" y="24333"/>
                    <a:pt x="15335" y="24333"/>
                  </a:cubicBezTo>
                  <a:cubicBezTo>
                    <a:pt x="6844" y="24333"/>
                    <a:pt x="0" y="18884"/>
                    <a:pt x="0" y="12167"/>
                  </a:cubicBezTo>
                  <a:cubicBezTo>
                    <a:pt x="0" y="5450"/>
                    <a:pt x="6844" y="0"/>
                    <a:pt x="15335" y="0"/>
                  </a:cubicBezTo>
                  <a:cubicBezTo>
                    <a:pt x="23826" y="0"/>
                    <a:pt x="30670" y="5450"/>
                    <a:pt x="30670" y="121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7" name="Freeform: Shape 2646">
              <a:extLst>
                <a:ext uri="{FF2B5EF4-FFF2-40B4-BE49-F238E27FC236}">
                  <a16:creationId xmlns:a16="http://schemas.microsoft.com/office/drawing/2014/main" id="{66834CAE-E9DB-191D-8225-F0458C848150}"/>
                </a:ext>
              </a:extLst>
            </p:cNvPr>
            <p:cNvSpPr/>
            <p:nvPr/>
          </p:nvSpPr>
          <p:spPr>
            <a:xfrm>
              <a:off x="3442910" y="5500751"/>
              <a:ext cx="31430" cy="24840"/>
            </a:xfrm>
            <a:custGeom>
              <a:avLst/>
              <a:gdLst>
                <a:gd name="connsiteX0" fmla="*/ 31431 w 31430"/>
                <a:gd name="connsiteY0" fmla="*/ 12420 h 24840"/>
                <a:gd name="connsiteX1" fmla="*/ 15715 w 31430"/>
                <a:gd name="connsiteY1" fmla="*/ 24840 h 24840"/>
                <a:gd name="connsiteX2" fmla="*/ 0 w 31430"/>
                <a:gd name="connsiteY2" fmla="*/ 12420 h 24840"/>
                <a:gd name="connsiteX3" fmla="*/ 15715 w 31430"/>
                <a:gd name="connsiteY3" fmla="*/ 0 h 24840"/>
                <a:gd name="connsiteX4" fmla="*/ 31431 w 31430"/>
                <a:gd name="connsiteY4" fmla="*/ 12420 h 2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30" h="24840">
                  <a:moveTo>
                    <a:pt x="31431" y="12420"/>
                  </a:moveTo>
                  <a:cubicBezTo>
                    <a:pt x="31431" y="19264"/>
                    <a:pt x="24333" y="24840"/>
                    <a:pt x="15715" y="24840"/>
                  </a:cubicBezTo>
                  <a:cubicBezTo>
                    <a:pt x="7097" y="24840"/>
                    <a:pt x="0" y="19264"/>
                    <a:pt x="0" y="12420"/>
                  </a:cubicBezTo>
                  <a:cubicBezTo>
                    <a:pt x="0" y="5576"/>
                    <a:pt x="7097" y="0"/>
                    <a:pt x="15715" y="0"/>
                  </a:cubicBezTo>
                  <a:cubicBezTo>
                    <a:pt x="24333" y="0"/>
                    <a:pt x="31431" y="5576"/>
                    <a:pt x="31431" y="1242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8" name="Freeform: Shape 2647">
              <a:extLst>
                <a:ext uri="{FF2B5EF4-FFF2-40B4-BE49-F238E27FC236}">
                  <a16:creationId xmlns:a16="http://schemas.microsoft.com/office/drawing/2014/main" id="{7AD60E80-1B1A-D2F5-ADA7-6D405BCA8851}"/>
                </a:ext>
              </a:extLst>
            </p:cNvPr>
            <p:cNvSpPr/>
            <p:nvPr/>
          </p:nvSpPr>
          <p:spPr>
            <a:xfrm>
              <a:off x="3353814" y="5424962"/>
              <a:ext cx="30669" cy="24333"/>
            </a:xfrm>
            <a:custGeom>
              <a:avLst/>
              <a:gdLst>
                <a:gd name="connsiteX0" fmla="*/ 30670 w 30669"/>
                <a:gd name="connsiteY0" fmla="*/ 12167 h 24333"/>
                <a:gd name="connsiteX1" fmla="*/ 15335 w 30669"/>
                <a:gd name="connsiteY1" fmla="*/ 24333 h 24333"/>
                <a:gd name="connsiteX2" fmla="*/ 0 w 30669"/>
                <a:gd name="connsiteY2" fmla="*/ 12167 h 24333"/>
                <a:gd name="connsiteX3" fmla="*/ 15335 w 30669"/>
                <a:gd name="connsiteY3" fmla="*/ 0 h 24333"/>
                <a:gd name="connsiteX4" fmla="*/ 30670 w 30669"/>
                <a:gd name="connsiteY4" fmla="*/ 12167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9" h="24333">
                  <a:moveTo>
                    <a:pt x="30670" y="12167"/>
                  </a:moveTo>
                  <a:cubicBezTo>
                    <a:pt x="30670" y="18884"/>
                    <a:pt x="23826" y="24333"/>
                    <a:pt x="15335" y="24333"/>
                  </a:cubicBezTo>
                  <a:cubicBezTo>
                    <a:pt x="6844" y="24333"/>
                    <a:pt x="0" y="18884"/>
                    <a:pt x="0" y="12167"/>
                  </a:cubicBezTo>
                  <a:cubicBezTo>
                    <a:pt x="0" y="5450"/>
                    <a:pt x="6844" y="0"/>
                    <a:pt x="15335" y="0"/>
                  </a:cubicBezTo>
                  <a:cubicBezTo>
                    <a:pt x="23826" y="0"/>
                    <a:pt x="30670" y="5450"/>
                    <a:pt x="30670" y="121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9" name="Freeform: Shape 2648">
              <a:extLst>
                <a:ext uri="{FF2B5EF4-FFF2-40B4-BE49-F238E27FC236}">
                  <a16:creationId xmlns:a16="http://schemas.microsoft.com/office/drawing/2014/main" id="{343B50A2-6592-0869-EB2B-09B35CE87EE1}"/>
                </a:ext>
              </a:extLst>
            </p:cNvPr>
            <p:cNvSpPr/>
            <p:nvPr/>
          </p:nvSpPr>
          <p:spPr>
            <a:xfrm>
              <a:off x="3267887" y="5346513"/>
              <a:ext cx="30669" cy="24333"/>
            </a:xfrm>
            <a:custGeom>
              <a:avLst/>
              <a:gdLst>
                <a:gd name="connsiteX0" fmla="*/ 30670 w 30669"/>
                <a:gd name="connsiteY0" fmla="*/ 12167 h 24333"/>
                <a:gd name="connsiteX1" fmla="*/ 15335 w 30669"/>
                <a:gd name="connsiteY1" fmla="*/ 24333 h 24333"/>
                <a:gd name="connsiteX2" fmla="*/ 0 w 30669"/>
                <a:gd name="connsiteY2" fmla="*/ 12167 h 24333"/>
                <a:gd name="connsiteX3" fmla="*/ 15335 w 30669"/>
                <a:gd name="connsiteY3" fmla="*/ 0 h 24333"/>
                <a:gd name="connsiteX4" fmla="*/ 30670 w 30669"/>
                <a:gd name="connsiteY4" fmla="*/ 12167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9" h="24333">
                  <a:moveTo>
                    <a:pt x="30670" y="12167"/>
                  </a:moveTo>
                  <a:cubicBezTo>
                    <a:pt x="30670" y="18884"/>
                    <a:pt x="23826" y="24333"/>
                    <a:pt x="15335" y="24333"/>
                  </a:cubicBezTo>
                  <a:cubicBezTo>
                    <a:pt x="6844" y="24333"/>
                    <a:pt x="0" y="18884"/>
                    <a:pt x="0" y="12167"/>
                  </a:cubicBezTo>
                  <a:cubicBezTo>
                    <a:pt x="0" y="5450"/>
                    <a:pt x="6844" y="0"/>
                    <a:pt x="15335" y="0"/>
                  </a:cubicBezTo>
                  <a:cubicBezTo>
                    <a:pt x="23826" y="0"/>
                    <a:pt x="30670" y="5450"/>
                    <a:pt x="30670" y="121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0" name="Freeform: Shape 2649">
              <a:extLst>
                <a:ext uri="{FF2B5EF4-FFF2-40B4-BE49-F238E27FC236}">
                  <a16:creationId xmlns:a16="http://schemas.microsoft.com/office/drawing/2014/main" id="{BD27881C-828D-62D9-1195-9B2A04B512AA}"/>
                </a:ext>
              </a:extLst>
            </p:cNvPr>
            <p:cNvSpPr/>
            <p:nvPr/>
          </p:nvSpPr>
          <p:spPr>
            <a:xfrm>
              <a:off x="3185382" y="5265656"/>
              <a:ext cx="30670" cy="24333"/>
            </a:xfrm>
            <a:custGeom>
              <a:avLst/>
              <a:gdLst>
                <a:gd name="connsiteX0" fmla="*/ 30670 w 30670"/>
                <a:gd name="connsiteY0" fmla="*/ 12167 h 24333"/>
                <a:gd name="connsiteX1" fmla="*/ 15335 w 30670"/>
                <a:gd name="connsiteY1" fmla="*/ 24333 h 24333"/>
                <a:gd name="connsiteX2" fmla="*/ 0 w 30670"/>
                <a:gd name="connsiteY2" fmla="*/ 12167 h 24333"/>
                <a:gd name="connsiteX3" fmla="*/ 15335 w 30670"/>
                <a:gd name="connsiteY3" fmla="*/ 0 h 24333"/>
                <a:gd name="connsiteX4" fmla="*/ 30670 w 30670"/>
                <a:gd name="connsiteY4" fmla="*/ 12167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70" h="24333">
                  <a:moveTo>
                    <a:pt x="30670" y="12167"/>
                  </a:moveTo>
                  <a:cubicBezTo>
                    <a:pt x="30670" y="18884"/>
                    <a:pt x="23826" y="24333"/>
                    <a:pt x="15335" y="24333"/>
                  </a:cubicBezTo>
                  <a:cubicBezTo>
                    <a:pt x="6844" y="24333"/>
                    <a:pt x="0" y="18884"/>
                    <a:pt x="0" y="12167"/>
                  </a:cubicBezTo>
                  <a:cubicBezTo>
                    <a:pt x="0" y="5450"/>
                    <a:pt x="6844" y="0"/>
                    <a:pt x="15335" y="0"/>
                  </a:cubicBezTo>
                  <a:cubicBezTo>
                    <a:pt x="23826" y="0"/>
                    <a:pt x="30670" y="5450"/>
                    <a:pt x="30670" y="121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1" name="Freeform: Shape 2650">
              <a:extLst>
                <a:ext uri="{FF2B5EF4-FFF2-40B4-BE49-F238E27FC236}">
                  <a16:creationId xmlns:a16="http://schemas.microsoft.com/office/drawing/2014/main" id="{03480AB8-A49A-BDBD-7223-00FD5F6A25B3}"/>
                </a:ext>
              </a:extLst>
            </p:cNvPr>
            <p:cNvSpPr/>
            <p:nvPr/>
          </p:nvSpPr>
          <p:spPr>
            <a:xfrm>
              <a:off x="3106806" y="5183023"/>
              <a:ext cx="29909" cy="23573"/>
            </a:xfrm>
            <a:custGeom>
              <a:avLst/>
              <a:gdLst>
                <a:gd name="connsiteX0" fmla="*/ 29910 w 29909"/>
                <a:gd name="connsiteY0" fmla="*/ 11786 h 23573"/>
                <a:gd name="connsiteX1" fmla="*/ 14955 w 29909"/>
                <a:gd name="connsiteY1" fmla="*/ 23573 h 23573"/>
                <a:gd name="connsiteX2" fmla="*/ 0 w 29909"/>
                <a:gd name="connsiteY2" fmla="*/ 11786 h 23573"/>
                <a:gd name="connsiteX3" fmla="*/ 14955 w 29909"/>
                <a:gd name="connsiteY3" fmla="*/ 0 h 23573"/>
                <a:gd name="connsiteX4" fmla="*/ 29910 w 29909"/>
                <a:gd name="connsiteY4" fmla="*/ 11786 h 23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909" h="23573">
                  <a:moveTo>
                    <a:pt x="29910" y="11786"/>
                  </a:moveTo>
                  <a:cubicBezTo>
                    <a:pt x="29910" y="18377"/>
                    <a:pt x="23193" y="23573"/>
                    <a:pt x="14955" y="23573"/>
                  </a:cubicBezTo>
                  <a:cubicBezTo>
                    <a:pt x="6717" y="23573"/>
                    <a:pt x="0" y="18250"/>
                    <a:pt x="0" y="11786"/>
                  </a:cubicBezTo>
                  <a:cubicBezTo>
                    <a:pt x="0" y="5323"/>
                    <a:pt x="6717" y="0"/>
                    <a:pt x="14955" y="0"/>
                  </a:cubicBezTo>
                  <a:cubicBezTo>
                    <a:pt x="23193" y="0"/>
                    <a:pt x="29910" y="5323"/>
                    <a:pt x="29910" y="1178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2" name="Freeform: Shape 2651">
              <a:extLst>
                <a:ext uri="{FF2B5EF4-FFF2-40B4-BE49-F238E27FC236}">
                  <a16:creationId xmlns:a16="http://schemas.microsoft.com/office/drawing/2014/main" id="{F805BFD5-F1D3-4BBD-621E-3CFF9C99CFB8}"/>
                </a:ext>
              </a:extLst>
            </p:cNvPr>
            <p:cNvSpPr/>
            <p:nvPr/>
          </p:nvSpPr>
          <p:spPr>
            <a:xfrm>
              <a:off x="3031652" y="5097857"/>
              <a:ext cx="29909" cy="23573"/>
            </a:xfrm>
            <a:custGeom>
              <a:avLst/>
              <a:gdLst>
                <a:gd name="connsiteX0" fmla="*/ 29910 w 29909"/>
                <a:gd name="connsiteY0" fmla="*/ 11786 h 23573"/>
                <a:gd name="connsiteX1" fmla="*/ 14955 w 29909"/>
                <a:gd name="connsiteY1" fmla="*/ 23573 h 23573"/>
                <a:gd name="connsiteX2" fmla="*/ 0 w 29909"/>
                <a:gd name="connsiteY2" fmla="*/ 11786 h 23573"/>
                <a:gd name="connsiteX3" fmla="*/ 14955 w 29909"/>
                <a:gd name="connsiteY3" fmla="*/ 0 h 23573"/>
                <a:gd name="connsiteX4" fmla="*/ 29910 w 29909"/>
                <a:gd name="connsiteY4" fmla="*/ 11786 h 23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909" h="23573">
                  <a:moveTo>
                    <a:pt x="29910" y="11786"/>
                  </a:moveTo>
                  <a:cubicBezTo>
                    <a:pt x="29910" y="18377"/>
                    <a:pt x="23193" y="23573"/>
                    <a:pt x="14955" y="23573"/>
                  </a:cubicBezTo>
                  <a:cubicBezTo>
                    <a:pt x="6717" y="23573"/>
                    <a:pt x="0" y="18250"/>
                    <a:pt x="0" y="11786"/>
                  </a:cubicBezTo>
                  <a:cubicBezTo>
                    <a:pt x="0" y="5323"/>
                    <a:pt x="6717" y="0"/>
                    <a:pt x="14955" y="0"/>
                  </a:cubicBezTo>
                  <a:cubicBezTo>
                    <a:pt x="23193" y="0"/>
                    <a:pt x="29910" y="5323"/>
                    <a:pt x="29910" y="1178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3" name="Freeform: Shape 2652">
              <a:extLst>
                <a:ext uri="{FF2B5EF4-FFF2-40B4-BE49-F238E27FC236}">
                  <a16:creationId xmlns:a16="http://schemas.microsoft.com/office/drawing/2014/main" id="{D8E21DCD-50C0-4A03-A7F7-457136AD04E0}"/>
                </a:ext>
              </a:extLst>
            </p:cNvPr>
            <p:cNvSpPr/>
            <p:nvPr/>
          </p:nvSpPr>
          <p:spPr>
            <a:xfrm>
              <a:off x="2960173" y="5010663"/>
              <a:ext cx="29909" cy="23573"/>
            </a:xfrm>
            <a:custGeom>
              <a:avLst/>
              <a:gdLst>
                <a:gd name="connsiteX0" fmla="*/ 29910 w 29909"/>
                <a:gd name="connsiteY0" fmla="*/ 11787 h 23573"/>
                <a:gd name="connsiteX1" fmla="*/ 14955 w 29909"/>
                <a:gd name="connsiteY1" fmla="*/ 23573 h 23573"/>
                <a:gd name="connsiteX2" fmla="*/ 0 w 29909"/>
                <a:gd name="connsiteY2" fmla="*/ 11787 h 23573"/>
                <a:gd name="connsiteX3" fmla="*/ 14955 w 29909"/>
                <a:gd name="connsiteY3" fmla="*/ 0 h 23573"/>
                <a:gd name="connsiteX4" fmla="*/ 29910 w 29909"/>
                <a:gd name="connsiteY4" fmla="*/ 11787 h 23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909" h="23573">
                  <a:moveTo>
                    <a:pt x="29910" y="11787"/>
                  </a:moveTo>
                  <a:cubicBezTo>
                    <a:pt x="29910" y="18377"/>
                    <a:pt x="23193" y="23573"/>
                    <a:pt x="14955" y="23573"/>
                  </a:cubicBezTo>
                  <a:cubicBezTo>
                    <a:pt x="6717" y="23573"/>
                    <a:pt x="0" y="18250"/>
                    <a:pt x="0" y="11787"/>
                  </a:cubicBezTo>
                  <a:cubicBezTo>
                    <a:pt x="0" y="5323"/>
                    <a:pt x="6717" y="0"/>
                    <a:pt x="14955" y="0"/>
                  </a:cubicBezTo>
                  <a:cubicBezTo>
                    <a:pt x="23193" y="0"/>
                    <a:pt x="29910" y="5323"/>
                    <a:pt x="29910" y="1178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4" name="Freeform: Shape 2653">
              <a:extLst>
                <a:ext uri="{FF2B5EF4-FFF2-40B4-BE49-F238E27FC236}">
                  <a16:creationId xmlns:a16="http://schemas.microsoft.com/office/drawing/2014/main" id="{532E6961-B548-0A01-A152-48432E146D1D}"/>
                </a:ext>
              </a:extLst>
            </p:cNvPr>
            <p:cNvSpPr/>
            <p:nvPr/>
          </p:nvSpPr>
          <p:spPr>
            <a:xfrm>
              <a:off x="2892749" y="4921441"/>
              <a:ext cx="29909" cy="23699"/>
            </a:xfrm>
            <a:custGeom>
              <a:avLst/>
              <a:gdLst>
                <a:gd name="connsiteX0" fmla="*/ 29910 w 29909"/>
                <a:gd name="connsiteY0" fmla="*/ 11786 h 23699"/>
                <a:gd name="connsiteX1" fmla="*/ 14955 w 29909"/>
                <a:gd name="connsiteY1" fmla="*/ 23700 h 23699"/>
                <a:gd name="connsiteX2" fmla="*/ 0 w 29909"/>
                <a:gd name="connsiteY2" fmla="*/ 11786 h 23699"/>
                <a:gd name="connsiteX3" fmla="*/ 14955 w 29909"/>
                <a:gd name="connsiteY3" fmla="*/ 0 h 23699"/>
                <a:gd name="connsiteX4" fmla="*/ 29910 w 29909"/>
                <a:gd name="connsiteY4" fmla="*/ 11786 h 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909" h="23699">
                  <a:moveTo>
                    <a:pt x="29910" y="11786"/>
                  </a:moveTo>
                  <a:cubicBezTo>
                    <a:pt x="29910" y="18376"/>
                    <a:pt x="23193" y="23700"/>
                    <a:pt x="14955" y="23700"/>
                  </a:cubicBezTo>
                  <a:cubicBezTo>
                    <a:pt x="6717" y="23700"/>
                    <a:pt x="0" y="18376"/>
                    <a:pt x="0" y="11786"/>
                  </a:cubicBezTo>
                  <a:cubicBezTo>
                    <a:pt x="0" y="5196"/>
                    <a:pt x="6717" y="0"/>
                    <a:pt x="14955" y="0"/>
                  </a:cubicBezTo>
                  <a:cubicBezTo>
                    <a:pt x="23193" y="0"/>
                    <a:pt x="29910" y="5323"/>
                    <a:pt x="29910" y="1178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5" name="Freeform: Shape 2654">
              <a:extLst>
                <a:ext uri="{FF2B5EF4-FFF2-40B4-BE49-F238E27FC236}">
                  <a16:creationId xmlns:a16="http://schemas.microsoft.com/office/drawing/2014/main" id="{07C16C05-3800-5D9B-B881-B36A5DA21084}"/>
                </a:ext>
              </a:extLst>
            </p:cNvPr>
            <p:cNvSpPr/>
            <p:nvPr/>
          </p:nvSpPr>
          <p:spPr>
            <a:xfrm>
              <a:off x="2829508" y="4830698"/>
              <a:ext cx="29276" cy="23192"/>
            </a:xfrm>
            <a:custGeom>
              <a:avLst/>
              <a:gdLst>
                <a:gd name="connsiteX0" fmla="*/ 29276 w 29276"/>
                <a:gd name="connsiteY0" fmla="*/ 11533 h 23192"/>
                <a:gd name="connsiteX1" fmla="*/ 14701 w 29276"/>
                <a:gd name="connsiteY1" fmla="*/ 23193 h 23192"/>
                <a:gd name="connsiteX2" fmla="*/ 0 w 29276"/>
                <a:gd name="connsiteY2" fmla="*/ 11533 h 23192"/>
                <a:gd name="connsiteX3" fmla="*/ 14701 w 29276"/>
                <a:gd name="connsiteY3" fmla="*/ 0 h 23192"/>
                <a:gd name="connsiteX4" fmla="*/ 29276 w 29276"/>
                <a:gd name="connsiteY4" fmla="*/ 11533 h 23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276" h="23192">
                  <a:moveTo>
                    <a:pt x="29276" y="11533"/>
                  </a:moveTo>
                  <a:cubicBezTo>
                    <a:pt x="29276" y="17996"/>
                    <a:pt x="22686" y="23193"/>
                    <a:pt x="14701" y="23193"/>
                  </a:cubicBezTo>
                  <a:cubicBezTo>
                    <a:pt x="6717" y="23193"/>
                    <a:pt x="0" y="17996"/>
                    <a:pt x="0" y="11533"/>
                  </a:cubicBezTo>
                  <a:cubicBezTo>
                    <a:pt x="0" y="5069"/>
                    <a:pt x="6590" y="0"/>
                    <a:pt x="14701" y="0"/>
                  </a:cubicBezTo>
                  <a:cubicBezTo>
                    <a:pt x="22813" y="0"/>
                    <a:pt x="29276" y="5196"/>
                    <a:pt x="29276" y="1153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6" name="Freeform: Shape 2655">
              <a:extLst>
                <a:ext uri="{FF2B5EF4-FFF2-40B4-BE49-F238E27FC236}">
                  <a16:creationId xmlns:a16="http://schemas.microsoft.com/office/drawing/2014/main" id="{B80AC92C-81A8-89B5-D3CE-E38F463B8CBD}"/>
                </a:ext>
              </a:extLst>
            </p:cNvPr>
            <p:cNvSpPr/>
            <p:nvPr/>
          </p:nvSpPr>
          <p:spPr>
            <a:xfrm>
              <a:off x="2770069" y="4738054"/>
              <a:ext cx="29149" cy="23192"/>
            </a:xfrm>
            <a:custGeom>
              <a:avLst/>
              <a:gdLst>
                <a:gd name="connsiteX0" fmla="*/ 29149 w 29149"/>
                <a:gd name="connsiteY0" fmla="*/ 11533 h 23192"/>
                <a:gd name="connsiteX1" fmla="*/ 14575 w 29149"/>
                <a:gd name="connsiteY1" fmla="*/ 23193 h 23192"/>
                <a:gd name="connsiteX2" fmla="*/ 0 w 29149"/>
                <a:gd name="connsiteY2" fmla="*/ 11533 h 23192"/>
                <a:gd name="connsiteX3" fmla="*/ 14575 w 29149"/>
                <a:gd name="connsiteY3" fmla="*/ 0 h 23192"/>
                <a:gd name="connsiteX4" fmla="*/ 29149 w 29149"/>
                <a:gd name="connsiteY4" fmla="*/ 11533 h 23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9" h="23192">
                  <a:moveTo>
                    <a:pt x="29149" y="11533"/>
                  </a:moveTo>
                  <a:cubicBezTo>
                    <a:pt x="29149" y="17996"/>
                    <a:pt x="22559" y="23193"/>
                    <a:pt x="14575" y="23193"/>
                  </a:cubicBezTo>
                  <a:cubicBezTo>
                    <a:pt x="6590" y="23193"/>
                    <a:pt x="0" y="17996"/>
                    <a:pt x="0" y="11533"/>
                  </a:cubicBezTo>
                  <a:cubicBezTo>
                    <a:pt x="0" y="5069"/>
                    <a:pt x="6590" y="0"/>
                    <a:pt x="14575" y="0"/>
                  </a:cubicBezTo>
                  <a:cubicBezTo>
                    <a:pt x="22559" y="0"/>
                    <a:pt x="29149" y="5196"/>
                    <a:pt x="29149" y="1153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7" name="Freeform: Shape 2656">
              <a:extLst>
                <a:ext uri="{FF2B5EF4-FFF2-40B4-BE49-F238E27FC236}">
                  <a16:creationId xmlns:a16="http://schemas.microsoft.com/office/drawing/2014/main" id="{31E5D833-4ABA-D436-0367-48E215E872A7}"/>
                </a:ext>
              </a:extLst>
            </p:cNvPr>
            <p:cNvSpPr/>
            <p:nvPr/>
          </p:nvSpPr>
          <p:spPr>
            <a:xfrm>
              <a:off x="2714938" y="4644142"/>
              <a:ext cx="28515" cy="22558"/>
            </a:xfrm>
            <a:custGeom>
              <a:avLst/>
              <a:gdLst>
                <a:gd name="connsiteX0" fmla="*/ 28516 w 28515"/>
                <a:gd name="connsiteY0" fmla="*/ 11279 h 22558"/>
                <a:gd name="connsiteX1" fmla="*/ 14194 w 28515"/>
                <a:gd name="connsiteY1" fmla="*/ 22559 h 22558"/>
                <a:gd name="connsiteX2" fmla="*/ 0 w 28515"/>
                <a:gd name="connsiteY2" fmla="*/ 11279 h 22558"/>
                <a:gd name="connsiteX3" fmla="*/ 14194 w 28515"/>
                <a:gd name="connsiteY3" fmla="*/ 0 h 22558"/>
                <a:gd name="connsiteX4" fmla="*/ 28516 w 28515"/>
                <a:gd name="connsiteY4" fmla="*/ 11279 h 22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15" h="22558">
                  <a:moveTo>
                    <a:pt x="28516" y="11279"/>
                  </a:moveTo>
                  <a:cubicBezTo>
                    <a:pt x="28516" y="17490"/>
                    <a:pt x="22179" y="22559"/>
                    <a:pt x="14194" y="22559"/>
                  </a:cubicBezTo>
                  <a:cubicBezTo>
                    <a:pt x="6210" y="22559"/>
                    <a:pt x="0" y="17490"/>
                    <a:pt x="0" y="11279"/>
                  </a:cubicBezTo>
                  <a:cubicBezTo>
                    <a:pt x="0" y="5069"/>
                    <a:pt x="6337" y="0"/>
                    <a:pt x="14194" y="0"/>
                  </a:cubicBezTo>
                  <a:cubicBezTo>
                    <a:pt x="22052" y="0"/>
                    <a:pt x="28516" y="5069"/>
                    <a:pt x="28516" y="1127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8" name="Freeform: Shape 2657">
              <a:extLst>
                <a:ext uri="{FF2B5EF4-FFF2-40B4-BE49-F238E27FC236}">
                  <a16:creationId xmlns:a16="http://schemas.microsoft.com/office/drawing/2014/main" id="{A67B4505-0058-7723-C96F-7A8125E94391}"/>
                </a:ext>
              </a:extLst>
            </p:cNvPr>
            <p:cNvSpPr/>
            <p:nvPr/>
          </p:nvSpPr>
          <p:spPr>
            <a:xfrm>
              <a:off x="2663737" y="4548330"/>
              <a:ext cx="28515" cy="22558"/>
            </a:xfrm>
            <a:custGeom>
              <a:avLst/>
              <a:gdLst>
                <a:gd name="connsiteX0" fmla="*/ 28516 w 28515"/>
                <a:gd name="connsiteY0" fmla="*/ 11279 h 22558"/>
                <a:gd name="connsiteX1" fmla="*/ 14195 w 28515"/>
                <a:gd name="connsiteY1" fmla="*/ 22559 h 22558"/>
                <a:gd name="connsiteX2" fmla="*/ 0 w 28515"/>
                <a:gd name="connsiteY2" fmla="*/ 11279 h 22558"/>
                <a:gd name="connsiteX3" fmla="*/ 14195 w 28515"/>
                <a:gd name="connsiteY3" fmla="*/ 0 h 22558"/>
                <a:gd name="connsiteX4" fmla="*/ 28516 w 28515"/>
                <a:gd name="connsiteY4" fmla="*/ 11279 h 22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15" h="22558">
                  <a:moveTo>
                    <a:pt x="28516" y="11279"/>
                  </a:moveTo>
                  <a:cubicBezTo>
                    <a:pt x="28516" y="17490"/>
                    <a:pt x="22179" y="22559"/>
                    <a:pt x="14195" y="22559"/>
                  </a:cubicBezTo>
                  <a:cubicBezTo>
                    <a:pt x="6210" y="22559"/>
                    <a:pt x="0" y="17490"/>
                    <a:pt x="0" y="11279"/>
                  </a:cubicBezTo>
                  <a:cubicBezTo>
                    <a:pt x="0" y="5069"/>
                    <a:pt x="6337" y="0"/>
                    <a:pt x="14195" y="0"/>
                  </a:cubicBezTo>
                  <a:cubicBezTo>
                    <a:pt x="22052" y="0"/>
                    <a:pt x="28516" y="5069"/>
                    <a:pt x="28516" y="1127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9" name="Freeform: Shape 2658">
              <a:extLst>
                <a:ext uri="{FF2B5EF4-FFF2-40B4-BE49-F238E27FC236}">
                  <a16:creationId xmlns:a16="http://schemas.microsoft.com/office/drawing/2014/main" id="{23DD2FB9-AA04-2EB8-72BA-784366852FFC}"/>
                </a:ext>
              </a:extLst>
            </p:cNvPr>
            <p:cNvSpPr/>
            <p:nvPr/>
          </p:nvSpPr>
          <p:spPr>
            <a:xfrm>
              <a:off x="2617225" y="4451504"/>
              <a:ext cx="27628" cy="21925"/>
            </a:xfrm>
            <a:custGeom>
              <a:avLst/>
              <a:gdLst>
                <a:gd name="connsiteX0" fmla="*/ 27629 w 27628"/>
                <a:gd name="connsiteY0" fmla="*/ 11026 h 21925"/>
                <a:gd name="connsiteX1" fmla="*/ 13814 w 27628"/>
                <a:gd name="connsiteY1" fmla="*/ 21925 h 21925"/>
                <a:gd name="connsiteX2" fmla="*/ 0 w 27628"/>
                <a:gd name="connsiteY2" fmla="*/ 11026 h 21925"/>
                <a:gd name="connsiteX3" fmla="*/ 13814 w 27628"/>
                <a:gd name="connsiteY3" fmla="*/ 0 h 21925"/>
                <a:gd name="connsiteX4" fmla="*/ 27629 w 27628"/>
                <a:gd name="connsiteY4" fmla="*/ 11026 h 2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28" h="21925">
                  <a:moveTo>
                    <a:pt x="27629" y="11026"/>
                  </a:moveTo>
                  <a:cubicBezTo>
                    <a:pt x="27629" y="17109"/>
                    <a:pt x="21418" y="21925"/>
                    <a:pt x="13814" y="21925"/>
                  </a:cubicBezTo>
                  <a:cubicBezTo>
                    <a:pt x="6210" y="21925"/>
                    <a:pt x="0" y="16983"/>
                    <a:pt x="0" y="11026"/>
                  </a:cubicBezTo>
                  <a:cubicBezTo>
                    <a:pt x="0" y="5069"/>
                    <a:pt x="6210" y="0"/>
                    <a:pt x="13814" y="0"/>
                  </a:cubicBezTo>
                  <a:cubicBezTo>
                    <a:pt x="21418" y="0"/>
                    <a:pt x="27629" y="4943"/>
                    <a:pt x="27629" y="1102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0" name="Freeform: Shape 2659">
              <a:extLst>
                <a:ext uri="{FF2B5EF4-FFF2-40B4-BE49-F238E27FC236}">
                  <a16:creationId xmlns:a16="http://schemas.microsoft.com/office/drawing/2014/main" id="{C55298A5-637A-8A1A-E415-73F51382E1DF}"/>
                </a:ext>
              </a:extLst>
            </p:cNvPr>
            <p:cNvSpPr/>
            <p:nvPr/>
          </p:nvSpPr>
          <p:spPr>
            <a:xfrm>
              <a:off x="2574515" y="4353283"/>
              <a:ext cx="27628" cy="21925"/>
            </a:xfrm>
            <a:custGeom>
              <a:avLst/>
              <a:gdLst>
                <a:gd name="connsiteX0" fmla="*/ 27629 w 27628"/>
                <a:gd name="connsiteY0" fmla="*/ 10899 h 21925"/>
                <a:gd name="connsiteX1" fmla="*/ 13814 w 27628"/>
                <a:gd name="connsiteY1" fmla="*/ 21925 h 21925"/>
                <a:gd name="connsiteX2" fmla="*/ 0 w 27628"/>
                <a:gd name="connsiteY2" fmla="*/ 10899 h 21925"/>
                <a:gd name="connsiteX3" fmla="*/ 13814 w 27628"/>
                <a:gd name="connsiteY3" fmla="*/ 0 h 21925"/>
                <a:gd name="connsiteX4" fmla="*/ 27629 w 27628"/>
                <a:gd name="connsiteY4" fmla="*/ 10899 h 2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28" h="21925">
                  <a:moveTo>
                    <a:pt x="27629" y="10899"/>
                  </a:moveTo>
                  <a:cubicBezTo>
                    <a:pt x="27629" y="16983"/>
                    <a:pt x="21418" y="21925"/>
                    <a:pt x="13814" y="21925"/>
                  </a:cubicBezTo>
                  <a:cubicBezTo>
                    <a:pt x="6210" y="21925"/>
                    <a:pt x="0" y="16983"/>
                    <a:pt x="0" y="10899"/>
                  </a:cubicBezTo>
                  <a:cubicBezTo>
                    <a:pt x="0" y="4816"/>
                    <a:pt x="6210" y="0"/>
                    <a:pt x="13814" y="0"/>
                  </a:cubicBezTo>
                  <a:cubicBezTo>
                    <a:pt x="21418" y="0"/>
                    <a:pt x="27629" y="4943"/>
                    <a:pt x="27629" y="1089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1" name="Freeform: Shape 2660">
              <a:extLst>
                <a:ext uri="{FF2B5EF4-FFF2-40B4-BE49-F238E27FC236}">
                  <a16:creationId xmlns:a16="http://schemas.microsoft.com/office/drawing/2014/main" id="{2C0CBA70-8A05-D24E-604A-DDE6E9975EDA}"/>
                </a:ext>
              </a:extLst>
            </p:cNvPr>
            <p:cNvSpPr/>
            <p:nvPr/>
          </p:nvSpPr>
          <p:spPr>
            <a:xfrm>
              <a:off x="2536494" y="4254176"/>
              <a:ext cx="26867" cy="21291"/>
            </a:xfrm>
            <a:custGeom>
              <a:avLst/>
              <a:gdLst>
                <a:gd name="connsiteX0" fmla="*/ 26868 w 26867"/>
                <a:gd name="connsiteY0" fmla="*/ 10646 h 21291"/>
                <a:gd name="connsiteX1" fmla="*/ 13434 w 26867"/>
                <a:gd name="connsiteY1" fmla="*/ 21292 h 21291"/>
                <a:gd name="connsiteX2" fmla="*/ 0 w 26867"/>
                <a:gd name="connsiteY2" fmla="*/ 10646 h 21291"/>
                <a:gd name="connsiteX3" fmla="*/ 13434 w 26867"/>
                <a:gd name="connsiteY3" fmla="*/ 0 h 21291"/>
                <a:gd name="connsiteX4" fmla="*/ 26868 w 26867"/>
                <a:gd name="connsiteY4" fmla="*/ 10646 h 2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67" h="21291">
                  <a:moveTo>
                    <a:pt x="26868" y="10646"/>
                  </a:moveTo>
                  <a:cubicBezTo>
                    <a:pt x="26868" y="16603"/>
                    <a:pt x="20911" y="21292"/>
                    <a:pt x="13434" y="21292"/>
                  </a:cubicBezTo>
                  <a:cubicBezTo>
                    <a:pt x="5957" y="21292"/>
                    <a:pt x="0" y="16476"/>
                    <a:pt x="0" y="10646"/>
                  </a:cubicBezTo>
                  <a:cubicBezTo>
                    <a:pt x="0" y="4816"/>
                    <a:pt x="5957" y="0"/>
                    <a:pt x="13434" y="0"/>
                  </a:cubicBezTo>
                  <a:cubicBezTo>
                    <a:pt x="20911" y="0"/>
                    <a:pt x="26868" y="4816"/>
                    <a:pt x="26868" y="1064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2" name="Freeform: Shape 2661">
              <a:extLst>
                <a:ext uri="{FF2B5EF4-FFF2-40B4-BE49-F238E27FC236}">
                  <a16:creationId xmlns:a16="http://schemas.microsoft.com/office/drawing/2014/main" id="{42E8297C-175A-811B-A60B-0BFFB1FF3419}"/>
                </a:ext>
              </a:extLst>
            </p:cNvPr>
            <p:cNvSpPr/>
            <p:nvPr/>
          </p:nvSpPr>
          <p:spPr>
            <a:xfrm>
              <a:off x="2502782" y="4153928"/>
              <a:ext cx="26361" cy="20784"/>
            </a:xfrm>
            <a:custGeom>
              <a:avLst/>
              <a:gdLst>
                <a:gd name="connsiteX0" fmla="*/ 26361 w 26361"/>
                <a:gd name="connsiteY0" fmla="*/ 10392 h 20784"/>
                <a:gd name="connsiteX1" fmla="*/ 13181 w 26361"/>
                <a:gd name="connsiteY1" fmla="*/ 20784 h 20784"/>
                <a:gd name="connsiteX2" fmla="*/ 0 w 26361"/>
                <a:gd name="connsiteY2" fmla="*/ 10392 h 20784"/>
                <a:gd name="connsiteX3" fmla="*/ 13181 w 26361"/>
                <a:gd name="connsiteY3" fmla="*/ 0 h 20784"/>
                <a:gd name="connsiteX4" fmla="*/ 26361 w 26361"/>
                <a:gd name="connsiteY4" fmla="*/ 10392 h 20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61" h="20784">
                  <a:moveTo>
                    <a:pt x="26361" y="10392"/>
                  </a:moveTo>
                  <a:cubicBezTo>
                    <a:pt x="26361" y="16222"/>
                    <a:pt x="20404" y="20784"/>
                    <a:pt x="13181" y="20784"/>
                  </a:cubicBezTo>
                  <a:cubicBezTo>
                    <a:pt x="5957" y="20784"/>
                    <a:pt x="0" y="16095"/>
                    <a:pt x="0" y="10392"/>
                  </a:cubicBezTo>
                  <a:cubicBezTo>
                    <a:pt x="0" y="4689"/>
                    <a:pt x="5830" y="0"/>
                    <a:pt x="13181" y="0"/>
                  </a:cubicBezTo>
                  <a:cubicBezTo>
                    <a:pt x="20531" y="0"/>
                    <a:pt x="26361" y="4689"/>
                    <a:pt x="26361" y="1039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3" name="Freeform: Shape 2662">
              <a:extLst>
                <a:ext uri="{FF2B5EF4-FFF2-40B4-BE49-F238E27FC236}">
                  <a16:creationId xmlns:a16="http://schemas.microsoft.com/office/drawing/2014/main" id="{F4FD7976-73E5-DBC6-D429-9D626D0BF100}"/>
                </a:ext>
              </a:extLst>
            </p:cNvPr>
            <p:cNvSpPr/>
            <p:nvPr/>
          </p:nvSpPr>
          <p:spPr>
            <a:xfrm>
              <a:off x="2473633" y="4052919"/>
              <a:ext cx="25600" cy="20277"/>
            </a:xfrm>
            <a:custGeom>
              <a:avLst/>
              <a:gdLst>
                <a:gd name="connsiteX0" fmla="*/ 25601 w 25600"/>
                <a:gd name="connsiteY0" fmla="*/ 10139 h 20277"/>
                <a:gd name="connsiteX1" fmla="*/ 12800 w 25600"/>
                <a:gd name="connsiteY1" fmla="*/ 20277 h 20277"/>
                <a:gd name="connsiteX2" fmla="*/ 0 w 25600"/>
                <a:gd name="connsiteY2" fmla="*/ 10139 h 20277"/>
                <a:gd name="connsiteX3" fmla="*/ 12800 w 25600"/>
                <a:gd name="connsiteY3" fmla="*/ 0 h 20277"/>
                <a:gd name="connsiteX4" fmla="*/ 25601 w 25600"/>
                <a:gd name="connsiteY4" fmla="*/ 10139 h 2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00" h="20277">
                  <a:moveTo>
                    <a:pt x="25601" y="10139"/>
                  </a:moveTo>
                  <a:cubicBezTo>
                    <a:pt x="25601" y="15715"/>
                    <a:pt x="19898" y="20277"/>
                    <a:pt x="12800" y="20277"/>
                  </a:cubicBezTo>
                  <a:cubicBezTo>
                    <a:pt x="5703" y="20277"/>
                    <a:pt x="0" y="15715"/>
                    <a:pt x="0" y="10139"/>
                  </a:cubicBezTo>
                  <a:cubicBezTo>
                    <a:pt x="0" y="4562"/>
                    <a:pt x="5703" y="0"/>
                    <a:pt x="12800" y="0"/>
                  </a:cubicBezTo>
                  <a:cubicBezTo>
                    <a:pt x="19898" y="0"/>
                    <a:pt x="25601" y="4562"/>
                    <a:pt x="25601" y="1013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4" name="Freeform: Shape 2663">
              <a:extLst>
                <a:ext uri="{FF2B5EF4-FFF2-40B4-BE49-F238E27FC236}">
                  <a16:creationId xmlns:a16="http://schemas.microsoft.com/office/drawing/2014/main" id="{06279FD7-77B9-6576-5BFA-95AAAC398EEA}"/>
                </a:ext>
              </a:extLst>
            </p:cNvPr>
            <p:cNvSpPr/>
            <p:nvPr/>
          </p:nvSpPr>
          <p:spPr>
            <a:xfrm>
              <a:off x="2448666" y="3950770"/>
              <a:ext cx="25600" cy="20277"/>
            </a:xfrm>
            <a:custGeom>
              <a:avLst/>
              <a:gdLst>
                <a:gd name="connsiteX0" fmla="*/ 25601 w 25600"/>
                <a:gd name="connsiteY0" fmla="*/ 10139 h 20277"/>
                <a:gd name="connsiteX1" fmla="*/ 12800 w 25600"/>
                <a:gd name="connsiteY1" fmla="*/ 20277 h 20277"/>
                <a:gd name="connsiteX2" fmla="*/ 0 w 25600"/>
                <a:gd name="connsiteY2" fmla="*/ 10139 h 20277"/>
                <a:gd name="connsiteX3" fmla="*/ 12800 w 25600"/>
                <a:gd name="connsiteY3" fmla="*/ 0 h 20277"/>
                <a:gd name="connsiteX4" fmla="*/ 25601 w 25600"/>
                <a:gd name="connsiteY4" fmla="*/ 10139 h 2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00" h="20277">
                  <a:moveTo>
                    <a:pt x="25601" y="10139"/>
                  </a:moveTo>
                  <a:cubicBezTo>
                    <a:pt x="25601" y="15715"/>
                    <a:pt x="19897" y="20277"/>
                    <a:pt x="12800" y="20277"/>
                  </a:cubicBezTo>
                  <a:cubicBezTo>
                    <a:pt x="5703" y="20277"/>
                    <a:pt x="0" y="15715"/>
                    <a:pt x="0" y="10139"/>
                  </a:cubicBezTo>
                  <a:cubicBezTo>
                    <a:pt x="0" y="4562"/>
                    <a:pt x="5703" y="0"/>
                    <a:pt x="12800" y="0"/>
                  </a:cubicBezTo>
                  <a:cubicBezTo>
                    <a:pt x="19897" y="0"/>
                    <a:pt x="25601" y="4562"/>
                    <a:pt x="25601" y="1013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5" name="Freeform: Shape 2664">
              <a:extLst>
                <a:ext uri="{FF2B5EF4-FFF2-40B4-BE49-F238E27FC236}">
                  <a16:creationId xmlns:a16="http://schemas.microsoft.com/office/drawing/2014/main" id="{DDB86679-A709-87E0-D9A9-E2E5F7E60D78}"/>
                </a:ext>
              </a:extLst>
            </p:cNvPr>
            <p:cNvSpPr/>
            <p:nvPr/>
          </p:nvSpPr>
          <p:spPr>
            <a:xfrm>
              <a:off x="2428642" y="3848367"/>
              <a:ext cx="24713" cy="19644"/>
            </a:xfrm>
            <a:custGeom>
              <a:avLst/>
              <a:gdLst>
                <a:gd name="connsiteX0" fmla="*/ 24713 w 24713"/>
                <a:gd name="connsiteY0" fmla="*/ 9885 h 19644"/>
                <a:gd name="connsiteX1" fmla="*/ 12293 w 24713"/>
                <a:gd name="connsiteY1" fmla="*/ 19644 h 19644"/>
                <a:gd name="connsiteX2" fmla="*/ 0 w 24713"/>
                <a:gd name="connsiteY2" fmla="*/ 9885 h 19644"/>
                <a:gd name="connsiteX3" fmla="*/ 12293 w 24713"/>
                <a:gd name="connsiteY3" fmla="*/ 0 h 19644"/>
                <a:gd name="connsiteX4" fmla="*/ 24713 w 24713"/>
                <a:gd name="connsiteY4" fmla="*/ 9885 h 19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713" h="19644">
                  <a:moveTo>
                    <a:pt x="24713" y="9885"/>
                  </a:moveTo>
                  <a:cubicBezTo>
                    <a:pt x="24713" y="15335"/>
                    <a:pt x="19137" y="19644"/>
                    <a:pt x="12293" y="19644"/>
                  </a:cubicBezTo>
                  <a:cubicBezTo>
                    <a:pt x="5450" y="19644"/>
                    <a:pt x="0" y="15208"/>
                    <a:pt x="0" y="9885"/>
                  </a:cubicBezTo>
                  <a:cubicBezTo>
                    <a:pt x="0" y="4563"/>
                    <a:pt x="5576" y="0"/>
                    <a:pt x="12293" y="0"/>
                  </a:cubicBezTo>
                  <a:cubicBezTo>
                    <a:pt x="19010" y="0"/>
                    <a:pt x="24713" y="4436"/>
                    <a:pt x="24713" y="988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6" name="Freeform: Shape 2665">
              <a:extLst>
                <a:ext uri="{FF2B5EF4-FFF2-40B4-BE49-F238E27FC236}">
                  <a16:creationId xmlns:a16="http://schemas.microsoft.com/office/drawing/2014/main" id="{A6F0AD19-4FD3-891A-48E0-70060855620F}"/>
                </a:ext>
              </a:extLst>
            </p:cNvPr>
            <p:cNvSpPr/>
            <p:nvPr/>
          </p:nvSpPr>
          <p:spPr>
            <a:xfrm>
              <a:off x="2412927" y="3745585"/>
              <a:ext cx="24079" cy="19010"/>
            </a:xfrm>
            <a:custGeom>
              <a:avLst/>
              <a:gdLst>
                <a:gd name="connsiteX0" fmla="*/ 24080 w 24079"/>
                <a:gd name="connsiteY0" fmla="*/ 9505 h 19010"/>
                <a:gd name="connsiteX1" fmla="*/ 12040 w 24079"/>
                <a:gd name="connsiteY1" fmla="*/ 19010 h 19010"/>
                <a:gd name="connsiteX2" fmla="*/ 0 w 24079"/>
                <a:gd name="connsiteY2" fmla="*/ 9505 h 19010"/>
                <a:gd name="connsiteX3" fmla="*/ 12040 w 24079"/>
                <a:gd name="connsiteY3" fmla="*/ 0 h 19010"/>
                <a:gd name="connsiteX4" fmla="*/ 24080 w 24079"/>
                <a:gd name="connsiteY4" fmla="*/ 9505 h 19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79" h="19010">
                  <a:moveTo>
                    <a:pt x="24080" y="9505"/>
                  </a:moveTo>
                  <a:cubicBezTo>
                    <a:pt x="24080" y="14701"/>
                    <a:pt x="18757" y="19010"/>
                    <a:pt x="12040" y="19010"/>
                  </a:cubicBezTo>
                  <a:cubicBezTo>
                    <a:pt x="5323" y="19010"/>
                    <a:pt x="0" y="14701"/>
                    <a:pt x="0" y="9505"/>
                  </a:cubicBezTo>
                  <a:cubicBezTo>
                    <a:pt x="0" y="4309"/>
                    <a:pt x="5323" y="0"/>
                    <a:pt x="12040" y="0"/>
                  </a:cubicBezTo>
                  <a:cubicBezTo>
                    <a:pt x="18757" y="0"/>
                    <a:pt x="24080" y="4182"/>
                    <a:pt x="24080" y="950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7" name="Freeform: Shape 2666">
              <a:extLst>
                <a:ext uri="{FF2B5EF4-FFF2-40B4-BE49-F238E27FC236}">
                  <a16:creationId xmlns:a16="http://schemas.microsoft.com/office/drawing/2014/main" id="{506B5A07-DE0D-4AB4-619B-7AD6A0E05037}"/>
                </a:ext>
              </a:extLst>
            </p:cNvPr>
            <p:cNvSpPr/>
            <p:nvPr/>
          </p:nvSpPr>
          <p:spPr>
            <a:xfrm>
              <a:off x="2402027" y="3642168"/>
              <a:ext cx="23319" cy="18503"/>
            </a:xfrm>
            <a:custGeom>
              <a:avLst/>
              <a:gdLst>
                <a:gd name="connsiteX0" fmla="*/ 23319 w 23319"/>
                <a:gd name="connsiteY0" fmla="*/ 9251 h 18503"/>
                <a:gd name="connsiteX1" fmla="*/ 11660 w 23319"/>
                <a:gd name="connsiteY1" fmla="*/ 18503 h 18503"/>
                <a:gd name="connsiteX2" fmla="*/ 0 w 23319"/>
                <a:gd name="connsiteY2" fmla="*/ 9251 h 18503"/>
                <a:gd name="connsiteX3" fmla="*/ 11660 w 23319"/>
                <a:gd name="connsiteY3" fmla="*/ 0 h 18503"/>
                <a:gd name="connsiteX4" fmla="*/ 23319 w 23319"/>
                <a:gd name="connsiteY4" fmla="*/ 9251 h 18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319" h="18503">
                  <a:moveTo>
                    <a:pt x="23319" y="9251"/>
                  </a:moveTo>
                  <a:cubicBezTo>
                    <a:pt x="23319" y="14321"/>
                    <a:pt x="18123" y="18503"/>
                    <a:pt x="11660" y="18503"/>
                  </a:cubicBezTo>
                  <a:cubicBezTo>
                    <a:pt x="5196" y="18503"/>
                    <a:pt x="0" y="14321"/>
                    <a:pt x="0" y="9251"/>
                  </a:cubicBezTo>
                  <a:cubicBezTo>
                    <a:pt x="0" y="4182"/>
                    <a:pt x="5196" y="0"/>
                    <a:pt x="11660" y="0"/>
                  </a:cubicBezTo>
                  <a:cubicBezTo>
                    <a:pt x="18123" y="0"/>
                    <a:pt x="23319" y="4182"/>
                    <a:pt x="23319" y="925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8" name="Freeform: Shape 2667">
              <a:extLst>
                <a:ext uri="{FF2B5EF4-FFF2-40B4-BE49-F238E27FC236}">
                  <a16:creationId xmlns:a16="http://schemas.microsoft.com/office/drawing/2014/main" id="{EAE53D33-ADAE-E0BA-037D-B1CF8743B501}"/>
                </a:ext>
              </a:extLst>
            </p:cNvPr>
            <p:cNvSpPr/>
            <p:nvPr/>
          </p:nvSpPr>
          <p:spPr>
            <a:xfrm>
              <a:off x="2395437" y="3538751"/>
              <a:ext cx="22558" cy="17869"/>
            </a:xfrm>
            <a:custGeom>
              <a:avLst/>
              <a:gdLst>
                <a:gd name="connsiteX0" fmla="*/ 22559 w 22558"/>
                <a:gd name="connsiteY0" fmla="*/ 8871 h 17869"/>
                <a:gd name="connsiteX1" fmla="*/ 11279 w 22558"/>
                <a:gd name="connsiteY1" fmla="*/ 17870 h 17869"/>
                <a:gd name="connsiteX2" fmla="*/ 0 w 22558"/>
                <a:gd name="connsiteY2" fmla="*/ 8871 h 17869"/>
                <a:gd name="connsiteX3" fmla="*/ 11279 w 22558"/>
                <a:gd name="connsiteY3" fmla="*/ 0 h 17869"/>
                <a:gd name="connsiteX4" fmla="*/ 22559 w 22558"/>
                <a:gd name="connsiteY4" fmla="*/ 8871 h 1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8" h="17869">
                  <a:moveTo>
                    <a:pt x="22559" y="8871"/>
                  </a:moveTo>
                  <a:cubicBezTo>
                    <a:pt x="22559" y="13814"/>
                    <a:pt x="17490" y="17870"/>
                    <a:pt x="11279" y="17870"/>
                  </a:cubicBezTo>
                  <a:cubicBezTo>
                    <a:pt x="5070" y="17870"/>
                    <a:pt x="0" y="13814"/>
                    <a:pt x="0" y="8871"/>
                  </a:cubicBezTo>
                  <a:cubicBezTo>
                    <a:pt x="0" y="3929"/>
                    <a:pt x="5070" y="0"/>
                    <a:pt x="11279" y="0"/>
                  </a:cubicBezTo>
                  <a:cubicBezTo>
                    <a:pt x="17490" y="0"/>
                    <a:pt x="22559" y="4056"/>
                    <a:pt x="22559" y="887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9" name="Freeform: Shape 2668">
              <a:extLst>
                <a:ext uri="{FF2B5EF4-FFF2-40B4-BE49-F238E27FC236}">
                  <a16:creationId xmlns:a16="http://schemas.microsoft.com/office/drawing/2014/main" id="{72287CFF-8138-0686-638A-26175076C49A}"/>
                </a:ext>
              </a:extLst>
            </p:cNvPr>
            <p:cNvSpPr/>
            <p:nvPr/>
          </p:nvSpPr>
          <p:spPr>
            <a:xfrm>
              <a:off x="2393536" y="3434955"/>
              <a:ext cx="21798" cy="17235"/>
            </a:xfrm>
            <a:custGeom>
              <a:avLst/>
              <a:gdLst>
                <a:gd name="connsiteX0" fmla="*/ 21799 w 21798"/>
                <a:gd name="connsiteY0" fmla="*/ 8618 h 17235"/>
                <a:gd name="connsiteX1" fmla="*/ 10899 w 21798"/>
                <a:gd name="connsiteY1" fmla="*/ 17236 h 17235"/>
                <a:gd name="connsiteX2" fmla="*/ 0 w 21798"/>
                <a:gd name="connsiteY2" fmla="*/ 8618 h 17235"/>
                <a:gd name="connsiteX3" fmla="*/ 10899 w 21798"/>
                <a:gd name="connsiteY3" fmla="*/ 0 h 17235"/>
                <a:gd name="connsiteX4" fmla="*/ 21799 w 21798"/>
                <a:gd name="connsiteY4" fmla="*/ 8618 h 17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798" h="17235">
                  <a:moveTo>
                    <a:pt x="21799" y="8618"/>
                  </a:moveTo>
                  <a:cubicBezTo>
                    <a:pt x="21799" y="13434"/>
                    <a:pt x="16983" y="17236"/>
                    <a:pt x="10899" y="17236"/>
                  </a:cubicBezTo>
                  <a:cubicBezTo>
                    <a:pt x="4816" y="17236"/>
                    <a:pt x="0" y="13434"/>
                    <a:pt x="0" y="8618"/>
                  </a:cubicBezTo>
                  <a:cubicBezTo>
                    <a:pt x="0" y="3802"/>
                    <a:pt x="4816" y="0"/>
                    <a:pt x="10899" y="0"/>
                  </a:cubicBezTo>
                  <a:cubicBezTo>
                    <a:pt x="16983" y="0"/>
                    <a:pt x="21799" y="3929"/>
                    <a:pt x="21799" y="86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0" name="Freeform: Shape 2669">
              <a:extLst>
                <a:ext uri="{FF2B5EF4-FFF2-40B4-BE49-F238E27FC236}">
                  <a16:creationId xmlns:a16="http://schemas.microsoft.com/office/drawing/2014/main" id="{4C73EE65-8724-797C-A1E2-143963822B20}"/>
                </a:ext>
              </a:extLst>
            </p:cNvPr>
            <p:cNvSpPr/>
            <p:nvPr/>
          </p:nvSpPr>
          <p:spPr>
            <a:xfrm>
              <a:off x="2396071" y="3331285"/>
              <a:ext cx="21291" cy="16855"/>
            </a:xfrm>
            <a:custGeom>
              <a:avLst/>
              <a:gdLst>
                <a:gd name="connsiteX0" fmla="*/ 21292 w 21291"/>
                <a:gd name="connsiteY0" fmla="*/ 8365 h 16855"/>
                <a:gd name="connsiteX1" fmla="*/ 10646 w 21291"/>
                <a:gd name="connsiteY1" fmla="*/ 16856 h 16855"/>
                <a:gd name="connsiteX2" fmla="*/ 0 w 21291"/>
                <a:gd name="connsiteY2" fmla="*/ 8365 h 16855"/>
                <a:gd name="connsiteX3" fmla="*/ 10646 w 21291"/>
                <a:gd name="connsiteY3" fmla="*/ 0 h 16855"/>
                <a:gd name="connsiteX4" fmla="*/ 21292 w 21291"/>
                <a:gd name="connsiteY4" fmla="*/ 8365 h 16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291" h="16855">
                  <a:moveTo>
                    <a:pt x="21292" y="8365"/>
                  </a:moveTo>
                  <a:cubicBezTo>
                    <a:pt x="21292" y="13054"/>
                    <a:pt x="16602" y="16856"/>
                    <a:pt x="10646" y="16856"/>
                  </a:cubicBezTo>
                  <a:cubicBezTo>
                    <a:pt x="4689" y="16856"/>
                    <a:pt x="0" y="13054"/>
                    <a:pt x="0" y="8365"/>
                  </a:cubicBezTo>
                  <a:cubicBezTo>
                    <a:pt x="0" y="3675"/>
                    <a:pt x="4689" y="0"/>
                    <a:pt x="10646" y="0"/>
                  </a:cubicBezTo>
                  <a:cubicBezTo>
                    <a:pt x="16602" y="0"/>
                    <a:pt x="21292" y="3802"/>
                    <a:pt x="21292" y="836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1" name="Freeform: Shape 2670">
              <a:extLst>
                <a:ext uri="{FF2B5EF4-FFF2-40B4-BE49-F238E27FC236}">
                  <a16:creationId xmlns:a16="http://schemas.microsoft.com/office/drawing/2014/main" id="{E8FD7157-EF56-3638-192E-C2BDD8D8E35A}"/>
                </a:ext>
              </a:extLst>
            </p:cNvPr>
            <p:cNvSpPr/>
            <p:nvPr/>
          </p:nvSpPr>
          <p:spPr>
            <a:xfrm>
              <a:off x="2403421" y="3227615"/>
              <a:ext cx="20404" cy="16222"/>
            </a:xfrm>
            <a:custGeom>
              <a:avLst/>
              <a:gdLst>
                <a:gd name="connsiteX0" fmla="*/ 20404 w 20404"/>
                <a:gd name="connsiteY0" fmla="*/ 8111 h 16222"/>
                <a:gd name="connsiteX1" fmla="*/ 10139 w 20404"/>
                <a:gd name="connsiteY1" fmla="*/ 16222 h 16222"/>
                <a:gd name="connsiteX2" fmla="*/ 0 w 20404"/>
                <a:gd name="connsiteY2" fmla="*/ 8111 h 16222"/>
                <a:gd name="connsiteX3" fmla="*/ 10139 w 20404"/>
                <a:gd name="connsiteY3" fmla="*/ 0 h 16222"/>
                <a:gd name="connsiteX4" fmla="*/ 20404 w 20404"/>
                <a:gd name="connsiteY4" fmla="*/ 8111 h 1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04" h="16222">
                  <a:moveTo>
                    <a:pt x="20404" y="8111"/>
                  </a:moveTo>
                  <a:cubicBezTo>
                    <a:pt x="20404" y="12547"/>
                    <a:pt x="15842" y="16222"/>
                    <a:pt x="10139" y="16222"/>
                  </a:cubicBezTo>
                  <a:cubicBezTo>
                    <a:pt x="4436" y="16222"/>
                    <a:pt x="0" y="12547"/>
                    <a:pt x="0" y="8111"/>
                  </a:cubicBezTo>
                  <a:cubicBezTo>
                    <a:pt x="0" y="3675"/>
                    <a:pt x="4563" y="0"/>
                    <a:pt x="10139" y="0"/>
                  </a:cubicBezTo>
                  <a:cubicBezTo>
                    <a:pt x="15715" y="0"/>
                    <a:pt x="20404" y="3549"/>
                    <a:pt x="20404" y="811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2" name="Freeform: Shape 2671">
              <a:extLst>
                <a:ext uri="{FF2B5EF4-FFF2-40B4-BE49-F238E27FC236}">
                  <a16:creationId xmlns:a16="http://schemas.microsoft.com/office/drawing/2014/main" id="{B6D2C117-552A-5D14-E212-B54DE1E269AD}"/>
                </a:ext>
              </a:extLst>
            </p:cNvPr>
            <p:cNvSpPr/>
            <p:nvPr/>
          </p:nvSpPr>
          <p:spPr>
            <a:xfrm>
              <a:off x="2415208" y="3124325"/>
              <a:ext cx="19643" cy="15715"/>
            </a:xfrm>
            <a:custGeom>
              <a:avLst/>
              <a:gdLst>
                <a:gd name="connsiteX0" fmla="*/ 19644 w 19643"/>
                <a:gd name="connsiteY0" fmla="*/ 7858 h 15715"/>
                <a:gd name="connsiteX1" fmla="*/ 9759 w 19643"/>
                <a:gd name="connsiteY1" fmla="*/ 15715 h 15715"/>
                <a:gd name="connsiteX2" fmla="*/ 0 w 19643"/>
                <a:gd name="connsiteY2" fmla="*/ 7858 h 15715"/>
                <a:gd name="connsiteX3" fmla="*/ 9759 w 19643"/>
                <a:gd name="connsiteY3" fmla="*/ 0 h 15715"/>
                <a:gd name="connsiteX4" fmla="*/ 19644 w 19643"/>
                <a:gd name="connsiteY4" fmla="*/ 7858 h 1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43" h="15715">
                  <a:moveTo>
                    <a:pt x="19644" y="7858"/>
                  </a:moveTo>
                  <a:cubicBezTo>
                    <a:pt x="19644" y="12167"/>
                    <a:pt x="15208" y="15715"/>
                    <a:pt x="9759" y="15715"/>
                  </a:cubicBezTo>
                  <a:cubicBezTo>
                    <a:pt x="4309" y="15715"/>
                    <a:pt x="0" y="12167"/>
                    <a:pt x="0" y="7858"/>
                  </a:cubicBezTo>
                  <a:cubicBezTo>
                    <a:pt x="0" y="3549"/>
                    <a:pt x="4436" y="0"/>
                    <a:pt x="9759" y="0"/>
                  </a:cubicBezTo>
                  <a:cubicBezTo>
                    <a:pt x="15081" y="0"/>
                    <a:pt x="19644" y="3549"/>
                    <a:pt x="19644" y="785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3" name="Freeform: Shape 2672">
              <a:extLst>
                <a:ext uri="{FF2B5EF4-FFF2-40B4-BE49-F238E27FC236}">
                  <a16:creationId xmlns:a16="http://schemas.microsoft.com/office/drawing/2014/main" id="{5A04A693-33F8-E9EF-2800-0F57A7519C8E}"/>
                </a:ext>
              </a:extLst>
            </p:cNvPr>
            <p:cNvSpPr/>
            <p:nvPr/>
          </p:nvSpPr>
          <p:spPr>
            <a:xfrm>
              <a:off x="2431937" y="3021795"/>
              <a:ext cx="18250" cy="14447"/>
            </a:xfrm>
            <a:custGeom>
              <a:avLst/>
              <a:gdLst>
                <a:gd name="connsiteX0" fmla="*/ 18250 w 18250"/>
                <a:gd name="connsiteY0" fmla="*/ 7224 h 14447"/>
                <a:gd name="connsiteX1" fmla="*/ 9125 w 18250"/>
                <a:gd name="connsiteY1" fmla="*/ 14448 h 14447"/>
                <a:gd name="connsiteX2" fmla="*/ 0 w 18250"/>
                <a:gd name="connsiteY2" fmla="*/ 7224 h 14447"/>
                <a:gd name="connsiteX3" fmla="*/ 9125 w 18250"/>
                <a:gd name="connsiteY3" fmla="*/ 0 h 14447"/>
                <a:gd name="connsiteX4" fmla="*/ 18250 w 18250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7">
                  <a:moveTo>
                    <a:pt x="18250" y="7224"/>
                  </a:moveTo>
                  <a:cubicBezTo>
                    <a:pt x="18250" y="11279"/>
                    <a:pt x="14194" y="14448"/>
                    <a:pt x="9125" y="14448"/>
                  </a:cubicBezTo>
                  <a:cubicBezTo>
                    <a:pt x="4056" y="14448"/>
                    <a:pt x="0" y="11279"/>
                    <a:pt x="0" y="7224"/>
                  </a:cubicBezTo>
                  <a:cubicBezTo>
                    <a:pt x="0" y="3168"/>
                    <a:pt x="4056" y="0"/>
                    <a:pt x="9125" y="0"/>
                  </a:cubicBezTo>
                  <a:cubicBezTo>
                    <a:pt x="14194" y="0"/>
                    <a:pt x="18250" y="3168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4" name="Freeform: Shape 2673">
              <a:extLst>
                <a:ext uri="{FF2B5EF4-FFF2-40B4-BE49-F238E27FC236}">
                  <a16:creationId xmlns:a16="http://schemas.microsoft.com/office/drawing/2014/main" id="{CE42AC59-A025-0C47-5D74-B4E3D7C5A0FA}"/>
                </a:ext>
              </a:extLst>
            </p:cNvPr>
            <p:cNvSpPr/>
            <p:nvPr/>
          </p:nvSpPr>
          <p:spPr>
            <a:xfrm>
              <a:off x="2452722" y="2919266"/>
              <a:ext cx="17489" cy="13941"/>
            </a:xfrm>
            <a:custGeom>
              <a:avLst/>
              <a:gdLst>
                <a:gd name="connsiteX0" fmla="*/ 17490 w 17489"/>
                <a:gd name="connsiteY0" fmla="*/ 6971 h 13941"/>
                <a:gd name="connsiteX1" fmla="*/ 8745 w 17489"/>
                <a:gd name="connsiteY1" fmla="*/ 13941 h 13941"/>
                <a:gd name="connsiteX2" fmla="*/ 0 w 17489"/>
                <a:gd name="connsiteY2" fmla="*/ 6971 h 13941"/>
                <a:gd name="connsiteX3" fmla="*/ 8745 w 17489"/>
                <a:gd name="connsiteY3" fmla="*/ 0 h 13941"/>
                <a:gd name="connsiteX4" fmla="*/ 17490 w 17489"/>
                <a:gd name="connsiteY4" fmla="*/ 6971 h 1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89" h="13941">
                  <a:moveTo>
                    <a:pt x="17490" y="6971"/>
                  </a:moveTo>
                  <a:cubicBezTo>
                    <a:pt x="17490" y="10773"/>
                    <a:pt x="13561" y="13941"/>
                    <a:pt x="8745" y="13941"/>
                  </a:cubicBezTo>
                  <a:cubicBezTo>
                    <a:pt x="3929" y="13941"/>
                    <a:pt x="0" y="10899"/>
                    <a:pt x="0" y="6971"/>
                  </a:cubicBezTo>
                  <a:cubicBezTo>
                    <a:pt x="0" y="3042"/>
                    <a:pt x="3929" y="0"/>
                    <a:pt x="8745" y="0"/>
                  </a:cubicBezTo>
                  <a:cubicBezTo>
                    <a:pt x="13561" y="0"/>
                    <a:pt x="17490" y="3168"/>
                    <a:pt x="17490" y="697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5" name="Freeform: Shape 2674">
              <a:extLst>
                <a:ext uri="{FF2B5EF4-FFF2-40B4-BE49-F238E27FC236}">
                  <a16:creationId xmlns:a16="http://schemas.microsoft.com/office/drawing/2014/main" id="{003165CA-075D-8421-6414-1C2A0F0A72F8}"/>
                </a:ext>
              </a:extLst>
            </p:cNvPr>
            <p:cNvSpPr/>
            <p:nvPr/>
          </p:nvSpPr>
          <p:spPr>
            <a:xfrm>
              <a:off x="2478576" y="2817877"/>
              <a:ext cx="15968" cy="12673"/>
            </a:xfrm>
            <a:custGeom>
              <a:avLst/>
              <a:gdLst>
                <a:gd name="connsiteX0" fmla="*/ 15969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9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9" y="6337"/>
                  </a:moveTo>
                  <a:cubicBezTo>
                    <a:pt x="15969" y="9759"/>
                    <a:pt x="12420" y="12674"/>
                    <a:pt x="7984" y="12674"/>
                  </a:cubicBezTo>
                  <a:cubicBezTo>
                    <a:pt x="3549" y="12674"/>
                    <a:pt x="0" y="9885"/>
                    <a:pt x="0" y="6337"/>
                  </a:cubicBezTo>
                  <a:cubicBezTo>
                    <a:pt x="0" y="2788"/>
                    <a:pt x="3549" y="0"/>
                    <a:pt x="7984" y="0"/>
                  </a:cubicBezTo>
                  <a:cubicBezTo>
                    <a:pt x="12420" y="0"/>
                    <a:pt x="15969" y="2788"/>
                    <a:pt x="15969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6" name="Freeform: Shape 2675">
              <a:extLst>
                <a:ext uri="{FF2B5EF4-FFF2-40B4-BE49-F238E27FC236}">
                  <a16:creationId xmlns:a16="http://schemas.microsoft.com/office/drawing/2014/main" id="{8B589DCC-3A32-E3D0-4E99-6303C05A6C14}"/>
                </a:ext>
              </a:extLst>
            </p:cNvPr>
            <p:cNvSpPr/>
            <p:nvPr/>
          </p:nvSpPr>
          <p:spPr>
            <a:xfrm>
              <a:off x="2508359" y="2716742"/>
              <a:ext cx="15335" cy="12166"/>
            </a:xfrm>
            <a:custGeom>
              <a:avLst/>
              <a:gdLst>
                <a:gd name="connsiteX0" fmla="*/ 15335 w 15335"/>
                <a:gd name="connsiteY0" fmla="*/ 6083 h 12166"/>
                <a:gd name="connsiteX1" fmla="*/ 7604 w 15335"/>
                <a:gd name="connsiteY1" fmla="*/ 12167 h 12166"/>
                <a:gd name="connsiteX2" fmla="*/ 0 w 15335"/>
                <a:gd name="connsiteY2" fmla="*/ 6083 h 12166"/>
                <a:gd name="connsiteX3" fmla="*/ 7604 w 15335"/>
                <a:gd name="connsiteY3" fmla="*/ 0 h 12166"/>
                <a:gd name="connsiteX4" fmla="*/ 15335 w 15335"/>
                <a:gd name="connsiteY4" fmla="*/ 6083 h 1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35" h="12166">
                  <a:moveTo>
                    <a:pt x="15335" y="6083"/>
                  </a:moveTo>
                  <a:cubicBezTo>
                    <a:pt x="15335" y="9378"/>
                    <a:pt x="11913" y="12167"/>
                    <a:pt x="7604" y="12167"/>
                  </a:cubicBezTo>
                  <a:cubicBezTo>
                    <a:pt x="3295" y="12167"/>
                    <a:pt x="0" y="9505"/>
                    <a:pt x="0" y="6083"/>
                  </a:cubicBezTo>
                  <a:cubicBezTo>
                    <a:pt x="0" y="2661"/>
                    <a:pt x="3422" y="0"/>
                    <a:pt x="7604" y="0"/>
                  </a:cubicBezTo>
                  <a:cubicBezTo>
                    <a:pt x="11787" y="0"/>
                    <a:pt x="15335" y="2788"/>
                    <a:pt x="15335" y="60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7" name="Freeform: Shape 2676">
              <a:extLst>
                <a:ext uri="{FF2B5EF4-FFF2-40B4-BE49-F238E27FC236}">
                  <a16:creationId xmlns:a16="http://schemas.microsoft.com/office/drawing/2014/main" id="{B1D3F981-0F6C-D567-1DBB-2C04D68D167B}"/>
                </a:ext>
              </a:extLst>
            </p:cNvPr>
            <p:cNvSpPr/>
            <p:nvPr/>
          </p:nvSpPr>
          <p:spPr>
            <a:xfrm>
              <a:off x="2542704" y="2616620"/>
              <a:ext cx="14447" cy="11533"/>
            </a:xfrm>
            <a:custGeom>
              <a:avLst/>
              <a:gdLst>
                <a:gd name="connsiteX0" fmla="*/ 14448 w 14447"/>
                <a:gd name="connsiteY0" fmla="*/ 5703 h 11533"/>
                <a:gd name="connsiteX1" fmla="*/ 7224 w 14447"/>
                <a:gd name="connsiteY1" fmla="*/ 11533 h 11533"/>
                <a:gd name="connsiteX2" fmla="*/ 0 w 14447"/>
                <a:gd name="connsiteY2" fmla="*/ 5703 h 11533"/>
                <a:gd name="connsiteX3" fmla="*/ 7224 w 14447"/>
                <a:gd name="connsiteY3" fmla="*/ 0 h 11533"/>
                <a:gd name="connsiteX4" fmla="*/ 14448 w 14447"/>
                <a:gd name="connsiteY4" fmla="*/ 5703 h 11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47" h="11533">
                  <a:moveTo>
                    <a:pt x="14448" y="5703"/>
                  </a:moveTo>
                  <a:cubicBezTo>
                    <a:pt x="14448" y="8872"/>
                    <a:pt x="11279" y="11533"/>
                    <a:pt x="7224" y="11533"/>
                  </a:cubicBezTo>
                  <a:cubicBezTo>
                    <a:pt x="3168" y="11533"/>
                    <a:pt x="0" y="8998"/>
                    <a:pt x="0" y="5703"/>
                  </a:cubicBezTo>
                  <a:cubicBezTo>
                    <a:pt x="0" y="2408"/>
                    <a:pt x="3295" y="0"/>
                    <a:pt x="7224" y="0"/>
                  </a:cubicBezTo>
                  <a:cubicBezTo>
                    <a:pt x="11153" y="0"/>
                    <a:pt x="14448" y="2535"/>
                    <a:pt x="14448" y="570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8" name="Freeform: Shape 2677">
              <a:extLst>
                <a:ext uri="{FF2B5EF4-FFF2-40B4-BE49-F238E27FC236}">
                  <a16:creationId xmlns:a16="http://schemas.microsoft.com/office/drawing/2014/main" id="{30FD7E30-2362-12BB-E73E-EC37A238646E}"/>
                </a:ext>
              </a:extLst>
            </p:cNvPr>
            <p:cNvSpPr/>
            <p:nvPr/>
          </p:nvSpPr>
          <p:spPr>
            <a:xfrm>
              <a:off x="2581485" y="2517513"/>
              <a:ext cx="13687" cy="10899"/>
            </a:xfrm>
            <a:custGeom>
              <a:avLst/>
              <a:gdLst>
                <a:gd name="connsiteX0" fmla="*/ 13688 w 13687"/>
                <a:gd name="connsiteY0" fmla="*/ 5450 h 10899"/>
                <a:gd name="connsiteX1" fmla="*/ 6844 w 13687"/>
                <a:gd name="connsiteY1" fmla="*/ 10899 h 10899"/>
                <a:gd name="connsiteX2" fmla="*/ 0 w 13687"/>
                <a:gd name="connsiteY2" fmla="*/ 5450 h 10899"/>
                <a:gd name="connsiteX3" fmla="*/ 6844 w 13687"/>
                <a:gd name="connsiteY3" fmla="*/ 0 h 10899"/>
                <a:gd name="connsiteX4" fmla="*/ 13688 w 13687"/>
                <a:gd name="connsiteY4" fmla="*/ 5450 h 10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87" h="10899">
                  <a:moveTo>
                    <a:pt x="13688" y="5450"/>
                  </a:moveTo>
                  <a:cubicBezTo>
                    <a:pt x="13688" y="8491"/>
                    <a:pt x="10646" y="10899"/>
                    <a:pt x="6844" y="10899"/>
                  </a:cubicBezTo>
                  <a:cubicBezTo>
                    <a:pt x="3042" y="10899"/>
                    <a:pt x="0" y="8491"/>
                    <a:pt x="0" y="5450"/>
                  </a:cubicBezTo>
                  <a:cubicBezTo>
                    <a:pt x="0" y="2408"/>
                    <a:pt x="3042" y="0"/>
                    <a:pt x="6844" y="0"/>
                  </a:cubicBezTo>
                  <a:cubicBezTo>
                    <a:pt x="10646" y="0"/>
                    <a:pt x="13688" y="2408"/>
                    <a:pt x="13688" y="545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9" name="Freeform: Shape 2678">
              <a:extLst>
                <a:ext uri="{FF2B5EF4-FFF2-40B4-BE49-F238E27FC236}">
                  <a16:creationId xmlns:a16="http://schemas.microsoft.com/office/drawing/2014/main" id="{0FD1B078-D9B5-BAEF-746F-D1DDB93B1FF6}"/>
                </a:ext>
              </a:extLst>
            </p:cNvPr>
            <p:cNvSpPr/>
            <p:nvPr/>
          </p:nvSpPr>
          <p:spPr>
            <a:xfrm>
              <a:off x="2624829" y="2419673"/>
              <a:ext cx="12293" cy="9885"/>
            </a:xfrm>
            <a:custGeom>
              <a:avLst/>
              <a:gdLst>
                <a:gd name="connsiteX0" fmla="*/ 12293 w 12293"/>
                <a:gd name="connsiteY0" fmla="*/ 4943 h 9885"/>
                <a:gd name="connsiteX1" fmla="*/ 6083 w 12293"/>
                <a:gd name="connsiteY1" fmla="*/ 9885 h 9885"/>
                <a:gd name="connsiteX2" fmla="*/ 0 w 12293"/>
                <a:gd name="connsiteY2" fmla="*/ 4943 h 9885"/>
                <a:gd name="connsiteX3" fmla="*/ 6083 w 12293"/>
                <a:gd name="connsiteY3" fmla="*/ 0 h 9885"/>
                <a:gd name="connsiteX4" fmla="*/ 12293 w 12293"/>
                <a:gd name="connsiteY4" fmla="*/ 4943 h 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93" h="9885">
                  <a:moveTo>
                    <a:pt x="12293" y="4943"/>
                  </a:moveTo>
                  <a:lnTo>
                    <a:pt x="6083" y="9885"/>
                  </a:lnTo>
                  <a:lnTo>
                    <a:pt x="0" y="4943"/>
                  </a:lnTo>
                  <a:lnTo>
                    <a:pt x="6083" y="0"/>
                  </a:lnTo>
                  <a:lnTo>
                    <a:pt x="12293" y="494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0" name="Freeform: Shape 2679">
              <a:extLst>
                <a:ext uri="{FF2B5EF4-FFF2-40B4-BE49-F238E27FC236}">
                  <a16:creationId xmlns:a16="http://schemas.microsoft.com/office/drawing/2014/main" id="{6883DB00-4941-7063-5C79-CC72FF0B09DC}"/>
                </a:ext>
              </a:extLst>
            </p:cNvPr>
            <p:cNvSpPr/>
            <p:nvPr/>
          </p:nvSpPr>
          <p:spPr>
            <a:xfrm>
              <a:off x="2672228" y="2322973"/>
              <a:ext cx="11532" cy="9125"/>
            </a:xfrm>
            <a:custGeom>
              <a:avLst/>
              <a:gdLst>
                <a:gd name="connsiteX0" fmla="*/ 11533 w 11532"/>
                <a:gd name="connsiteY0" fmla="*/ 4563 h 9125"/>
                <a:gd name="connsiteX1" fmla="*/ 5703 w 11532"/>
                <a:gd name="connsiteY1" fmla="*/ 9125 h 9125"/>
                <a:gd name="connsiteX2" fmla="*/ 0 w 11532"/>
                <a:gd name="connsiteY2" fmla="*/ 4563 h 9125"/>
                <a:gd name="connsiteX3" fmla="*/ 5703 w 11532"/>
                <a:gd name="connsiteY3" fmla="*/ 0 h 9125"/>
                <a:gd name="connsiteX4" fmla="*/ 11533 w 11532"/>
                <a:gd name="connsiteY4" fmla="*/ 4563 h 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32" h="9125">
                  <a:moveTo>
                    <a:pt x="11533" y="4563"/>
                  </a:moveTo>
                  <a:lnTo>
                    <a:pt x="5703" y="9125"/>
                  </a:lnTo>
                  <a:lnTo>
                    <a:pt x="0" y="4563"/>
                  </a:lnTo>
                  <a:lnTo>
                    <a:pt x="5703" y="0"/>
                  </a:lnTo>
                  <a:lnTo>
                    <a:pt x="11533" y="456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1" name="Freeform: Shape 2680">
              <a:extLst>
                <a:ext uri="{FF2B5EF4-FFF2-40B4-BE49-F238E27FC236}">
                  <a16:creationId xmlns:a16="http://schemas.microsoft.com/office/drawing/2014/main" id="{460A0B4A-6494-8DCB-445E-2385F686CC63}"/>
                </a:ext>
              </a:extLst>
            </p:cNvPr>
            <p:cNvSpPr/>
            <p:nvPr/>
          </p:nvSpPr>
          <p:spPr>
            <a:xfrm>
              <a:off x="2724063" y="2227795"/>
              <a:ext cx="10265" cy="8111"/>
            </a:xfrm>
            <a:custGeom>
              <a:avLst/>
              <a:gdLst>
                <a:gd name="connsiteX0" fmla="*/ 10266 w 10265"/>
                <a:gd name="connsiteY0" fmla="*/ 4055 h 8111"/>
                <a:gd name="connsiteX1" fmla="*/ 5196 w 10265"/>
                <a:gd name="connsiteY1" fmla="*/ 8111 h 8111"/>
                <a:gd name="connsiteX2" fmla="*/ 0 w 10265"/>
                <a:gd name="connsiteY2" fmla="*/ 4055 h 8111"/>
                <a:gd name="connsiteX3" fmla="*/ 5196 w 10265"/>
                <a:gd name="connsiteY3" fmla="*/ 0 h 8111"/>
                <a:gd name="connsiteX4" fmla="*/ 10266 w 10265"/>
                <a:gd name="connsiteY4" fmla="*/ 4055 h 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5" h="8111">
                  <a:moveTo>
                    <a:pt x="10266" y="4055"/>
                  </a:moveTo>
                  <a:lnTo>
                    <a:pt x="5196" y="8111"/>
                  </a:lnTo>
                  <a:lnTo>
                    <a:pt x="0" y="4055"/>
                  </a:lnTo>
                  <a:lnTo>
                    <a:pt x="5196" y="0"/>
                  </a:lnTo>
                  <a:lnTo>
                    <a:pt x="10266" y="405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2" name="Freeform: Shape 2681">
              <a:extLst>
                <a:ext uri="{FF2B5EF4-FFF2-40B4-BE49-F238E27FC236}">
                  <a16:creationId xmlns:a16="http://schemas.microsoft.com/office/drawing/2014/main" id="{243EB0D6-3479-35F9-0542-FB683B542A1D}"/>
                </a:ext>
              </a:extLst>
            </p:cNvPr>
            <p:cNvSpPr/>
            <p:nvPr/>
          </p:nvSpPr>
          <p:spPr>
            <a:xfrm>
              <a:off x="2779447" y="2133503"/>
              <a:ext cx="10265" cy="8111"/>
            </a:xfrm>
            <a:custGeom>
              <a:avLst/>
              <a:gdLst>
                <a:gd name="connsiteX0" fmla="*/ 10266 w 10265"/>
                <a:gd name="connsiteY0" fmla="*/ 4056 h 8111"/>
                <a:gd name="connsiteX1" fmla="*/ 5196 w 10265"/>
                <a:gd name="connsiteY1" fmla="*/ 8111 h 8111"/>
                <a:gd name="connsiteX2" fmla="*/ 0 w 10265"/>
                <a:gd name="connsiteY2" fmla="*/ 4056 h 8111"/>
                <a:gd name="connsiteX3" fmla="*/ 5196 w 10265"/>
                <a:gd name="connsiteY3" fmla="*/ 0 h 8111"/>
                <a:gd name="connsiteX4" fmla="*/ 10266 w 10265"/>
                <a:gd name="connsiteY4" fmla="*/ 4056 h 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5" h="8111">
                  <a:moveTo>
                    <a:pt x="10266" y="4056"/>
                  </a:moveTo>
                  <a:lnTo>
                    <a:pt x="5196" y="8111"/>
                  </a:lnTo>
                  <a:lnTo>
                    <a:pt x="0" y="4056"/>
                  </a:lnTo>
                  <a:lnTo>
                    <a:pt x="5196" y="0"/>
                  </a:lnTo>
                  <a:lnTo>
                    <a:pt x="10266" y="405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3" name="Freeform: Shape 2682">
              <a:extLst>
                <a:ext uri="{FF2B5EF4-FFF2-40B4-BE49-F238E27FC236}">
                  <a16:creationId xmlns:a16="http://schemas.microsoft.com/office/drawing/2014/main" id="{B3C4C530-8F33-0288-C672-CFF2F117821D}"/>
                </a:ext>
              </a:extLst>
            </p:cNvPr>
            <p:cNvSpPr/>
            <p:nvPr/>
          </p:nvSpPr>
          <p:spPr>
            <a:xfrm>
              <a:off x="2839773" y="2041493"/>
              <a:ext cx="8744" cy="6843"/>
            </a:xfrm>
            <a:custGeom>
              <a:avLst/>
              <a:gdLst>
                <a:gd name="connsiteX0" fmla="*/ 8745 w 8744"/>
                <a:gd name="connsiteY0" fmla="*/ 3422 h 6843"/>
                <a:gd name="connsiteX1" fmla="*/ 4309 w 8744"/>
                <a:gd name="connsiteY1" fmla="*/ 6844 h 6843"/>
                <a:gd name="connsiteX2" fmla="*/ 0 w 8744"/>
                <a:gd name="connsiteY2" fmla="*/ 3422 h 6843"/>
                <a:gd name="connsiteX3" fmla="*/ 4309 w 8744"/>
                <a:gd name="connsiteY3" fmla="*/ 0 h 6843"/>
                <a:gd name="connsiteX4" fmla="*/ 8745 w 8744"/>
                <a:gd name="connsiteY4" fmla="*/ 3422 h 6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44" h="6843">
                  <a:moveTo>
                    <a:pt x="8745" y="3422"/>
                  </a:moveTo>
                  <a:lnTo>
                    <a:pt x="4309" y="6844"/>
                  </a:lnTo>
                  <a:lnTo>
                    <a:pt x="0" y="3422"/>
                  </a:lnTo>
                  <a:lnTo>
                    <a:pt x="4309" y="0"/>
                  </a:lnTo>
                  <a:lnTo>
                    <a:pt x="8745" y="342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4" name="Freeform: Shape 2683">
              <a:extLst>
                <a:ext uri="{FF2B5EF4-FFF2-40B4-BE49-F238E27FC236}">
                  <a16:creationId xmlns:a16="http://schemas.microsoft.com/office/drawing/2014/main" id="{D082AB9B-FB4C-E0B8-E90F-F1993FFE1B75}"/>
                </a:ext>
              </a:extLst>
            </p:cNvPr>
            <p:cNvSpPr/>
            <p:nvPr/>
          </p:nvSpPr>
          <p:spPr>
            <a:xfrm>
              <a:off x="2903648" y="1950750"/>
              <a:ext cx="7984" cy="6336"/>
            </a:xfrm>
            <a:custGeom>
              <a:avLst/>
              <a:gdLst>
                <a:gd name="connsiteX0" fmla="*/ 7984 w 7984"/>
                <a:gd name="connsiteY0" fmla="*/ 3168 h 6336"/>
                <a:gd name="connsiteX1" fmla="*/ 4055 w 7984"/>
                <a:gd name="connsiteY1" fmla="*/ 6337 h 6336"/>
                <a:gd name="connsiteX2" fmla="*/ 0 w 7984"/>
                <a:gd name="connsiteY2" fmla="*/ 3168 h 6336"/>
                <a:gd name="connsiteX3" fmla="*/ 4055 w 7984"/>
                <a:gd name="connsiteY3" fmla="*/ 0 h 6336"/>
                <a:gd name="connsiteX4" fmla="*/ 7984 w 7984"/>
                <a:gd name="connsiteY4" fmla="*/ 3168 h 6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84" h="6336">
                  <a:moveTo>
                    <a:pt x="7984" y="3168"/>
                  </a:moveTo>
                  <a:lnTo>
                    <a:pt x="4055" y="6337"/>
                  </a:lnTo>
                  <a:lnTo>
                    <a:pt x="0" y="3168"/>
                  </a:lnTo>
                  <a:lnTo>
                    <a:pt x="4055" y="0"/>
                  </a:lnTo>
                  <a:lnTo>
                    <a:pt x="7984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5" name="Freeform: Shape 2684">
              <a:extLst>
                <a:ext uri="{FF2B5EF4-FFF2-40B4-BE49-F238E27FC236}">
                  <a16:creationId xmlns:a16="http://schemas.microsoft.com/office/drawing/2014/main" id="{1E66D306-816E-2536-B89C-F50ECCD21F65}"/>
                </a:ext>
              </a:extLst>
            </p:cNvPr>
            <p:cNvSpPr/>
            <p:nvPr/>
          </p:nvSpPr>
          <p:spPr>
            <a:xfrm>
              <a:off x="2971959" y="1862288"/>
              <a:ext cx="6463" cy="5069"/>
            </a:xfrm>
            <a:custGeom>
              <a:avLst/>
              <a:gdLst>
                <a:gd name="connsiteX0" fmla="*/ 6463 w 6463"/>
                <a:gd name="connsiteY0" fmla="*/ 2535 h 5069"/>
                <a:gd name="connsiteX1" fmla="*/ 3295 w 6463"/>
                <a:gd name="connsiteY1" fmla="*/ 5069 h 5069"/>
                <a:gd name="connsiteX2" fmla="*/ 0 w 6463"/>
                <a:gd name="connsiteY2" fmla="*/ 2535 h 5069"/>
                <a:gd name="connsiteX3" fmla="*/ 3295 w 6463"/>
                <a:gd name="connsiteY3" fmla="*/ 0 h 5069"/>
                <a:gd name="connsiteX4" fmla="*/ 6463 w 6463"/>
                <a:gd name="connsiteY4" fmla="*/ 2535 h 5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069">
                  <a:moveTo>
                    <a:pt x="6463" y="2535"/>
                  </a:moveTo>
                  <a:lnTo>
                    <a:pt x="3295" y="5069"/>
                  </a:lnTo>
                  <a:lnTo>
                    <a:pt x="0" y="2535"/>
                  </a:lnTo>
                  <a:lnTo>
                    <a:pt x="3295" y="0"/>
                  </a:lnTo>
                  <a:lnTo>
                    <a:pt x="6463" y="253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6" name="Freeform: Shape 2685">
              <a:extLst>
                <a:ext uri="{FF2B5EF4-FFF2-40B4-BE49-F238E27FC236}">
                  <a16:creationId xmlns:a16="http://schemas.microsoft.com/office/drawing/2014/main" id="{76C70A6D-D3D0-FE02-29C2-9186D52FE2D5}"/>
                </a:ext>
              </a:extLst>
            </p:cNvPr>
            <p:cNvSpPr/>
            <p:nvPr/>
          </p:nvSpPr>
          <p:spPr>
            <a:xfrm>
              <a:off x="3043818" y="1775347"/>
              <a:ext cx="5703" cy="4562"/>
            </a:xfrm>
            <a:custGeom>
              <a:avLst/>
              <a:gdLst>
                <a:gd name="connsiteX0" fmla="*/ 5703 w 5703"/>
                <a:gd name="connsiteY0" fmla="*/ 2281 h 4562"/>
                <a:gd name="connsiteX1" fmla="*/ 2788 w 5703"/>
                <a:gd name="connsiteY1" fmla="*/ 4563 h 4562"/>
                <a:gd name="connsiteX2" fmla="*/ 0 w 5703"/>
                <a:gd name="connsiteY2" fmla="*/ 2281 h 4562"/>
                <a:gd name="connsiteX3" fmla="*/ 2788 w 5703"/>
                <a:gd name="connsiteY3" fmla="*/ 0 h 4562"/>
                <a:gd name="connsiteX4" fmla="*/ 5703 w 5703"/>
                <a:gd name="connsiteY4" fmla="*/ 2281 h 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03" h="4562">
                  <a:moveTo>
                    <a:pt x="5703" y="2281"/>
                  </a:moveTo>
                  <a:lnTo>
                    <a:pt x="2788" y="4563"/>
                  </a:lnTo>
                  <a:lnTo>
                    <a:pt x="0" y="2281"/>
                  </a:lnTo>
                  <a:lnTo>
                    <a:pt x="2788" y="0"/>
                  </a:lnTo>
                  <a:lnTo>
                    <a:pt x="5703" y="22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7" name="Freeform: Shape 2686">
              <a:extLst>
                <a:ext uri="{FF2B5EF4-FFF2-40B4-BE49-F238E27FC236}">
                  <a16:creationId xmlns:a16="http://schemas.microsoft.com/office/drawing/2014/main" id="{BF64B209-3620-FD50-3886-3EF3501163C8}"/>
                </a:ext>
              </a:extLst>
            </p:cNvPr>
            <p:cNvSpPr/>
            <p:nvPr/>
          </p:nvSpPr>
          <p:spPr>
            <a:xfrm>
              <a:off x="3119606" y="1690688"/>
              <a:ext cx="4309" cy="3421"/>
            </a:xfrm>
            <a:custGeom>
              <a:avLst/>
              <a:gdLst>
                <a:gd name="connsiteX0" fmla="*/ 4309 w 4309"/>
                <a:gd name="connsiteY0" fmla="*/ 1774 h 3421"/>
                <a:gd name="connsiteX1" fmla="*/ 2155 w 4309"/>
                <a:gd name="connsiteY1" fmla="*/ 3422 h 3421"/>
                <a:gd name="connsiteX2" fmla="*/ 0 w 4309"/>
                <a:gd name="connsiteY2" fmla="*/ 1774 h 3421"/>
                <a:gd name="connsiteX3" fmla="*/ 2155 w 4309"/>
                <a:gd name="connsiteY3" fmla="*/ 0 h 3421"/>
                <a:gd name="connsiteX4" fmla="*/ 4309 w 4309"/>
                <a:gd name="connsiteY4" fmla="*/ 1774 h 3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9" h="3421">
                  <a:moveTo>
                    <a:pt x="4309" y="1774"/>
                  </a:moveTo>
                  <a:lnTo>
                    <a:pt x="2155" y="3422"/>
                  </a:lnTo>
                  <a:lnTo>
                    <a:pt x="0" y="1774"/>
                  </a:lnTo>
                  <a:lnTo>
                    <a:pt x="2155" y="0"/>
                  </a:lnTo>
                  <a:lnTo>
                    <a:pt x="4309" y="177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8" name="Freeform: Shape 2687">
              <a:extLst>
                <a:ext uri="{FF2B5EF4-FFF2-40B4-BE49-F238E27FC236}">
                  <a16:creationId xmlns:a16="http://schemas.microsoft.com/office/drawing/2014/main" id="{A8BAEF3B-FAFD-DE91-4A28-BA177449CF65}"/>
                </a:ext>
              </a:extLst>
            </p:cNvPr>
            <p:cNvSpPr/>
            <p:nvPr/>
          </p:nvSpPr>
          <p:spPr>
            <a:xfrm>
              <a:off x="3198943" y="1607929"/>
              <a:ext cx="3548" cy="2788"/>
            </a:xfrm>
            <a:custGeom>
              <a:avLst/>
              <a:gdLst>
                <a:gd name="connsiteX0" fmla="*/ 3549 w 3548"/>
                <a:gd name="connsiteY0" fmla="*/ 1394 h 2788"/>
                <a:gd name="connsiteX1" fmla="*/ 1774 w 3548"/>
                <a:gd name="connsiteY1" fmla="*/ 2788 h 2788"/>
                <a:gd name="connsiteX2" fmla="*/ 0 w 3548"/>
                <a:gd name="connsiteY2" fmla="*/ 1394 h 2788"/>
                <a:gd name="connsiteX3" fmla="*/ 1774 w 3548"/>
                <a:gd name="connsiteY3" fmla="*/ 0 h 2788"/>
                <a:gd name="connsiteX4" fmla="*/ 3549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9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9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9" name="Freeform: Shape 2688">
              <a:extLst>
                <a:ext uri="{FF2B5EF4-FFF2-40B4-BE49-F238E27FC236}">
                  <a16:creationId xmlns:a16="http://schemas.microsoft.com/office/drawing/2014/main" id="{C3620316-65F1-22F8-0A08-A30719919B9E}"/>
                </a:ext>
              </a:extLst>
            </p:cNvPr>
            <p:cNvSpPr/>
            <p:nvPr/>
          </p:nvSpPr>
          <p:spPr>
            <a:xfrm>
              <a:off x="3282082" y="1527705"/>
              <a:ext cx="2154" cy="1647"/>
            </a:xfrm>
            <a:custGeom>
              <a:avLst/>
              <a:gdLst>
                <a:gd name="connsiteX0" fmla="*/ 2155 w 2154"/>
                <a:gd name="connsiteY0" fmla="*/ 887 h 1647"/>
                <a:gd name="connsiteX1" fmla="*/ 1141 w 2154"/>
                <a:gd name="connsiteY1" fmla="*/ 1648 h 1647"/>
                <a:gd name="connsiteX2" fmla="*/ 0 w 2154"/>
                <a:gd name="connsiteY2" fmla="*/ 887 h 1647"/>
                <a:gd name="connsiteX3" fmla="*/ 1141 w 2154"/>
                <a:gd name="connsiteY3" fmla="*/ 0 h 1647"/>
                <a:gd name="connsiteX4" fmla="*/ 2155 w 2154"/>
                <a:gd name="connsiteY4" fmla="*/ 887 h 1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4" h="1647">
                  <a:moveTo>
                    <a:pt x="2155" y="887"/>
                  </a:moveTo>
                  <a:lnTo>
                    <a:pt x="1141" y="1648"/>
                  </a:lnTo>
                  <a:lnTo>
                    <a:pt x="0" y="887"/>
                  </a:lnTo>
                  <a:lnTo>
                    <a:pt x="1141" y="0"/>
                  </a:lnTo>
                  <a:lnTo>
                    <a:pt x="2155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0" name="Freeform: Shape 2689">
              <a:extLst>
                <a:ext uri="{FF2B5EF4-FFF2-40B4-BE49-F238E27FC236}">
                  <a16:creationId xmlns:a16="http://schemas.microsoft.com/office/drawing/2014/main" id="{91A669B3-BC7F-627A-B02D-797C012C48B6}"/>
                </a:ext>
              </a:extLst>
            </p:cNvPr>
            <p:cNvSpPr/>
            <p:nvPr/>
          </p:nvSpPr>
          <p:spPr>
            <a:xfrm>
              <a:off x="3368516" y="1449509"/>
              <a:ext cx="1393" cy="1140"/>
            </a:xfrm>
            <a:custGeom>
              <a:avLst/>
              <a:gdLst>
                <a:gd name="connsiteX0" fmla="*/ 1394 w 1393"/>
                <a:gd name="connsiteY0" fmla="*/ 507 h 1140"/>
                <a:gd name="connsiteX1" fmla="*/ 760 w 1393"/>
                <a:gd name="connsiteY1" fmla="*/ 1141 h 1140"/>
                <a:gd name="connsiteX2" fmla="*/ 0 w 1393"/>
                <a:gd name="connsiteY2" fmla="*/ 507 h 1140"/>
                <a:gd name="connsiteX3" fmla="*/ 760 w 1393"/>
                <a:gd name="connsiteY3" fmla="*/ 0 h 1140"/>
                <a:gd name="connsiteX4" fmla="*/ 1394 w 1393"/>
                <a:gd name="connsiteY4" fmla="*/ 507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3" h="1140">
                  <a:moveTo>
                    <a:pt x="1394" y="507"/>
                  </a:moveTo>
                  <a:lnTo>
                    <a:pt x="760" y="1141"/>
                  </a:lnTo>
                  <a:lnTo>
                    <a:pt x="0" y="507"/>
                  </a:lnTo>
                  <a:lnTo>
                    <a:pt x="760" y="0"/>
                  </a:lnTo>
                  <a:lnTo>
                    <a:pt x="1394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1" name="Freeform: Shape 2690">
              <a:extLst>
                <a:ext uri="{FF2B5EF4-FFF2-40B4-BE49-F238E27FC236}">
                  <a16:creationId xmlns:a16="http://schemas.microsoft.com/office/drawing/2014/main" id="{05CECA63-A9D5-C9F8-32C2-1BD8B630B463}"/>
                </a:ext>
              </a:extLst>
            </p:cNvPr>
            <p:cNvSpPr/>
            <p:nvPr/>
          </p:nvSpPr>
          <p:spPr>
            <a:xfrm>
              <a:off x="3458372" y="1373848"/>
              <a:ext cx="633" cy="380"/>
            </a:xfrm>
            <a:custGeom>
              <a:avLst/>
              <a:gdLst>
                <a:gd name="connsiteX0" fmla="*/ 634 w 633"/>
                <a:gd name="connsiteY0" fmla="*/ 127 h 380"/>
                <a:gd name="connsiteX1" fmla="*/ 253 w 633"/>
                <a:gd name="connsiteY1" fmla="*/ 380 h 380"/>
                <a:gd name="connsiteX2" fmla="*/ 0 w 633"/>
                <a:gd name="connsiteY2" fmla="*/ 127 h 380"/>
                <a:gd name="connsiteX3" fmla="*/ 253 w 633"/>
                <a:gd name="connsiteY3" fmla="*/ 0 h 380"/>
                <a:gd name="connsiteX4" fmla="*/ 634 w 633"/>
                <a:gd name="connsiteY4" fmla="*/ 127 h 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" h="380">
                  <a:moveTo>
                    <a:pt x="634" y="127"/>
                  </a:moveTo>
                  <a:lnTo>
                    <a:pt x="253" y="380"/>
                  </a:lnTo>
                  <a:lnTo>
                    <a:pt x="0" y="127"/>
                  </a:lnTo>
                  <a:lnTo>
                    <a:pt x="253" y="0"/>
                  </a:lnTo>
                  <a:lnTo>
                    <a:pt x="634" y="12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2" name="Freeform: Shape 2691">
              <a:extLst>
                <a:ext uri="{FF2B5EF4-FFF2-40B4-BE49-F238E27FC236}">
                  <a16:creationId xmlns:a16="http://schemas.microsoft.com/office/drawing/2014/main" id="{308C02AD-E426-E7A1-D472-B91EF3B25CF6}"/>
                </a:ext>
              </a:extLst>
            </p:cNvPr>
            <p:cNvSpPr/>
            <p:nvPr/>
          </p:nvSpPr>
          <p:spPr>
            <a:xfrm>
              <a:off x="3551142" y="1300341"/>
              <a:ext cx="380" cy="253"/>
            </a:xfrm>
            <a:custGeom>
              <a:avLst/>
              <a:gdLst>
                <a:gd name="connsiteX0" fmla="*/ 380 w 380"/>
                <a:gd name="connsiteY0" fmla="*/ 127 h 253"/>
                <a:gd name="connsiteX1" fmla="*/ 253 w 380"/>
                <a:gd name="connsiteY1" fmla="*/ 253 h 253"/>
                <a:gd name="connsiteX2" fmla="*/ 0 w 380"/>
                <a:gd name="connsiteY2" fmla="*/ 127 h 253"/>
                <a:gd name="connsiteX3" fmla="*/ 253 w 380"/>
                <a:gd name="connsiteY3" fmla="*/ 0 h 253"/>
                <a:gd name="connsiteX4" fmla="*/ 380 w 380"/>
                <a:gd name="connsiteY4" fmla="*/ 127 h 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" h="253">
                  <a:moveTo>
                    <a:pt x="380" y="127"/>
                  </a:moveTo>
                  <a:lnTo>
                    <a:pt x="253" y="253"/>
                  </a:lnTo>
                  <a:lnTo>
                    <a:pt x="0" y="127"/>
                  </a:lnTo>
                  <a:lnTo>
                    <a:pt x="253" y="0"/>
                  </a:lnTo>
                  <a:lnTo>
                    <a:pt x="380" y="12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3" name="Freeform: Shape 2692">
              <a:extLst>
                <a:ext uri="{FF2B5EF4-FFF2-40B4-BE49-F238E27FC236}">
                  <a16:creationId xmlns:a16="http://schemas.microsoft.com/office/drawing/2014/main" id="{D4A8C603-649B-2D8A-087C-97AD49CBA493}"/>
                </a:ext>
              </a:extLst>
            </p:cNvPr>
            <p:cNvSpPr/>
            <p:nvPr/>
          </p:nvSpPr>
          <p:spPr>
            <a:xfrm>
              <a:off x="3646575" y="1228989"/>
              <a:ext cx="1393" cy="1140"/>
            </a:xfrm>
            <a:custGeom>
              <a:avLst/>
              <a:gdLst>
                <a:gd name="connsiteX0" fmla="*/ 1394 w 1393"/>
                <a:gd name="connsiteY0" fmla="*/ 507 h 1140"/>
                <a:gd name="connsiteX1" fmla="*/ 634 w 1393"/>
                <a:gd name="connsiteY1" fmla="*/ 1141 h 1140"/>
                <a:gd name="connsiteX2" fmla="*/ 0 w 1393"/>
                <a:gd name="connsiteY2" fmla="*/ 507 h 1140"/>
                <a:gd name="connsiteX3" fmla="*/ 634 w 1393"/>
                <a:gd name="connsiteY3" fmla="*/ 0 h 1140"/>
                <a:gd name="connsiteX4" fmla="*/ 1394 w 1393"/>
                <a:gd name="connsiteY4" fmla="*/ 507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3" h="1140">
                  <a:moveTo>
                    <a:pt x="1394" y="507"/>
                  </a:moveTo>
                  <a:lnTo>
                    <a:pt x="634" y="1141"/>
                  </a:lnTo>
                  <a:lnTo>
                    <a:pt x="0" y="507"/>
                  </a:lnTo>
                  <a:lnTo>
                    <a:pt x="634" y="0"/>
                  </a:lnTo>
                  <a:lnTo>
                    <a:pt x="1394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4" name="Freeform: Shape 2693">
              <a:extLst>
                <a:ext uri="{FF2B5EF4-FFF2-40B4-BE49-F238E27FC236}">
                  <a16:creationId xmlns:a16="http://schemas.microsoft.com/office/drawing/2014/main" id="{F1A3FDD9-D44A-EF76-8A93-2F0EF2C1D55E}"/>
                </a:ext>
              </a:extLst>
            </p:cNvPr>
            <p:cNvSpPr/>
            <p:nvPr/>
          </p:nvSpPr>
          <p:spPr>
            <a:xfrm>
              <a:off x="3745302" y="1160678"/>
              <a:ext cx="1774" cy="1394"/>
            </a:xfrm>
            <a:custGeom>
              <a:avLst/>
              <a:gdLst>
                <a:gd name="connsiteX0" fmla="*/ 1774 w 1774"/>
                <a:gd name="connsiteY0" fmla="*/ 634 h 1394"/>
                <a:gd name="connsiteX1" fmla="*/ 887 w 1774"/>
                <a:gd name="connsiteY1" fmla="*/ 1394 h 1394"/>
                <a:gd name="connsiteX2" fmla="*/ 0 w 1774"/>
                <a:gd name="connsiteY2" fmla="*/ 634 h 1394"/>
                <a:gd name="connsiteX3" fmla="*/ 887 w 1774"/>
                <a:gd name="connsiteY3" fmla="*/ 0 h 1394"/>
                <a:gd name="connsiteX4" fmla="*/ 1774 w 1774"/>
                <a:gd name="connsiteY4" fmla="*/ 634 h 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" h="1394">
                  <a:moveTo>
                    <a:pt x="1774" y="634"/>
                  </a:moveTo>
                  <a:lnTo>
                    <a:pt x="887" y="1394"/>
                  </a:lnTo>
                  <a:lnTo>
                    <a:pt x="0" y="634"/>
                  </a:lnTo>
                  <a:lnTo>
                    <a:pt x="887" y="0"/>
                  </a:lnTo>
                  <a:lnTo>
                    <a:pt x="1774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5" name="Freeform: Shape 2694">
              <a:extLst>
                <a:ext uri="{FF2B5EF4-FFF2-40B4-BE49-F238E27FC236}">
                  <a16:creationId xmlns:a16="http://schemas.microsoft.com/office/drawing/2014/main" id="{7F3AF9B2-2DD1-5991-CB32-8314E88F91C8}"/>
                </a:ext>
              </a:extLst>
            </p:cNvPr>
            <p:cNvSpPr/>
            <p:nvPr/>
          </p:nvSpPr>
          <p:spPr>
            <a:xfrm>
              <a:off x="3846564" y="1094648"/>
              <a:ext cx="2914" cy="2408"/>
            </a:xfrm>
            <a:custGeom>
              <a:avLst/>
              <a:gdLst>
                <a:gd name="connsiteX0" fmla="*/ 2915 w 2914"/>
                <a:gd name="connsiteY0" fmla="*/ 1267 h 2408"/>
                <a:gd name="connsiteX1" fmla="*/ 1521 w 2914"/>
                <a:gd name="connsiteY1" fmla="*/ 2408 h 2408"/>
                <a:gd name="connsiteX2" fmla="*/ 0 w 2914"/>
                <a:gd name="connsiteY2" fmla="*/ 1267 h 2408"/>
                <a:gd name="connsiteX3" fmla="*/ 1521 w 2914"/>
                <a:gd name="connsiteY3" fmla="*/ 0 h 2408"/>
                <a:gd name="connsiteX4" fmla="*/ 2915 w 2914"/>
                <a:gd name="connsiteY4" fmla="*/ 1267 h 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" h="2408">
                  <a:moveTo>
                    <a:pt x="2915" y="1267"/>
                  </a:moveTo>
                  <a:lnTo>
                    <a:pt x="1521" y="2408"/>
                  </a:lnTo>
                  <a:lnTo>
                    <a:pt x="0" y="1267"/>
                  </a:lnTo>
                  <a:lnTo>
                    <a:pt x="1521" y="0"/>
                  </a:lnTo>
                  <a:lnTo>
                    <a:pt x="2915" y="126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6" name="Freeform: Shape 2695">
              <a:extLst>
                <a:ext uri="{FF2B5EF4-FFF2-40B4-BE49-F238E27FC236}">
                  <a16:creationId xmlns:a16="http://schemas.microsoft.com/office/drawing/2014/main" id="{4AA3DD49-3B0F-398B-682B-79FCC5384706}"/>
                </a:ext>
              </a:extLst>
            </p:cNvPr>
            <p:cNvSpPr/>
            <p:nvPr/>
          </p:nvSpPr>
          <p:spPr>
            <a:xfrm>
              <a:off x="3950994" y="1031914"/>
              <a:ext cx="3548" cy="2788"/>
            </a:xfrm>
            <a:custGeom>
              <a:avLst/>
              <a:gdLst>
                <a:gd name="connsiteX0" fmla="*/ 3549 w 3548"/>
                <a:gd name="connsiteY0" fmla="*/ 1394 h 2788"/>
                <a:gd name="connsiteX1" fmla="*/ 1774 w 3548"/>
                <a:gd name="connsiteY1" fmla="*/ 2788 h 2788"/>
                <a:gd name="connsiteX2" fmla="*/ 0 w 3548"/>
                <a:gd name="connsiteY2" fmla="*/ 1394 h 2788"/>
                <a:gd name="connsiteX3" fmla="*/ 1774 w 3548"/>
                <a:gd name="connsiteY3" fmla="*/ 0 h 2788"/>
                <a:gd name="connsiteX4" fmla="*/ 3549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9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9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7" name="Freeform: Shape 2696">
              <a:extLst>
                <a:ext uri="{FF2B5EF4-FFF2-40B4-BE49-F238E27FC236}">
                  <a16:creationId xmlns:a16="http://schemas.microsoft.com/office/drawing/2014/main" id="{5FA7B411-5741-CB8F-6D9B-30971821E3E6}"/>
                </a:ext>
              </a:extLst>
            </p:cNvPr>
            <p:cNvSpPr/>
            <p:nvPr/>
          </p:nvSpPr>
          <p:spPr>
            <a:xfrm>
              <a:off x="4058086" y="972095"/>
              <a:ext cx="4182" cy="3168"/>
            </a:xfrm>
            <a:custGeom>
              <a:avLst/>
              <a:gdLst>
                <a:gd name="connsiteX0" fmla="*/ 4182 w 4182"/>
                <a:gd name="connsiteY0" fmla="*/ 1521 h 3168"/>
                <a:gd name="connsiteX1" fmla="*/ 2154 w 4182"/>
                <a:gd name="connsiteY1" fmla="*/ 3168 h 3168"/>
                <a:gd name="connsiteX2" fmla="*/ 0 w 4182"/>
                <a:gd name="connsiteY2" fmla="*/ 1521 h 3168"/>
                <a:gd name="connsiteX3" fmla="*/ 2154 w 4182"/>
                <a:gd name="connsiteY3" fmla="*/ 0 h 3168"/>
                <a:gd name="connsiteX4" fmla="*/ 4182 w 4182"/>
                <a:gd name="connsiteY4" fmla="*/ 1521 h 3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2" h="3168">
                  <a:moveTo>
                    <a:pt x="4182" y="1521"/>
                  </a:moveTo>
                  <a:lnTo>
                    <a:pt x="2154" y="3168"/>
                  </a:lnTo>
                  <a:lnTo>
                    <a:pt x="0" y="1521"/>
                  </a:lnTo>
                  <a:lnTo>
                    <a:pt x="2154" y="0"/>
                  </a:lnTo>
                  <a:lnTo>
                    <a:pt x="4182" y="152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8" name="Freeform: Shape 2697">
              <a:extLst>
                <a:ext uri="{FF2B5EF4-FFF2-40B4-BE49-F238E27FC236}">
                  <a16:creationId xmlns:a16="http://schemas.microsoft.com/office/drawing/2014/main" id="{65B0A820-6245-EA98-147E-D7ECF309025A}"/>
                </a:ext>
              </a:extLst>
            </p:cNvPr>
            <p:cNvSpPr/>
            <p:nvPr/>
          </p:nvSpPr>
          <p:spPr>
            <a:xfrm>
              <a:off x="4167459" y="914937"/>
              <a:ext cx="5323" cy="4182"/>
            </a:xfrm>
            <a:custGeom>
              <a:avLst/>
              <a:gdLst>
                <a:gd name="connsiteX0" fmla="*/ 5323 w 5323"/>
                <a:gd name="connsiteY0" fmla="*/ 2155 h 4182"/>
                <a:gd name="connsiteX1" fmla="*/ 2662 w 5323"/>
                <a:gd name="connsiteY1" fmla="*/ 4182 h 4182"/>
                <a:gd name="connsiteX2" fmla="*/ 0 w 5323"/>
                <a:gd name="connsiteY2" fmla="*/ 2155 h 4182"/>
                <a:gd name="connsiteX3" fmla="*/ 2662 w 5323"/>
                <a:gd name="connsiteY3" fmla="*/ 0 h 4182"/>
                <a:gd name="connsiteX4" fmla="*/ 5323 w 5323"/>
                <a:gd name="connsiteY4" fmla="*/ 2155 h 4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23" h="4182">
                  <a:moveTo>
                    <a:pt x="5323" y="2155"/>
                  </a:moveTo>
                  <a:lnTo>
                    <a:pt x="2662" y="4182"/>
                  </a:lnTo>
                  <a:lnTo>
                    <a:pt x="0" y="2155"/>
                  </a:lnTo>
                  <a:lnTo>
                    <a:pt x="2662" y="0"/>
                  </a:lnTo>
                  <a:lnTo>
                    <a:pt x="5323" y="215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9" name="Freeform: Shape 2698">
              <a:extLst>
                <a:ext uri="{FF2B5EF4-FFF2-40B4-BE49-F238E27FC236}">
                  <a16:creationId xmlns:a16="http://schemas.microsoft.com/office/drawing/2014/main" id="{07DF7DF0-42FC-1A5A-6FCC-E04B04EC788F}"/>
                </a:ext>
              </a:extLst>
            </p:cNvPr>
            <p:cNvSpPr/>
            <p:nvPr/>
          </p:nvSpPr>
          <p:spPr>
            <a:xfrm>
              <a:off x="4279621" y="861201"/>
              <a:ext cx="5830" cy="4562"/>
            </a:xfrm>
            <a:custGeom>
              <a:avLst/>
              <a:gdLst>
                <a:gd name="connsiteX0" fmla="*/ 5830 w 5830"/>
                <a:gd name="connsiteY0" fmla="*/ 2281 h 4562"/>
                <a:gd name="connsiteX1" fmla="*/ 2915 w 5830"/>
                <a:gd name="connsiteY1" fmla="*/ 4563 h 4562"/>
                <a:gd name="connsiteX2" fmla="*/ 0 w 5830"/>
                <a:gd name="connsiteY2" fmla="*/ 2281 h 4562"/>
                <a:gd name="connsiteX3" fmla="*/ 2915 w 5830"/>
                <a:gd name="connsiteY3" fmla="*/ 0 h 4562"/>
                <a:gd name="connsiteX4" fmla="*/ 5830 w 5830"/>
                <a:gd name="connsiteY4" fmla="*/ 2281 h 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30" h="4562">
                  <a:moveTo>
                    <a:pt x="5830" y="2281"/>
                  </a:moveTo>
                  <a:lnTo>
                    <a:pt x="2915" y="4563"/>
                  </a:lnTo>
                  <a:lnTo>
                    <a:pt x="0" y="2281"/>
                  </a:lnTo>
                  <a:lnTo>
                    <a:pt x="2915" y="0"/>
                  </a:lnTo>
                  <a:lnTo>
                    <a:pt x="5830" y="22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0" name="Freeform: Shape 2699">
              <a:extLst>
                <a:ext uri="{FF2B5EF4-FFF2-40B4-BE49-F238E27FC236}">
                  <a16:creationId xmlns:a16="http://schemas.microsoft.com/office/drawing/2014/main" id="{38620523-A0D3-6245-BBA3-B9614C50ED1C}"/>
                </a:ext>
              </a:extLst>
            </p:cNvPr>
            <p:cNvSpPr/>
            <p:nvPr/>
          </p:nvSpPr>
          <p:spPr>
            <a:xfrm>
              <a:off x="4393556" y="810126"/>
              <a:ext cx="7350" cy="5829"/>
            </a:xfrm>
            <a:custGeom>
              <a:avLst/>
              <a:gdLst>
                <a:gd name="connsiteX0" fmla="*/ 7351 w 7350"/>
                <a:gd name="connsiteY0" fmla="*/ 2915 h 5829"/>
                <a:gd name="connsiteX1" fmla="*/ 3675 w 7350"/>
                <a:gd name="connsiteY1" fmla="*/ 5830 h 5829"/>
                <a:gd name="connsiteX2" fmla="*/ 0 w 7350"/>
                <a:gd name="connsiteY2" fmla="*/ 2915 h 5829"/>
                <a:gd name="connsiteX3" fmla="*/ 3675 w 7350"/>
                <a:gd name="connsiteY3" fmla="*/ 0 h 5829"/>
                <a:gd name="connsiteX4" fmla="*/ 7351 w 7350"/>
                <a:gd name="connsiteY4" fmla="*/ 2915 h 5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0" h="5829">
                  <a:moveTo>
                    <a:pt x="7351" y="2915"/>
                  </a:moveTo>
                  <a:lnTo>
                    <a:pt x="3675" y="5830"/>
                  </a:lnTo>
                  <a:lnTo>
                    <a:pt x="0" y="2915"/>
                  </a:lnTo>
                  <a:lnTo>
                    <a:pt x="3675" y="0"/>
                  </a:lnTo>
                  <a:lnTo>
                    <a:pt x="7351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1" name="Freeform: Shape 2700">
              <a:extLst>
                <a:ext uri="{FF2B5EF4-FFF2-40B4-BE49-F238E27FC236}">
                  <a16:creationId xmlns:a16="http://schemas.microsoft.com/office/drawing/2014/main" id="{36623D93-3781-80A6-9799-493C61E81251}"/>
                </a:ext>
              </a:extLst>
            </p:cNvPr>
            <p:cNvSpPr/>
            <p:nvPr/>
          </p:nvSpPr>
          <p:spPr>
            <a:xfrm>
              <a:off x="4510026" y="762727"/>
              <a:ext cx="7984" cy="6210"/>
            </a:xfrm>
            <a:custGeom>
              <a:avLst/>
              <a:gdLst>
                <a:gd name="connsiteX0" fmla="*/ 7984 w 7984"/>
                <a:gd name="connsiteY0" fmla="*/ 3168 h 6210"/>
                <a:gd name="connsiteX1" fmla="*/ 4056 w 7984"/>
                <a:gd name="connsiteY1" fmla="*/ 6210 h 6210"/>
                <a:gd name="connsiteX2" fmla="*/ 0 w 7984"/>
                <a:gd name="connsiteY2" fmla="*/ 3168 h 6210"/>
                <a:gd name="connsiteX3" fmla="*/ 4056 w 7984"/>
                <a:gd name="connsiteY3" fmla="*/ 0 h 6210"/>
                <a:gd name="connsiteX4" fmla="*/ 7984 w 7984"/>
                <a:gd name="connsiteY4" fmla="*/ 3168 h 6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84" h="6210">
                  <a:moveTo>
                    <a:pt x="7984" y="3168"/>
                  </a:moveTo>
                  <a:lnTo>
                    <a:pt x="4056" y="6210"/>
                  </a:lnTo>
                  <a:lnTo>
                    <a:pt x="0" y="3168"/>
                  </a:lnTo>
                  <a:lnTo>
                    <a:pt x="4056" y="0"/>
                  </a:lnTo>
                  <a:lnTo>
                    <a:pt x="7984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2" name="Freeform: Shape 2701">
              <a:extLst>
                <a:ext uri="{FF2B5EF4-FFF2-40B4-BE49-F238E27FC236}">
                  <a16:creationId xmlns:a16="http://schemas.microsoft.com/office/drawing/2014/main" id="{19953498-059E-20C1-47E8-5A0537036825}"/>
                </a:ext>
              </a:extLst>
            </p:cNvPr>
            <p:cNvSpPr/>
            <p:nvPr/>
          </p:nvSpPr>
          <p:spPr>
            <a:xfrm>
              <a:off x="4628271" y="718243"/>
              <a:ext cx="9251" cy="7350"/>
            </a:xfrm>
            <a:custGeom>
              <a:avLst/>
              <a:gdLst>
                <a:gd name="connsiteX0" fmla="*/ 9252 w 9251"/>
                <a:gd name="connsiteY0" fmla="*/ 3675 h 7350"/>
                <a:gd name="connsiteX1" fmla="*/ 4562 w 9251"/>
                <a:gd name="connsiteY1" fmla="*/ 7351 h 7350"/>
                <a:gd name="connsiteX2" fmla="*/ 0 w 9251"/>
                <a:gd name="connsiteY2" fmla="*/ 3675 h 7350"/>
                <a:gd name="connsiteX3" fmla="*/ 4562 w 9251"/>
                <a:gd name="connsiteY3" fmla="*/ 0 h 7350"/>
                <a:gd name="connsiteX4" fmla="*/ 9252 w 9251"/>
                <a:gd name="connsiteY4" fmla="*/ 3675 h 7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51" h="7350">
                  <a:moveTo>
                    <a:pt x="9252" y="3675"/>
                  </a:moveTo>
                  <a:lnTo>
                    <a:pt x="4562" y="7351"/>
                  </a:lnTo>
                  <a:lnTo>
                    <a:pt x="0" y="3675"/>
                  </a:lnTo>
                  <a:lnTo>
                    <a:pt x="4562" y="0"/>
                  </a:lnTo>
                  <a:lnTo>
                    <a:pt x="9252" y="367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3" name="Freeform: Shape 2702">
              <a:extLst>
                <a:ext uri="{FF2B5EF4-FFF2-40B4-BE49-F238E27FC236}">
                  <a16:creationId xmlns:a16="http://schemas.microsoft.com/office/drawing/2014/main" id="{5149846E-8EDC-8249-1896-7EFD51A444D7}"/>
                </a:ext>
              </a:extLst>
            </p:cNvPr>
            <p:cNvSpPr/>
            <p:nvPr/>
          </p:nvSpPr>
          <p:spPr>
            <a:xfrm>
              <a:off x="4748670" y="677434"/>
              <a:ext cx="9758" cy="7730"/>
            </a:xfrm>
            <a:custGeom>
              <a:avLst/>
              <a:gdLst>
                <a:gd name="connsiteX0" fmla="*/ 9759 w 9758"/>
                <a:gd name="connsiteY0" fmla="*/ 3802 h 7730"/>
                <a:gd name="connsiteX1" fmla="*/ 4816 w 9758"/>
                <a:gd name="connsiteY1" fmla="*/ 7731 h 7730"/>
                <a:gd name="connsiteX2" fmla="*/ 0 w 9758"/>
                <a:gd name="connsiteY2" fmla="*/ 3802 h 7730"/>
                <a:gd name="connsiteX3" fmla="*/ 4816 w 9758"/>
                <a:gd name="connsiteY3" fmla="*/ 0 h 7730"/>
                <a:gd name="connsiteX4" fmla="*/ 9759 w 9758"/>
                <a:gd name="connsiteY4" fmla="*/ 3802 h 7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58" h="7730">
                  <a:moveTo>
                    <a:pt x="9759" y="3802"/>
                  </a:moveTo>
                  <a:lnTo>
                    <a:pt x="4816" y="7731"/>
                  </a:lnTo>
                  <a:lnTo>
                    <a:pt x="0" y="3802"/>
                  </a:lnTo>
                  <a:lnTo>
                    <a:pt x="4816" y="0"/>
                  </a:lnTo>
                  <a:lnTo>
                    <a:pt x="9759" y="380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4" name="Freeform: Shape 2703">
              <a:extLst>
                <a:ext uri="{FF2B5EF4-FFF2-40B4-BE49-F238E27FC236}">
                  <a16:creationId xmlns:a16="http://schemas.microsoft.com/office/drawing/2014/main" id="{9E3EEB1C-C741-B796-A81B-63237D7BF4A3}"/>
                </a:ext>
              </a:extLst>
            </p:cNvPr>
            <p:cNvSpPr/>
            <p:nvPr/>
          </p:nvSpPr>
          <p:spPr>
            <a:xfrm>
              <a:off x="4870337" y="639540"/>
              <a:ext cx="11152" cy="8871"/>
            </a:xfrm>
            <a:custGeom>
              <a:avLst/>
              <a:gdLst>
                <a:gd name="connsiteX0" fmla="*/ 11153 w 11152"/>
                <a:gd name="connsiteY0" fmla="*/ 4436 h 8871"/>
                <a:gd name="connsiteX1" fmla="*/ 5576 w 11152"/>
                <a:gd name="connsiteY1" fmla="*/ 8871 h 8871"/>
                <a:gd name="connsiteX2" fmla="*/ 0 w 11152"/>
                <a:gd name="connsiteY2" fmla="*/ 4436 h 8871"/>
                <a:gd name="connsiteX3" fmla="*/ 5576 w 11152"/>
                <a:gd name="connsiteY3" fmla="*/ 0 h 8871"/>
                <a:gd name="connsiteX4" fmla="*/ 11153 w 11152"/>
                <a:gd name="connsiteY4" fmla="*/ 4436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52" h="8871">
                  <a:moveTo>
                    <a:pt x="11153" y="4436"/>
                  </a:moveTo>
                  <a:lnTo>
                    <a:pt x="5576" y="8871"/>
                  </a:lnTo>
                  <a:lnTo>
                    <a:pt x="0" y="4436"/>
                  </a:lnTo>
                  <a:lnTo>
                    <a:pt x="5576" y="0"/>
                  </a:lnTo>
                  <a:lnTo>
                    <a:pt x="11153" y="44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5" name="Freeform: Shape 2704">
              <a:extLst>
                <a:ext uri="{FF2B5EF4-FFF2-40B4-BE49-F238E27FC236}">
                  <a16:creationId xmlns:a16="http://schemas.microsoft.com/office/drawing/2014/main" id="{7BEC74C1-7264-3B80-F3A5-01C6B1B09BE0}"/>
                </a:ext>
              </a:extLst>
            </p:cNvPr>
            <p:cNvSpPr/>
            <p:nvPr/>
          </p:nvSpPr>
          <p:spPr>
            <a:xfrm>
              <a:off x="4993905" y="605448"/>
              <a:ext cx="11913" cy="9378"/>
            </a:xfrm>
            <a:custGeom>
              <a:avLst/>
              <a:gdLst>
                <a:gd name="connsiteX0" fmla="*/ 11913 w 11913"/>
                <a:gd name="connsiteY0" fmla="*/ 4689 h 9378"/>
                <a:gd name="connsiteX1" fmla="*/ 5957 w 11913"/>
                <a:gd name="connsiteY1" fmla="*/ 9378 h 9378"/>
                <a:gd name="connsiteX2" fmla="*/ 0 w 11913"/>
                <a:gd name="connsiteY2" fmla="*/ 4689 h 9378"/>
                <a:gd name="connsiteX3" fmla="*/ 5957 w 11913"/>
                <a:gd name="connsiteY3" fmla="*/ 0 h 9378"/>
                <a:gd name="connsiteX4" fmla="*/ 11913 w 11913"/>
                <a:gd name="connsiteY4" fmla="*/ 4689 h 9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13" h="9378">
                  <a:moveTo>
                    <a:pt x="11913" y="4689"/>
                  </a:moveTo>
                  <a:lnTo>
                    <a:pt x="5957" y="9378"/>
                  </a:lnTo>
                  <a:lnTo>
                    <a:pt x="0" y="4689"/>
                  </a:lnTo>
                  <a:lnTo>
                    <a:pt x="5957" y="0"/>
                  </a:lnTo>
                  <a:lnTo>
                    <a:pt x="11913" y="468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6" name="Freeform: Shape 2705">
              <a:extLst>
                <a:ext uri="{FF2B5EF4-FFF2-40B4-BE49-F238E27FC236}">
                  <a16:creationId xmlns:a16="http://schemas.microsoft.com/office/drawing/2014/main" id="{7A1FCE4C-A6C1-12CB-38B6-9CD0D5503251}"/>
                </a:ext>
              </a:extLst>
            </p:cNvPr>
            <p:cNvSpPr/>
            <p:nvPr/>
          </p:nvSpPr>
          <p:spPr>
            <a:xfrm>
              <a:off x="5118993" y="574778"/>
              <a:ext cx="12546" cy="9885"/>
            </a:xfrm>
            <a:custGeom>
              <a:avLst/>
              <a:gdLst>
                <a:gd name="connsiteX0" fmla="*/ 12547 w 12546"/>
                <a:gd name="connsiteY0" fmla="*/ 4943 h 9885"/>
                <a:gd name="connsiteX1" fmla="*/ 6210 w 12546"/>
                <a:gd name="connsiteY1" fmla="*/ 9885 h 9885"/>
                <a:gd name="connsiteX2" fmla="*/ 0 w 12546"/>
                <a:gd name="connsiteY2" fmla="*/ 4943 h 9885"/>
                <a:gd name="connsiteX3" fmla="*/ 6210 w 12546"/>
                <a:gd name="connsiteY3" fmla="*/ 0 h 9885"/>
                <a:gd name="connsiteX4" fmla="*/ 12547 w 12546"/>
                <a:gd name="connsiteY4" fmla="*/ 4943 h 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46" h="9885">
                  <a:moveTo>
                    <a:pt x="12547" y="4943"/>
                  </a:moveTo>
                  <a:lnTo>
                    <a:pt x="6210" y="9885"/>
                  </a:lnTo>
                  <a:lnTo>
                    <a:pt x="0" y="4943"/>
                  </a:lnTo>
                  <a:lnTo>
                    <a:pt x="6210" y="0"/>
                  </a:lnTo>
                  <a:lnTo>
                    <a:pt x="12547" y="494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7" name="Freeform: Shape 2706">
              <a:extLst>
                <a:ext uri="{FF2B5EF4-FFF2-40B4-BE49-F238E27FC236}">
                  <a16:creationId xmlns:a16="http://schemas.microsoft.com/office/drawing/2014/main" id="{95EF53AE-4C03-637E-1225-FCA42887707B}"/>
                </a:ext>
              </a:extLst>
            </p:cNvPr>
            <p:cNvSpPr/>
            <p:nvPr/>
          </p:nvSpPr>
          <p:spPr>
            <a:xfrm>
              <a:off x="5245095" y="547529"/>
              <a:ext cx="13434" cy="10645"/>
            </a:xfrm>
            <a:custGeom>
              <a:avLst/>
              <a:gdLst>
                <a:gd name="connsiteX0" fmla="*/ 13434 w 13434"/>
                <a:gd name="connsiteY0" fmla="*/ 5323 h 10645"/>
                <a:gd name="connsiteX1" fmla="*/ 6717 w 13434"/>
                <a:gd name="connsiteY1" fmla="*/ 10646 h 10645"/>
                <a:gd name="connsiteX2" fmla="*/ 0 w 13434"/>
                <a:gd name="connsiteY2" fmla="*/ 5323 h 10645"/>
                <a:gd name="connsiteX3" fmla="*/ 6717 w 13434"/>
                <a:gd name="connsiteY3" fmla="*/ 0 h 10645"/>
                <a:gd name="connsiteX4" fmla="*/ 13434 w 13434"/>
                <a:gd name="connsiteY4" fmla="*/ 5323 h 1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34" h="10645">
                  <a:moveTo>
                    <a:pt x="13434" y="5323"/>
                  </a:moveTo>
                  <a:cubicBezTo>
                    <a:pt x="13434" y="8238"/>
                    <a:pt x="10392" y="10646"/>
                    <a:pt x="6717" y="10646"/>
                  </a:cubicBezTo>
                  <a:cubicBezTo>
                    <a:pt x="3042" y="10646"/>
                    <a:pt x="0" y="8238"/>
                    <a:pt x="0" y="5323"/>
                  </a:cubicBezTo>
                  <a:cubicBezTo>
                    <a:pt x="0" y="2408"/>
                    <a:pt x="3042" y="0"/>
                    <a:pt x="6717" y="0"/>
                  </a:cubicBezTo>
                  <a:cubicBezTo>
                    <a:pt x="10392" y="0"/>
                    <a:pt x="13434" y="2408"/>
                    <a:pt x="13434" y="532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8" name="Freeform: Shape 2707">
              <a:extLst>
                <a:ext uri="{FF2B5EF4-FFF2-40B4-BE49-F238E27FC236}">
                  <a16:creationId xmlns:a16="http://schemas.microsoft.com/office/drawing/2014/main" id="{7A3AC227-A866-8546-11E1-8A5FDDDD4B1C}"/>
                </a:ext>
              </a:extLst>
            </p:cNvPr>
            <p:cNvSpPr/>
            <p:nvPr/>
          </p:nvSpPr>
          <p:spPr>
            <a:xfrm>
              <a:off x="5372338" y="523576"/>
              <a:ext cx="14701" cy="11659"/>
            </a:xfrm>
            <a:custGeom>
              <a:avLst/>
              <a:gdLst>
                <a:gd name="connsiteX0" fmla="*/ 14701 w 14701"/>
                <a:gd name="connsiteY0" fmla="*/ 5830 h 11659"/>
                <a:gd name="connsiteX1" fmla="*/ 7351 w 14701"/>
                <a:gd name="connsiteY1" fmla="*/ 11660 h 11659"/>
                <a:gd name="connsiteX2" fmla="*/ 0 w 14701"/>
                <a:gd name="connsiteY2" fmla="*/ 5830 h 11659"/>
                <a:gd name="connsiteX3" fmla="*/ 7351 w 14701"/>
                <a:gd name="connsiteY3" fmla="*/ 0 h 11659"/>
                <a:gd name="connsiteX4" fmla="*/ 14701 w 14701"/>
                <a:gd name="connsiteY4" fmla="*/ 5830 h 11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01" h="11659">
                  <a:moveTo>
                    <a:pt x="14701" y="5830"/>
                  </a:moveTo>
                  <a:cubicBezTo>
                    <a:pt x="14701" y="8998"/>
                    <a:pt x="11406" y="11660"/>
                    <a:pt x="7351" y="11660"/>
                  </a:cubicBezTo>
                  <a:cubicBezTo>
                    <a:pt x="3295" y="11660"/>
                    <a:pt x="0" y="8998"/>
                    <a:pt x="0" y="5830"/>
                  </a:cubicBezTo>
                  <a:cubicBezTo>
                    <a:pt x="0" y="2661"/>
                    <a:pt x="3295" y="0"/>
                    <a:pt x="7351" y="0"/>
                  </a:cubicBezTo>
                  <a:cubicBezTo>
                    <a:pt x="11406" y="0"/>
                    <a:pt x="14701" y="2661"/>
                    <a:pt x="14701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9" name="Freeform: Shape 2708">
              <a:extLst>
                <a:ext uri="{FF2B5EF4-FFF2-40B4-BE49-F238E27FC236}">
                  <a16:creationId xmlns:a16="http://schemas.microsoft.com/office/drawing/2014/main" id="{8CC89C30-B721-2254-7F8F-2DC283D27D59}"/>
                </a:ext>
              </a:extLst>
            </p:cNvPr>
            <p:cNvSpPr/>
            <p:nvPr/>
          </p:nvSpPr>
          <p:spPr>
            <a:xfrm>
              <a:off x="5500595" y="503425"/>
              <a:ext cx="15461" cy="12420"/>
            </a:xfrm>
            <a:custGeom>
              <a:avLst/>
              <a:gdLst>
                <a:gd name="connsiteX0" fmla="*/ 15462 w 15461"/>
                <a:gd name="connsiteY0" fmla="*/ 6210 h 12420"/>
                <a:gd name="connsiteX1" fmla="*/ 7731 w 15461"/>
                <a:gd name="connsiteY1" fmla="*/ 12420 h 12420"/>
                <a:gd name="connsiteX2" fmla="*/ 0 w 15461"/>
                <a:gd name="connsiteY2" fmla="*/ 6210 h 12420"/>
                <a:gd name="connsiteX3" fmla="*/ 7731 w 15461"/>
                <a:gd name="connsiteY3" fmla="*/ 0 h 12420"/>
                <a:gd name="connsiteX4" fmla="*/ 15462 w 15461"/>
                <a:gd name="connsiteY4" fmla="*/ 6210 h 12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61" h="12420">
                  <a:moveTo>
                    <a:pt x="15462" y="6210"/>
                  </a:moveTo>
                  <a:cubicBezTo>
                    <a:pt x="15462" y="9632"/>
                    <a:pt x="12040" y="12420"/>
                    <a:pt x="7731" y="12420"/>
                  </a:cubicBezTo>
                  <a:cubicBezTo>
                    <a:pt x="3422" y="12420"/>
                    <a:pt x="0" y="9632"/>
                    <a:pt x="0" y="6210"/>
                  </a:cubicBezTo>
                  <a:cubicBezTo>
                    <a:pt x="0" y="2788"/>
                    <a:pt x="3422" y="0"/>
                    <a:pt x="7731" y="0"/>
                  </a:cubicBezTo>
                  <a:cubicBezTo>
                    <a:pt x="12040" y="0"/>
                    <a:pt x="15462" y="2788"/>
                    <a:pt x="15462" y="621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0" name="Freeform: Shape 2709">
              <a:extLst>
                <a:ext uri="{FF2B5EF4-FFF2-40B4-BE49-F238E27FC236}">
                  <a16:creationId xmlns:a16="http://schemas.microsoft.com/office/drawing/2014/main" id="{217F005B-0755-4980-36F2-0BB2B3FF2642}"/>
                </a:ext>
              </a:extLst>
            </p:cNvPr>
            <p:cNvSpPr/>
            <p:nvPr/>
          </p:nvSpPr>
          <p:spPr>
            <a:xfrm>
              <a:off x="5629866" y="486950"/>
              <a:ext cx="15968" cy="12800"/>
            </a:xfrm>
            <a:custGeom>
              <a:avLst/>
              <a:gdLst>
                <a:gd name="connsiteX0" fmla="*/ 15969 w 15968"/>
                <a:gd name="connsiteY0" fmla="*/ 6337 h 12800"/>
                <a:gd name="connsiteX1" fmla="*/ 7984 w 15968"/>
                <a:gd name="connsiteY1" fmla="*/ 12800 h 12800"/>
                <a:gd name="connsiteX2" fmla="*/ 0 w 15968"/>
                <a:gd name="connsiteY2" fmla="*/ 6337 h 12800"/>
                <a:gd name="connsiteX3" fmla="*/ 7984 w 15968"/>
                <a:gd name="connsiteY3" fmla="*/ 0 h 12800"/>
                <a:gd name="connsiteX4" fmla="*/ 15969 w 15968"/>
                <a:gd name="connsiteY4" fmla="*/ 6337 h 1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800">
                  <a:moveTo>
                    <a:pt x="15969" y="6337"/>
                  </a:moveTo>
                  <a:cubicBezTo>
                    <a:pt x="15969" y="9885"/>
                    <a:pt x="12420" y="12800"/>
                    <a:pt x="7984" y="12800"/>
                  </a:cubicBezTo>
                  <a:cubicBezTo>
                    <a:pt x="3549" y="12800"/>
                    <a:pt x="0" y="9885"/>
                    <a:pt x="0" y="6337"/>
                  </a:cubicBezTo>
                  <a:cubicBezTo>
                    <a:pt x="0" y="2788"/>
                    <a:pt x="3675" y="0"/>
                    <a:pt x="7984" y="0"/>
                  </a:cubicBezTo>
                  <a:cubicBezTo>
                    <a:pt x="12293" y="0"/>
                    <a:pt x="15969" y="2915"/>
                    <a:pt x="15969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1" name="Freeform: Shape 2710">
              <a:extLst>
                <a:ext uri="{FF2B5EF4-FFF2-40B4-BE49-F238E27FC236}">
                  <a16:creationId xmlns:a16="http://schemas.microsoft.com/office/drawing/2014/main" id="{6E6EFF33-111D-E6BC-02C6-22B46E86757E}"/>
                </a:ext>
              </a:extLst>
            </p:cNvPr>
            <p:cNvSpPr/>
            <p:nvPr/>
          </p:nvSpPr>
          <p:spPr>
            <a:xfrm>
              <a:off x="5759390" y="473896"/>
              <a:ext cx="16982" cy="13433"/>
            </a:xfrm>
            <a:custGeom>
              <a:avLst/>
              <a:gdLst>
                <a:gd name="connsiteX0" fmla="*/ 16983 w 16982"/>
                <a:gd name="connsiteY0" fmla="*/ 6717 h 13433"/>
                <a:gd name="connsiteX1" fmla="*/ 8491 w 16982"/>
                <a:gd name="connsiteY1" fmla="*/ 13434 h 13433"/>
                <a:gd name="connsiteX2" fmla="*/ 0 w 16982"/>
                <a:gd name="connsiteY2" fmla="*/ 6717 h 13433"/>
                <a:gd name="connsiteX3" fmla="*/ 8491 w 16982"/>
                <a:gd name="connsiteY3" fmla="*/ 0 h 13433"/>
                <a:gd name="connsiteX4" fmla="*/ 16983 w 16982"/>
                <a:gd name="connsiteY4" fmla="*/ 6717 h 13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82" h="13433">
                  <a:moveTo>
                    <a:pt x="16983" y="6717"/>
                  </a:moveTo>
                  <a:cubicBezTo>
                    <a:pt x="16983" y="10392"/>
                    <a:pt x="13181" y="13434"/>
                    <a:pt x="8491" y="13434"/>
                  </a:cubicBezTo>
                  <a:cubicBezTo>
                    <a:pt x="3802" y="13434"/>
                    <a:pt x="0" y="10392"/>
                    <a:pt x="0" y="6717"/>
                  </a:cubicBezTo>
                  <a:cubicBezTo>
                    <a:pt x="0" y="3042"/>
                    <a:pt x="3802" y="0"/>
                    <a:pt x="8491" y="0"/>
                  </a:cubicBezTo>
                  <a:cubicBezTo>
                    <a:pt x="13181" y="0"/>
                    <a:pt x="16983" y="3042"/>
                    <a:pt x="16983" y="671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2" name="Freeform: Shape 2711">
              <a:extLst>
                <a:ext uri="{FF2B5EF4-FFF2-40B4-BE49-F238E27FC236}">
                  <a16:creationId xmlns:a16="http://schemas.microsoft.com/office/drawing/2014/main" id="{8EF3DDB2-2EED-A021-BDD2-45F9F9C0944A}"/>
                </a:ext>
              </a:extLst>
            </p:cNvPr>
            <p:cNvSpPr/>
            <p:nvPr/>
          </p:nvSpPr>
          <p:spPr>
            <a:xfrm>
              <a:off x="5889674" y="464644"/>
              <a:ext cx="17742" cy="13940"/>
            </a:xfrm>
            <a:custGeom>
              <a:avLst/>
              <a:gdLst>
                <a:gd name="connsiteX0" fmla="*/ 17743 w 17742"/>
                <a:gd name="connsiteY0" fmla="*/ 6971 h 13940"/>
                <a:gd name="connsiteX1" fmla="*/ 8872 w 17742"/>
                <a:gd name="connsiteY1" fmla="*/ 13941 h 13940"/>
                <a:gd name="connsiteX2" fmla="*/ 0 w 17742"/>
                <a:gd name="connsiteY2" fmla="*/ 6971 h 13940"/>
                <a:gd name="connsiteX3" fmla="*/ 8872 w 17742"/>
                <a:gd name="connsiteY3" fmla="*/ 0 h 13940"/>
                <a:gd name="connsiteX4" fmla="*/ 17743 w 17742"/>
                <a:gd name="connsiteY4" fmla="*/ 6971 h 13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2" h="13940">
                  <a:moveTo>
                    <a:pt x="17743" y="6971"/>
                  </a:moveTo>
                  <a:cubicBezTo>
                    <a:pt x="17743" y="10899"/>
                    <a:pt x="13814" y="13941"/>
                    <a:pt x="8872" y="13941"/>
                  </a:cubicBezTo>
                  <a:cubicBezTo>
                    <a:pt x="3929" y="13941"/>
                    <a:pt x="0" y="10773"/>
                    <a:pt x="0" y="6971"/>
                  </a:cubicBezTo>
                  <a:cubicBezTo>
                    <a:pt x="0" y="3168"/>
                    <a:pt x="3929" y="0"/>
                    <a:pt x="8872" y="0"/>
                  </a:cubicBezTo>
                  <a:cubicBezTo>
                    <a:pt x="13814" y="0"/>
                    <a:pt x="17743" y="3168"/>
                    <a:pt x="17743" y="697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3" name="Freeform: Shape 2712">
              <a:extLst>
                <a:ext uri="{FF2B5EF4-FFF2-40B4-BE49-F238E27FC236}">
                  <a16:creationId xmlns:a16="http://schemas.microsoft.com/office/drawing/2014/main" id="{DD1F6645-8A76-4A0D-BC45-820C460F1C48}"/>
                </a:ext>
              </a:extLst>
            </p:cNvPr>
            <p:cNvSpPr/>
            <p:nvPr/>
          </p:nvSpPr>
          <p:spPr>
            <a:xfrm>
              <a:off x="6020466" y="458941"/>
              <a:ext cx="18250" cy="14447"/>
            </a:xfrm>
            <a:custGeom>
              <a:avLst/>
              <a:gdLst>
                <a:gd name="connsiteX0" fmla="*/ 18250 w 18250"/>
                <a:gd name="connsiteY0" fmla="*/ 7224 h 14447"/>
                <a:gd name="connsiteX1" fmla="*/ 9125 w 18250"/>
                <a:gd name="connsiteY1" fmla="*/ 14448 h 14447"/>
                <a:gd name="connsiteX2" fmla="*/ 0 w 18250"/>
                <a:gd name="connsiteY2" fmla="*/ 7224 h 14447"/>
                <a:gd name="connsiteX3" fmla="*/ 9125 w 18250"/>
                <a:gd name="connsiteY3" fmla="*/ 0 h 14447"/>
                <a:gd name="connsiteX4" fmla="*/ 18250 w 18250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7">
                  <a:moveTo>
                    <a:pt x="18250" y="7224"/>
                  </a:moveTo>
                  <a:cubicBezTo>
                    <a:pt x="18250" y="11153"/>
                    <a:pt x="14194" y="14448"/>
                    <a:pt x="9125" y="14448"/>
                  </a:cubicBezTo>
                  <a:cubicBezTo>
                    <a:pt x="4055" y="14448"/>
                    <a:pt x="0" y="11153"/>
                    <a:pt x="0" y="7224"/>
                  </a:cubicBezTo>
                  <a:cubicBezTo>
                    <a:pt x="0" y="3295"/>
                    <a:pt x="4055" y="0"/>
                    <a:pt x="9125" y="0"/>
                  </a:cubicBezTo>
                  <a:cubicBezTo>
                    <a:pt x="14194" y="0"/>
                    <a:pt x="18250" y="3168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4" name="Freeform: Shape 2713">
              <a:extLst>
                <a:ext uri="{FF2B5EF4-FFF2-40B4-BE49-F238E27FC236}">
                  <a16:creationId xmlns:a16="http://schemas.microsoft.com/office/drawing/2014/main" id="{05D35ABF-4695-99D9-1781-68C02C46B42B}"/>
                </a:ext>
              </a:extLst>
            </p:cNvPr>
            <p:cNvSpPr/>
            <p:nvPr/>
          </p:nvSpPr>
          <p:spPr>
            <a:xfrm>
              <a:off x="6151131" y="456660"/>
              <a:ext cx="19010" cy="15208"/>
            </a:xfrm>
            <a:custGeom>
              <a:avLst/>
              <a:gdLst>
                <a:gd name="connsiteX0" fmla="*/ 19010 w 19010"/>
                <a:gd name="connsiteY0" fmla="*/ 7604 h 15208"/>
                <a:gd name="connsiteX1" fmla="*/ 9505 w 19010"/>
                <a:gd name="connsiteY1" fmla="*/ 15208 h 15208"/>
                <a:gd name="connsiteX2" fmla="*/ 0 w 19010"/>
                <a:gd name="connsiteY2" fmla="*/ 7604 h 15208"/>
                <a:gd name="connsiteX3" fmla="*/ 9505 w 19010"/>
                <a:gd name="connsiteY3" fmla="*/ 0 h 15208"/>
                <a:gd name="connsiteX4" fmla="*/ 19010 w 19010"/>
                <a:gd name="connsiteY4" fmla="*/ 7604 h 15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10" h="15208">
                  <a:moveTo>
                    <a:pt x="19010" y="7604"/>
                  </a:moveTo>
                  <a:cubicBezTo>
                    <a:pt x="19010" y="11786"/>
                    <a:pt x="14701" y="15208"/>
                    <a:pt x="9505" y="15208"/>
                  </a:cubicBezTo>
                  <a:cubicBezTo>
                    <a:pt x="4309" y="15208"/>
                    <a:pt x="0" y="11786"/>
                    <a:pt x="0" y="7604"/>
                  </a:cubicBezTo>
                  <a:cubicBezTo>
                    <a:pt x="0" y="3422"/>
                    <a:pt x="4309" y="0"/>
                    <a:pt x="9505" y="0"/>
                  </a:cubicBezTo>
                  <a:cubicBezTo>
                    <a:pt x="14701" y="0"/>
                    <a:pt x="19010" y="3422"/>
                    <a:pt x="19010" y="760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5" name="Freeform: Shape 2714">
              <a:extLst>
                <a:ext uri="{FF2B5EF4-FFF2-40B4-BE49-F238E27FC236}">
                  <a16:creationId xmlns:a16="http://schemas.microsoft.com/office/drawing/2014/main" id="{2D1CDEE7-DA3B-6B7C-E996-AD1FB6BCA515}"/>
                </a:ext>
              </a:extLst>
            </p:cNvPr>
            <p:cNvSpPr/>
            <p:nvPr/>
          </p:nvSpPr>
          <p:spPr>
            <a:xfrm>
              <a:off x="6281922" y="458307"/>
              <a:ext cx="19770" cy="15715"/>
            </a:xfrm>
            <a:custGeom>
              <a:avLst/>
              <a:gdLst>
                <a:gd name="connsiteX0" fmla="*/ 19771 w 19770"/>
                <a:gd name="connsiteY0" fmla="*/ 7858 h 15715"/>
                <a:gd name="connsiteX1" fmla="*/ 9885 w 19770"/>
                <a:gd name="connsiteY1" fmla="*/ 15715 h 15715"/>
                <a:gd name="connsiteX2" fmla="*/ 0 w 19770"/>
                <a:gd name="connsiteY2" fmla="*/ 7858 h 15715"/>
                <a:gd name="connsiteX3" fmla="*/ 9885 w 19770"/>
                <a:gd name="connsiteY3" fmla="*/ 0 h 15715"/>
                <a:gd name="connsiteX4" fmla="*/ 19771 w 19770"/>
                <a:gd name="connsiteY4" fmla="*/ 7858 h 1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70" h="15715">
                  <a:moveTo>
                    <a:pt x="19771" y="7858"/>
                  </a:moveTo>
                  <a:cubicBezTo>
                    <a:pt x="19771" y="12167"/>
                    <a:pt x="15335" y="15715"/>
                    <a:pt x="9885" y="15715"/>
                  </a:cubicBezTo>
                  <a:cubicBezTo>
                    <a:pt x="4435" y="15715"/>
                    <a:pt x="0" y="12167"/>
                    <a:pt x="0" y="7858"/>
                  </a:cubicBezTo>
                  <a:cubicBezTo>
                    <a:pt x="0" y="3549"/>
                    <a:pt x="4435" y="0"/>
                    <a:pt x="9885" y="0"/>
                  </a:cubicBezTo>
                  <a:cubicBezTo>
                    <a:pt x="15335" y="0"/>
                    <a:pt x="19771" y="3549"/>
                    <a:pt x="19771" y="785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6" name="Freeform: Shape 2715">
              <a:extLst>
                <a:ext uri="{FF2B5EF4-FFF2-40B4-BE49-F238E27FC236}">
                  <a16:creationId xmlns:a16="http://schemas.microsoft.com/office/drawing/2014/main" id="{10C68157-3A8E-FC5E-BEAA-7FED2F575700}"/>
                </a:ext>
              </a:extLst>
            </p:cNvPr>
            <p:cNvSpPr/>
            <p:nvPr/>
          </p:nvSpPr>
          <p:spPr>
            <a:xfrm>
              <a:off x="6412460" y="463377"/>
              <a:ext cx="20531" cy="16475"/>
            </a:xfrm>
            <a:custGeom>
              <a:avLst/>
              <a:gdLst>
                <a:gd name="connsiteX0" fmla="*/ 20531 w 20531"/>
                <a:gd name="connsiteY0" fmla="*/ 8238 h 16475"/>
                <a:gd name="connsiteX1" fmla="*/ 10266 w 20531"/>
                <a:gd name="connsiteY1" fmla="*/ 16476 h 16475"/>
                <a:gd name="connsiteX2" fmla="*/ 0 w 20531"/>
                <a:gd name="connsiteY2" fmla="*/ 8238 h 16475"/>
                <a:gd name="connsiteX3" fmla="*/ 10266 w 20531"/>
                <a:gd name="connsiteY3" fmla="*/ 0 h 16475"/>
                <a:gd name="connsiteX4" fmla="*/ 20531 w 20531"/>
                <a:gd name="connsiteY4" fmla="*/ 8238 h 16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31" h="16475">
                  <a:moveTo>
                    <a:pt x="20531" y="8238"/>
                  </a:moveTo>
                  <a:cubicBezTo>
                    <a:pt x="20531" y="12800"/>
                    <a:pt x="15969" y="16476"/>
                    <a:pt x="10266" y="16476"/>
                  </a:cubicBezTo>
                  <a:cubicBezTo>
                    <a:pt x="4562" y="16476"/>
                    <a:pt x="0" y="12800"/>
                    <a:pt x="0" y="8238"/>
                  </a:cubicBezTo>
                  <a:cubicBezTo>
                    <a:pt x="0" y="3675"/>
                    <a:pt x="4562" y="0"/>
                    <a:pt x="10266" y="0"/>
                  </a:cubicBezTo>
                  <a:cubicBezTo>
                    <a:pt x="15969" y="0"/>
                    <a:pt x="20531" y="3675"/>
                    <a:pt x="20531" y="823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7" name="Freeform: Shape 2716">
              <a:extLst>
                <a:ext uri="{FF2B5EF4-FFF2-40B4-BE49-F238E27FC236}">
                  <a16:creationId xmlns:a16="http://schemas.microsoft.com/office/drawing/2014/main" id="{A7368F68-C5E4-3891-D5CF-5EC6DD1A357B}"/>
                </a:ext>
              </a:extLst>
            </p:cNvPr>
            <p:cNvSpPr/>
            <p:nvPr/>
          </p:nvSpPr>
          <p:spPr>
            <a:xfrm>
              <a:off x="6542491" y="472121"/>
              <a:ext cx="21418" cy="16982"/>
            </a:xfrm>
            <a:custGeom>
              <a:avLst/>
              <a:gdLst>
                <a:gd name="connsiteX0" fmla="*/ 21418 w 21418"/>
                <a:gd name="connsiteY0" fmla="*/ 8491 h 16982"/>
                <a:gd name="connsiteX1" fmla="*/ 10773 w 21418"/>
                <a:gd name="connsiteY1" fmla="*/ 16983 h 16982"/>
                <a:gd name="connsiteX2" fmla="*/ 0 w 21418"/>
                <a:gd name="connsiteY2" fmla="*/ 8491 h 16982"/>
                <a:gd name="connsiteX3" fmla="*/ 10773 w 21418"/>
                <a:gd name="connsiteY3" fmla="*/ 0 h 16982"/>
                <a:gd name="connsiteX4" fmla="*/ 21418 w 21418"/>
                <a:gd name="connsiteY4" fmla="*/ 8491 h 1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18" h="16982">
                  <a:moveTo>
                    <a:pt x="21418" y="8491"/>
                  </a:moveTo>
                  <a:cubicBezTo>
                    <a:pt x="21418" y="13181"/>
                    <a:pt x="16602" y="16983"/>
                    <a:pt x="10773" y="16983"/>
                  </a:cubicBezTo>
                  <a:cubicBezTo>
                    <a:pt x="4943" y="16983"/>
                    <a:pt x="0" y="13181"/>
                    <a:pt x="0" y="8491"/>
                  </a:cubicBezTo>
                  <a:cubicBezTo>
                    <a:pt x="0" y="3802"/>
                    <a:pt x="4816" y="0"/>
                    <a:pt x="10773" y="0"/>
                  </a:cubicBezTo>
                  <a:cubicBezTo>
                    <a:pt x="16729" y="0"/>
                    <a:pt x="21418" y="3802"/>
                    <a:pt x="21418" y="84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8" name="Freeform: Shape 2717">
              <a:extLst>
                <a:ext uri="{FF2B5EF4-FFF2-40B4-BE49-F238E27FC236}">
                  <a16:creationId xmlns:a16="http://schemas.microsoft.com/office/drawing/2014/main" id="{6BF98BF6-8F17-323E-18EE-15175E4E58DF}"/>
                </a:ext>
              </a:extLst>
            </p:cNvPr>
            <p:cNvSpPr/>
            <p:nvPr/>
          </p:nvSpPr>
          <p:spPr>
            <a:xfrm>
              <a:off x="6672269" y="484542"/>
              <a:ext cx="22052" cy="17489"/>
            </a:xfrm>
            <a:custGeom>
              <a:avLst/>
              <a:gdLst>
                <a:gd name="connsiteX0" fmla="*/ 22053 w 22052"/>
                <a:gd name="connsiteY0" fmla="*/ 8745 h 17489"/>
                <a:gd name="connsiteX1" fmla="*/ 11027 w 22052"/>
                <a:gd name="connsiteY1" fmla="*/ 17490 h 17489"/>
                <a:gd name="connsiteX2" fmla="*/ 0 w 22052"/>
                <a:gd name="connsiteY2" fmla="*/ 8745 h 17489"/>
                <a:gd name="connsiteX3" fmla="*/ 11027 w 22052"/>
                <a:gd name="connsiteY3" fmla="*/ 0 h 17489"/>
                <a:gd name="connsiteX4" fmla="*/ 22053 w 22052"/>
                <a:gd name="connsiteY4" fmla="*/ 8745 h 1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052" h="17489">
                  <a:moveTo>
                    <a:pt x="22053" y="8745"/>
                  </a:moveTo>
                  <a:cubicBezTo>
                    <a:pt x="22053" y="13561"/>
                    <a:pt x="17110" y="17490"/>
                    <a:pt x="11027" y="17490"/>
                  </a:cubicBezTo>
                  <a:cubicBezTo>
                    <a:pt x="4943" y="17490"/>
                    <a:pt x="0" y="13561"/>
                    <a:pt x="0" y="8745"/>
                  </a:cubicBezTo>
                  <a:cubicBezTo>
                    <a:pt x="0" y="3929"/>
                    <a:pt x="4943" y="0"/>
                    <a:pt x="11027" y="0"/>
                  </a:cubicBezTo>
                  <a:cubicBezTo>
                    <a:pt x="17110" y="0"/>
                    <a:pt x="22053" y="3929"/>
                    <a:pt x="22053" y="874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9" name="Freeform: Shape 2718">
              <a:extLst>
                <a:ext uri="{FF2B5EF4-FFF2-40B4-BE49-F238E27FC236}">
                  <a16:creationId xmlns:a16="http://schemas.microsoft.com/office/drawing/2014/main" id="{98EEAE83-A946-00BE-2395-84B0710904C3}"/>
                </a:ext>
              </a:extLst>
            </p:cNvPr>
            <p:cNvSpPr/>
            <p:nvPr/>
          </p:nvSpPr>
          <p:spPr>
            <a:xfrm>
              <a:off x="6801413" y="500637"/>
              <a:ext cx="22813" cy="17996"/>
            </a:xfrm>
            <a:custGeom>
              <a:avLst/>
              <a:gdLst>
                <a:gd name="connsiteX0" fmla="*/ 22813 w 22813"/>
                <a:gd name="connsiteY0" fmla="*/ 8998 h 17996"/>
                <a:gd name="connsiteX1" fmla="*/ 11407 w 22813"/>
                <a:gd name="connsiteY1" fmla="*/ 17997 h 17996"/>
                <a:gd name="connsiteX2" fmla="*/ 0 w 22813"/>
                <a:gd name="connsiteY2" fmla="*/ 8998 h 17996"/>
                <a:gd name="connsiteX3" fmla="*/ 11407 w 22813"/>
                <a:gd name="connsiteY3" fmla="*/ 0 h 17996"/>
                <a:gd name="connsiteX4" fmla="*/ 22813 w 22813"/>
                <a:gd name="connsiteY4" fmla="*/ 8998 h 17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13" h="17996">
                  <a:moveTo>
                    <a:pt x="22813" y="8998"/>
                  </a:moveTo>
                  <a:cubicBezTo>
                    <a:pt x="22813" y="13941"/>
                    <a:pt x="17743" y="17997"/>
                    <a:pt x="11407" y="17997"/>
                  </a:cubicBezTo>
                  <a:cubicBezTo>
                    <a:pt x="5070" y="17997"/>
                    <a:pt x="0" y="13941"/>
                    <a:pt x="0" y="8998"/>
                  </a:cubicBezTo>
                  <a:cubicBezTo>
                    <a:pt x="0" y="4056"/>
                    <a:pt x="5070" y="0"/>
                    <a:pt x="11407" y="0"/>
                  </a:cubicBezTo>
                  <a:cubicBezTo>
                    <a:pt x="17743" y="0"/>
                    <a:pt x="22813" y="4056"/>
                    <a:pt x="22813" y="89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0" name="Freeform: Shape 2719">
              <a:extLst>
                <a:ext uri="{FF2B5EF4-FFF2-40B4-BE49-F238E27FC236}">
                  <a16:creationId xmlns:a16="http://schemas.microsoft.com/office/drawing/2014/main" id="{EEE5F250-C148-8E46-85E1-21F0E47C4CA0}"/>
                </a:ext>
              </a:extLst>
            </p:cNvPr>
            <p:cNvSpPr/>
            <p:nvPr/>
          </p:nvSpPr>
          <p:spPr>
            <a:xfrm>
              <a:off x="6929796" y="520028"/>
              <a:ext cx="23573" cy="18756"/>
            </a:xfrm>
            <a:custGeom>
              <a:avLst/>
              <a:gdLst>
                <a:gd name="connsiteX0" fmla="*/ 23573 w 23573"/>
                <a:gd name="connsiteY0" fmla="*/ 9378 h 18756"/>
                <a:gd name="connsiteX1" fmla="*/ 11786 w 23573"/>
                <a:gd name="connsiteY1" fmla="*/ 18757 h 18756"/>
                <a:gd name="connsiteX2" fmla="*/ 0 w 23573"/>
                <a:gd name="connsiteY2" fmla="*/ 9378 h 18756"/>
                <a:gd name="connsiteX3" fmla="*/ 11786 w 23573"/>
                <a:gd name="connsiteY3" fmla="*/ 0 h 18756"/>
                <a:gd name="connsiteX4" fmla="*/ 23573 w 23573"/>
                <a:gd name="connsiteY4" fmla="*/ 9378 h 1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573" h="18756">
                  <a:moveTo>
                    <a:pt x="23573" y="9378"/>
                  </a:moveTo>
                  <a:cubicBezTo>
                    <a:pt x="23573" y="14575"/>
                    <a:pt x="18377" y="18757"/>
                    <a:pt x="11786" y="18757"/>
                  </a:cubicBezTo>
                  <a:cubicBezTo>
                    <a:pt x="5197" y="18757"/>
                    <a:pt x="0" y="14575"/>
                    <a:pt x="0" y="9378"/>
                  </a:cubicBezTo>
                  <a:cubicBezTo>
                    <a:pt x="0" y="4182"/>
                    <a:pt x="5323" y="0"/>
                    <a:pt x="11786" y="0"/>
                  </a:cubicBezTo>
                  <a:cubicBezTo>
                    <a:pt x="18250" y="0"/>
                    <a:pt x="23573" y="4182"/>
                    <a:pt x="23573" y="937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1" name="Freeform: Shape 2720">
              <a:extLst>
                <a:ext uri="{FF2B5EF4-FFF2-40B4-BE49-F238E27FC236}">
                  <a16:creationId xmlns:a16="http://schemas.microsoft.com/office/drawing/2014/main" id="{76CBFF42-5498-BC65-FE8F-8398B9C17D4A}"/>
                </a:ext>
              </a:extLst>
            </p:cNvPr>
            <p:cNvSpPr/>
            <p:nvPr/>
          </p:nvSpPr>
          <p:spPr>
            <a:xfrm>
              <a:off x="7057546" y="543474"/>
              <a:ext cx="23572" cy="18756"/>
            </a:xfrm>
            <a:custGeom>
              <a:avLst/>
              <a:gdLst>
                <a:gd name="connsiteX0" fmla="*/ 23573 w 23572"/>
                <a:gd name="connsiteY0" fmla="*/ 9378 h 18756"/>
                <a:gd name="connsiteX1" fmla="*/ 11786 w 23572"/>
                <a:gd name="connsiteY1" fmla="*/ 18757 h 18756"/>
                <a:gd name="connsiteX2" fmla="*/ 0 w 23572"/>
                <a:gd name="connsiteY2" fmla="*/ 9378 h 18756"/>
                <a:gd name="connsiteX3" fmla="*/ 11786 w 23572"/>
                <a:gd name="connsiteY3" fmla="*/ 0 h 18756"/>
                <a:gd name="connsiteX4" fmla="*/ 23573 w 23572"/>
                <a:gd name="connsiteY4" fmla="*/ 9378 h 1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572" h="18756">
                  <a:moveTo>
                    <a:pt x="23573" y="9378"/>
                  </a:moveTo>
                  <a:cubicBezTo>
                    <a:pt x="23573" y="14575"/>
                    <a:pt x="18377" y="18757"/>
                    <a:pt x="11786" y="18757"/>
                  </a:cubicBezTo>
                  <a:cubicBezTo>
                    <a:pt x="5197" y="18757"/>
                    <a:pt x="0" y="14575"/>
                    <a:pt x="0" y="9378"/>
                  </a:cubicBezTo>
                  <a:cubicBezTo>
                    <a:pt x="0" y="4182"/>
                    <a:pt x="5197" y="0"/>
                    <a:pt x="11786" y="0"/>
                  </a:cubicBezTo>
                  <a:cubicBezTo>
                    <a:pt x="18377" y="0"/>
                    <a:pt x="23573" y="4182"/>
                    <a:pt x="23573" y="937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2" name="Freeform: Shape 2721">
              <a:extLst>
                <a:ext uri="{FF2B5EF4-FFF2-40B4-BE49-F238E27FC236}">
                  <a16:creationId xmlns:a16="http://schemas.microsoft.com/office/drawing/2014/main" id="{99F6EEDF-B21D-AEE8-9F59-F0397088BDBE}"/>
                </a:ext>
              </a:extLst>
            </p:cNvPr>
            <p:cNvSpPr/>
            <p:nvPr/>
          </p:nvSpPr>
          <p:spPr>
            <a:xfrm>
              <a:off x="7183776" y="570088"/>
              <a:ext cx="24333" cy="19263"/>
            </a:xfrm>
            <a:custGeom>
              <a:avLst/>
              <a:gdLst>
                <a:gd name="connsiteX0" fmla="*/ 24333 w 24333"/>
                <a:gd name="connsiteY0" fmla="*/ 9632 h 19263"/>
                <a:gd name="connsiteX1" fmla="*/ 12166 w 24333"/>
                <a:gd name="connsiteY1" fmla="*/ 19264 h 19263"/>
                <a:gd name="connsiteX2" fmla="*/ 0 w 24333"/>
                <a:gd name="connsiteY2" fmla="*/ 9632 h 19263"/>
                <a:gd name="connsiteX3" fmla="*/ 12166 w 24333"/>
                <a:gd name="connsiteY3" fmla="*/ 0 h 19263"/>
                <a:gd name="connsiteX4" fmla="*/ 24333 w 24333"/>
                <a:gd name="connsiteY4" fmla="*/ 9632 h 19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33" h="19263">
                  <a:moveTo>
                    <a:pt x="24333" y="9632"/>
                  </a:moveTo>
                  <a:cubicBezTo>
                    <a:pt x="24333" y="14955"/>
                    <a:pt x="18884" y="19264"/>
                    <a:pt x="12166" y="19264"/>
                  </a:cubicBezTo>
                  <a:cubicBezTo>
                    <a:pt x="5450" y="19264"/>
                    <a:pt x="0" y="14955"/>
                    <a:pt x="0" y="9632"/>
                  </a:cubicBezTo>
                  <a:cubicBezTo>
                    <a:pt x="0" y="4309"/>
                    <a:pt x="5450" y="0"/>
                    <a:pt x="12166" y="0"/>
                  </a:cubicBezTo>
                  <a:cubicBezTo>
                    <a:pt x="18884" y="0"/>
                    <a:pt x="24333" y="4309"/>
                    <a:pt x="24333" y="963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3" name="Freeform: Shape 2722">
              <a:extLst>
                <a:ext uri="{FF2B5EF4-FFF2-40B4-BE49-F238E27FC236}">
                  <a16:creationId xmlns:a16="http://schemas.microsoft.com/office/drawing/2014/main" id="{179C44BE-E19B-AE75-9B92-B66EAA1BABE8}"/>
                </a:ext>
              </a:extLst>
            </p:cNvPr>
            <p:cNvSpPr/>
            <p:nvPr/>
          </p:nvSpPr>
          <p:spPr>
            <a:xfrm>
              <a:off x="7308737" y="600125"/>
              <a:ext cx="25093" cy="20024"/>
            </a:xfrm>
            <a:custGeom>
              <a:avLst/>
              <a:gdLst>
                <a:gd name="connsiteX0" fmla="*/ 25093 w 25093"/>
                <a:gd name="connsiteY0" fmla="*/ 10012 h 20024"/>
                <a:gd name="connsiteX1" fmla="*/ 12547 w 25093"/>
                <a:gd name="connsiteY1" fmla="*/ 20024 h 20024"/>
                <a:gd name="connsiteX2" fmla="*/ 0 w 25093"/>
                <a:gd name="connsiteY2" fmla="*/ 10012 h 20024"/>
                <a:gd name="connsiteX3" fmla="*/ 12547 w 25093"/>
                <a:gd name="connsiteY3" fmla="*/ 0 h 20024"/>
                <a:gd name="connsiteX4" fmla="*/ 25093 w 25093"/>
                <a:gd name="connsiteY4" fmla="*/ 10012 h 2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93" h="20024">
                  <a:moveTo>
                    <a:pt x="25093" y="10012"/>
                  </a:moveTo>
                  <a:cubicBezTo>
                    <a:pt x="25093" y="15462"/>
                    <a:pt x="19517" y="20024"/>
                    <a:pt x="12547" y="20024"/>
                  </a:cubicBezTo>
                  <a:cubicBezTo>
                    <a:pt x="5576" y="20024"/>
                    <a:pt x="0" y="15589"/>
                    <a:pt x="0" y="10012"/>
                  </a:cubicBezTo>
                  <a:cubicBezTo>
                    <a:pt x="0" y="4436"/>
                    <a:pt x="5576" y="0"/>
                    <a:pt x="12547" y="0"/>
                  </a:cubicBezTo>
                  <a:cubicBezTo>
                    <a:pt x="19517" y="0"/>
                    <a:pt x="25093" y="4436"/>
                    <a:pt x="25093" y="1001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4" name="Freeform: Shape 2723">
              <a:extLst>
                <a:ext uri="{FF2B5EF4-FFF2-40B4-BE49-F238E27FC236}">
                  <a16:creationId xmlns:a16="http://schemas.microsoft.com/office/drawing/2014/main" id="{AF5AE919-3DE3-3B0A-E8D4-580E40C8E0FB}"/>
                </a:ext>
              </a:extLst>
            </p:cNvPr>
            <p:cNvSpPr/>
            <p:nvPr/>
          </p:nvSpPr>
          <p:spPr>
            <a:xfrm>
              <a:off x="7432431" y="633710"/>
              <a:ext cx="25853" cy="20531"/>
            </a:xfrm>
            <a:custGeom>
              <a:avLst/>
              <a:gdLst>
                <a:gd name="connsiteX0" fmla="*/ 25854 w 25853"/>
                <a:gd name="connsiteY0" fmla="*/ 10266 h 20531"/>
                <a:gd name="connsiteX1" fmla="*/ 12927 w 25853"/>
                <a:gd name="connsiteY1" fmla="*/ 20531 h 20531"/>
                <a:gd name="connsiteX2" fmla="*/ 0 w 25853"/>
                <a:gd name="connsiteY2" fmla="*/ 10266 h 20531"/>
                <a:gd name="connsiteX3" fmla="*/ 12927 w 25853"/>
                <a:gd name="connsiteY3" fmla="*/ 0 h 20531"/>
                <a:gd name="connsiteX4" fmla="*/ 25854 w 25853"/>
                <a:gd name="connsiteY4" fmla="*/ 10266 h 20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853" h="20531">
                  <a:moveTo>
                    <a:pt x="25854" y="10266"/>
                  </a:moveTo>
                  <a:cubicBezTo>
                    <a:pt x="25854" y="15969"/>
                    <a:pt x="20025" y="20531"/>
                    <a:pt x="12927" y="20531"/>
                  </a:cubicBezTo>
                  <a:cubicBezTo>
                    <a:pt x="5829" y="20531"/>
                    <a:pt x="0" y="15969"/>
                    <a:pt x="0" y="10266"/>
                  </a:cubicBezTo>
                  <a:cubicBezTo>
                    <a:pt x="0" y="4563"/>
                    <a:pt x="5829" y="0"/>
                    <a:pt x="12927" y="0"/>
                  </a:cubicBezTo>
                  <a:cubicBezTo>
                    <a:pt x="20025" y="0"/>
                    <a:pt x="25854" y="4563"/>
                    <a:pt x="25854" y="1026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5" name="Freeform: Shape 2724">
              <a:extLst>
                <a:ext uri="{FF2B5EF4-FFF2-40B4-BE49-F238E27FC236}">
                  <a16:creationId xmlns:a16="http://schemas.microsoft.com/office/drawing/2014/main" id="{5A36AB62-2538-40EB-D4CF-AC7DE313C18B}"/>
                </a:ext>
              </a:extLst>
            </p:cNvPr>
            <p:cNvSpPr/>
            <p:nvPr/>
          </p:nvSpPr>
          <p:spPr>
            <a:xfrm>
              <a:off x="7554858" y="670970"/>
              <a:ext cx="25854" cy="20531"/>
            </a:xfrm>
            <a:custGeom>
              <a:avLst/>
              <a:gdLst>
                <a:gd name="connsiteX0" fmla="*/ 25855 w 25854"/>
                <a:gd name="connsiteY0" fmla="*/ 10266 h 20531"/>
                <a:gd name="connsiteX1" fmla="*/ 12927 w 25854"/>
                <a:gd name="connsiteY1" fmla="*/ 20531 h 20531"/>
                <a:gd name="connsiteX2" fmla="*/ 0 w 25854"/>
                <a:gd name="connsiteY2" fmla="*/ 10266 h 20531"/>
                <a:gd name="connsiteX3" fmla="*/ 12927 w 25854"/>
                <a:gd name="connsiteY3" fmla="*/ 0 h 20531"/>
                <a:gd name="connsiteX4" fmla="*/ 25855 w 25854"/>
                <a:gd name="connsiteY4" fmla="*/ 10266 h 20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854" h="20531">
                  <a:moveTo>
                    <a:pt x="25855" y="10266"/>
                  </a:moveTo>
                  <a:cubicBezTo>
                    <a:pt x="25855" y="15969"/>
                    <a:pt x="20025" y="20531"/>
                    <a:pt x="12927" y="20531"/>
                  </a:cubicBezTo>
                  <a:cubicBezTo>
                    <a:pt x="5830" y="20531"/>
                    <a:pt x="0" y="15969"/>
                    <a:pt x="0" y="10266"/>
                  </a:cubicBezTo>
                  <a:cubicBezTo>
                    <a:pt x="0" y="4563"/>
                    <a:pt x="5830" y="0"/>
                    <a:pt x="12927" y="0"/>
                  </a:cubicBezTo>
                  <a:cubicBezTo>
                    <a:pt x="20025" y="0"/>
                    <a:pt x="25855" y="4563"/>
                    <a:pt x="25855" y="1026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6" name="Freeform: Shape 2725">
              <a:extLst>
                <a:ext uri="{FF2B5EF4-FFF2-40B4-BE49-F238E27FC236}">
                  <a16:creationId xmlns:a16="http://schemas.microsoft.com/office/drawing/2014/main" id="{FFF732E6-EC45-36E9-F59E-C7C39C835D6C}"/>
                </a:ext>
              </a:extLst>
            </p:cNvPr>
            <p:cNvSpPr/>
            <p:nvPr/>
          </p:nvSpPr>
          <p:spPr>
            <a:xfrm>
              <a:off x="7675130" y="711272"/>
              <a:ext cx="26615" cy="21291"/>
            </a:xfrm>
            <a:custGeom>
              <a:avLst/>
              <a:gdLst>
                <a:gd name="connsiteX0" fmla="*/ 26615 w 26615"/>
                <a:gd name="connsiteY0" fmla="*/ 10646 h 21291"/>
                <a:gd name="connsiteX1" fmla="*/ 13308 w 26615"/>
                <a:gd name="connsiteY1" fmla="*/ 21292 h 21291"/>
                <a:gd name="connsiteX2" fmla="*/ 0 w 26615"/>
                <a:gd name="connsiteY2" fmla="*/ 10646 h 21291"/>
                <a:gd name="connsiteX3" fmla="*/ 13308 w 26615"/>
                <a:gd name="connsiteY3" fmla="*/ 0 h 21291"/>
                <a:gd name="connsiteX4" fmla="*/ 26615 w 26615"/>
                <a:gd name="connsiteY4" fmla="*/ 10646 h 2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615" h="21291">
                  <a:moveTo>
                    <a:pt x="26615" y="10646"/>
                  </a:moveTo>
                  <a:cubicBezTo>
                    <a:pt x="26615" y="16476"/>
                    <a:pt x="20658" y="21292"/>
                    <a:pt x="13308" y="21292"/>
                  </a:cubicBezTo>
                  <a:cubicBezTo>
                    <a:pt x="5957" y="21292"/>
                    <a:pt x="0" y="16602"/>
                    <a:pt x="0" y="10646"/>
                  </a:cubicBezTo>
                  <a:cubicBezTo>
                    <a:pt x="0" y="4689"/>
                    <a:pt x="5957" y="0"/>
                    <a:pt x="13308" y="0"/>
                  </a:cubicBezTo>
                  <a:cubicBezTo>
                    <a:pt x="20658" y="0"/>
                    <a:pt x="26615" y="4689"/>
                    <a:pt x="26615" y="1064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7" name="Freeform: Shape 2726">
              <a:extLst>
                <a:ext uri="{FF2B5EF4-FFF2-40B4-BE49-F238E27FC236}">
                  <a16:creationId xmlns:a16="http://schemas.microsoft.com/office/drawing/2014/main" id="{0602F30D-FC54-582E-78C4-E068F4BF9807}"/>
                </a:ext>
              </a:extLst>
            </p:cNvPr>
            <p:cNvSpPr/>
            <p:nvPr/>
          </p:nvSpPr>
          <p:spPr>
            <a:xfrm>
              <a:off x="7793882" y="755250"/>
              <a:ext cx="26615" cy="21291"/>
            </a:xfrm>
            <a:custGeom>
              <a:avLst/>
              <a:gdLst>
                <a:gd name="connsiteX0" fmla="*/ 26615 w 26615"/>
                <a:gd name="connsiteY0" fmla="*/ 10646 h 21291"/>
                <a:gd name="connsiteX1" fmla="*/ 13308 w 26615"/>
                <a:gd name="connsiteY1" fmla="*/ 21292 h 21291"/>
                <a:gd name="connsiteX2" fmla="*/ 0 w 26615"/>
                <a:gd name="connsiteY2" fmla="*/ 10646 h 21291"/>
                <a:gd name="connsiteX3" fmla="*/ 13308 w 26615"/>
                <a:gd name="connsiteY3" fmla="*/ 0 h 21291"/>
                <a:gd name="connsiteX4" fmla="*/ 26615 w 26615"/>
                <a:gd name="connsiteY4" fmla="*/ 10646 h 2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615" h="21291">
                  <a:moveTo>
                    <a:pt x="26615" y="10646"/>
                  </a:moveTo>
                  <a:cubicBezTo>
                    <a:pt x="26615" y="16476"/>
                    <a:pt x="20658" y="21292"/>
                    <a:pt x="13308" y="21292"/>
                  </a:cubicBezTo>
                  <a:cubicBezTo>
                    <a:pt x="5957" y="21292"/>
                    <a:pt x="0" y="16602"/>
                    <a:pt x="0" y="10646"/>
                  </a:cubicBezTo>
                  <a:cubicBezTo>
                    <a:pt x="0" y="4689"/>
                    <a:pt x="5957" y="0"/>
                    <a:pt x="13308" y="0"/>
                  </a:cubicBezTo>
                  <a:cubicBezTo>
                    <a:pt x="20658" y="0"/>
                    <a:pt x="26615" y="4816"/>
                    <a:pt x="26615" y="1064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8" name="Freeform: Shape 2727">
              <a:extLst>
                <a:ext uri="{FF2B5EF4-FFF2-40B4-BE49-F238E27FC236}">
                  <a16:creationId xmlns:a16="http://schemas.microsoft.com/office/drawing/2014/main" id="{96EBAB1B-5A61-E13F-C4B2-85C747E466C9}"/>
                </a:ext>
              </a:extLst>
            </p:cNvPr>
            <p:cNvSpPr/>
            <p:nvPr/>
          </p:nvSpPr>
          <p:spPr>
            <a:xfrm>
              <a:off x="7910226" y="802142"/>
              <a:ext cx="27501" cy="21798"/>
            </a:xfrm>
            <a:custGeom>
              <a:avLst/>
              <a:gdLst>
                <a:gd name="connsiteX0" fmla="*/ 27501 w 27501"/>
                <a:gd name="connsiteY0" fmla="*/ 10899 h 21798"/>
                <a:gd name="connsiteX1" fmla="*/ 13814 w 27501"/>
                <a:gd name="connsiteY1" fmla="*/ 21799 h 21798"/>
                <a:gd name="connsiteX2" fmla="*/ 0 w 27501"/>
                <a:gd name="connsiteY2" fmla="*/ 10899 h 21798"/>
                <a:gd name="connsiteX3" fmla="*/ 13814 w 27501"/>
                <a:gd name="connsiteY3" fmla="*/ 0 h 21798"/>
                <a:gd name="connsiteX4" fmla="*/ 27501 w 27501"/>
                <a:gd name="connsiteY4" fmla="*/ 10899 h 21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501" h="21798">
                  <a:moveTo>
                    <a:pt x="27501" y="10899"/>
                  </a:moveTo>
                  <a:cubicBezTo>
                    <a:pt x="27501" y="16856"/>
                    <a:pt x="21418" y="21799"/>
                    <a:pt x="13814" y="21799"/>
                  </a:cubicBezTo>
                  <a:cubicBezTo>
                    <a:pt x="6210" y="21799"/>
                    <a:pt x="0" y="16856"/>
                    <a:pt x="0" y="10899"/>
                  </a:cubicBezTo>
                  <a:cubicBezTo>
                    <a:pt x="0" y="4943"/>
                    <a:pt x="6210" y="0"/>
                    <a:pt x="13814" y="0"/>
                  </a:cubicBezTo>
                  <a:cubicBezTo>
                    <a:pt x="21418" y="0"/>
                    <a:pt x="27501" y="4816"/>
                    <a:pt x="27501" y="1089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9" name="Freeform: Shape 2728">
              <a:extLst>
                <a:ext uri="{FF2B5EF4-FFF2-40B4-BE49-F238E27FC236}">
                  <a16:creationId xmlns:a16="http://schemas.microsoft.com/office/drawing/2014/main" id="{3FD8DDBE-8990-4500-3EA0-BB1FB804F1AE}"/>
                </a:ext>
              </a:extLst>
            </p:cNvPr>
            <p:cNvSpPr/>
            <p:nvPr/>
          </p:nvSpPr>
          <p:spPr>
            <a:xfrm>
              <a:off x="8024922" y="852583"/>
              <a:ext cx="27501" cy="21798"/>
            </a:xfrm>
            <a:custGeom>
              <a:avLst/>
              <a:gdLst>
                <a:gd name="connsiteX0" fmla="*/ 27501 w 27501"/>
                <a:gd name="connsiteY0" fmla="*/ 10899 h 21798"/>
                <a:gd name="connsiteX1" fmla="*/ 13688 w 27501"/>
                <a:gd name="connsiteY1" fmla="*/ 21799 h 21798"/>
                <a:gd name="connsiteX2" fmla="*/ 0 w 27501"/>
                <a:gd name="connsiteY2" fmla="*/ 10899 h 21798"/>
                <a:gd name="connsiteX3" fmla="*/ 13688 w 27501"/>
                <a:gd name="connsiteY3" fmla="*/ 0 h 21798"/>
                <a:gd name="connsiteX4" fmla="*/ 27501 w 27501"/>
                <a:gd name="connsiteY4" fmla="*/ 10899 h 21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501" h="21798">
                  <a:moveTo>
                    <a:pt x="27501" y="10899"/>
                  </a:moveTo>
                  <a:cubicBezTo>
                    <a:pt x="27501" y="16983"/>
                    <a:pt x="21292" y="21799"/>
                    <a:pt x="13688" y="21799"/>
                  </a:cubicBezTo>
                  <a:cubicBezTo>
                    <a:pt x="6083" y="21799"/>
                    <a:pt x="0" y="16983"/>
                    <a:pt x="0" y="10899"/>
                  </a:cubicBezTo>
                  <a:cubicBezTo>
                    <a:pt x="0" y="4816"/>
                    <a:pt x="6210" y="0"/>
                    <a:pt x="13688" y="0"/>
                  </a:cubicBezTo>
                  <a:cubicBezTo>
                    <a:pt x="21165" y="0"/>
                    <a:pt x="27501" y="4816"/>
                    <a:pt x="27501" y="1089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0" name="Freeform: Shape 2729">
              <a:extLst>
                <a:ext uri="{FF2B5EF4-FFF2-40B4-BE49-F238E27FC236}">
                  <a16:creationId xmlns:a16="http://schemas.microsoft.com/office/drawing/2014/main" id="{9E1260D4-AD13-A645-B780-F360AA2DA803}"/>
                </a:ext>
              </a:extLst>
            </p:cNvPr>
            <p:cNvSpPr/>
            <p:nvPr/>
          </p:nvSpPr>
          <p:spPr>
            <a:xfrm>
              <a:off x="8136830" y="905939"/>
              <a:ext cx="28388" cy="22305"/>
            </a:xfrm>
            <a:custGeom>
              <a:avLst/>
              <a:gdLst>
                <a:gd name="connsiteX0" fmla="*/ 28389 w 28388"/>
                <a:gd name="connsiteY0" fmla="*/ 11153 h 22305"/>
                <a:gd name="connsiteX1" fmla="*/ 14194 w 28388"/>
                <a:gd name="connsiteY1" fmla="*/ 22306 h 22305"/>
                <a:gd name="connsiteX2" fmla="*/ 0 w 28388"/>
                <a:gd name="connsiteY2" fmla="*/ 11153 h 22305"/>
                <a:gd name="connsiteX3" fmla="*/ 14194 w 28388"/>
                <a:gd name="connsiteY3" fmla="*/ 0 h 22305"/>
                <a:gd name="connsiteX4" fmla="*/ 28389 w 28388"/>
                <a:gd name="connsiteY4" fmla="*/ 11153 h 22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388" h="22305">
                  <a:moveTo>
                    <a:pt x="28389" y="11153"/>
                  </a:moveTo>
                  <a:cubicBezTo>
                    <a:pt x="28389" y="17363"/>
                    <a:pt x="22052" y="22306"/>
                    <a:pt x="14194" y="22306"/>
                  </a:cubicBezTo>
                  <a:cubicBezTo>
                    <a:pt x="6337" y="22306"/>
                    <a:pt x="0" y="17236"/>
                    <a:pt x="0" y="11153"/>
                  </a:cubicBezTo>
                  <a:cubicBezTo>
                    <a:pt x="0" y="5069"/>
                    <a:pt x="6337" y="0"/>
                    <a:pt x="14194" y="0"/>
                  </a:cubicBezTo>
                  <a:cubicBezTo>
                    <a:pt x="22052" y="0"/>
                    <a:pt x="28389" y="5069"/>
                    <a:pt x="28389" y="1115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1" name="Freeform: Shape 2730">
              <a:extLst>
                <a:ext uri="{FF2B5EF4-FFF2-40B4-BE49-F238E27FC236}">
                  <a16:creationId xmlns:a16="http://schemas.microsoft.com/office/drawing/2014/main" id="{652E13CD-0732-0F5B-948B-5C0E81018088}"/>
                </a:ext>
              </a:extLst>
            </p:cNvPr>
            <p:cNvSpPr/>
            <p:nvPr/>
          </p:nvSpPr>
          <p:spPr>
            <a:xfrm>
              <a:off x="8246837" y="962463"/>
              <a:ext cx="28388" cy="22305"/>
            </a:xfrm>
            <a:custGeom>
              <a:avLst/>
              <a:gdLst>
                <a:gd name="connsiteX0" fmla="*/ 28389 w 28388"/>
                <a:gd name="connsiteY0" fmla="*/ 11153 h 22305"/>
                <a:gd name="connsiteX1" fmla="*/ 14194 w 28388"/>
                <a:gd name="connsiteY1" fmla="*/ 22306 h 22305"/>
                <a:gd name="connsiteX2" fmla="*/ 0 w 28388"/>
                <a:gd name="connsiteY2" fmla="*/ 11153 h 22305"/>
                <a:gd name="connsiteX3" fmla="*/ 14194 w 28388"/>
                <a:gd name="connsiteY3" fmla="*/ 0 h 22305"/>
                <a:gd name="connsiteX4" fmla="*/ 28389 w 28388"/>
                <a:gd name="connsiteY4" fmla="*/ 11153 h 22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388" h="22305">
                  <a:moveTo>
                    <a:pt x="28389" y="11153"/>
                  </a:moveTo>
                  <a:cubicBezTo>
                    <a:pt x="28389" y="17363"/>
                    <a:pt x="22052" y="22306"/>
                    <a:pt x="14194" y="22306"/>
                  </a:cubicBezTo>
                  <a:cubicBezTo>
                    <a:pt x="6337" y="22306"/>
                    <a:pt x="0" y="17236"/>
                    <a:pt x="0" y="11153"/>
                  </a:cubicBezTo>
                  <a:cubicBezTo>
                    <a:pt x="0" y="5069"/>
                    <a:pt x="6337" y="0"/>
                    <a:pt x="14194" y="0"/>
                  </a:cubicBezTo>
                  <a:cubicBezTo>
                    <a:pt x="22052" y="0"/>
                    <a:pt x="28389" y="5069"/>
                    <a:pt x="28389" y="1115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2" name="Freeform: Shape 2731">
              <a:extLst>
                <a:ext uri="{FF2B5EF4-FFF2-40B4-BE49-F238E27FC236}">
                  <a16:creationId xmlns:a16="http://schemas.microsoft.com/office/drawing/2014/main" id="{889A6767-4B45-5C33-12BB-D34533CB0150}"/>
                </a:ext>
              </a:extLst>
            </p:cNvPr>
            <p:cNvSpPr/>
            <p:nvPr/>
          </p:nvSpPr>
          <p:spPr>
            <a:xfrm>
              <a:off x="8353928" y="1021902"/>
              <a:ext cx="29023" cy="22939"/>
            </a:xfrm>
            <a:custGeom>
              <a:avLst/>
              <a:gdLst>
                <a:gd name="connsiteX0" fmla="*/ 29023 w 29023"/>
                <a:gd name="connsiteY0" fmla="*/ 11406 h 22939"/>
                <a:gd name="connsiteX1" fmla="*/ 14575 w 29023"/>
                <a:gd name="connsiteY1" fmla="*/ 22939 h 22939"/>
                <a:gd name="connsiteX2" fmla="*/ 0 w 29023"/>
                <a:gd name="connsiteY2" fmla="*/ 11406 h 22939"/>
                <a:gd name="connsiteX3" fmla="*/ 14575 w 29023"/>
                <a:gd name="connsiteY3" fmla="*/ 0 h 22939"/>
                <a:gd name="connsiteX4" fmla="*/ 29023 w 29023"/>
                <a:gd name="connsiteY4" fmla="*/ 11406 h 2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023" h="22939">
                  <a:moveTo>
                    <a:pt x="29023" y="11406"/>
                  </a:moveTo>
                  <a:cubicBezTo>
                    <a:pt x="29023" y="17743"/>
                    <a:pt x="22559" y="22939"/>
                    <a:pt x="14575" y="22939"/>
                  </a:cubicBezTo>
                  <a:cubicBezTo>
                    <a:pt x="6591" y="22939"/>
                    <a:pt x="0" y="17743"/>
                    <a:pt x="0" y="11406"/>
                  </a:cubicBezTo>
                  <a:cubicBezTo>
                    <a:pt x="0" y="5069"/>
                    <a:pt x="6464" y="0"/>
                    <a:pt x="14575" y="0"/>
                  </a:cubicBezTo>
                  <a:cubicBezTo>
                    <a:pt x="22686" y="0"/>
                    <a:pt x="29023" y="5196"/>
                    <a:pt x="29023" y="1140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3" name="Freeform: Shape 2732">
              <a:extLst>
                <a:ext uri="{FF2B5EF4-FFF2-40B4-BE49-F238E27FC236}">
                  <a16:creationId xmlns:a16="http://schemas.microsoft.com/office/drawing/2014/main" id="{0F3A58E6-5E90-6814-C3E1-2C0A12AC81BE}"/>
                </a:ext>
              </a:extLst>
            </p:cNvPr>
            <p:cNvSpPr/>
            <p:nvPr/>
          </p:nvSpPr>
          <p:spPr>
            <a:xfrm>
              <a:off x="8458866" y="1084763"/>
              <a:ext cx="28388" cy="22305"/>
            </a:xfrm>
            <a:custGeom>
              <a:avLst/>
              <a:gdLst>
                <a:gd name="connsiteX0" fmla="*/ 28389 w 28388"/>
                <a:gd name="connsiteY0" fmla="*/ 11153 h 22305"/>
                <a:gd name="connsiteX1" fmla="*/ 14194 w 28388"/>
                <a:gd name="connsiteY1" fmla="*/ 22306 h 22305"/>
                <a:gd name="connsiteX2" fmla="*/ 0 w 28388"/>
                <a:gd name="connsiteY2" fmla="*/ 11153 h 22305"/>
                <a:gd name="connsiteX3" fmla="*/ 14194 w 28388"/>
                <a:gd name="connsiteY3" fmla="*/ 0 h 22305"/>
                <a:gd name="connsiteX4" fmla="*/ 28389 w 28388"/>
                <a:gd name="connsiteY4" fmla="*/ 11153 h 22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388" h="22305">
                  <a:moveTo>
                    <a:pt x="28389" y="11153"/>
                  </a:moveTo>
                  <a:cubicBezTo>
                    <a:pt x="28389" y="17363"/>
                    <a:pt x="22052" y="22306"/>
                    <a:pt x="14194" y="22306"/>
                  </a:cubicBezTo>
                  <a:cubicBezTo>
                    <a:pt x="6337" y="22306"/>
                    <a:pt x="0" y="17236"/>
                    <a:pt x="0" y="11153"/>
                  </a:cubicBezTo>
                  <a:cubicBezTo>
                    <a:pt x="0" y="5069"/>
                    <a:pt x="6337" y="0"/>
                    <a:pt x="14194" y="0"/>
                  </a:cubicBezTo>
                  <a:cubicBezTo>
                    <a:pt x="22052" y="0"/>
                    <a:pt x="28389" y="5069"/>
                    <a:pt x="28389" y="1115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4" name="Freeform: Shape 2733">
              <a:extLst>
                <a:ext uri="{FF2B5EF4-FFF2-40B4-BE49-F238E27FC236}">
                  <a16:creationId xmlns:a16="http://schemas.microsoft.com/office/drawing/2014/main" id="{D103AE6B-D41C-72C1-5F5A-4B16F75CFE65}"/>
                </a:ext>
              </a:extLst>
            </p:cNvPr>
            <p:cNvSpPr/>
            <p:nvPr/>
          </p:nvSpPr>
          <p:spPr>
            <a:xfrm>
              <a:off x="8560761" y="1150159"/>
              <a:ext cx="28388" cy="22305"/>
            </a:xfrm>
            <a:custGeom>
              <a:avLst/>
              <a:gdLst>
                <a:gd name="connsiteX0" fmla="*/ 28389 w 28388"/>
                <a:gd name="connsiteY0" fmla="*/ 11153 h 22305"/>
                <a:gd name="connsiteX1" fmla="*/ 14194 w 28388"/>
                <a:gd name="connsiteY1" fmla="*/ 22305 h 22305"/>
                <a:gd name="connsiteX2" fmla="*/ 0 w 28388"/>
                <a:gd name="connsiteY2" fmla="*/ 11153 h 22305"/>
                <a:gd name="connsiteX3" fmla="*/ 14194 w 28388"/>
                <a:gd name="connsiteY3" fmla="*/ 0 h 22305"/>
                <a:gd name="connsiteX4" fmla="*/ 28389 w 28388"/>
                <a:gd name="connsiteY4" fmla="*/ 11153 h 22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388" h="22305">
                  <a:moveTo>
                    <a:pt x="28389" y="11153"/>
                  </a:moveTo>
                  <a:cubicBezTo>
                    <a:pt x="28389" y="17363"/>
                    <a:pt x="22052" y="22305"/>
                    <a:pt x="14194" y="22305"/>
                  </a:cubicBezTo>
                  <a:cubicBezTo>
                    <a:pt x="6337" y="22305"/>
                    <a:pt x="0" y="17236"/>
                    <a:pt x="0" y="11153"/>
                  </a:cubicBezTo>
                  <a:cubicBezTo>
                    <a:pt x="0" y="5069"/>
                    <a:pt x="6337" y="0"/>
                    <a:pt x="14194" y="0"/>
                  </a:cubicBezTo>
                  <a:cubicBezTo>
                    <a:pt x="22052" y="0"/>
                    <a:pt x="28389" y="5069"/>
                    <a:pt x="28389" y="1115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5" name="Freeform: Shape 2734">
              <a:extLst>
                <a:ext uri="{FF2B5EF4-FFF2-40B4-BE49-F238E27FC236}">
                  <a16:creationId xmlns:a16="http://schemas.microsoft.com/office/drawing/2014/main" id="{A474CB8E-3EA9-0F42-4E84-3B831E1D412A}"/>
                </a:ext>
              </a:extLst>
            </p:cNvPr>
            <p:cNvSpPr/>
            <p:nvPr/>
          </p:nvSpPr>
          <p:spPr>
            <a:xfrm>
              <a:off x="8659489" y="1217963"/>
              <a:ext cx="29022" cy="23065"/>
            </a:xfrm>
            <a:custGeom>
              <a:avLst/>
              <a:gdLst>
                <a:gd name="connsiteX0" fmla="*/ 29022 w 29022"/>
                <a:gd name="connsiteY0" fmla="*/ 11533 h 23065"/>
                <a:gd name="connsiteX1" fmla="*/ 14574 w 29022"/>
                <a:gd name="connsiteY1" fmla="*/ 23066 h 23065"/>
                <a:gd name="connsiteX2" fmla="*/ 0 w 29022"/>
                <a:gd name="connsiteY2" fmla="*/ 11533 h 23065"/>
                <a:gd name="connsiteX3" fmla="*/ 14574 w 29022"/>
                <a:gd name="connsiteY3" fmla="*/ 0 h 23065"/>
                <a:gd name="connsiteX4" fmla="*/ 29022 w 29022"/>
                <a:gd name="connsiteY4" fmla="*/ 11533 h 23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022" h="23065">
                  <a:moveTo>
                    <a:pt x="29022" y="11533"/>
                  </a:moveTo>
                  <a:cubicBezTo>
                    <a:pt x="29022" y="17870"/>
                    <a:pt x="22559" y="23066"/>
                    <a:pt x="14574" y="23066"/>
                  </a:cubicBezTo>
                  <a:cubicBezTo>
                    <a:pt x="6590" y="23066"/>
                    <a:pt x="0" y="17870"/>
                    <a:pt x="0" y="11533"/>
                  </a:cubicBezTo>
                  <a:cubicBezTo>
                    <a:pt x="0" y="5196"/>
                    <a:pt x="6464" y="0"/>
                    <a:pt x="14574" y="0"/>
                  </a:cubicBezTo>
                  <a:cubicBezTo>
                    <a:pt x="22685" y="0"/>
                    <a:pt x="29022" y="5196"/>
                    <a:pt x="29022" y="1153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6" name="Freeform: Shape 2735">
              <a:extLst>
                <a:ext uri="{FF2B5EF4-FFF2-40B4-BE49-F238E27FC236}">
                  <a16:creationId xmlns:a16="http://schemas.microsoft.com/office/drawing/2014/main" id="{32A970FE-225F-AAC3-83F1-9F9582728A7C}"/>
                </a:ext>
              </a:extLst>
            </p:cNvPr>
            <p:cNvSpPr/>
            <p:nvPr/>
          </p:nvSpPr>
          <p:spPr>
            <a:xfrm>
              <a:off x="8755302" y="1288935"/>
              <a:ext cx="29149" cy="23065"/>
            </a:xfrm>
            <a:custGeom>
              <a:avLst/>
              <a:gdLst>
                <a:gd name="connsiteX0" fmla="*/ 29149 w 29149"/>
                <a:gd name="connsiteY0" fmla="*/ 11533 h 23065"/>
                <a:gd name="connsiteX1" fmla="*/ 14574 w 29149"/>
                <a:gd name="connsiteY1" fmla="*/ 23066 h 23065"/>
                <a:gd name="connsiteX2" fmla="*/ 0 w 29149"/>
                <a:gd name="connsiteY2" fmla="*/ 11533 h 23065"/>
                <a:gd name="connsiteX3" fmla="*/ 14574 w 29149"/>
                <a:gd name="connsiteY3" fmla="*/ 0 h 23065"/>
                <a:gd name="connsiteX4" fmla="*/ 29149 w 29149"/>
                <a:gd name="connsiteY4" fmla="*/ 11533 h 23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9" h="23065">
                  <a:moveTo>
                    <a:pt x="29149" y="11533"/>
                  </a:moveTo>
                  <a:cubicBezTo>
                    <a:pt x="29149" y="17870"/>
                    <a:pt x="22685" y="23066"/>
                    <a:pt x="14574" y="23066"/>
                  </a:cubicBezTo>
                  <a:cubicBezTo>
                    <a:pt x="6464" y="23066"/>
                    <a:pt x="0" y="17870"/>
                    <a:pt x="0" y="11533"/>
                  </a:cubicBezTo>
                  <a:cubicBezTo>
                    <a:pt x="0" y="5196"/>
                    <a:pt x="6464" y="0"/>
                    <a:pt x="14574" y="0"/>
                  </a:cubicBezTo>
                  <a:cubicBezTo>
                    <a:pt x="22685" y="0"/>
                    <a:pt x="29149" y="5196"/>
                    <a:pt x="29149" y="1153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7" name="Freeform: Shape 2736">
              <a:extLst>
                <a:ext uri="{FF2B5EF4-FFF2-40B4-BE49-F238E27FC236}">
                  <a16:creationId xmlns:a16="http://schemas.microsoft.com/office/drawing/2014/main" id="{25FAFCC6-A5FB-86B6-957A-966A60C024B6}"/>
                </a:ext>
              </a:extLst>
            </p:cNvPr>
            <p:cNvSpPr/>
            <p:nvPr/>
          </p:nvSpPr>
          <p:spPr>
            <a:xfrm>
              <a:off x="8847945" y="1362442"/>
              <a:ext cx="29149" cy="23065"/>
            </a:xfrm>
            <a:custGeom>
              <a:avLst/>
              <a:gdLst>
                <a:gd name="connsiteX0" fmla="*/ 29149 w 29149"/>
                <a:gd name="connsiteY0" fmla="*/ 11533 h 23065"/>
                <a:gd name="connsiteX1" fmla="*/ 14574 w 29149"/>
                <a:gd name="connsiteY1" fmla="*/ 23066 h 23065"/>
                <a:gd name="connsiteX2" fmla="*/ 0 w 29149"/>
                <a:gd name="connsiteY2" fmla="*/ 11533 h 23065"/>
                <a:gd name="connsiteX3" fmla="*/ 14574 w 29149"/>
                <a:gd name="connsiteY3" fmla="*/ 0 h 23065"/>
                <a:gd name="connsiteX4" fmla="*/ 29149 w 29149"/>
                <a:gd name="connsiteY4" fmla="*/ 11533 h 23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9" h="23065">
                  <a:moveTo>
                    <a:pt x="29149" y="11533"/>
                  </a:moveTo>
                  <a:cubicBezTo>
                    <a:pt x="29149" y="17870"/>
                    <a:pt x="22685" y="23066"/>
                    <a:pt x="14574" y="23066"/>
                  </a:cubicBezTo>
                  <a:cubicBezTo>
                    <a:pt x="6464" y="23066"/>
                    <a:pt x="0" y="17870"/>
                    <a:pt x="0" y="11533"/>
                  </a:cubicBezTo>
                  <a:cubicBezTo>
                    <a:pt x="0" y="5196"/>
                    <a:pt x="6464" y="0"/>
                    <a:pt x="14574" y="0"/>
                  </a:cubicBezTo>
                  <a:cubicBezTo>
                    <a:pt x="22685" y="0"/>
                    <a:pt x="29149" y="5196"/>
                    <a:pt x="29149" y="1153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8" name="Freeform: Shape 2737">
              <a:extLst>
                <a:ext uri="{FF2B5EF4-FFF2-40B4-BE49-F238E27FC236}">
                  <a16:creationId xmlns:a16="http://schemas.microsoft.com/office/drawing/2014/main" id="{C044B425-181A-A155-C644-B6D716075743}"/>
                </a:ext>
              </a:extLst>
            </p:cNvPr>
            <p:cNvSpPr/>
            <p:nvPr/>
          </p:nvSpPr>
          <p:spPr>
            <a:xfrm>
              <a:off x="8937674" y="1438863"/>
              <a:ext cx="28389" cy="22305"/>
            </a:xfrm>
            <a:custGeom>
              <a:avLst/>
              <a:gdLst>
                <a:gd name="connsiteX0" fmla="*/ 28390 w 28389"/>
                <a:gd name="connsiteY0" fmla="*/ 11153 h 22305"/>
                <a:gd name="connsiteX1" fmla="*/ 14195 w 28389"/>
                <a:gd name="connsiteY1" fmla="*/ 22306 h 22305"/>
                <a:gd name="connsiteX2" fmla="*/ 0 w 28389"/>
                <a:gd name="connsiteY2" fmla="*/ 11153 h 22305"/>
                <a:gd name="connsiteX3" fmla="*/ 14195 w 28389"/>
                <a:gd name="connsiteY3" fmla="*/ 0 h 22305"/>
                <a:gd name="connsiteX4" fmla="*/ 28390 w 28389"/>
                <a:gd name="connsiteY4" fmla="*/ 11153 h 22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389" h="22305">
                  <a:moveTo>
                    <a:pt x="28390" y="11153"/>
                  </a:moveTo>
                  <a:cubicBezTo>
                    <a:pt x="28390" y="17363"/>
                    <a:pt x="22053" y="22306"/>
                    <a:pt x="14195" y="22306"/>
                  </a:cubicBezTo>
                  <a:cubicBezTo>
                    <a:pt x="6337" y="22306"/>
                    <a:pt x="0" y="17236"/>
                    <a:pt x="0" y="11153"/>
                  </a:cubicBezTo>
                  <a:cubicBezTo>
                    <a:pt x="0" y="5069"/>
                    <a:pt x="6337" y="0"/>
                    <a:pt x="14195" y="0"/>
                  </a:cubicBezTo>
                  <a:cubicBezTo>
                    <a:pt x="22053" y="0"/>
                    <a:pt x="28390" y="5069"/>
                    <a:pt x="28390" y="1115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9" name="Freeform: Shape 2738">
              <a:extLst>
                <a:ext uri="{FF2B5EF4-FFF2-40B4-BE49-F238E27FC236}">
                  <a16:creationId xmlns:a16="http://schemas.microsoft.com/office/drawing/2014/main" id="{E5F7E6BB-8143-4B8B-555A-6810D6791E8F}"/>
                </a:ext>
              </a:extLst>
            </p:cNvPr>
            <p:cNvSpPr/>
            <p:nvPr/>
          </p:nvSpPr>
          <p:spPr>
            <a:xfrm>
              <a:off x="9023348" y="1517059"/>
              <a:ext cx="29149" cy="23065"/>
            </a:xfrm>
            <a:custGeom>
              <a:avLst/>
              <a:gdLst>
                <a:gd name="connsiteX0" fmla="*/ 29150 w 29149"/>
                <a:gd name="connsiteY0" fmla="*/ 11533 h 23065"/>
                <a:gd name="connsiteX1" fmla="*/ 14575 w 29149"/>
                <a:gd name="connsiteY1" fmla="*/ 23066 h 23065"/>
                <a:gd name="connsiteX2" fmla="*/ 0 w 29149"/>
                <a:gd name="connsiteY2" fmla="*/ 11533 h 23065"/>
                <a:gd name="connsiteX3" fmla="*/ 14575 w 29149"/>
                <a:gd name="connsiteY3" fmla="*/ 0 h 23065"/>
                <a:gd name="connsiteX4" fmla="*/ 29150 w 29149"/>
                <a:gd name="connsiteY4" fmla="*/ 11533 h 23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9" h="23065">
                  <a:moveTo>
                    <a:pt x="29150" y="11533"/>
                  </a:moveTo>
                  <a:cubicBezTo>
                    <a:pt x="29150" y="17870"/>
                    <a:pt x="22686" y="23066"/>
                    <a:pt x="14575" y="23066"/>
                  </a:cubicBezTo>
                  <a:cubicBezTo>
                    <a:pt x="6464" y="23066"/>
                    <a:pt x="0" y="17870"/>
                    <a:pt x="0" y="11533"/>
                  </a:cubicBezTo>
                  <a:cubicBezTo>
                    <a:pt x="0" y="5196"/>
                    <a:pt x="6464" y="0"/>
                    <a:pt x="14575" y="0"/>
                  </a:cubicBezTo>
                  <a:cubicBezTo>
                    <a:pt x="22686" y="0"/>
                    <a:pt x="29150" y="5196"/>
                    <a:pt x="29150" y="1153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0" name="Freeform: Shape 2739">
              <a:extLst>
                <a:ext uri="{FF2B5EF4-FFF2-40B4-BE49-F238E27FC236}">
                  <a16:creationId xmlns:a16="http://schemas.microsoft.com/office/drawing/2014/main" id="{DE60ECB6-B777-C385-FD8E-99963C4330B6}"/>
                </a:ext>
              </a:extLst>
            </p:cNvPr>
            <p:cNvSpPr/>
            <p:nvPr/>
          </p:nvSpPr>
          <p:spPr>
            <a:xfrm>
              <a:off x="9105980" y="1597790"/>
              <a:ext cx="29022" cy="23065"/>
            </a:xfrm>
            <a:custGeom>
              <a:avLst/>
              <a:gdLst>
                <a:gd name="connsiteX0" fmla="*/ 29022 w 29022"/>
                <a:gd name="connsiteY0" fmla="*/ 11533 h 23065"/>
                <a:gd name="connsiteX1" fmla="*/ 14575 w 29022"/>
                <a:gd name="connsiteY1" fmla="*/ 23066 h 23065"/>
                <a:gd name="connsiteX2" fmla="*/ 0 w 29022"/>
                <a:gd name="connsiteY2" fmla="*/ 11533 h 23065"/>
                <a:gd name="connsiteX3" fmla="*/ 14575 w 29022"/>
                <a:gd name="connsiteY3" fmla="*/ 0 h 23065"/>
                <a:gd name="connsiteX4" fmla="*/ 29022 w 29022"/>
                <a:gd name="connsiteY4" fmla="*/ 11533 h 23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022" h="23065">
                  <a:moveTo>
                    <a:pt x="29022" y="11533"/>
                  </a:moveTo>
                  <a:cubicBezTo>
                    <a:pt x="29022" y="17870"/>
                    <a:pt x="22559" y="23066"/>
                    <a:pt x="14575" y="23066"/>
                  </a:cubicBezTo>
                  <a:cubicBezTo>
                    <a:pt x="6591" y="23066"/>
                    <a:pt x="0" y="17870"/>
                    <a:pt x="0" y="11533"/>
                  </a:cubicBezTo>
                  <a:cubicBezTo>
                    <a:pt x="0" y="5196"/>
                    <a:pt x="6464" y="0"/>
                    <a:pt x="14575" y="0"/>
                  </a:cubicBezTo>
                  <a:cubicBezTo>
                    <a:pt x="22685" y="0"/>
                    <a:pt x="29022" y="5196"/>
                    <a:pt x="29022" y="1153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1" name="Freeform: Shape 2740">
              <a:extLst>
                <a:ext uri="{FF2B5EF4-FFF2-40B4-BE49-F238E27FC236}">
                  <a16:creationId xmlns:a16="http://schemas.microsoft.com/office/drawing/2014/main" id="{C8AB6E71-4C20-8E86-D1FD-DEED1A6E3EF8}"/>
                </a:ext>
              </a:extLst>
            </p:cNvPr>
            <p:cNvSpPr/>
            <p:nvPr/>
          </p:nvSpPr>
          <p:spPr>
            <a:xfrm>
              <a:off x="9185190" y="1681309"/>
              <a:ext cx="28388" cy="22305"/>
            </a:xfrm>
            <a:custGeom>
              <a:avLst/>
              <a:gdLst>
                <a:gd name="connsiteX0" fmla="*/ 28389 w 28388"/>
                <a:gd name="connsiteY0" fmla="*/ 11153 h 22305"/>
                <a:gd name="connsiteX1" fmla="*/ 14194 w 28388"/>
                <a:gd name="connsiteY1" fmla="*/ 22305 h 22305"/>
                <a:gd name="connsiteX2" fmla="*/ 0 w 28388"/>
                <a:gd name="connsiteY2" fmla="*/ 11153 h 22305"/>
                <a:gd name="connsiteX3" fmla="*/ 14194 w 28388"/>
                <a:gd name="connsiteY3" fmla="*/ 0 h 22305"/>
                <a:gd name="connsiteX4" fmla="*/ 28389 w 28388"/>
                <a:gd name="connsiteY4" fmla="*/ 11153 h 22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388" h="22305">
                  <a:moveTo>
                    <a:pt x="28389" y="11153"/>
                  </a:moveTo>
                  <a:cubicBezTo>
                    <a:pt x="28389" y="17363"/>
                    <a:pt x="22052" y="22305"/>
                    <a:pt x="14194" y="22305"/>
                  </a:cubicBezTo>
                  <a:cubicBezTo>
                    <a:pt x="6337" y="22305"/>
                    <a:pt x="0" y="17236"/>
                    <a:pt x="0" y="11153"/>
                  </a:cubicBezTo>
                  <a:cubicBezTo>
                    <a:pt x="0" y="5069"/>
                    <a:pt x="6337" y="0"/>
                    <a:pt x="14194" y="0"/>
                  </a:cubicBezTo>
                  <a:cubicBezTo>
                    <a:pt x="22052" y="0"/>
                    <a:pt x="28389" y="5069"/>
                    <a:pt x="28389" y="1115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2" name="Freeform: Shape 2741">
              <a:extLst>
                <a:ext uri="{FF2B5EF4-FFF2-40B4-BE49-F238E27FC236}">
                  <a16:creationId xmlns:a16="http://schemas.microsoft.com/office/drawing/2014/main" id="{54C809D7-B81B-30DC-3ADE-F1DBFC62270A}"/>
                </a:ext>
              </a:extLst>
            </p:cNvPr>
            <p:cNvSpPr/>
            <p:nvPr/>
          </p:nvSpPr>
          <p:spPr>
            <a:xfrm>
              <a:off x="9260344" y="1766476"/>
              <a:ext cx="28388" cy="22305"/>
            </a:xfrm>
            <a:custGeom>
              <a:avLst/>
              <a:gdLst>
                <a:gd name="connsiteX0" fmla="*/ 28389 w 28388"/>
                <a:gd name="connsiteY0" fmla="*/ 11153 h 22305"/>
                <a:gd name="connsiteX1" fmla="*/ 14194 w 28388"/>
                <a:gd name="connsiteY1" fmla="*/ 22305 h 22305"/>
                <a:gd name="connsiteX2" fmla="*/ 0 w 28388"/>
                <a:gd name="connsiteY2" fmla="*/ 11153 h 22305"/>
                <a:gd name="connsiteX3" fmla="*/ 14194 w 28388"/>
                <a:gd name="connsiteY3" fmla="*/ 0 h 22305"/>
                <a:gd name="connsiteX4" fmla="*/ 28389 w 28388"/>
                <a:gd name="connsiteY4" fmla="*/ 11153 h 22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388" h="22305">
                  <a:moveTo>
                    <a:pt x="28389" y="11153"/>
                  </a:moveTo>
                  <a:cubicBezTo>
                    <a:pt x="28389" y="17363"/>
                    <a:pt x="22052" y="22305"/>
                    <a:pt x="14194" y="22305"/>
                  </a:cubicBezTo>
                  <a:cubicBezTo>
                    <a:pt x="6337" y="22305"/>
                    <a:pt x="0" y="17236"/>
                    <a:pt x="0" y="11153"/>
                  </a:cubicBezTo>
                  <a:cubicBezTo>
                    <a:pt x="0" y="5069"/>
                    <a:pt x="6337" y="0"/>
                    <a:pt x="14194" y="0"/>
                  </a:cubicBezTo>
                  <a:cubicBezTo>
                    <a:pt x="22052" y="0"/>
                    <a:pt x="28389" y="5069"/>
                    <a:pt x="28389" y="1115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3" name="Freeform: Shape 2742">
              <a:extLst>
                <a:ext uri="{FF2B5EF4-FFF2-40B4-BE49-F238E27FC236}">
                  <a16:creationId xmlns:a16="http://schemas.microsoft.com/office/drawing/2014/main" id="{DB29CA3C-173C-E3ED-1594-1445D5A6771D}"/>
                </a:ext>
              </a:extLst>
            </p:cNvPr>
            <p:cNvSpPr/>
            <p:nvPr/>
          </p:nvSpPr>
          <p:spPr>
            <a:xfrm>
              <a:off x="9332330" y="1853924"/>
              <a:ext cx="27502" cy="21798"/>
            </a:xfrm>
            <a:custGeom>
              <a:avLst/>
              <a:gdLst>
                <a:gd name="connsiteX0" fmla="*/ 27502 w 27502"/>
                <a:gd name="connsiteY0" fmla="*/ 10899 h 21798"/>
                <a:gd name="connsiteX1" fmla="*/ 13688 w 27502"/>
                <a:gd name="connsiteY1" fmla="*/ 21799 h 21798"/>
                <a:gd name="connsiteX2" fmla="*/ 0 w 27502"/>
                <a:gd name="connsiteY2" fmla="*/ 10899 h 21798"/>
                <a:gd name="connsiteX3" fmla="*/ 13688 w 27502"/>
                <a:gd name="connsiteY3" fmla="*/ 0 h 21798"/>
                <a:gd name="connsiteX4" fmla="*/ 27502 w 27502"/>
                <a:gd name="connsiteY4" fmla="*/ 10899 h 21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502" h="21798">
                  <a:moveTo>
                    <a:pt x="27502" y="10899"/>
                  </a:moveTo>
                  <a:cubicBezTo>
                    <a:pt x="27502" y="16983"/>
                    <a:pt x="21292" y="21799"/>
                    <a:pt x="13688" y="21799"/>
                  </a:cubicBezTo>
                  <a:cubicBezTo>
                    <a:pt x="6084" y="21799"/>
                    <a:pt x="0" y="16856"/>
                    <a:pt x="0" y="10899"/>
                  </a:cubicBezTo>
                  <a:cubicBezTo>
                    <a:pt x="0" y="4943"/>
                    <a:pt x="6084" y="0"/>
                    <a:pt x="13688" y="0"/>
                  </a:cubicBezTo>
                  <a:cubicBezTo>
                    <a:pt x="21292" y="0"/>
                    <a:pt x="27502" y="4943"/>
                    <a:pt x="27502" y="1089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4" name="Freeform: Shape 2743">
              <a:extLst>
                <a:ext uri="{FF2B5EF4-FFF2-40B4-BE49-F238E27FC236}">
                  <a16:creationId xmlns:a16="http://schemas.microsoft.com/office/drawing/2014/main" id="{371C7BB8-59F8-6746-98C0-7D9C12CC2822}"/>
                </a:ext>
              </a:extLst>
            </p:cNvPr>
            <p:cNvSpPr/>
            <p:nvPr/>
          </p:nvSpPr>
          <p:spPr>
            <a:xfrm>
              <a:off x="9399754" y="1943019"/>
              <a:ext cx="27501" cy="21798"/>
            </a:xfrm>
            <a:custGeom>
              <a:avLst/>
              <a:gdLst>
                <a:gd name="connsiteX0" fmla="*/ 27501 w 27501"/>
                <a:gd name="connsiteY0" fmla="*/ 10899 h 21798"/>
                <a:gd name="connsiteX1" fmla="*/ 13815 w 27501"/>
                <a:gd name="connsiteY1" fmla="*/ 21799 h 21798"/>
                <a:gd name="connsiteX2" fmla="*/ 0 w 27501"/>
                <a:gd name="connsiteY2" fmla="*/ 10899 h 21798"/>
                <a:gd name="connsiteX3" fmla="*/ 13815 w 27501"/>
                <a:gd name="connsiteY3" fmla="*/ 0 h 21798"/>
                <a:gd name="connsiteX4" fmla="*/ 27501 w 27501"/>
                <a:gd name="connsiteY4" fmla="*/ 10899 h 21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501" h="21798">
                  <a:moveTo>
                    <a:pt x="27501" y="10899"/>
                  </a:moveTo>
                  <a:cubicBezTo>
                    <a:pt x="27501" y="16983"/>
                    <a:pt x="21418" y="21799"/>
                    <a:pt x="13815" y="21799"/>
                  </a:cubicBezTo>
                  <a:cubicBezTo>
                    <a:pt x="6210" y="21799"/>
                    <a:pt x="0" y="16983"/>
                    <a:pt x="0" y="10899"/>
                  </a:cubicBezTo>
                  <a:cubicBezTo>
                    <a:pt x="0" y="4816"/>
                    <a:pt x="6210" y="0"/>
                    <a:pt x="13815" y="0"/>
                  </a:cubicBezTo>
                  <a:cubicBezTo>
                    <a:pt x="21418" y="0"/>
                    <a:pt x="27501" y="4816"/>
                    <a:pt x="27501" y="1089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5" name="Freeform: Shape 2744">
              <a:extLst>
                <a:ext uri="{FF2B5EF4-FFF2-40B4-BE49-F238E27FC236}">
                  <a16:creationId xmlns:a16="http://schemas.microsoft.com/office/drawing/2014/main" id="{7C18BFB4-46FC-76CA-4922-E17D2E0073FE}"/>
                </a:ext>
              </a:extLst>
            </p:cNvPr>
            <p:cNvSpPr/>
            <p:nvPr/>
          </p:nvSpPr>
          <p:spPr>
            <a:xfrm>
              <a:off x="9463882" y="2034269"/>
              <a:ext cx="26615" cy="21164"/>
            </a:xfrm>
            <a:custGeom>
              <a:avLst/>
              <a:gdLst>
                <a:gd name="connsiteX0" fmla="*/ 26615 w 26615"/>
                <a:gd name="connsiteY0" fmla="*/ 10646 h 21164"/>
                <a:gd name="connsiteX1" fmla="*/ 13307 w 26615"/>
                <a:gd name="connsiteY1" fmla="*/ 21165 h 21164"/>
                <a:gd name="connsiteX2" fmla="*/ 0 w 26615"/>
                <a:gd name="connsiteY2" fmla="*/ 10646 h 21164"/>
                <a:gd name="connsiteX3" fmla="*/ 13307 w 26615"/>
                <a:gd name="connsiteY3" fmla="*/ 0 h 21164"/>
                <a:gd name="connsiteX4" fmla="*/ 26615 w 26615"/>
                <a:gd name="connsiteY4" fmla="*/ 10646 h 21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615" h="21164">
                  <a:moveTo>
                    <a:pt x="26615" y="10646"/>
                  </a:moveTo>
                  <a:cubicBezTo>
                    <a:pt x="26615" y="16476"/>
                    <a:pt x="20658" y="21165"/>
                    <a:pt x="13307" y="21165"/>
                  </a:cubicBezTo>
                  <a:cubicBezTo>
                    <a:pt x="5957" y="21165"/>
                    <a:pt x="0" y="16476"/>
                    <a:pt x="0" y="10646"/>
                  </a:cubicBezTo>
                  <a:cubicBezTo>
                    <a:pt x="0" y="4816"/>
                    <a:pt x="5957" y="0"/>
                    <a:pt x="13307" y="0"/>
                  </a:cubicBezTo>
                  <a:cubicBezTo>
                    <a:pt x="20658" y="0"/>
                    <a:pt x="26615" y="4689"/>
                    <a:pt x="26615" y="1064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6" name="Freeform: Shape 2745">
              <a:extLst>
                <a:ext uri="{FF2B5EF4-FFF2-40B4-BE49-F238E27FC236}">
                  <a16:creationId xmlns:a16="http://schemas.microsoft.com/office/drawing/2014/main" id="{0CCE8E3D-B465-B5FB-3A93-835626E372D5}"/>
                </a:ext>
              </a:extLst>
            </p:cNvPr>
            <p:cNvSpPr/>
            <p:nvPr/>
          </p:nvSpPr>
          <p:spPr>
            <a:xfrm>
              <a:off x="9523321" y="2127040"/>
              <a:ext cx="26615" cy="21164"/>
            </a:xfrm>
            <a:custGeom>
              <a:avLst/>
              <a:gdLst>
                <a:gd name="connsiteX0" fmla="*/ 26615 w 26615"/>
                <a:gd name="connsiteY0" fmla="*/ 10519 h 21164"/>
                <a:gd name="connsiteX1" fmla="*/ 13307 w 26615"/>
                <a:gd name="connsiteY1" fmla="*/ 21165 h 21164"/>
                <a:gd name="connsiteX2" fmla="*/ 0 w 26615"/>
                <a:gd name="connsiteY2" fmla="*/ 10519 h 21164"/>
                <a:gd name="connsiteX3" fmla="*/ 13307 w 26615"/>
                <a:gd name="connsiteY3" fmla="*/ 0 h 21164"/>
                <a:gd name="connsiteX4" fmla="*/ 26615 w 26615"/>
                <a:gd name="connsiteY4" fmla="*/ 10519 h 21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615" h="21164">
                  <a:moveTo>
                    <a:pt x="26615" y="10519"/>
                  </a:moveTo>
                  <a:cubicBezTo>
                    <a:pt x="26615" y="16349"/>
                    <a:pt x="20658" y="21165"/>
                    <a:pt x="13307" y="21165"/>
                  </a:cubicBezTo>
                  <a:cubicBezTo>
                    <a:pt x="5957" y="21165"/>
                    <a:pt x="0" y="16349"/>
                    <a:pt x="0" y="10519"/>
                  </a:cubicBezTo>
                  <a:cubicBezTo>
                    <a:pt x="0" y="4689"/>
                    <a:pt x="5957" y="0"/>
                    <a:pt x="13307" y="0"/>
                  </a:cubicBezTo>
                  <a:cubicBezTo>
                    <a:pt x="20658" y="0"/>
                    <a:pt x="26615" y="4689"/>
                    <a:pt x="26615" y="1051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7" name="Freeform: Shape 2746">
              <a:extLst>
                <a:ext uri="{FF2B5EF4-FFF2-40B4-BE49-F238E27FC236}">
                  <a16:creationId xmlns:a16="http://schemas.microsoft.com/office/drawing/2014/main" id="{E40070B8-39DC-04EE-9AB2-8B8C0A8FC6CB}"/>
                </a:ext>
              </a:extLst>
            </p:cNvPr>
            <p:cNvSpPr/>
            <p:nvPr/>
          </p:nvSpPr>
          <p:spPr>
            <a:xfrm>
              <a:off x="9578705" y="2221331"/>
              <a:ext cx="26741" cy="21164"/>
            </a:xfrm>
            <a:custGeom>
              <a:avLst/>
              <a:gdLst>
                <a:gd name="connsiteX0" fmla="*/ 26741 w 26741"/>
                <a:gd name="connsiteY0" fmla="*/ 10519 h 21164"/>
                <a:gd name="connsiteX1" fmla="*/ 13307 w 26741"/>
                <a:gd name="connsiteY1" fmla="*/ 21165 h 21164"/>
                <a:gd name="connsiteX2" fmla="*/ 0 w 26741"/>
                <a:gd name="connsiteY2" fmla="*/ 10519 h 21164"/>
                <a:gd name="connsiteX3" fmla="*/ 13307 w 26741"/>
                <a:gd name="connsiteY3" fmla="*/ 0 h 21164"/>
                <a:gd name="connsiteX4" fmla="*/ 26741 w 26741"/>
                <a:gd name="connsiteY4" fmla="*/ 10519 h 21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741" h="21164">
                  <a:moveTo>
                    <a:pt x="26741" y="10519"/>
                  </a:moveTo>
                  <a:cubicBezTo>
                    <a:pt x="26741" y="16349"/>
                    <a:pt x="20785" y="21165"/>
                    <a:pt x="13307" y="21165"/>
                  </a:cubicBezTo>
                  <a:cubicBezTo>
                    <a:pt x="5830" y="21165"/>
                    <a:pt x="0" y="16476"/>
                    <a:pt x="0" y="10519"/>
                  </a:cubicBezTo>
                  <a:cubicBezTo>
                    <a:pt x="0" y="4563"/>
                    <a:pt x="5957" y="0"/>
                    <a:pt x="13307" y="0"/>
                  </a:cubicBezTo>
                  <a:cubicBezTo>
                    <a:pt x="20658" y="0"/>
                    <a:pt x="26741" y="4689"/>
                    <a:pt x="26741" y="1051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8" name="Freeform: Shape 2747">
              <a:extLst>
                <a:ext uri="{FF2B5EF4-FFF2-40B4-BE49-F238E27FC236}">
                  <a16:creationId xmlns:a16="http://schemas.microsoft.com/office/drawing/2014/main" id="{3CB3E500-4417-BD9A-1E5D-3F45C7D70FA8}"/>
                </a:ext>
              </a:extLst>
            </p:cNvPr>
            <p:cNvSpPr/>
            <p:nvPr/>
          </p:nvSpPr>
          <p:spPr>
            <a:xfrm>
              <a:off x="9630033" y="2316890"/>
              <a:ext cx="26615" cy="21291"/>
            </a:xfrm>
            <a:custGeom>
              <a:avLst/>
              <a:gdLst>
                <a:gd name="connsiteX0" fmla="*/ 26615 w 26615"/>
                <a:gd name="connsiteY0" fmla="*/ 10646 h 21291"/>
                <a:gd name="connsiteX1" fmla="*/ 13308 w 26615"/>
                <a:gd name="connsiteY1" fmla="*/ 21292 h 21291"/>
                <a:gd name="connsiteX2" fmla="*/ 0 w 26615"/>
                <a:gd name="connsiteY2" fmla="*/ 10646 h 21291"/>
                <a:gd name="connsiteX3" fmla="*/ 13308 w 26615"/>
                <a:gd name="connsiteY3" fmla="*/ 0 h 21291"/>
                <a:gd name="connsiteX4" fmla="*/ 26615 w 26615"/>
                <a:gd name="connsiteY4" fmla="*/ 10646 h 2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615" h="21291">
                  <a:moveTo>
                    <a:pt x="26615" y="10646"/>
                  </a:moveTo>
                  <a:cubicBezTo>
                    <a:pt x="26615" y="16476"/>
                    <a:pt x="20658" y="21292"/>
                    <a:pt x="13308" y="21292"/>
                  </a:cubicBezTo>
                  <a:cubicBezTo>
                    <a:pt x="5957" y="21292"/>
                    <a:pt x="0" y="16602"/>
                    <a:pt x="0" y="10646"/>
                  </a:cubicBezTo>
                  <a:cubicBezTo>
                    <a:pt x="0" y="4689"/>
                    <a:pt x="5957" y="0"/>
                    <a:pt x="13308" y="0"/>
                  </a:cubicBezTo>
                  <a:cubicBezTo>
                    <a:pt x="20658" y="0"/>
                    <a:pt x="26615" y="4689"/>
                    <a:pt x="26615" y="1064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9" name="Freeform: Shape 2748">
              <a:extLst>
                <a:ext uri="{FF2B5EF4-FFF2-40B4-BE49-F238E27FC236}">
                  <a16:creationId xmlns:a16="http://schemas.microsoft.com/office/drawing/2014/main" id="{4AE5F1F2-261F-80B7-5CB2-82E246CABAC4}"/>
                </a:ext>
              </a:extLst>
            </p:cNvPr>
            <p:cNvSpPr/>
            <p:nvPr/>
          </p:nvSpPr>
          <p:spPr>
            <a:xfrm>
              <a:off x="9677433" y="2414350"/>
              <a:ext cx="25853" cy="20531"/>
            </a:xfrm>
            <a:custGeom>
              <a:avLst/>
              <a:gdLst>
                <a:gd name="connsiteX0" fmla="*/ 25854 w 25853"/>
                <a:gd name="connsiteY0" fmla="*/ 10266 h 20531"/>
                <a:gd name="connsiteX1" fmla="*/ 12927 w 25853"/>
                <a:gd name="connsiteY1" fmla="*/ 20531 h 20531"/>
                <a:gd name="connsiteX2" fmla="*/ 0 w 25853"/>
                <a:gd name="connsiteY2" fmla="*/ 10266 h 20531"/>
                <a:gd name="connsiteX3" fmla="*/ 12927 w 25853"/>
                <a:gd name="connsiteY3" fmla="*/ 0 h 20531"/>
                <a:gd name="connsiteX4" fmla="*/ 25854 w 25853"/>
                <a:gd name="connsiteY4" fmla="*/ 10266 h 20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853" h="20531">
                  <a:moveTo>
                    <a:pt x="25854" y="10266"/>
                  </a:moveTo>
                  <a:cubicBezTo>
                    <a:pt x="25854" y="15969"/>
                    <a:pt x="20024" y="20531"/>
                    <a:pt x="12927" y="20531"/>
                  </a:cubicBezTo>
                  <a:cubicBezTo>
                    <a:pt x="5829" y="20531"/>
                    <a:pt x="0" y="15969"/>
                    <a:pt x="0" y="10266"/>
                  </a:cubicBezTo>
                  <a:cubicBezTo>
                    <a:pt x="0" y="4563"/>
                    <a:pt x="5829" y="0"/>
                    <a:pt x="12927" y="0"/>
                  </a:cubicBezTo>
                  <a:cubicBezTo>
                    <a:pt x="20024" y="0"/>
                    <a:pt x="25854" y="4563"/>
                    <a:pt x="25854" y="1026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0" name="Freeform: Shape 2749">
              <a:extLst>
                <a:ext uri="{FF2B5EF4-FFF2-40B4-BE49-F238E27FC236}">
                  <a16:creationId xmlns:a16="http://schemas.microsoft.com/office/drawing/2014/main" id="{FA9EB636-3055-3E61-05AD-A97685A7E888}"/>
                </a:ext>
              </a:extLst>
            </p:cNvPr>
            <p:cNvSpPr/>
            <p:nvPr/>
          </p:nvSpPr>
          <p:spPr>
            <a:xfrm>
              <a:off x="9720016" y="2512697"/>
              <a:ext cx="25853" cy="20531"/>
            </a:xfrm>
            <a:custGeom>
              <a:avLst/>
              <a:gdLst>
                <a:gd name="connsiteX0" fmla="*/ 25854 w 25853"/>
                <a:gd name="connsiteY0" fmla="*/ 10266 h 20531"/>
                <a:gd name="connsiteX1" fmla="*/ 12927 w 25853"/>
                <a:gd name="connsiteY1" fmla="*/ 20531 h 20531"/>
                <a:gd name="connsiteX2" fmla="*/ 0 w 25853"/>
                <a:gd name="connsiteY2" fmla="*/ 10266 h 20531"/>
                <a:gd name="connsiteX3" fmla="*/ 12927 w 25853"/>
                <a:gd name="connsiteY3" fmla="*/ 0 h 20531"/>
                <a:gd name="connsiteX4" fmla="*/ 25854 w 25853"/>
                <a:gd name="connsiteY4" fmla="*/ 10266 h 20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853" h="20531">
                  <a:moveTo>
                    <a:pt x="25854" y="10266"/>
                  </a:moveTo>
                  <a:cubicBezTo>
                    <a:pt x="25854" y="15969"/>
                    <a:pt x="20025" y="20531"/>
                    <a:pt x="12927" y="20531"/>
                  </a:cubicBezTo>
                  <a:cubicBezTo>
                    <a:pt x="5829" y="20531"/>
                    <a:pt x="0" y="15969"/>
                    <a:pt x="0" y="10266"/>
                  </a:cubicBezTo>
                  <a:cubicBezTo>
                    <a:pt x="0" y="4563"/>
                    <a:pt x="5829" y="0"/>
                    <a:pt x="12927" y="0"/>
                  </a:cubicBezTo>
                  <a:cubicBezTo>
                    <a:pt x="20025" y="0"/>
                    <a:pt x="25854" y="4563"/>
                    <a:pt x="25854" y="1026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1" name="Freeform: Shape 2750">
              <a:extLst>
                <a:ext uri="{FF2B5EF4-FFF2-40B4-BE49-F238E27FC236}">
                  <a16:creationId xmlns:a16="http://schemas.microsoft.com/office/drawing/2014/main" id="{0E382B1E-A4F7-4F95-1CAF-D6471D9966DF}"/>
                </a:ext>
              </a:extLst>
            </p:cNvPr>
            <p:cNvSpPr/>
            <p:nvPr/>
          </p:nvSpPr>
          <p:spPr>
            <a:xfrm>
              <a:off x="9758797" y="2612311"/>
              <a:ext cx="25093" cy="20024"/>
            </a:xfrm>
            <a:custGeom>
              <a:avLst/>
              <a:gdLst>
                <a:gd name="connsiteX0" fmla="*/ 25093 w 25093"/>
                <a:gd name="connsiteY0" fmla="*/ 10012 h 20024"/>
                <a:gd name="connsiteX1" fmla="*/ 12547 w 25093"/>
                <a:gd name="connsiteY1" fmla="*/ 20024 h 20024"/>
                <a:gd name="connsiteX2" fmla="*/ 0 w 25093"/>
                <a:gd name="connsiteY2" fmla="*/ 10012 h 20024"/>
                <a:gd name="connsiteX3" fmla="*/ 12547 w 25093"/>
                <a:gd name="connsiteY3" fmla="*/ 0 h 20024"/>
                <a:gd name="connsiteX4" fmla="*/ 25093 w 25093"/>
                <a:gd name="connsiteY4" fmla="*/ 10012 h 2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93" h="20024">
                  <a:moveTo>
                    <a:pt x="25093" y="10012"/>
                  </a:moveTo>
                  <a:cubicBezTo>
                    <a:pt x="25093" y="15462"/>
                    <a:pt x="19517" y="20024"/>
                    <a:pt x="12547" y="20024"/>
                  </a:cubicBezTo>
                  <a:cubicBezTo>
                    <a:pt x="5576" y="20024"/>
                    <a:pt x="0" y="15588"/>
                    <a:pt x="0" y="10012"/>
                  </a:cubicBezTo>
                  <a:cubicBezTo>
                    <a:pt x="0" y="4436"/>
                    <a:pt x="5576" y="0"/>
                    <a:pt x="12547" y="0"/>
                  </a:cubicBezTo>
                  <a:cubicBezTo>
                    <a:pt x="19517" y="0"/>
                    <a:pt x="25093" y="4436"/>
                    <a:pt x="25093" y="1001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2" name="Freeform: Shape 2751">
              <a:extLst>
                <a:ext uri="{FF2B5EF4-FFF2-40B4-BE49-F238E27FC236}">
                  <a16:creationId xmlns:a16="http://schemas.microsoft.com/office/drawing/2014/main" id="{F8694F05-1492-CE88-FDDD-2B449E76076E}"/>
                </a:ext>
              </a:extLst>
            </p:cNvPr>
            <p:cNvSpPr/>
            <p:nvPr/>
          </p:nvSpPr>
          <p:spPr>
            <a:xfrm>
              <a:off x="9793016" y="2713193"/>
              <a:ext cx="24333" cy="19263"/>
            </a:xfrm>
            <a:custGeom>
              <a:avLst/>
              <a:gdLst>
                <a:gd name="connsiteX0" fmla="*/ 24333 w 24333"/>
                <a:gd name="connsiteY0" fmla="*/ 9632 h 19263"/>
                <a:gd name="connsiteX1" fmla="*/ 12166 w 24333"/>
                <a:gd name="connsiteY1" fmla="*/ 19264 h 19263"/>
                <a:gd name="connsiteX2" fmla="*/ 0 w 24333"/>
                <a:gd name="connsiteY2" fmla="*/ 9632 h 19263"/>
                <a:gd name="connsiteX3" fmla="*/ 12166 w 24333"/>
                <a:gd name="connsiteY3" fmla="*/ 0 h 19263"/>
                <a:gd name="connsiteX4" fmla="*/ 24333 w 24333"/>
                <a:gd name="connsiteY4" fmla="*/ 9632 h 19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33" h="19263">
                  <a:moveTo>
                    <a:pt x="24333" y="9632"/>
                  </a:moveTo>
                  <a:cubicBezTo>
                    <a:pt x="24333" y="14955"/>
                    <a:pt x="18884" y="19264"/>
                    <a:pt x="12166" y="19264"/>
                  </a:cubicBezTo>
                  <a:cubicBezTo>
                    <a:pt x="5450" y="19264"/>
                    <a:pt x="0" y="14955"/>
                    <a:pt x="0" y="9632"/>
                  </a:cubicBezTo>
                  <a:cubicBezTo>
                    <a:pt x="0" y="4309"/>
                    <a:pt x="5450" y="0"/>
                    <a:pt x="12166" y="0"/>
                  </a:cubicBezTo>
                  <a:cubicBezTo>
                    <a:pt x="18884" y="0"/>
                    <a:pt x="24333" y="4309"/>
                    <a:pt x="24333" y="963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3" name="Freeform: Shape 2752">
              <a:extLst>
                <a:ext uri="{FF2B5EF4-FFF2-40B4-BE49-F238E27FC236}">
                  <a16:creationId xmlns:a16="http://schemas.microsoft.com/office/drawing/2014/main" id="{E11004FC-7AB3-BD3B-29DC-6E6571D3F892}"/>
                </a:ext>
              </a:extLst>
            </p:cNvPr>
            <p:cNvSpPr/>
            <p:nvPr/>
          </p:nvSpPr>
          <p:spPr>
            <a:xfrm>
              <a:off x="9822925" y="2814709"/>
              <a:ext cx="23572" cy="18756"/>
            </a:xfrm>
            <a:custGeom>
              <a:avLst/>
              <a:gdLst>
                <a:gd name="connsiteX0" fmla="*/ 23573 w 23572"/>
                <a:gd name="connsiteY0" fmla="*/ 9379 h 18756"/>
                <a:gd name="connsiteX1" fmla="*/ 11786 w 23572"/>
                <a:gd name="connsiteY1" fmla="*/ 18757 h 18756"/>
                <a:gd name="connsiteX2" fmla="*/ 0 w 23572"/>
                <a:gd name="connsiteY2" fmla="*/ 9379 h 18756"/>
                <a:gd name="connsiteX3" fmla="*/ 11786 w 23572"/>
                <a:gd name="connsiteY3" fmla="*/ 0 h 18756"/>
                <a:gd name="connsiteX4" fmla="*/ 23573 w 23572"/>
                <a:gd name="connsiteY4" fmla="*/ 9379 h 1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572" h="18756">
                  <a:moveTo>
                    <a:pt x="23573" y="9379"/>
                  </a:moveTo>
                  <a:cubicBezTo>
                    <a:pt x="23573" y="14575"/>
                    <a:pt x="18377" y="18757"/>
                    <a:pt x="11786" y="18757"/>
                  </a:cubicBezTo>
                  <a:cubicBezTo>
                    <a:pt x="5196" y="18757"/>
                    <a:pt x="0" y="14575"/>
                    <a:pt x="0" y="9379"/>
                  </a:cubicBezTo>
                  <a:cubicBezTo>
                    <a:pt x="0" y="4182"/>
                    <a:pt x="5196" y="0"/>
                    <a:pt x="11786" y="0"/>
                  </a:cubicBezTo>
                  <a:cubicBezTo>
                    <a:pt x="18377" y="0"/>
                    <a:pt x="23573" y="4182"/>
                    <a:pt x="23573" y="937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4" name="Freeform: Shape 2753">
              <a:extLst>
                <a:ext uri="{FF2B5EF4-FFF2-40B4-BE49-F238E27FC236}">
                  <a16:creationId xmlns:a16="http://schemas.microsoft.com/office/drawing/2014/main" id="{3C67B65A-DBE2-683A-56E0-A863A6A0014C}"/>
                </a:ext>
              </a:extLst>
            </p:cNvPr>
            <p:cNvSpPr/>
            <p:nvPr/>
          </p:nvSpPr>
          <p:spPr>
            <a:xfrm>
              <a:off x="9847892" y="2916858"/>
              <a:ext cx="23573" cy="18757"/>
            </a:xfrm>
            <a:custGeom>
              <a:avLst/>
              <a:gdLst>
                <a:gd name="connsiteX0" fmla="*/ 23573 w 23573"/>
                <a:gd name="connsiteY0" fmla="*/ 9379 h 18757"/>
                <a:gd name="connsiteX1" fmla="*/ 11786 w 23573"/>
                <a:gd name="connsiteY1" fmla="*/ 18757 h 18757"/>
                <a:gd name="connsiteX2" fmla="*/ 0 w 23573"/>
                <a:gd name="connsiteY2" fmla="*/ 9379 h 18757"/>
                <a:gd name="connsiteX3" fmla="*/ 11786 w 23573"/>
                <a:gd name="connsiteY3" fmla="*/ 0 h 18757"/>
                <a:gd name="connsiteX4" fmla="*/ 23573 w 23573"/>
                <a:gd name="connsiteY4" fmla="*/ 9379 h 18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573" h="18757">
                  <a:moveTo>
                    <a:pt x="23573" y="9379"/>
                  </a:moveTo>
                  <a:cubicBezTo>
                    <a:pt x="23573" y="14575"/>
                    <a:pt x="18250" y="18757"/>
                    <a:pt x="11786" y="18757"/>
                  </a:cubicBezTo>
                  <a:cubicBezTo>
                    <a:pt x="5323" y="18757"/>
                    <a:pt x="0" y="14575"/>
                    <a:pt x="0" y="9379"/>
                  </a:cubicBezTo>
                  <a:cubicBezTo>
                    <a:pt x="0" y="4182"/>
                    <a:pt x="5323" y="0"/>
                    <a:pt x="11786" y="0"/>
                  </a:cubicBezTo>
                  <a:cubicBezTo>
                    <a:pt x="18250" y="0"/>
                    <a:pt x="23573" y="4182"/>
                    <a:pt x="23573" y="937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5" name="Freeform: Shape 2754">
              <a:extLst>
                <a:ext uri="{FF2B5EF4-FFF2-40B4-BE49-F238E27FC236}">
                  <a16:creationId xmlns:a16="http://schemas.microsoft.com/office/drawing/2014/main" id="{45D50001-7AFB-AF46-AD8E-69474301B793}"/>
                </a:ext>
              </a:extLst>
            </p:cNvPr>
            <p:cNvSpPr/>
            <p:nvPr/>
          </p:nvSpPr>
          <p:spPr>
            <a:xfrm>
              <a:off x="9868804" y="3019894"/>
              <a:ext cx="22812" cy="18123"/>
            </a:xfrm>
            <a:custGeom>
              <a:avLst/>
              <a:gdLst>
                <a:gd name="connsiteX0" fmla="*/ 22812 w 22812"/>
                <a:gd name="connsiteY0" fmla="*/ 8998 h 18123"/>
                <a:gd name="connsiteX1" fmla="*/ 11407 w 22812"/>
                <a:gd name="connsiteY1" fmla="*/ 18123 h 18123"/>
                <a:gd name="connsiteX2" fmla="*/ 0 w 22812"/>
                <a:gd name="connsiteY2" fmla="*/ 8998 h 18123"/>
                <a:gd name="connsiteX3" fmla="*/ 11407 w 22812"/>
                <a:gd name="connsiteY3" fmla="*/ 0 h 18123"/>
                <a:gd name="connsiteX4" fmla="*/ 22812 w 22812"/>
                <a:gd name="connsiteY4" fmla="*/ 8998 h 18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12" h="18123">
                  <a:moveTo>
                    <a:pt x="22812" y="8998"/>
                  </a:moveTo>
                  <a:cubicBezTo>
                    <a:pt x="22812" y="13941"/>
                    <a:pt x="17743" y="18123"/>
                    <a:pt x="11407" y="18123"/>
                  </a:cubicBezTo>
                  <a:cubicBezTo>
                    <a:pt x="5070" y="18123"/>
                    <a:pt x="0" y="14068"/>
                    <a:pt x="0" y="8998"/>
                  </a:cubicBezTo>
                  <a:cubicBezTo>
                    <a:pt x="0" y="3929"/>
                    <a:pt x="5070" y="0"/>
                    <a:pt x="11407" y="0"/>
                  </a:cubicBezTo>
                  <a:cubicBezTo>
                    <a:pt x="17743" y="0"/>
                    <a:pt x="22812" y="4055"/>
                    <a:pt x="22812" y="89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6" name="Freeform: Shape 2755">
              <a:extLst>
                <a:ext uri="{FF2B5EF4-FFF2-40B4-BE49-F238E27FC236}">
                  <a16:creationId xmlns:a16="http://schemas.microsoft.com/office/drawing/2014/main" id="{F338C618-56F7-B5C3-10F2-375EC42BE340}"/>
                </a:ext>
              </a:extLst>
            </p:cNvPr>
            <p:cNvSpPr/>
            <p:nvPr/>
          </p:nvSpPr>
          <p:spPr>
            <a:xfrm>
              <a:off x="9885533" y="3123691"/>
              <a:ext cx="21418" cy="16982"/>
            </a:xfrm>
            <a:custGeom>
              <a:avLst/>
              <a:gdLst>
                <a:gd name="connsiteX0" fmla="*/ 21418 w 21418"/>
                <a:gd name="connsiteY0" fmla="*/ 8491 h 16982"/>
                <a:gd name="connsiteX1" fmla="*/ 10645 w 21418"/>
                <a:gd name="connsiteY1" fmla="*/ 16983 h 16982"/>
                <a:gd name="connsiteX2" fmla="*/ 0 w 21418"/>
                <a:gd name="connsiteY2" fmla="*/ 8491 h 16982"/>
                <a:gd name="connsiteX3" fmla="*/ 10645 w 21418"/>
                <a:gd name="connsiteY3" fmla="*/ 0 h 16982"/>
                <a:gd name="connsiteX4" fmla="*/ 21418 w 21418"/>
                <a:gd name="connsiteY4" fmla="*/ 8491 h 1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18" h="16982">
                  <a:moveTo>
                    <a:pt x="21418" y="8491"/>
                  </a:moveTo>
                  <a:cubicBezTo>
                    <a:pt x="21418" y="13180"/>
                    <a:pt x="16602" y="16983"/>
                    <a:pt x="10645" y="16983"/>
                  </a:cubicBezTo>
                  <a:cubicBezTo>
                    <a:pt x="4689" y="16983"/>
                    <a:pt x="0" y="13180"/>
                    <a:pt x="0" y="8491"/>
                  </a:cubicBezTo>
                  <a:cubicBezTo>
                    <a:pt x="0" y="3802"/>
                    <a:pt x="4816" y="0"/>
                    <a:pt x="10645" y="0"/>
                  </a:cubicBezTo>
                  <a:cubicBezTo>
                    <a:pt x="16476" y="0"/>
                    <a:pt x="21418" y="3802"/>
                    <a:pt x="21418" y="84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7" name="Freeform: Shape 2756">
              <a:extLst>
                <a:ext uri="{FF2B5EF4-FFF2-40B4-BE49-F238E27FC236}">
                  <a16:creationId xmlns:a16="http://schemas.microsoft.com/office/drawing/2014/main" id="{037D5E13-62CE-E572-2D28-8786E868A0C0}"/>
                </a:ext>
              </a:extLst>
            </p:cNvPr>
            <p:cNvSpPr/>
            <p:nvPr/>
          </p:nvSpPr>
          <p:spPr>
            <a:xfrm>
              <a:off x="9897446" y="3227488"/>
              <a:ext cx="20531" cy="16475"/>
            </a:xfrm>
            <a:custGeom>
              <a:avLst/>
              <a:gdLst>
                <a:gd name="connsiteX0" fmla="*/ 20531 w 20531"/>
                <a:gd name="connsiteY0" fmla="*/ 8238 h 16475"/>
                <a:gd name="connsiteX1" fmla="*/ 10266 w 20531"/>
                <a:gd name="connsiteY1" fmla="*/ 16476 h 16475"/>
                <a:gd name="connsiteX2" fmla="*/ 0 w 20531"/>
                <a:gd name="connsiteY2" fmla="*/ 8238 h 16475"/>
                <a:gd name="connsiteX3" fmla="*/ 10266 w 20531"/>
                <a:gd name="connsiteY3" fmla="*/ 0 h 16475"/>
                <a:gd name="connsiteX4" fmla="*/ 20531 w 20531"/>
                <a:gd name="connsiteY4" fmla="*/ 8238 h 16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31" h="16475">
                  <a:moveTo>
                    <a:pt x="20531" y="8238"/>
                  </a:moveTo>
                  <a:cubicBezTo>
                    <a:pt x="20531" y="12800"/>
                    <a:pt x="15969" y="16476"/>
                    <a:pt x="10266" y="16476"/>
                  </a:cubicBezTo>
                  <a:cubicBezTo>
                    <a:pt x="4562" y="16476"/>
                    <a:pt x="0" y="12800"/>
                    <a:pt x="0" y="8238"/>
                  </a:cubicBezTo>
                  <a:cubicBezTo>
                    <a:pt x="0" y="3675"/>
                    <a:pt x="4689" y="0"/>
                    <a:pt x="10266" y="0"/>
                  </a:cubicBezTo>
                  <a:cubicBezTo>
                    <a:pt x="15842" y="0"/>
                    <a:pt x="20531" y="3675"/>
                    <a:pt x="20531" y="823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8" name="Freeform: Shape 2757">
              <a:extLst>
                <a:ext uri="{FF2B5EF4-FFF2-40B4-BE49-F238E27FC236}">
                  <a16:creationId xmlns:a16="http://schemas.microsoft.com/office/drawing/2014/main" id="{0FAF4F10-DC5A-9D5E-723C-370E4D386668}"/>
                </a:ext>
              </a:extLst>
            </p:cNvPr>
            <p:cNvSpPr/>
            <p:nvPr/>
          </p:nvSpPr>
          <p:spPr>
            <a:xfrm>
              <a:off x="9904670" y="3331791"/>
              <a:ext cx="19770" cy="15715"/>
            </a:xfrm>
            <a:custGeom>
              <a:avLst/>
              <a:gdLst>
                <a:gd name="connsiteX0" fmla="*/ 19771 w 19770"/>
                <a:gd name="connsiteY0" fmla="*/ 7858 h 15715"/>
                <a:gd name="connsiteX1" fmla="*/ 9885 w 19770"/>
                <a:gd name="connsiteY1" fmla="*/ 15716 h 15715"/>
                <a:gd name="connsiteX2" fmla="*/ 0 w 19770"/>
                <a:gd name="connsiteY2" fmla="*/ 7858 h 15715"/>
                <a:gd name="connsiteX3" fmla="*/ 9885 w 19770"/>
                <a:gd name="connsiteY3" fmla="*/ 0 h 15715"/>
                <a:gd name="connsiteX4" fmla="*/ 19771 w 19770"/>
                <a:gd name="connsiteY4" fmla="*/ 7858 h 1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70" h="15715">
                  <a:moveTo>
                    <a:pt x="19771" y="7858"/>
                  </a:moveTo>
                  <a:cubicBezTo>
                    <a:pt x="19771" y="12167"/>
                    <a:pt x="15335" y="15716"/>
                    <a:pt x="9885" y="15716"/>
                  </a:cubicBezTo>
                  <a:cubicBezTo>
                    <a:pt x="4435" y="15716"/>
                    <a:pt x="0" y="12167"/>
                    <a:pt x="0" y="7858"/>
                  </a:cubicBezTo>
                  <a:cubicBezTo>
                    <a:pt x="0" y="3549"/>
                    <a:pt x="4435" y="0"/>
                    <a:pt x="9885" y="0"/>
                  </a:cubicBezTo>
                  <a:cubicBezTo>
                    <a:pt x="15335" y="0"/>
                    <a:pt x="19771" y="3549"/>
                    <a:pt x="19771" y="785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9" name="Freeform: Shape 2758">
              <a:extLst>
                <a:ext uri="{FF2B5EF4-FFF2-40B4-BE49-F238E27FC236}">
                  <a16:creationId xmlns:a16="http://schemas.microsoft.com/office/drawing/2014/main" id="{7587E039-0FE0-05E3-9E8D-1347F9E4975E}"/>
                </a:ext>
              </a:extLst>
            </p:cNvPr>
            <p:cNvSpPr/>
            <p:nvPr/>
          </p:nvSpPr>
          <p:spPr>
            <a:xfrm>
              <a:off x="10032040" y="3435715"/>
              <a:ext cx="19897" cy="15715"/>
            </a:xfrm>
            <a:custGeom>
              <a:avLst/>
              <a:gdLst>
                <a:gd name="connsiteX0" fmla="*/ 19898 w 19897"/>
                <a:gd name="connsiteY0" fmla="*/ 7858 h 15715"/>
                <a:gd name="connsiteX1" fmla="*/ 9885 w 19897"/>
                <a:gd name="connsiteY1" fmla="*/ 15715 h 15715"/>
                <a:gd name="connsiteX2" fmla="*/ 0 w 19897"/>
                <a:gd name="connsiteY2" fmla="*/ 7858 h 15715"/>
                <a:gd name="connsiteX3" fmla="*/ 9885 w 19897"/>
                <a:gd name="connsiteY3" fmla="*/ 0 h 15715"/>
                <a:gd name="connsiteX4" fmla="*/ 19898 w 19897"/>
                <a:gd name="connsiteY4" fmla="*/ 7858 h 1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97" h="15715">
                  <a:moveTo>
                    <a:pt x="19898" y="7858"/>
                  </a:moveTo>
                  <a:cubicBezTo>
                    <a:pt x="19898" y="12167"/>
                    <a:pt x="15461" y="15715"/>
                    <a:pt x="9885" y="15715"/>
                  </a:cubicBezTo>
                  <a:cubicBezTo>
                    <a:pt x="4309" y="15715"/>
                    <a:pt x="0" y="12167"/>
                    <a:pt x="0" y="7858"/>
                  </a:cubicBezTo>
                  <a:cubicBezTo>
                    <a:pt x="0" y="3549"/>
                    <a:pt x="4435" y="0"/>
                    <a:pt x="9885" y="0"/>
                  </a:cubicBezTo>
                  <a:cubicBezTo>
                    <a:pt x="15335" y="0"/>
                    <a:pt x="19898" y="3549"/>
                    <a:pt x="19898" y="785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0" name="Freeform: Shape 2759">
              <a:extLst>
                <a:ext uri="{FF2B5EF4-FFF2-40B4-BE49-F238E27FC236}">
                  <a16:creationId xmlns:a16="http://schemas.microsoft.com/office/drawing/2014/main" id="{E3BD8459-A5A7-5582-3BCE-0BA43F6C2406}"/>
                </a:ext>
              </a:extLst>
            </p:cNvPr>
            <p:cNvSpPr/>
            <p:nvPr/>
          </p:nvSpPr>
          <p:spPr>
            <a:xfrm>
              <a:off x="10030265" y="3540019"/>
              <a:ext cx="19010" cy="15208"/>
            </a:xfrm>
            <a:custGeom>
              <a:avLst/>
              <a:gdLst>
                <a:gd name="connsiteX0" fmla="*/ 19010 w 19010"/>
                <a:gd name="connsiteY0" fmla="*/ 7604 h 15208"/>
                <a:gd name="connsiteX1" fmla="*/ 9505 w 19010"/>
                <a:gd name="connsiteY1" fmla="*/ 15208 h 15208"/>
                <a:gd name="connsiteX2" fmla="*/ 0 w 19010"/>
                <a:gd name="connsiteY2" fmla="*/ 7604 h 15208"/>
                <a:gd name="connsiteX3" fmla="*/ 9505 w 19010"/>
                <a:gd name="connsiteY3" fmla="*/ 0 h 15208"/>
                <a:gd name="connsiteX4" fmla="*/ 19010 w 19010"/>
                <a:gd name="connsiteY4" fmla="*/ 7604 h 15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10" h="15208">
                  <a:moveTo>
                    <a:pt x="19010" y="7604"/>
                  </a:moveTo>
                  <a:cubicBezTo>
                    <a:pt x="19010" y="11786"/>
                    <a:pt x="14702" y="15208"/>
                    <a:pt x="9505" y="15208"/>
                  </a:cubicBezTo>
                  <a:cubicBezTo>
                    <a:pt x="4309" y="15208"/>
                    <a:pt x="0" y="11786"/>
                    <a:pt x="0" y="7604"/>
                  </a:cubicBezTo>
                  <a:cubicBezTo>
                    <a:pt x="0" y="3422"/>
                    <a:pt x="4309" y="0"/>
                    <a:pt x="9505" y="0"/>
                  </a:cubicBezTo>
                  <a:cubicBezTo>
                    <a:pt x="14702" y="0"/>
                    <a:pt x="19010" y="3422"/>
                    <a:pt x="19010" y="760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1" name="Freeform: Shape 2760">
              <a:extLst>
                <a:ext uri="{FF2B5EF4-FFF2-40B4-BE49-F238E27FC236}">
                  <a16:creationId xmlns:a16="http://schemas.microsoft.com/office/drawing/2014/main" id="{83135C50-C8E5-C6ED-8FA8-34547FAA69CF}"/>
                </a:ext>
              </a:extLst>
            </p:cNvPr>
            <p:cNvSpPr/>
            <p:nvPr/>
          </p:nvSpPr>
          <p:spPr>
            <a:xfrm>
              <a:off x="10024055" y="3644196"/>
              <a:ext cx="18250" cy="14447"/>
            </a:xfrm>
            <a:custGeom>
              <a:avLst/>
              <a:gdLst>
                <a:gd name="connsiteX0" fmla="*/ 18250 w 18250"/>
                <a:gd name="connsiteY0" fmla="*/ 7224 h 14447"/>
                <a:gd name="connsiteX1" fmla="*/ 9125 w 18250"/>
                <a:gd name="connsiteY1" fmla="*/ 14448 h 14447"/>
                <a:gd name="connsiteX2" fmla="*/ 0 w 18250"/>
                <a:gd name="connsiteY2" fmla="*/ 7224 h 14447"/>
                <a:gd name="connsiteX3" fmla="*/ 9125 w 18250"/>
                <a:gd name="connsiteY3" fmla="*/ 0 h 14447"/>
                <a:gd name="connsiteX4" fmla="*/ 18250 w 18250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7">
                  <a:moveTo>
                    <a:pt x="18250" y="7224"/>
                  </a:moveTo>
                  <a:cubicBezTo>
                    <a:pt x="18250" y="11279"/>
                    <a:pt x="14194" y="14448"/>
                    <a:pt x="9125" y="14448"/>
                  </a:cubicBezTo>
                  <a:cubicBezTo>
                    <a:pt x="4056" y="14448"/>
                    <a:pt x="0" y="11279"/>
                    <a:pt x="0" y="7224"/>
                  </a:cubicBezTo>
                  <a:cubicBezTo>
                    <a:pt x="0" y="3168"/>
                    <a:pt x="4056" y="0"/>
                    <a:pt x="9125" y="0"/>
                  </a:cubicBezTo>
                  <a:cubicBezTo>
                    <a:pt x="14194" y="0"/>
                    <a:pt x="18250" y="3168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2" name="Freeform: Shape 2761">
              <a:extLst>
                <a:ext uri="{FF2B5EF4-FFF2-40B4-BE49-F238E27FC236}">
                  <a16:creationId xmlns:a16="http://schemas.microsoft.com/office/drawing/2014/main" id="{2C4E58CE-E943-6995-CF6C-5FA31CE9FD9A}"/>
                </a:ext>
              </a:extLst>
            </p:cNvPr>
            <p:cNvSpPr/>
            <p:nvPr/>
          </p:nvSpPr>
          <p:spPr>
            <a:xfrm>
              <a:off x="10013156" y="3748119"/>
              <a:ext cx="17742" cy="13941"/>
            </a:xfrm>
            <a:custGeom>
              <a:avLst/>
              <a:gdLst>
                <a:gd name="connsiteX0" fmla="*/ 17743 w 17742"/>
                <a:gd name="connsiteY0" fmla="*/ 6971 h 13941"/>
                <a:gd name="connsiteX1" fmla="*/ 8872 w 17742"/>
                <a:gd name="connsiteY1" fmla="*/ 13941 h 13941"/>
                <a:gd name="connsiteX2" fmla="*/ 0 w 17742"/>
                <a:gd name="connsiteY2" fmla="*/ 6971 h 13941"/>
                <a:gd name="connsiteX3" fmla="*/ 8872 w 17742"/>
                <a:gd name="connsiteY3" fmla="*/ 0 h 13941"/>
                <a:gd name="connsiteX4" fmla="*/ 17743 w 17742"/>
                <a:gd name="connsiteY4" fmla="*/ 6971 h 1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2" h="13941">
                  <a:moveTo>
                    <a:pt x="17743" y="6971"/>
                  </a:moveTo>
                  <a:cubicBezTo>
                    <a:pt x="17743" y="10899"/>
                    <a:pt x="13814" y="13941"/>
                    <a:pt x="8872" y="13941"/>
                  </a:cubicBezTo>
                  <a:cubicBezTo>
                    <a:pt x="3929" y="13941"/>
                    <a:pt x="0" y="10773"/>
                    <a:pt x="0" y="6971"/>
                  </a:cubicBezTo>
                  <a:cubicBezTo>
                    <a:pt x="0" y="3168"/>
                    <a:pt x="3929" y="0"/>
                    <a:pt x="8872" y="0"/>
                  </a:cubicBezTo>
                  <a:cubicBezTo>
                    <a:pt x="13814" y="0"/>
                    <a:pt x="17743" y="3168"/>
                    <a:pt x="17743" y="697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3" name="Freeform: Shape 2762">
              <a:extLst>
                <a:ext uri="{FF2B5EF4-FFF2-40B4-BE49-F238E27FC236}">
                  <a16:creationId xmlns:a16="http://schemas.microsoft.com/office/drawing/2014/main" id="{DC0D677F-BC74-296C-179C-2BC2D6781CD5}"/>
                </a:ext>
              </a:extLst>
            </p:cNvPr>
            <p:cNvSpPr/>
            <p:nvPr/>
          </p:nvSpPr>
          <p:spPr>
            <a:xfrm>
              <a:off x="9998074" y="3851662"/>
              <a:ext cx="16982" cy="13433"/>
            </a:xfrm>
            <a:custGeom>
              <a:avLst/>
              <a:gdLst>
                <a:gd name="connsiteX0" fmla="*/ 16982 w 16982"/>
                <a:gd name="connsiteY0" fmla="*/ 6717 h 13433"/>
                <a:gd name="connsiteX1" fmla="*/ 8491 w 16982"/>
                <a:gd name="connsiteY1" fmla="*/ 13434 h 13433"/>
                <a:gd name="connsiteX2" fmla="*/ 0 w 16982"/>
                <a:gd name="connsiteY2" fmla="*/ 6717 h 13433"/>
                <a:gd name="connsiteX3" fmla="*/ 8491 w 16982"/>
                <a:gd name="connsiteY3" fmla="*/ 0 h 13433"/>
                <a:gd name="connsiteX4" fmla="*/ 16982 w 16982"/>
                <a:gd name="connsiteY4" fmla="*/ 6717 h 13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82" h="13433">
                  <a:moveTo>
                    <a:pt x="16982" y="6717"/>
                  </a:moveTo>
                  <a:cubicBezTo>
                    <a:pt x="16982" y="10392"/>
                    <a:pt x="13180" y="13434"/>
                    <a:pt x="8491" y="13434"/>
                  </a:cubicBezTo>
                  <a:cubicBezTo>
                    <a:pt x="3802" y="13434"/>
                    <a:pt x="0" y="10392"/>
                    <a:pt x="0" y="6717"/>
                  </a:cubicBezTo>
                  <a:cubicBezTo>
                    <a:pt x="0" y="3042"/>
                    <a:pt x="3802" y="0"/>
                    <a:pt x="8491" y="0"/>
                  </a:cubicBezTo>
                  <a:cubicBezTo>
                    <a:pt x="13180" y="0"/>
                    <a:pt x="16982" y="3042"/>
                    <a:pt x="16982" y="671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4" name="Freeform: Shape 2763">
              <a:extLst>
                <a:ext uri="{FF2B5EF4-FFF2-40B4-BE49-F238E27FC236}">
                  <a16:creationId xmlns:a16="http://schemas.microsoft.com/office/drawing/2014/main" id="{30CA3C93-A236-8307-0098-82B887ADB1A4}"/>
                </a:ext>
              </a:extLst>
            </p:cNvPr>
            <p:cNvSpPr/>
            <p:nvPr/>
          </p:nvSpPr>
          <p:spPr>
            <a:xfrm>
              <a:off x="9978683" y="3954825"/>
              <a:ext cx="16095" cy="12673"/>
            </a:xfrm>
            <a:custGeom>
              <a:avLst/>
              <a:gdLst>
                <a:gd name="connsiteX0" fmla="*/ 16096 w 16095"/>
                <a:gd name="connsiteY0" fmla="*/ 6337 h 12673"/>
                <a:gd name="connsiteX1" fmla="*/ 8111 w 16095"/>
                <a:gd name="connsiteY1" fmla="*/ 12674 h 12673"/>
                <a:gd name="connsiteX2" fmla="*/ 0 w 16095"/>
                <a:gd name="connsiteY2" fmla="*/ 6337 h 12673"/>
                <a:gd name="connsiteX3" fmla="*/ 8111 w 16095"/>
                <a:gd name="connsiteY3" fmla="*/ 0 h 12673"/>
                <a:gd name="connsiteX4" fmla="*/ 16096 w 16095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95" h="12673">
                  <a:moveTo>
                    <a:pt x="16096" y="6337"/>
                  </a:moveTo>
                  <a:cubicBezTo>
                    <a:pt x="16096" y="9885"/>
                    <a:pt x="12421" y="12674"/>
                    <a:pt x="8111" y="12674"/>
                  </a:cubicBezTo>
                  <a:cubicBezTo>
                    <a:pt x="3802" y="12674"/>
                    <a:pt x="0" y="9885"/>
                    <a:pt x="0" y="6337"/>
                  </a:cubicBezTo>
                  <a:cubicBezTo>
                    <a:pt x="0" y="2788"/>
                    <a:pt x="3676" y="0"/>
                    <a:pt x="8111" y="0"/>
                  </a:cubicBezTo>
                  <a:cubicBezTo>
                    <a:pt x="12547" y="0"/>
                    <a:pt x="16096" y="2915"/>
                    <a:pt x="16096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5" name="Freeform: Shape 2764">
              <a:extLst>
                <a:ext uri="{FF2B5EF4-FFF2-40B4-BE49-F238E27FC236}">
                  <a16:creationId xmlns:a16="http://schemas.microsoft.com/office/drawing/2014/main" id="{BDEBAA0E-EF65-8544-1F46-2713781E21D7}"/>
                </a:ext>
              </a:extLst>
            </p:cNvPr>
            <p:cNvSpPr/>
            <p:nvPr/>
          </p:nvSpPr>
          <p:spPr>
            <a:xfrm>
              <a:off x="9955238" y="4057482"/>
              <a:ext cx="14701" cy="11659"/>
            </a:xfrm>
            <a:custGeom>
              <a:avLst/>
              <a:gdLst>
                <a:gd name="connsiteX0" fmla="*/ 14701 w 14701"/>
                <a:gd name="connsiteY0" fmla="*/ 5830 h 11659"/>
                <a:gd name="connsiteX1" fmla="*/ 7351 w 14701"/>
                <a:gd name="connsiteY1" fmla="*/ 11660 h 11659"/>
                <a:gd name="connsiteX2" fmla="*/ 0 w 14701"/>
                <a:gd name="connsiteY2" fmla="*/ 5830 h 11659"/>
                <a:gd name="connsiteX3" fmla="*/ 7351 w 14701"/>
                <a:gd name="connsiteY3" fmla="*/ 0 h 11659"/>
                <a:gd name="connsiteX4" fmla="*/ 14701 w 14701"/>
                <a:gd name="connsiteY4" fmla="*/ 5830 h 11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01" h="11659">
                  <a:moveTo>
                    <a:pt x="14701" y="5830"/>
                  </a:moveTo>
                  <a:cubicBezTo>
                    <a:pt x="14701" y="9125"/>
                    <a:pt x="11406" y="11660"/>
                    <a:pt x="7351" y="11660"/>
                  </a:cubicBezTo>
                  <a:cubicBezTo>
                    <a:pt x="3295" y="11660"/>
                    <a:pt x="0" y="9125"/>
                    <a:pt x="0" y="5830"/>
                  </a:cubicBezTo>
                  <a:cubicBezTo>
                    <a:pt x="0" y="2535"/>
                    <a:pt x="3295" y="0"/>
                    <a:pt x="7351" y="0"/>
                  </a:cubicBezTo>
                  <a:cubicBezTo>
                    <a:pt x="11406" y="0"/>
                    <a:pt x="14701" y="2661"/>
                    <a:pt x="14701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6" name="Freeform: Shape 2765">
              <a:extLst>
                <a:ext uri="{FF2B5EF4-FFF2-40B4-BE49-F238E27FC236}">
                  <a16:creationId xmlns:a16="http://schemas.microsoft.com/office/drawing/2014/main" id="{E1E2B0D8-CE17-6C5A-2B19-089904C09C0E}"/>
                </a:ext>
              </a:extLst>
            </p:cNvPr>
            <p:cNvSpPr/>
            <p:nvPr/>
          </p:nvSpPr>
          <p:spPr>
            <a:xfrm>
              <a:off x="9926976" y="4159250"/>
              <a:ext cx="13940" cy="11152"/>
            </a:xfrm>
            <a:custGeom>
              <a:avLst/>
              <a:gdLst>
                <a:gd name="connsiteX0" fmla="*/ 13941 w 13940"/>
                <a:gd name="connsiteY0" fmla="*/ 5576 h 11152"/>
                <a:gd name="connsiteX1" fmla="*/ 6970 w 13940"/>
                <a:gd name="connsiteY1" fmla="*/ 11153 h 11152"/>
                <a:gd name="connsiteX2" fmla="*/ 0 w 13940"/>
                <a:gd name="connsiteY2" fmla="*/ 5576 h 11152"/>
                <a:gd name="connsiteX3" fmla="*/ 6970 w 13940"/>
                <a:gd name="connsiteY3" fmla="*/ 0 h 11152"/>
                <a:gd name="connsiteX4" fmla="*/ 13941 w 13940"/>
                <a:gd name="connsiteY4" fmla="*/ 5576 h 11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0" h="11152">
                  <a:moveTo>
                    <a:pt x="13941" y="5576"/>
                  </a:moveTo>
                  <a:cubicBezTo>
                    <a:pt x="13941" y="8618"/>
                    <a:pt x="10772" y="11153"/>
                    <a:pt x="6970" y="11153"/>
                  </a:cubicBezTo>
                  <a:cubicBezTo>
                    <a:pt x="3168" y="11153"/>
                    <a:pt x="0" y="8618"/>
                    <a:pt x="0" y="5576"/>
                  </a:cubicBezTo>
                  <a:cubicBezTo>
                    <a:pt x="0" y="2535"/>
                    <a:pt x="3168" y="0"/>
                    <a:pt x="6970" y="0"/>
                  </a:cubicBezTo>
                  <a:cubicBezTo>
                    <a:pt x="10772" y="0"/>
                    <a:pt x="13941" y="2408"/>
                    <a:pt x="13941" y="55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7" name="Freeform: Shape 2766">
              <a:extLst>
                <a:ext uri="{FF2B5EF4-FFF2-40B4-BE49-F238E27FC236}">
                  <a16:creationId xmlns:a16="http://schemas.microsoft.com/office/drawing/2014/main" id="{B7AFFE17-56E0-070B-6041-67505DB744A7}"/>
                </a:ext>
              </a:extLst>
            </p:cNvPr>
            <p:cNvSpPr/>
            <p:nvPr/>
          </p:nvSpPr>
          <p:spPr>
            <a:xfrm>
              <a:off x="9894531" y="4260132"/>
              <a:ext cx="13307" cy="10646"/>
            </a:xfrm>
            <a:custGeom>
              <a:avLst/>
              <a:gdLst>
                <a:gd name="connsiteX0" fmla="*/ 13308 w 13307"/>
                <a:gd name="connsiteY0" fmla="*/ 5323 h 10646"/>
                <a:gd name="connsiteX1" fmla="*/ 6717 w 13307"/>
                <a:gd name="connsiteY1" fmla="*/ 10646 h 10646"/>
                <a:gd name="connsiteX2" fmla="*/ 0 w 13307"/>
                <a:gd name="connsiteY2" fmla="*/ 5323 h 10646"/>
                <a:gd name="connsiteX3" fmla="*/ 6717 w 13307"/>
                <a:gd name="connsiteY3" fmla="*/ 0 h 10646"/>
                <a:gd name="connsiteX4" fmla="*/ 13308 w 13307"/>
                <a:gd name="connsiteY4" fmla="*/ 5323 h 10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07" h="10646">
                  <a:moveTo>
                    <a:pt x="13308" y="5323"/>
                  </a:moveTo>
                  <a:cubicBezTo>
                    <a:pt x="13308" y="8238"/>
                    <a:pt x="10266" y="10646"/>
                    <a:pt x="6717" y="10646"/>
                  </a:cubicBezTo>
                  <a:cubicBezTo>
                    <a:pt x="3168" y="10646"/>
                    <a:pt x="0" y="8238"/>
                    <a:pt x="0" y="5323"/>
                  </a:cubicBezTo>
                  <a:cubicBezTo>
                    <a:pt x="0" y="2408"/>
                    <a:pt x="3042" y="0"/>
                    <a:pt x="6717" y="0"/>
                  </a:cubicBezTo>
                  <a:lnTo>
                    <a:pt x="13308" y="532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8" name="Freeform: Shape 2767">
              <a:extLst>
                <a:ext uri="{FF2B5EF4-FFF2-40B4-BE49-F238E27FC236}">
                  <a16:creationId xmlns:a16="http://schemas.microsoft.com/office/drawing/2014/main" id="{233387A4-4CB8-58D0-D630-0A0BA8D35716}"/>
                </a:ext>
              </a:extLst>
            </p:cNvPr>
            <p:cNvSpPr/>
            <p:nvPr/>
          </p:nvSpPr>
          <p:spPr>
            <a:xfrm>
              <a:off x="9857651" y="4360254"/>
              <a:ext cx="12673" cy="10011"/>
            </a:xfrm>
            <a:custGeom>
              <a:avLst/>
              <a:gdLst>
                <a:gd name="connsiteX0" fmla="*/ 12674 w 12673"/>
                <a:gd name="connsiteY0" fmla="*/ 4943 h 10011"/>
                <a:gd name="connsiteX1" fmla="*/ 6337 w 12673"/>
                <a:gd name="connsiteY1" fmla="*/ 10012 h 10011"/>
                <a:gd name="connsiteX2" fmla="*/ 0 w 12673"/>
                <a:gd name="connsiteY2" fmla="*/ 4943 h 10011"/>
                <a:gd name="connsiteX3" fmla="*/ 6337 w 12673"/>
                <a:gd name="connsiteY3" fmla="*/ 0 h 10011"/>
                <a:gd name="connsiteX4" fmla="*/ 12674 w 12673"/>
                <a:gd name="connsiteY4" fmla="*/ 4943 h 10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73" h="10011">
                  <a:moveTo>
                    <a:pt x="12674" y="4943"/>
                  </a:moveTo>
                  <a:lnTo>
                    <a:pt x="6337" y="10012"/>
                  </a:lnTo>
                  <a:lnTo>
                    <a:pt x="0" y="4943"/>
                  </a:lnTo>
                  <a:lnTo>
                    <a:pt x="6337" y="0"/>
                  </a:lnTo>
                  <a:lnTo>
                    <a:pt x="12674" y="494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9" name="Freeform: Shape 2768">
              <a:extLst>
                <a:ext uri="{FF2B5EF4-FFF2-40B4-BE49-F238E27FC236}">
                  <a16:creationId xmlns:a16="http://schemas.microsoft.com/office/drawing/2014/main" id="{56398D01-2605-C639-F124-28EA127BFBFF}"/>
                </a:ext>
              </a:extLst>
            </p:cNvPr>
            <p:cNvSpPr/>
            <p:nvPr/>
          </p:nvSpPr>
          <p:spPr>
            <a:xfrm>
              <a:off x="9817095" y="4459488"/>
              <a:ext cx="11152" cy="8871"/>
            </a:xfrm>
            <a:custGeom>
              <a:avLst/>
              <a:gdLst>
                <a:gd name="connsiteX0" fmla="*/ 11153 w 11152"/>
                <a:gd name="connsiteY0" fmla="*/ 4436 h 8871"/>
                <a:gd name="connsiteX1" fmla="*/ 5576 w 11152"/>
                <a:gd name="connsiteY1" fmla="*/ 8872 h 8871"/>
                <a:gd name="connsiteX2" fmla="*/ 0 w 11152"/>
                <a:gd name="connsiteY2" fmla="*/ 4436 h 8871"/>
                <a:gd name="connsiteX3" fmla="*/ 5576 w 11152"/>
                <a:gd name="connsiteY3" fmla="*/ 0 h 8871"/>
                <a:gd name="connsiteX4" fmla="*/ 11153 w 11152"/>
                <a:gd name="connsiteY4" fmla="*/ 4436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52" h="8871">
                  <a:moveTo>
                    <a:pt x="11153" y="4436"/>
                  </a:moveTo>
                  <a:lnTo>
                    <a:pt x="5576" y="8872"/>
                  </a:lnTo>
                  <a:lnTo>
                    <a:pt x="0" y="4436"/>
                  </a:lnTo>
                  <a:lnTo>
                    <a:pt x="5576" y="0"/>
                  </a:lnTo>
                  <a:lnTo>
                    <a:pt x="11153" y="44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0" name="Freeform: Shape 2769">
              <a:extLst>
                <a:ext uri="{FF2B5EF4-FFF2-40B4-BE49-F238E27FC236}">
                  <a16:creationId xmlns:a16="http://schemas.microsoft.com/office/drawing/2014/main" id="{12CA20AE-13CC-8FC9-396F-2A1BFFB5455D}"/>
                </a:ext>
              </a:extLst>
            </p:cNvPr>
            <p:cNvSpPr/>
            <p:nvPr/>
          </p:nvSpPr>
          <p:spPr>
            <a:xfrm>
              <a:off x="9771850" y="4557201"/>
              <a:ext cx="10519" cy="8364"/>
            </a:xfrm>
            <a:custGeom>
              <a:avLst/>
              <a:gdLst>
                <a:gd name="connsiteX0" fmla="*/ 10519 w 10519"/>
                <a:gd name="connsiteY0" fmla="*/ 4183 h 8364"/>
                <a:gd name="connsiteX1" fmla="*/ 5197 w 10519"/>
                <a:gd name="connsiteY1" fmla="*/ 8365 h 8364"/>
                <a:gd name="connsiteX2" fmla="*/ 0 w 10519"/>
                <a:gd name="connsiteY2" fmla="*/ 4183 h 8364"/>
                <a:gd name="connsiteX3" fmla="*/ 5197 w 10519"/>
                <a:gd name="connsiteY3" fmla="*/ 0 h 8364"/>
                <a:gd name="connsiteX4" fmla="*/ 10519 w 10519"/>
                <a:gd name="connsiteY4" fmla="*/ 4183 h 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19" h="8364">
                  <a:moveTo>
                    <a:pt x="10519" y="4183"/>
                  </a:moveTo>
                  <a:lnTo>
                    <a:pt x="5197" y="8365"/>
                  </a:lnTo>
                  <a:lnTo>
                    <a:pt x="0" y="4183"/>
                  </a:lnTo>
                  <a:lnTo>
                    <a:pt x="5197" y="0"/>
                  </a:lnTo>
                  <a:lnTo>
                    <a:pt x="10519" y="418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1" name="Freeform: Shape 2770">
              <a:extLst>
                <a:ext uri="{FF2B5EF4-FFF2-40B4-BE49-F238E27FC236}">
                  <a16:creationId xmlns:a16="http://schemas.microsoft.com/office/drawing/2014/main" id="{BD532F94-626A-8869-1B0B-849DD4A8A081}"/>
                </a:ext>
              </a:extLst>
            </p:cNvPr>
            <p:cNvSpPr/>
            <p:nvPr/>
          </p:nvSpPr>
          <p:spPr>
            <a:xfrm>
              <a:off x="9722803" y="4654028"/>
              <a:ext cx="9252" cy="7350"/>
            </a:xfrm>
            <a:custGeom>
              <a:avLst/>
              <a:gdLst>
                <a:gd name="connsiteX0" fmla="*/ 9252 w 9252"/>
                <a:gd name="connsiteY0" fmla="*/ 3675 h 7350"/>
                <a:gd name="connsiteX1" fmla="*/ 4689 w 9252"/>
                <a:gd name="connsiteY1" fmla="*/ 7351 h 7350"/>
                <a:gd name="connsiteX2" fmla="*/ 0 w 9252"/>
                <a:gd name="connsiteY2" fmla="*/ 3675 h 7350"/>
                <a:gd name="connsiteX3" fmla="*/ 4689 w 9252"/>
                <a:gd name="connsiteY3" fmla="*/ 0 h 7350"/>
                <a:gd name="connsiteX4" fmla="*/ 9252 w 9252"/>
                <a:gd name="connsiteY4" fmla="*/ 3675 h 7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52" h="7350">
                  <a:moveTo>
                    <a:pt x="9252" y="3675"/>
                  </a:moveTo>
                  <a:lnTo>
                    <a:pt x="4689" y="7351"/>
                  </a:lnTo>
                  <a:lnTo>
                    <a:pt x="0" y="3675"/>
                  </a:lnTo>
                  <a:lnTo>
                    <a:pt x="4689" y="0"/>
                  </a:lnTo>
                  <a:lnTo>
                    <a:pt x="9252" y="367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2" name="Freeform: Shape 2771">
              <a:extLst>
                <a:ext uri="{FF2B5EF4-FFF2-40B4-BE49-F238E27FC236}">
                  <a16:creationId xmlns:a16="http://schemas.microsoft.com/office/drawing/2014/main" id="{AE4D0DA8-648F-81C8-45CA-D77381425890}"/>
                </a:ext>
              </a:extLst>
            </p:cNvPr>
            <p:cNvSpPr/>
            <p:nvPr/>
          </p:nvSpPr>
          <p:spPr>
            <a:xfrm>
              <a:off x="9669574" y="4749207"/>
              <a:ext cx="8365" cy="6716"/>
            </a:xfrm>
            <a:custGeom>
              <a:avLst/>
              <a:gdLst>
                <a:gd name="connsiteX0" fmla="*/ 8365 w 8365"/>
                <a:gd name="connsiteY0" fmla="*/ 3295 h 6716"/>
                <a:gd name="connsiteX1" fmla="*/ 4183 w 8365"/>
                <a:gd name="connsiteY1" fmla="*/ 6717 h 6716"/>
                <a:gd name="connsiteX2" fmla="*/ 0 w 8365"/>
                <a:gd name="connsiteY2" fmla="*/ 3295 h 6716"/>
                <a:gd name="connsiteX3" fmla="*/ 4183 w 8365"/>
                <a:gd name="connsiteY3" fmla="*/ 0 h 6716"/>
                <a:gd name="connsiteX4" fmla="*/ 8365 w 8365"/>
                <a:gd name="connsiteY4" fmla="*/ 3295 h 6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65" h="6716">
                  <a:moveTo>
                    <a:pt x="8365" y="3295"/>
                  </a:moveTo>
                  <a:lnTo>
                    <a:pt x="4183" y="6717"/>
                  </a:lnTo>
                  <a:lnTo>
                    <a:pt x="0" y="3295"/>
                  </a:lnTo>
                  <a:lnTo>
                    <a:pt x="4183" y="0"/>
                  </a:lnTo>
                  <a:lnTo>
                    <a:pt x="8365" y="32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3" name="Freeform: Shape 2772">
              <a:extLst>
                <a:ext uri="{FF2B5EF4-FFF2-40B4-BE49-F238E27FC236}">
                  <a16:creationId xmlns:a16="http://schemas.microsoft.com/office/drawing/2014/main" id="{6ACF5FFA-84A7-8076-5E79-1B09E81B4326}"/>
                </a:ext>
              </a:extLst>
            </p:cNvPr>
            <p:cNvSpPr/>
            <p:nvPr/>
          </p:nvSpPr>
          <p:spPr>
            <a:xfrm>
              <a:off x="9612036" y="4842737"/>
              <a:ext cx="7857" cy="6336"/>
            </a:xfrm>
            <a:custGeom>
              <a:avLst/>
              <a:gdLst>
                <a:gd name="connsiteX0" fmla="*/ 7858 w 7857"/>
                <a:gd name="connsiteY0" fmla="*/ 3168 h 6336"/>
                <a:gd name="connsiteX1" fmla="*/ 3929 w 7857"/>
                <a:gd name="connsiteY1" fmla="*/ 6337 h 6336"/>
                <a:gd name="connsiteX2" fmla="*/ 0 w 7857"/>
                <a:gd name="connsiteY2" fmla="*/ 3168 h 6336"/>
                <a:gd name="connsiteX3" fmla="*/ 3929 w 7857"/>
                <a:gd name="connsiteY3" fmla="*/ 0 h 6336"/>
                <a:gd name="connsiteX4" fmla="*/ 7858 w 7857"/>
                <a:gd name="connsiteY4" fmla="*/ 3168 h 6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57" h="6336">
                  <a:moveTo>
                    <a:pt x="7858" y="3168"/>
                  </a:moveTo>
                  <a:lnTo>
                    <a:pt x="3929" y="6337"/>
                  </a:lnTo>
                  <a:lnTo>
                    <a:pt x="0" y="3168"/>
                  </a:lnTo>
                  <a:lnTo>
                    <a:pt x="3929" y="0"/>
                  </a:lnTo>
                  <a:lnTo>
                    <a:pt x="7858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4" name="Freeform: Shape 2773">
              <a:extLst>
                <a:ext uri="{FF2B5EF4-FFF2-40B4-BE49-F238E27FC236}">
                  <a16:creationId xmlns:a16="http://schemas.microsoft.com/office/drawing/2014/main" id="{65595FBD-6195-F04A-D0D7-6B798F584D8D}"/>
                </a:ext>
              </a:extLst>
            </p:cNvPr>
            <p:cNvSpPr/>
            <p:nvPr/>
          </p:nvSpPr>
          <p:spPr>
            <a:xfrm>
              <a:off x="9551076" y="4935128"/>
              <a:ext cx="6463" cy="5069"/>
            </a:xfrm>
            <a:custGeom>
              <a:avLst/>
              <a:gdLst>
                <a:gd name="connsiteX0" fmla="*/ 6464 w 6463"/>
                <a:gd name="connsiteY0" fmla="*/ 2535 h 5069"/>
                <a:gd name="connsiteX1" fmla="*/ 3168 w 6463"/>
                <a:gd name="connsiteY1" fmla="*/ 5069 h 5069"/>
                <a:gd name="connsiteX2" fmla="*/ 0 w 6463"/>
                <a:gd name="connsiteY2" fmla="*/ 2535 h 5069"/>
                <a:gd name="connsiteX3" fmla="*/ 3168 w 6463"/>
                <a:gd name="connsiteY3" fmla="*/ 0 h 5069"/>
                <a:gd name="connsiteX4" fmla="*/ 6464 w 6463"/>
                <a:gd name="connsiteY4" fmla="*/ 2535 h 5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069">
                  <a:moveTo>
                    <a:pt x="6464" y="2535"/>
                  </a:moveTo>
                  <a:lnTo>
                    <a:pt x="3168" y="5069"/>
                  </a:lnTo>
                  <a:lnTo>
                    <a:pt x="0" y="2535"/>
                  </a:lnTo>
                  <a:lnTo>
                    <a:pt x="3168" y="0"/>
                  </a:lnTo>
                  <a:lnTo>
                    <a:pt x="6464" y="253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5" name="Freeform: Shape 2774">
              <a:extLst>
                <a:ext uri="{FF2B5EF4-FFF2-40B4-BE49-F238E27FC236}">
                  <a16:creationId xmlns:a16="http://schemas.microsoft.com/office/drawing/2014/main" id="{142FADC5-91F3-EB57-4384-0A7D65FA48AD}"/>
                </a:ext>
              </a:extLst>
            </p:cNvPr>
            <p:cNvSpPr/>
            <p:nvPr/>
          </p:nvSpPr>
          <p:spPr>
            <a:xfrm>
              <a:off x="9485807" y="5025364"/>
              <a:ext cx="5956" cy="4689"/>
            </a:xfrm>
            <a:custGeom>
              <a:avLst/>
              <a:gdLst>
                <a:gd name="connsiteX0" fmla="*/ 5957 w 5956"/>
                <a:gd name="connsiteY0" fmla="*/ 2408 h 4689"/>
                <a:gd name="connsiteX1" fmla="*/ 2915 w 5956"/>
                <a:gd name="connsiteY1" fmla="*/ 4689 h 4689"/>
                <a:gd name="connsiteX2" fmla="*/ 0 w 5956"/>
                <a:gd name="connsiteY2" fmla="*/ 2408 h 4689"/>
                <a:gd name="connsiteX3" fmla="*/ 2915 w 5956"/>
                <a:gd name="connsiteY3" fmla="*/ 0 h 4689"/>
                <a:gd name="connsiteX4" fmla="*/ 5957 w 5956"/>
                <a:gd name="connsiteY4" fmla="*/ 2408 h 4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6" h="4689">
                  <a:moveTo>
                    <a:pt x="5957" y="2408"/>
                  </a:moveTo>
                  <a:lnTo>
                    <a:pt x="2915" y="4689"/>
                  </a:lnTo>
                  <a:lnTo>
                    <a:pt x="0" y="2408"/>
                  </a:lnTo>
                  <a:lnTo>
                    <a:pt x="2915" y="0"/>
                  </a:lnTo>
                  <a:lnTo>
                    <a:pt x="5957" y="240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6" name="Freeform: Shape 2775">
              <a:extLst>
                <a:ext uri="{FF2B5EF4-FFF2-40B4-BE49-F238E27FC236}">
                  <a16:creationId xmlns:a16="http://schemas.microsoft.com/office/drawing/2014/main" id="{0FDB7D07-2831-53C5-1E18-194BC4D0AED3}"/>
                </a:ext>
              </a:extLst>
            </p:cNvPr>
            <p:cNvSpPr/>
            <p:nvPr/>
          </p:nvSpPr>
          <p:spPr>
            <a:xfrm>
              <a:off x="9416989" y="5114079"/>
              <a:ext cx="4816" cy="3802"/>
            </a:xfrm>
            <a:custGeom>
              <a:avLst/>
              <a:gdLst>
                <a:gd name="connsiteX0" fmla="*/ 4816 w 4816"/>
                <a:gd name="connsiteY0" fmla="*/ 1901 h 3802"/>
                <a:gd name="connsiteX1" fmla="*/ 2408 w 4816"/>
                <a:gd name="connsiteY1" fmla="*/ 3802 h 3802"/>
                <a:gd name="connsiteX2" fmla="*/ 0 w 4816"/>
                <a:gd name="connsiteY2" fmla="*/ 1901 h 3802"/>
                <a:gd name="connsiteX3" fmla="*/ 2408 w 4816"/>
                <a:gd name="connsiteY3" fmla="*/ 0 h 3802"/>
                <a:gd name="connsiteX4" fmla="*/ 4816 w 4816"/>
                <a:gd name="connsiteY4" fmla="*/ 1901 h 3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16" h="3802">
                  <a:moveTo>
                    <a:pt x="4816" y="1901"/>
                  </a:moveTo>
                  <a:lnTo>
                    <a:pt x="2408" y="3802"/>
                  </a:lnTo>
                  <a:lnTo>
                    <a:pt x="0" y="1901"/>
                  </a:lnTo>
                  <a:lnTo>
                    <a:pt x="2408" y="0"/>
                  </a:lnTo>
                  <a:lnTo>
                    <a:pt x="4816" y="190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7" name="Freeform: Shape 2776">
              <a:extLst>
                <a:ext uri="{FF2B5EF4-FFF2-40B4-BE49-F238E27FC236}">
                  <a16:creationId xmlns:a16="http://schemas.microsoft.com/office/drawing/2014/main" id="{98F3A3BB-EE21-F9D7-FB6C-A7590DB73846}"/>
                </a:ext>
              </a:extLst>
            </p:cNvPr>
            <p:cNvSpPr/>
            <p:nvPr/>
          </p:nvSpPr>
          <p:spPr>
            <a:xfrm>
              <a:off x="9344243" y="5200640"/>
              <a:ext cx="4055" cy="3294"/>
            </a:xfrm>
            <a:custGeom>
              <a:avLst/>
              <a:gdLst>
                <a:gd name="connsiteX0" fmla="*/ 4056 w 4055"/>
                <a:gd name="connsiteY0" fmla="*/ 1648 h 3294"/>
                <a:gd name="connsiteX1" fmla="*/ 2028 w 4055"/>
                <a:gd name="connsiteY1" fmla="*/ 3295 h 3294"/>
                <a:gd name="connsiteX2" fmla="*/ 0 w 4055"/>
                <a:gd name="connsiteY2" fmla="*/ 1648 h 3294"/>
                <a:gd name="connsiteX3" fmla="*/ 2028 w 4055"/>
                <a:gd name="connsiteY3" fmla="*/ 0 h 3294"/>
                <a:gd name="connsiteX4" fmla="*/ 4056 w 4055"/>
                <a:gd name="connsiteY4" fmla="*/ 1648 h 3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5" h="3294">
                  <a:moveTo>
                    <a:pt x="4056" y="1648"/>
                  </a:moveTo>
                  <a:lnTo>
                    <a:pt x="2028" y="3295"/>
                  </a:lnTo>
                  <a:lnTo>
                    <a:pt x="0" y="1648"/>
                  </a:lnTo>
                  <a:lnTo>
                    <a:pt x="2028" y="0"/>
                  </a:lnTo>
                  <a:lnTo>
                    <a:pt x="4056" y="164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8" name="Freeform: Shape 2777">
              <a:extLst>
                <a:ext uri="{FF2B5EF4-FFF2-40B4-BE49-F238E27FC236}">
                  <a16:creationId xmlns:a16="http://schemas.microsoft.com/office/drawing/2014/main" id="{A50407AB-3470-DA3E-B21D-58DD29EE7C56}"/>
                </a:ext>
              </a:extLst>
            </p:cNvPr>
            <p:cNvSpPr/>
            <p:nvPr/>
          </p:nvSpPr>
          <p:spPr>
            <a:xfrm>
              <a:off x="9267822" y="5285300"/>
              <a:ext cx="3548" cy="2788"/>
            </a:xfrm>
            <a:custGeom>
              <a:avLst/>
              <a:gdLst>
                <a:gd name="connsiteX0" fmla="*/ 3548 w 3548"/>
                <a:gd name="connsiteY0" fmla="*/ 1394 h 2788"/>
                <a:gd name="connsiteX1" fmla="*/ 1774 w 3548"/>
                <a:gd name="connsiteY1" fmla="*/ 2788 h 2788"/>
                <a:gd name="connsiteX2" fmla="*/ 0 w 3548"/>
                <a:gd name="connsiteY2" fmla="*/ 1394 h 2788"/>
                <a:gd name="connsiteX3" fmla="*/ 1774 w 3548"/>
                <a:gd name="connsiteY3" fmla="*/ 0 h 2788"/>
                <a:gd name="connsiteX4" fmla="*/ 3548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8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8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9" name="Freeform: Shape 2778">
              <a:extLst>
                <a:ext uri="{FF2B5EF4-FFF2-40B4-BE49-F238E27FC236}">
                  <a16:creationId xmlns:a16="http://schemas.microsoft.com/office/drawing/2014/main" id="{2A41B98A-1217-5916-2C65-F454796A5286}"/>
                </a:ext>
              </a:extLst>
            </p:cNvPr>
            <p:cNvSpPr/>
            <p:nvPr/>
          </p:nvSpPr>
          <p:spPr>
            <a:xfrm>
              <a:off x="9188104" y="5367931"/>
              <a:ext cx="2408" cy="1901"/>
            </a:xfrm>
            <a:custGeom>
              <a:avLst/>
              <a:gdLst>
                <a:gd name="connsiteX0" fmla="*/ 2408 w 2408"/>
                <a:gd name="connsiteY0" fmla="*/ 1014 h 1901"/>
                <a:gd name="connsiteX1" fmla="*/ 1268 w 2408"/>
                <a:gd name="connsiteY1" fmla="*/ 1901 h 1901"/>
                <a:gd name="connsiteX2" fmla="*/ 0 w 2408"/>
                <a:gd name="connsiteY2" fmla="*/ 1014 h 1901"/>
                <a:gd name="connsiteX3" fmla="*/ 1268 w 2408"/>
                <a:gd name="connsiteY3" fmla="*/ 0 h 1901"/>
                <a:gd name="connsiteX4" fmla="*/ 2408 w 2408"/>
                <a:gd name="connsiteY4" fmla="*/ 1014 h 1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8" h="1901">
                  <a:moveTo>
                    <a:pt x="2408" y="1014"/>
                  </a:moveTo>
                  <a:lnTo>
                    <a:pt x="1268" y="1901"/>
                  </a:lnTo>
                  <a:lnTo>
                    <a:pt x="0" y="1014"/>
                  </a:lnTo>
                  <a:lnTo>
                    <a:pt x="1268" y="0"/>
                  </a:lnTo>
                  <a:lnTo>
                    <a:pt x="2408" y="101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0" name="Freeform: Shape 2779">
              <a:extLst>
                <a:ext uri="{FF2B5EF4-FFF2-40B4-BE49-F238E27FC236}">
                  <a16:creationId xmlns:a16="http://schemas.microsoft.com/office/drawing/2014/main" id="{4FBB1038-8181-EF29-7DC9-F61EC03F5B11}"/>
                </a:ext>
              </a:extLst>
            </p:cNvPr>
            <p:cNvSpPr/>
            <p:nvPr/>
          </p:nvSpPr>
          <p:spPr>
            <a:xfrm>
              <a:off x="9104713" y="5448282"/>
              <a:ext cx="1773" cy="1394"/>
            </a:xfrm>
            <a:custGeom>
              <a:avLst/>
              <a:gdLst>
                <a:gd name="connsiteX0" fmla="*/ 1774 w 1773"/>
                <a:gd name="connsiteY0" fmla="*/ 634 h 1394"/>
                <a:gd name="connsiteX1" fmla="*/ 886 w 1773"/>
                <a:gd name="connsiteY1" fmla="*/ 1394 h 1394"/>
                <a:gd name="connsiteX2" fmla="*/ 0 w 1773"/>
                <a:gd name="connsiteY2" fmla="*/ 634 h 1394"/>
                <a:gd name="connsiteX3" fmla="*/ 886 w 1773"/>
                <a:gd name="connsiteY3" fmla="*/ 0 h 1394"/>
                <a:gd name="connsiteX4" fmla="*/ 1774 w 1773"/>
                <a:gd name="connsiteY4" fmla="*/ 634 h 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3" h="1394">
                  <a:moveTo>
                    <a:pt x="1774" y="634"/>
                  </a:moveTo>
                  <a:lnTo>
                    <a:pt x="886" y="1394"/>
                  </a:lnTo>
                  <a:lnTo>
                    <a:pt x="0" y="634"/>
                  </a:lnTo>
                  <a:lnTo>
                    <a:pt x="886" y="0"/>
                  </a:lnTo>
                  <a:lnTo>
                    <a:pt x="1774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1" name="Freeform: Shape 2780">
              <a:extLst>
                <a:ext uri="{FF2B5EF4-FFF2-40B4-BE49-F238E27FC236}">
                  <a16:creationId xmlns:a16="http://schemas.microsoft.com/office/drawing/2014/main" id="{226A3F62-5D7A-259B-AAF9-51DA34510041}"/>
                </a:ext>
              </a:extLst>
            </p:cNvPr>
            <p:cNvSpPr/>
            <p:nvPr/>
          </p:nvSpPr>
          <p:spPr>
            <a:xfrm>
              <a:off x="9018152" y="5526351"/>
              <a:ext cx="760" cy="633"/>
            </a:xfrm>
            <a:custGeom>
              <a:avLst/>
              <a:gdLst>
                <a:gd name="connsiteX0" fmla="*/ 760 w 760"/>
                <a:gd name="connsiteY0" fmla="*/ 254 h 633"/>
                <a:gd name="connsiteX1" fmla="*/ 380 w 760"/>
                <a:gd name="connsiteY1" fmla="*/ 634 h 633"/>
                <a:gd name="connsiteX2" fmla="*/ 0 w 760"/>
                <a:gd name="connsiteY2" fmla="*/ 254 h 633"/>
                <a:gd name="connsiteX3" fmla="*/ 380 w 760"/>
                <a:gd name="connsiteY3" fmla="*/ 0 h 633"/>
                <a:gd name="connsiteX4" fmla="*/ 760 w 760"/>
                <a:gd name="connsiteY4" fmla="*/ 254 h 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0" h="633">
                  <a:moveTo>
                    <a:pt x="760" y="254"/>
                  </a:moveTo>
                  <a:lnTo>
                    <a:pt x="380" y="634"/>
                  </a:lnTo>
                  <a:lnTo>
                    <a:pt x="0" y="254"/>
                  </a:lnTo>
                  <a:lnTo>
                    <a:pt x="380" y="0"/>
                  </a:lnTo>
                  <a:lnTo>
                    <a:pt x="760" y="2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2" name="Freeform: Shape 2781">
              <a:extLst>
                <a:ext uri="{FF2B5EF4-FFF2-40B4-BE49-F238E27FC236}">
                  <a16:creationId xmlns:a16="http://schemas.microsoft.com/office/drawing/2014/main" id="{E1D6155D-5B78-F280-3317-532C72D75CCA}"/>
                </a:ext>
              </a:extLst>
            </p:cNvPr>
            <p:cNvSpPr/>
            <p:nvPr/>
          </p:nvSpPr>
          <p:spPr>
            <a:xfrm>
              <a:off x="8928043" y="5601886"/>
              <a:ext cx="379" cy="253"/>
            </a:xfrm>
            <a:custGeom>
              <a:avLst/>
              <a:gdLst>
                <a:gd name="connsiteX0" fmla="*/ 380 w 379"/>
                <a:gd name="connsiteY0" fmla="*/ 126 h 253"/>
                <a:gd name="connsiteX1" fmla="*/ 126 w 379"/>
                <a:gd name="connsiteY1" fmla="*/ 253 h 253"/>
                <a:gd name="connsiteX2" fmla="*/ 0 w 379"/>
                <a:gd name="connsiteY2" fmla="*/ 126 h 253"/>
                <a:gd name="connsiteX3" fmla="*/ 126 w 379"/>
                <a:gd name="connsiteY3" fmla="*/ 0 h 253"/>
                <a:gd name="connsiteX4" fmla="*/ 380 w 379"/>
                <a:gd name="connsiteY4" fmla="*/ 126 h 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" h="253">
                  <a:moveTo>
                    <a:pt x="380" y="126"/>
                  </a:moveTo>
                  <a:lnTo>
                    <a:pt x="126" y="253"/>
                  </a:lnTo>
                  <a:lnTo>
                    <a:pt x="0" y="126"/>
                  </a:lnTo>
                  <a:lnTo>
                    <a:pt x="126" y="0"/>
                  </a:lnTo>
                  <a:lnTo>
                    <a:pt x="380" y="12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3" name="Freeform: Shape 2782">
              <a:extLst>
                <a:ext uri="{FF2B5EF4-FFF2-40B4-BE49-F238E27FC236}">
                  <a16:creationId xmlns:a16="http://schemas.microsoft.com/office/drawing/2014/main" id="{89F19FD6-F9A5-CFB6-6D30-7AF3FFCE64BF}"/>
                </a:ext>
              </a:extLst>
            </p:cNvPr>
            <p:cNvSpPr/>
            <p:nvPr/>
          </p:nvSpPr>
          <p:spPr>
            <a:xfrm>
              <a:off x="8834385" y="5674759"/>
              <a:ext cx="633" cy="380"/>
            </a:xfrm>
            <a:custGeom>
              <a:avLst/>
              <a:gdLst>
                <a:gd name="connsiteX0" fmla="*/ 634 w 633"/>
                <a:gd name="connsiteY0" fmla="*/ 253 h 380"/>
                <a:gd name="connsiteX1" fmla="*/ 380 w 633"/>
                <a:gd name="connsiteY1" fmla="*/ 380 h 380"/>
                <a:gd name="connsiteX2" fmla="*/ 0 w 633"/>
                <a:gd name="connsiteY2" fmla="*/ 253 h 380"/>
                <a:gd name="connsiteX3" fmla="*/ 380 w 633"/>
                <a:gd name="connsiteY3" fmla="*/ 0 h 380"/>
                <a:gd name="connsiteX4" fmla="*/ 634 w 633"/>
                <a:gd name="connsiteY4" fmla="*/ 253 h 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" h="380">
                  <a:moveTo>
                    <a:pt x="634" y="253"/>
                  </a:moveTo>
                  <a:lnTo>
                    <a:pt x="380" y="380"/>
                  </a:lnTo>
                  <a:lnTo>
                    <a:pt x="0" y="253"/>
                  </a:lnTo>
                  <a:lnTo>
                    <a:pt x="380" y="0"/>
                  </a:lnTo>
                  <a:lnTo>
                    <a:pt x="634" y="25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4" name="Freeform: Shape 2783">
              <a:extLst>
                <a:ext uri="{FF2B5EF4-FFF2-40B4-BE49-F238E27FC236}">
                  <a16:creationId xmlns:a16="http://schemas.microsoft.com/office/drawing/2014/main" id="{6466FD52-9451-1120-0D26-93A32A5D47E2}"/>
                </a:ext>
              </a:extLst>
            </p:cNvPr>
            <p:cNvSpPr/>
            <p:nvPr/>
          </p:nvSpPr>
          <p:spPr>
            <a:xfrm>
              <a:off x="8737558" y="5744717"/>
              <a:ext cx="1393" cy="1140"/>
            </a:xfrm>
            <a:custGeom>
              <a:avLst/>
              <a:gdLst>
                <a:gd name="connsiteX0" fmla="*/ 1394 w 1393"/>
                <a:gd name="connsiteY0" fmla="*/ 634 h 1140"/>
                <a:gd name="connsiteX1" fmla="*/ 634 w 1393"/>
                <a:gd name="connsiteY1" fmla="*/ 1141 h 1140"/>
                <a:gd name="connsiteX2" fmla="*/ 0 w 1393"/>
                <a:gd name="connsiteY2" fmla="*/ 634 h 1140"/>
                <a:gd name="connsiteX3" fmla="*/ 634 w 1393"/>
                <a:gd name="connsiteY3" fmla="*/ 0 h 1140"/>
                <a:gd name="connsiteX4" fmla="*/ 1394 w 1393"/>
                <a:gd name="connsiteY4" fmla="*/ 634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3" h="1140">
                  <a:moveTo>
                    <a:pt x="1394" y="634"/>
                  </a:moveTo>
                  <a:lnTo>
                    <a:pt x="634" y="1141"/>
                  </a:lnTo>
                  <a:lnTo>
                    <a:pt x="0" y="634"/>
                  </a:lnTo>
                  <a:lnTo>
                    <a:pt x="634" y="0"/>
                  </a:lnTo>
                  <a:lnTo>
                    <a:pt x="1394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5" name="Freeform: Shape 2784">
              <a:extLst>
                <a:ext uri="{FF2B5EF4-FFF2-40B4-BE49-F238E27FC236}">
                  <a16:creationId xmlns:a16="http://schemas.microsoft.com/office/drawing/2014/main" id="{34EA379A-5E6D-3D43-7945-EDD3D6EEA5C5}"/>
                </a:ext>
              </a:extLst>
            </p:cNvPr>
            <p:cNvSpPr/>
            <p:nvPr/>
          </p:nvSpPr>
          <p:spPr>
            <a:xfrm>
              <a:off x="8637310" y="5811887"/>
              <a:ext cx="2914" cy="2281"/>
            </a:xfrm>
            <a:custGeom>
              <a:avLst/>
              <a:gdLst>
                <a:gd name="connsiteX0" fmla="*/ 2915 w 2914"/>
                <a:gd name="connsiteY0" fmla="*/ 1141 h 2281"/>
                <a:gd name="connsiteX1" fmla="*/ 1394 w 2914"/>
                <a:gd name="connsiteY1" fmla="*/ 2282 h 2281"/>
                <a:gd name="connsiteX2" fmla="*/ 0 w 2914"/>
                <a:gd name="connsiteY2" fmla="*/ 1141 h 2281"/>
                <a:gd name="connsiteX3" fmla="*/ 1394 w 2914"/>
                <a:gd name="connsiteY3" fmla="*/ 0 h 2281"/>
                <a:gd name="connsiteX4" fmla="*/ 2915 w 2914"/>
                <a:gd name="connsiteY4" fmla="*/ 1141 h 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" h="2281">
                  <a:moveTo>
                    <a:pt x="2915" y="1141"/>
                  </a:moveTo>
                  <a:lnTo>
                    <a:pt x="1394" y="2282"/>
                  </a:lnTo>
                  <a:lnTo>
                    <a:pt x="0" y="1141"/>
                  </a:lnTo>
                  <a:lnTo>
                    <a:pt x="1394" y="0"/>
                  </a:lnTo>
                  <a:lnTo>
                    <a:pt x="2915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6" name="Freeform: Shape 2785">
              <a:extLst>
                <a:ext uri="{FF2B5EF4-FFF2-40B4-BE49-F238E27FC236}">
                  <a16:creationId xmlns:a16="http://schemas.microsoft.com/office/drawing/2014/main" id="{DD0429B0-CCD8-C9A6-DD87-41FD60AC755B}"/>
                </a:ext>
              </a:extLst>
            </p:cNvPr>
            <p:cNvSpPr/>
            <p:nvPr/>
          </p:nvSpPr>
          <p:spPr>
            <a:xfrm>
              <a:off x="8534654" y="5876650"/>
              <a:ext cx="3548" cy="2788"/>
            </a:xfrm>
            <a:custGeom>
              <a:avLst/>
              <a:gdLst>
                <a:gd name="connsiteX0" fmla="*/ 3549 w 3548"/>
                <a:gd name="connsiteY0" fmla="*/ 1394 h 2788"/>
                <a:gd name="connsiteX1" fmla="*/ 1774 w 3548"/>
                <a:gd name="connsiteY1" fmla="*/ 2788 h 2788"/>
                <a:gd name="connsiteX2" fmla="*/ 0 w 3548"/>
                <a:gd name="connsiteY2" fmla="*/ 1394 h 2788"/>
                <a:gd name="connsiteX3" fmla="*/ 1774 w 3548"/>
                <a:gd name="connsiteY3" fmla="*/ 0 h 2788"/>
                <a:gd name="connsiteX4" fmla="*/ 3549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9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9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7" name="Freeform: Shape 2786">
              <a:extLst>
                <a:ext uri="{FF2B5EF4-FFF2-40B4-BE49-F238E27FC236}">
                  <a16:creationId xmlns:a16="http://schemas.microsoft.com/office/drawing/2014/main" id="{40D332D3-8FE1-499A-A9B3-2D301065850F}"/>
                </a:ext>
              </a:extLst>
            </p:cNvPr>
            <p:cNvSpPr/>
            <p:nvPr/>
          </p:nvSpPr>
          <p:spPr>
            <a:xfrm>
              <a:off x="8428830" y="5938370"/>
              <a:ext cx="5195" cy="3928"/>
            </a:xfrm>
            <a:custGeom>
              <a:avLst/>
              <a:gdLst>
                <a:gd name="connsiteX0" fmla="*/ 5196 w 5195"/>
                <a:gd name="connsiteY0" fmla="*/ 2028 h 3928"/>
                <a:gd name="connsiteX1" fmla="*/ 2535 w 5195"/>
                <a:gd name="connsiteY1" fmla="*/ 3929 h 3928"/>
                <a:gd name="connsiteX2" fmla="*/ 0 w 5195"/>
                <a:gd name="connsiteY2" fmla="*/ 2028 h 3928"/>
                <a:gd name="connsiteX3" fmla="*/ 2535 w 5195"/>
                <a:gd name="connsiteY3" fmla="*/ 0 h 3928"/>
                <a:gd name="connsiteX4" fmla="*/ 5196 w 5195"/>
                <a:gd name="connsiteY4" fmla="*/ 2028 h 3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95" h="3928">
                  <a:moveTo>
                    <a:pt x="5196" y="2028"/>
                  </a:moveTo>
                  <a:lnTo>
                    <a:pt x="2535" y="3929"/>
                  </a:lnTo>
                  <a:lnTo>
                    <a:pt x="0" y="2028"/>
                  </a:lnTo>
                  <a:lnTo>
                    <a:pt x="2535" y="0"/>
                  </a:lnTo>
                  <a:lnTo>
                    <a:pt x="5196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8" name="Freeform: Shape 2787">
              <a:extLst>
                <a:ext uri="{FF2B5EF4-FFF2-40B4-BE49-F238E27FC236}">
                  <a16:creationId xmlns:a16="http://schemas.microsoft.com/office/drawing/2014/main" id="{FCDEE676-CC8B-97C7-DEDE-8E02A0DCAF9A}"/>
                </a:ext>
              </a:extLst>
            </p:cNvPr>
            <p:cNvSpPr/>
            <p:nvPr/>
          </p:nvSpPr>
          <p:spPr>
            <a:xfrm>
              <a:off x="8320977" y="5997429"/>
              <a:ext cx="5703" cy="4562"/>
            </a:xfrm>
            <a:custGeom>
              <a:avLst/>
              <a:gdLst>
                <a:gd name="connsiteX0" fmla="*/ 5703 w 5703"/>
                <a:gd name="connsiteY0" fmla="*/ 2281 h 4562"/>
                <a:gd name="connsiteX1" fmla="*/ 2789 w 5703"/>
                <a:gd name="connsiteY1" fmla="*/ 4562 h 4562"/>
                <a:gd name="connsiteX2" fmla="*/ 0 w 5703"/>
                <a:gd name="connsiteY2" fmla="*/ 2281 h 4562"/>
                <a:gd name="connsiteX3" fmla="*/ 2789 w 5703"/>
                <a:gd name="connsiteY3" fmla="*/ 0 h 4562"/>
                <a:gd name="connsiteX4" fmla="*/ 5703 w 5703"/>
                <a:gd name="connsiteY4" fmla="*/ 2281 h 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03" h="4562">
                  <a:moveTo>
                    <a:pt x="5703" y="2281"/>
                  </a:moveTo>
                  <a:lnTo>
                    <a:pt x="2789" y="4562"/>
                  </a:lnTo>
                  <a:lnTo>
                    <a:pt x="0" y="2281"/>
                  </a:lnTo>
                  <a:lnTo>
                    <a:pt x="2789" y="0"/>
                  </a:lnTo>
                  <a:lnTo>
                    <a:pt x="5703" y="22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9" name="Freeform: Shape 2788">
              <a:extLst>
                <a:ext uri="{FF2B5EF4-FFF2-40B4-BE49-F238E27FC236}">
                  <a16:creationId xmlns:a16="http://schemas.microsoft.com/office/drawing/2014/main" id="{352F2F97-FC8E-40BA-584A-47ADBC852CAD}"/>
                </a:ext>
              </a:extLst>
            </p:cNvPr>
            <p:cNvSpPr/>
            <p:nvPr/>
          </p:nvSpPr>
          <p:spPr>
            <a:xfrm>
              <a:off x="8210083" y="6053319"/>
              <a:ext cx="7350" cy="5829"/>
            </a:xfrm>
            <a:custGeom>
              <a:avLst/>
              <a:gdLst>
                <a:gd name="connsiteX0" fmla="*/ 7351 w 7350"/>
                <a:gd name="connsiteY0" fmla="*/ 2915 h 5829"/>
                <a:gd name="connsiteX1" fmla="*/ 3675 w 7350"/>
                <a:gd name="connsiteY1" fmla="*/ 5830 h 5829"/>
                <a:gd name="connsiteX2" fmla="*/ 0 w 7350"/>
                <a:gd name="connsiteY2" fmla="*/ 2915 h 5829"/>
                <a:gd name="connsiteX3" fmla="*/ 3675 w 7350"/>
                <a:gd name="connsiteY3" fmla="*/ 0 h 5829"/>
                <a:gd name="connsiteX4" fmla="*/ 7351 w 7350"/>
                <a:gd name="connsiteY4" fmla="*/ 2915 h 5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0" h="5829">
                  <a:moveTo>
                    <a:pt x="7351" y="2915"/>
                  </a:moveTo>
                  <a:lnTo>
                    <a:pt x="3675" y="5830"/>
                  </a:lnTo>
                  <a:lnTo>
                    <a:pt x="0" y="2915"/>
                  </a:lnTo>
                  <a:lnTo>
                    <a:pt x="3675" y="0"/>
                  </a:lnTo>
                  <a:lnTo>
                    <a:pt x="7351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0" name="Freeform: Shape 2789">
              <a:extLst>
                <a:ext uri="{FF2B5EF4-FFF2-40B4-BE49-F238E27FC236}">
                  <a16:creationId xmlns:a16="http://schemas.microsoft.com/office/drawing/2014/main" id="{7FC2841D-F840-4CE3-4F23-375F27DD37FC}"/>
                </a:ext>
              </a:extLst>
            </p:cNvPr>
            <p:cNvSpPr/>
            <p:nvPr/>
          </p:nvSpPr>
          <p:spPr>
            <a:xfrm>
              <a:off x="8097035" y="6106295"/>
              <a:ext cx="8617" cy="6843"/>
            </a:xfrm>
            <a:custGeom>
              <a:avLst/>
              <a:gdLst>
                <a:gd name="connsiteX0" fmla="*/ 8618 w 8617"/>
                <a:gd name="connsiteY0" fmla="*/ 3422 h 6843"/>
                <a:gd name="connsiteX1" fmla="*/ 4309 w 8617"/>
                <a:gd name="connsiteY1" fmla="*/ 6844 h 6843"/>
                <a:gd name="connsiteX2" fmla="*/ 0 w 8617"/>
                <a:gd name="connsiteY2" fmla="*/ 3422 h 6843"/>
                <a:gd name="connsiteX3" fmla="*/ 4309 w 8617"/>
                <a:gd name="connsiteY3" fmla="*/ 0 h 6843"/>
                <a:gd name="connsiteX4" fmla="*/ 8618 w 8617"/>
                <a:gd name="connsiteY4" fmla="*/ 3422 h 6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7" h="6843">
                  <a:moveTo>
                    <a:pt x="8618" y="3422"/>
                  </a:moveTo>
                  <a:lnTo>
                    <a:pt x="4309" y="6844"/>
                  </a:lnTo>
                  <a:lnTo>
                    <a:pt x="0" y="3422"/>
                  </a:lnTo>
                  <a:lnTo>
                    <a:pt x="4309" y="0"/>
                  </a:lnTo>
                  <a:lnTo>
                    <a:pt x="8618" y="342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1" name="Freeform: Shape 2790">
              <a:extLst>
                <a:ext uri="{FF2B5EF4-FFF2-40B4-BE49-F238E27FC236}">
                  <a16:creationId xmlns:a16="http://schemas.microsoft.com/office/drawing/2014/main" id="{2DCCE7EA-BDD0-94DB-11D9-0D528DD0D22C}"/>
                </a:ext>
              </a:extLst>
            </p:cNvPr>
            <p:cNvSpPr/>
            <p:nvPr/>
          </p:nvSpPr>
          <p:spPr>
            <a:xfrm>
              <a:off x="7982339" y="6156863"/>
              <a:ext cx="8617" cy="6843"/>
            </a:xfrm>
            <a:custGeom>
              <a:avLst/>
              <a:gdLst>
                <a:gd name="connsiteX0" fmla="*/ 8618 w 8617"/>
                <a:gd name="connsiteY0" fmla="*/ 3295 h 6843"/>
                <a:gd name="connsiteX1" fmla="*/ 4309 w 8617"/>
                <a:gd name="connsiteY1" fmla="*/ 6844 h 6843"/>
                <a:gd name="connsiteX2" fmla="*/ 0 w 8617"/>
                <a:gd name="connsiteY2" fmla="*/ 3295 h 6843"/>
                <a:gd name="connsiteX3" fmla="*/ 4309 w 8617"/>
                <a:gd name="connsiteY3" fmla="*/ 0 h 6843"/>
                <a:gd name="connsiteX4" fmla="*/ 8618 w 8617"/>
                <a:gd name="connsiteY4" fmla="*/ 3295 h 6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7" h="6843">
                  <a:moveTo>
                    <a:pt x="8618" y="3295"/>
                  </a:moveTo>
                  <a:lnTo>
                    <a:pt x="4309" y="6844"/>
                  </a:lnTo>
                  <a:lnTo>
                    <a:pt x="0" y="3295"/>
                  </a:lnTo>
                  <a:lnTo>
                    <a:pt x="4309" y="0"/>
                  </a:lnTo>
                  <a:lnTo>
                    <a:pt x="8618" y="32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2" name="Freeform: Shape 2791">
              <a:extLst>
                <a:ext uri="{FF2B5EF4-FFF2-40B4-BE49-F238E27FC236}">
                  <a16:creationId xmlns:a16="http://schemas.microsoft.com/office/drawing/2014/main" id="{D1248AC0-D635-F35A-0CAA-3C6C4D364CE3}"/>
                </a:ext>
              </a:extLst>
            </p:cNvPr>
            <p:cNvSpPr/>
            <p:nvPr/>
          </p:nvSpPr>
          <p:spPr>
            <a:xfrm>
              <a:off x="7865234" y="6203882"/>
              <a:ext cx="9379" cy="7477"/>
            </a:xfrm>
            <a:custGeom>
              <a:avLst/>
              <a:gdLst>
                <a:gd name="connsiteX0" fmla="*/ 9379 w 9379"/>
                <a:gd name="connsiteY0" fmla="*/ 3675 h 7477"/>
                <a:gd name="connsiteX1" fmla="*/ 4689 w 9379"/>
                <a:gd name="connsiteY1" fmla="*/ 7477 h 7477"/>
                <a:gd name="connsiteX2" fmla="*/ 0 w 9379"/>
                <a:gd name="connsiteY2" fmla="*/ 3675 h 7477"/>
                <a:gd name="connsiteX3" fmla="*/ 4689 w 9379"/>
                <a:gd name="connsiteY3" fmla="*/ 0 h 7477"/>
                <a:gd name="connsiteX4" fmla="*/ 9379 w 9379"/>
                <a:gd name="connsiteY4" fmla="*/ 3675 h 7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79" h="7477">
                  <a:moveTo>
                    <a:pt x="9379" y="3675"/>
                  </a:moveTo>
                  <a:lnTo>
                    <a:pt x="4689" y="7477"/>
                  </a:lnTo>
                  <a:lnTo>
                    <a:pt x="0" y="3675"/>
                  </a:lnTo>
                  <a:lnTo>
                    <a:pt x="4689" y="0"/>
                  </a:lnTo>
                  <a:lnTo>
                    <a:pt x="9379" y="367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3" name="Freeform: Shape 2792">
              <a:extLst>
                <a:ext uri="{FF2B5EF4-FFF2-40B4-BE49-F238E27FC236}">
                  <a16:creationId xmlns:a16="http://schemas.microsoft.com/office/drawing/2014/main" id="{9331E282-8A6E-A820-C6DB-CEDC385CE76C}"/>
                </a:ext>
              </a:extLst>
            </p:cNvPr>
            <p:cNvSpPr/>
            <p:nvPr/>
          </p:nvSpPr>
          <p:spPr>
            <a:xfrm>
              <a:off x="7745849" y="6247479"/>
              <a:ext cx="10899" cy="8617"/>
            </a:xfrm>
            <a:custGeom>
              <a:avLst/>
              <a:gdLst>
                <a:gd name="connsiteX0" fmla="*/ 10899 w 10899"/>
                <a:gd name="connsiteY0" fmla="*/ 4309 h 8617"/>
                <a:gd name="connsiteX1" fmla="*/ 5450 w 10899"/>
                <a:gd name="connsiteY1" fmla="*/ 8618 h 8617"/>
                <a:gd name="connsiteX2" fmla="*/ 0 w 10899"/>
                <a:gd name="connsiteY2" fmla="*/ 4309 h 8617"/>
                <a:gd name="connsiteX3" fmla="*/ 5450 w 10899"/>
                <a:gd name="connsiteY3" fmla="*/ 0 h 8617"/>
                <a:gd name="connsiteX4" fmla="*/ 10899 w 10899"/>
                <a:gd name="connsiteY4" fmla="*/ 4309 h 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899" h="8617">
                  <a:moveTo>
                    <a:pt x="10899" y="4309"/>
                  </a:moveTo>
                  <a:lnTo>
                    <a:pt x="5450" y="8618"/>
                  </a:lnTo>
                  <a:lnTo>
                    <a:pt x="0" y="4309"/>
                  </a:lnTo>
                  <a:lnTo>
                    <a:pt x="5450" y="0"/>
                  </a:lnTo>
                  <a:lnTo>
                    <a:pt x="10899" y="430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4" name="Freeform: Shape 2793">
              <a:extLst>
                <a:ext uri="{FF2B5EF4-FFF2-40B4-BE49-F238E27FC236}">
                  <a16:creationId xmlns:a16="http://schemas.microsoft.com/office/drawing/2014/main" id="{CA6255E1-162C-3D80-99BC-1BF563039523}"/>
                </a:ext>
              </a:extLst>
            </p:cNvPr>
            <p:cNvSpPr/>
            <p:nvPr/>
          </p:nvSpPr>
          <p:spPr>
            <a:xfrm>
              <a:off x="7625070" y="6288161"/>
              <a:ext cx="11532" cy="9251"/>
            </a:xfrm>
            <a:custGeom>
              <a:avLst/>
              <a:gdLst>
                <a:gd name="connsiteX0" fmla="*/ 11533 w 11532"/>
                <a:gd name="connsiteY0" fmla="*/ 4689 h 9251"/>
                <a:gd name="connsiteX1" fmla="*/ 5702 w 11532"/>
                <a:gd name="connsiteY1" fmla="*/ 9251 h 9251"/>
                <a:gd name="connsiteX2" fmla="*/ 0 w 11532"/>
                <a:gd name="connsiteY2" fmla="*/ 4689 h 9251"/>
                <a:gd name="connsiteX3" fmla="*/ 5702 w 11532"/>
                <a:gd name="connsiteY3" fmla="*/ 0 h 9251"/>
                <a:gd name="connsiteX4" fmla="*/ 11533 w 11532"/>
                <a:gd name="connsiteY4" fmla="*/ 4689 h 9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32" h="9251">
                  <a:moveTo>
                    <a:pt x="11533" y="4689"/>
                  </a:moveTo>
                  <a:lnTo>
                    <a:pt x="5702" y="9251"/>
                  </a:lnTo>
                  <a:lnTo>
                    <a:pt x="0" y="4689"/>
                  </a:lnTo>
                  <a:lnTo>
                    <a:pt x="5702" y="0"/>
                  </a:lnTo>
                  <a:lnTo>
                    <a:pt x="11533" y="468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5" name="Freeform: Shape 2794">
              <a:extLst>
                <a:ext uri="{FF2B5EF4-FFF2-40B4-BE49-F238E27FC236}">
                  <a16:creationId xmlns:a16="http://schemas.microsoft.com/office/drawing/2014/main" id="{9FD31FC6-71D3-7091-82EC-F20CB692C34F}"/>
                </a:ext>
              </a:extLst>
            </p:cNvPr>
            <p:cNvSpPr/>
            <p:nvPr/>
          </p:nvSpPr>
          <p:spPr>
            <a:xfrm>
              <a:off x="7502009" y="6325295"/>
              <a:ext cx="13180" cy="10518"/>
            </a:xfrm>
            <a:custGeom>
              <a:avLst/>
              <a:gdLst>
                <a:gd name="connsiteX0" fmla="*/ 13180 w 13180"/>
                <a:gd name="connsiteY0" fmla="*/ 5323 h 10518"/>
                <a:gd name="connsiteX1" fmla="*/ 6591 w 13180"/>
                <a:gd name="connsiteY1" fmla="*/ 10519 h 10518"/>
                <a:gd name="connsiteX2" fmla="*/ 0 w 13180"/>
                <a:gd name="connsiteY2" fmla="*/ 5323 h 10518"/>
                <a:gd name="connsiteX3" fmla="*/ 6591 w 13180"/>
                <a:gd name="connsiteY3" fmla="*/ 0 h 10518"/>
                <a:gd name="connsiteX4" fmla="*/ 13180 w 13180"/>
                <a:gd name="connsiteY4" fmla="*/ 5323 h 10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80" h="10518">
                  <a:moveTo>
                    <a:pt x="13180" y="5323"/>
                  </a:moveTo>
                  <a:lnTo>
                    <a:pt x="6591" y="10519"/>
                  </a:lnTo>
                  <a:lnTo>
                    <a:pt x="0" y="5323"/>
                  </a:lnTo>
                  <a:lnTo>
                    <a:pt x="6591" y="0"/>
                  </a:lnTo>
                  <a:lnTo>
                    <a:pt x="13180" y="532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6" name="Freeform: Shape 2795">
              <a:extLst>
                <a:ext uri="{FF2B5EF4-FFF2-40B4-BE49-F238E27FC236}">
                  <a16:creationId xmlns:a16="http://schemas.microsoft.com/office/drawing/2014/main" id="{23128279-360D-4497-75BB-C82F5910B614}"/>
                </a:ext>
              </a:extLst>
            </p:cNvPr>
            <p:cNvSpPr/>
            <p:nvPr/>
          </p:nvSpPr>
          <p:spPr>
            <a:xfrm>
              <a:off x="7378061" y="6359640"/>
              <a:ext cx="13687" cy="10899"/>
            </a:xfrm>
            <a:custGeom>
              <a:avLst/>
              <a:gdLst>
                <a:gd name="connsiteX0" fmla="*/ 13688 w 13687"/>
                <a:gd name="connsiteY0" fmla="*/ 5450 h 10899"/>
                <a:gd name="connsiteX1" fmla="*/ 6844 w 13687"/>
                <a:gd name="connsiteY1" fmla="*/ 10899 h 10899"/>
                <a:gd name="connsiteX2" fmla="*/ 0 w 13687"/>
                <a:gd name="connsiteY2" fmla="*/ 5450 h 10899"/>
                <a:gd name="connsiteX3" fmla="*/ 6844 w 13687"/>
                <a:gd name="connsiteY3" fmla="*/ 0 h 10899"/>
                <a:gd name="connsiteX4" fmla="*/ 13688 w 13687"/>
                <a:gd name="connsiteY4" fmla="*/ 5450 h 10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87" h="10899">
                  <a:moveTo>
                    <a:pt x="13688" y="5450"/>
                  </a:moveTo>
                  <a:cubicBezTo>
                    <a:pt x="13688" y="8491"/>
                    <a:pt x="10646" y="10899"/>
                    <a:pt x="6844" y="10899"/>
                  </a:cubicBezTo>
                  <a:cubicBezTo>
                    <a:pt x="3042" y="10899"/>
                    <a:pt x="0" y="8491"/>
                    <a:pt x="0" y="5450"/>
                  </a:cubicBezTo>
                  <a:cubicBezTo>
                    <a:pt x="0" y="2408"/>
                    <a:pt x="3168" y="0"/>
                    <a:pt x="6844" y="0"/>
                  </a:cubicBezTo>
                  <a:cubicBezTo>
                    <a:pt x="10519" y="0"/>
                    <a:pt x="13688" y="2408"/>
                    <a:pt x="13688" y="545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7" name="Freeform: Shape 2796">
              <a:extLst>
                <a:ext uri="{FF2B5EF4-FFF2-40B4-BE49-F238E27FC236}">
                  <a16:creationId xmlns:a16="http://schemas.microsoft.com/office/drawing/2014/main" id="{C1984BC3-A0EF-593E-38AC-62DFA2B63A41}"/>
                </a:ext>
              </a:extLst>
            </p:cNvPr>
            <p:cNvSpPr/>
            <p:nvPr/>
          </p:nvSpPr>
          <p:spPr>
            <a:xfrm>
              <a:off x="7252593" y="6390310"/>
              <a:ext cx="14574" cy="11533"/>
            </a:xfrm>
            <a:custGeom>
              <a:avLst/>
              <a:gdLst>
                <a:gd name="connsiteX0" fmla="*/ 14574 w 14574"/>
                <a:gd name="connsiteY0" fmla="*/ 5830 h 11533"/>
                <a:gd name="connsiteX1" fmla="*/ 7351 w 14574"/>
                <a:gd name="connsiteY1" fmla="*/ 11533 h 11533"/>
                <a:gd name="connsiteX2" fmla="*/ 0 w 14574"/>
                <a:gd name="connsiteY2" fmla="*/ 5830 h 11533"/>
                <a:gd name="connsiteX3" fmla="*/ 7351 w 14574"/>
                <a:gd name="connsiteY3" fmla="*/ 0 h 11533"/>
                <a:gd name="connsiteX4" fmla="*/ 14574 w 14574"/>
                <a:gd name="connsiteY4" fmla="*/ 5830 h 11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574" h="11533">
                  <a:moveTo>
                    <a:pt x="14574" y="5830"/>
                  </a:moveTo>
                  <a:cubicBezTo>
                    <a:pt x="14574" y="8998"/>
                    <a:pt x="11280" y="11533"/>
                    <a:pt x="7351" y="11533"/>
                  </a:cubicBezTo>
                  <a:cubicBezTo>
                    <a:pt x="3422" y="11533"/>
                    <a:pt x="0" y="8998"/>
                    <a:pt x="0" y="5830"/>
                  </a:cubicBezTo>
                  <a:cubicBezTo>
                    <a:pt x="0" y="2661"/>
                    <a:pt x="3295" y="0"/>
                    <a:pt x="7351" y="0"/>
                  </a:cubicBezTo>
                  <a:cubicBezTo>
                    <a:pt x="11406" y="0"/>
                    <a:pt x="14574" y="2534"/>
                    <a:pt x="14574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8" name="Freeform: Shape 2797">
              <a:extLst>
                <a:ext uri="{FF2B5EF4-FFF2-40B4-BE49-F238E27FC236}">
                  <a16:creationId xmlns:a16="http://schemas.microsoft.com/office/drawing/2014/main" id="{6659C3A5-39A2-EEAC-2E02-89B33D997DC7}"/>
                </a:ext>
              </a:extLst>
            </p:cNvPr>
            <p:cNvSpPr/>
            <p:nvPr/>
          </p:nvSpPr>
          <p:spPr>
            <a:xfrm>
              <a:off x="7125477" y="6417558"/>
              <a:ext cx="15968" cy="12673"/>
            </a:xfrm>
            <a:custGeom>
              <a:avLst/>
              <a:gdLst>
                <a:gd name="connsiteX0" fmla="*/ 15969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9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9" y="6337"/>
                  </a:moveTo>
                  <a:cubicBezTo>
                    <a:pt x="15969" y="9759"/>
                    <a:pt x="12421" y="12674"/>
                    <a:pt x="7984" y="12674"/>
                  </a:cubicBezTo>
                  <a:cubicBezTo>
                    <a:pt x="3549" y="12674"/>
                    <a:pt x="0" y="9885"/>
                    <a:pt x="0" y="6337"/>
                  </a:cubicBezTo>
                  <a:cubicBezTo>
                    <a:pt x="0" y="2788"/>
                    <a:pt x="3549" y="0"/>
                    <a:pt x="7984" y="0"/>
                  </a:cubicBezTo>
                  <a:cubicBezTo>
                    <a:pt x="12421" y="0"/>
                    <a:pt x="15969" y="2788"/>
                    <a:pt x="15969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9" name="Freeform: Shape 2798">
              <a:extLst>
                <a:ext uri="{FF2B5EF4-FFF2-40B4-BE49-F238E27FC236}">
                  <a16:creationId xmlns:a16="http://schemas.microsoft.com/office/drawing/2014/main" id="{BF02967F-C4E3-F1F6-7D92-F0E288701C94}"/>
                </a:ext>
              </a:extLst>
            </p:cNvPr>
            <p:cNvSpPr/>
            <p:nvPr/>
          </p:nvSpPr>
          <p:spPr>
            <a:xfrm>
              <a:off x="6997600" y="6441638"/>
              <a:ext cx="16729" cy="13180"/>
            </a:xfrm>
            <a:custGeom>
              <a:avLst/>
              <a:gdLst>
                <a:gd name="connsiteX0" fmla="*/ 16729 w 16729"/>
                <a:gd name="connsiteY0" fmla="*/ 6591 h 13180"/>
                <a:gd name="connsiteX1" fmla="*/ 8364 w 16729"/>
                <a:gd name="connsiteY1" fmla="*/ 13181 h 13180"/>
                <a:gd name="connsiteX2" fmla="*/ 0 w 16729"/>
                <a:gd name="connsiteY2" fmla="*/ 6591 h 13180"/>
                <a:gd name="connsiteX3" fmla="*/ 8364 w 16729"/>
                <a:gd name="connsiteY3" fmla="*/ 0 h 13180"/>
                <a:gd name="connsiteX4" fmla="*/ 16729 w 16729"/>
                <a:gd name="connsiteY4" fmla="*/ 6591 h 13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9" h="13180">
                  <a:moveTo>
                    <a:pt x="16729" y="6591"/>
                  </a:moveTo>
                  <a:cubicBezTo>
                    <a:pt x="16729" y="10266"/>
                    <a:pt x="12927" y="13181"/>
                    <a:pt x="8364" y="13181"/>
                  </a:cubicBezTo>
                  <a:cubicBezTo>
                    <a:pt x="3802" y="13181"/>
                    <a:pt x="0" y="10266"/>
                    <a:pt x="0" y="6591"/>
                  </a:cubicBezTo>
                  <a:cubicBezTo>
                    <a:pt x="0" y="2915"/>
                    <a:pt x="3802" y="0"/>
                    <a:pt x="8364" y="0"/>
                  </a:cubicBezTo>
                  <a:cubicBezTo>
                    <a:pt x="12927" y="0"/>
                    <a:pt x="16729" y="2915"/>
                    <a:pt x="16729" y="65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0" name="Freeform: Shape 2799">
              <a:extLst>
                <a:ext uri="{FF2B5EF4-FFF2-40B4-BE49-F238E27FC236}">
                  <a16:creationId xmlns:a16="http://schemas.microsoft.com/office/drawing/2014/main" id="{A6766047-F5A2-7FC8-FE90-73806855BF5F}"/>
                </a:ext>
              </a:extLst>
            </p:cNvPr>
            <p:cNvSpPr/>
            <p:nvPr/>
          </p:nvSpPr>
          <p:spPr>
            <a:xfrm>
              <a:off x="6868963" y="6462296"/>
              <a:ext cx="17489" cy="13941"/>
            </a:xfrm>
            <a:custGeom>
              <a:avLst/>
              <a:gdLst>
                <a:gd name="connsiteX0" fmla="*/ 17490 w 17489"/>
                <a:gd name="connsiteY0" fmla="*/ 6971 h 13941"/>
                <a:gd name="connsiteX1" fmla="*/ 8745 w 17489"/>
                <a:gd name="connsiteY1" fmla="*/ 13941 h 13941"/>
                <a:gd name="connsiteX2" fmla="*/ 0 w 17489"/>
                <a:gd name="connsiteY2" fmla="*/ 6971 h 13941"/>
                <a:gd name="connsiteX3" fmla="*/ 8745 w 17489"/>
                <a:gd name="connsiteY3" fmla="*/ 0 h 13941"/>
                <a:gd name="connsiteX4" fmla="*/ 17490 w 17489"/>
                <a:gd name="connsiteY4" fmla="*/ 6971 h 1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89" h="13941">
                  <a:moveTo>
                    <a:pt x="17490" y="6971"/>
                  </a:moveTo>
                  <a:cubicBezTo>
                    <a:pt x="17490" y="10773"/>
                    <a:pt x="13561" y="13941"/>
                    <a:pt x="8745" y="13941"/>
                  </a:cubicBezTo>
                  <a:cubicBezTo>
                    <a:pt x="3929" y="13941"/>
                    <a:pt x="0" y="10899"/>
                    <a:pt x="0" y="6971"/>
                  </a:cubicBezTo>
                  <a:cubicBezTo>
                    <a:pt x="0" y="3042"/>
                    <a:pt x="3929" y="0"/>
                    <a:pt x="8745" y="0"/>
                  </a:cubicBezTo>
                  <a:cubicBezTo>
                    <a:pt x="13561" y="0"/>
                    <a:pt x="17490" y="3042"/>
                    <a:pt x="17490" y="697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1" name="Freeform: Shape 2800">
              <a:extLst>
                <a:ext uri="{FF2B5EF4-FFF2-40B4-BE49-F238E27FC236}">
                  <a16:creationId xmlns:a16="http://schemas.microsoft.com/office/drawing/2014/main" id="{7D62C6BC-AB50-4ED5-D4A2-497F5D54ED78}"/>
                </a:ext>
              </a:extLst>
            </p:cNvPr>
            <p:cNvSpPr/>
            <p:nvPr/>
          </p:nvSpPr>
          <p:spPr>
            <a:xfrm>
              <a:off x="6739312" y="6479533"/>
              <a:ext cx="18250" cy="14448"/>
            </a:xfrm>
            <a:custGeom>
              <a:avLst/>
              <a:gdLst>
                <a:gd name="connsiteX0" fmla="*/ 18250 w 18250"/>
                <a:gd name="connsiteY0" fmla="*/ 7224 h 14448"/>
                <a:gd name="connsiteX1" fmla="*/ 9125 w 18250"/>
                <a:gd name="connsiteY1" fmla="*/ 14448 h 14448"/>
                <a:gd name="connsiteX2" fmla="*/ 0 w 18250"/>
                <a:gd name="connsiteY2" fmla="*/ 7224 h 14448"/>
                <a:gd name="connsiteX3" fmla="*/ 9125 w 18250"/>
                <a:gd name="connsiteY3" fmla="*/ 0 h 14448"/>
                <a:gd name="connsiteX4" fmla="*/ 18250 w 18250"/>
                <a:gd name="connsiteY4" fmla="*/ 7224 h 14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8">
                  <a:moveTo>
                    <a:pt x="18250" y="7224"/>
                  </a:moveTo>
                  <a:cubicBezTo>
                    <a:pt x="18250" y="11153"/>
                    <a:pt x="14194" y="14448"/>
                    <a:pt x="9125" y="14448"/>
                  </a:cubicBezTo>
                  <a:cubicBezTo>
                    <a:pt x="4056" y="14448"/>
                    <a:pt x="0" y="11153"/>
                    <a:pt x="0" y="7224"/>
                  </a:cubicBezTo>
                  <a:cubicBezTo>
                    <a:pt x="0" y="3295"/>
                    <a:pt x="4056" y="0"/>
                    <a:pt x="9125" y="0"/>
                  </a:cubicBezTo>
                  <a:cubicBezTo>
                    <a:pt x="14194" y="0"/>
                    <a:pt x="18250" y="3295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2" name="Freeform: Shape 2801">
              <a:extLst>
                <a:ext uri="{FF2B5EF4-FFF2-40B4-BE49-F238E27FC236}">
                  <a16:creationId xmlns:a16="http://schemas.microsoft.com/office/drawing/2014/main" id="{5FC7ECBD-D21A-AD40-C138-4C6022BCBEFD}"/>
                </a:ext>
              </a:extLst>
            </p:cNvPr>
            <p:cNvSpPr/>
            <p:nvPr/>
          </p:nvSpPr>
          <p:spPr>
            <a:xfrm>
              <a:off x="6609154" y="6493220"/>
              <a:ext cx="18756" cy="14954"/>
            </a:xfrm>
            <a:custGeom>
              <a:avLst/>
              <a:gdLst>
                <a:gd name="connsiteX0" fmla="*/ 18757 w 18756"/>
                <a:gd name="connsiteY0" fmla="*/ 7477 h 14954"/>
                <a:gd name="connsiteX1" fmla="*/ 9378 w 18756"/>
                <a:gd name="connsiteY1" fmla="*/ 14955 h 14954"/>
                <a:gd name="connsiteX2" fmla="*/ 0 w 18756"/>
                <a:gd name="connsiteY2" fmla="*/ 7477 h 14954"/>
                <a:gd name="connsiteX3" fmla="*/ 9378 w 18756"/>
                <a:gd name="connsiteY3" fmla="*/ 0 h 14954"/>
                <a:gd name="connsiteX4" fmla="*/ 18757 w 18756"/>
                <a:gd name="connsiteY4" fmla="*/ 7477 h 14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56" h="14954">
                  <a:moveTo>
                    <a:pt x="18757" y="7477"/>
                  </a:moveTo>
                  <a:cubicBezTo>
                    <a:pt x="18757" y="11533"/>
                    <a:pt x="14575" y="14955"/>
                    <a:pt x="9378" y="14955"/>
                  </a:cubicBezTo>
                  <a:cubicBezTo>
                    <a:pt x="4183" y="14955"/>
                    <a:pt x="0" y="11533"/>
                    <a:pt x="0" y="7477"/>
                  </a:cubicBezTo>
                  <a:cubicBezTo>
                    <a:pt x="0" y="3421"/>
                    <a:pt x="4309" y="0"/>
                    <a:pt x="9378" y="0"/>
                  </a:cubicBezTo>
                  <a:cubicBezTo>
                    <a:pt x="14448" y="0"/>
                    <a:pt x="18757" y="3294"/>
                    <a:pt x="18757" y="747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3" name="Freeform: Shape 2802">
              <a:extLst>
                <a:ext uri="{FF2B5EF4-FFF2-40B4-BE49-F238E27FC236}">
                  <a16:creationId xmlns:a16="http://schemas.microsoft.com/office/drawing/2014/main" id="{37B6E840-D5B6-8A3A-D07B-6D79A1B14EFB}"/>
                </a:ext>
              </a:extLst>
            </p:cNvPr>
            <p:cNvSpPr/>
            <p:nvPr/>
          </p:nvSpPr>
          <p:spPr>
            <a:xfrm>
              <a:off x="6477983" y="6503105"/>
              <a:ext cx="20277" cy="16222"/>
            </a:xfrm>
            <a:custGeom>
              <a:avLst/>
              <a:gdLst>
                <a:gd name="connsiteX0" fmla="*/ 20277 w 20277"/>
                <a:gd name="connsiteY0" fmla="*/ 8111 h 16222"/>
                <a:gd name="connsiteX1" fmla="*/ 10139 w 20277"/>
                <a:gd name="connsiteY1" fmla="*/ 16223 h 16222"/>
                <a:gd name="connsiteX2" fmla="*/ 0 w 20277"/>
                <a:gd name="connsiteY2" fmla="*/ 8111 h 16222"/>
                <a:gd name="connsiteX3" fmla="*/ 10139 w 20277"/>
                <a:gd name="connsiteY3" fmla="*/ 0 h 16222"/>
                <a:gd name="connsiteX4" fmla="*/ 20277 w 20277"/>
                <a:gd name="connsiteY4" fmla="*/ 8111 h 1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277" h="16222">
                  <a:moveTo>
                    <a:pt x="20277" y="8111"/>
                  </a:moveTo>
                  <a:cubicBezTo>
                    <a:pt x="20277" y="12547"/>
                    <a:pt x="15715" y="16223"/>
                    <a:pt x="10139" y="16223"/>
                  </a:cubicBezTo>
                  <a:cubicBezTo>
                    <a:pt x="4562" y="16223"/>
                    <a:pt x="0" y="12674"/>
                    <a:pt x="0" y="8111"/>
                  </a:cubicBezTo>
                  <a:cubicBezTo>
                    <a:pt x="0" y="3549"/>
                    <a:pt x="4562" y="0"/>
                    <a:pt x="10139" y="0"/>
                  </a:cubicBezTo>
                  <a:cubicBezTo>
                    <a:pt x="15715" y="0"/>
                    <a:pt x="20277" y="3675"/>
                    <a:pt x="20277" y="811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4" name="Freeform: Shape 2803">
              <a:extLst>
                <a:ext uri="{FF2B5EF4-FFF2-40B4-BE49-F238E27FC236}">
                  <a16:creationId xmlns:a16="http://schemas.microsoft.com/office/drawing/2014/main" id="{3B98EFAF-5ED9-B91D-B9FB-49C61DE6E9C1}"/>
                </a:ext>
              </a:extLst>
            </p:cNvPr>
            <p:cNvSpPr/>
            <p:nvPr/>
          </p:nvSpPr>
          <p:spPr>
            <a:xfrm>
              <a:off x="6346557" y="6509823"/>
              <a:ext cx="21291" cy="16855"/>
            </a:xfrm>
            <a:custGeom>
              <a:avLst/>
              <a:gdLst>
                <a:gd name="connsiteX0" fmla="*/ 21292 w 21291"/>
                <a:gd name="connsiteY0" fmla="*/ 8364 h 16855"/>
                <a:gd name="connsiteX1" fmla="*/ 10646 w 21291"/>
                <a:gd name="connsiteY1" fmla="*/ 16855 h 16855"/>
                <a:gd name="connsiteX2" fmla="*/ 0 w 21291"/>
                <a:gd name="connsiteY2" fmla="*/ 8364 h 16855"/>
                <a:gd name="connsiteX3" fmla="*/ 10646 w 21291"/>
                <a:gd name="connsiteY3" fmla="*/ 0 h 16855"/>
                <a:gd name="connsiteX4" fmla="*/ 21292 w 21291"/>
                <a:gd name="connsiteY4" fmla="*/ 8364 h 16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291" h="16855">
                  <a:moveTo>
                    <a:pt x="21292" y="8364"/>
                  </a:moveTo>
                  <a:cubicBezTo>
                    <a:pt x="21292" y="13053"/>
                    <a:pt x="16602" y="16855"/>
                    <a:pt x="10646" y="16855"/>
                  </a:cubicBezTo>
                  <a:cubicBezTo>
                    <a:pt x="4690" y="16855"/>
                    <a:pt x="0" y="13053"/>
                    <a:pt x="0" y="8364"/>
                  </a:cubicBezTo>
                  <a:cubicBezTo>
                    <a:pt x="0" y="3675"/>
                    <a:pt x="4690" y="0"/>
                    <a:pt x="10646" y="0"/>
                  </a:cubicBezTo>
                  <a:cubicBezTo>
                    <a:pt x="16602" y="0"/>
                    <a:pt x="21292" y="3802"/>
                    <a:pt x="21292" y="836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5" name="Freeform: Shape 2804">
              <a:extLst>
                <a:ext uri="{FF2B5EF4-FFF2-40B4-BE49-F238E27FC236}">
                  <a16:creationId xmlns:a16="http://schemas.microsoft.com/office/drawing/2014/main" id="{E231253B-5105-43F8-CD10-D643976037A4}"/>
                </a:ext>
              </a:extLst>
            </p:cNvPr>
            <p:cNvSpPr/>
            <p:nvPr/>
          </p:nvSpPr>
          <p:spPr>
            <a:xfrm>
              <a:off x="6215259" y="6513117"/>
              <a:ext cx="21798" cy="17236"/>
            </a:xfrm>
            <a:custGeom>
              <a:avLst/>
              <a:gdLst>
                <a:gd name="connsiteX0" fmla="*/ 21799 w 21798"/>
                <a:gd name="connsiteY0" fmla="*/ 8619 h 17236"/>
                <a:gd name="connsiteX1" fmla="*/ 10899 w 21798"/>
                <a:gd name="connsiteY1" fmla="*/ 17237 h 17236"/>
                <a:gd name="connsiteX2" fmla="*/ 0 w 21798"/>
                <a:gd name="connsiteY2" fmla="*/ 8619 h 17236"/>
                <a:gd name="connsiteX3" fmla="*/ 10899 w 21798"/>
                <a:gd name="connsiteY3" fmla="*/ 0 h 17236"/>
                <a:gd name="connsiteX4" fmla="*/ 21799 w 21798"/>
                <a:gd name="connsiteY4" fmla="*/ 8619 h 17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798" h="17236">
                  <a:moveTo>
                    <a:pt x="21799" y="8619"/>
                  </a:moveTo>
                  <a:cubicBezTo>
                    <a:pt x="21799" y="13434"/>
                    <a:pt x="16856" y="17237"/>
                    <a:pt x="10899" y="17237"/>
                  </a:cubicBezTo>
                  <a:cubicBezTo>
                    <a:pt x="4943" y="17237"/>
                    <a:pt x="0" y="13434"/>
                    <a:pt x="0" y="8619"/>
                  </a:cubicBezTo>
                  <a:cubicBezTo>
                    <a:pt x="0" y="3803"/>
                    <a:pt x="4943" y="0"/>
                    <a:pt x="10899" y="0"/>
                  </a:cubicBezTo>
                  <a:cubicBezTo>
                    <a:pt x="16856" y="0"/>
                    <a:pt x="21799" y="3929"/>
                    <a:pt x="21799" y="861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6" name="Freeform: Shape 2805">
              <a:extLst>
                <a:ext uri="{FF2B5EF4-FFF2-40B4-BE49-F238E27FC236}">
                  <a16:creationId xmlns:a16="http://schemas.microsoft.com/office/drawing/2014/main" id="{EFED9AA1-1DD0-D55F-BD10-CF2E442C61B6}"/>
                </a:ext>
              </a:extLst>
            </p:cNvPr>
            <p:cNvSpPr/>
            <p:nvPr/>
          </p:nvSpPr>
          <p:spPr>
            <a:xfrm>
              <a:off x="6083454" y="6512484"/>
              <a:ext cx="23319" cy="18503"/>
            </a:xfrm>
            <a:custGeom>
              <a:avLst/>
              <a:gdLst>
                <a:gd name="connsiteX0" fmla="*/ 23319 w 23319"/>
                <a:gd name="connsiteY0" fmla="*/ 9252 h 18503"/>
                <a:gd name="connsiteX1" fmla="*/ 11659 w 23319"/>
                <a:gd name="connsiteY1" fmla="*/ 18504 h 18503"/>
                <a:gd name="connsiteX2" fmla="*/ 0 w 23319"/>
                <a:gd name="connsiteY2" fmla="*/ 9252 h 18503"/>
                <a:gd name="connsiteX3" fmla="*/ 11659 w 23319"/>
                <a:gd name="connsiteY3" fmla="*/ 0 h 18503"/>
                <a:gd name="connsiteX4" fmla="*/ 23319 w 23319"/>
                <a:gd name="connsiteY4" fmla="*/ 9252 h 18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319" h="18503">
                  <a:moveTo>
                    <a:pt x="23319" y="9252"/>
                  </a:moveTo>
                  <a:cubicBezTo>
                    <a:pt x="23319" y="14321"/>
                    <a:pt x="18123" y="18504"/>
                    <a:pt x="11659" y="18504"/>
                  </a:cubicBezTo>
                  <a:cubicBezTo>
                    <a:pt x="5196" y="18504"/>
                    <a:pt x="0" y="14321"/>
                    <a:pt x="0" y="9252"/>
                  </a:cubicBezTo>
                  <a:cubicBezTo>
                    <a:pt x="0" y="4183"/>
                    <a:pt x="5196" y="0"/>
                    <a:pt x="11659" y="0"/>
                  </a:cubicBezTo>
                  <a:cubicBezTo>
                    <a:pt x="18123" y="0"/>
                    <a:pt x="23319" y="4183"/>
                    <a:pt x="23319" y="925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7" name="Freeform: Shape 2806">
              <a:extLst>
                <a:ext uri="{FF2B5EF4-FFF2-40B4-BE49-F238E27FC236}">
                  <a16:creationId xmlns:a16="http://schemas.microsoft.com/office/drawing/2014/main" id="{0ACBE16B-31DA-68ED-9009-341B4900C52C}"/>
                </a:ext>
              </a:extLst>
            </p:cNvPr>
            <p:cNvSpPr/>
            <p:nvPr/>
          </p:nvSpPr>
          <p:spPr>
            <a:xfrm>
              <a:off x="5952029" y="6508682"/>
              <a:ext cx="23952" cy="19010"/>
            </a:xfrm>
            <a:custGeom>
              <a:avLst/>
              <a:gdLst>
                <a:gd name="connsiteX0" fmla="*/ 23953 w 23952"/>
                <a:gd name="connsiteY0" fmla="*/ 9505 h 19010"/>
                <a:gd name="connsiteX1" fmla="*/ 12040 w 23952"/>
                <a:gd name="connsiteY1" fmla="*/ 19010 h 19010"/>
                <a:gd name="connsiteX2" fmla="*/ 0 w 23952"/>
                <a:gd name="connsiteY2" fmla="*/ 9505 h 19010"/>
                <a:gd name="connsiteX3" fmla="*/ 12040 w 23952"/>
                <a:gd name="connsiteY3" fmla="*/ 0 h 19010"/>
                <a:gd name="connsiteX4" fmla="*/ 23953 w 23952"/>
                <a:gd name="connsiteY4" fmla="*/ 9505 h 19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52" h="19010">
                  <a:moveTo>
                    <a:pt x="23953" y="9505"/>
                  </a:moveTo>
                  <a:cubicBezTo>
                    <a:pt x="23953" y="14828"/>
                    <a:pt x="18630" y="19010"/>
                    <a:pt x="12040" y="19010"/>
                  </a:cubicBezTo>
                  <a:cubicBezTo>
                    <a:pt x="5450" y="19010"/>
                    <a:pt x="0" y="14828"/>
                    <a:pt x="0" y="9505"/>
                  </a:cubicBezTo>
                  <a:cubicBezTo>
                    <a:pt x="0" y="4183"/>
                    <a:pt x="5323" y="0"/>
                    <a:pt x="12040" y="0"/>
                  </a:cubicBezTo>
                  <a:cubicBezTo>
                    <a:pt x="18757" y="0"/>
                    <a:pt x="23953" y="4183"/>
                    <a:pt x="23953" y="950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8" name="Freeform: Shape 2807">
              <a:extLst>
                <a:ext uri="{FF2B5EF4-FFF2-40B4-BE49-F238E27FC236}">
                  <a16:creationId xmlns:a16="http://schemas.microsoft.com/office/drawing/2014/main" id="{C2EBC758-DCA0-4286-3566-36F5D5BCE5C9}"/>
                </a:ext>
              </a:extLst>
            </p:cNvPr>
            <p:cNvSpPr/>
            <p:nvPr/>
          </p:nvSpPr>
          <p:spPr>
            <a:xfrm>
              <a:off x="5820857" y="6501331"/>
              <a:ext cx="24713" cy="19770"/>
            </a:xfrm>
            <a:custGeom>
              <a:avLst/>
              <a:gdLst>
                <a:gd name="connsiteX0" fmla="*/ 24713 w 24713"/>
                <a:gd name="connsiteY0" fmla="*/ 9886 h 19770"/>
                <a:gd name="connsiteX1" fmla="*/ 12293 w 24713"/>
                <a:gd name="connsiteY1" fmla="*/ 19771 h 19770"/>
                <a:gd name="connsiteX2" fmla="*/ 0 w 24713"/>
                <a:gd name="connsiteY2" fmla="*/ 9886 h 19770"/>
                <a:gd name="connsiteX3" fmla="*/ 12293 w 24713"/>
                <a:gd name="connsiteY3" fmla="*/ 0 h 19770"/>
                <a:gd name="connsiteX4" fmla="*/ 24713 w 24713"/>
                <a:gd name="connsiteY4" fmla="*/ 9886 h 19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713" h="19770">
                  <a:moveTo>
                    <a:pt x="24713" y="9886"/>
                  </a:moveTo>
                  <a:cubicBezTo>
                    <a:pt x="24713" y="15335"/>
                    <a:pt x="19137" y="19771"/>
                    <a:pt x="12293" y="19771"/>
                  </a:cubicBezTo>
                  <a:cubicBezTo>
                    <a:pt x="5450" y="19771"/>
                    <a:pt x="0" y="15335"/>
                    <a:pt x="0" y="9886"/>
                  </a:cubicBezTo>
                  <a:cubicBezTo>
                    <a:pt x="0" y="4436"/>
                    <a:pt x="5576" y="0"/>
                    <a:pt x="12293" y="0"/>
                  </a:cubicBezTo>
                  <a:cubicBezTo>
                    <a:pt x="19010" y="0"/>
                    <a:pt x="24713" y="4436"/>
                    <a:pt x="24713" y="988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9" name="Freeform: Shape 2808">
              <a:extLst>
                <a:ext uri="{FF2B5EF4-FFF2-40B4-BE49-F238E27FC236}">
                  <a16:creationId xmlns:a16="http://schemas.microsoft.com/office/drawing/2014/main" id="{FA63E49D-E482-4806-3434-A425B8E1B2A8}"/>
                </a:ext>
              </a:extLst>
            </p:cNvPr>
            <p:cNvSpPr/>
            <p:nvPr/>
          </p:nvSpPr>
          <p:spPr>
            <a:xfrm>
              <a:off x="5690445" y="6490812"/>
              <a:ext cx="24713" cy="19643"/>
            </a:xfrm>
            <a:custGeom>
              <a:avLst/>
              <a:gdLst>
                <a:gd name="connsiteX0" fmla="*/ 24714 w 24713"/>
                <a:gd name="connsiteY0" fmla="*/ 9885 h 19643"/>
                <a:gd name="connsiteX1" fmla="*/ 12420 w 24713"/>
                <a:gd name="connsiteY1" fmla="*/ 19644 h 19643"/>
                <a:gd name="connsiteX2" fmla="*/ 0 w 24713"/>
                <a:gd name="connsiteY2" fmla="*/ 9885 h 19643"/>
                <a:gd name="connsiteX3" fmla="*/ 12420 w 24713"/>
                <a:gd name="connsiteY3" fmla="*/ 0 h 19643"/>
                <a:gd name="connsiteX4" fmla="*/ 24714 w 24713"/>
                <a:gd name="connsiteY4" fmla="*/ 9885 h 19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713" h="19643">
                  <a:moveTo>
                    <a:pt x="24714" y="9885"/>
                  </a:moveTo>
                  <a:cubicBezTo>
                    <a:pt x="24714" y="15335"/>
                    <a:pt x="19264" y="19644"/>
                    <a:pt x="12420" y="19644"/>
                  </a:cubicBezTo>
                  <a:cubicBezTo>
                    <a:pt x="5576" y="19644"/>
                    <a:pt x="0" y="15208"/>
                    <a:pt x="0" y="9885"/>
                  </a:cubicBezTo>
                  <a:cubicBezTo>
                    <a:pt x="0" y="4562"/>
                    <a:pt x="5576" y="0"/>
                    <a:pt x="12420" y="0"/>
                  </a:cubicBezTo>
                  <a:cubicBezTo>
                    <a:pt x="19264" y="0"/>
                    <a:pt x="24714" y="4435"/>
                    <a:pt x="24714" y="988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0" name="Freeform: Shape 2809">
              <a:extLst>
                <a:ext uri="{FF2B5EF4-FFF2-40B4-BE49-F238E27FC236}">
                  <a16:creationId xmlns:a16="http://schemas.microsoft.com/office/drawing/2014/main" id="{A1269BAF-3DA0-7DD1-541F-D4ACCC633A33}"/>
                </a:ext>
              </a:extLst>
            </p:cNvPr>
            <p:cNvSpPr/>
            <p:nvPr/>
          </p:nvSpPr>
          <p:spPr>
            <a:xfrm>
              <a:off x="5560034" y="6476617"/>
              <a:ext cx="25600" cy="20277"/>
            </a:xfrm>
            <a:custGeom>
              <a:avLst/>
              <a:gdLst>
                <a:gd name="connsiteX0" fmla="*/ 25601 w 25600"/>
                <a:gd name="connsiteY0" fmla="*/ 10139 h 20277"/>
                <a:gd name="connsiteX1" fmla="*/ 12800 w 25600"/>
                <a:gd name="connsiteY1" fmla="*/ 20278 h 20277"/>
                <a:gd name="connsiteX2" fmla="*/ 0 w 25600"/>
                <a:gd name="connsiteY2" fmla="*/ 10139 h 20277"/>
                <a:gd name="connsiteX3" fmla="*/ 12800 w 25600"/>
                <a:gd name="connsiteY3" fmla="*/ 0 h 20277"/>
                <a:gd name="connsiteX4" fmla="*/ 25601 w 25600"/>
                <a:gd name="connsiteY4" fmla="*/ 10139 h 2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00" h="20277">
                  <a:moveTo>
                    <a:pt x="25601" y="10139"/>
                  </a:moveTo>
                  <a:cubicBezTo>
                    <a:pt x="25601" y="15716"/>
                    <a:pt x="19898" y="20278"/>
                    <a:pt x="12800" y="20278"/>
                  </a:cubicBezTo>
                  <a:cubicBezTo>
                    <a:pt x="5703" y="20278"/>
                    <a:pt x="0" y="15716"/>
                    <a:pt x="0" y="10139"/>
                  </a:cubicBezTo>
                  <a:cubicBezTo>
                    <a:pt x="0" y="4562"/>
                    <a:pt x="5703" y="0"/>
                    <a:pt x="12800" y="0"/>
                  </a:cubicBezTo>
                  <a:cubicBezTo>
                    <a:pt x="19898" y="0"/>
                    <a:pt x="25601" y="4562"/>
                    <a:pt x="25601" y="1013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1" name="Freeform: Shape 2810">
              <a:extLst>
                <a:ext uri="{FF2B5EF4-FFF2-40B4-BE49-F238E27FC236}">
                  <a16:creationId xmlns:a16="http://schemas.microsoft.com/office/drawing/2014/main" id="{6187B773-4E7A-4E92-8EFB-FB0375337E2F}"/>
                </a:ext>
              </a:extLst>
            </p:cNvPr>
            <p:cNvSpPr/>
            <p:nvPr/>
          </p:nvSpPr>
          <p:spPr>
            <a:xfrm>
              <a:off x="5430383" y="6458874"/>
              <a:ext cx="26360" cy="20784"/>
            </a:xfrm>
            <a:custGeom>
              <a:avLst/>
              <a:gdLst>
                <a:gd name="connsiteX0" fmla="*/ 26361 w 26360"/>
                <a:gd name="connsiteY0" fmla="*/ 10392 h 20784"/>
                <a:gd name="connsiteX1" fmla="*/ 13180 w 26360"/>
                <a:gd name="connsiteY1" fmla="*/ 20784 h 20784"/>
                <a:gd name="connsiteX2" fmla="*/ 0 w 26360"/>
                <a:gd name="connsiteY2" fmla="*/ 10392 h 20784"/>
                <a:gd name="connsiteX3" fmla="*/ 13180 w 26360"/>
                <a:gd name="connsiteY3" fmla="*/ 0 h 20784"/>
                <a:gd name="connsiteX4" fmla="*/ 26361 w 26360"/>
                <a:gd name="connsiteY4" fmla="*/ 10392 h 20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60" h="20784">
                  <a:moveTo>
                    <a:pt x="26361" y="10392"/>
                  </a:moveTo>
                  <a:cubicBezTo>
                    <a:pt x="26361" y="16095"/>
                    <a:pt x="20404" y="20784"/>
                    <a:pt x="13180" y="20784"/>
                  </a:cubicBezTo>
                  <a:cubicBezTo>
                    <a:pt x="5957" y="20784"/>
                    <a:pt x="0" y="16095"/>
                    <a:pt x="0" y="10392"/>
                  </a:cubicBezTo>
                  <a:cubicBezTo>
                    <a:pt x="0" y="4689"/>
                    <a:pt x="5957" y="0"/>
                    <a:pt x="13180" y="0"/>
                  </a:cubicBezTo>
                  <a:cubicBezTo>
                    <a:pt x="20404" y="0"/>
                    <a:pt x="26361" y="4689"/>
                    <a:pt x="26361" y="1039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2" name="Freeform: Shape 2811">
              <a:extLst>
                <a:ext uri="{FF2B5EF4-FFF2-40B4-BE49-F238E27FC236}">
                  <a16:creationId xmlns:a16="http://schemas.microsoft.com/office/drawing/2014/main" id="{71F8C9A5-4D37-816F-03B0-EE6FC98ECCFE}"/>
                </a:ext>
              </a:extLst>
            </p:cNvPr>
            <p:cNvSpPr/>
            <p:nvPr/>
          </p:nvSpPr>
          <p:spPr>
            <a:xfrm>
              <a:off x="5301746" y="6437583"/>
              <a:ext cx="26868" cy="21291"/>
            </a:xfrm>
            <a:custGeom>
              <a:avLst/>
              <a:gdLst>
                <a:gd name="connsiteX0" fmla="*/ 26868 w 26868"/>
                <a:gd name="connsiteY0" fmla="*/ 10646 h 21291"/>
                <a:gd name="connsiteX1" fmla="*/ 13434 w 26868"/>
                <a:gd name="connsiteY1" fmla="*/ 21292 h 21291"/>
                <a:gd name="connsiteX2" fmla="*/ 0 w 26868"/>
                <a:gd name="connsiteY2" fmla="*/ 10646 h 21291"/>
                <a:gd name="connsiteX3" fmla="*/ 13434 w 26868"/>
                <a:gd name="connsiteY3" fmla="*/ 0 h 21291"/>
                <a:gd name="connsiteX4" fmla="*/ 26868 w 26868"/>
                <a:gd name="connsiteY4" fmla="*/ 10646 h 2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68" h="21291">
                  <a:moveTo>
                    <a:pt x="26868" y="10646"/>
                  </a:moveTo>
                  <a:cubicBezTo>
                    <a:pt x="26868" y="16602"/>
                    <a:pt x="20785" y="21292"/>
                    <a:pt x="13434" y="21292"/>
                  </a:cubicBezTo>
                  <a:cubicBezTo>
                    <a:pt x="6083" y="21292"/>
                    <a:pt x="0" y="16476"/>
                    <a:pt x="0" y="10646"/>
                  </a:cubicBezTo>
                  <a:cubicBezTo>
                    <a:pt x="0" y="4816"/>
                    <a:pt x="6083" y="0"/>
                    <a:pt x="13434" y="0"/>
                  </a:cubicBezTo>
                  <a:cubicBezTo>
                    <a:pt x="20785" y="0"/>
                    <a:pt x="26868" y="4816"/>
                    <a:pt x="26868" y="1064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3" name="Freeform: Shape 2812">
              <a:extLst>
                <a:ext uri="{FF2B5EF4-FFF2-40B4-BE49-F238E27FC236}">
                  <a16:creationId xmlns:a16="http://schemas.microsoft.com/office/drawing/2014/main" id="{BC34696E-8C3A-BBF9-8A3B-129946213EDA}"/>
                </a:ext>
              </a:extLst>
            </p:cNvPr>
            <p:cNvSpPr/>
            <p:nvPr/>
          </p:nvSpPr>
          <p:spPr>
            <a:xfrm>
              <a:off x="5173869" y="6412869"/>
              <a:ext cx="27628" cy="21925"/>
            </a:xfrm>
            <a:custGeom>
              <a:avLst/>
              <a:gdLst>
                <a:gd name="connsiteX0" fmla="*/ 27629 w 27628"/>
                <a:gd name="connsiteY0" fmla="*/ 11026 h 21925"/>
                <a:gd name="connsiteX1" fmla="*/ 13814 w 27628"/>
                <a:gd name="connsiteY1" fmla="*/ 21925 h 21925"/>
                <a:gd name="connsiteX2" fmla="*/ 0 w 27628"/>
                <a:gd name="connsiteY2" fmla="*/ 11026 h 21925"/>
                <a:gd name="connsiteX3" fmla="*/ 13814 w 27628"/>
                <a:gd name="connsiteY3" fmla="*/ 0 h 21925"/>
                <a:gd name="connsiteX4" fmla="*/ 27629 w 27628"/>
                <a:gd name="connsiteY4" fmla="*/ 11026 h 2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28" h="21925">
                  <a:moveTo>
                    <a:pt x="27629" y="11026"/>
                  </a:moveTo>
                  <a:cubicBezTo>
                    <a:pt x="27629" y="17109"/>
                    <a:pt x="21418" y="21925"/>
                    <a:pt x="13814" y="21925"/>
                  </a:cubicBezTo>
                  <a:cubicBezTo>
                    <a:pt x="6210" y="21925"/>
                    <a:pt x="0" y="16983"/>
                    <a:pt x="0" y="11026"/>
                  </a:cubicBezTo>
                  <a:cubicBezTo>
                    <a:pt x="0" y="5069"/>
                    <a:pt x="6210" y="0"/>
                    <a:pt x="13814" y="0"/>
                  </a:cubicBezTo>
                  <a:cubicBezTo>
                    <a:pt x="21418" y="0"/>
                    <a:pt x="27629" y="4943"/>
                    <a:pt x="27629" y="1102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4" name="Freeform: Shape 2813">
              <a:extLst>
                <a:ext uri="{FF2B5EF4-FFF2-40B4-BE49-F238E27FC236}">
                  <a16:creationId xmlns:a16="http://schemas.microsoft.com/office/drawing/2014/main" id="{70E94674-7E04-2D4B-9582-E995E1A38793}"/>
                </a:ext>
              </a:extLst>
            </p:cNvPr>
            <p:cNvSpPr/>
            <p:nvPr/>
          </p:nvSpPr>
          <p:spPr>
            <a:xfrm>
              <a:off x="5047641" y="6385114"/>
              <a:ext cx="27628" cy="21925"/>
            </a:xfrm>
            <a:custGeom>
              <a:avLst/>
              <a:gdLst>
                <a:gd name="connsiteX0" fmla="*/ 27628 w 27628"/>
                <a:gd name="connsiteY0" fmla="*/ 11026 h 21925"/>
                <a:gd name="connsiteX1" fmla="*/ 13814 w 27628"/>
                <a:gd name="connsiteY1" fmla="*/ 21925 h 21925"/>
                <a:gd name="connsiteX2" fmla="*/ 0 w 27628"/>
                <a:gd name="connsiteY2" fmla="*/ 11026 h 21925"/>
                <a:gd name="connsiteX3" fmla="*/ 13814 w 27628"/>
                <a:gd name="connsiteY3" fmla="*/ 0 h 21925"/>
                <a:gd name="connsiteX4" fmla="*/ 27628 w 27628"/>
                <a:gd name="connsiteY4" fmla="*/ 11026 h 2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28" h="21925">
                  <a:moveTo>
                    <a:pt x="27628" y="11026"/>
                  </a:moveTo>
                  <a:cubicBezTo>
                    <a:pt x="27628" y="17109"/>
                    <a:pt x="21418" y="21925"/>
                    <a:pt x="13814" y="21925"/>
                  </a:cubicBezTo>
                  <a:cubicBezTo>
                    <a:pt x="6210" y="21925"/>
                    <a:pt x="0" y="16983"/>
                    <a:pt x="0" y="11026"/>
                  </a:cubicBezTo>
                  <a:cubicBezTo>
                    <a:pt x="0" y="5069"/>
                    <a:pt x="6210" y="0"/>
                    <a:pt x="13814" y="0"/>
                  </a:cubicBezTo>
                  <a:cubicBezTo>
                    <a:pt x="21418" y="0"/>
                    <a:pt x="27628" y="4943"/>
                    <a:pt x="27628" y="1102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5" name="Freeform: Shape 2814">
              <a:extLst>
                <a:ext uri="{FF2B5EF4-FFF2-40B4-BE49-F238E27FC236}">
                  <a16:creationId xmlns:a16="http://schemas.microsoft.com/office/drawing/2014/main" id="{05389C69-5A59-23CA-540B-B96303F206F0}"/>
                </a:ext>
              </a:extLst>
            </p:cNvPr>
            <p:cNvSpPr/>
            <p:nvPr/>
          </p:nvSpPr>
          <p:spPr>
            <a:xfrm>
              <a:off x="4922045" y="6353810"/>
              <a:ext cx="28388" cy="22558"/>
            </a:xfrm>
            <a:custGeom>
              <a:avLst/>
              <a:gdLst>
                <a:gd name="connsiteX0" fmla="*/ 28389 w 28388"/>
                <a:gd name="connsiteY0" fmla="*/ 11280 h 22558"/>
                <a:gd name="connsiteX1" fmla="*/ 14194 w 28388"/>
                <a:gd name="connsiteY1" fmla="*/ 22559 h 22558"/>
                <a:gd name="connsiteX2" fmla="*/ 0 w 28388"/>
                <a:gd name="connsiteY2" fmla="*/ 11280 h 22558"/>
                <a:gd name="connsiteX3" fmla="*/ 14194 w 28388"/>
                <a:gd name="connsiteY3" fmla="*/ 0 h 22558"/>
                <a:gd name="connsiteX4" fmla="*/ 28389 w 28388"/>
                <a:gd name="connsiteY4" fmla="*/ 11280 h 22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388" h="22558">
                  <a:moveTo>
                    <a:pt x="28389" y="11280"/>
                  </a:moveTo>
                  <a:cubicBezTo>
                    <a:pt x="28389" y="17490"/>
                    <a:pt x="22052" y="22559"/>
                    <a:pt x="14194" y="22559"/>
                  </a:cubicBezTo>
                  <a:cubicBezTo>
                    <a:pt x="6337" y="22559"/>
                    <a:pt x="0" y="17490"/>
                    <a:pt x="0" y="11280"/>
                  </a:cubicBezTo>
                  <a:cubicBezTo>
                    <a:pt x="0" y="5069"/>
                    <a:pt x="6337" y="0"/>
                    <a:pt x="14194" y="0"/>
                  </a:cubicBezTo>
                  <a:cubicBezTo>
                    <a:pt x="22052" y="0"/>
                    <a:pt x="28389" y="5069"/>
                    <a:pt x="28389" y="1128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6" name="Freeform: Shape 2815">
              <a:extLst>
                <a:ext uri="{FF2B5EF4-FFF2-40B4-BE49-F238E27FC236}">
                  <a16:creationId xmlns:a16="http://schemas.microsoft.com/office/drawing/2014/main" id="{8DF030CB-B3A8-2DF2-FEAF-61BF9E95814F}"/>
                </a:ext>
              </a:extLst>
            </p:cNvPr>
            <p:cNvSpPr/>
            <p:nvPr/>
          </p:nvSpPr>
          <p:spPr>
            <a:xfrm>
              <a:off x="4797971" y="6318958"/>
              <a:ext cx="29276" cy="23192"/>
            </a:xfrm>
            <a:custGeom>
              <a:avLst/>
              <a:gdLst>
                <a:gd name="connsiteX0" fmla="*/ 29276 w 29276"/>
                <a:gd name="connsiteY0" fmla="*/ 11660 h 23192"/>
                <a:gd name="connsiteX1" fmla="*/ 14575 w 29276"/>
                <a:gd name="connsiteY1" fmla="*/ 23193 h 23192"/>
                <a:gd name="connsiteX2" fmla="*/ 0 w 29276"/>
                <a:gd name="connsiteY2" fmla="*/ 11660 h 23192"/>
                <a:gd name="connsiteX3" fmla="*/ 14575 w 29276"/>
                <a:gd name="connsiteY3" fmla="*/ 0 h 23192"/>
                <a:gd name="connsiteX4" fmla="*/ 29276 w 29276"/>
                <a:gd name="connsiteY4" fmla="*/ 11660 h 23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276" h="23192">
                  <a:moveTo>
                    <a:pt x="29276" y="11660"/>
                  </a:moveTo>
                  <a:cubicBezTo>
                    <a:pt x="29276" y="18123"/>
                    <a:pt x="22686" y="23193"/>
                    <a:pt x="14575" y="23193"/>
                  </a:cubicBezTo>
                  <a:cubicBezTo>
                    <a:pt x="6464" y="23193"/>
                    <a:pt x="0" y="17997"/>
                    <a:pt x="0" y="11660"/>
                  </a:cubicBezTo>
                  <a:cubicBezTo>
                    <a:pt x="0" y="5323"/>
                    <a:pt x="6591" y="0"/>
                    <a:pt x="14575" y="0"/>
                  </a:cubicBezTo>
                  <a:cubicBezTo>
                    <a:pt x="22559" y="0"/>
                    <a:pt x="29276" y="5196"/>
                    <a:pt x="29276" y="1166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7" name="Freeform: Shape 2816">
              <a:extLst>
                <a:ext uri="{FF2B5EF4-FFF2-40B4-BE49-F238E27FC236}">
                  <a16:creationId xmlns:a16="http://schemas.microsoft.com/office/drawing/2014/main" id="{5CA40665-DEF5-DF2B-E96A-7592C1415A78}"/>
                </a:ext>
              </a:extLst>
            </p:cNvPr>
            <p:cNvSpPr/>
            <p:nvPr/>
          </p:nvSpPr>
          <p:spPr>
            <a:xfrm>
              <a:off x="4675797" y="6281317"/>
              <a:ext cx="29275" cy="23192"/>
            </a:xfrm>
            <a:custGeom>
              <a:avLst/>
              <a:gdLst>
                <a:gd name="connsiteX0" fmla="*/ 29276 w 29275"/>
                <a:gd name="connsiteY0" fmla="*/ 11533 h 23192"/>
                <a:gd name="connsiteX1" fmla="*/ 14575 w 29275"/>
                <a:gd name="connsiteY1" fmla="*/ 23193 h 23192"/>
                <a:gd name="connsiteX2" fmla="*/ 0 w 29275"/>
                <a:gd name="connsiteY2" fmla="*/ 11533 h 23192"/>
                <a:gd name="connsiteX3" fmla="*/ 14575 w 29275"/>
                <a:gd name="connsiteY3" fmla="*/ 0 h 23192"/>
                <a:gd name="connsiteX4" fmla="*/ 29276 w 29275"/>
                <a:gd name="connsiteY4" fmla="*/ 11533 h 23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275" h="23192">
                  <a:moveTo>
                    <a:pt x="29276" y="11533"/>
                  </a:moveTo>
                  <a:cubicBezTo>
                    <a:pt x="29276" y="17997"/>
                    <a:pt x="22686" y="23193"/>
                    <a:pt x="14575" y="23193"/>
                  </a:cubicBezTo>
                  <a:cubicBezTo>
                    <a:pt x="6464" y="23193"/>
                    <a:pt x="0" y="17997"/>
                    <a:pt x="0" y="11533"/>
                  </a:cubicBezTo>
                  <a:cubicBezTo>
                    <a:pt x="0" y="5069"/>
                    <a:pt x="6590" y="0"/>
                    <a:pt x="14575" y="0"/>
                  </a:cubicBezTo>
                  <a:cubicBezTo>
                    <a:pt x="22559" y="0"/>
                    <a:pt x="29276" y="5196"/>
                    <a:pt x="29276" y="1153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8" name="Freeform: Shape 2817">
              <a:extLst>
                <a:ext uri="{FF2B5EF4-FFF2-40B4-BE49-F238E27FC236}">
                  <a16:creationId xmlns:a16="http://schemas.microsoft.com/office/drawing/2014/main" id="{6DCFDE38-5176-5407-F2D8-F55D87FBC7A3}"/>
                </a:ext>
              </a:extLst>
            </p:cNvPr>
            <p:cNvSpPr/>
            <p:nvPr/>
          </p:nvSpPr>
          <p:spPr>
            <a:xfrm>
              <a:off x="4555018" y="6240001"/>
              <a:ext cx="29783" cy="23573"/>
            </a:xfrm>
            <a:custGeom>
              <a:avLst/>
              <a:gdLst>
                <a:gd name="connsiteX0" fmla="*/ 29783 w 29783"/>
                <a:gd name="connsiteY0" fmla="*/ 11787 h 23573"/>
                <a:gd name="connsiteX1" fmla="*/ 14955 w 29783"/>
                <a:gd name="connsiteY1" fmla="*/ 23573 h 23573"/>
                <a:gd name="connsiteX2" fmla="*/ 0 w 29783"/>
                <a:gd name="connsiteY2" fmla="*/ 11787 h 23573"/>
                <a:gd name="connsiteX3" fmla="*/ 14955 w 29783"/>
                <a:gd name="connsiteY3" fmla="*/ 0 h 23573"/>
                <a:gd name="connsiteX4" fmla="*/ 29783 w 29783"/>
                <a:gd name="connsiteY4" fmla="*/ 11787 h 23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783" h="23573">
                  <a:moveTo>
                    <a:pt x="29783" y="11787"/>
                  </a:moveTo>
                  <a:cubicBezTo>
                    <a:pt x="29783" y="18377"/>
                    <a:pt x="23193" y="23573"/>
                    <a:pt x="14955" y="23573"/>
                  </a:cubicBezTo>
                  <a:cubicBezTo>
                    <a:pt x="6717" y="23573"/>
                    <a:pt x="0" y="18250"/>
                    <a:pt x="0" y="11787"/>
                  </a:cubicBezTo>
                  <a:cubicBezTo>
                    <a:pt x="0" y="5323"/>
                    <a:pt x="6717" y="0"/>
                    <a:pt x="14955" y="0"/>
                  </a:cubicBezTo>
                  <a:cubicBezTo>
                    <a:pt x="23193" y="0"/>
                    <a:pt x="29783" y="5323"/>
                    <a:pt x="29783" y="1178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9" name="Freeform: Shape 2818">
              <a:extLst>
                <a:ext uri="{FF2B5EF4-FFF2-40B4-BE49-F238E27FC236}">
                  <a16:creationId xmlns:a16="http://schemas.microsoft.com/office/drawing/2014/main" id="{07AEE99E-7080-529F-55A4-612A0BBD1438}"/>
                </a:ext>
              </a:extLst>
            </p:cNvPr>
            <p:cNvSpPr/>
            <p:nvPr/>
          </p:nvSpPr>
          <p:spPr>
            <a:xfrm>
              <a:off x="4436266" y="6195771"/>
              <a:ext cx="29909" cy="23573"/>
            </a:xfrm>
            <a:custGeom>
              <a:avLst/>
              <a:gdLst>
                <a:gd name="connsiteX0" fmla="*/ 29910 w 29909"/>
                <a:gd name="connsiteY0" fmla="*/ 11786 h 23573"/>
                <a:gd name="connsiteX1" fmla="*/ 14955 w 29909"/>
                <a:gd name="connsiteY1" fmla="*/ 23573 h 23573"/>
                <a:gd name="connsiteX2" fmla="*/ 0 w 29909"/>
                <a:gd name="connsiteY2" fmla="*/ 11786 h 23573"/>
                <a:gd name="connsiteX3" fmla="*/ 14955 w 29909"/>
                <a:gd name="connsiteY3" fmla="*/ 0 h 23573"/>
                <a:gd name="connsiteX4" fmla="*/ 29910 w 29909"/>
                <a:gd name="connsiteY4" fmla="*/ 11786 h 23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909" h="23573">
                  <a:moveTo>
                    <a:pt x="29910" y="11786"/>
                  </a:moveTo>
                  <a:cubicBezTo>
                    <a:pt x="29910" y="18377"/>
                    <a:pt x="23193" y="23573"/>
                    <a:pt x="14955" y="23573"/>
                  </a:cubicBezTo>
                  <a:cubicBezTo>
                    <a:pt x="6717" y="23573"/>
                    <a:pt x="0" y="18250"/>
                    <a:pt x="0" y="11786"/>
                  </a:cubicBezTo>
                  <a:cubicBezTo>
                    <a:pt x="0" y="5323"/>
                    <a:pt x="6717" y="0"/>
                    <a:pt x="14955" y="0"/>
                  </a:cubicBezTo>
                  <a:cubicBezTo>
                    <a:pt x="23193" y="0"/>
                    <a:pt x="29910" y="5323"/>
                    <a:pt x="29910" y="1178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0" name="Freeform: Shape 2819">
              <a:extLst>
                <a:ext uri="{FF2B5EF4-FFF2-40B4-BE49-F238E27FC236}">
                  <a16:creationId xmlns:a16="http://schemas.microsoft.com/office/drawing/2014/main" id="{DEAC713F-0566-A89E-C7BC-3C4E00944A19}"/>
                </a:ext>
              </a:extLst>
            </p:cNvPr>
            <p:cNvSpPr/>
            <p:nvPr/>
          </p:nvSpPr>
          <p:spPr>
            <a:xfrm>
              <a:off x="4319162" y="6147991"/>
              <a:ext cx="30670" cy="24333"/>
            </a:xfrm>
            <a:custGeom>
              <a:avLst/>
              <a:gdLst>
                <a:gd name="connsiteX0" fmla="*/ 30670 w 30670"/>
                <a:gd name="connsiteY0" fmla="*/ 12167 h 24333"/>
                <a:gd name="connsiteX1" fmla="*/ 15335 w 30670"/>
                <a:gd name="connsiteY1" fmla="*/ 24333 h 24333"/>
                <a:gd name="connsiteX2" fmla="*/ 0 w 30670"/>
                <a:gd name="connsiteY2" fmla="*/ 12167 h 24333"/>
                <a:gd name="connsiteX3" fmla="*/ 15335 w 30670"/>
                <a:gd name="connsiteY3" fmla="*/ 0 h 24333"/>
                <a:gd name="connsiteX4" fmla="*/ 30670 w 30670"/>
                <a:gd name="connsiteY4" fmla="*/ 12167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70" h="24333">
                  <a:moveTo>
                    <a:pt x="30670" y="12167"/>
                  </a:moveTo>
                  <a:cubicBezTo>
                    <a:pt x="30670" y="18884"/>
                    <a:pt x="23826" y="24333"/>
                    <a:pt x="15335" y="24333"/>
                  </a:cubicBezTo>
                  <a:cubicBezTo>
                    <a:pt x="6844" y="24333"/>
                    <a:pt x="0" y="18884"/>
                    <a:pt x="0" y="12167"/>
                  </a:cubicBezTo>
                  <a:cubicBezTo>
                    <a:pt x="0" y="5450"/>
                    <a:pt x="6844" y="0"/>
                    <a:pt x="15335" y="0"/>
                  </a:cubicBezTo>
                  <a:cubicBezTo>
                    <a:pt x="23826" y="0"/>
                    <a:pt x="30670" y="5450"/>
                    <a:pt x="30670" y="121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1" name="Freeform: Shape 2820">
              <a:extLst>
                <a:ext uri="{FF2B5EF4-FFF2-40B4-BE49-F238E27FC236}">
                  <a16:creationId xmlns:a16="http://schemas.microsoft.com/office/drawing/2014/main" id="{916A21E6-CBA1-CCF6-09D1-909A6FB4D1CE}"/>
                </a:ext>
              </a:extLst>
            </p:cNvPr>
            <p:cNvSpPr/>
            <p:nvPr/>
          </p:nvSpPr>
          <p:spPr>
            <a:xfrm>
              <a:off x="4204213" y="6097297"/>
              <a:ext cx="31430" cy="24840"/>
            </a:xfrm>
            <a:custGeom>
              <a:avLst/>
              <a:gdLst>
                <a:gd name="connsiteX0" fmla="*/ 31430 w 31430"/>
                <a:gd name="connsiteY0" fmla="*/ 12420 h 24840"/>
                <a:gd name="connsiteX1" fmla="*/ 15715 w 31430"/>
                <a:gd name="connsiteY1" fmla="*/ 24840 h 24840"/>
                <a:gd name="connsiteX2" fmla="*/ 0 w 31430"/>
                <a:gd name="connsiteY2" fmla="*/ 12420 h 24840"/>
                <a:gd name="connsiteX3" fmla="*/ 15715 w 31430"/>
                <a:gd name="connsiteY3" fmla="*/ 0 h 24840"/>
                <a:gd name="connsiteX4" fmla="*/ 31430 w 31430"/>
                <a:gd name="connsiteY4" fmla="*/ 12420 h 2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30" h="24840">
                  <a:moveTo>
                    <a:pt x="31430" y="12420"/>
                  </a:moveTo>
                  <a:cubicBezTo>
                    <a:pt x="31430" y="19264"/>
                    <a:pt x="24333" y="24840"/>
                    <a:pt x="15715" y="24840"/>
                  </a:cubicBezTo>
                  <a:cubicBezTo>
                    <a:pt x="7097" y="24840"/>
                    <a:pt x="0" y="19264"/>
                    <a:pt x="0" y="12420"/>
                  </a:cubicBezTo>
                  <a:cubicBezTo>
                    <a:pt x="0" y="5576"/>
                    <a:pt x="6970" y="0"/>
                    <a:pt x="15715" y="0"/>
                  </a:cubicBezTo>
                  <a:cubicBezTo>
                    <a:pt x="24460" y="0"/>
                    <a:pt x="31430" y="5576"/>
                    <a:pt x="31430" y="1242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2" name="Freeform: Shape 2821">
              <a:extLst>
                <a:ext uri="{FF2B5EF4-FFF2-40B4-BE49-F238E27FC236}">
                  <a16:creationId xmlns:a16="http://schemas.microsoft.com/office/drawing/2014/main" id="{FAB48062-F67E-7CC0-C345-6D438E68222D}"/>
                </a:ext>
              </a:extLst>
            </p:cNvPr>
            <p:cNvSpPr/>
            <p:nvPr/>
          </p:nvSpPr>
          <p:spPr>
            <a:xfrm>
              <a:off x="4092178" y="6044068"/>
              <a:ext cx="30669" cy="24333"/>
            </a:xfrm>
            <a:custGeom>
              <a:avLst/>
              <a:gdLst>
                <a:gd name="connsiteX0" fmla="*/ 30670 w 30669"/>
                <a:gd name="connsiteY0" fmla="*/ 12167 h 24333"/>
                <a:gd name="connsiteX1" fmla="*/ 15335 w 30669"/>
                <a:gd name="connsiteY1" fmla="*/ 24333 h 24333"/>
                <a:gd name="connsiteX2" fmla="*/ 0 w 30669"/>
                <a:gd name="connsiteY2" fmla="*/ 12167 h 24333"/>
                <a:gd name="connsiteX3" fmla="*/ 15335 w 30669"/>
                <a:gd name="connsiteY3" fmla="*/ 0 h 24333"/>
                <a:gd name="connsiteX4" fmla="*/ 30670 w 30669"/>
                <a:gd name="connsiteY4" fmla="*/ 12167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9" h="24333">
                  <a:moveTo>
                    <a:pt x="30670" y="12167"/>
                  </a:moveTo>
                  <a:cubicBezTo>
                    <a:pt x="30670" y="18884"/>
                    <a:pt x="23826" y="24333"/>
                    <a:pt x="15335" y="24333"/>
                  </a:cubicBezTo>
                  <a:cubicBezTo>
                    <a:pt x="6843" y="24333"/>
                    <a:pt x="0" y="18884"/>
                    <a:pt x="0" y="12167"/>
                  </a:cubicBezTo>
                  <a:cubicBezTo>
                    <a:pt x="0" y="5450"/>
                    <a:pt x="6843" y="0"/>
                    <a:pt x="15335" y="0"/>
                  </a:cubicBezTo>
                  <a:cubicBezTo>
                    <a:pt x="23826" y="0"/>
                    <a:pt x="30670" y="5450"/>
                    <a:pt x="30670" y="121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3" name="Freeform: Shape 2822">
              <a:extLst>
                <a:ext uri="{FF2B5EF4-FFF2-40B4-BE49-F238E27FC236}">
                  <a16:creationId xmlns:a16="http://schemas.microsoft.com/office/drawing/2014/main" id="{9615BF15-5FB2-3394-1608-47AE685AF465}"/>
                </a:ext>
              </a:extLst>
            </p:cNvPr>
            <p:cNvSpPr/>
            <p:nvPr/>
          </p:nvSpPr>
          <p:spPr>
            <a:xfrm>
              <a:off x="3982045" y="5987543"/>
              <a:ext cx="30669" cy="24333"/>
            </a:xfrm>
            <a:custGeom>
              <a:avLst/>
              <a:gdLst>
                <a:gd name="connsiteX0" fmla="*/ 30670 w 30669"/>
                <a:gd name="connsiteY0" fmla="*/ 12167 h 24333"/>
                <a:gd name="connsiteX1" fmla="*/ 15335 w 30669"/>
                <a:gd name="connsiteY1" fmla="*/ 24333 h 24333"/>
                <a:gd name="connsiteX2" fmla="*/ 0 w 30669"/>
                <a:gd name="connsiteY2" fmla="*/ 12167 h 24333"/>
                <a:gd name="connsiteX3" fmla="*/ 15335 w 30669"/>
                <a:gd name="connsiteY3" fmla="*/ 0 h 24333"/>
                <a:gd name="connsiteX4" fmla="*/ 30670 w 30669"/>
                <a:gd name="connsiteY4" fmla="*/ 12167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9" h="24333">
                  <a:moveTo>
                    <a:pt x="30670" y="12167"/>
                  </a:moveTo>
                  <a:cubicBezTo>
                    <a:pt x="30670" y="18884"/>
                    <a:pt x="23826" y="24333"/>
                    <a:pt x="15335" y="24333"/>
                  </a:cubicBezTo>
                  <a:cubicBezTo>
                    <a:pt x="6843" y="24333"/>
                    <a:pt x="0" y="18884"/>
                    <a:pt x="0" y="12167"/>
                  </a:cubicBezTo>
                  <a:cubicBezTo>
                    <a:pt x="0" y="5450"/>
                    <a:pt x="6843" y="0"/>
                    <a:pt x="15335" y="0"/>
                  </a:cubicBezTo>
                  <a:cubicBezTo>
                    <a:pt x="23826" y="0"/>
                    <a:pt x="30670" y="5450"/>
                    <a:pt x="30670" y="121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4" name="Freeform: Shape 2823">
              <a:extLst>
                <a:ext uri="{FF2B5EF4-FFF2-40B4-BE49-F238E27FC236}">
                  <a16:creationId xmlns:a16="http://schemas.microsoft.com/office/drawing/2014/main" id="{C7EA96BD-EABC-2EB3-6D80-92A6D88753DC}"/>
                </a:ext>
              </a:extLst>
            </p:cNvPr>
            <p:cNvSpPr/>
            <p:nvPr/>
          </p:nvSpPr>
          <p:spPr>
            <a:xfrm>
              <a:off x="3874065" y="5927977"/>
              <a:ext cx="31430" cy="24840"/>
            </a:xfrm>
            <a:custGeom>
              <a:avLst/>
              <a:gdLst>
                <a:gd name="connsiteX0" fmla="*/ 31431 w 31430"/>
                <a:gd name="connsiteY0" fmla="*/ 12420 h 24840"/>
                <a:gd name="connsiteX1" fmla="*/ 15716 w 31430"/>
                <a:gd name="connsiteY1" fmla="*/ 24841 h 24840"/>
                <a:gd name="connsiteX2" fmla="*/ 0 w 31430"/>
                <a:gd name="connsiteY2" fmla="*/ 12420 h 24840"/>
                <a:gd name="connsiteX3" fmla="*/ 15716 w 31430"/>
                <a:gd name="connsiteY3" fmla="*/ 0 h 24840"/>
                <a:gd name="connsiteX4" fmla="*/ 31431 w 31430"/>
                <a:gd name="connsiteY4" fmla="*/ 12420 h 2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30" h="24840">
                  <a:moveTo>
                    <a:pt x="31431" y="12420"/>
                  </a:moveTo>
                  <a:cubicBezTo>
                    <a:pt x="31431" y="19264"/>
                    <a:pt x="24333" y="24841"/>
                    <a:pt x="15716" y="24841"/>
                  </a:cubicBezTo>
                  <a:cubicBezTo>
                    <a:pt x="7097" y="24841"/>
                    <a:pt x="0" y="19264"/>
                    <a:pt x="0" y="12420"/>
                  </a:cubicBezTo>
                  <a:cubicBezTo>
                    <a:pt x="0" y="5576"/>
                    <a:pt x="6971" y="0"/>
                    <a:pt x="15716" y="0"/>
                  </a:cubicBezTo>
                  <a:cubicBezTo>
                    <a:pt x="24460" y="0"/>
                    <a:pt x="31431" y="5576"/>
                    <a:pt x="31431" y="1242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5" name="Freeform: Shape 2824">
              <a:extLst>
                <a:ext uri="{FF2B5EF4-FFF2-40B4-BE49-F238E27FC236}">
                  <a16:creationId xmlns:a16="http://schemas.microsoft.com/office/drawing/2014/main" id="{372F93A8-F6CE-8B06-9818-925136586E21}"/>
                </a:ext>
              </a:extLst>
            </p:cNvPr>
            <p:cNvSpPr/>
            <p:nvPr/>
          </p:nvSpPr>
          <p:spPr>
            <a:xfrm>
              <a:off x="3769002" y="5865624"/>
              <a:ext cx="31430" cy="24840"/>
            </a:xfrm>
            <a:custGeom>
              <a:avLst/>
              <a:gdLst>
                <a:gd name="connsiteX0" fmla="*/ 31430 w 31430"/>
                <a:gd name="connsiteY0" fmla="*/ 12420 h 24840"/>
                <a:gd name="connsiteX1" fmla="*/ 15715 w 31430"/>
                <a:gd name="connsiteY1" fmla="*/ 24840 h 24840"/>
                <a:gd name="connsiteX2" fmla="*/ 0 w 31430"/>
                <a:gd name="connsiteY2" fmla="*/ 12420 h 24840"/>
                <a:gd name="connsiteX3" fmla="*/ 15715 w 31430"/>
                <a:gd name="connsiteY3" fmla="*/ 0 h 24840"/>
                <a:gd name="connsiteX4" fmla="*/ 31430 w 31430"/>
                <a:gd name="connsiteY4" fmla="*/ 12420 h 2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30" h="24840">
                  <a:moveTo>
                    <a:pt x="31430" y="12420"/>
                  </a:moveTo>
                  <a:cubicBezTo>
                    <a:pt x="31430" y="19264"/>
                    <a:pt x="24460" y="24840"/>
                    <a:pt x="15715" y="24840"/>
                  </a:cubicBezTo>
                  <a:cubicBezTo>
                    <a:pt x="6970" y="24840"/>
                    <a:pt x="0" y="19264"/>
                    <a:pt x="0" y="12420"/>
                  </a:cubicBezTo>
                  <a:cubicBezTo>
                    <a:pt x="0" y="5576"/>
                    <a:pt x="7097" y="0"/>
                    <a:pt x="15715" y="0"/>
                  </a:cubicBezTo>
                  <a:cubicBezTo>
                    <a:pt x="24333" y="0"/>
                    <a:pt x="31430" y="5576"/>
                    <a:pt x="31430" y="1242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6" name="Freeform: Shape 2825">
              <a:extLst>
                <a:ext uri="{FF2B5EF4-FFF2-40B4-BE49-F238E27FC236}">
                  <a16:creationId xmlns:a16="http://schemas.microsoft.com/office/drawing/2014/main" id="{A09B09F8-7178-D33C-4A77-349E21BB6A80}"/>
                </a:ext>
              </a:extLst>
            </p:cNvPr>
            <p:cNvSpPr/>
            <p:nvPr/>
          </p:nvSpPr>
          <p:spPr>
            <a:xfrm>
              <a:off x="3666599" y="5800354"/>
              <a:ext cx="31937" cy="25347"/>
            </a:xfrm>
            <a:custGeom>
              <a:avLst/>
              <a:gdLst>
                <a:gd name="connsiteX0" fmla="*/ 31937 w 31937"/>
                <a:gd name="connsiteY0" fmla="*/ 12674 h 25347"/>
                <a:gd name="connsiteX1" fmla="*/ 15969 w 31937"/>
                <a:gd name="connsiteY1" fmla="*/ 25347 h 25347"/>
                <a:gd name="connsiteX2" fmla="*/ 0 w 31937"/>
                <a:gd name="connsiteY2" fmla="*/ 12674 h 25347"/>
                <a:gd name="connsiteX3" fmla="*/ 15969 w 31937"/>
                <a:gd name="connsiteY3" fmla="*/ 0 h 25347"/>
                <a:gd name="connsiteX4" fmla="*/ 31937 w 31937"/>
                <a:gd name="connsiteY4" fmla="*/ 12674 h 25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937" h="25347">
                  <a:moveTo>
                    <a:pt x="31937" y="12674"/>
                  </a:moveTo>
                  <a:cubicBezTo>
                    <a:pt x="31937" y="19644"/>
                    <a:pt x="24714" y="25347"/>
                    <a:pt x="15969" y="25347"/>
                  </a:cubicBezTo>
                  <a:cubicBezTo>
                    <a:pt x="7224" y="25347"/>
                    <a:pt x="0" y="19644"/>
                    <a:pt x="0" y="12674"/>
                  </a:cubicBezTo>
                  <a:cubicBezTo>
                    <a:pt x="0" y="5703"/>
                    <a:pt x="7097" y="0"/>
                    <a:pt x="15969" y="0"/>
                  </a:cubicBezTo>
                  <a:cubicBezTo>
                    <a:pt x="24840" y="0"/>
                    <a:pt x="31937" y="5703"/>
                    <a:pt x="31937" y="1267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7" name="Freeform: Shape 2826">
              <a:extLst>
                <a:ext uri="{FF2B5EF4-FFF2-40B4-BE49-F238E27FC236}">
                  <a16:creationId xmlns:a16="http://schemas.microsoft.com/office/drawing/2014/main" id="{2D699C43-79F3-9D5C-1283-C4819D0E3EAB}"/>
                </a:ext>
              </a:extLst>
            </p:cNvPr>
            <p:cNvSpPr/>
            <p:nvPr/>
          </p:nvSpPr>
          <p:spPr>
            <a:xfrm>
              <a:off x="3567111" y="5732677"/>
              <a:ext cx="31937" cy="25347"/>
            </a:xfrm>
            <a:custGeom>
              <a:avLst/>
              <a:gdLst>
                <a:gd name="connsiteX0" fmla="*/ 31938 w 31937"/>
                <a:gd name="connsiteY0" fmla="*/ 12674 h 25347"/>
                <a:gd name="connsiteX1" fmla="*/ 15969 w 31937"/>
                <a:gd name="connsiteY1" fmla="*/ 25347 h 25347"/>
                <a:gd name="connsiteX2" fmla="*/ 0 w 31937"/>
                <a:gd name="connsiteY2" fmla="*/ 12674 h 25347"/>
                <a:gd name="connsiteX3" fmla="*/ 15969 w 31937"/>
                <a:gd name="connsiteY3" fmla="*/ 0 h 25347"/>
                <a:gd name="connsiteX4" fmla="*/ 31938 w 31937"/>
                <a:gd name="connsiteY4" fmla="*/ 12674 h 25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937" h="25347">
                  <a:moveTo>
                    <a:pt x="31938" y="12674"/>
                  </a:moveTo>
                  <a:cubicBezTo>
                    <a:pt x="31938" y="19771"/>
                    <a:pt x="24714" y="25347"/>
                    <a:pt x="15969" y="25347"/>
                  </a:cubicBezTo>
                  <a:cubicBezTo>
                    <a:pt x="7224" y="25347"/>
                    <a:pt x="0" y="19644"/>
                    <a:pt x="0" y="12674"/>
                  </a:cubicBezTo>
                  <a:cubicBezTo>
                    <a:pt x="0" y="5703"/>
                    <a:pt x="7224" y="0"/>
                    <a:pt x="15969" y="0"/>
                  </a:cubicBezTo>
                  <a:cubicBezTo>
                    <a:pt x="24714" y="0"/>
                    <a:pt x="31938" y="5703"/>
                    <a:pt x="31938" y="1267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8" name="Freeform: Shape 2827">
              <a:extLst>
                <a:ext uri="{FF2B5EF4-FFF2-40B4-BE49-F238E27FC236}">
                  <a16:creationId xmlns:a16="http://schemas.microsoft.com/office/drawing/2014/main" id="{6972F195-0BCC-4D97-CF1B-EBBA0AFF0FF9}"/>
                </a:ext>
              </a:extLst>
            </p:cNvPr>
            <p:cNvSpPr/>
            <p:nvPr/>
          </p:nvSpPr>
          <p:spPr>
            <a:xfrm>
              <a:off x="3470665" y="5662592"/>
              <a:ext cx="31430" cy="24840"/>
            </a:xfrm>
            <a:custGeom>
              <a:avLst/>
              <a:gdLst>
                <a:gd name="connsiteX0" fmla="*/ 31430 w 31430"/>
                <a:gd name="connsiteY0" fmla="*/ 12420 h 24840"/>
                <a:gd name="connsiteX1" fmla="*/ 15715 w 31430"/>
                <a:gd name="connsiteY1" fmla="*/ 24841 h 24840"/>
                <a:gd name="connsiteX2" fmla="*/ 0 w 31430"/>
                <a:gd name="connsiteY2" fmla="*/ 12420 h 24840"/>
                <a:gd name="connsiteX3" fmla="*/ 15715 w 31430"/>
                <a:gd name="connsiteY3" fmla="*/ 0 h 24840"/>
                <a:gd name="connsiteX4" fmla="*/ 31430 w 31430"/>
                <a:gd name="connsiteY4" fmla="*/ 12420 h 2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30" h="24840">
                  <a:moveTo>
                    <a:pt x="31430" y="12420"/>
                  </a:moveTo>
                  <a:cubicBezTo>
                    <a:pt x="31430" y="19264"/>
                    <a:pt x="24460" y="24841"/>
                    <a:pt x="15715" y="24841"/>
                  </a:cubicBezTo>
                  <a:cubicBezTo>
                    <a:pt x="6970" y="24841"/>
                    <a:pt x="0" y="19264"/>
                    <a:pt x="0" y="12420"/>
                  </a:cubicBezTo>
                  <a:cubicBezTo>
                    <a:pt x="0" y="5576"/>
                    <a:pt x="7097" y="0"/>
                    <a:pt x="15715" y="0"/>
                  </a:cubicBezTo>
                  <a:cubicBezTo>
                    <a:pt x="24333" y="0"/>
                    <a:pt x="31430" y="5576"/>
                    <a:pt x="31430" y="1242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9" name="Freeform: Shape 2828">
              <a:extLst>
                <a:ext uri="{FF2B5EF4-FFF2-40B4-BE49-F238E27FC236}">
                  <a16:creationId xmlns:a16="http://schemas.microsoft.com/office/drawing/2014/main" id="{5476AB6B-F608-A5A1-5C18-0258F89D1899}"/>
                </a:ext>
              </a:extLst>
            </p:cNvPr>
            <p:cNvSpPr/>
            <p:nvPr/>
          </p:nvSpPr>
          <p:spPr>
            <a:xfrm>
              <a:off x="3377261" y="5589593"/>
              <a:ext cx="31430" cy="24840"/>
            </a:xfrm>
            <a:custGeom>
              <a:avLst/>
              <a:gdLst>
                <a:gd name="connsiteX0" fmla="*/ 31430 w 31430"/>
                <a:gd name="connsiteY0" fmla="*/ 12420 h 24840"/>
                <a:gd name="connsiteX1" fmla="*/ 15715 w 31430"/>
                <a:gd name="connsiteY1" fmla="*/ 24840 h 24840"/>
                <a:gd name="connsiteX2" fmla="*/ 0 w 31430"/>
                <a:gd name="connsiteY2" fmla="*/ 12420 h 24840"/>
                <a:gd name="connsiteX3" fmla="*/ 15715 w 31430"/>
                <a:gd name="connsiteY3" fmla="*/ 0 h 24840"/>
                <a:gd name="connsiteX4" fmla="*/ 31430 w 31430"/>
                <a:gd name="connsiteY4" fmla="*/ 12420 h 2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30" h="24840">
                  <a:moveTo>
                    <a:pt x="31430" y="12420"/>
                  </a:moveTo>
                  <a:cubicBezTo>
                    <a:pt x="31430" y="19264"/>
                    <a:pt x="24333" y="24840"/>
                    <a:pt x="15715" y="24840"/>
                  </a:cubicBezTo>
                  <a:cubicBezTo>
                    <a:pt x="7097" y="24840"/>
                    <a:pt x="0" y="19264"/>
                    <a:pt x="0" y="12420"/>
                  </a:cubicBezTo>
                  <a:cubicBezTo>
                    <a:pt x="0" y="5576"/>
                    <a:pt x="7097" y="0"/>
                    <a:pt x="15715" y="0"/>
                  </a:cubicBezTo>
                  <a:cubicBezTo>
                    <a:pt x="24333" y="0"/>
                    <a:pt x="31430" y="5576"/>
                    <a:pt x="31430" y="1242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0" name="Freeform: Shape 2829">
              <a:extLst>
                <a:ext uri="{FF2B5EF4-FFF2-40B4-BE49-F238E27FC236}">
                  <a16:creationId xmlns:a16="http://schemas.microsoft.com/office/drawing/2014/main" id="{FD9B982B-16AC-09CB-FB75-9A1FFD5574C1}"/>
                </a:ext>
              </a:extLst>
            </p:cNvPr>
            <p:cNvSpPr/>
            <p:nvPr/>
          </p:nvSpPr>
          <p:spPr>
            <a:xfrm>
              <a:off x="3286771" y="5513931"/>
              <a:ext cx="31937" cy="25347"/>
            </a:xfrm>
            <a:custGeom>
              <a:avLst/>
              <a:gdLst>
                <a:gd name="connsiteX0" fmla="*/ 31937 w 31937"/>
                <a:gd name="connsiteY0" fmla="*/ 12674 h 25347"/>
                <a:gd name="connsiteX1" fmla="*/ 15969 w 31937"/>
                <a:gd name="connsiteY1" fmla="*/ 25347 h 25347"/>
                <a:gd name="connsiteX2" fmla="*/ 0 w 31937"/>
                <a:gd name="connsiteY2" fmla="*/ 12674 h 25347"/>
                <a:gd name="connsiteX3" fmla="*/ 15969 w 31937"/>
                <a:gd name="connsiteY3" fmla="*/ 0 h 25347"/>
                <a:gd name="connsiteX4" fmla="*/ 31937 w 31937"/>
                <a:gd name="connsiteY4" fmla="*/ 12674 h 25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937" h="25347">
                  <a:moveTo>
                    <a:pt x="31937" y="12674"/>
                  </a:moveTo>
                  <a:cubicBezTo>
                    <a:pt x="31937" y="19644"/>
                    <a:pt x="24714" y="25347"/>
                    <a:pt x="15969" y="25347"/>
                  </a:cubicBezTo>
                  <a:cubicBezTo>
                    <a:pt x="7224" y="25347"/>
                    <a:pt x="0" y="19644"/>
                    <a:pt x="0" y="12674"/>
                  </a:cubicBezTo>
                  <a:cubicBezTo>
                    <a:pt x="0" y="5703"/>
                    <a:pt x="7097" y="0"/>
                    <a:pt x="15969" y="0"/>
                  </a:cubicBezTo>
                  <a:cubicBezTo>
                    <a:pt x="24840" y="0"/>
                    <a:pt x="31937" y="5703"/>
                    <a:pt x="31937" y="1267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1" name="Freeform: Shape 2830">
              <a:extLst>
                <a:ext uri="{FF2B5EF4-FFF2-40B4-BE49-F238E27FC236}">
                  <a16:creationId xmlns:a16="http://schemas.microsoft.com/office/drawing/2014/main" id="{F180056C-76D6-8050-D84B-61F04D355588}"/>
                </a:ext>
              </a:extLst>
            </p:cNvPr>
            <p:cNvSpPr/>
            <p:nvPr/>
          </p:nvSpPr>
          <p:spPr>
            <a:xfrm>
              <a:off x="3199577" y="5436242"/>
              <a:ext cx="31937" cy="25347"/>
            </a:xfrm>
            <a:custGeom>
              <a:avLst/>
              <a:gdLst>
                <a:gd name="connsiteX0" fmla="*/ 31937 w 31937"/>
                <a:gd name="connsiteY0" fmla="*/ 12674 h 25347"/>
                <a:gd name="connsiteX1" fmla="*/ 15969 w 31937"/>
                <a:gd name="connsiteY1" fmla="*/ 25347 h 25347"/>
                <a:gd name="connsiteX2" fmla="*/ 0 w 31937"/>
                <a:gd name="connsiteY2" fmla="*/ 12674 h 25347"/>
                <a:gd name="connsiteX3" fmla="*/ 15969 w 31937"/>
                <a:gd name="connsiteY3" fmla="*/ 0 h 25347"/>
                <a:gd name="connsiteX4" fmla="*/ 31937 w 31937"/>
                <a:gd name="connsiteY4" fmla="*/ 12674 h 25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937" h="25347">
                  <a:moveTo>
                    <a:pt x="31937" y="12674"/>
                  </a:moveTo>
                  <a:cubicBezTo>
                    <a:pt x="31937" y="19644"/>
                    <a:pt x="24713" y="25347"/>
                    <a:pt x="15969" y="25347"/>
                  </a:cubicBezTo>
                  <a:cubicBezTo>
                    <a:pt x="7224" y="25347"/>
                    <a:pt x="0" y="19644"/>
                    <a:pt x="0" y="12674"/>
                  </a:cubicBezTo>
                  <a:cubicBezTo>
                    <a:pt x="0" y="5703"/>
                    <a:pt x="7224" y="0"/>
                    <a:pt x="15969" y="0"/>
                  </a:cubicBezTo>
                  <a:cubicBezTo>
                    <a:pt x="24713" y="0"/>
                    <a:pt x="31937" y="5703"/>
                    <a:pt x="31937" y="1267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2" name="Freeform: Shape 2831">
              <a:extLst>
                <a:ext uri="{FF2B5EF4-FFF2-40B4-BE49-F238E27FC236}">
                  <a16:creationId xmlns:a16="http://schemas.microsoft.com/office/drawing/2014/main" id="{4EA13B50-54C4-1BA4-BDA4-1C84A87D75DD}"/>
                </a:ext>
              </a:extLst>
            </p:cNvPr>
            <p:cNvSpPr/>
            <p:nvPr/>
          </p:nvSpPr>
          <p:spPr>
            <a:xfrm>
              <a:off x="3116058" y="5356525"/>
              <a:ext cx="31430" cy="24840"/>
            </a:xfrm>
            <a:custGeom>
              <a:avLst/>
              <a:gdLst>
                <a:gd name="connsiteX0" fmla="*/ 31431 w 31430"/>
                <a:gd name="connsiteY0" fmla="*/ 12420 h 24840"/>
                <a:gd name="connsiteX1" fmla="*/ 15715 w 31430"/>
                <a:gd name="connsiteY1" fmla="*/ 24840 h 24840"/>
                <a:gd name="connsiteX2" fmla="*/ 0 w 31430"/>
                <a:gd name="connsiteY2" fmla="*/ 12420 h 24840"/>
                <a:gd name="connsiteX3" fmla="*/ 15715 w 31430"/>
                <a:gd name="connsiteY3" fmla="*/ 0 h 24840"/>
                <a:gd name="connsiteX4" fmla="*/ 31431 w 31430"/>
                <a:gd name="connsiteY4" fmla="*/ 12420 h 2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30" h="24840">
                  <a:moveTo>
                    <a:pt x="31431" y="12420"/>
                  </a:moveTo>
                  <a:cubicBezTo>
                    <a:pt x="31431" y="19264"/>
                    <a:pt x="24460" y="24840"/>
                    <a:pt x="15715" y="24840"/>
                  </a:cubicBezTo>
                  <a:cubicBezTo>
                    <a:pt x="6971" y="24840"/>
                    <a:pt x="0" y="19264"/>
                    <a:pt x="0" y="12420"/>
                  </a:cubicBezTo>
                  <a:cubicBezTo>
                    <a:pt x="0" y="5576"/>
                    <a:pt x="7097" y="0"/>
                    <a:pt x="15715" y="0"/>
                  </a:cubicBezTo>
                  <a:cubicBezTo>
                    <a:pt x="24333" y="0"/>
                    <a:pt x="31431" y="5576"/>
                    <a:pt x="31431" y="1242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3" name="Freeform: Shape 2832">
              <a:extLst>
                <a:ext uri="{FF2B5EF4-FFF2-40B4-BE49-F238E27FC236}">
                  <a16:creationId xmlns:a16="http://schemas.microsoft.com/office/drawing/2014/main" id="{F27DC717-A26A-228A-FADD-A17856483C37}"/>
                </a:ext>
              </a:extLst>
            </p:cNvPr>
            <p:cNvSpPr/>
            <p:nvPr/>
          </p:nvSpPr>
          <p:spPr>
            <a:xfrm>
              <a:off x="3035961" y="5274274"/>
              <a:ext cx="31430" cy="24840"/>
            </a:xfrm>
            <a:custGeom>
              <a:avLst/>
              <a:gdLst>
                <a:gd name="connsiteX0" fmla="*/ 31430 w 31430"/>
                <a:gd name="connsiteY0" fmla="*/ 12420 h 24840"/>
                <a:gd name="connsiteX1" fmla="*/ 15715 w 31430"/>
                <a:gd name="connsiteY1" fmla="*/ 24840 h 24840"/>
                <a:gd name="connsiteX2" fmla="*/ 0 w 31430"/>
                <a:gd name="connsiteY2" fmla="*/ 12420 h 24840"/>
                <a:gd name="connsiteX3" fmla="*/ 15715 w 31430"/>
                <a:gd name="connsiteY3" fmla="*/ 0 h 24840"/>
                <a:gd name="connsiteX4" fmla="*/ 31430 w 31430"/>
                <a:gd name="connsiteY4" fmla="*/ 12420 h 2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30" h="24840">
                  <a:moveTo>
                    <a:pt x="31430" y="12420"/>
                  </a:moveTo>
                  <a:cubicBezTo>
                    <a:pt x="31430" y="19264"/>
                    <a:pt x="24333" y="24840"/>
                    <a:pt x="15715" y="24840"/>
                  </a:cubicBezTo>
                  <a:cubicBezTo>
                    <a:pt x="7097" y="24840"/>
                    <a:pt x="0" y="19264"/>
                    <a:pt x="0" y="12420"/>
                  </a:cubicBezTo>
                  <a:cubicBezTo>
                    <a:pt x="0" y="5576"/>
                    <a:pt x="6971" y="0"/>
                    <a:pt x="15715" y="0"/>
                  </a:cubicBezTo>
                  <a:cubicBezTo>
                    <a:pt x="24460" y="0"/>
                    <a:pt x="31430" y="5576"/>
                    <a:pt x="31430" y="1242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4" name="Freeform: Shape 2833">
              <a:extLst>
                <a:ext uri="{FF2B5EF4-FFF2-40B4-BE49-F238E27FC236}">
                  <a16:creationId xmlns:a16="http://schemas.microsoft.com/office/drawing/2014/main" id="{62652871-50CE-EDAB-695E-C6DE3B8DDA6E}"/>
                </a:ext>
              </a:extLst>
            </p:cNvPr>
            <p:cNvSpPr/>
            <p:nvPr/>
          </p:nvSpPr>
          <p:spPr>
            <a:xfrm>
              <a:off x="2959539" y="5190121"/>
              <a:ext cx="30670" cy="24333"/>
            </a:xfrm>
            <a:custGeom>
              <a:avLst/>
              <a:gdLst>
                <a:gd name="connsiteX0" fmla="*/ 30670 w 30670"/>
                <a:gd name="connsiteY0" fmla="*/ 12167 h 24333"/>
                <a:gd name="connsiteX1" fmla="*/ 15335 w 30670"/>
                <a:gd name="connsiteY1" fmla="*/ 24333 h 24333"/>
                <a:gd name="connsiteX2" fmla="*/ 0 w 30670"/>
                <a:gd name="connsiteY2" fmla="*/ 12167 h 24333"/>
                <a:gd name="connsiteX3" fmla="*/ 15335 w 30670"/>
                <a:gd name="connsiteY3" fmla="*/ 0 h 24333"/>
                <a:gd name="connsiteX4" fmla="*/ 30670 w 30670"/>
                <a:gd name="connsiteY4" fmla="*/ 12167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70" h="24333">
                  <a:moveTo>
                    <a:pt x="30670" y="12167"/>
                  </a:moveTo>
                  <a:cubicBezTo>
                    <a:pt x="30670" y="18884"/>
                    <a:pt x="23826" y="24333"/>
                    <a:pt x="15335" y="24333"/>
                  </a:cubicBezTo>
                  <a:cubicBezTo>
                    <a:pt x="6844" y="24333"/>
                    <a:pt x="0" y="18884"/>
                    <a:pt x="0" y="12167"/>
                  </a:cubicBezTo>
                  <a:cubicBezTo>
                    <a:pt x="0" y="5450"/>
                    <a:pt x="6844" y="0"/>
                    <a:pt x="15335" y="0"/>
                  </a:cubicBezTo>
                  <a:cubicBezTo>
                    <a:pt x="23826" y="0"/>
                    <a:pt x="30670" y="5450"/>
                    <a:pt x="30670" y="121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5" name="Freeform: Shape 2834">
              <a:extLst>
                <a:ext uri="{FF2B5EF4-FFF2-40B4-BE49-F238E27FC236}">
                  <a16:creationId xmlns:a16="http://schemas.microsoft.com/office/drawing/2014/main" id="{3D039DED-AEB2-48C0-0B39-3B0760C302D5}"/>
                </a:ext>
              </a:extLst>
            </p:cNvPr>
            <p:cNvSpPr/>
            <p:nvPr/>
          </p:nvSpPr>
          <p:spPr>
            <a:xfrm>
              <a:off x="2886159" y="5103560"/>
              <a:ext cx="31430" cy="24840"/>
            </a:xfrm>
            <a:custGeom>
              <a:avLst/>
              <a:gdLst>
                <a:gd name="connsiteX0" fmla="*/ 31431 w 31430"/>
                <a:gd name="connsiteY0" fmla="*/ 12420 h 24840"/>
                <a:gd name="connsiteX1" fmla="*/ 15715 w 31430"/>
                <a:gd name="connsiteY1" fmla="*/ 24840 h 24840"/>
                <a:gd name="connsiteX2" fmla="*/ 0 w 31430"/>
                <a:gd name="connsiteY2" fmla="*/ 12420 h 24840"/>
                <a:gd name="connsiteX3" fmla="*/ 15715 w 31430"/>
                <a:gd name="connsiteY3" fmla="*/ 0 h 24840"/>
                <a:gd name="connsiteX4" fmla="*/ 31431 w 31430"/>
                <a:gd name="connsiteY4" fmla="*/ 12420 h 2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30" h="24840">
                  <a:moveTo>
                    <a:pt x="31431" y="12420"/>
                  </a:moveTo>
                  <a:cubicBezTo>
                    <a:pt x="31431" y="19264"/>
                    <a:pt x="24333" y="24840"/>
                    <a:pt x="15715" y="24840"/>
                  </a:cubicBezTo>
                  <a:cubicBezTo>
                    <a:pt x="7097" y="24840"/>
                    <a:pt x="0" y="19264"/>
                    <a:pt x="0" y="12420"/>
                  </a:cubicBezTo>
                  <a:cubicBezTo>
                    <a:pt x="0" y="5576"/>
                    <a:pt x="7097" y="0"/>
                    <a:pt x="15715" y="0"/>
                  </a:cubicBezTo>
                  <a:cubicBezTo>
                    <a:pt x="24333" y="0"/>
                    <a:pt x="31431" y="5576"/>
                    <a:pt x="31431" y="1242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6" name="Freeform: Shape 2835">
              <a:extLst>
                <a:ext uri="{FF2B5EF4-FFF2-40B4-BE49-F238E27FC236}">
                  <a16:creationId xmlns:a16="http://schemas.microsoft.com/office/drawing/2014/main" id="{5F0245B5-7E4F-798D-15E5-E38F65774931}"/>
                </a:ext>
              </a:extLst>
            </p:cNvPr>
            <p:cNvSpPr/>
            <p:nvPr/>
          </p:nvSpPr>
          <p:spPr>
            <a:xfrm>
              <a:off x="2816834" y="5015352"/>
              <a:ext cx="31430" cy="24840"/>
            </a:xfrm>
            <a:custGeom>
              <a:avLst/>
              <a:gdLst>
                <a:gd name="connsiteX0" fmla="*/ 31431 w 31430"/>
                <a:gd name="connsiteY0" fmla="*/ 12420 h 24840"/>
                <a:gd name="connsiteX1" fmla="*/ 15715 w 31430"/>
                <a:gd name="connsiteY1" fmla="*/ 24840 h 24840"/>
                <a:gd name="connsiteX2" fmla="*/ 0 w 31430"/>
                <a:gd name="connsiteY2" fmla="*/ 12420 h 24840"/>
                <a:gd name="connsiteX3" fmla="*/ 15715 w 31430"/>
                <a:gd name="connsiteY3" fmla="*/ 0 h 24840"/>
                <a:gd name="connsiteX4" fmla="*/ 31431 w 31430"/>
                <a:gd name="connsiteY4" fmla="*/ 12420 h 2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30" h="24840">
                  <a:moveTo>
                    <a:pt x="31431" y="12420"/>
                  </a:moveTo>
                  <a:cubicBezTo>
                    <a:pt x="31431" y="19264"/>
                    <a:pt x="24333" y="24840"/>
                    <a:pt x="15715" y="24840"/>
                  </a:cubicBezTo>
                  <a:cubicBezTo>
                    <a:pt x="7097" y="24840"/>
                    <a:pt x="0" y="19264"/>
                    <a:pt x="0" y="12420"/>
                  </a:cubicBezTo>
                  <a:cubicBezTo>
                    <a:pt x="0" y="5576"/>
                    <a:pt x="6971" y="0"/>
                    <a:pt x="15715" y="0"/>
                  </a:cubicBezTo>
                  <a:cubicBezTo>
                    <a:pt x="24460" y="0"/>
                    <a:pt x="31431" y="5576"/>
                    <a:pt x="31431" y="1242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7" name="Freeform: Shape 2836">
              <a:extLst>
                <a:ext uri="{FF2B5EF4-FFF2-40B4-BE49-F238E27FC236}">
                  <a16:creationId xmlns:a16="http://schemas.microsoft.com/office/drawing/2014/main" id="{47DF2B98-994F-16C8-E918-4EF5A54F632B}"/>
                </a:ext>
              </a:extLst>
            </p:cNvPr>
            <p:cNvSpPr/>
            <p:nvPr/>
          </p:nvSpPr>
          <p:spPr>
            <a:xfrm>
              <a:off x="2751565" y="4925496"/>
              <a:ext cx="30670" cy="24333"/>
            </a:xfrm>
            <a:custGeom>
              <a:avLst/>
              <a:gdLst>
                <a:gd name="connsiteX0" fmla="*/ 30670 w 30670"/>
                <a:gd name="connsiteY0" fmla="*/ 12167 h 24333"/>
                <a:gd name="connsiteX1" fmla="*/ 15335 w 30670"/>
                <a:gd name="connsiteY1" fmla="*/ 24333 h 24333"/>
                <a:gd name="connsiteX2" fmla="*/ 0 w 30670"/>
                <a:gd name="connsiteY2" fmla="*/ 12167 h 24333"/>
                <a:gd name="connsiteX3" fmla="*/ 15335 w 30670"/>
                <a:gd name="connsiteY3" fmla="*/ 0 h 24333"/>
                <a:gd name="connsiteX4" fmla="*/ 30670 w 30670"/>
                <a:gd name="connsiteY4" fmla="*/ 12167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70" h="24333">
                  <a:moveTo>
                    <a:pt x="30670" y="12167"/>
                  </a:moveTo>
                  <a:cubicBezTo>
                    <a:pt x="30670" y="18884"/>
                    <a:pt x="23826" y="24333"/>
                    <a:pt x="15335" y="24333"/>
                  </a:cubicBezTo>
                  <a:cubicBezTo>
                    <a:pt x="6844" y="24333"/>
                    <a:pt x="0" y="18884"/>
                    <a:pt x="0" y="12167"/>
                  </a:cubicBezTo>
                  <a:cubicBezTo>
                    <a:pt x="0" y="5450"/>
                    <a:pt x="6844" y="0"/>
                    <a:pt x="15335" y="0"/>
                  </a:cubicBezTo>
                  <a:cubicBezTo>
                    <a:pt x="23826" y="0"/>
                    <a:pt x="30670" y="5450"/>
                    <a:pt x="30670" y="121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8" name="Freeform: Shape 2837">
              <a:extLst>
                <a:ext uri="{FF2B5EF4-FFF2-40B4-BE49-F238E27FC236}">
                  <a16:creationId xmlns:a16="http://schemas.microsoft.com/office/drawing/2014/main" id="{7A4F2827-6E2E-6C6C-C564-64AB71D64667}"/>
                </a:ext>
              </a:extLst>
            </p:cNvPr>
            <p:cNvSpPr/>
            <p:nvPr/>
          </p:nvSpPr>
          <p:spPr>
            <a:xfrm>
              <a:off x="2689971" y="4833739"/>
              <a:ext cx="30670" cy="24333"/>
            </a:xfrm>
            <a:custGeom>
              <a:avLst/>
              <a:gdLst>
                <a:gd name="connsiteX0" fmla="*/ 30670 w 30670"/>
                <a:gd name="connsiteY0" fmla="*/ 12167 h 24333"/>
                <a:gd name="connsiteX1" fmla="*/ 15335 w 30670"/>
                <a:gd name="connsiteY1" fmla="*/ 24333 h 24333"/>
                <a:gd name="connsiteX2" fmla="*/ 0 w 30670"/>
                <a:gd name="connsiteY2" fmla="*/ 12167 h 24333"/>
                <a:gd name="connsiteX3" fmla="*/ 15335 w 30670"/>
                <a:gd name="connsiteY3" fmla="*/ 0 h 24333"/>
                <a:gd name="connsiteX4" fmla="*/ 30670 w 30670"/>
                <a:gd name="connsiteY4" fmla="*/ 12167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70" h="24333">
                  <a:moveTo>
                    <a:pt x="30670" y="12167"/>
                  </a:moveTo>
                  <a:cubicBezTo>
                    <a:pt x="30670" y="18884"/>
                    <a:pt x="23826" y="24333"/>
                    <a:pt x="15335" y="24333"/>
                  </a:cubicBezTo>
                  <a:cubicBezTo>
                    <a:pt x="6844" y="24333"/>
                    <a:pt x="0" y="18884"/>
                    <a:pt x="0" y="12167"/>
                  </a:cubicBezTo>
                  <a:cubicBezTo>
                    <a:pt x="0" y="5450"/>
                    <a:pt x="6844" y="0"/>
                    <a:pt x="15335" y="0"/>
                  </a:cubicBezTo>
                  <a:cubicBezTo>
                    <a:pt x="23826" y="0"/>
                    <a:pt x="30670" y="5450"/>
                    <a:pt x="30670" y="121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9" name="Freeform: Shape 2838">
              <a:extLst>
                <a:ext uri="{FF2B5EF4-FFF2-40B4-BE49-F238E27FC236}">
                  <a16:creationId xmlns:a16="http://schemas.microsoft.com/office/drawing/2014/main" id="{E523CEDC-A933-83EB-1924-5308FD7F6ACD}"/>
                </a:ext>
              </a:extLst>
            </p:cNvPr>
            <p:cNvSpPr/>
            <p:nvPr/>
          </p:nvSpPr>
          <p:spPr>
            <a:xfrm>
              <a:off x="2632560" y="4740588"/>
              <a:ext cx="29909" cy="23699"/>
            </a:xfrm>
            <a:custGeom>
              <a:avLst/>
              <a:gdLst>
                <a:gd name="connsiteX0" fmla="*/ 29910 w 29909"/>
                <a:gd name="connsiteY0" fmla="*/ 11913 h 23699"/>
                <a:gd name="connsiteX1" fmla="*/ 14955 w 29909"/>
                <a:gd name="connsiteY1" fmla="*/ 23700 h 23699"/>
                <a:gd name="connsiteX2" fmla="*/ 0 w 29909"/>
                <a:gd name="connsiteY2" fmla="*/ 11913 h 23699"/>
                <a:gd name="connsiteX3" fmla="*/ 14955 w 29909"/>
                <a:gd name="connsiteY3" fmla="*/ 0 h 23699"/>
                <a:gd name="connsiteX4" fmla="*/ 29910 w 29909"/>
                <a:gd name="connsiteY4" fmla="*/ 11913 h 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909" h="23699">
                  <a:moveTo>
                    <a:pt x="29910" y="11913"/>
                  </a:moveTo>
                  <a:cubicBezTo>
                    <a:pt x="29910" y="18504"/>
                    <a:pt x="23193" y="23700"/>
                    <a:pt x="14955" y="23700"/>
                  </a:cubicBezTo>
                  <a:cubicBezTo>
                    <a:pt x="6717" y="23700"/>
                    <a:pt x="0" y="18377"/>
                    <a:pt x="0" y="11913"/>
                  </a:cubicBezTo>
                  <a:cubicBezTo>
                    <a:pt x="0" y="5450"/>
                    <a:pt x="6717" y="0"/>
                    <a:pt x="14955" y="0"/>
                  </a:cubicBezTo>
                  <a:cubicBezTo>
                    <a:pt x="23193" y="0"/>
                    <a:pt x="29910" y="5323"/>
                    <a:pt x="29910" y="1191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0" name="Freeform: Shape 2839">
              <a:extLst>
                <a:ext uri="{FF2B5EF4-FFF2-40B4-BE49-F238E27FC236}">
                  <a16:creationId xmlns:a16="http://schemas.microsoft.com/office/drawing/2014/main" id="{7FA58A08-72C6-DE7A-22CC-DB86281C1B2F}"/>
                </a:ext>
              </a:extLst>
            </p:cNvPr>
            <p:cNvSpPr/>
            <p:nvPr/>
          </p:nvSpPr>
          <p:spPr>
            <a:xfrm>
              <a:off x="2579204" y="4646170"/>
              <a:ext cx="29276" cy="23192"/>
            </a:xfrm>
            <a:custGeom>
              <a:avLst/>
              <a:gdLst>
                <a:gd name="connsiteX0" fmla="*/ 29276 w 29276"/>
                <a:gd name="connsiteY0" fmla="*/ 11533 h 23192"/>
                <a:gd name="connsiteX1" fmla="*/ 14701 w 29276"/>
                <a:gd name="connsiteY1" fmla="*/ 23193 h 23192"/>
                <a:gd name="connsiteX2" fmla="*/ 0 w 29276"/>
                <a:gd name="connsiteY2" fmla="*/ 11533 h 23192"/>
                <a:gd name="connsiteX3" fmla="*/ 14701 w 29276"/>
                <a:gd name="connsiteY3" fmla="*/ 0 h 23192"/>
                <a:gd name="connsiteX4" fmla="*/ 29276 w 29276"/>
                <a:gd name="connsiteY4" fmla="*/ 11533 h 23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276" h="23192">
                  <a:moveTo>
                    <a:pt x="29276" y="11533"/>
                  </a:moveTo>
                  <a:cubicBezTo>
                    <a:pt x="29276" y="17996"/>
                    <a:pt x="22686" y="23193"/>
                    <a:pt x="14701" y="23193"/>
                  </a:cubicBezTo>
                  <a:cubicBezTo>
                    <a:pt x="6717" y="23193"/>
                    <a:pt x="0" y="17996"/>
                    <a:pt x="0" y="11533"/>
                  </a:cubicBezTo>
                  <a:cubicBezTo>
                    <a:pt x="0" y="5069"/>
                    <a:pt x="6590" y="0"/>
                    <a:pt x="14701" y="0"/>
                  </a:cubicBezTo>
                  <a:cubicBezTo>
                    <a:pt x="22813" y="0"/>
                    <a:pt x="29276" y="5196"/>
                    <a:pt x="29276" y="1153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1" name="Freeform: Shape 2840">
              <a:extLst>
                <a:ext uri="{FF2B5EF4-FFF2-40B4-BE49-F238E27FC236}">
                  <a16:creationId xmlns:a16="http://schemas.microsoft.com/office/drawing/2014/main" id="{9073C296-7248-4E09-3D09-8FFAFB6A34FC}"/>
                </a:ext>
              </a:extLst>
            </p:cNvPr>
            <p:cNvSpPr/>
            <p:nvPr/>
          </p:nvSpPr>
          <p:spPr>
            <a:xfrm>
              <a:off x="2529524" y="4549724"/>
              <a:ext cx="29275" cy="23192"/>
            </a:xfrm>
            <a:custGeom>
              <a:avLst/>
              <a:gdLst>
                <a:gd name="connsiteX0" fmla="*/ 29276 w 29275"/>
                <a:gd name="connsiteY0" fmla="*/ 11660 h 23192"/>
                <a:gd name="connsiteX1" fmla="*/ 14575 w 29275"/>
                <a:gd name="connsiteY1" fmla="*/ 23193 h 23192"/>
                <a:gd name="connsiteX2" fmla="*/ 0 w 29275"/>
                <a:gd name="connsiteY2" fmla="*/ 11660 h 23192"/>
                <a:gd name="connsiteX3" fmla="*/ 14575 w 29275"/>
                <a:gd name="connsiteY3" fmla="*/ 0 h 23192"/>
                <a:gd name="connsiteX4" fmla="*/ 29276 w 29275"/>
                <a:gd name="connsiteY4" fmla="*/ 11660 h 23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275" h="23192">
                  <a:moveTo>
                    <a:pt x="29276" y="11660"/>
                  </a:moveTo>
                  <a:cubicBezTo>
                    <a:pt x="29276" y="18123"/>
                    <a:pt x="22686" y="23193"/>
                    <a:pt x="14575" y="23193"/>
                  </a:cubicBezTo>
                  <a:cubicBezTo>
                    <a:pt x="6464" y="23193"/>
                    <a:pt x="0" y="17997"/>
                    <a:pt x="0" y="11660"/>
                  </a:cubicBezTo>
                  <a:cubicBezTo>
                    <a:pt x="0" y="5323"/>
                    <a:pt x="6590" y="0"/>
                    <a:pt x="14575" y="0"/>
                  </a:cubicBezTo>
                  <a:cubicBezTo>
                    <a:pt x="22559" y="0"/>
                    <a:pt x="29276" y="5196"/>
                    <a:pt x="29276" y="1166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2" name="Freeform: Shape 2841">
              <a:extLst>
                <a:ext uri="{FF2B5EF4-FFF2-40B4-BE49-F238E27FC236}">
                  <a16:creationId xmlns:a16="http://schemas.microsoft.com/office/drawing/2014/main" id="{FFAD4E41-B58E-B131-A7AF-78BEB8594698}"/>
                </a:ext>
              </a:extLst>
            </p:cNvPr>
            <p:cNvSpPr/>
            <p:nvPr/>
          </p:nvSpPr>
          <p:spPr>
            <a:xfrm>
              <a:off x="2484406" y="4452644"/>
              <a:ext cx="28388" cy="22558"/>
            </a:xfrm>
            <a:custGeom>
              <a:avLst/>
              <a:gdLst>
                <a:gd name="connsiteX0" fmla="*/ 28389 w 28388"/>
                <a:gd name="connsiteY0" fmla="*/ 11280 h 22558"/>
                <a:gd name="connsiteX1" fmla="*/ 14194 w 28388"/>
                <a:gd name="connsiteY1" fmla="*/ 22559 h 22558"/>
                <a:gd name="connsiteX2" fmla="*/ 0 w 28388"/>
                <a:gd name="connsiteY2" fmla="*/ 11280 h 22558"/>
                <a:gd name="connsiteX3" fmla="*/ 14194 w 28388"/>
                <a:gd name="connsiteY3" fmla="*/ 0 h 22558"/>
                <a:gd name="connsiteX4" fmla="*/ 28389 w 28388"/>
                <a:gd name="connsiteY4" fmla="*/ 11280 h 22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388" h="22558">
                  <a:moveTo>
                    <a:pt x="28389" y="11280"/>
                  </a:moveTo>
                  <a:cubicBezTo>
                    <a:pt x="28389" y="17490"/>
                    <a:pt x="22052" y="22559"/>
                    <a:pt x="14194" y="22559"/>
                  </a:cubicBezTo>
                  <a:cubicBezTo>
                    <a:pt x="6337" y="22559"/>
                    <a:pt x="0" y="17490"/>
                    <a:pt x="0" y="11280"/>
                  </a:cubicBezTo>
                  <a:cubicBezTo>
                    <a:pt x="0" y="5070"/>
                    <a:pt x="6337" y="0"/>
                    <a:pt x="14194" y="0"/>
                  </a:cubicBezTo>
                  <a:cubicBezTo>
                    <a:pt x="22052" y="0"/>
                    <a:pt x="28389" y="5070"/>
                    <a:pt x="28389" y="1128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3" name="Freeform: Shape 2842">
              <a:extLst>
                <a:ext uri="{FF2B5EF4-FFF2-40B4-BE49-F238E27FC236}">
                  <a16:creationId xmlns:a16="http://schemas.microsoft.com/office/drawing/2014/main" id="{A7AE2EFF-2773-F217-681E-A17F4C00FC8D}"/>
                </a:ext>
              </a:extLst>
            </p:cNvPr>
            <p:cNvSpPr/>
            <p:nvPr/>
          </p:nvSpPr>
          <p:spPr>
            <a:xfrm>
              <a:off x="2442963" y="4353917"/>
              <a:ext cx="28515" cy="22558"/>
            </a:xfrm>
            <a:custGeom>
              <a:avLst/>
              <a:gdLst>
                <a:gd name="connsiteX0" fmla="*/ 28516 w 28515"/>
                <a:gd name="connsiteY0" fmla="*/ 11279 h 22558"/>
                <a:gd name="connsiteX1" fmla="*/ 14195 w 28515"/>
                <a:gd name="connsiteY1" fmla="*/ 22559 h 22558"/>
                <a:gd name="connsiteX2" fmla="*/ 0 w 28515"/>
                <a:gd name="connsiteY2" fmla="*/ 11279 h 22558"/>
                <a:gd name="connsiteX3" fmla="*/ 14195 w 28515"/>
                <a:gd name="connsiteY3" fmla="*/ 0 h 22558"/>
                <a:gd name="connsiteX4" fmla="*/ 28516 w 28515"/>
                <a:gd name="connsiteY4" fmla="*/ 11279 h 22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15" h="22558">
                  <a:moveTo>
                    <a:pt x="28516" y="11279"/>
                  </a:moveTo>
                  <a:cubicBezTo>
                    <a:pt x="28516" y="17489"/>
                    <a:pt x="22179" y="22559"/>
                    <a:pt x="14195" y="22559"/>
                  </a:cubicBezTo>
                  <a:cubicBezTo>
                    <a:pt x="6210" y="22559"/>
                    <a:pt x="0" y="17489"/>
                    <a:pt x="0" y="11279"/>
                  </a:cubicBezTo>
                  <a:cubicBezTo>
                    <a:pt x="0" y="5069"/>
                    <a:pt x="6337" y="0"/>
                    <a:pt x="14195" y="0"/>
                  </a:cubicBezTo>
                  <a:cubicBezTo>
                    <a:pt x="22052" y="0"/>
                    <a:pt x="28516" y="5069"/>
                    <a:pt x="28516" y="1127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4" name="Freeform: Shape 2843">
              <a:extLst>
                <a:ext uri="{FF2B5EF4-FFF2-40B4-BE49-F238E27FC236}">
                  <a16:creationId xmlns:a16="http://schemas.microsoft.com/office/drawing/2014/main" id="{B6C12ADE-C589-3E9B-1CFB-AB998D8217D6}"/>
                </a:ext>
              </a:extLst>
            </p:cNvPr>
            <p:cNvSpPr/>
            <p:nvPr/>
          </p:nvSpPr>
          <p:spPr>
            <a:xfrm>
              <a:off x="2406336" y="4254556"/>
              <a:ext cx="27628" cy="21925"/>
            </a:xfrm>
            <a:custGeom>
              <a:avLst/>
              <a:gdLst>
                <a:gd name="connsiteX0" fmla="*/ 27629 w 27628"/>
                <a:gd name="connsiteY0" fmla="*/ 10899 h 21925"/>
                <a:gd name="connsiteX1" fmla="*/ 13814 w 27628"/>
                <a:gd name="connsiteY1" fmla="*/ 21925 h 21925"/>
                <a:gd name="connsiteX2" fmla="*/ 0 w 27628"/>
                <a:gd name="connsiteY2" fmla="*/ 10899 h 21925"/>
                <a:gd name="connsiteX3" fmla="*/ 13814 w 27628"/>
                <a:gd name="connsiteY3" fmla="*/ 0 h 21925"/>
                <a:gd name="connsiteX4" fmla="*/ 27629 w 27628"/>
                <a:gd name="connsiteY4" fmla="*/ 10899 h 2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28" h="21925">
                  <a:moveTo>
                    <a:pt x="27629" y="10899"/>
                  </a:moveTo>
                  <a:cubicBezTo>
                    <a:pt x="27629" y="16983"/>
                    <a:pt x="21418" y="21925"/>
                    <a:pt x="13814" y="21925"/>
                  </a:cubicBezTo>
                  <a:cubicBezTo>
                    <a:pt x="6210" y="21925"/>
                    <a:pt x="0" y="16983"/>
                    <a:pt x="0" y="10899"/>
                  </a:cubicBezTo>
                  <a:cubicBezTo>
                    <a:pt x="0" y="4816"/>
                    <a:pt x="6210" y="0"/>
                    <a:pt x="13814" y="0"/>
                  </a:cubicBezTo>
                  <a:cubicBezTo>
                    <a:pt x="21418" y="0"/>
                    <a:pt x="27629" y="4943"/>
                    <a:pt x="27629" y="1089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5" name="Freeform: Shape 2844">
              <a:extLst>
                <a:ext uri="{FF2B5EF4-FFF2-40B4-BE49-F238E27FC236}">
                  <a16:creationId xmlns:a16="http://schemas.microsoft.com/office/drawing/2014/main" id="{A726D233-AF5E-9DAB-4092-98DC978C6E54}"/>
                </a:ext>
              </a:extLst>
            </p:cNvPr>
            <p:cNvSpPr/>
            <p:nvPr/>
          </p:nvSpPr>
          <p:spPr>
            <a:xfrm>
              <a:off x="2373765" y="4154181"/>
              <a:ext cx="26867" cy="21291"/>
            </a:xfrm>
            <a:custGeom>
              <a:avLst/>
              <a:gdLst>
                <a:gd name="connsiteX0" fmla="*/ 26868 w 26867"/>
                <a:gd name="connsiteY0" fmla="*/ 10646 h 21291"/>
                <a:gd name="connsiteX1" fmla="*/ 13434 w 26867"/>
                <a:gd name="connsiteY1" fmla="*/ 21292 h 21291"/>
                <a:gd name="connsiteX2" fmla="*/ 0 w 26867"/>
                <a:gd name="connsiteY2" fmla="*/ 10646 h 21291"/>
                <a:gd name="connsiteX3" fmla="*/ 13434 w 26867"/>
                <a:gd name="connsiteY3" fmla="*/ 0 h 21291"/>
                <a:gd name="connsiteX4" fmla="*/ 26868 w 26867"/>
                <a:gd name="connsiteY4" fmla="*/ 10646 h 2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67" h="21291">
                  <a:moveTo>
                    <a:pt x="26868" y="10646"/>
                  </a:moveTo>
                  <a:cubicBezTo>
                    <a:pt x="26868" y="16476"/>
                    <a:pt x="20785" y="21292"/>
                    <a:pt x="13434" y="21292"/>
                  </a:cubicBezTo>
                  <a:cubicBezTo>
                    <a:pt x="6083" y="21292"/>
                    <a:pt x="0" y="16476"/>
                    <a:pt x="0" y="10646"/>
                  </a:cubicBezTo>
                  <a:cubicBezTo>
                    <a:pt x="0" y="4816"/>
                    <a:pt x="6083" y="0"/>
                    <a:pt x="13434" y="0"/>
                  </a:cubicBezTo>
                  <a:cubicBezTo>
                    <a:pt x="20785" y="0"/>
                    <a:pt x="26868" y="4816"/>
                    <a:pt x="26868" y="1064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6" name="Freeform: Shape 2845">
              <a:extLst>
                <a:ext uri="{FF2B5EF4-FFF2-40B4-BE49-F238E27FC236}">
                  <a16:creationId xmlns:a16="http://schemas.microsoft.com/office/drawing/2014/main" id="{62246B6C-AC43-BD80-D40B-46F8D6DA7654}"/>
                </a:ext>
              </a:extLst>
            </p:cNvPr>
            <p:cNvSpPr/>
            <p:nvPr/>
          </p:nvSpPr>
          <p:spPr>
            <a:xfrm>
              <a:off x="2345503" y="4052919"/>
              <a:ext cx="26360" cy="20784"/>
            </a:xfrm>
            <a:custGeom>
              <a:avLst/>
              <a:gdLst>
                <a:gd name="connsiteX0" fmla="*/ 26361 w 26360"/>
                <a:gd name="connsiteY0" fmla="*/ 10392 h 20784"/>
                <a:gd name="connsiteX1" fmla="*/ 13180 w 26360"/>
                <a:gd name="connsiteY1" fmla="*/ 20784 h 20784"/>
                <a:gd name="connsiteX2" fmla="*/ 0 w 26360"/>
                <a:gd name="connsiteY2" fmla="*/ 10392 h 20784"/>
                <a:gd name="connsiteX3" fmla="*/ 13180 w 26360"/>
                <a:gd name="connsiteY3" fmla="*/ 0 h 20784"/>
                <a:gd name="connsiteX4" fmla="*/ 26361 w 26360"/>
                <a:gd name="connsiteY4" fmla="*/ 10392 h 20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60" h="20784">
                  <a:moveTo>
                    <a:pt x="26361" y="10392"/>
                  </a:moveTo>
                  <a:cubicBezTo>
                    <a:pt x="26361" y="16222"/>
                    <a:pt x="20404" y="20784"/>
                    <a:pt x="13180" y="20784"/>
                  </a:cubicBezTo>
                  <a:cubicBezTo>
                    <a:pt x="5956" y="20784"/>
                    <a:pt x="0" y="16095"/>
                    <a:pt x="0" y="10392"/>
                  </a:cubicBezTo>
                  <a:cubicBezTo>
                    <a:pt x="0" y="4689"/>
                    <a:pt x="5830" y="0"/>
                    <a:pt x="13180" y="0"/>
                  </a:cubicBezTo>
                  <a:cubicBezTo>
                    <a:pt x="20531" y="0"/>
                    <a:pt x="26361" y="4689"/>
                    <a:pt x="26361" y="1039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7" name="Freeform: Shape 2846">
              <a:extLst>
                <a:ext uri="{FF2B5EF4-FFF2-40B4-BE49-F238E27FC236}">
                  <a16:creationId xmlns:a16="http://schemas.microsoft.com/office/drawing/2014/main" id="{47F87690-DD4F-09DB-23A4-9692E9304334}"/>
                </a:ext>
              </a:extLst>
            </p:cNvPr>
            <p:cNvSpPr/>
            <p:nvPr/>
          </p:nvSpPr>
          <p:spPr>
            <a:xfrm>
              <a:off x="2321297" y="3950770"/>
              <a:ext cx="26361" cy="20784"/>
            </a:xfrm>
            <a:custGeom>
              <a:avLst/>
              <a:gdLst>
                <a:gd name="connsiteX0" fmla="*/ 26361 w 26361"/>
                <a:gd name="connsiteY0" fmla="*/ 10392 h 20784"/>
                <a:gd name="connsiteX1" fmla="*/ 13180 w 26361"/>
                <a:gd name="connsiteY1" fmla="*/ 20784 h 20784"/>
                <a:gd name="connsiteX2" fmla="*/ 0 w 26361"/>
                <a:gd name="connsiteY2" fmla="*/ 10392 h 20784"/>
                <a:gd name="connsiteX3" fmla="*/ 13180 w 26361"/>
                <a:gd name="connsiteY3" fmla="*/ 0 h 20784"/>
                <a:gd name="connsiteX4" fmla="*/ 26361 w 26361"/>
                <a:gd name="connsiteY4" fmla="*/ 10392 h 20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61" h="20784">
                  <a:moveTo>
                    <a:pt x="26361" y="10392"/>
                  </a:moveTo>
                  <a:cubicBezTo>
                    <a:pt x="26361" y="16222"/>
                    <a:pt x="20404" y="20784"/>
                    <a:pt x="13180" y="20784"/>
                  </a:cubicBezTo>
                  <a:cubicBezTo>
                    <a:pt x="5957" y="20784"/>
                    <a:pt x="0" y="16095"/>
                    <a:pt x="0" y="10392"/>
                  </a:cubicBezTo>
                  <a:cubicBezTo>
                    <a:pt x="0" y="4689"/>
                    <a:pt x="5830" y="0"/>
                    <a:pt x="13180" y="0"/>
                  </a:cubicBezTo>
                  <a:cubicBezTo>
                    <a:pt x="20531" y="0"/>
                    <a:pt x="26361" y="4689"/>
                    <a:pt x="26361" y="1039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8" name="Freeform: Shape 2847">
              <a:extLst>
                <a:ext uri="{FF2B5EF4-FFF2-40B4-BE49-F238E27FC236}">
                  <a16:creationId xmlns:a16="http://schemas.microsoft.com/office/drawing/2014/main" id="{8F768D66-26F4-F010-F0B4-4338D1407264}"/>
                </a:ext>
              </a:extLst>
            </p:cNvPr>
            <p:cNvSpPr/>
            <p:nvPr/>
          </p:nvSpPr>
          <p:spPr>
            <a:xfrm>
              <a:off x="2301779" y="3848240"/>
              <a:ext cx="25600" cy="20277"/>
            </a:xfrm>
            <a:custGeom>
              <a:avLst/>
              <a:gdLst>
                <a:gd name="connsiteX0" fmla="*/ 25601 w 25600"/>
                <a:gd name="connsiteY0" fmla="*/ 10139 h 20277"/>
                <a:gd name="connsiteX1" fmla="*/ 12800 w 25600"/>
                <a:gd name="connsiteY1" fmla="*/ 20278 h 20277"/>
                <a:gd name="connsiteX2" fmla="*/ 0 w 25600"/>
                <a:gd name="connsiteY2" fmla="*/ 10139 h 20277"/>
                <a:gd name="connsiteX3" fmla="*/ 12800 w 25600"/>
                <a:gd name="connsiteY3" fmla="*/ 0 h 20277"/>
                <a:gd name="connsiteX4" fmla="*/ 25601 w 25600"/>
                <a:gd name="connsiteY4" fmla="*/ 10139 h 2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00" h="20277">
                  <a:moveTo>
                    <a:pt x="25601" y="10139"/>
                  </a:moveTo>
                  <a:cubicBezTo>
                    <a:pt x="25601" y="15716"/>
                    <a:pt x="19898" y="20278"/>
                    <a:pt x="12800" y="20278"/>
                  </a:cubicBezTo>
                  <a:cubicBezTo>
                    <a:pt x="5703" y="20278"/>
                    <a:pt x="0" y="15716"/>
                    <a:pt x="0" y="10139"/>
                  </a:cubicBezTo>
                  <a:cubicBezTo>
                    <a:pt x="0" y="4563"/>
                    <a:pt x="5703" y="0"/>
                    <a:pt x="12800" y="0"/>
                  </a:cubicBezTo>
                  <a:cubicBezTo>
                    <a:pt x="19898" y="0"/>
                    <a:pt x="25601" y="4563"/>
                    <a:pt x="25601" y="1013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9" name="Freeform: Shape 2848">
              <a:extLst>
                <a:ext uri="{FF2B5EF4-FFF2-40B4-BE49-F238E27FC236}">
                  <a16:creationId xmlns:a16="http://schemas.microsoft.com/office/drawing/2014/main" id="{B9C2423F-DA77-2DE6-7D8A-3D7D874E8831}"/>
                </a:ext>
              </a:extLst>
            </p:cNvPr>
            <p:cNvSpPr/>
            <p:nvPr/>
          </p:nvSpPr>
          <p:spPr>
            <a:xfrm>
              <a:off x="2286697" y="3745331"/>
              <a:ext cx="24840" cy="19644"/>
            </a:xfrm>
            <a:custGeom>
              <a:avLst/>
              <a:gdLst>
                <a:gd name="connsiteX0" fmla="*/ 24840 w 24840"/>
                <a:gd name="connsiteY0" fmla="*/ 9759 h 19644"/>
                <a:gd name="connsiteX1" fmla="*/ 12420 w 24840"/>
                <a:gd name="connsiteY1" fmla="*/ 19644 h 19644"/>
                <a:gd name="connsiteX2" fmla="*/ 0 w 24840"/>
                <a:gd name="connsiteY2" fmla="*/ 9759 h 19644"/>
                <a:gd name="connsiteX3" fmla="*/ 12420 w 24840"/>
                <a:gd name="connsiteY3" fmla="*/ 0 h 19644"/>
                <a:gd name="connsiteX4" fmla="*/ 24840 w 24840"/>
                <a:gd name="connsiteY4" fmla="*/ 9759 h 19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840" h="19644">
                  <a:moveTo>
                    <a:pt x="24840" y="9759"/>
                  </a:moveTo>
                  <a:cubicBezTo>
                    <a:pt x="24840" y="15208"/>
                    <a:pt x="19264" y="19644"/>
                    <a:pt x="12420" y="19644"/>
                  </a:cubicBezTo>
                  <a:cubicBezTo>
                    <a:pt x="5576" y="19644"/>
                    <a:pt x="0" y="15208"/>
                    <a:pt x="0" y="9759"/>
                  </a:cubicBezTo>
                  <a:cubicBezTo>
                    <a:pt x="0" y="4309"/>
                    <a:pt x="5576" y="0"/>
                    <a:pt x="12420" y="0"/>
                  </a:cubicBezTo>
                  <a:cubicBezTo>
                    <a:pt x="19264" y="0"/>
                    <a:pt x="24840" y="4436"/>
                    <a:pt x="24840" y="975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0" name="Freeform: Shape 2849">
              <a:extLst>
                <a:ext uri="{FF2B5EF4-FFF2-40B4-BE49-F238E27FC236}">
                  <a16:creationId xmlns:a16="http://schemas.microsoft.com/office/drawing/2014/main" id="{D4934C84-D93A-7046-D705-64341C310B2A}"/>
                </a:ext>
              </a:extLst>
            </p:cNvPr>
            <p:cNvSpPr/>
            <p:nvPr/>
          </p:nvSpPr>
          <p:spPr>
            <a:xfrm>
              <a:off x="2275925" y="3641914"/>
              <a:ext cx="24079" cy="19010"/>
            </a:xfrm>
            <a:custGeom>
              <a:avLst/>
              <a:gdLst>
                <a:gd name="connsiteX0" fmla="*/ 24080 w 24079"/>
                <a:gd name="connsiteY0" fmla="*/ 9505 h 19010"/>
                <a:gd name="connsiteX1" fmla="*/ 12040 w 24079"/>
                <a:gd name="connsiteY1" fmla="*/ 19010 h 19010"/>
                <a:gd name="connsiteX2" fmla="*/ 0 w 24079"/>
                <a:gd name="connsiteY2" fmla="*/ 9505 h 19010"/>
                <a:gd name="connsiteX3" fmla="*/ 12040 w 24079"/>
                <a:gd name="connsiteY3" fmla="*/ 0 h 19010"/>
                <a:gd name="connsiteX4" fmla="*/ 24080 w 24079"/>
                <a:gd name="connsiteY4" fmla="*/ 9505 h 19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79" h="19010">
                  <a:moveTo>
                    <a:pt x="24080" y="9505"/>
                  </a:moveTo>
                  <a:cubicBezTo>
                    <a:pt x="24080" y="14701"/>
                    <a:pt x="18757" y="19010"/>
                    <a:pt x="12040" y="19010"/>
                  </a:cubicBezTo>
                  <a:cubicBezTo>
                    <a:pt x="5323" y="19010"/>
                    <a:pt x="0" y="14701"/>
                    <a:pt x="0" y="9505"/>
                  </a:cubicBezTo>
                  <a:cubicBezTo>
                    <a:pt x="0" y="4309"/>
                    <a:pt x="5323" y="0"/>
                    <a:pt x="12040" y="0"/>
                  </a:cubicBezTo>
                  <a:cubicBezTo>
                    <a:pt x="18757" y="0"/>
                    <a:pt x="24080" y="4309"/>
                    <a:pt x="24080" y="950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1" name="Freeform: Shape 2850">
              <a:extLst>
                <a:ext uri="{FF2B5EF4-FFF2-40B4-BE49-F238E27FC236}">
                  <a16:creationId xmlns:a16="http://schemas.microsoft.com/office/drawing/2014/main" id="{34B997B8-6443-1CDB-C5C8-397EFF96171C}"/>
                </a:ext>
              </a:extLst>
            </p:cNvPr>
            <p:cNvSpPr/>
            <p:nvPr/>
          </p:nvSpPr>
          <p:spPr>
            <a:xfrm>
              <a:off x="2269842" y="3538371"/>
              <a:ext cx="23319" cy="18503"/>
            </a:xfrm>
            <a:custGeom>
              <a:avLst/>
              <a:gdLst>
                <a:gd name="connsiteX0" fmla="*/ 23319 w 23319"/>
                <a:gd name="connsiteY0" fmla="*/ 9251 h 18503"/>
                <a:gd name="connsiteX1" fmla="*/ 11660 w 23319"/>
                <a:gd name="connsiteY1" fmla="*/ 18503 h 18503"/>
                <a:gd name="connsiteX2" fmla="*/ 0 w 23319"/>
                <a:gd name="connsiteY2" fmla="*/ 9251 h 18503"/>
                <a:gd name="connsiteX3" fmla="*/ 11660 w 23319"/>
                <a:gd name="connsiteY3" fmla="*/ 0 h 18503"/>
                <a:gd name="connsiteX4" fmla="*/ 23319 w 23319"/>
                <a:gd name="connsiteY4" fmla="*/ 9251 h 18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319" h="18503">
                  <a:moveTo>
                    <a:pt x="23319" y="9251"/>
                  </a:moveTo>
                  <a:cubicBezTo>
                    <a:pt x="23319" y="14321"/>
                    <a:pt x="18123" y="18503"/>
                    <a:pt x="11660" y="18503"/>
                  </a:cubicBezTo>
                  <a:cubicBezTo>
                    <a:pt x="5196" y="18503"/>
                    <a:pt x="0" y="14321"/>
                    <a:pt x="0" y="9251"/>
                  </a:cubicBezTo>
                  <a:cubicBezTo>
                    <a:pt x="0" y="4182"/>
                    <a:pt x="5196" y="0"/>
                    <a:pt x="11660" y="0"/>
                  </a:cubicBezTo>
                  <a:cubicBezTo>
                    <a:pt x="18123" y="0"/>
                    <a:pt x="23319" y="4182"/>
                    <a:pt x="23319" y="925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2" name="Freeform: Shape 2851">
              <a:extLst>
                <a:ext uri="{FF2B5EF4-FFF2-40B4-BE49-F238E27FC236}">
                  <a16:creationId xmlns:a16="http://schemas.microsoft.com/office/drawing/2014/main" id="{5F78C0B2-0CBF-C8AB-C37A-C512ABA30A8D}"/>
                </a:ext>
              </a:extLst>
            </p:cNvPr>
            <p:cNvSpPr/>
            <p:nvPr/>
          </p:nvSpPr>
          <p:spPr>
            <a:xfrm>
              <a:off x="2267941" y="3434574"/>
              <a:ext cx="22558" cy="17869"/>
            </a:xfrm>
            <a:custGeom>
              <a:avLst/>
              <a:gdLst>
                <a:gd name="connsiteX0" fmla="*/ 22559 w 22558"/>
                <a:gd name="connsiteY0" fmla="*/ 8998 h 17869"/>
                <a:gd name="connsiteX1" fmla="*/ 11279 w 22558"/>
                <a:gd name="connsiteY1" fmla="*/ 17870 h 17869"/>
                <a:gd name="connsiteX2" fmla="*/ 0 w 22558"/>
                <a:gd name="connsiteY2" fmla="*/ 8998 h 17869"/>
                <a:gd name="connsiteX3" fmla="*/ 11279 w 22558"/>
                <a:gd name="connsiteY3" fmla="*/ 0 h 17869"/>
                <a:gd name="connsiteX4" fmla="*/ 22559 w 22558"/>
                <a:gd name="connsiteY4" fmla="*/ 8998 h 1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8" h="17869">
                  <a:moveTo>
                    <a:pt x="22559" y="8998"/>
                  </a:moveTo>
                  <a:cubicBezTo>
                    <a:pt x="22559" y="13941"/>
                    <a:pt x="17490" y="17870"/>
                    <a:pt x="11279" y="17870"/>
                  </a:cubicBezTo>
                  <a:cubicBezTo>
                    <a:pt x="5070" y="17870"/>
                    <a:pt x="0" y="13814"/>
                    <a:pt x="0" y="8998"/>
                  </a:cubicBezTo>
                  <a:cubicBezTo>
                    <a:pt x="0" y="4182"/>
                    <a:pt x="5070" y="0"/>
                    <a:pt x="11279" y="0"/>
                  </a:cubicBezTo>
                  <a:cubicBezTo>
                    <a:pt x="17490" y="0"/>
                    <a:pt x="22559" y="4056"/>
                    <a:pt x="22559" y="89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3" name="Freeform: Shape 2852">
              <a:extLst>
                <a:ext uri="{FF2B5EF4-FFF2-40B4-BE49-F238E27FC236}">
                  <a16:creationId xmlns:a16="http://schemas.microsoft.com/office/drawing/2014/main" id="{938E7EF9-D873-AC5A-5A5F-F33CD5EFD318}"/>
                </a:ext>
              </a:extLst>
            </p:cNvPr>
            <p:cNvSpPr/>
            <p:nvPr/>
          </p:nvSpPr>
          <p:spPr>
            <a:xfrm>
              <a:off x="2270475" y="3331031"/>
              <a:ext cx="21798" cy="17236"/>
            </a:xfrm>
            <a:custGeom>
              <a:avLst/>
              <a:gdLst>
                <a:gd name="connsiteX0" fmla="*/ 21799 w 21798"/>
                <a:gd name="connsiteY0" fmla="*/ 8618 h 17236"/>
                <a:gd name="connsiteX1" fmla="*/ 10899 w 21798"/>
                <a:gd name="connsiteY1" fmla="*/ 17236 h 17236"/>
                <a:gd name="connsiteX2" fmla="*/ 0 w 21798"/>
                <a:gd name="connsiteY2" fmla="*/ 8618 h 17236"/>
                <a:gd name="connsiteX3" fmla="*/ 10899 w 21798"/>
                <a:gd name="connsiteY3" fmla="*/ 0 h 17236"/>
                <a:gd name="connsiteX4" fmla="*/ 21799 w 21798"/>
                <a:gd name="connsiteY4" fmla="*/ 8618 h 17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798" h="17236">
                  <a:moveTo>
                    <a:pt x="21799" y="8618"/>
                  </a:moveTo>
                  <a:cubicBezTo>
                    <a:pt x="21799" y="13434"/>
                    <a:pt x="16983" y="17236"/>
                    <a:pt x="10899" y="17236"/>
                  </a:cubicBezTo>
                  <a:cubicBezTo>
                    <a:pt x="4816" y="17236"/>
                    <a:pt x="0" y="13434"/>
                    <a:pt x="0" y="8618"/>
                  </a:cubicBezTo>
                  <a:cubicBezTo>
                    <a:pt x="0" y="3802"/>
                    <a:pt x="4816" y="0"/>
                    <a:pt x="10899" y="0"/>
                  </a:cubicBezTo>
                  <a:cubicBezTo>
                    <a:pt x="16983" y="0"/>
                    <a:pt x="21799" y="3929"/>
                    <a:pt x="21799" y="86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4" name="Freeform: Shape 2853">
              <a:extLst>
                <a:ext uri="{FF2B5EF4-FFF2-40B4-BE49-F238E27FC236}">
                  <a16:creationId xmlns:a16="http://schemas.microsoft.com/office/drawing/2014/main" id="{509F7EFC-151D-AB8E-0E45-598950CCDC7D}"/>
                </a:ext>
              </a:extLst>
            </p:cNvPr>
            <p:cNvSpPr/>
            <p:nvPr/>
          </p:nvSpPr>
          <p:spPr>
            <a:xfrm>
              <a:off x="2277446" y="3227234"/>
              <a:ext cx="21291" cy="16855"/>
            </a:xfrm>
            <a:custGeom>
              <a:avLst/>
              <a:gdLst>
                <a:gd name="connsiteX0" fmla="*/ 21292 w 21291"/>
                <a:gd name="connsiteY0" fmla="*/ 8491 h 16855"/>
                <a:gd name="connsiteX1" fmla="*/ 10646 w 21291"/>
                <a:gd name="connsiteY1" fmla="*/ 16856 h 16855"/>
                <a:gd name="connsiteX2" fmla="*/ 0 w 21291"/>
                <a:gd name="connsiteY2" fmla="*/ 8491 h 16855"/>
                <a:gd name="connsiteX3" fmla="*/ 10646 w 21291"/>
                <a:gd name="connsiteY3" fmla="*/ 0 h 16855"/>
                <a:gd name="connsiteX4" fmla="*/ 21292 w 21291"/>
                <a:gd name="connsiteY4" fmla="*/ 8491 h 16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291" h="16855">
                  <a:moveTo>
                    <a:pt x="21292" y="8491"/>
                  </a:moveTo>
                  <a:cubicBezTo>
                    <a:pt x="21292" y="13180"/>
                    <a:pt x="16602" y="16856"/>
                    <a:pt x="10646" y="16856"/>
                  </a:cubicBezTo>
                  <a:cubicBezTo>
                    <a:pt x="4689" y="16856"/>
                    <a:pt x="0" y="13054"/>
                    <a:pt x="0" y="8491"/>
                  </a:cubicBezTo>
                  <a:cubicBezTo>
                    <a:pt x="0" y="3929"/>
                    <a:pt x="4689" y="0"/>
                    <a:pt x="10646" y="0"/>
                  </a:cubicBezTo>
                  <a:cubicBezTo>
                    <a:pt x="16602" y="0"/>
                    <a:pt x="21292" y="3802"/>
                    <a:pt x="21292" y="84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5" name="Freeform: Shape 2854">
              <a:extLst>
                <a:ext uri="{FF2B5EF4-FFF2-40B4-BE49-F238E27FC236}">
                  <a16:creationId xmlns:a16="http://schemas.microsoft.com/office/drawing/2014/main" id="{CBCEF418-76CD-47D1-F9F4-CDE52E3C29CC}"/>
                </a:ext>
              </a:extLst>
            </p:cNvPr>
            <p:cNvSpPr/>
            <p:nvPr/>
          </p:nvSpPr>
          <p:spPr>
            <a:xfrm>
              <a:off x="2289105" y="3124071"/>
              <a:ext cx="20277" cy="16222"/>
            </a:xfrm>
            <a:custGeom>
              <a:avLst/>
              <a:gdLst>
                <a:gd name="connsiteX0" fmla="*/ 20278 w 20277"/>
                <a:gd name="connsiteY0" fmla="*/ 8111 h 16222"/>
                <a:gd name="connsiteX1" fmla="*/ 10139 w 20277"/>
                <a:gd name="connsiteY1" fmla="*/ 16222 h 16222"/>
                <a:gd name="connsiteX2" fmla="*/ 0 w 20277"/>
                <a:gd name="connsiteY2" fmla="*/ 8111 h 16222"/>
                <a:gd name="connsiteX3" fmla="*/ 10139 w 20277"/>
                <a:gd name="connsiteY3" fmla="*/ 0 h 16222"/>
                <a:gd name="connsiteX4" fmla="*/ 20278 w 20277"/>
                <a:gd name="connsiteY4" fmla="*/ 8111 h 1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277" h="16222">
                  <a:moveTo>
                    <a:pt x="20278" y="8111"/>
                  </a:moveTo>
                  <a:cubicBezTo>
                    <a:pt x="20278" y="12547"/>
                    <a:pt x="15715" y="16222"/>
                    <a:pt x="10139" y="16222"/>
                  </a:cubicBezTo>
                  <a:cubicBezTo>
                    <a:pt x="4563" y="16222"/>
                    <a:pt x="0" y="12547"/>
                    <a:pt x="0" y="8111"/>
                  </a:cubicBezTo>
                  <a:cubicBezTo>
                    <a:pt x="0" y="3675"/>
                    <a:pt x="4563" y="0"/>
                    <a:pt x="10139" y="0"/>
                  </a:cubicBezTo>
                  <a:cubicBezTo>
                    <a:pt x="15715" y="0"/>
                    <a:pt x="20278" y="3549"/>
                    <a:pt x="20278" y="811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6" name="Freeform: Shape 2855">
              <a:extLst>
                <a:ext uri="{FF2B5EF4-FFF2-40B4-BE49-F238E27FC236}">
                  <a16:creationId xmlns:a16="http://schemas.microsoft.com/office/drawing/2014/main" id="{68B0412C-E07E-1EB1-126E-9BD1C3165EE5}"/>
                </a:ext>
              </a:extLst>
            </p:cNvPr>
            <p:cNvSpPr/>
            <p:nvPr/>
          </p:nvSpPr>
          <p:spPr>
            <a:xfrm>
              <a:off x="2305328" y="3021415"/>
              <a:ext cx="18757" cy="14954"/>
            </a:xfrm>
            <a:custGeom>
              <a:avLst/>
              <a:gdLst>
                <a:gd name="connsiteX0" fmla="*/ 18757 w 18757"/>
                <a:gd name="connsiteY0" fmla="*/ 7477 h 14954"/>
                <a:gd name="connsiteX1" fmla="*/ 9379 w 18757"/>
                <a:gd name="connsiteY1" fmla="*/ 14955 h 14954"/>
                <a:gd name="connsiteX2" fmla="*/ 0 w 18757"/>
                <a:gd name="connsiteY2" fmla="*/ 7477 h 14954"/>
                <a:gd name="connsiteX3" fmla="*/ 9379 w 18757"/>
                <a:gd name="connsiteY3" fmla="*/ 0 h 14954"/>
                <a:gd name="connsiteX4" fmla="*/ 18757 w 18757"/>
                <a:gd name="connsiteY4" fmla="*/ 7477 h 14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57" h="14954">
                  <a:moveTo>
                    <a:pt x="18757" y="7477"/>
                  </a:moveTo>
                  <a:cubicBezTo>
                    <a:pt x="18757" y="11660"/>
                    <a:pt x="14575" y="14955"/>
                    <a:pt x="9379" y="14955"/>
                  </a:cubicBezTo>
                  <a:cubicBezTo>
                    <a:pt x="4182" y="14955"/>
                    <a:pt x="0" y="11660"/>
                    <a:pt x="0" y="7477"/>
                  </a:cubicBezTo>
                  <a:cubicBezTo>
                    <a:pt x="0" y="3295"/>
                    <a:pt x="4182" y="0"/>
                    <a:pt x="9379" y="0"/>
                  </a:cubicBezTo>
                  <a:cubicBezTo>
                    <a:pt x="14575" y="0"/>
                    <a:pt x="18757" y="3295"/>
                    <a:pt x="18757" y="747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7" name="Freeform: Shape 2856">
              <a:extLst>
                <a:ext uri="{FF2B5EF4-FFF2-40B4-BE49-F238E27FC236}">
                  <a16:creationId xmlns:a16="http://schemas.microsoft.com/office/drawing/2014/main" id="{B87A5C91-05F7-2DA8-92A1-29C3A7960F29}"/>
                </a:ext>
              </a:extLst>
            </p:cNvPr>
            <p:cNvSpPr/>
            <p:nvPr/>
          </p:nvSpPr>
          <p:spPr>
            <a:xfrm>
              <a:off x="2325352" y="2918886"/>
              <a:ext cx="18250" cy="14447"/>
            </a:xfrm>
            <a:custGeom>
              <a:avLst/>
              <a:gdLst>
                <a:gd name="connsiteX0" fmla="*/ 18250 w 18250"/>
                <a:gd name="connsiteY0" fmla="*/ 7224 h 14447"/>
                <a:gd name="connsiteX1" fmla="*/ 9125 w 18250"/>
                <a:gd name="connsiteY1" fmla="*/ 14448 h 14447"/>
                <a:gd name="connsiteX2" fmla="*/ 0 w 18250"/>
                <a:gd name="connsiteY2" fmla="*/ 7224 h 14447"/>
                <a:gd name="connsiteX3" fmla="*/ 9125 w 18250"/>
                <a:gd name="connsiteY3" fmla="*/ 0 h 14447"/>
                <a:gd name="connsiteX4" fmla="*/ 18250 w 18250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7">
                  <a:moveTo>
                    <a:pt x="18250" y="7224"/>
                  </a:moveTo>
                  <a:cubicBezTo>
                    <a:pt x="18250" y="11153"/>
                    <a:pt x="14195" y="14448"/>
                    <a:pt x="9125" y="14448"/>
                  </a:cubicBezTo>
                  <a:cubicBezTo>
                    <a:pt x="4056" y="14448"/>
                    <a:pt x="0" y="11153"/>
                    <a:pt x="0" y="7224"/>
                  </a:cubicBezTo>
                  <a:cubicBezTo>
                    <a:pt x="0" y="3295"/>
                    <a:pt x="4056" y="0"/>
                    <a:pt x="9125" y="0"/>
                  </a:cubicBezTo>
                  <a:cubicBezTo>
                    <a:pt x="14195" y="0"/>
                    <a:pt x="18250" y="3168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8" name="Freeform: Shape 2857">
              <a:extLst>
                <a:ext uri="{FF2B5EF4-FFF2-40B4-BE49-F238E27FC236}">
                  <a16:creationId xmlns:a16="http://schemas.microsoft.com/office/drawing/2014/main" id="{43AD6744-0B9F-55B0-51E7-08AB45DC72BA}"/>
                </a:ext>
              </a:extLst>
            </p:cNvPr>
            <p:cNvSpPr/>
            <p:nvPr/>
          </p:nvSpPr>
          <p:spPr>
            <a:xfrm>
              <a:off x="2350319" y="2817244"/>
              <a:ext cx="16729" cy="13180"/>
            </a:xfrm>
            <a:custGeom>
              <a:avLst/>
              <a:gdLst>
                <a:gd name="connsiteX0" fmla="*/ 16729 w 16729"/>
                <a:gd name="connsiteY0" fmla="*/ 6590 h 13180"/>
                <a:gd name="connsiteX1" fmla="*/ 8365 w 16729"/>
                <a:gd name="connsiteY1" fmla="*/ 13181 h 13180"/>
                <a:gd name="connsiteX2" fmla="*/ 0 w 16729"/>
                <a:gd name="connsiteY2" fmla="*/ 6590 h 13180"/>
                <a:gd name="connsiteX3" fmla="*/ 8365 w 16729"/>
                <a:gd name="connsiteY3" fmla="*/ 0 h 13180"/>
                <a:gd name="connsiteX4" fmla="*/ 16729 w 16729"/>
                <a:gd name="connsiteY4" fmla="*/ 6590 h 13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9" h="13180">
                  <a:moveTo>
                    <a:pt x="16729" y="6590"/>
                  </a:moveTo>
                  <a:cubicBezTo>
                    <a:pt x="16729" y="10266"/>
                    <a:pt x="12927" y="13181"/>
                    <a:pt x="8365" y="13181"/>
                  </a:cubicBezTo>
                  <a:cubicBezTo>
                    <a:pt x="3802" y="13181"/>
                    <a:pt x="0" y="10266"/>
                    <a:pt x="0" y="6590"/>
                  </a:cubicBezTo>
                  <a:cubicBezTo>
                    <a:pt x="0" y="2915"/>
                    <a:pt x="3802" y="0"/>
                    <a:pt x="8365" y="0"/>
                  </a:cubicBezTo>
                  <a:cubicBezTo>
                    <a:pt x="12927" y="0"/>
                    <a:pt x="16729" y="2915"/>
                    <a:pt x="16729" y="659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9" name="Freeform: Shape 2858">
              <a:extLst>
                <a:ext uri="{FF2B5EF4-FFF2-40B4-BE49-F238E27FC236}">
                  <a16:creationId xmlns:a16="http://schemas.microsoft.com/office/drawing/2014/main" id="{41078709-30F9-8D20-3A2C-C011CC5E230A}"/>
                </a:ext>
              </a:extLst>
            </p:cNvPr>
            <p:cNvSpPr/>
            <p:nvPr/>
          </p:nvSpPr>
          <p:spPr>
            <a:xfrm>
              <a:off x="2379215" y="2715982"/>
              <a:ext cx="15968" cy="12673"/>
            </a:xfrm>
            <a:custGeom>
              <a:avLst/>
              <a:gdLst>
                <a:gd name="connsiteX0" fmla="*/ 15969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9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9" y="6337"/>
                  </a:moveTo>
                  <a:cubicBezTo>
                    <a:pt x="15969" y="9885"/>
                    <a:pt x="12420" y="12674"/>
                    <a:pt x="7984" y="12674"/>
                  </a:cubicBezTo>
                  <a:cubicBezTo>
                    <a:pt x="3549" y="12674"/>
                    <a:pt x="0" y="9885"/>
                    <a:pt x="0" y="6337"/>
                  </a:cubicBezTo>
                  <a:cubicBezTo>
                    <a:pt x="0" y="2788"/>
                    <a:pt x="3549" y="0"/>
                    <a:pt x="7984" y="0"/>
                  </a:cubicBezTo>
                  <a:cubicBezTo>
                    <a:pt x="12420" y="0"/>
                    <a:pt x="15969" y="2788"/>
                    <a:pt x="15969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0" name="Freeform: Shape 2859">
              <a:extLst>
                <a:ext uri="{FF2B5EF4-FFF2-40B4-BE49-F238E27FC236}">
                  <a16:creationId xmlns:a16="http://schemas.microsoft.com/office/drawing/2014/main" id="{E6B013D3-4C91-44B7-28B4-BF4D6BB8F867}"/>
                </a:ext>
              </a:extLst>
            </p:cNvPr>
            <p:cNvSpPr/>
            <p:nvPr/>
          </p:nvSpPr>
          <p:spPr>
            <a:xfrm>
              <a:off x="2412420" y="2615607"/>
              <a:ext cx="15334" cy="12166"/>
            </a:xfrm>
            <a:custGeom>
              <a:avLst/>
              <a:gdLst>
                <a:gd name="connsiteX0" fmla="*/ 15335 w 15334"/>
                <a:gd name="connsiteY0" fmla="*/ 6083 h 12166"/>
                <a:gd name="connsiteX1" fmla="*/ 7731 w 15334"/>
                <a:gd name="connsiteY1" fmla="*/ 12167 h 12166"/>
                <a:gd name="connsiteX2" fmla="*/ 0 w 15334"/>
                <a:gd name="connsiteY2" fmla="*/ 6083 h 12166"/>
                <a:gd name="connsiteX3" fmla="*/ 7731 w 15334"/>
                <a:gd name="connsiteY3" fmla="*/ 0 h 12166"/>
                <a:gd name="connsiteX4" fmla="*/ 15335 w 15334"/>
                <a:gd name="connsiteY4" fmla="*/ 6083 h 1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34" h="12166">
                  <a:moveTo>
                    <a:pt x="15335" y="6083"/>
                  </a:moveTo>
                  <a:cubicBezTo>
                    <a:pt x="15335" y="9378"/>
                    <a:pt x="11913" y="12167"/>
                    <a:pt x="7731" y="12167"/>
                  </a:cubicBezTo>
                  <a:cubicBezTo>
                    <a:pt x="3549" y="12167"/>
                    <a:pt x="0" y="9505"/>
                    <a:pt x="0" y="6083"/>
                  </a:cubicBezTo>
                  <a:cubicBezTo>
                    <a:pt x="0" y="2661"/>
                    <a:pt x="3422" y="0"/>
                    <a:pt x="7731" y="0"/>
                  </a:cubicBezTo>
                  <a:cubicBezTo>
                    <a:pt x="12040" y="0"/>
                    <a:pt x="15335" y="2661"/>
                    <a:pt x="15335" y="60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1" name="Freeform: Shape 2860">
              <a:extLst>
                <a:ext uri="{FF2B5EF4-FFF2-40B4-BE49-F238E27FC236}">
                  <a16:creationId xmlns:a16="http://schemas.microsoft.com/office/drawing/2014/main" id="{844139BB-85DC-C071-DA99-073AE04695E6}"/>
                </a:ext>
              </a:extLst>
            </p:cNvPr>
            <p:cNvSpPr/>
            <p:nvPr/>
          </p:nvSpPr>
          <p:spPr>
            <a:xfrm>
              <a:off x="2450060" y="2516246"/>
              <a:ext cx="14447" cy="11533"/>
            </a:xfrm>
            <a:custGeom>
              <a:avLst/>
              <a:gdLst>
                <a:gd name="connsiteX0" fmla="*/ 14448 w 14447"/>
                <a:gd name="connsiteY0" fmla="*/ 5703 h 11533"/>
                <a:gd name="connsiteX1" fmla="*/ 7224 w 14447"/>
                <a:gd name="connsiteY1" fmla="*/ 11533 h 11533"/>
                <a:gd name="connsiteX2" fmla="*/ 0 w 14447"/>
                <a:gd name="connsiteY2" fmla="*/ 5703 h 11533"/>
                <a:gd name="connsiteX3" fmla="*/ 7224 w 14447"/>
                <a:gd name="connsiteY3" fmla="*/ 0 h 11533"/>
                <a:gd name="connsiteX4" fmla="*/ 14448 w 14447"/>
                <a:gd name="connsiteY4" fmla="*/ 5703 h 11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47" h="11533">
                  <a:moveTo>
                    <a:pt x="14448" y="5703"/>
                  </a:moveTo>
                  <a:cubicBezTo>
                    <a:pt x="14448" y="8871"/>
                    <a:pt x="11153" y="11533"/>
                    <a:pt x="7224" y="11533"/>
                  </a:cubicBezTo>
                  <a:cubicBezTo>
                    <a:pt x="3295" y="11533"/>
                    <a:pt x="0" y="8998"/>
                    <a:pt x="0" y="5703"/>
                  </a:cubicBezTo>
                  <a:cubicBezTo>
                    <a:pt x="0" y="2408"/>
                    <a:pt x="3295" y="0"/>
                    <a:pt x="7224" y="0"/>
                  </a:cubicBezTo>
                  <a:cubicBezTo>
                    <a:pt x="11153" y="0"/>
                    <a:pt x="14448" y="2535"/>
                    <a:pt x="14448" y="570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2" name="Freeform: Shape 2861">
              <a:extLst>
                <a:ext uri="{FF2B5EF4-FFF2-40B4-BE49-F238E27FC236}">
                  <a16:creationId xmlns:a16="http://schemas.microsoft.com/office/drawing/2014/main" id="{CB5CB649-F4BC-721E-1627-9CBE99A62EE1}"/>
                </a:ext>
              </a:extLst>
            </p:cNvPr>
            <p:cNvSpPr/>
            <p:nvPr/>
          </p:nvSpPr>
          <p:spPr>
            <a:xfrm>
              <a:off x="2492010" y="2418025"/>
              <a:ext cx="13180" cy="10519"/>
            </a:xfrm>
            <a:custGeom>
              <a:avLst/>
              <a:gdLst>
                <a:gd name="connsiteX0" fmla="*/ 13180 w 13180"/>
                <a:gd name="connsiteY0" fmla="*/ 5323 h 10519"/>
                <a:gd name="connsiteX1" fmla="*/ 6590 w 13180"/>
                <a:gd name="connsiteY1" fmla="*/ 10519 h 10519"/>
                <a:gd name="connsiteX2" fmla="*/ 0 w 13180"/>
                <a:gd name="connsiteY2" fmla="*/ 5323 h 10519"/>
                <a:gd name="connsiteX3" fmla="*/ 6590 w 13180"/>
                <a:gd name="connsiteY3" fmla="*/ 0 h 10519"/>
                <a:gd name="connsiteX4" fmla="*/ 13180 w 13180"/>
                <a:gd name="connsiteY4" fmla="*/ 5323 h 10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80" h="10519">
                  <a:moveTo>
                    <a:pt x="13180" y="5323"/>
                  </a:moveTo>
                  <a:lnTo>
                    <a:pt x="6590" y="10519"/>
                  </a:lnTo>
                  <a:lnTo>
                    <a:pt x="0" y="5323"/>
                  </a:lnTo>
                  <a:lnTo>
                    <a:pt x="6590" y="0"/>
                  </a:lnTo>
                  <a:lnTo>
                    <a:pt x="13180" y="532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3" name="Freeform: Shape 2862">
              <a:extLst>
                <a:ext uri="{FF2B5EF4-FFF2-40B4-BE49-F238E27FC236}">
                  <a16:creationId xmlns:a16="http://schemas.microsoft.com/office/drawing/2014/main" id="{67DA70A7-BE1B-BE03-6DA0-DF2130ACDC5C}"/>
                </a:ext>
              </a:extLst>
            </p:cNvPr>
            <p:cNvSpPr/>
            <p:nvPr/>
          </p:nvSpPr>
          <p:spPr>
            <a:xfrm>
              <a:off x="2537888" y="2320946"/>
              <a:ext cx="12420" cy="9758"/>
            </a:xfrm>
            <a:custGeom>
              <a:avLst/>
              <a:gdLst>
                <a:gd name="connsiteX0" fmla="*/ 12420 w 12420"/>
                <a:gd name="connsiteY0" fmla="*/ 4816 h 9758"/>
                <a:gd name="connsiteX1" fmla="*/ 6210 w 12420"/>
                <a:gd name="connsiteY1" fmla="*/ 9759 h 9758"/>
                <a:gd name="connsiteX2" fmla="*/ 0 w 12420"/>
                <a:gd name="connsiteY2" fmla="*/ 4816 h 9758"/>
                <a:gd name="connsiteX3" fmla="*/ 6210 w 12420"/>
                <a:gd name="connsiteY3" fmla="*/ 0 h 9758"/>
                <a:gd name="connsiteX4" fmla="*/ 12420 w 12420"/>
                <a:gd name="connsiteY4" fmla="*/ 4816 h 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20" h="9758">
                  <a:moveTo>
                    <a:pt x="12420" y="4816"/>
                  </a:moveTo>
                  <a:lnTo>
                    <a:pt x="6210" y="9759"/>
                  </a:lnTo>
                  <a:lnTo>
                    <a:pt x="0" y="4816"/>
                  </a:lnTo>
                  <a:lnTo>
                    <a:pt x="6210" y="0"/>
                  </a:lnTo>
                  <a:lnTo>
                    <a:pt x="12420" y="481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4" name="Freeform: Shape 2863">
              <a:extLst>
                <a:ext uri="{FF2B5EF4-FFF2-40B4-BE49-F238E27FC236}">
                  <a16:creationId xmlns:a16="http://schemas.microsoft.com/office/drawing/2014/main" id="{82DC2B5C-82FE-5E0C-5EF6-36F84CC3B5B9}"/>
                </a:ext>
              </a:extLst>
            </p:cNvPr>
            <p:cNvSpPr/>
            <p:nvPr/>
          </p:nvSpPr>
          <p:spPr>
            <a:xfrm>
              <a:off x="2588329" y="2225260"/>
              <a:ext cx="11026" cy="8617"/>
            </a:xfrm>
            <a:custGeom>
              <a:avLst/>
              <a:gdLst>
                <a:gd name="connsiteX0" fmla="*/ 11026 w 11026"/>
                <a:gd name="connsiteY0" fmla="*/ 4309 h 8617"/>
                <a:gd name="connsiteX1" fmla="*/ 5450 w 11026"/>
                <a:gd name="connsiteY1" fmla="*/ 8618 h 8617"/>
                <a:gd name="connsiteX2" fmla="*/ 0 w 11026"/>
                <a:gd name="connsiteY2" fmla="*/ 4309 h 8617"/>
                <a:gd name="connsiteX3" fmla="*/ 5450 w 11026"/>
                <a:gd name="connsiteY3" fmla="*/ 0 h 8617"/>
                <a:gd name="connsiteX4" fmla="*/ 11026 w 11026"/>
                <a:gd name="connsiteY4" fmla="*/ 4309 h 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26" h="8617">
                  <a:moveTo>
                    <a:pt x="11026" y="4309"/>
                  </a:moveTo>
                  <a:lnTo>
                    <a:pt x="5450" y="8618"/>
                  </a:lnTo>
                  <a:lnTo>
                    <a:pt x="0" y="4309"/>
                  </a:lnTo>
                  <a:lnTo>
                    <a:pt x="5450" y="0"/>
                  </a:lnTo>
                  <a:lnTo>
                    <a:pt x="11026" y="430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5" name="Freeform: Shape 2864">
              <a:extLst>
                <a:ext uri="{FF2B5EF4-FFF2-40B4-BE49-F238E27FC236}">
                  <a16:creationId xmlns:a16="http://schemas.microsoft.com/office/drawing/2014/main" id="{DAE5A3DD-0243-D967-BADA-33C8E64104E4}"/>
                </a:ext>
              </a:extLst>
            </p:cNvPr>
            <p:cNvSpPr/>
            <p:nvPr/>
          </p:nvSpPr>
          <p:spPr>
            <a:xfrm>
              <a:off x="2642445" y="2130588"/>
              <a:ext cx="10138" cy="8111"/>
            </a:xfrm>
            <a:custGeom>
              <a:avLst/>
              <a:gdLst>
                <a:gd name="connsiteX0" fmla="*/ 10139 w 10138"/>
                <a:gd name="connsiteY0" fmla="*/ 4055 h 8111"/>
                <a:gd name="connsiteX1" fmla="*/ 5069 w 10138"/>
                <a:gd name="connsiteY1" fmla="*/ 8111 h 8111"/>
                <a:gd name="connsiteX2" fmla="*/ 0 w 10138"/>
                <a:gd name="connsiteY2" fmla="*/ 4055 h 8111"/>
                <a:gd name="connsiteX3" fmla="*/ 5069 w 10138"/>
                <a:gd name="connsiteY3" fmla="*/ 0 h 8111"/>
                <a:gd name="connsiteX4" fmla="*/ 10139 w 10138"/>
                <a:gd name="connsiteY4" fmla="*/ 4055 h 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38" h="8111">
                  <a:moveTo>
                    <a:pt x="10139" y="4055"/>
                  </a:moveTo>
                  <a:lnTo>
                    <a:pt x="5069" y="8111"/>
                  </a:lnTo>
                  <a:lnTo>
                    <a:pt x="0" y="4055"/>
                  </a:lnTo>
                  <a:lnTo>
                    <a:pt x="5069" y="0"/>
                  </a:lnTo>
                  <a:lnTo>
                    <a:pt x="10139" y="405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6" name="Freeform: Shape 2865">
              <a:extLst>
                <a:ext uri="{FF2B5EF4-FFF2-40B4-BE49-F238E27FC236}">
                  <a16:creationId xmlns:a16="http://schemas.microsoft.com/office/drawing/2014/main" id="{8AA922DC-A3EB-FAD2-95E8-F84B98182754}"/>
                </a:ext>
              </a:extLst>
            </p:cNvPr>
            <p:cNvSpPr/>
            <p:nvPr/>
          </p:nvSpPr>
          <p:spPr>
            <a:xfrm>
              <a:off x="2700110" y="2037311"/>
              <a:ext cx="10265" cy="7984"/>
            </a:xfrm>
            <a:custGeom>
              <a:avLst/>
              <a:gdLst>
                <a:gd name="connsiteX0" fmla="*/ 10266 w 10265"/>
                <a:gd name="connsiteY0" fmla="*/ 4055 h 7984"/>
                <a:gd name="connsiteX1" fmla="*/ 5196 w 10265"/>
                <a:gd name="connsiteY1" fmla="*/ 7984 h 7984"/>
                <a:gd name="connsiteX2" fmla="*/ 0 w 10265"/>
                <a:gd name="connsiteY2" fmla="*/ 4055 h 7984"/>
                <a:gd name="connsiteX3" fmla="*/ 5196 w 10265"/>
                <a:gd name="connsiteY3" fmla="*/ 0 h 7984"/>
                <a:gd name="connsiteX4" fmla="*/ 10266 w 10265"/>
                <a:gd name="connsiteY4" fmla="*/ 4055 h 7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5" h="7984">
                  <a:moveTo>
                    <a:pt x="10266" y="4055"/>
                  </a:moveTo>
                  <a:lnTo>
                    <a:pt x="5196" y="7984"/>
                  </a:lnTo>
                  <a:lnTo>
                    <a:pt x="0" y="4055"/>
                  </a:lnTo>
                  <a:lnTo>
                    <a:pt x="5196" y="0"/>
                  </a:lnTo>
                  <a:lnTo>
                    <a:pt x="10266" y="405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7" name="Freeform: Shape 2866">
              <a:extLst>
                <a:ext uri="{FF2B5EF4-FFF2-40B4-BE49-F238E27FC236}">
                  <a16:creationId xmlns:a16="http://schemas.microsoft.com/office/drawing/2014/main" id="{DF51252C-5692-AA00-22EB-58C57AF1938E}"/>
                </a:ext>
              </a:extLst>
            </p:cNvPr>
            <p:cNvSpPr/>
            <p:nvPr/>
          </p:nvSpPr>
          <p:spPr>
            <a:xfrm>
              <a:off x="2762591" y="1946061"/>
              <a:ext cx="8744" cy="6970"/>
            </a:xfrm>
            <a:custGeom>
              <a:avLst/>
              <a:gdLst>
                <a:gd name="connsiteX0" fmla="*/ 8745 w 8744"/>
                <a:gd name="connsiteY0" fmla="*/ 3549 h 6970"/>
                <a:gd name="connsiteX1" fmla="*/ 4309 w 8744"/>
                <a:gd name="connsiteY1" fmla="*/ 6970 h 6970"/>
                <a:gd name="connsiteX2" fmla="*/ 0 w 8744"/>
                <a:gd name="connsiteY2" fmla="*/ 3549 h 6970"/>
                <a:gd name="connsiteX3" fmla="*/ 4309 w 8744"/>
                <a:gd name="connsiteY3" fmla="*/ 0 h 6970"/>
                <a:gd name="connsiteX4" fmla="*/ 8745 w 8744"/>
                <a:gd name="connsiteY4" fmla="*/ 3549 h 6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44" h="6970">
                  <a:moveTo>
                    <a:pt x="8745" y="3549"/>
                  </a:moveTo>
                  <a:lnTo>
                    <a:pt x="4309" y="6970"/>
                  </a:lnTo>
                  <a:lnTo>
                    <a:pt x="0" y="3549"/>
                  </a:lnTo>
                  <a:lnTo>
                    <a:pt x="4309" y="0"/>
                  </a:lnTo>
                  <a:lnTo>
                    <a:pt x="8745" y="354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8" name="Freeform: Shape 2867">
              <a:extLst>
                <a:ext uri="{FF2B5EF4-FFF2-40B4-BE49-F238E27FC236}">
                  <a16:creationId xmlns:a16="http://schemas.microsoft.com/office/drawing/2014/main" id="{7E6AF0BD-43AE-461C-07B9-C4ABAAC0A85A}"/>
                </a:ext>
              </a:extLst>
            </p:cNvPr>
            <p:cNvSpPr/>
            <p:nvPr/>
          </p:nvSpPr>
          <p:spPr>
            <a:xfrm>
              <a:off x="2828494" y="1856332"/>
              <a:ext cx="8111" cy="6336"/>
            </a:xfrm>
            <a:custGeom>
              <a:avLst/>
              <a:gdLst>
                <a:gd name="connsiteX0" fmla="*/ 8111 w 8111"/>
                <a:gd name="connsiteY0" fmla="*/ 3168 h 6336"/>
                <a:gd name="connsiteX1" fmla="*/ 4056 w 8111"/>
                <a:gd name="connsiteY1" fmla="*/ 6337 h 6336"/>
                <a:gd name="connsiteX2" fmla="*/ 0 w 8111"/>
                <a:gd name="connsiteY2" fmla="*/ 3168 h 6336"/>
                <a:gd name="connsiteX3" fmla="*/ 4056 w 8111"/>
                <a:gd name="connsiteY3" fmla="*/ 0 h 6336"/>
                <a:gd name="connsiteX4" fmla="*/ 8111 w 8111"/>
                <a:gd name="connsiteY4" fmla="*/ 3168 h 6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11" h="6336">
                  <a:moveTo>
                    <a:pt x="8111" y="3168"/>
                  </a:moveTo>
                  <a:lnTo>
                    <a:pt x="4056" y="6337"/>
                  </a:lnTo>
                  <a:lnTo>
                    <a:pt x="0" y="3168"/>
                  </a:lnTo>
                  <a:lnTo>
                    <a:pt x="4056" y="0"/>
                  </a:lnTo>
                  <a:lnTo>
                    <a:pt x="8111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9" name="Freeform: Shape 2868">
              <a:extLst>
                <a:ext uri="{FF2B5EF4-FFF2-40B4-BE49-F238E27FC236}">
                  <a16:creationId xmlns:a16="http://schemas.microsoft.com/office/drawing/2014/main" id="{4EBBF401-68E8-59EB-B267-85AF8BD6D24E}"/>
                </a:ext>
              </a:extLst>
            </p:cNvPr>
            <p:cNvSpPr/>
            <p:nvPr/>
          </p:nvSpPr>
          <p:spPr>
            <a:xfrm>
              <a:off x="2898579" y="1768630"/>
              <a:ext cx="6463" cy="5196"/>
            </a:xfrm>
            <a:custGeom>
              <a:avLst/>
              <a:gdLst>
                <a:gd name="connsiteX0" fmla="*/ 6463 w 6463"/>
                <a:gd name="connsiteY0" fmla="*/ 2661 h 5196"/>
                <a:gd name="connsiteX1" fmla="*/ 3295 w 6463"/>
                <a:gd name="connsiteY1" fmla="*/ 5196 h 5196"/>
                <a:gd name="connsiteX2" fmla="*/ 0 w 6463"/>
                <a:gd name="connsiteY2" fmla="*/ 2661 h 5196"/>
                <a:gd name="connsiteX3" fmla="*/ 3295 w 6463"/>
                <a:gd name="connsiteY3" fmla="*/ 0 h 5196"/>
                <a:gd name="connsiteX4" fmla="*/ 6463 w 6463"/>
                <a:gd name="connsiteY4" fmla="*/ 2661 h 5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196">
                  <a:moveTo>
                    <a:pt x="6463" y="2661"/>
                  </a:moveTo>
                  <a:lnTo>
                    <a:pt x="3295" y="5196"/>
                  </a:lnTo>
                  <a:lnTo>
                    <a:pt x="0" y="2661"/>
                  </a:lnTo>
                  <a:lnTo>
                    <a:pt x="3295" y="0"/>
                  </a:lnTo>
                  <a:lnTo>
                    <a:pt x="6463" y="266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0" name="Freeform: Shape 2869">
              <a:extLst>
                <a:ext uri="{FF2B5EF4-FFF2-40B4-BE49-F238E27FC236}">
                  <a16:creationId xmlns:a16="http://schemas.microsoft.com/office/drawing/2014/main" id="{750A21B0-E7D9-56FE-028F-4F5EAE318824}"/>
                </a:ext>
              </a:extLst>
            </p:cNvPr>
            <p:cNvSpPr/>
            <p:nvPr/>
          </p:nvSpPr>
          <p:spPr>
            <a:xfrm>
              <a:off x="2972339" y="1682830"/>
              <a:ext cx="5196" cy="4055"/>
            </a:xfrm>
            <a:custGeom>
              <a:avLst/>
              <a:gdLst>
                <a:gd name="connsiteX0" fmla="*/ 5196 w 5196"/>
                <a:gd name="connsiteY0" fmla="*/ 2028 h 4055"/>
                <a:gd name="connsiteX1" fmla="*/ 2535 w 5196"/>
                <a:gd name="connsiteY1" fmla="*/ 4055 h 4055"/>
                <a:gd name="connsiteX2" fmla="*/ 0 w 5196"/>
                <a:gd name="connsiteY2" fmla="*/ 2028 h 4055"/>
                <a:gd name="connsiteX3" fmla="*/ 2535 w 5196"/>
                <a:gd name="connsiteY3" fmla="*/ 0 h 4055"/>
                <a:gd name="connsiteX4" fmla="*/ 5196 w 5196"/>
                <a:gd name="connsiteY4" fmla="*/ 2028 h 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96" h="4055">
                  <a:moveTo>
                    <a:pt x="5196" y="2028"/>
                  </a:moveTo>
                  <a:lnTo>
                    <a:pt x="2535" y="4055"/>
                  </a:lnTo>
                  <a:lnTo>
                    <a:pt x="0" y="2028"/>
                  </a:lnTo>
                  <a:lnTo>
                    <a:pt x="2535" y="0"/>
                  </a:lnTo>
                  <a:lnTo>
                    <a:pt x="5196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1" name="Freeform: Shape 2870">
              <a:extLst>
                <a:ext uri="{FF2B5EF4-FFF2-40B4-BE49-F238E27FC236}">
                  <a16:creationId xmlns:a16="http://schemas.microsoft.com/office/drawing/2014/main" id="{34A345BC-05C5-79EA-EADA-FDAD41A83795}"/>
                </a:ext>
              </a:extLst>
            </p:cNvPr>
            <p:cNvSpPr/>
            <p:nvPr/>
          </p:nvSpPr>
          <p:spPr>
            <a:xfrm>
              <a:off x="3049521" y="1598804"/>
              <a:ext cx="4309" cy="3421"/>
            </a:xfrm>
            <a:custGeom>
              <a:avLst/>
              <a:gdLst>
                <a:gd name="connsiteX0" fmla="*/ 4309 w 4309"/>
                <a:gd name="connsiteY0" fmla="*/ 1774 h 3421"/>
                <a:gd name="connsiteX1" fmla="*/ 2154 w 4309"/>
                <a:gd name="connsiteY1" fmla="*/ 3422 h 3421"/>
                <a:gd name="connsiteX2" fmla="*/ 0 w 4309"/>
                <a:gd name="connsiteY2" fmla="*/ 1774 h 3421"/>
                <a:gd name="connsiteX3" fmla="*/ 2154 w 4309"/>
                <a:gd name="connsiteY3" fmla="*/ 0 h 3421"/>
                <a:gd name="connsiteX4" fmla="*/ 4309 w 4309"/>
                <a:gd name="connsiteY4" fmla="*/ 1774 h 3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9" h="3421">
                  <a:moveTo>
                    <a:pt x="4309" y="1774"/>
                  </a:moveTo>
                  <a:lnTo>
                    <a:pt x="2154" y="3422"/>
                  </a:lnTo>
                  <a:lnTo>
                    <a:pt x="0" y="1774"/>
                  </a:lnTo>
                  <a:lnTo>
                    <a:pt x="2154" y="0"/>
                  </a:lnTo>
                  <a:lnTo>
                    <a:pt x="4309" y="177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2" name="Freeform: Shape 2871">
              <a:extLst>
                <a:ext uri="{FF2B5EF4-FFF2-40B4-BE49-F238E27FC236}">
                  <a16:creationId xmlns:a16="http://schemas.microsoft.com/office/drawing/2014/main" id="{25DC4F33-9E86-D296-18AB-2DB4AA86D364}"/>
                </a:ext>
              </a:extLst>
            </p:cNvPr>
            <p:cNvSpPr/>
            <p:nvPr/>
          </p:nvSpPr>
          <p:spPr>
            <a:xfrm>
              <a:off x="3130379" y="1517186"/>
              <a:ext cx="2914" cy="2281"/>
            </a:xfrm>
            <a:custGeom>
              <a:avLst/>
              <a:gdLst>
                <a:gd name="connsiteX0" fmla="*/ 2915 w 2914"/>
                <a:gd name="connsiteY0" fmla="*/ 1141 h 2281"/>
                <a:gd name="connsiteX1" fmla="*/ 1521 w 2914"/>
                <a:gd name="connsiteY1" fmla="*/ 2281 h 2281"/>
                <a:gd name="connsiteX2" fmla="*/ 0 w 2914"/>
                <a:gd name="connsiteY2" fmla="*/ 1141 h 2281"/>
                <a:gd name="connsiteX3" fmla="*/ 1521 w 2914"/>
                <a:gd name="connsiteY3" fmla="*/ 0 h 2281"/>
                <a:gd name="connsiteX4" fmla="*/ 2915 w 2914"/>
                <a:gd name="connsiteY4" fmla="*/ 1141 h 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" h="2281">
                  <a:moveTo>
                    <a:pt x="2915" y="1141"/>
                  </a:moveTo>
                  <a:lnTo>
                    <a:pt x="1521" y="2281"/>
                  </a:lnTo>
                  <a:lnTo>
                    <a:pt x="0" y="1141"/>
                  </a:lnTo>
                  <a:lnTo>
                    <a:pt x="1521" y="0"/>
                  </a:lnTo>
                  <a:lnTo>
                    <a:pt x="2915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3" name="Freeform: Shape 2872">
              <a:extLst>
                <a:ext uri="{FF2B5EF4-FFF2-40B4-BE49-F238E27FC236}">
                  <a16:creationId xmlns:a16="http://schemas.microsoft.com/office/drawing/2014/main" id="{157ADABC-EEF4-A726-2DB4-F18BB19FDB4A}"/>
                </a:ext>
              </a:extLst>
            </p:cNvPr>
            <p:cNvSpPr/>
            <p:nvPr/>
          </p:nvSpPr>
          <p:spPr>
            <a:xfrm>
              <a:off x="3214532" y="1437469"/>
              <a:ext cx="2154" cy="1647"/>
            </a:xfrm>
            <a:custGeom>
              <a:avLst/>
              <a:gdLst>
                <a:gd name="connsiteX0" fmla="*/ 2154 w 2154"/>
                <a:gd name="connsiteY0" fmla="*/ 760 h 1647"/>
                <a:gd name="connsiteX1" fmla="*/ 1014 w 2154"/>
                <a:gd name="connsiteY1" fmla="*/ 1648 h 1647"/>
                <a:gd name="connsiteX2" fmla="*/ 0 w 2154"/>
                <a:gd name="connsiteY2" fmla="*/ 760 h 1647"/>
                <a:gd name="connsiteX3" fmla="*/ 1014 w 2154"/>
                <a:gd name="connsiteY3" fmla="*/ 0 h 1647"/>
                <a:gd name="connsiteX4" fmla="*/ 2154 w 2154"/>
                <a:gd name="connsiteY4" fmla="*/ 760 h 1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4" h="1647">
                  <a:moveTo>
                    <a:pt x="2154" y="760"/>
                  </a:moveTo>
                  <a:lnTo>
                    <a:pt x="1014" y="1648"/>
                  </a:lnTo>
                  <a:lnTo>
                    <a:pt x="0" y="760"/>
                  </a:lnTo>
                  <a:lnTo>
                    <a:pt x="1014" y="0"/>
                  </a:lnTo>
                  <a:lnTo>
                    <a:pt x="2154" y="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4" name="Freeform: Shape 2873">
              <a:extLst>
                <a:ext uri="{FF2B5EF4-FFF2-40B4-BE49-F238E27FC236}">
                  <a16:creationId xmlns:a16="http://schemas.microsoft.com/office/drawing/2014/main" id="{068450B1-2B7A-8BB1-E24B-185FF3EB822D}"/>
                </a:ext>
              </a:extLst>
            </p:cNvPr>
            <p:cNvSpPr/>
            <p:nvPr/>
          </p:nvSpPr>
          <p:spPr>
            <a:xfrm>
              <a:off x="3301979" y="1360034"/>
              <a:ext cx="1393" cy="1013"/>
            </a:xfrm>
            <a:custGeom>
              <a:avLst/>
              <a:gdLst>
                <a:gd name="connsiteX0" fmla="*/ 1394 w 1393"/>
                <a:gd name="connsiteY0" fmla="*/ 507 h 1013"/>
                <a:gd name="connsiteX1" fmla="*/ 634 w 1393"/>
                <a:gd name="connsiteY1" fmla="*/ 1014 h 1013"/>
                <a:gd name="connsiteX2" fmla="*/ 0 w 1393"/>
                <a:gd name="connsiteY2" fmla="*/ 507 h 1013"/>
                <a:gd name="connsiteX3" fmla="*/ 634 w 1393"/>
                <a:gd name="connsiteY3" fmla="*/ 0 h 1013"/>
                <a:gd name="connsiteX4" fmla="*/ 1394 w 1393"/>
                <a:gd name="connsiteY4" fmla="*/ 507 h 1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3" h="1013">
                  <a:moveTo>
                    <a:pt x="1394" y="507"/>
                  </a:moveTo>
                  <a:lnTo>
                    <a:pt x="634" y="1014"/>
                  </a:lnTo>
                  <a:lnTo>
                    <a:pt x="0" y="507"/>
                  </a:lnTo>
                  <a:lnTo>
                    <a:pt x="634" y="0"/>
                  </a:lnTo>
                  <a:lnTo>
                    <a:pt x="1394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5" name="Freeform: Shape 2874">
              <a:extLst>
                <a:ext uri="{FF2B5EF4-FFF2-40B4-BE49-F238E27FC236}">
                  <a16:creationId xmlns:a16="http://schemas.microsoft.com/office/drawing/2014/main" id="{CF2B1445-5070-4888-5BAC-82C19FD085DD}"/>
                </a:ext>
              </a:extLst>
            </p:cNvPr>
            <p:cNvSpPr/>
            <p:nvPr/>
          </p:nvSpPr>
          <p:spPr>
            <a:xfrm>
              <a:off x="3486127" y="1212006"/>
              <a:ext cx="760" cy="506"/>
            </a:xfrm>
            <a:custGeom>
              <a:avLst/>
              <a:gdLst>
                <a:gd name="connsiteX0" fmla="*/ 760 w 760"/>
                <a:gd name="connsiteY0" fmla="*/ 253 h 506"/>
                <a:gd name="connsiteX1" fmla="*/ 380 w 760"/>
                <a:gd name="connsiteY1" fmla="*/ 507 h 506"/>
                <a:gd name="connsiteX2" fmla="*/ 0 w 760"/>
                <a:gd name="connsiteY2" fmla="*/ 253 h 506"/>
                <a:gd name="connsiteX3" fmla="*/ 380 w 760"/>
                <a:gd name="connsiteY3" fmla="*/ 0 h 506"/>
                <a:gd name="connsiteX4" fmla="*/ 760 w 760"/>
                <a:gd name="connsiteY4" fmla="*/ 253 h 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0" h="506">
                  <a:moveTo>
                    <a:pt x="760" y="253"/>
                  </a:moveTo>
                  <a:lnTo>
                    <a:pt x="380" y="507"/>
                  </a:lnTo>
                  <a:lnTo>
                    <a:pt x="0" y="253"/>
                  </a:lnTo>
                  <a:lnTo>
                    <a:pt x="380" y="0"/>
                  </a:lnTo>
                  <a:lnTo>
                    <a:pt x="760" y="25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6" name="Freeform: Shape 2875">
              <a:extLst>
                <a:ext uri="{FF2B5EF4-FFF2-40B4-BE49-F238E27FC236}">
                  <a16:creationId xmlns:a16="http://schemas.microsoft.com/office/drawing/2014/main" id="{516A211D-8CDE-AE10-E7ED-E5ABE5247FD0}"/>
                </a:ext>
              </a:extLst>
            </p:cNvPr>
            <p:cNvSpPr/>
            <p:nvPr/>
          </p:nvSpPr>
          <p:spPr>
            <a:xfrm>
              <a:off x="3582319" y="1141414"/>
              <a:ext cx="1393" cy="1013"/>
            </a:xfrm>
            <a:custGeom>
              <a:avLst/>
              <a:gdLst>
                <a:gd name="connsiteX0" fmla="*/ 1394 w 1393"/>
                <a:gd name="connsiteY0" fmla="*/ 507 h 1013"/>
                <a:gd name="connsiteX1" fmla="*/ 634 w 1393"/>
                <a:gd name="connsiteY1" fmla="*/ 1014 h 1013"/>
                <a:gd name="connsiteX2" fmla="*/ 0 w 1393"/>
                <a:gd name="connsiteY2" fmla="*/ 507 h 1013"/>
                <a:gd name="connsiteX3" fmla="*/ 634 w 1393"/>
                <a:gd name="connsiteY3" fmla="*/ 0 h 1013"/>
                <a:gd name="connsiteX4" fmla="*/ 1394 w 1393"/>
                <a:gd name="connsiteY4" fmla="*/ 507 h 1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3" h="1013">
                  <a:moveTo>
                    <a:pt x="1394" y="507"/>
                  </a:moveTo>
                  <a:lnTo>
                    <a:pt x="634" y="1014"/>
                  </a:lnTo>
                  <a:lnTo>
                    <a:pt x="0" y="507"/>
                  </a:lnTo>
                  <a:lnTo>
                    <a:pt x="634" y="0"/>
                  </a:lnTo>
                  <a:lnTo>
                    <a:pt x="1394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7" name="Freeform: Shape 2876">
              <a:extLst>
                <a:ext uri="{FF2B5EF4-FFF2-40B4-BE49-F238E27FC236}">
                  <a16:creationId xmlns:a16="http://schemas.microsoft.com/office/drawing/2014/main" id="{B0FC75EE-C8F6-B75C-C7E9-3DFA82F74CCE}"/>
                </a:ext>
              </a:extLst>
            </p:cNvPr>
            <p:cNvSpPr/>
            <p:nvPr/>
          </p:nvSpPr>
          <p:spPr>
            <a:xfrm>
              <a:off x="3681553" y="1073484"/>
              <a:ext cx="1774" cy="1394"/>
            </a:xfrm>
            <a:custGeom>
              <a:avLst/>
              <a:gdLst>
                <a:gd name="connsiteX0" fmla="*/ 1774 w 1774"/>
                <a:gd name="connsiteY0" fmla="*/ 634 h 1394"/>
                <a:gd name="connsiteX1" fmla="*/ 887 w 1774"/>
                <a:gd name="connsiteY1" fmla="*/ 1394 h 1394"/>
                <a:gd name="connsiteX2" fmla="*/ 0 w 1774"/>
                <a:gd name="connsiteY2" fmla="*/ 634 h 1394"/>
                <a:gd name="connsiteX3" fmla="*/ 887 w 1774"/>
                <a:gd name="connsiteY3" fmla="*/ 0 h 1394"/>
                <a:gd name="connsiteX4" fmla="*/ 1774 w 1774"/>
                <a:gd name="connsiteY4" fmla="*/ 634 h 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" h="1394">
                  <a:moveTo>
                    <a:pt x="1774" y="634"/>
                  </a:moveTo>
                  <a:lnTo>
                    <a:pt x="887" y="1394"/>
                  </a:lnTo>
                  <a:lnTo>
                    <a:pt x="0" y="634"/>
                  </a:lnTo>
                  <a:lnTo>
                    <a:pt x="887" y="0"/>
                  </a:lnTo>
                  <a:lnTo>
                    <a:pt x="1774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8" name="Freeform: Shape 2877">
              <a:extLst>
                <a:ext uri="{FF2B5EF4-FFF2-40B4-BE49-F238E27FC236}">
                  <a16:creationId xmlns:a16="http://schemas.microsoft.com/office/drawing/2014/main" id="{CDC13A77-DECF-E9F3-1B9E-9799CA92872F}"/>
                </a:ext>
              </a:extLst>
            </p:cNvPr>
            <p:cNvSpPr/>
            <p:nvPr/>
          </p:nvSpPr>
          <p:spPr>
            <a:xfrm>
              <a:off x="3783322" y="1007961"/>
              <a:ext cx="2915" cy="2408"/>
            </a:xfrm>
            <a:custGeom>
              <a:avLst/>
              <a:gdLst>
                <a:gd name="connsiteX0" fmla="*/ 2915 w 2915"/>
                <a:gd name="connsiteY0" fmla="*/ 1141 h 2408"/>
                <a:gd name="connsiteX1" fmla="*/ 1521 w 2915"/>
                <a:gd name="connsiteY1" fmla="*/ 2408 h 2408"/>
                <a:gd name="connsiteX2" fmla="*/ 0 w 2915"/>
                <a:gd name="connsiteY2" fmla="*/ 1141 h 2408"/>
                <a:gd name="connsiteX3" fmla="*/ 1521 w 2915"/>
                <a:gd name="connsiteY3" fmla="*/ 0 h 2408"/>
                <a:gd name="connsiteX4" fmla="*/ 2915 w 2915"/>
                <a:gd name="connsiteY4" fmla="*/ 1141 h 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5" h="2408">
                  <a:moveTo>
                    <a:pt x="2915" y="1141"/>
                  </a:moveTo>
                  <a:lnTo>
                    <a:pt x="1521" y="2408"/>
                  </a:lnTo>
                  <a:lnTo>
                    <a:pt x="0" y="1141"/>
                  </a:lnTo>
                  <a:lnTo>
                    <a:pt x="1521" y="0"/>
                  </a:lnTo>
                  <a:lnTo>
                    <a:pt x="2915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9" name="Freeform: Shape 2878">
              <a:extLst>
                <a:ext uri="{FF2B5EF4-FFF2-40B4-BE49-F238E27FC236}">
                  <a16:creationId xmlns:a16="http://schemas.microsoft.com/office/drawing/2014/main" id="{EDCA645D-930C-9430-49EE-A3D0DFA8EE63}"/>
                </a:ext>
              </a:extLst>
            </p:cNvPr>
            <p:cNvSpPr/>
            <p:nvPr/>
          </p:nvSpPr>
          <p:spPr>
            <a:xfrm>
              <a:off x="3888006" y="945480"/>
              <a:ext cx="3548" cy="2788"/>
            </a:xfrm>
            <a:custGeom>
              <a:avLst/>
              <a:gdLst>
                <a:gd name="connsiteX0" fmla="*/ 3549 w 3548"/>
                <a:gd name="connsiteY0" fmla="*/ 1394 h 2788"/>
                <a:gd name="connsiteX1" fmla="*/ 1774 w 3548"/>
                <a:gd name="connsiteY1" fmla="*/ 2788 h 2788"/>
                <a:gd name="connsiteX2" fmla="*/ 0 w 3548"/>
                <a:gd name="connsiteY2" fmla="*/ 1394 h 2788"/>
                <a:gd name="connsiteX3" fmla="*/ 1774 w 3548"/>
                <a:gd name="connsiteY3" fmla="*/ 0 h 2788"/>
                <a:gd name="connsiteX4" fmla="*/ 3549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9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9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0" name="Freeform: Shape 2879">
              <a:extLst>
                <a:ext uri="{FF2B5EF4-FFF2-40B4-BE49-F238E27FC236}">
                  <a16:creationId xmlns:a16="http://schemas.microsoft.com/office/drawing/2014/main" id="{14DFE18D-74FB-2F30-A90D-9D2FFD2A2F73}"/>
                </a:ext>
              </a:extLst>
            </p:cNvPr>
            <p:cNvSpPr/>
            <p:nvPr/>
          </p:nvSpPr>
          <p:spPr>
            <a:xfrm>
              <a:off x="3995099" y="885661"/>
              <a:ext cx="4689" cy="3675"/>
            </a:xfrm>
            <a:custGeom>
              <a:avLst/>
              <a:gdLst>
                <a:gd name="connsiteX0" fmla="*/ 4689 w 4689"/>
                <a:gd name="connsiteY0" fmla="*/ 1774 h 3675"/>
                <a:gd name="connsiteX1" fmla="*/ 2281 w 4689"/>
                <a:gd name="connsiteY1" fmla="*/ 3675 h 3675"/>
                <a:gd name="connsiteX2" fmla="*/ 0 w 4689"/>
                <a:gd name="connsiteY2" fmla="*/ 1774 h 3675"/>
                <a:gd name="connsiteX3" fmla="*/ 2281 w 4689"/>
                <a:gd name="connsiteY3" fmla="*/ 0 h 3675"/>
                <a:gd name="connsiteX4" fmla="*/ 4689 w 4689"/>
                <a:gd name="connsiteY4" fmla="*/ 1774 h 3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89" h="3675">
                  <a:moveTo>
                    <a:pt x="4689" y="1774"/>
                  </a:moveTo>
                  <a:lnTo>
                    <a:pt x="2281" y="3675"/>
                  </a:lnTo>
                  <a:lnTo>
                    <a:pt x="0" y="1774"/>
                  </a:lnTo>
                  <a:lnTo>
                    <a:pt x="2281" y="0"/>
                  </a:lnTo>
                  <a:lnTo>
                    <a:pt x="4689" y="177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1" name="Freeform: Shape 2880">
              <a:extLst>
                <a:ext uri="{FF2B5EF4-FFF2-40B4-BE49-F238E27FC236}">
                  <a16:creationId xmlns:a16="http://schemas.microsoft.com/office/drawing/2014/main" id="{1F649E59-AA31-D4F5-BDAB-898677C10311}"/>
                </a:ext>
              </a:extLst>
            </p:cNvPr>
            <p:cNvSpPr/>
            <p:nvPr/>
          </p:nvSpPr>
          <p:spPr>
            <a:xfrm>
              <a:off x="4104598" y="828630"/>
              <a:ext cx="5829" cy="4689"/>
            </a:xfrm>
            <a:custGeom>
              <a:avLst/>
              <a:gdLst>
                <a:gd name="connsiteX0" fmla="*/ 5830 w 5829"/>
                <a:gd name="connsiteY0" fmla="*/ 2408 h 4689"/>
                <a:gd name="connsiteX1" fmla="*/ 2915 w 5829"/>
                <a:gd name="connsiteY1" fmla="*/ 4689 h 4689"/>
                <a:gd name="connsiteX2" fmla="*/ 0 w 5829"/>
                <a:gd name="connsiteY2" fmla="*/ 2408 h 4689"/>
                <a:gd name="connsiteX3" fmla="*/ 2915 w 5829"/>
                <a:gd name="connsiteY3" fmla="*/ 0 h 4689"/>
                <a:gd name="connsiteX4" fmla="*/ 5830 w 5829"/>
                <a:gd name="connsiteY4" fmla="*/ 2408 h 4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29" h="4689">
                  <a:moveTo>
                    <a:pt x="5830" y="2408"/>
                  </a:moveTo>
                  <a:lnTo>
                    <a:pt x="2915" y="4689"/>
                  </a:lnTo>
                  <a:lnTo>
                    <a:pt x="0" y="2408"/>
                  </a:lnTo>
                  <a:lnTo>
                    <a:pt x="2915" y="0"/>
                  </a:lnTo>
                  <a:lnTo>
                    <a:pt x="5830" y="240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2" name="Freeform: Shape 2881">
              <a:extLst>
                <a:ext uri="{FF2B5EF4-FFF2-40B4-BE49-F238E27FC236}">
                  <a16:creationId xmlns:a16="http://schemas.microsoft.com/office/drawing/2014/main" id="{C1211C7E-239C-5B4D-8D8A-3DF9B29B786E}"/>
                </a:ext>
              </a:extLst>
            </p:cNvPr>
            <p:cNvSpPr/>
            <p:nvPr/>
          </p:nvSpPr>
          <p:spPr>
            <a:xfrm>
              <a:off x="4216633" y="774894"/>
              <a:ext cx="6590" cy="5196"/>
            </a:xfrm>
            <a:custGeom>
              <a:avLst/>
              <a:gdLst>
                <a:gd name="connsiteX0" fmla="*/ 6591 w 6590"/>
                <a:gd name="connsiteY0" fmla="*/ 2535 h 5196"/>
                <a:gd name="connsiteX1" fmla="*/ 3295 w 6590"/>
                <a:gd name="connsiteY1" fmla="*/ 5196 h 5196"/>
                <a:gd name="connsiteX2" fmla="*/ 0 w 6590"/>
                <a:gd name="connsiteY2" fmla="*/ 2535 h 5196"/>
                <a:gd name="connsiteX3" fmla="*/ 3295 w 6590"/>
                <a:gd name="connsiteY3" fmla="*/ 0 h 5196"/>
                <a:gd name="connsiteX4" fmla="*/ 6591 w 6590"/>
                <a:gd name="connsiteY4" fmla="*/ 2535 h 5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90" h="5196">
                  <a:moveTo>
                    <a:pt x="6591" y="2535"/>
                  </a:moveTo>
                  <a:lnTo>
                    <a:pt x="3295" y="5196"/>
                  </a:lnTo>
                  <a:lnTo>
                    <a:pt x="0" y="2535"/>
                  </a:lnTo>
                  <a:lnTo>
                    <a:pt x="3295" y="0"/>
                  </a:lnTo>
                  <a:lnTo>
                    <a:pt x="6591" y="253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3" name="Freeform: Shape 2882">
              <a:extLst>
                <a:ext uri="{FF2B5EF4-FFF2-40B4-BE49-F238E27FC236}">
                  <a16:creationId xmlns:a16="http://schemas.microsoft.com/office/drawing/2014/main" id="{8693E735-BDE3-19E1-7782-5D28E8560592}"/>
                </a:ext>
              </a:extLst>
            </p:cNvPr>
            <p:cNvSpPr/>
            <p:nvPr/>
          </p:nvSpPr>
          <p:spPr>
            <a:xfrm>
              <a:off x="4330949" y="724199"/>
              <a:ext cx="7223" cy="5703"/>
            </a:xfrm>
            <a:custGeom>
              <a:avLst/>
              <a:gdLst>
                <a:gd name="connsiteX0" fmla="*/ 7224 w 7223"/>
                <a:gd name="connsiteY0" fmla="*/ 2788 h 5703"/>
                <a:gd name="connsiteX1" fmla="*/ 3549 w 7223"/>
                <a:gd name="connsiteY1" fmla="*/ 5703 h 5703"/>
                <a:gd name="connsiteX2" fmla="*/ 0 w 7223"/>
                <a:gd name="connsiteY2" fmla="*/ 2788 h 5703"/>
                <a:gd name="connsiteX3" fmla="*/ 3549 w 7223"/>
                <a:gd name="connsiteY3" fmla="*/ 0 h 5703"/>
                <a:gd name="connsiteX4" fmla="*/ 7224 w 7223"/>
                <a:gd name="connsiteY4" fmla="*/ 2788 h 5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23" h="5703">
                  <a:moveTo>
                    <a:pt x="7224" y="2788"/>
                  </a:moveTo>
                  <a:lnTo>
                    <a:pt x="3549" y="5703"/>
                  </a:lnTo>
                  <a:lnTo>
                    <a:pt x="0" y="2788"/>
                  </a:lnTo>
                  <a:lnTo>
                    <a:pt x="3549" y="0"/>
                  </a:lnTo>
                  <a:lnTo>
                    <a:pt x="7224" y="278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4" name="Freeform: Shape 2883">
              <a:extLst>
                <a:ext uri="{FF2B5EF4-FFF2-40B4-BE49-F238E27FC236}">
                  <a16:creationId xmlns:a16="http://schemas.microsoft.com/office/drawing/2014/main" id="{88072D8F-0D75-E6F2-A6AD-E53928D5C535}"/>
                </a:ext>
              </a:extLst>
            </p:cNvPr>
            <p:cNvSpPr/>
            <p:nvPr/>
          </p:nvSpPr>
          <p:spPr>
            <a:xfrm>
              <a:off x="4447419" y="676547"/>
              <a:ext cx="7730" cy="6210"/>
            </a:xfrm>
            <a:custGeom>
              <a:avLst/>
              <a:gdLst>
                <a:gd name="connsiteX0" fmla="*/ 7731 w 7730"/>
                <a:gd name="connsiteY0" fmla="*/ 3042 h 6210"/>
                <a:gd name="connsiteX1" fmla="*/ 3802 w 7730"/>
                <a:gd name="connsiteY1" fmla="*/ 6210 h 6210"/>
                <a:gd name="connsiteX2" fmla="*/ 0 w 7730"/>
                <a:gd name="connsiteY2" fmla="*/ 3042 h 6210"/>
                <a:gd name="connsiteX3" fmla="*/ 3802 w 7730"/>
                <a:gd name="connsiteY3" fmla="*/ 0 h 6210"/>
                <a:gd name="connsiteX4" fmla="*/ 7731 w 7730"/>
                <a:gd name="connsiteY4" fmla="*/ 3042 h 6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0" h="6210">
                  <a:moveTo>
                    <a:pt x="7731" y="3042"/>
                  </a:moveTo>
                  <a:lnTo>
                    <a:pt x="3802" y="6210"/>
                  </a:lnTo>
                  <a:lnTo>
                    <a:pt x="0" y="3042"/>
                  </a:lnTo>
                  <a:lnTo>
                    <a:pt x="3802" y="0"/>
                  </a:lnTo>
                  <a:lnTo>
                    <a:pt x="7731" y="30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5" name="Freeform: Shape 2884">
              <a:extLst>
                <a:ext uri="{FF2B5EF4-FFF2-40B4-BE49-F238E27FC236}">
                  <a16:creationId xmlns:a16="http://schemas.microsoft.com/office/drawing/2014/main" id="{D0929262-23CA-BCBD-3ED5-551A2BC13E3E}"/>
                </a:ext>
              </a:extLst>
            </p:cNvPr>
            <p:cNvSpPr/>
            <p:nvPr/>
          </p:nvSpPr>
          <p:spPr>
            <a:xfrm>
              <a:off x="4565410" y="631809"/>
              <a:ext cx="9125" cy="7223"/>
            </a:xfrm>
            <a:custGeom>
              <a:avLst/>
              <a:gdLst>
                <a:gd name="connsiteX0" fmla="*/ 9125 w 9125"/>
                <a:gd name="connsiteY0" fmla="*/ 3549 h 7223"/>
                <a:gd name="connsiteX1" fmla="*/ 4562 w 9125"/>
                <a:gd name="connsiteY1" fmla="*/ 7224 h 7223"/>
                <a:gd name="connsiteX2" fmla="*/ 0 w 9125"/>
                <a:gd name="connsiteY2" fmla="*/ 3549 h 7223"/>
                <a:gd name="connsiteX3" fmla="*/ 4562 w 9125"/>
                <a:gd name="connsiteY3" fmla="*/ 0 h 7223"/>
                <a:gd name="connsiteX4" fmla="*/ 9125 w 9125"/>
                <a:gd name="connsiteY4" fmla="*/ 3549 h 7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5" h="7223">
                  <a:moveTo>
                    <a:pt x="9125" y="3549"/>
                  </a:moveTo>
                  <a:lnTo>
                    <a:pt x="4562" y="7224"/>
                  </a:lnTo>
                  <a:lnTo>
                    <a:pt x="0" y="3549"/>
                  </a:lnTo>
                  <a:lnTo>
                    <a:pt x="4562" y="0"/>
                  </a:lnTo>
                  <a:lnTo>
                    <a:pt x="9125" y="354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6" name="Freeform: Shape 2885">
              <a:extLst>
                <a:ext uri="{FF2B5EF4-FFF2-40B4-BE49-F238E27FC236}">
                  <a16:creationId xmlns:a16="http://schemas.microsoft.com/office/drawing/2014/main" id="{6AF82DBB-0DE5-D3CA-507D-92426BABFE70}"/>
                </a:ext>
              </a:extLst>
            </p:cNvPr>
            <p:cNvSpPr/>
            <p:nvPr/>
          </p:nvSpPr>
          <p:spPr>
            <a:xfrm>
              <a:off x="4685556" y="590493"/>
              <a:ext cx="9758" cy="7857"/>
            </a:xfrm>
            <a:custGeom>
              <a:avLst/>
              <a:gdLst>
                <a:gd name="connsiteX0" fmla="*/ 9759 w 9758"/>
                <a:gd name="connsiteY0" fmla="*/ 3929 h 7857"/>
                <a:gd name="connsiteX1" fmla="*/ 4816 w 9758"/>
                <a:gd name="connsiteY1" fmla="*/ 7858 h 7857"/>
                <a:gd name="connsiteX2" fmla="*/ 0 w 9758"/>
                <a:gd name="connsiteY2" fmla="*/ 3929 h 7857"/>
                <a:gd name="connsiteX3" fmla="*/ 4816 w 9758"/>
                <a:gd name="connsiteY3" fmla="*/ 0 h 7857"/>
                <a:gd name="connsiteX4" fmla="*/ 9759 w 9758"/>
                <a:gd name="connsiteY4" fmla="*/ 3929 h 7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58" h="7857">
                  <a:moveTo>
                    <a:pt x="9759" y="3929"/>
                  </a:moveTo>
                  <a:lnTo>
                    <a:pt x="4816" y="7858"/>
                  </a:lnTo>
                  <a:lnTo>
                    <a:pt x="0" y="3929"/>
                  </a:lnTo>
                  <a:lnTo>
                    <a:pt x="4816" y="0"/>
                  </a:lnTo>
                  <a:lnTo>
                    <a:pt x="9759" y="392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7" name="Freeform: Shape 2886">
              <a:extLst>
                <a:ext uri="{FF2B5EF4-FFF2-40B4-BE49-F238E27FC236}">
                  <a16:creationId xmlns:a16="http://schemas.microsoft.com/office/drawing/2014/main" id="{85D5ED0B-0E14-6316-C405-4DEA4AB67D80}"/>
                </a:ext>
              </a:extLst>
            </p:cNvPr>
            <p:cNvSpPr/>
            <p:nvPr/>
          </p:nvSpPr>
          <p:spPr>
            <a:xfrm>
              <a:off x="4807349" y="552472"/>
              <a:ext cx="10518" cy="8364"/>
            </a:xfrm>
            <a:custGeom>
              <a:avLst/>
              <a:gdLst>
                <a:gd name="connsiteX0" fmla="*/ 10519 w 10518"/>
                <a:gd name="connsiteY0" fmla="*/ 4182 h 8364"/>
                <a:gd name="connsiteX1" fmla="*/ 5196 w 10518"/>
                <a:gd name="connsiteY1" fmla="*/ 8365 h 8364"/>
                <a:gd name="connsiteX2" fmla="*/ 0 w 10518"/>
                <a:gd name="connsiteY2" fmla="*/ 4182 h 8364"/>
                <a:gd name="connsiteX3" fmla="*/ 5196 w 10518"/>
                <a:gd name="connsiteY3" fmla="*/ 0 h 8364"/>
                <a:gd name="connsiteX4" fmla="*/ 10519 w 10518"/>
                <a:gd name="connsiteY4" fmla="*/ 4182 h 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18" h="8364">
                  <a:moveTo>
                    <a:pt x="10519" y="4182"/>
                  </a:moveTo>
                  <a:lnTo>
                    <a:pt x="5196" y="8365"/>
                  </a:lnTo>
                  <a:lnTo>
                    <a:pt x="0" y="4182"/>
                  </a:lnTo>
                  <a:lnTo>
                    <a:pt x="5196" y="0"/>
                  </a:lnTo>
                  <a:lnTo>
                    <a:pt x="10519" y="41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8" name="Freeform: Shape 2887">
              <a:extLst>
                <a:ext uri="{FF2B5EF4-FFF2-40B4-BE49-F238E27FC236}">
                  <a16:creationId xmlns:a16="http://schemas.microsoft.com/office/drawing/2014/main" id="{B3B8742E-4221-A69C-DE84-F449237C06C9}"/>
                </a:ext>
              </a:extLst>
            </p:cNvPr>
            <p:cNvSpPr/>
            <p:nvPr/>
          </p:nvSpPr>
          <p:spPr>
            <a:xfrm>
              <a:off x="4930283" y="517493"/>
              <a:ext cx="11913" cy="9505"/>
            </a:xfrm>
            <a:custGeom>
              <a:avLst/>
              <a:gdLst>
                <a:gd name="connsiteX0" fmla="*/ 11913 w 11913"/>
                <a:gd name="connsiteY0" fmla="*/ 4689 h 9505"/>
                <a:gd name="connsiteX1" fmla="*/ 5957 w 11913"/>
                <a:gd name="connsiteY1" fmla="*/ 9505 h 9505"/>
                <a:gd name="connsiteX2" fmla="*/ 0 w 11913"/>
                <a:gd name="connsiteY2" fmla="*/ 4689 h 9505"/>
                <a:gd name="connsiteX3" fmla="*/ 5957 w 11913"/>
                <a:gd name="connsiteY3" fmla="*/ 0 h 9505"/>
                <a:gd name="connsiteX4" fmla="*/ 11913 w 11913"/>
                <a:gd name="connsiteY4" fmla="*/ 4689 h 9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13" h="9505">
                  <a:moveTo>
                    <a:pt x="11913" y="4689"/>
                  </a:moveTo>
                  <a:lnTo>
                    <a:pt x="5957" y="9505"/>
                  </a:lnTo>
                  <a:lnTo>
                    <a:pt x="0" y="4689"/>
                  </a:lnTo>
                  <a:lnTo>
                    <a:pt x="5957" y="0"/>
                  </a:lnTo>
                  <a:lnTo>
                    <a:pt x="11913" y="468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9" name="Freeform: Shape 2888">
              <a:extLst>
                <a:ext uri="{FF2B5EF4-FFF2-40B4-BE49-F238E27FC236}">
                  <a16:creationId xmlns:a16="http://schemas.microsoft.com/office/drawing/2014/main" id="{DDBAF4A8-39AE-BF01-52A6-972D5FABD5C7}"/>
                </a:ext>
              </a:extLst>
            </p:cNvPr>
            <p:cNvSpPr/>
            <p:nvPr/>
          </p:nvSpPr>
          <p:spPr>
            <a:xfrm>
              <a:off x="5055118" y="486062"/>
              <a:ext cx="12546" cy="10012"/>
            </a:xfrm>
            <a:custGeom>
              <a:avLst/>
              <a:gdLst>
                <a:gd name="connsiteX0" fmla="*/ 12547 w 12546"/>
                <a:gd name="connsiteY0" fmla="*/ 4943 h 10012"/>
                <a:gd name="connsiteX1" fmla="*/ 6210 w 12546"/>
                <a:gd name="connsiteY1" fmla="*/ 10012 h 10012"/>
                <a:gd name="connsiteX2" fmla="*/ 0 w 12546"/>
                <a:gd name="connsiteY2" fmla="*/ 4943 h 10012"/>
                <a:gd name="connsiteX3" fmla="*/ 6210 w 12546"/>
                <a:gd name="connsiteY3" fmla="*/ 0 h 10012"/>
                <a:gd name="connsiteX4" fmla="*/ 12547 w 12546"/>
                <a:gd name="connsiteY4" fmla="*/ 4943 h 1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46" h="10012">
                  <a:moveTo>
                    <a:pt x="12547" y="4943"/>
                  </a:moveTo>
                  <a:lnTo>
                    <a:pt x="6210" y="10012"/>
                  </a:lnTo>
                  <a:lnTo>
                    <a:pt x="0" y="4943"/>
                  </a:lnTo>
                  <a:lnTo>
                    <a:pt x="6210" y="0"/>
                  </a:lnTo>
                  <a:lnTo>
                    <a:pt x="12547" y="494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0" name="Freeform: Shape 2889">
              <a:extLst>
                <a:ext uri="{FF2B5EF4-FFF2-40B4-BE49-F238E27FC236}">
                  <a16:creationId xmlns:a16="http://schemas.microsoft.com/office/drawing/2014/main" id="{7FB494C8-3749-D842-44CC-7D4E65E77762}"/>
                </a:ext>
              </a:extLst>
            </p:cNvPr>
            <p:cNvSpPr/>
            <p:nvPr/>
          </p:nvSpPr>
          <p:spPr>
            <a:xfrm>
              <a:off x="5181094" y="457927"/>
              <a:ext cx="13307" cy="10645"/>
            </a:xfrm>
            <a:custGeom>
              <a:avLst/>
              <a:gdLst>
                <a:gd name="connsiteX0" fmla="*/ 13307 w 13307"/>
                <a:gd name="connsiteY0" fmla="*/ 5323 h 10645"/>
                <a:gd name="connsiteX1" fmla="*/ 6717 w 13307"/>
                <a:gd name="connsiteY1" fmla="*/ 10646 h 10645"/>
                <a:gd name="connsiteX2" fmla="*/ 0 w 13307"/>
                <a:gd name="connsiteY2" fmla="*/ 5323 h 10645"/>
                <a:gd name="connsiteX3" fmla="*/ 6717 w 13307"/>
                <a:gd name="connsiteY3" fmla="*/ 0 h 10645"/>
                <a:gd name="connsiteX4" fmla="*/ 13307 w 13307"/>
                <a:gd name="connsiteY4" fmla="*/ 5323 h 1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07" h="10645">
                  <a:moveTo>
                    <a:pt x="13307" y="5323"/>
                  </a:moveTo>
                  <a:lnTo>
                    <a:pt x="6717" y="10646"/>
                  </a:lnTo>
                  <a:cubicBezTo>
                    <a:pt x="3042" y="10646"/>
                    <a:pt x="0" y="8238"/>
                    <a:pt x="0" y="5323"/>
                  </a:cubicBezTo>
                  <a:cubicBezTo>
                    <a:pt x="0" y="2408"/>
                    <a:pt x="3042" y="0"/>
                    <a:pt x="6717" y="0"/>
                  </a:cubicBezTo>
                  <a:cubicBezTo>
                    <a:pt x="10392" y="0"/>
                    <a:pt x="13307" y="2408"/>
                    <a:pt x="13307" y="532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1" name="Freeform: Shape 2890">
              <a:extLst>
                <a:ext uri="{FF2B5EF4-FFF2-40B4-BE49-F238E27FC236}">
                  <a16:creationId xmlns:a16="http://schemas.microsoft.com/office/drawing/2014/main" id="{D6C5931C-DD34-5577-0C44-61E891E314A8}"/>
                </a:ext>
              </a:extLst>
            </p:cNvPr>
            <p:cNvSpPr/>
            <p:nvPr/>
          </p:nvSpPr>
          <p:spPr>
            <a:xfrm>
              <a:off x="5307829" y="433087"/>
              <a:ext cx="14701" cy="11659"/>
            </a:xfrm>
            <a:custGeom>
              <a:avLst/>
              <a:gdLst>
                <a:gd name="connsiteX0" fmla="*/ 14701 w 14701"/>
                <a:gd name="connsiteY0" fmla="*/ 5830 h 11659"/>
                <a:gd name="connsiteX1" fmla="*/ 7351 w 14701"/>
                <a:gd name="connsiteY1" fmla="*/ 11660 h 11659"/>
                <a:gd name="connsiteX2" fmla="*/ 0 w 14701"/>
                <a:gd name="connsiteY2" fmla="*/ 5830 h 11659"/>
                <a:gd name="connsiteX3" fmla="*/ 7351 w 14701"/>
                <a:gd name="connsiteY3" fmla="*/ 0 h 11659"/>
                <a:gd name="connsiteX4" fmla="*/ 14701 w 14701"/>
                <a:gd name="connsiteY4" fmla="*/ 5830 h 11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01" h="11659">
                  <a:moveTo>
                    <a:pt x="14701" y="5830"/>
                  </a:moveTo>
                  <a:cubicBezTo>
                    <a:pt x="14701" y="8998"/>
                    <a:pt x="11406" y="11660"/>
                    <a:pt x="7351" y="11660"/>
                  </a:cubicBezTo>
                  <a:cubicBezTo>
                    <a:pt x="3295" y="11660"/>
                    <a:pt x="0" y="8998"/>
                    <a:pt x="0" y="5830"/>
                  </a:cubicBezTo>
                  <a:cubicBezTo>
                    <a:pt x="0" y="2661"/>
                    <a:pt x="3295" y="0"/>
                    <a:pt x="7351" y="0"/>
                  </a:cubicBezTo>
                  <a:cubicBezTo>
                    <a:pt x="11406" y="0"/>
                    <a:pt x="14701" y="2661"/>
                    <a:pt x="14701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2" name="Freeform: Shape 2891">
              <a:extLst>
                <a:ext uri="{FF2B5EF4-FFF2-40B4-BE49-F238E27FC236}">
                  <a16:creationId xmlns:a16="http://schemas.microsoft.com/office/drawing/2014/main" id="{D81B0464-2A1C-5024-94A3-F536CBE96725}"/>
                </a:ext>
              </a:extLst>
            </p:cNvPr>
            <p:cNvSpPr/>
            <p:nvPr/>
          </p:nvSpPr>
          <p:spPr>
            <a:xfrm>
              <a:off x="5435833" y="411795"/>
              <a:ext cx="15461" cy="12293"/>
            </a:xfrm>
            <a:custGeom>
              <a:avLst/>
              <a:gdLst>
                <a:gd name="connsiteX0" fmla="*/ 15462 w 15461"/>
                <a:gd name="connsiteY0" fmla="*/ 6210 h 12293"/>
                <a:gd name="connsiteX1" fmla="*/ 7731 w 15461"/>
                <a:gd name="connsiteY1" fmla="*/ 12293 h 12293"/>
                <a:gd name="connsiteX2" fmla="*/ 0 w 15461"/>
                <a:gd name="connsiteY2" fmla="*/ 6210 h 12293"/>
                <a:gd name="connsiteX3" fmla="*/ 7731 w 15461"/>
                <a:gd name="connsiteY3" fmla="*/ 0 h 12293"/>
                <a:gd name="connsiteX4" fmla="*/ 15462 w 15461"/>
                <a:gd name="connsiteY4" fmla="*/ 6210 h 1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61" h="12293">
                  <a:moveTo>
                    <a:pt x="15462" y="6210"/>
                  </a:moveTo>
                  <a:cubicBezTo>
                    <a:pt x="15462" y="9632"/>
                    <a:pt x="12040" y="12293"/>
                    <a:pt x="7731" y="12293"/>
                  </a:cubicBezTo>
                  <a:cubicBezTo>
                    <a:pt x="3422" y="12293"/>
                    <a:pt x="0" y="9505"/>
                    <a:pt x="0" y="6210"/>
                  </a:cubicBezTo>
                  <a:cubicBezTo>
                    <a:pt x="0" y="2915"/>
                    <a:pt x="3422" y="0"/>
                    <a:pt x="7731" y="0"/>
                  </a:cubicBezTo>
                  <a:cubicBezTo>
                    <a:pt x="12040" y="0"/>
                    <a:pt x="15462" y="2788"/>
                    <a:pt x="15462" y="621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3" name="Freeform: Shape 2892">
              <a:extLst>
                <a:ext uri="{FF2B5EF4-FFF2-40B4-BE49-F238E27FC236}">
                  <a16:creationId xmlns:a16="http://schemas.microsoft.com/office/drawing/2014/main" id="{C76BF6FC-247C-1510-F91B-ACE7B322A34F}"/>
                </a:ext>
              </a:extLst>
            </p:cNvPr>
            <p:cNvSpPr/>
            <p:nvPr/>
          </p:nvSpPr>
          <p:spPr>
            <a:xfrm>
              <a:off x="5564977" y="394179"/>
              <a:ext cx="15968" cy="12673"/>
            </a:xfrm>
            <a:custGeom>
              <a:avLst/>
              <a:gdLst>
                <a:gd name="connsiteX0" fmla="*/ 15968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8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8" y="6337"/>
                  </a:moveTo>
                  <a:cubicBezTo>
                    <a:pt x="15968" y="9885"/>
                    <a:pt x="12420" y="12674"/>
                    <a:pt x="7984" y="12674"/>
                  </a:cubicBezTo>
                  <a:cubicBezTo>
                    <a:pt x="3549" y="12674"/>
                    <a:pt x="0" y="9885"/>
                    <a:pt x="0" y="6337"/>
                  </a:cubicBezTo>
                  <a:cubicBezTo>
                    <a:pt x="0" y="2788"/>
                    <a:pt x="3675" y="0"/>
                    <a:pt x="7984" y="0"/>
                  </a:cubicBezTo>
                  <a:cubicBezTo>
                    <a:pt x="12293" y="0"/>
                    <a:pt x="15968" y="2788"/>
                    <a:pt x="15968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4" name="Freeform: Shape 2893">
              <a:extLst>
                <a:ext uri="{FF2B5EF4-FFF2-40B4-BE49-F238E27FC236}">
                  <a16:creationId xmlns:a16="http://schemas.microsoft.com/office/drawing/2014/main" id="{F02399DF-4B4D-291E-C174-55ED7DDE1962}"/>
                </a:ext>
              </a:extLst>
            </p:cNvPr>
            <p:cNvSpPr/>
            <p:nvPr/>
          </p:nvSpPr>
          <p:spPr>
            <a:xfrm>
              <a:off x="5694247" y="379731"/>
              <a:ext cx="16982" cy="13434"/>
            </a:xfrm>
            <a:custGeom>
              <a:avLst/>
              <a:gdLst>
                <a:gd name="connsiteX0" fmla="*/ 16983 w 16982"/>
                <a:gd name="connsiteY0" fmla="*/ 6717 h 13434"/>
                <a:gd name="connsiteX1" fmla="*/ 8491 w 16982"/>
                <a:gd name="connsiteY1" fmla="*/ 13434 h 13434"/>
                <a:gd name="connsiteX2" fmla="*/ 0 w 16982"/>
                <a:gd name="connsiteY2" fmla="*/ 6717 h 13434"/>
                <a:gd name="connsiteX3" fmla="*/ 8491 w 16982"/>
                <a:gd name="connsiteY3" fmla="*/ 0 h 13434"/>
                <a:gd name="connsiteX4" fmla="*/ 16983 w 16982"/>
                <a:gd name="connsiteY4" fmla="*/ 6717 h 13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82" h="13434">
                  <a:moveTo>
                    <a:pt x="16983" y="6717"/>
                  </a:moveTo>
                  <a:cubicBezTo>
                    <a:pt x="16983" y="10392"/>
                    <a:pt x="13181" y="13434"/>
                    <a:pt x="8491" y="13434"/>
                  </a:cubicBezTo>
                  <a:cubicBezTo>
                    <a:pt x="3802" y="13434"/>
                    <a:pt x="0" y="10519"/>
                    <a:pt x="0" y="6717"/>
                  </a:cubicBezTo>
                  <a:cubicBezTo>
                    <a:pt x="0" y="2915"/>
                    <a:pt x="3802" y="0"/>
                    <a:pt x="8491" y="0"/>
                  </a:cubicBezTo>
                  <a:cubicBezTo>
                    <a:pt x="13181" y="0"/>
                    <a:pt x="16983" y="3042"/>
                    <a:pt x="16983" y="671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5" name="Freeform: Shape 2894">
              <a:extLst>
                <a:ext uri="{FF2B5EF4-FFF2-40B4-BE49-F238E27FC236}">
                  <a16:creationId xmlns:a16="http://schemas.microsoft.com/office/drawing/2014/main" id="{B0570F14-B0E6-D36A-F1E9-BC2F7ECD9CA4}"/>
                </a:ext>
              </a:extLst>
            </p:cNvPr>
            <p:cNvSpPr/>
            <p:nvPr/>
          </p:nvSpPr>
          <p:spPr>
            <a:xfrm>
              <a:off x="5824279" y="368958"/>
              <a:ext cx="17742" cy="13940"/>
            </a:xfrm>
            <a:custGeom>
              <a:avLst/>
              <a:gdLst>
                <a:gd name="connsiteX0" fmla="*/ 17743 w 17742"/>
                <a:gd name="connsiteY0" fmla="*/ 6970 h 13940"/>
                <a:gd name="connsiteX1" fmla="*/ 8872 w 17742"/>
                <a:gd name="connsiteY1" fmla="*/ 13941 h 13940"/>
                <a:gd name="connsiteX2" fmla="*/ 0 w 17742"/>
                <a:gd name="connsiteY2" fmla="*/ 6970 h 13940"/>
                <a:gd name="connsiteX3" fmla="*/ 8872 w 17742"/>
                <a:gd name="connsiteY3" fmla="*/ 0 h 13940"/>
                <a:gd name="connsiteX4" fmla="*/ 17743 w 17742"/>
                <a:gd name="connsiteY4" fmla="*/ 6970 h 13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2" h="13940">
                  <a:moveTo>
                    <a:pt x="17743" y="6970"/>
                  </a:moveTo>
                  <a:cubicBezTo>
                    <a:pt x="17743" y="10899"/>
                    <a:pt x="13814" y="13941"/>
                    <a:pt x="8872" y="13941"/>
                  </a:cubicBezTo>
                  <a:cubicBezTo>
                    <a:pt x="3929" y="13941"/>
                    <a:pt x="0" y="10773"/>
                    <a:pt x="0" y="6970"/>
                  </a:cubicBezTo>
                  <a:cubicBezTo>
                    <a:pt x="0" y="3168"/>
                    <a:pt x="3929" y="0"/>
                    <a:pt x="8872" y="0"/>
                  </a:cubicBezTo>
                  <a:cubicBezTo>
                    <a:pt x="13814" y="0"/>
                    <a:pt x="17743" y="3168"/>
                    <a:pt x="17743" y="69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6" name="Freeform: Shape 2895">
              <a:extLst>
                <a:ext uri="{FF2B5EF4-FFF2-40B4-BE49-F238E27FC236}">
                  <a16:creationId xmlns:a16="http://schemas.microsoft.com/office/drawing/2014/main" id="{54FED609-8DC7-6B4E-BF88-E1CF697BAFAD}"/>
                </a:ext>
              </a:extLst>
            </p:cNvPr>
            <p:cNvSpPr/>
            <p:nvPr/>
          </p:nvSpPr>
          <p:spPr>
            <a:xfrm>
              <a:off x="5954943" y="361734"/>
              <a:ext cx="18250" cy="14447"/>
            </a:xfrm>
            <a:custGeom>
              <a:avLst/>
              <a:gdLst>
                <a:gd name="connsiteX0" fmla="*/ 18250 w 18250"/>
                <a:gd name="connsiteY0" fmla="*/ 7224 h 14447"/>
                <a:gd name="connsiteX1" fmla="*/ 9125 w 18250"/>
                <a:gd name="connsiteY1" fmla="*/ 14448 h 14447"/>
                <a:gd name="connsiteX2" fmla="*/ 0 w 18250"/>
                <a:gd name="connsiteY2" fmla="*/ 7224 h 14447"/>
                <a:gd name="connsiteX3" fmla="*/ 9125 w 18250"/>
                <a:gd name="connsiteY3" fmla="*/ 0 h 14447"/>
                <a:gd name="connsiteX4" fmla="*/ 18250 w 18250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7">
                  <a:moveTo>
                    <a:pt x="18250" y="7224"/>
                  </a:moveTo>
                  <a:cubicBezTo>
                    <a:pt x="18250" y="11280"/>
                    <a:pt x="14194" y="14448"/>
                    <a:pt x="9125" y="14448"/>
                  </a:cubicBezTo>
                  <a:cubicBezTo>
                    <a:pt x="4056" y="14448"/>
                    <a:pt x="0" y="11280"/>
                    <a:pt x="0" y="7224"/>
                  </a:cubicBezTo>
                  <a:cubicBezTo>
                    <a:pt x="0" y="3168"/>
                    <a:pt x="4056" y="0"/>
                    <a:pt x="9125" y="0"/>
                  </a:cubicBezTo>
                  <a:cubicBezTo>
                    <a:pt x="14194" y="0"/>
                    <a:pt x="18250" y="3168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7" name="Freeform: Shape 2896">
              <a:extLst>
                <a:ext uri="{FF2B5EF4-FFF2-40B4-BE49-F238E27FC236}">
                  <a16:creationId xmlns:a16="http://schemas.microsoft.com/office/drawing/2014/main" id="{69F28ACB-E259-8482-4B9E-E851CA257B32}"/>
                </a:ext>
              </a:extLst>
            </p:cNvPr>
            <p:cNvSpPr/>
            <p:nvPr/>
          </p:nvSpPr>
          <p:spPr>
            <a:xfrm>
              <a:off x="6085608" y="357806"/>
              <a:ext cx="19010" cy="15208"/>
            </a:xfrm>
            <a:custGeom>
              <a:avLst/>
              <a:gdLst>
                <a:gd name="connsiteX0" fmla="*/ 19010 w 19010"/>
                <a:gd name="connsiteY0" fmla="*/ 7604 h 15208"/>
                <a:gd name="connsiteX1" fmla="*/ 9505 w 19010"/>
                <a:gd name="connsiteY1" fmla="*/ 15208 h 15208"/>
                <a:gd name="connsiteX2" fmla="*/ 0 w 19010"/>
                <a:gd name="connsiteY2" fmla="*/ 7604 h 15208"/>
                <a:gd name="connsiteX3" fmla="*/ 9505 w 19010"/>
                <a:gd name="connsiteY3" fmla="*/ 0 h 15208"/>
                <a:gd name="connsiteX4" fmla="*/ 19010 w 19010"/>
                <a:gd name="connsiteY4" fmla="*/ 7604 h 15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10" h="15208">
                  <a:moveTo>
                    <a:pt x="19010" y="7604"/>
                  </a:moveTo>
                  <a:cubicBezTo>
                    <a:pt x="19010" y="11786"/>
                    <a:pt x="14701" y="15208"/>
                    <a:pt x="9505" y="15208"/>
                  </a:cubicBezTo>
                  <a:cubicBezTo>
                    <a:pt x="4309" y="15208"/>
                    <a:pt x="0" y="11786"/>
                    <a:pt x="0" y="7604"/>
                  </a:cubicBezTo>
                  <a:cubicBezTo>
                    <a:pt x="0" y="3422"/>
                    <a:pt x="4309" y="0"/>
                    <a:pt x="9505" y="0"/>
                  </a:cubicBezTo>
                  <a:cubicBezTo>
                    <a:pt x="14701" y="0"/>
                    <a:pt x="19010" y="3422"/>
                    <a:pt x="19010" y="760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8" name="Freeform: Shape 2897">
              <a:extLst>
                <a:ext uri="{FF2B5EF4-FFF2-40B4-BE49-F238E27FC236}">
                  <a16:creationId xmlns:a16="http://schemas.microsoft.com/office/drawing/2014/main" id="{A27C5999-3AD6-3690-348A-3574024B1453}"/>
                </a:ext>
              </a:extLst>
            </p:cNvPr>
            <p:cNvSpPr/>
            <p:nvPr/>
          </p:nvSpPr>
          <p:spPr>
            <a:xfrm>
              <a:off x="6215893" y="357172"/>
              <a:ext cx="20531" cy="16475"/>
            </a:xfrm>
            <a:custGeom>
              <a:avLst/>
              <a:gdLst>
                <a:gd name="connsiteX0" fmla="*/ 20531 w 20531"/>
                <a:gd name="connsiteY0" fmla="*/ 8238 h 16475"/>
                <a:gd name="connsiteX1" fmla="*/ 10266 w 20531"/>
                <a:gd name="connsiteY1" fmla="*/ 16476 h 16475"/>
                <a:gd name="connsiteX2" fmla="*/ 0 w 20531"/>
                <a:gd name="connsiteY2" fmla="*/ 8238 h 16475"/>
                <a:gd name="connsiteX3" fmla="*/ 10266 w 20531"/>
                <a:gd name="connsiteY3" fmla="*/ 0 h 16475"/>
                <a:gd name="connsiteX4" fmla="*/ 20531 w 20531"/>
                <a:gd name="connsiteY4" fmla="*/ 8238 h 16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31" h="16475">
                  <a:moveTo>
                    <a:pt x="20531" y="8238"/>
                  </a:moveTo>
                  <a:cubicBezTo>
                    <a:pt x="20531" y="12800"/>
                    <a:pt x="15969" y="16476"/>
                    <a:pt x="10266" y="16476"/>
                  </a:cubicBezTo>
                  <a:cubicBezTo>
                    <a:pt x="4563" y="16476"/>
                    <a:pt x="0" y="12800"/>
                    <a:pt x="0" y="8238"/>
                  </a:cubicBezTo>
                  <a:cubicBezTo>
                    <a:pt x="0" y="3675"/>
                    <a:pt x="4563" y="0"/>
                    <a:pt x="10266" y="0"/>
                  </a:cubicBezTo>
                  <a:cubicBezTo>
                    <a:pt x="15969" y="0"/>
                    <a:pt x="20531" y="3675"/>
                    <a:pt x="20531" y="823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9" name="Freeform: Shape 2898">
              <a:extLst>
                <a:ext uri="{FF2B5EF4-FFF2-40B4-BE49-F238E27FC236}">
                  <a16:creationId xmlns:a16="http://schemas.microsoft.com/office/drawing/2014/main" id="{E36C5064-7F0B-49C7-FB87-B93FE016D319}"/>
                </a:ext>
              </a:extLst>
            </p:cNvPr>
            <p:cNvSpPr/>
            <p:nvPr/>
          </p:nvSpPr>
          <p:spPr>
            <a:xfrm>
              <a:off x="6346431" y="360467"/>
              <a:ext cx="21544" cy="16982"/>
            </a:xfrm>
            <a:custGeom>
              <a:avLst/>
              <a:gdLst>
                <a:gd name="connsiteX0" fmla="*/ 21545 w 21544"/>
                <a:gd name="connsiteY0" fmla="*/ 8491 h 16982"/>
                <a:gd name="connsiteX1" fmla="*/ 10772 w 21544"/>
                <a:gd name="connsiteY1" fmla="*/ 16983 h 16982"/>
                <a:gd name="connsiteX2" fmla="*/ 0 w 21544"/>
                <a:gd name="connsiteY2" fmla="*/ 8491 h 16982"/>
                <a:gd name="connsiteX3" fmla="*/ 10772 w 21544"/>
                <a:gd name="connsiteY3" fmla="*/ 0 h 16982"/>
                <a:gd name="connsiteX4" fmla="*/ 21545 w 21544"/>
                <a:gd name="connsiteY4" fmla="*/ 8491 h 1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44" h="16982">
                  <a:moveTo>
                    <a:pt x="21545" y="8491"/>
                  </a:moveTo>
                  <a:cubicBezTo>
                    <a:pt x="21545" y="13181"/>
                    <a:pt x="16729" y="16983"/>
                    <a:pt x="10772" y="16983"/>
                  </a:cubicBezTo>
                  <a:cubicBezTo>
                    <a:pt x="4816" y="16983"/>
                    <a:pt x="0" y="13181"/>
                    <a:pt x="0" y="8491"/>
                  </a:cubicBezTo>
                  <a:cubicBezTo>
                    <a:pt x="0" y="3802"/>
                    <a:pt x="4816" y="0"/>
                    <a:pt x="10772" y="0"/>
                  </a:cubicBezTo>
                  <a:cubicBezTo>
                    <a:pt x="16729" y="0"/>
                    <a:pt x="21545" y="3802"/>
                    <a:pt x="21545" y="84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0" name="Freeform: Shape 2899">
              <a:extLst>
                <a:ext uri="{FF2B5EF4-FFF2-40B4-BE49-F238E27FC236}">
                  <a16:creationId xmlns:a16="http://schemas.microsoft.com/office/drawing/2014/main" id="{F53F68FD-D664-42DE-CBEB-8BF4812AF067}"/>
                </a:ext>
              </a:extLst>
            </p:cNvPr>
            <p:cNvSpPr/>
            <p:nvPr/>
          </p:nvSpPr>
          <p:spPr>
            <a:xfrm>
              <a:off x="6476969" y="367184"/>
              <a:ext cx="22051" cy="17489"/>
            </a:xfrm>
            <a:custGeom>
              <a:avLst/>
              <a:gdLst>
                <a:gd name="connsiteX0" fmla="*/ 22052 w 22051"/>
                <a:gd name="connsiteY0" fmla="*/ 8745 h 17489"/>
                <a:gd name="connsiteX1" fmla="*/ 11026 w 22051"/>
                <a:gd name="connsiteY1" fmla="*/ 17490 h 17489"/>
                <a:gd name="connsiteX2" fmla="*/ 0 w 22051"/>
                <a:gd name="connsiteY2" fmla="*/ 8745 h 17489"/>
                <a:gd name="connsiteX3" fmla="*/ 11026 w 22051"/>
                <a:gd name="connsiteY3" fmla="*/ 0 h 17489"/>
                <a:gd name="connsiteX4" fmla="*/ 22052 w 22051"/>
                <a:gd name="connsiteY4" fmla="*/ 8745 h 1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051" h="17489">
                  <a:moveTo>
                    <a:pt x="22052" y="8745"/>
                  </a:moveTo>
                  <a:cubicBezTo>
                    <a:pt x="22052" y="13561"/>
                    <a:pt x="17109" y="17490"/>
                    <a:pt x="11026" y="17490"/>
                  </a:cubicBezTo>
                  <a:cubicBezTo>
                    <a:pt x="4943" y="17490"/>
                    <a:pt x="0" y="13561"/>
                    <a:pt x="0" y="8745"/>
                  </a:cubicBezTo>
                  <a:cubicBezTo>
                    <a:pt x="0" y="3929"/>
                    <a:pt x="4943" y="0"/>
                    <a:pt x="11026" y="0"/>
                  </a:cubicBezTo>
                  <a:cubicBezTo>
                    <a:pt x="17109" y="0"/>
                    <a:pt x="22052" y="3929"/>
                    <a:pt x="22052" y="874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1" name="Freeform: Shape 2900">
              <a:extLst>
                <a:ext uri="{FF2B5EF4-FFF2-40B4-BE49-F238E27FC236}">
                  <a16:creationId xmlns:a16="http://schemas.microsoft.com/office/drawing/2014/main" id="{77463C85-AB7C-81A2-6C59-C20CB654C7BB}"/>
                </a:ext>
              </a:extLst>
            </p:cNvPr>
            <p:cNvSpPr/>
            <p:nvPr/>
          </p:nvSpPr>
          <p:spPr>
            <a:xfrm>
              <a:off x="6607000" y="377450"/>
              <a:ext cx="22812" cy="17996"/>
            </a:xfrm>
            <a:custGeom>
              <a:avLst/>
              <a:gdLst>
                <a:gd name="connsiteX0" fmla="*/ 22812 w 22812"/>
                <a:gd name="connsiteY0" fmla="*/ 8998 h 17996"/>
                <a:gd name="connsiteX1" fmla="*/ 11406 w 22812"/>
                <a:gd name="connsiteY1" fmla="*/ 17997 h 17996"/>
                <a:gd name="connsiteX2" fmla="*/ 0 w 22812"/>
                <a:gd name="connsiteY2" fmla="*/ 8998 h 17996"/>
                <a:gd name="connsiteX3" fmla="*/ 11406 w 22812"/>
                <a:gd name="connsiteY3" fmla="*/ 0 h 17996"/>
                <a:gd name="connsiteX4" fmla="*/ 22812 w 22812"/>
                <a:gd name="connsiteY4" fmla="*/ 8998 h 17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12" h="17996">
                  <a:moveTo>
                    <a:pt x="22812" y="8998"/>
                  </a:moveTo>
                  <a:cubicBezTo>
                    <a:pt x="22812" y="13941"/>
                    <a:pt x="17743" y="17997"/>
                    <a:pt x="11406" y="17997"/>
                  </a:cubicBezTo>
                  <a:cubicBezTo>
                    <a:pt x="5069" y="17997"/>
                    <a:pt x="0" y="13941"/>
                    <a:pt x="0" y="8998"/>
                  </a:cubicBezTo>
                  <a:cubicBezTo>
                    <a:pt x="0" y="4056"/>
                    <a:pt x="5069" y="0"/>
                    <a:pt x="11406" y="0"/>
                  </a:cubicBezTo>
                  <a:cubicBezTo>
                    <a:pt x="17743" y="0"/>
                    <a:pt x="22812" y="4056"/>
                    <a:pt x="22812" y="89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2" name="Freeform: Shape 2901">
              <a:extLst>
                <a:ext uri="{FF2B5EF4-FFF2-40B4-BE49-F238E27FC236}">
                  <a16:creationId xmlns:a16="http://schemas.microsoft.com/office/drawing/2014/main" id="{A94AE5F2-4AA3-7E9E-500C-B25A7864DEC4}"/>
                </a:ext>
              </a:extLst>
            </p:cNvPr>
            <p:cNvSpPr/>
            <p:nvPr/>
          </p:nvSpPr>
          <p:spPr>
            <a:xfrm>
              <a:off x="6736651" y="391137"/>
              <a:ext cx="23572" cy="18756"/>
            </a:xfrm>
            <a:custGeom>
              <a:avLst/>
              <a:gdLst>
                <a:gd name="connsiteX0" fmla="*/ 23573 w 23572"/>
                <a:gd name="connsiteY0" fmla="*/ 9378 h 18756"/>
                <a:gd name="connsiteX1" fmla="*/ 11786 w 23572"/>
                <a:gd name="connsiteY1" fmla="*/ 18757 h 18756"/>
                <a:gd name="connsiteX2" fmla="*/ 0 w 23572"/>
                <a:gd name="connsiteY2" fmla="*/ 9378 h 18756"/>
                <a:gd name="connsiteX3" fmla="*/ 11786 w 23572"/>
                <a:gd name="connsiteY3" fmla="*/ 0 h 18756"/>
                <a:gd name="connsiteX4" fmla="*/ 23573 w 23572"/>
                <a:gd name="connsiteY4" fmla="*/ 9378 h 1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572" h="18756">
                  <a:moveTo>
                    <a:pt x="23573" y="9378"/>
                  </a:moveTo>
                  <a:cubicBezTo>
                    <a:pt x="23573" y="14575"/>
                    <a:pt x="18377" y="18757"/>
                    <a:pt x="11786" y="18757"/>
                  </a:cubicBezTo>
                  <a:cubicBezTo>
                    <a:pt x="5197" y="18757"/>
                    <a:pt x="0" y="14575"/>
                    <a:pt x="0" y="9378"/>
                  </a:cubicBezTo>
                  <a:cubicBezTo>
                    <a:pt x="0" y="4182"/>
                    <a:pt x="5197" y="0"/>
                    <a:pt x="11786" y="0"/>
                  </a:cubicBezTo>
                  <a:cubicBezTo>
                    <a:pt x="18377" y="0"/>
                    <a:pt x="23573" y="4182"/>
                    <a:pt x="23573" y="937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3" name="Freeform: Shape 2902">
              <a:extLst>
                <a:ext uri="{FF2B5EF4-FFF2-40B4-BE49-F238E27FC236}">
                  <a16:creationId xmlns:a16="http://schemas.microsoft.com/office/drawing/2014/main" id="{9721FD58-F9C6-E6C1-22B3-DD4304BCBEE8}"/>
                </a:ext>
              </a:extLst>
            </p:cNvPr>
            <p:cNvSpPr/>
            <p:nvPr/>
          </p:nvSpPr>
          <p:spPr>
            <a:xfrm>
              <a:off x="6865541" y="408373"/>
              <a:ext cx="24333" cy="19263"/>
            </a:xfrm>
            <a:custGeom>
              <a:avLst/>
              <a:gdLst>
                <a:gd name="connsiteX0" fmla="*/ 24334 w 24333"/>
                <a:gd name="connsiteY0" fmla="*/ 9632 h 19263"/>
                <a:gd name="connsiteX1" fmla="*/ 12167 w 24333"/>
                <a:gd name="connsiteY1" fmla="*/ 19264 h 19263"/>
                <a:gd name="connsiteX2" fmla="*/ 0 w 24333"/>
                <a:gd name="connsiteY2" fmla="*/ 9632 h 19263"/>
                <a:gd name="connsiteX3" fmla="*/ 12167 w 24333"/>
                <a:gd name="connsiteY3" fmla="*/ 0 h 19263"/>
                <a:gd name="connsiteX4" fmla="*/ 24334 w 24333"/>
                <a:gd name="connsiteY4" fmla="*/ 9632 h 19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33" h="19263">
                  <a:moveTo>
                    <a:pt x="24334" y="9632"/>
                  </a:moveTo>
                  <a:cubicBezTo>
                    <a:pt x="24334" y="14955"/>
                    <a:pt x="18884" y="19264"/>
                    <a:pt x="12167" y="19264"/>
                  </a:cubicBezTo>
                  <a:cubicBezTo>
                    <a:pt x="5450" y="19264"/>
                    <a:pt x="0" y="14955"/>
                    <a:pt x="0" y="9632"/>
                  </a:cubicBezTo>
                  <a:cubicBezTo>
                    <a:pt x="0" y="4309"/>
                    <a:pt x="5450" y="0"/>
                    <a:pt x="12167" y="0"/>
                  </a:cubicBezTo>
                  <a:cubicBezTo>
                    <a:pt x="18884" y="0"/>
                    <a:pt x="24334" y="4309"/>
                    <a:pt x="24334" y="963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4" name="Freeform: Shape 2903">
              <a:extLst>
                <a:ext uri="{FF2B5EF4-FFF2-40B4-BE49-F238E27FC236}">
                  <a16:creationId xmlns:a16="http://schemas.microsoft.com/office/drawing/2014/main" id="{20FFDF1A-05B2-AB02-DCF4-F347E78CECD0}"/>
                </a:ext>
              </a:extLst>
            </p:cNvPr>
            <p:cNvSpPr/>
            <p:nvPr/>
          </p:nvSpPr>
          <p:spPr>
            <a:xfrm>
              <a:off x="6993545" y="428905"/>
              <a:ext cx="25093" cy="20024"/>
            </a:xfrm>
            <a:custGeom>
              <a:avLst/>
              <a:gdLst>
                <a:gd name="connsiteX0" fmla="*/ 25093 w 25093"/>
                <a:gd name="connsiteY0" fmla="*/ 10012 h 20024"/>
                <a:gd name="connsiteX1" fmla="*/ 12547 w 25093"/>
                <a:gd name="connsiteY1" fmla="*/ 20024 h 20024"/>
                <a:gd name="connsiteX2" fmla="*/ 0 w 25093"/>
                <a:gd name="connsiteY2" fmla="*/ 10012 h 20024"/>
                <a:gd name="connsiteX3" fmla="*/ 12547 w 25093"/>
                <a:gd name="connsiteY3" fmla="*/ 0 h 20024"/>
                <a:gd name="connsiteX4" fmla="*/ 25093 w 25093"/>
                <a:gd name="connsiteY4" fmla="*/ 10012 h 2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93" h="20024">
                  <a:moveTo>
                    <a:pt x="25093" y="10012"/>
                  </a:moveTo>
                  <a:cubicBezTo>
                    <a:pt x="25093" y="15589"/>
                    <a:pt x="19517" y="20024"/>
                    <a:pt x="12547" y="20024"/>
                  </a:cubicBezTo>
                  <a:cubicBezTo>
                    <a:pt x="5576" y="20024"/>
                    <a:pt x="0" y="15589"/>
                    <a:pt x="0" y="10012"/>
                  </a:cubicBezTo>
                  <a:cubicBezTo>
                    <a:pt x="0" y="4436"/>
                    <a:pt x="5576" y="0"/>
                    <a:pt x="12547" y="0"/>
                  </a:cubicBezTo>
                  <a:cubicBezTo>
                    <a:pt x="19517" y="0"/>
                    <a:pt x="25093" y="4436"/>
                    <a:pt x="25093" y="1001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5" name="Freeform: Shape 2904">
              <a:extLst>
                <a:ext uri="{FF2B5EF4-FFF2-40B4-BE49-F238E27FC236}">
                  <a16:creationId xmlns:a16="http://schemas.microsoft.com/office/drawing/2014/main" id="{90B2757D-8E22-5EB4-8C0E-1084CB997B3E}"/>
                </a:ext>
              </a:extLst>
            </p:cNvPr>
            <p:cNvSpPr/>
            <p:nvPr/>
          </p:nvSpPr>
          <p:spPr>
            <a:xfrm>
              <a:off x="7120914" y="453238"/>
              <a:ext cx="25093" cy="19897"/>
            </a:xfrm>
            <a:custGeom>
              <a:avLst/>
              <a:gdLst>
                <a:gd name="connsiteX0" fmla="*/ 25093 w 25093"/>
                <a:gd name="connsiteY0" fmla="*/ 10012 h 19897"/>
                <a:gd name="connsiteX1" fmla="*/ 12547 w 25093"/>
                <a:gd name="connsiteY1" fmla="*/ 19898 h 19897"/>
                <a:gd name="connsiteX2" fmla="*/ 0 w 25093"/>
                <a:gd name="connsiteY2" fmla="*/ 10012 h 19897"/>
                <a:gd name="connsiteX3" fmla="*/ 12547 w 25093"/>
                <a:gd name="connsiteY3" fmla="*/ 0 h 19897"/>
                <a:gd name="connsiteX4" fmla="*/ 25093 w 25093"/>
                <a:gd name="connsiteY4" fmla="*/ 10012 h 19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93" h="19897">
                  <a:moveTo>
                    <a:pt x="25093" y="10012"/>
                  </a:moveTo>
                  <a:cubicBezTo>
                    <a:pt x="25093" y="15462"/>
                    <a:pt x="19391" y="19898"/>
                    <a:pt x="12547" y="19898"/>
                  </a:cubicBezTo>
                  <a:cubicBezTo>
                    <a:pt x="5703" y="19898"/>
                    <a:pt x="0" y="15462"/>
                    <a:pt x="0" y="10012"/>
                  </a:cubicBezTo>
                  <a:cubicBezTo>
                    <a:pt x="0" y="4563"/>
                    <a:pt x="5576" y="0"/>
                    <a:pt x="12547" y="0"/>
                  </a:cubicBezTo>
                  <a:cubicBezTo>
                    <a:pt x="19517" y="0"/>
                    <a:pt x="25093" y="4436"/>
                    <a:pt x="25093" y="1001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6" name="Freeform: Shape 2905">
              <a:extLst>
                <a:ext uri="{FF2B5EF4-FFF2-40B4-BE49-F238E27FC236}">
                  <a16:creationId xmlns:a16="http://schemas.microsoft.com/office/drawing/2014/main" id="{5050F126-C51D-CF72-188E-F9818EB9E298}"/>
                </a:ext>
              </a:extLst>
            </p:cNvPr>
            <p:cNvSpPr/>
            <p:nvPr/>
          </p:nvSpPr>
          <p:spPr>
            <a:xfrm>
              <a:off x="7247017" y="480866"/>
              <a:ext cx="25853" cy="20531"/>
            </a:xfrm>
            <a:custGeom>
              <a:avLst/>
              <a:gdLst>
                <a:gd name="connsiteX0" fmla="*/ 25854 w 25853"/>
                <a:gd name="connsiteY0" fmla="*/ 10266 h 20531"/>
                <a:gd name="connsiteX1" fmla="*/ 12927 w 25853"/>
                <a:gd name="connsiteY1" fmla="*/ 20531 h 20531"/>
                <a:gd name="connsiteX2" fmla="*/ 0 w 25853"/>
                <a:gd name="connsiteY2" fmla="*/ 10266 h 20531"/>
                <a:gd name="connsiteX3" fmla="*/ 12927 w 25853"/>
                <a:gd name="connsiteY3" fmla="*/ 0 h 20531"/>
                <a:gd name="connsiteX4" fmla="*/ 25854 w 25853"/>
                <a:gd name="connsiteY4" fmla="*/ 10266 h 20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853" h="20531">
                  <a:moveTo>
                    <a:pt x="25854" y="10266"/>
                  </a:moveTo>
                  <a:cubicBezTo>
                    <a:pt x="25854" y="15969"/>
                    <a:pt x="20025" y="20531"/>
                    <a:pt x="12927" y="20531"/>
                  </a:cubicBezTo>
                  <a:cubicBezTo>
                    <a:pt x="5830" y="20531"/>
                    <a:pt x="0" y="15969"/>
                    <a:pt x="0" y="10266"/>
                  </a:cubicBezTo>
                  <a:cubicBezTo>
                    <a:pt x="0" y="4563"/>
                    <a:pt x="5830" y="0"/>
                    <a:pt x="12927" y="0"/>
                  </a:cubicBezTo>
                  <a:cubicBezTo>
                    <a:pt x="20025" y="0"/>
                    <a:pt x="25854" y="4563"/>
                    <a:pt x="25854" y="1026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7" name="Freeform: Shape 2906">
              <a:extLst>
                <a:ext uri="{FF2B5EF4-FFF2-40B4-BE49-F238E27FC236}">
                  <a16:creationId xmlns:a16="http://schemas.microsoft.com/office/drawing/2014/main" id="{90D8300E-47E7-BC5C-7A3D-16EF46ED5A1E}"/>
                </a:ext>
              </a:extLst>
            </p:cNvPr>
            <p:cNvSpPr/>
            <p:nvPr/>
          </p:nvSpPr>
          <p:spPr>
            <a:xfrm>
              <a:off x="7371724" y="511663"/>
              <a:ext cx="26615" cy="21164"/>
            </a:xfrm>
            <a:custGeom>
              <a:avLst/>
              <a:gdLst>
                <a:gd name="connsiteX0" fmla="*/ 26615 w 26615"/>
                <a:gd name="connsiteY0" fmla="*/ 10519 h 21164"/>
                <a:gd name="connsiteX1" fmla="*/ 13308 w 26615"/>
                <a:gd name="connsiteY1" fmla="*/ 21165 h 21164"/>
                <a:gd name="connsiteX2" fmla="*/ 0 w 26615"/>
                <a:gd name="connsiteY2" fmla="*/ 10519 h 21164"/>
                <a:gd name="connsiteX3" fmla="*/ 13308 w 26615"/>
                <a:gd name="connsiteY3" fmla="*/ 0 h 21164"/>
                <a:gd name="connsiteX4" fmla="*/ 26615 w 26615"/>
                <a:gd name="connsiteY4" fmla="*/ 10519 h 21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615" h="21164">
                  <a:moveTo>
                    <a:pt x="26615" y="10519"/>
                  </a:moveTo>
                  <a:cubicBezTo>
                    <a:pt x="26615" y="16349"/>
                    <a:pt x="20658" y="21165"/>
                    <a:pt x="13308" y="21165"/>
                  </a:cubicBezTo>
                  <a:cubicBezTo>
                    <a:pt x="5957" y="21165"/>
                    <a:pt x="0" y="16476"/>
                    <a:pt x="0" y="10519"/>
                  </a:cubicBezTo>
                  <a:cubicBezTo>
                    <a:pt x="0" y="4562"/>
                    <a:pt x="5957" y="0"/>
                    <a:pt x="13308" y="0"/>
                  </a:cubicBezTo>
                  <a:cubicBezTo>
                    <a:pt x="20658" y="0"/>
                    <a:pt x="26615" y="4689"/>
                    <a:pt x="26615" y="1051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8" name="Freeform: Shape 2907">
              <a:extLst>
                <a:ext uri="{FF2B5EF4-FFF2-40B4-BE49-F238E27FC236}">
                  <a16:creationId xmlns:a16="http://schemas.microsoft.com/office/drawing/2014/main" id="{F300A7A2-02B4-8C98-8D70-07438E5A10E3}"/>
                </a:ext>
              </a:extLst>
            </p:cNvPr>
            <p:cNvSpPr/>
            <p:nvPr/>
          </p:nvSpPr>
          <p:spPr>
            <a:xfrm>
              <a:off x="7495292" y="546009"/>
              <a:ext cx="26615" cy="21164"/>
            </a:xfrm>
            <a:custGeom>
              <a:avLst/>
              <a:gdLst>
                <a:gd name="connsiteX0" fmla="*/ 26615 w 26615"/>
                <a:gd name="connsiteY0" fmla="*/ 10646 h 21164"/>
                <a:gd name="connsiteX1" fmla="*/ 13308 w 26615"/>
                <a:gd name="connsiteY1" fmla="*/ 21165 h 21164"/>
                <a:gd name="connsiteX2" fmla="*/ 0 w 26615"/>
                <a:gd name="connsiteY2" fmla="*/ 10646 h 21164"/>
                <a:gd name="connsiteX3" fmla="*/ 13308 w 26615"/>
                <a:gd name="connsiteY3" fmla="*/ 0 h 21164"/>
                <a:gd name="connsiteX4" fmla="*/ 26615 w 26615"/>
                <a:gd name="connsiteY4" fmla="*/ 10646 h 21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615" h="21164">
                  <a:moveTo>
                    <a:pt x="26615" y="10646"/>
                  </a:moveTo>
                  <a:cubicBezTo>
                    <a:pt x="26615" y="16476"/>
                    <a:pt x="20658" y="21165"/>
                    <a:pt x="13308" y="21165"/>
                  </a:cubicBezTo>
                  <a:cubicBezTo>
                    <a:pt x="5957" y="21165"/>
                    <a:pt x="0" y="16476"/>
                    <a:pt x="0" y="10646"/>
                  </a:cubicBezTo>
                  <a:cubicBezTo>
                    <a:pt x="0" y="4816"/>
                    <a:pt x="5957" y="0"/>
                    <a:pt x="13308" y="0"/>
                  </a:cubicBezTo>
                  <a:cubicBezTo>
                    <a:pt x="20658" y="0"/>
                    <a:pt x="26615" y="4689"/>
                    <a:pt x="26615" y="1064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9" name="Freeform: Shape 2908">
              <a:extLst>
                <a:ext uri="{FF2B5EF4-FFF2-40B4-BE49-F238E27FC236}">
                  <a16:creationId xmlns:a16="http://schemas.microsoft.com/office/drawing/2014/main" id="{97A2F1B0-DF9E-23E2-3082-6F0A929F0CE4}"/>
                </a:ext>
              </a:extLst>
            </p:cNvPr>
            <p:cNvSpPr/>
            <p:nvPr/>
          </p:nvSpPr>
          <p:spPr>
            <a:xfrm>
              <a:off x="7617086" y="583522"/>
              <a:ext cx="27501" cy="21798"/>
            </a:xfrm>
            <a:custGeom>
              <a:avLst/>
              <a:gdLst>
                <a:gd name="connsiteX0" fmla="*/ 27501 w 27501"/>
                <a:gd name="connsiteY0" fmla="*/ 10899 h 21798"/>
                <a:gd name="connsiteX1" fmla="*/ 13687 w 27501"/>
                <a:gd name="connsiteY1" fmla="*/ 21799 h 21798"/>
                <a:gd name="connsiteX2" fmla="*/ 0 w 27501"/>
                <a:gd name="connsiteY2" fmla="*/ 10899 h 21798"/>
                <a:gd name="connsiteX3" fmla="*/ 13687 w 27501"/>
                <a:gd name="connsiteY3" fmla="*/ 0 h 21798"/>
                <a:gd name="connsiteX4" fmla="*/ 27501 w 27501"/>
                <a:gd name="connsiteY4" fmla="*/ 10899 h 21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501" h="21798">
                  <a:moveTo>
                    <a:pt x="27501" y="10899"/>
                  </a:moveTo>
                  <a:cubicBezTo>
                    <a:pt x="27501" y="16983"/>
                    <a:pt x="21292" y="21799"/>
                    <a:pt x="13687" y="21799"/>
                  </a:cubicBezTo>
                  <a:cubicBezTo>
                    <a:pt x="6083" y="21799"/>
                    <a:pt x="0" y="16983"/>
                    <a:pt x="0" y="10899"/>
                  </a:cubicBezTo>
                  <a:cubicBezTo>
                    <a:pt x="0" y="4816"/>
                    <a:pt x="6083" y="0"/>
                    <a:pt x="13687" y="0"/>
                  </a:cubicBezTo>
                  <a:cubicBezTo>
                    <a:pt x="21292" y="0"/>
                    <a:pt x="27501" y="4816"/>
                    <a:pt x="27501" y="1089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0" name="Freeform: Shape 2909">
              <a:extLst>
                <a:ext uri="{FF2B5EF4-FFF2-40B4-BE49-F238E27FC236}">
                  <a16:creationId xmlns:a16="http://schemas.microsoft.com/office/drawing/2014/main" id="{38074510-11CA-B0E5-16D3-2A15CCBB14B1}"/>
                </a:ext>
              </a:extLst>
            </p:cNvPr>
            <p:cNvSpPr/>
            <p:nvPr/>
          </p:nvSpPr>
          <p:spPr>
            <a:xfrm>
              <a:off x="7736978" y="624205"/>
              <a:ext cx="28388" cy="22432"/>
            </a:xfrm>
            <a:custGeom>
              <a:avLst/>
              <a:gdLst>
                <a:gd name="connsiteX0" fmla="*/ 28389 w 28388"/>
                <a:gd name="connsiteY0" fmla="*/ 11153 h 22432"/>
                <a:gd name="connsiteX1" fmla="*/ 14194 w 28388"/>
                <a:gd name="connsiteY1" fmla="*/ 22432 h 22432"/>
                <a:gd name="connsiteX2" fmla="*/ 0 w 28388"/>
                <a:gd name="connsiteY2" fmla="*/ 11153 h 22432"/>
                <a:gd name="connsiteX3" fmla="*/ 14194 w 28388"/>
                <a:gd name="connsiteY3" fmla="*/ 0 h 22432"/>
                <a:gd name="connsiteX4" fmla="*/ 28389 w 28388"/>
                <a:gd name="connsiteY4" fmla="*/ 11153 h 22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388" h="22432">
                  <a:moveTo>
                    <a:pt x="28389" y="11153"/>
                  </a:moveTo>
                  <a:cubicBezTo>
                    <a:pt x="28389" y="17363"/>
                    <a:pt x="22052" y="22432"/>
                    <a:pt x="14194" y="22432"/>
                  </a:cubicBezTo>
                  <a:cubicBezTo>
                    <a:pt x="6337" y="22432"/>
                    <a:pt x="0" y="17363"/>
                    <a:pt x="0" y="11153"/>
                  </a:cubicBezTo>
                  <a:cubicBezTo>
                    <a:pt x="0" y="4943"/>
                    <a:pt x="6337" y="0"/>
                    <a:pt x="14194" y="0"/>
                  </a:cubicBezTo>
                  <a:cubicBezTo>
                    <a:pt x="22052" y="0"/>
                    <a:pt x="28389" y="5069"/>
                    <a:pt x="28389" y="1115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1" name="Freeform: Shape 2910">
              <a:extLst>
                <a:ext uri="{FF2B5EF4-FFF2-40B4-BE49-F238E27FC236}">
                  <a16:creationId xmlns:a16="http://schemas.microsoft.com/office/drawing/2014/main" id="{FE21A3FA-8966-FFDC-EA75-723CE4F76031}"/>
                </a:ext>
              </a:extLst>
            </p:cNvPr>
            <p:cNvSpPr/>
            <p:nvPr/>
          </p:nvSpPr>
          <p:spPr>
            <a:xfrm>
              <a:off x="7855729" y="668435"/>
              <a:ext cx="28389" cy="22432"/>
            </a:xfrm>
            <a:custGeom>
              <a:avLst/>
              <a:gdLst>
                <a:gd name="connsiteX0" fmla="*/ 28390 w 28389"/>
                <a:gd name="connsiteY0" fmla="*/ 11153 h 22432"/>
                <a:gd name="connsiteX1" fmla="*/ 14194 w 28389"/>
                <a:gd name="connsiteY1" fmla="*/ 22432 h 22432"/>
                <a:gd name="connsiteX2" fmla="*/ 0 w 28389"/>
                <a:gd name="connsiteY2" fmla="*/ 11153 h 22432"/>
                <a:gd name="connsiteX3" fmla="*/ 14194 w 28389"/>
                <a:gd name="connsiteY3" fmla="*/ 0 h 22432"/>
                <a:gd name="connsiteX4" fmla="*/ 28390 w 28389"/>
                <a:gd name="connsiteY4" fmla="*/ 11153 h 22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389" h="22432">
                  <a:moveTo>
                    <a:pt x="28390" y="11153"/>
                  </a:moveTo>
                  <a:cubicBezTo>
                    <a:pt x="28390" y="17363"/>
                    <a:pt x="22053" y="22432"/>
                    <a:pt x="14194" y="22432"/>
                  </a:cubicBezTo>
                  <a:cubicBezTo>
                    <a:pt x="6337" y="22432"/>
                    <a:pt x="0" y="17363"/>
                    <a:pt x="0" y="11153"/>
                  </a:cubicBezTo>
                  <a:cubicBezTo>
                    <a:pt x="0" y="4943"/>
                    <a:pt x="6337" y="0"/>
                    <a:pt x="14194" y="0"/>
                  </a:cubicBezTo>
                  <a:cubicBezTo>
                    <a:pt x="22053" y="0"/>
                    <a:pt x="28390" y="5069"/>
                    <a:pt x="28390" y="1115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2" name="Freeform: Shape 2911">
              <a:extLst>
                <a:ext uri="{FF2B5EF4-FFF2-40B4-BE49-F238E27FC236}">
                  <a16:creationId xmlns:a16="http://schemas.microsoft.com/office/drawing/2014/main" id="{743E4D46-E6BB-93CA-8756-1E3AECF61CBE}"/>
                </a:ext>
              </a:extLst>
            </p:cNvPr>
            <p:cNvSpPr/>
            <p:nvPr/>
          </p:nvSpPr>
          <p:spPr>
            <a:xfrm>
              <a:off x="7972199" y="715455"/>
              <a:ext cx="29023" cy="23065"/>
            </a:xfrm>
            <a:custGeom>
              <a:avLst/>
              <a:gdLst>
                <a:gd name="connsiteX0" fmla="*/ 29023 w 29023"/>
                <a:gd name="connsiteY0" fmla="*/ 11533 h 23065"/>
                <a:gd name="connsiteX1" fmla="*/ 14448 w 29023"/>
                <a:gd name="connsiteY1" fmla="*/ 23066 h 23065"/>
                <a:gd name="connsiteX2" fmla="*/ 0 w 29023"/>
                <a:gd name="connsiteY2" fmla="*/ 11533 h 23065"/>
                <a:gd name="connsiteX3" fmla="*/ 14448 w 29023"/>
                <a:gd name="connsiteY3" fmla="*/ 0 h 23065"/>
                <a:gd name="connsiteX4" fmla="*/ 29023 w 29023"/>
                <a:gd name="connsiteY4" fmla="*/ 11533 h 23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023" h="23065">
                  <a:moveTo>
                    <a:pt x="29023" y="11533"/>
                  </a:moveTo>
                  <a:cubicBezTo>
                    <a:pt x="29023" y="17870"/>
                    <a:pt x="22559" y="23066"/>
                    <a:pt x="14448" y="23066"/>
                  </a:cubicBezTo>
                  <a:cubicBezTo>
                    <a:pt x="6337" y="23066"/>
                    <a:pt x="0" y="17870"/>
                    <a:pt x="0" y="11533"/>
                  </a:cubicBezTo>
                  <a:cubicBezTo>
                    <a:pt x="0" y="5196"/>
                    <a:pt x="6464" y="0"/>
                    <a:pt x="14448" y="0"/>
                  </a:cubicBezTo>
                  <a:cubicBezTo>
                    <a:pt x="22433" y="0"/>
                    <a:pt x="29023" y="5196"/>
                    <a:pt x="29023" y="1153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3" name="Freeform: Shape 2912">
              <a:extLst>
                <a:ext uri="{FF2B5EF4-FFF2-40B4-BE49-F238E27FC236}">
                  <a16:creationId xmlns:a16="http://schemas.microsoft.com/office/drawing/2014/main" id="{9425A3DD-66E1-76B9-E565-A2E1CB90638F}"/>
                </a:ext>
              </a:extLst>
            </p:cNvPr>
            <p:cNvSpPr/>
            <p:nvPr/>
          </p:nvSpPr>
          <p:spPr>
            <a:xfrm>
              <a:off x="8086642" y="765895"/>
              <a:ext cx="29149" cy="23065"/>
            </a:xfrm>
            <a:custGeom>
              <a:avLst/>
              <a:gdLst>
                <a:gd name="connsiteX0" fmla="*/ 29149 w 29149"/>
                <a:gd name="connsiteY0" fmla="*/ 11533 h 23065"/>
                <a:gd name="connsiteX1" fmla="*/ 14574 w 29149"/>
                <a:gd name="connsiteY1" fmla="*/ 23066 h 23065"/>
                <a:gd name="connsiteX2" fmla="*/ 0 w 29149"/>
                <a:gd name="connsiteY2" fmla="*/ 11533 h 23065"/>
                <a:gd name="connsiteX3" fmla="*/ 14574 w 29149"/>
                <a:gd name="connsiteY3" fmla="*/ 0 h 23065"/>
                <a:gd name="connsiteX4" fmla="*/ 29149 w 29149"/>
                <a:gd name="connsiteY4" fmla="*/ 11533 h 23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9" h="23065">
                  <a:moveTo>
                    <a:pt x="29149" y="11533"/>
                  </a:moveTo>
                  <a:cubicBezTo>
                    <a:pt x="29149" y="17870"/>
                    <a:pt x="22685" y="23066"/>
                    <a:pt x="14574" y="23066"/>
                  </a:cubicBezTo>
                  <a:cubicBezTo>
                    <a:pt x="6464" y="23066"/>
                    <a:pt x="0" y="17870"/>
                    <a:pt x="0" y="11533"/>
                  </a:cubicBezTo>
                  <a:cubicBezTo>
                    <a:pt x="0" y="5196"/>
                    <a:pt x="6464" y="0"/>
                    <a:pt x="14574" y="0"/>
                  </a:cubicBezTo>
                  <a:cubicBezTo>
                    <a:pt x="22685" y="0"/>
                    <a:pt x="29149" y="5196"/>
                    <a:pt x="29149" y="1153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4" name="Freeform: Shape 2913">
              <a:extLst>
                <a:ext uri="{FF2B5EF4-FFF2-40B4-BE49-F238E27FC236}">
                  <a16:creationId xmlns:a16="http://schemas.microsoft.com/office/drawing/2014/main" id="{F84B3F8F-245B-1847-8E88-DE7C5431AB28}"/>
                </a:ext>
              </a:extLst>
            </p:cNvPr>
            <p:cNvSpPr/>
            <p:nvPr/>
          </p:nvSpPr>
          <p:spPr>
            <a:xfrm>
              <a:off x="8199184" y="819505"/>
              <a:ext cx="29149" cy="23065"/>
            </a:xfrm>
            <a:custGeom>
              <a:avLst/>
              <a:gdLst>
                <a:gd name="connsiteX0" fmla="*/ 29149 w 29149"/>
                <a:gd name="connsiteY0" fmla="*/ 11533 h 23065"/>
                <a:gd name="connsiteX1" fmla="*/ 14574 w 29149"/>
                <a:gd name="connsiteY1" fmla="*/ 23066 h 23065"/>
                <a:gd name="connsiteX2" fmla="*/ 0 w 29149"/>
                <a:gd name="connsiteY2" fmla="*/ 11533 h 23065"/>
                <a:gd name="connsiteX3" fmla="*/ 14574 w 29149"/>
                <a:gd name="connsiteY3" fmla="*/ 0 h 23065"/>
                <a:gd name="connsiteX4" fmla="*/ 29149 w 29149"/>
                <a:gd name="connsiteY4" fmla="*/ 11533 h 23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9" h="23065">
                  <a:moveTo>
                    <a:pt x="29149" y="11533"/>
                  </a:moveTo>
                  <a:cubicBezTo>
                    <a:pt x="29149" y="17870"/>
                    <a:pt x="22559" y="23066"/>
                    <a:pt x="14574" y="23066"/>
                  </a:cubicBezTo>
                  <a:cubicBezTo>
                    <a:pt x="6590" y="23066"/>
                    <a:pt x="0" y="17870"/>
                    <a:pt x="0" y="11533"/>
                  </a:cubicBezTo>
                  <a:cubicBezTo>
                    <a:pt x="0" y="5196"/>
                    <a:pt x="6464" y="0"/>
                    <a:pt x="14574" y="0"/>
                  </a:cubicBezTo>
                  <a:cubicBezTo>
                    <a:pt x="22685" y="0"/>
                    <a:pt x="29149" y="5196"/>
                    <a:pt x="29149" y="1153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5" name="Freeform: Shape 2914">
              <a:extLst>
                <a:ext uri="{FF2B5EF4-FFF2-40B4-BE49-F238E27FC236}">
                  <a16:creationId xmlns:a16="http://schemas.microsoft.com/office/drawing/2014/main" id="{042600C4-E4A0-7F23-86E8-43ACD19DED74}"/>
                </a:ext>
              </a:extLst>
            </p:cNvPr>
            <p:cNvSpPr/>
            <p:nvPr/>
          </p:nvSpPr>
          <p:spPr>
            <a:xfrm>
              <a:off x="8309191" y="875902"/>
              <a:ext cx="29149" cy="23065"/>
            </a:xfrm>
            <a:custGeom>
              <a:avLst/>
              <a:gdLst>
                <a:gd name="connsiteX0" fmla="*/ 29149 w 29149"/>
                <a:gd name="connsiteY0" fmla="*/ 11533 h 23065"/>
                <a:gd name="connsiteX1" fmla="*/ 14575 w 29149"/>
                <a:gd name="connsiteY1" fmla="*/ 23066 h 23065"/>
                <a:gd name="connsiteX2" fmla="*/ 0 w 29149"/>
                <a:gd name="connsiteY2" fmla="*/ 11533 h 23065"/>
                <a:gd name="connsiteX3" fmla="*/ 14575 w 29149"/>
                <a:gd name="connsiteY3" fmla="*/ 0 h 23065"/>
                <a:gd name="connsiteX4" fmla="*/ 29149 w 29149"/>
                <a:gd name="connsiteY4" fmla="*/ 11533 h 23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9" h="23065">
                  <a:moveTo>
                    <a:pt x="29149" y="11533"/>
                  </a:moveTo>
                  <a:cubicBezTo>
                    <a:pt x="29149" y="17870"/>
                    <a:pt x="22559" y="23066"/>
                    <a:pt x="14575" y="23066"/>
                  </a:cubicBezTo>
                  <a:cubicBezTo>
                    <a:pt x="6591" y="23066"/>
                    <a:pt x="0" y="17870"/>
                    <a:pt x="0" y="11533"/>
                  </a:cubicBezTo>
                  <a:cubicBezTo>
                    <a:pt x="0" y="5196"/>
                    <a:pt x="6464" y="0"/>
                    <a:pt x="14575" y="0"/>
                  </a:cubicBezTo>
                  <a:cubicBezTo>
                    <a:pt x="22685" y="0"/>
                    <a:pt x="29149" y="5196"/>
                    <a:pt x="29149" y="1153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6" name="Freeform: Shape 2915">
              <a:extLst>
                <a:ext uri="{FF2B5EF4-FFF2-40B4-BE49-F238E27FC236}">
                  <a16:creationId xmlns:a16="http://schemas.microsoft.com/office/drawing/2014/main" id="{4C580777-5FFE-5227-7A8F-6208A6406868}"/>
                </a:ext>
              </a:extLst>
            </p:cNvPr>
            <p:cNvSpPr/>
            <p:nvPr/>
          </p:nvSpPr>
          <p:spPr>
            <a:xfrm>
              <a:off x="8416789" y="935341"/>
              <a:ext cx="29149" cy="23065"/>
            </a:xfrm>
            <a:custGeom>
              <a:avLst/>
              <a:gdLst>
                <a:gd name="connsiteX0" fmla="*/ 29149 w 29149"/>
                <a:gd name="connsiteY0" fmla="*/ 11533 h 23065"/>
                <a:gd name="connsiteX1" fmla="*/ 14575 w 29149"/>
                <a:gd name="connsiteY1" fmla="*/ 23066 h 23065"/>
                <a:gd name="connsiteX2" fmla="*/ 0 w 29149"/>
                <a:gd name="connsiteY2" fmla="*/ 11533 h 23065"/>
                <a:gd name="connsiteX3" fmla="*/ 14575 w 29149"/>
                <a:gd name="connsiteY3" fmla="*/ 0 h 23065"/>
                <a:gd name="connsiteX4" fmla="*/ 29149 w 29149"/>
                <a:gd name="connsiteY4" fmla="*/ 11533 h 23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9" h="23065">
                  <a:moveTo>
                    <a:pt x="29149" y="11533"/>
                  </a:moveTo>
                  <a:cubicBezTo>
                    <a:pt x="29149" y="17870"/>
                    <a:pt x="22685" y="23066"/>
                    <a:pt x="14575" y="23066"/>
                  </a:cubicBezTo>
                  <a:cubicBezTo>
                    <a:pt x="6464" y="23066"/>
                    <a:pt x="0" y="17870"/>
                    <a:pt x="0" y="11533"/>
                  </a:cubicBezTo>
                  <a:cubicBezTo>
                    <a:pt x="0" y="5196"/>
                    <a:pt x="6464" y="0"/>
                    <a:pt x="14575" y="0"/>
                  </a:cubicBezTo>
                  <a:cubicBezTo>
                    <a:pt x="22685" y="0"/>
                    <a:pt x="29149" y="5196"/>
                    <a:pt x="29149" y="1153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7" name="Freeform: Shape 2916">
              <a:extLst>
                <a:ext uri="{FF2B5EF4-FFF2-40B4-BE49-F238E27FC236}">
                  <a16:creationId xmlns:a16="http://schemas.microsoft.com/office/drawing/2014/main" id="{BC2BB7D7-BA16-01F8-68D1-5E5CEFE938E5}"/>
                </a:ext>
              </a:extLst>
            </p:cNvPr>
            <p:cNvSpPr/>
            <p:nvPr/>
          </p:nvSpPr>
          <p:spPr>
            <a:xfrm>
              <a:off x="8521600" y="997315"/>
              <a:ext cx="29782" cy="23572"/>
            </a:xfrm>
            <a:custGeom>
              <a:avLst/>
              <a:gdLst>
                <a:gd name="connsiteX0" fmla="*/ 29783 w 29782"/>
                <a:gd name="connsiteY0" fmla="*/ 11786 h 23572"/>
                <a:gd name="connsiteX1" fmla="*/ 14955 w 29782"/>
                <a:gd name="connsiteY1" fmla="*/ 23573 h 23572"/>
                <a:gd name="connsiteX2" fmla="*/ 0 w 29782"/>
                <a:gd name="connsiteY2" fmla="*/ 11786 h 23572"/>
                <a:gd name="connsiteX3" fmla="*/ 14955 w 29782"/>
                <a:gd name="connsiteY3" fmla="*/ 0 h 23572"/>
                <a:gd name="connsiteX4" fmla="*/ 29783 w 29782"/>
                <a:gd name="connsiteY4" fmla="*/ 11786 h 2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782" h="23572">
                  <a:moveTo>
                    <a:pt x="29783" y="11786"/>
                  </a:moveTo>
                  <a:cubicBezTo>
                    <a:pt x="29783" y="18377"/>
                    <a:pt x="23066" y="23573"/>
                    <a:pt x="14955" y="23573"/>
                  </a:cubicBezTo>
                  <a:cubicBezTo>
                    <a:pt x="6843" y="23573"/>
                    <a:pt x="0" y="18250"/>
                    <a:pt x="0" y="11786"/>
                  </a:cubicBezTo>
                  <a:cubicBezTo>
                    <a:pt x="0" y="5323"/>
                    <a:pt x="6717" y="0"/>
                    <a:pt x="14955" y="0"/>
                  </a:cubicBezTo>
                  <a:cubicBezTo>
                    <a:pt x="23192" y="0"/>
                    <a:pt x="29783" y="5323"/>
                    <a:pt x="29783" y="1178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8" name="Freeform: Shape 2917">
              <a:extLst>
                <a:ext uri="{FF2B5EF4-FFF2-40B4-BE49-F238E27FC236}">
                  <a16:creationId xmlns:a16="http://schemas.microsoft.com/office/drawing/2014/main" id="{89EC95E8-2BC9-A9C6-D10B-C5CAC8D2ACF4}"/>
                </a:ext>
              </a:extLst>
            </p:cNvPr>
            <p:cNvSpPr/>
            <p:nvPr/>
          </p:nvSpPr>
          <p:spPr>
            <a:xfrm>
              <a:off x="8623750" y="1062204"/>
              <a:ext cx="29909" cy="23699"/>
            </a:xfrm>
            <a:custGeom>
              <a:avLst/>
              <a:gdLst>
                <a:gd name="connsiteX0" fmla="*/ 29910 w 29909"/>
                <a:gd name="connsiteY0" fmla="*/ 11913 h 23699"/>
                <a:gd name="connsiteX1" fmla="*/ 14955 w 29909"/>
                <a:gd name="connsiteY1" fmla="*/ 23700 h 23699"/>
                <a:gd name="connsiteX2" fmla="*/ 0 w 29909"/>
                <a:gd name="connsiteY2" fmla="*/ 11913 h 23699"/>
                <a:gd name="connsiteX3" fmla="*/ 14955 w 29909"/>
                <a:gd name="connsiteY3" fmla="*/ 0 h 23699"/>
                <a:gd name="connsiteX4" fmla="*/ 29910 w 29909"/>
                <a:gd name="connsiteY4" fmla="*/ 11913 h 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909" h="23699">
                  <a:moveTo>
                    <a:pt x="29910" y="11913"/>
                  </a:moveTo>
                  <a:cubicBezTo>
                    <a:pt x="29910" y="18503"/>
                    <a:pt x="23193" y="23700"/>
                    <a:pt x="14955" y="23700"/>
                  </a:cubicBezTo>
                  <a:cubicBezTo>
                    <a:pt x="6717" y="23700"/>
                    <a:pt x="0" y="18377"/>
                    <a:pt x="0" y="11913"/>
                  </a:cubicBezTo>
                  <a:cubicBezTo>
                    <a:pt x="0" y="5450"/>
                    <a:pt x="6590" y="0"/>
                    <a:pt x="14955" y="0"/>
                  </a:cubicBezTo>
                  <a:cubicBezTo>
                    <a:pt x="23319" y="0"/>
                    <a:pt x="29910" y="5323"/>
                    <a:pt x="29910" y="1191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9" name="Freeform: Shape 2918">
              <a:extLst>
                <a:ext uri="{FF2B5EF4-FFF2-40B4-BE49-F238E27FC236}">
                  <a16:creationId xmlns:a16="http://schemas.microsoft.com/office/drawing/2014/main" id="{046421D2-9AAC-A1C9-16EB-04DBCDF2EAAE}"/>
                </a:ext>
              </a:extLst>
            </p:cNvPr>
            <p:cNvSpPr/>
            <p:nvPr/>
          </p:nvSpPr>
          <p:spPr>
            <a:xfrm>
              <a:off x="8722857" y="1129754"/>
              <a:ext cx="30669" cy="24333"/>
            </a:xfrm>
            <a:custGeom>
              <a:avLst/>
              <a:gdLst>
                <a:gd name="connsiteX0" fmla="*/ 30670 w 30669"/>
                <a:gd name="connsiteY0" fmla="*/ 12167 h 24333"/>
                <a:gd name="connsiteX1" fmla="*/ 15335 w 30669"/>
                <a:gd name="connsiteY1" fmla="*/ 24333 h 24333"/>
                <a:gd name="connsiteX2" fmla="*/ 0 w 30669"/>
                <a:gd name="connsiteY2" fmla="*/ 12167 h 24333"/>
                <a:gd name="connsiteX3" fmla="*/ 15335 w 30669"/>
                <a:gd name="connsiteY3" fmla="*/ 0 h 24333"/>
                <a:gd name="connsiteX4" fmla="*/ 30670 w 30669"/>
                <a:gd name="connsiteY4" fmla="*/ 12167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9" h="24333">
                  <a:moveTo>
                    <a:pt x="30670" y="12167"/>
                  </a:moveTo>
                  <a:cubicBezTo>
                    <a:pt x="30670" y="18884"/>
                    <a:pt x="23826" y="24333"/>
                    <a:pt x="15335" y="24333"/>
                  </a:cubicBezTo>
                  <a:cubicBezTo>
                    <a:pt x="6843" y="24333"/>
                    <a:pt x="0" y="18884"/>
                    <a:pt x="0" y="12167"/>
                  </a:cubicBezTo>
                  <a:cubicBezTo>
                    <a:pt x="0" y="5450"/>
                    <a:pt x="6843" y="0"/>
                    <a:pt x="15335" y="0"/>
                  </a:cubicBezTo>
                  <a:cubicBezTo>
                    <a:pt x="23826" y="0"/>
                    <a:pt x="30670" y="5450"/>
                    <a:pt x="30670" y="121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0" name="Freeform: Shape 2919">
              <a:extLst>
                <a:ext uri="{FF2B5EF4-FFF2-40B4-BE49-F238E27FC236}">
                  <a16:creationId xmlns:a16="http://schemas.microsoft.com/office/drawing/2014/main" id="{50E6C5BD-975C-48BF-775B-7B53352360B6}"/>
                </a:ext>
              </a:extLst>
            </p:cNvPr>
            <p:cNvSpPr/>
            <p:nvPr/>
          </p:nvSpPr>
          <p:spPr>
            <a:xfrm>
              <a:off x="8819810" y="1200473"/>
              <a:ext cx="29910" cy="23572"/>
            </a:xfrm>
            <a:custGeom>
              <a:avLst/>
              <a:gdLst>
                <a:gd name="connsiteX0" fmla="*/ 29910 w 29910"/>
                <a:gd name="connsiteY0" fmla="*/ 11786 h 23572"/>
                <a:gd name="connsiteX1" fmla="*/ 14955 w 29910"/>
                <a:gd name="connsiteY1" fmla="*/ 23573 h 23572"/>
                <a:gd name="connsiteX2" fmla="*/ 0 w 29910"/>
                <a:gd name="connsiteY2" fmla="*/ 11786 h 23572"/>
                <a:gd name="connsiteX3" fmla="*/ 14955 w 29910"/>
                <a:gd name="connsiteY3" fmla="*/ 0 h 23572"/>
                <a:gd name="connsiteX4" fmla="*/ 29910 w 29910"/>
                <a:gd name="connsiteY4" fmla="*/ 11786 h 2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910" h="23572">
                  <a:moveTo>
                    <a:pt x="29910" y="11786"/>
                  </a:moveTo>
                  <a:cubicBezTo>
                    <a:pt x="29910" y="18377"/>
                    <a:pt x="23193" y="23573"/>
                    <a:pt x="14955" y="23573"/>
                  </a:cubicBezTo>
                  <a:cubicBezTo>
                    <a:pt x="6717" y="23573"/>
                    <a:pt x="0" y="18250"/>
                    <a:pt x="0" y="11786"/>
                  </a:cubicBezTo>
                  <a:cubicBezTo>
                    <a:pt x="0" y="5323"/>
                    <a:pt x="6717" y="0"/>
                    <a:pt x="14955" y="0"/>
                  </a:cubicBezTo>
                  <a:cubicBezTo>
                    <a:pt x="23193" y="0"/>
                    <a:pt x="29910" y="5323"/>
                    <a:pt x="29910" y="1178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1" name="Freeform: Shape 2920">
              <a:extLst>
                <a:ext uri="{FF2B5EF4-FFF2-40B4-BE49-F238E27FC236}">
                  <a16:creationId xmlns:a16="http://schemas.microsoft.com/office/drawing/2014/main" id="{A3B37597-14D5-1AD2-22FA-8CA3C3B5FF0D}"/>
                </a:ext>
              </a:extLst>
            </p:cNvPr>
            <p:cNvSpPr/>
            <p:nvPr/>
          </p:nvSpPr>
          <p:spPr>
            <a:xfrm>
              <a:off x="8913214" y="1273346"/>
              <a:ext cx="29910" cy="23572"/>
            </a:xfrm>
            <a:custGeom>
              <a:avLst/>
              <a:gdLst>
                <a:gd name="connsiteX0" fmla="*/ 29910 w 29910"/>
                <a:gd name="connsiteY0" fmla="*/ 11786 h 23572"/>
                <a:gd name="connsiteX1" fmla="*/ 14955 w 29910"/>
                <a:gd name="connsiteY1" fmla="*/ 23573 h 23572"/>
                <a:gd name="connsiteX2" fmla="*/ 0 w 29910"/>
                <a:gd name="connsiteY2" fmla="*/ 11786 h 23572"/>
                <a:gd name="connsiteX3" fmla="*/ 14955 w 29910"/>
                <a:gd name="connsiteY3" fmla="*/ 0 h 23572"/>
                <a:gd name="connsiteX4" fmla="*/ 29910 w 29910"/>
                <a:gd name="connsiteY4" fmla="*/ 11786 h 2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910" h="23572">
                  <a:moveTo>
                    <a:pt x="29910" y="11786"/>
                  </a:moveTo>
                  <a:cubicBezTo>
                    <a:pt x="29910" y="18377"/>
                    <a:pt x="23193" y="23573"/>
                    <a:pt x="14955" y="23573"/>
                  </a:cubicBezTo>
                  <a:cubicBezTo>
                    <a:pt x="6717" y="23573"/>
                    <a:pt x="0" y="18250"/>
                    <a:pt x="0" y="11786"/>
                  </a:cubicBezTo>
                  <a:cubicBezTo>
                    <a:pt x="0" y="5323"/>
                    <a:pt x="6717" y="0"/>
                    <a:pt x="14955" y="0"/>
                  </a:cubicBezTo>
                  <a:cubicBezTo>
                    <a:pt x="23193" y="0"/>
                    <a:pt x="29910" y="5323"/>
                    <a:pt x="29910" y="1178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2" name="Freeform: Shape 2921">
              <a:extLst>
                <a:ext uri="{FF2B5EF4-FFF2-40B4-BE49-F238E27FC236}">
                  <a16:creationId xmlns:a16="http://schemas.microsoft.com/office/drawing/2014/main" id="{3F5F65C3-4ED2-ADFA-6237-F77B37817423}"/>
                </a:ext>
              </a:extLst>
            </p:cNvPr>
            <p:cNvSpPr/>
            <p:nvPr/>
          </p:nvSpPr>
          <p:spPr>
            <a:xfrm>
              <a:off x="9003577" y="1348754"/>
              <a:ext cx="29910" cy="23572"/>
            </a:xfrm>
            <a:custGeom>
              <a:avLst/>
              <a:gdLst>
                <a:gd name="connsiteX0" fmla="*/ 29910 w 29910"/>
                <a:gd name="connsiteY0" fmla="*/ 11786 h 23572"/>
                <a:gd name="connsiteX1" fmla="*/ 14955 w 29910"/>
                <a:gd name="connsiteY1" fmla="*/ 23573 h 23572"/>
                <a:gd name="connsiteX2" fmla="*/ 0 w 29910"/>
                <a:gd name="connsiteY2" fmla="*/ 11786 h 23572"/>
                <a:gd name="connsiteX3" fmla="*/ 14955 w 29910"/>
                <a:gd name="connsiteY3" fmla="*/ 0 h 23572"/>
                <a:gd name="connsiteX4" fmla="*/ 29910 w 29910"/>
                <a:gd name="connsiteY4" fmla="*/ 11786 h 2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910" h="23572">
                  <a:moveTo>
                    <a:pt x="29910" y="11786"/>
                  </a:moveTo>
                  <a:cubicBezTo>
                    <a:pt x="29910" y="18377"/>
                    <a:pt x="23193" y="23573"/>
                    <a:pt x="14955" y="23573"/>
                  </a:cubicBezTo>
                  <a:cubicBezTo>
                    <a:pt x="6717" y="23573"/>
                    <a:pt x="0" y="18250"/>
                    <a:pt x="0" y="11786"/>
                  </a:cubicBezTo>
                  <a:cubicBezTo>
                    <a:pt x="0" y="5323"/>
                    <a:pt x="6717" y="0"/>
                    <a:pt x="14955" y="0"/>
                  </a:cubicBezTo>
                  <a:cubicBezTo>
                    <a:pt x="23193" y="0"/>
                    <a:pt x="29910" y="5323"/>
                    <a:pt x="29910" y="1178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3" name="Freeform: Shape 2922">
              <a:extLst>
                <a:ext uri="{FF2B5EF4-FFF2-40B4-BE49-F238E27FC236}">
                  <a16:creationId xmlns:a16="http://schemas.microsoft.com/office/drawing/2014/main" id="{76A07967-DC78-E3D8-9F85-C0809ED41A30}"/>
                </a:ext>
              </a:extLst>
            </p:cNvPr>
            <p:cNvSpPr/>
            <p:nvPr/>
          </p:nvSpPr>
          <p:spPr>
            <a:xfrm>
              <a:off x="9090265" y="1426063"/>
              <a:ext cx="30669" cy="24333"/>
            </a:xfrm>
            <a:custGeom>
              <a:avLst/>
              <a:gdLst>
                <a:gd name="connsiteX0" fmla="*/ 30670 w 30669"/>
                <a:gd name="connsiteY0" fmla="*/ 12167 h 24333"/>
                <a:gd name="connsiteX1" fmla="*/ 15335 w 30669"/>
                <a:gd name="connsiteY1" fmla="*/ 24333 h 24333"/>
                <a:gd name="connsiteX2" fmla="*/ 0 w 30669"/>
                <a:gd name="connsiteY2" fmla="*/ 12167 h 24333"/>
                <a:gd name="connsiteX3" fmla="*/ 15335 w 30669"/>
                <a:gd name="connsiteY3" fmla="*/ 0 h 24333"/>
                <a:gd name="connsiteX4" fmla="*/ 30670 w 30669"/>
                <a:gd name="connsiteY4" fmla="*/ 12167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9" h="24333">
                  <a:moveTo>
                    <a:pt x="30670" y="12167"/>
                  </a:moveTo>
                  <a:cubicBezTo>
                    <a:pt x="30670" y="18884"/>
                    <a:pt x="23826" y="24333"/>
                    <a:pt x="15335" y="24333"/>
                  </a:cubicBezTo>
                  <a:cubicBezTo>
                    <a:pt x="6843" y="24333"/>
                    <a:pt x="0" y="18884"/>
                    <a:pt x="0" y="12167"/>
                  </a:cubicBezTo>
                  <a:cubicBezTo>
                    <a:pt x="0" y="5450"/>
                    <a:pt x="6843" y="0"/>
                    <a:pt x="15335" y="0"/>
                  </a:cubicBezTo>
                  <a:cubicBezTo>
                    <a:pt x="23826" y="0"/>
                    <a:pt x="30670" y="5450"/>
                    <a:pt x="30670" y="121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4" name="Freeform: Shape 2923">
              <a:extLst>
                <a:ext uri="{FF2B5EF4-FFF2-40B4-BE49-F238E27FC236}">
                  <a16:creationId xmlns:a16="http://schemas.microsoft.com/office/drawing/2014/main" id="{9B927983-4074-741F-B114-7CCA208AC4E3}"/>
                </a:ext>
              </a:extLst>
            </p:cNvPr>
            <p:cNvSpPr/>
            <p:nvPr/>
          </p:nvSpPr>
          <p:spPr>
            <a:xfrm>
              <a:off x="9174417" y="1506540"/>
              <a:ext cx="29782" cy="23572"/>
            </a:xfrm>
            <a:custGeom>
              <a:avLst/>
              <a:gdLst>
                <a:gd name="connsiteX0" fmla="*/ 29783 w 29782"/>
                <a:gd name="connsiteY0" fmla="*/ 11786 h 23572"/>
                <a:gd name="connsiteX1" fmla="*/ 14955 w 29782"/>
                <a:gd name="connsiteY1" fmla="*/ 23573 h 23572"/>
                <a:gd name="connsiteX2" fmla="*/ 0 w 29782"/>
                <a:gd name="connsiteY2" fmla="*/ 11786 h 23572"/>
                <a:gd name="connsiteX3" fmla="*/ 14955 w 29782"/>
                <a:gd name="connsiteY3" fmla="*/ 0 h 23572"/>
                <a:gd name="connsiteX4" fmla="*/ 29783 w 29782"/>
                <a:gd name="connsiteY4" fmla="*/ 11786 h 2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782" h="23572">
                  <a:moveTo>
                    <a:pt x="29783" y="11786"/>
                  </a:moveTo>
                  <a:cubicBezTo>
                    <a:pt x="29783" y="18377"/>
                    <a:pt x="23192" y="23573"/>
                    <a:pt x="14955" y="23573"/>
                  </a:cubicBezTo>
                  <a:cubicBezTo>
                    <a:pt x="6717" y="23573"/>
                    <a:pt x="0" y="18250"/>
                    <a:pt x="0" y="11786"/>
                  </a:cubicBezTo>
                  <a:cubicBezTo>
                    <a:pt x="0" y="5323"/>
                    <a:pt x="6717" y="0"/>
                    <a:pt x="14955" y="0"/>
                  </a:cubicBezTo>
                  <a:cubicBezTo>
                    <a:pt x="23192" y="0"/>
                    <a:pt x="29783" y="5323"/>
                    <a:pt x="29783" y="1178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5" name="Freeform: Shape 2924">
              <a:extLst>
                <a:ext uri="{FF2B5EF4-FFF2-40B4-BE49-F238E27FC236}">
                  <a16:creationId xmlns:a16="http://schemas.microsoft.com/office/drawing/2014/main" id="{AC2D39D2-1038-8FC2-4B70-AAEE7520070B}"/>
                </a:ext>
              </a:extLst>
            </p:cNvPr>
            <p:cNvSpPr/>
            <p:nvPr/>
          </p:nvSpPr>
          <p:spPr>
            <a:xfrm>
              <a:off x="9254641" y="1588792"/>
              <a:ext cx="29910" cy="23572"/>
            </a:xfrm>
            <a:custGeom>
              <a:avLst/>
              <a:gdLst>
                <a:gd name="connsiteX0" fmla="*/ 29910 w 29910"/>
                <a:gd name="connsiteY0" fmla="*/ 11786 h 23572"/>
                <a:gd name="connsiteX1" fmla="*/ 14955 w 29910"/>
                <a:gd name="connsiteY1" fmla="*/ 23573 h 23572"/>
                <a:gd name="connsiteX2" fmla="*/ 0 w 29910"/>
                <a:gd name="connsiteY2" fmla="*/ 11786 h 23572"/>
                <a:gd name="connsiteX3" fmla="*/ 14955 w 29910"/>
                <a:gd name="connsiteY3" fmla="*/ 0 h 23572"/>
                <a:gd name="connsiteX4" fmla="*/ 29910 w 29910"/>
                <a:gd name="connsiteY4" fmla="*/ 11786 h 2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910" h="23572">
                  <a:moveTo>
                    <a:pt x="29910" y="11786"/>
                  </a:moveTo>
                  <a:cubicBezTo>
                    <a:pt x="29910" y="18377"/>
                    <a:pt x="23193" y="23573"/>
                    <a:pt x="14955" y="23573"/>
                  </a:cubicBezTo>
                  <a:cubicBezTo>
                    <a:pt x="6717" y="23573"/>
                    <a:pt x="0" y="18250"/>
                    <a:pt x="0" y="11786"/>
                  </a:cubicBezTo>
                  <a:cubicBezTo>
                    <a:pt x="0" y="5323"/>
                    <a:pt x="6591" y="0"/>
                    <a:pt x="14955" y="0"/>
                  </a:cubicBezTo>
                  <a:cubicBezTo>
                    <a:pt x="23320" y="0"/>
                    <a:pt x="29910" y="5323"/>
                    <a:pt x="29910" y="1178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6" name="Freeform: Shape 2925">
              <a:extLst>
                <a:ext uri="{FF2B5EF4-FFF2-40B4-BE49-F238E27FC236}">
                  <a16:creationId xmlns:a16="http://schemas.microsoft.com/office/drawing/2014/main" id="{17FA9B21-78B2-AA3F-038A-428EB0D9D33A}"/>
                </a:ext>
              </a:extLst>
            </p:cNvPr>
            <p:cNvSpPr/>
            <p:nvPr/>
          </p:nvSpPr>
          <p:spPr>
            <a:xfrm>
              <a:off x="9331823" y="1673325"/>
              <a:ext cx="29022" cy="23065"/>
            </a:xfrm>
            <a:custGeom>
              <a:avLst/>
              <a:gdLst>
                <a:gd name="connsiteX0" fmla="*/ 29022 w 29022"/>
                <a:gd name="connsiteY0" fmla="*/ 11533 h 23065"/>
                <a:gd name="connsiteX1" fmla="*/ 14574 w 29022"/>
                <a:gd name="connsiteY1" fmla="*/ 23066 h 23065"/>
                <a:gd name="connsiteX2" fmla="*/ 0 w 29022"/>
                <a:gd name="connsiteY2" fmla="*/ 11533 h 23065"/>
                <a:gd name="connsiteX3" fmla="*/ 14574 w 29022"/>
                <a:gd name="connsiteY3" fmla="*/ 0 h 23065"/>
                <a:gd name="connsiteX4" fmla="*/ 29022 w 29022"/>
                <a:gd name="connsiteY4" fmla="*/ 11533 h 23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022" h="23065">
                  <a:moveTo>
                    <a:pt x="29022" y="11533"/>
                  </a:moveTo>
                  <a:cubicBezTo>
                    <a:pt x="29022" y="17870"/>
                    <a:pt x="22559" y="23066"/>
                    <a:pt x="14574" y="23066"/>
                  </a:cubicBezTo>
                  <a:cubicBezTo>
                    <a:pt x="6591" y="23066"/>
                    <a:pt x="0" y="17870"/>
                    <a:pt x="0" y="11533"/>
                  </a:cubicBezTo>
                  <a:cubicBezTo>
                    <a:pt x="0" y="5196"/>
                    <a:pt x="6464" y="0"/>
                    <a:pt x="14574" y="0"/>
                  </a:cubicBezTo>
                  <a:cubicBezTo>
                    <a:pt x="22685" y="0"/>
                    <a:pt x="29022" y="5196"/>
                    <a:pt x="29022" y="1153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7" name="Freeform: Shape 2926">
              <a:extLst>
                <a:ext uri="{FF2B5EF4-FFF2-40B4-BE49-F238E27FC236}">
                  <a16:creationId xmlns:a16="http://schemas.microsoft.com/office/drawing/2014/main" id="{A5ECE092-83FE-93C8-59CF-D40C4F6EAD63}"/>
                </a:ext>
              </a:extLst>
            </p:cNvPr>
            <p:cNvSpPr/>
            <p:nvPr/>
          </p:nvSpPr>
          <p:spPr>
            <a:xfrm>
              <a:off x="9404823" y="1759759"/>
              <a:ext cx="29149" cy="23066"/>
            </a:xfrm>
            <a:custGeom>
              <a:avLst/>
              <a:gdLst>
                <a:gd name="connsiteX0" fmla="*/ 29149 w 29149"/>
                <a:gd name="connsiteY0" fmla="*/ 11533 h 23066"/>
                <a:gd name="connsiteX1" fmla="*/ 14574 w 29149"/>
                <a:gd name="connsiteY1" fmla="*/ 23066 h 23066"/>
                <a:gd name="connsiteX2" fmla="*/ 0 w 29149"/>
                <a:gd name="connsiteY2" fmla="*/ 11533 h 23066"/>
                <a:gd name="connsiteX3" fmla="*/ 14574 w 29149"/>
                <a:gd name="connsiteY3" fmla="*/ 0 h 23066"/>
                <a:gd name="connsiteX4" fmla="*/ 29149 w 29149"/>
                <a:gd name="connsiteY4" fmla="*/ 11533 h 23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9" h="23066">
                  <a:moveTo>
                    <a:pt x="29149" y="11533"/>
                  </a:moveTo>
                  <a:cubicBezTo>
                    <a:pt x="29149" y="17870"/>
                    <a:pt x="22559" y="23066"/>
                    <a:pt x="14574" y="23066"/>
                  </a:cubicBezTo>
                  <a:cubicBezTo>
                    <a:pt x="6590" y="23066"/>
                    <a:pt x="0" y="17870"/>
                    <a:pt x="0" y="11533"/>
                  </a:cubicBezTo>
                  <a:cubicBezTo>
                    <a:pt x="0" y="5196"/>
                    <a:pt x="6464" y="0"/>
                    <a:pt x="14574" y="0"/>
                  </a:cubicBezTo>
                  <a:cubicBezTo>
                    <a:pt x="22685" y="0"/>
                    <a:pt x="29149" y="5196"/>
                    <a:pt x="29149" y="1153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8" name="Freeform: Shape 2927">
              <a:extLst>
                <a:ext uri="{FF2B5EF4-FFF2-40B4-BE49-F238E27FC236}">
                  <a16:creationId xmlns:a16="http://schemas.microsoft.com/office/drawing/2014/main" id="{EF54105B-0A60-4E90-B7B7-FDCC97740894}"/>
                </a:ext>
              </a:extLst>
            </p:cNvPr>
            <p:cNvSpPr/>
            <p:nvPr/>
          </p:nvSpPr>
          <p:spPr>
            <a:xfrm>
              <a:off x="9474148" y="1847967"/>
              <a:ext cx="29149" cy="23066"/>
            </a:xfrm>
            <a:custGeom>
              <a:avLst/>
              <a:gdLst>
                <a:gd name="connsiteX0" fmla="*/ 29149 w 29149"/>
                <a:gd name="connsiteY0" fmla="*/ 11533 h 23066"/>
                <a:gd name="connsiteX1" fmla="*/ 14575 w 29149"/>
                <a:gd name="connsiteY1" fmla="*/ 23066 h 23066"/>
                <a:gd name="connsiteX2" fmla="*/ 0 w 29149"/>
                <a:gd name="connsiteY2" fmla="*/ 11533 h 23066"/>
                <a:gd name="connsiteX3" fmla="*/ 14575 w 29149"/>
                <a:gd name="connsiteY3" fmla="*/ 0 h 23066"/>
                <a:gd name="connsiteX4" fmla="*/ 29149 w 29149"/>
                <a:gd name="connsiteY4" fmla="*/ 11533 h 23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9" h="23066">
                  <a:moveTo>
                    <a:pt x="29149" y="11533"/>
                  </a:moveTo>
                  <a:cubicBezTo>
                    <a:pt x="29149" y="17870"/>
                    <a:pt x="22686" y="23066"/>
                    <a:pt x="14575" y="23066"/>
                  </a:cubicBezTo>
                  <a:cubicBezTo>
                    <a:pt x="6464" y="23066"/>
                    <a:pt x="0" y="17870"/>
                    <a:pt x="0" y="11533"/>
                  </a:cubicBezTo>
                  <a:cubicBezTo>
                    <a:pt x="0" y="5196"/>
                    <a:pt x="6464" y="0"/>
                    <a:pt x="14575" y="0"/>
                  </a:cubicBezTo>
                  <a:cubicBezTo>
                    <a:pt x="22686" y="0"/>
                    <a:pt x="29149" y="5196"/>
                    <a:pt x="29149" y="1153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9" name="Freeform: Shape 2928">
              <a:extLst>
                <a:ext uri="{FF2B5EF4-FFF2-40B4-BE49-F238E27FC236}">
                  <a16:creationId xmlns:a16="http://schemas.microsoft.com/office/drawing/2014/main" id="{E2641236-624E-ECC1-2309-7E91C58F5520}"/>
                </a:ext>
              </a:extLst>
            </p:cNvPr>
            <p:cNvSpPr/>
            <p:nvPr/>
          </p:nvSpPr>
          <p:spPr>
            <a:xfrm>
              <a:off x="9540050" y="1938456"/>
              <a:ext cx="28388" cy="22305"/>
            </a:xfrm>
            <a:custGeom>
              <a:avLst/>
              <a:gdLst>
                <a:gd name="connsiteX0" fmla="*/ 28389 w 28388"/>
                <a:gd name="connsiteY0" fmla="*/ 11153 h 22305"/>
                <a:gd name="connsiteX1" fmla="*/ 14194 w 28388"/>
                <a:gd name="connsiteY1" fmla="*/ 22305 h 22305"/>
                <a:gd name="connsiteX2" fmla="*/ 0 w 28388"/>
                <a:gd name="connsiteY2" fmla="*/ 11153 h 22305"/>
                <a:gd name="connsiteX3" fmla="*/ 14194 w 28388"/>
                <a:gd name="connsiteY3" fmla="*/ 0 h 22305"/>
                <a:gd name="connsiteX4" fmla="*/ 28389 w 28388"/>
                <a:gd name="connsiteY4" fmla="*/ 11153 h 22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388" h="22305">
                  <a:moveTo>
                    <a:pt x="28389" y="11153"/>
                  </a:moveTo>
                  <a:cubicBezTo>
                    <a:pt x="28389" y="17363"/>
                    <a:pt x="22052" y="22305"/>
                    <a:pt x="14194" y="22305"/>
                  </a:cubicBezTo>
                  <a:cubicBezTo>
                    <a:pt x="6337" y="22305"/>
                    <a:pt x="0" y="17236"/>
                    <a:pt x="0" y="11153"/>
                  </a:cubicBezTo>
                  <a:cubicBezTo>
                    <a:pt x="0" y="5069"/>
                    <a:pt x="6337" y="0"/>
                    <a:pt x="14194" y="0"/>
                  </a:cubicBezTo>
                  <a:cubicBezTo>
                    <a:pt x="22052" y="0"/>
                    <a:pt x="28389" y="5069"/>
                    <a:pt x="28389" y="1115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0" name="Freeform: Shape 2929">
              <a:extLst>
                <a:ext uri="{FF2B5EF4-FFF2-40B4-BE49-F238E27FC236}">
                  <a16:creationId xmlns:a16="http://schemas.microsoft.com/office/drawing/2014/main" id="{7C8A3FFB-98B0-C664-A987-F65D9A12B1A9}"/>
                </a:ext>
              </a:extLst>
            </p:cNvPr>
            <p:cNvSpPr/>
            <p:nvPr/>
          </p:nvSpPr>
          <p:spPr>
            <a:xfrm>
              <a:off x="9601644" y="2030087"/>
              <a:ext cx="28388" cy="22432"/>
            </a:xfrm>
            <a:custGeom>
              <a:avLst/>
              <a:gdLst>
                <a:gd name="connsiteX0" fmla="*/ 28389 w 28388"/>
                <a:gd name="connsiteY0" fmla="*/ 11279 h 22432"/>
                <a:gd name="connsiteX1" fmla="*/ 14194 w 28388"/>
                <a:gd name="connsiteY1" fmla="*/ 22432 h 22432"/>
                <a:gd name="connsiteX2" fmla="*/ 0 w 28388"/>
                <a:gd name="connsiteY2" fmla="*/ 11279 h 22432"/>
                <a:gd name="connsiteX3" fmla="*/ 14194 w 28388"/>
                <a:gd name="connsiteY3" fmla="*/ 0 h 22432"/>
                <a:gd name="connsiteX4" fmla="*/ 28389 w 28388"/>
                <a:gd name="connsiteY4" fmla="*/ 11279 h 22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388" h="22432">
                  <a:moveTo>
                    <a:pt x="28389" y="11279"/>
                  </a:moveTo>
                  <a:cubicBezTo>
                    <a:pt x="28389" y="17490"/>
                    <a:pt x="22052" y="22432"/>
                    <a:pt x="14194" y="22432"/>
                  </a:cubicBezTo>
                  <a:cubicBezTo>
                    <a:pt x="6337" y="22432"/>
                    <a:pt x="0" y="17363"/>
                    <a:pt x="0" y="11279"/>
                  </a:cubicBezTo>
                  <a:cubicBezTo>
                    <a:pt x="0" y="5196"/>
                    <a:pt x="6337" y="0"/>
                    <a:pt x="14194" y="0"/>
                  </a:cubicBezTo>
                  <a:cubicBezTo>
                    <a:pt x="22052" y="0"/>
                    <a:pt x="28389" y="5070"/>
                    <a:pt x="28389" y="1127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1" name="Freeform: Shape 2930">
              <a:extLst>
                <a:ext uri="{FF2B5EF4-FFF2-40B4-BE49-F238E27FC236}">
                  <a16:creationId xmlns:a16="http://schemas.microsoft.com/office/drawing/2014/main" id="{A80F0018-6D2A-9AD3-5823-FD09951E3CC1}"/>
                </a:ext>
              </a:extLst>
            </p:cNvPr>
            <p:cNvSpPr/>
            <p:nvPr/>
          </p:nvSpPr>
          <p:spPr>
            <a:xfrm>
              <a:off x="9659435" y="2123491"/>
              <a:ext cx="28388" cy="22432"/>
            </a:xfrm>
            <a:custGeom>
              <a:avLst/>
              <a:gdLst>
                <a:gd name="connsiteX0" fmla="*/ 28389 w 28388"/>
                <a:gd name="connsiteY0" fmla="*/ 11279 h 22432"/>
                <a:gd name="connsiteX1" fmla="*/ 14194 w 28388"/>
                <a:gd name="connsiteY1" fmla="*/ 22432 h 22432"/>
                <a:gd name="connsiteX2" fmla="*/ 0 w 28388"/>
                <a:gd name="connsiteY2" fmla="*/ 11279 h 22432"/>
                <a:gd name="connsiteX3" fmla="*/ 14194 w 28388"/>
                <a:gd name="connsiteY3" fmla="*/ 0 h 22432"/>
                <a:gd name="connsiteX4" fmla="*/ 28389 w 28388"/>
                <a:gd name="connsiteY4" fmla="*/ 11279 h 22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388" h="22432">
                  <a:moveTo>
                    <a:pt x="28389" y="11279"/>
                  </a:moveTo>
                  <a:cubicBezTo>
                    <a:pt x="28389" y="17489"/>
                    <a:pt x="22052" y="22432"/>
                    <a:pt x="14194" y="22432"/>
                  </a:cubicBezTo>
                  <a:cubicBezTo>
                    <a:pt x="6337" y="22432"/>
                    <a:pt x="0" y="17363"/>
                    <a:pt x="0" y="11279"/>
                  </a:cubicBezTo>
                  <a:cubicBezTo>
                    <a:pt x="0" y="5196"/>
                    <a:pt x="6337" y="0"/>
                    <a:pt x="14194" y="0"/>
                  </a:cubicBezTo>
                  <a:cubicBezTo>
                    <a:pt x="22052" y="0"/>
                    <a:pt x="28389" y="5069"/>
                    <a:pt x="28389" y="1127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2" name="Freeform: Shape 2931">
              <a:extLst>
                <a:ext uri="{FF2B5EF4-FFF2-40B4-BE49-F238E27FC236}">
                  <a16:creationId xmlns:a16="http://schemas.microsoft.com/office/drawing/2014/main" id="{E04F3C9F-C45B-6C14-BBBE-A7D6C480469D}"/>
                </a:ext>
              </a:extLst>
            </p:cNvPr>
            <p:cNvSpPr/>
            <p:nvPr/>
          </p:nvSpPr>
          <p:spPr>
            <a:xfrm>
              <a:off x="9713679" y="2218670"/>
              <a:ext cx="27501" cy="21798"/>
            </a:xfrm>
            <a:custGeom>
              <a:avLst/>
              <a:gdLst>
                <a:gd name="connsiteX0" fmla="*/ 27501 w 27501"/>
                <a:gd name="connsiteY0" fmla="*/ 10899 h 21798"/>
                <a:gd name="connsiteX1" fmla="*/ 13814 w 27501"/>
                <a:gd name="connsiteY1" fmla="*/ 21799 h 21798"/>
                <a:gd name="connsiteX2" fmla="*/ 0 w 27501"/>
                <a:gd name="connsiteY2" fmla="*/ 10899 h 21798"/>
                <a:gd name="connsiteX3" fmla="*/ 13814 w 27501"/>
                <a:gd name="connsiteY3" fmla="*/ 0 h 21798"/>
                <a:gd name="connsiteX4" fmla="*/ 27501 w 27501"/>
                <a:gd name="connsiteY4" fmla="*/ 10899 h 21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501" h="21798">
                  <a:moveTo>
                    <a:pt x="27501" y="10899"/>
                  </a:moveTo>
                  <a:cubicBezTo>
                    <a:pt x="27501" y="16983"/>
                    <a:pt x="21418" y="21799"/>
                    <a:pt x="13814" y="21799"/>
                  </a:cubicBezTo>
                  <a:cubicBezTo>
                    <a:pt x="6210" y="21799"/>
                    <a:pt x="0" y="16983"/>
                    <a:pt x="0" y="10899"/>
                  </a:cubicBezTo>
                  <a:cubicBezTo>
                    <a:pt x="0" y="4816"/>
                    <a:pt x="6210" y="0"/>
                    <a:pt x="13814" y="0"/>
                  </a:cubicBezTo>
                  <a:cubicBezTo>
                    <a:pt x="21418" y="0"/>
                    <a:pt x="27501" y="4816"/>
                    <a:pt x="27501" y="1089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3" name="Freeform: Shape 2932">
              <a:extLst>
                <a:ext uri="{FF2B5EF4-FFF2-40B4-BE49-F238E27FC236}">
                  <a16:creationId xmlns:a16="http://schemas.microsoft.com/office/drawing/2014/main" id="{32840419-A93A-DFDE-3B0C-461BE5843A29}"/>
                </a:ext>
              </a:extLst>
            </p:cNvPr>
            <p:cNvSpPr/>
            <p:nvPr/>
          </p:nvSpPr>
          <p:spPr>
            <a:xfrm>
              <a:off x="9763359" y="2314862"/>
              <a:ext cx="27501" cy="21798"/>
            </a:xfrm>
            <a:custGeom>
              <a:avLst/>
              <a:gdLst>
                <a:gd name="connsiteX0" fmla="*/ 27501 w 27501"/>
                <a:gd name="connsiteY0" fmla="*/ 10899 h 21798"/>
                <a:gd name="connsiteX1" fmla="*/ 13815 w 27501"/>
                <a:gd name="connsiteY1" fmla="*/ 21799 h 21798"/>
                <a:gd name="connsiteX2" fmla="*/ 0 w 27501"/>
                <a:gd name="connsiteY2" fmla="*/ 10899 h 21798"/>
                <a:gd name="connsiteX3" fmla="*/ 13815 w 27501"/>
                <a:gd name="connsiteY3" fmla="*/ 0 h 21798"/>
                <a:gd name="connsiteX4" fmla="*/ 27501 w 27501"/>
                <a:gd name="connsiteY4" fmla="*/ 10899 h 21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501" h="21798">
                  <a:moveTo>
                    <a:pt x="27501" y="10899"/>
                  </a:moveTo>
                  <a:cubicBezTo>
                    <a:pt x="27501" y="16983"/>
                    <a:pt x="21418" y="21799"/>
                    <a:pt x="13815" y="21799"/>
                  </a:cubicBezTo>
                  <a:cubicBezTo>
                    <a:pt x="6210" y="21799"/>
                    <a:pt x="0" y="16983"/>
                    <a:pt x="0" y="10899"/>
                  </a:cubicBezTo>
                  <a:cubicBezTo>
                    <a:pt x="0" y="4816"/>
                    <a:pt x="6210" y="0"/>
                    <a:pt x="13815" y="0"/>
                  </a:cubicBezTo>
                  <a:cubicBezTo>
                    <a:pt x="21418" y="0"/>
                    <a:pt x="27501" y="4943"/>
                    <a:pt x="27501" y="1089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4" name="Freeform: Shape 2933">
              <a:extLst>
                <a:ext uri="{FF2B5EF4-FFF2-40B4-BE49-F238E27FC236}">
                  <a16:creationId xmlns:a16="http://schemas.microsoft.com/office/drawing/2014/main" id="{3974D7F5-2755-5D9D-D853-37FC9C7144ED}"/>
                </a:ext>
              </a:extLst>
            </p:cNvPr>
            <p:cNvSpPr/>
            <p:nvPr/>
          </p:nvSpPr>
          <p:spPr>
            <a:xfrm>
              <a:off x="9809364" y="2412702"/>
              <a:ext cx="26614" cy="21164"/>
            </a:xfrm>
            <a:custGeom>
              <a:avLst/>
              <a:gdLst>
                <a:gd name="connsiteX0" fmla="*/ 26614 w 26614"/>
                <a:gd name="connsiteY0" fmla="*/ 10646 h 21164"/>
                <a:gd name="connsiteX1" fmla="*/ 13307 w 26614"/>
                <a:gd name="connsiteY1" fmla="*/ 21165 h 21164"/>
                <a:gd name="connsiteX2" fmla="*/ 0 w 26614"/>
                <a:gd name="connsiteY2" fmla="*/ 10646 h 21164"/>
                <a:gd name="connsiteX3" fmla="*/ 13307 w 26614"/>
                <a:gd name="connsiteY3" fmla="*/ 0 h 21164"/>
                <a:gd name="connsiteX4" fmla="*/ 26614 w 26614"/>
                <a:gd name="connsiteY4" fmla="*/ 10646 h 21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614" h="21164">
                  <a:moveTo>
                    <a:pt x="26614" y="10646"/>
                  </a:moveTo>
                  <a:cubicBezTo>
                    <a:pt x="26614" y="16476"/>
                    <a:pt x="20658" y="21165"/>
                    <a:pt x="13307" y="21165"/>
                  </a:cubicBezTo>
                  <a:cubicBezTo>
                    <a:pt x="5956" y="21165"/>
                    <a:pt x="0" y="16476"/>
                    <a:pt x="0" y="10646"/>
                  </a:cubicBezTo>
                  <a:cubicBezTo>
                    <a:pt x="0" y="4816"/>
                    <a:pt x="5956" y="0"/>
                    <a:pt x="13307" y="0"/>
                  </a:cubicBezTo>
                  <a:cubicBezTo>
                    <a:pt x="20658" y="0"/>
                    <a:pt x="26614" y="4816"/>
                    <a:pt x="26614" y="1064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5" name="Freeform: Shape 2934">
              <a:extLst>
                <a:ext uri="{FF2B5EF4-FFF2-40B4-BE49-F238E27FC236}">
                  <a16:creationId xmlns:a16="http://schemas.microsoft.com/office/drawing/2014/main" id="{226E0717-A30D-F0DC-1889-CDE6D3E69EAB}"/>
                </a:ext>
              </a:extLst>
            </p:cNvPr>
            <p:cNvSpPr/>
            <p:nvPr/>
          </p:nvSpPr>
          <p:spPr>
            <a:xfrm>
              <a:off x="9850680" y="2511303"/>
              <a:ext cx="26614" cy="21291"/>
            </a:xfrm>
            <a:custGeom>
              <a:avLst/>
              <a:gdLst>
                <a:gd name="connsiteX0" fmla="*/ 26614 w 26614"/>
                <a:gd name="connsiteY0" fmla="*/ 10646 h 21291"/>
                <a:gd name="connsiteX1" fmla="*/ 13307 w 26614"/>
                <a:gd name="connsiteY1" fmla="*/ 21292 h 21291"/>
                <a:gd name="connsiteX2" fmla="*/ 0 w 26614"/>
                <a:gd name="connsiteY2" fmla="*/ 10646 h 21291"/>
                <a:gd name="connsiteX3" fmla="*/ 13307 w 26614"/>
                <a:gd name="connsiteY3" fmla="*/ 0 h 21291"/>
                <a:gd name="connsiteX4" fmla="*/ 26614 w 26614"/>
                <a:gd name="connsiteY4" fmla="*/ 10646 h 2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614" h="21291">
                  <a:moveTo>
                    <a:pt x="26614" y="10646"/>
                  </a:moveTo>
                  <a:cubicBezTo>
                    <a:pt x="26614" y="16476"/>
                    <a:pt x="20658" y="21292"/>
                    <a:pt x="13307" y="21292"/>
                  </a:cubicBezTo>
                  <a:cubicBezTo>
                    <a:pt x="5956" y="21292"/>
                    <a:pt x="0" y="16602"/>
                    <a:pt x="0" y="10646"/>
                  </a:cubicBezTo>
                  <a:cubicBezTo>
                    <a:pt x="0" y="4689"/>
                    <a:pt x="5956" y="0"/>
                    <a:pt x="13307" y="0"/>
                  </a:cubicBezTo>
                  <a:cubicBezTo>
                    <a:pt x="20658" y="0"/>
                    <a:pt x="26614" y="4689"/>
                    <a:pt x="26614" y="1064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6" name="Freeform: Shape 2935">
              <a:extLst>
                <a:ext uri="{FF2B5EF4-FFF2-40B4-BE49-F238E27FC236}">
                  <a16:creationId xmlns:a16="http://schemas.microsoft.com/office/drawing/2014/main" id="{CE09A50B-E7CE-142E-62E8-ACB75ABDDA7F}"/>
                </a:ext>
              </a:extLst>
            </p:cNvPr>
            <p:cNvSpPr/>
            <p:nvPr/>
          </p:nvSpPr>
          <p:spPr>
            <a:xfrm>
              <a:off x="9888194" y="2611424"/>
              <a:ext cx="25854" cy="20531"/>
            </a:xfrm>
            <a:custGeom>
              <a:avLst/>
              <a:gdLst>
                <a:gd name="connsiteX0" fmla="*/ 25855 w 25854"/>
                <a:gd name="connsiteY0" fmla="*/ 10266 h 20531"/>
                <a:gd name="connsiteX1" fmla="*/ 12927 w 25854"/>
                <a:gd name="connsiteY1" fmla="*/ 20531 h 20531"/>
                <a:gd name="connsiteX2" fmla="*/ 0 w 25854"/>
                <a:gd name="connsiteY2" fmla="*/ 10266 h 20531"/>
                <a:gd name="connsiteX3" fmla="*/ 12927 w 25854"/>
                <a:gd name="connsiteY3" fmla="*/ 0 h 20531"/>
                <a:gd name="connsiteX4" fmla="*/ 25855 w 25854"/>
                <a:gd name="connsiteY4" fmla="*/ 10266 h 20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854" h="20531">
                  <a:moveTo>
                    <a:pt x="25855" y="10266"/>
                  </a:moveTo>
                  <a:cubicBezTo>
                    <a:pt x="25855" y="15969"/>
                    <a:pt x="20025" y="20531"/>
                    <a:pt x="12927" y="20531"/>
                  </a:cubicBezTo>
                  <a:cubicBezTo>
                    <a:pt x="5830" y="20531"/>
                    <a:pt x="0" y="15969"/>
                    <a:pt x="0" y="10266"/>
                  </a:cubicBezTo>
                  <a:cubicBezTo>
                    <a:pt x="0" y="4563"/>
                    <a:pt x="5830" y="0"/>
                    <a:pt x="12927" y="0"/>
                  </a:cubicBezTo>
                  <a:cubicBezTo>
                    <a:pt x="20025" y="0"/>
                    <a:pt x="25855" y="4563"/>
                    <a:pt x="25855" y="1026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7" name="Freeform: Shape 2936">
              <a:extLst>
                <a:ext uri="{FF2B5EF4-FFF2-40B4-BE49-F238E27FC236}">
                  <a16:creationId xmlns:a16="http://schemas.microsoft.com/office/drawing/2014/main" id="{D41E9A97-7A4A-57F0-1509-5300DD306024}"/>
                </a:ext>
              </a:extLst>
            </p:cNvPr>
            <p:cNvSpPr/>
            <p:nvPr/>
          </p:nvSpPr>
          <p:spPr>
            <a:xfrm>
              <a:off x="9921525" y="2712433"/>
              <a:ext cx="25094" cy="19897"/>
            </a:xfrm>
            <a:custGeom>
              <a:avLst/>
              <a:gdLst>
                <a:gd name="connsiteX0" fmla="*/ 25094 w 25094"/>
                <a:gd name="connsiteY0" fmla="*/ 10012 h 19897"/>
                <a:gd name="connsiteX1" fmla="*/ 12548 w 25094"/>
                <a:gd name="connsiteY1" fmla="*/ 19897 h 19897"/>
                <a:gd name="connsiteX2" fmla="*/ 0 w 25094"/>
                <a:gd name="connsiteY2" fmla="*/ 10012 h 19897"/>
                <a:gd name="connsiteX3" fmla="*/ 12548 w 25094"/>
                <a:gd name="connsiteY3" fmla="*/ 0 h 19897"/>
                <a:gd name="connsiteX4" fmla="*/ 25094 w 25094"/>
                <a:gd name="connsiteY4" fmla="*/ 10012 h 19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94" h="19897">
                  <a:moveTo>
                    <a:pt x="25094" y="10012"/>
                  </a:moveTo>
                  <a:cubicBezTo>
                    <a:pt x="25094" y="15462"/>
                    <a:pt x="19518" y="19897"/>
                    <a:pt x="12548" y="19897"/>
                  </a:cubicBezTo>
                  <a:cubicBezTo>
                    <a:pt x="5576" y="19897"/>
                    <a:pt x="0" y="15462"/>
                    <a:pt x="0" y="10012"/>
                  </a:cubicBezTo>
                  <a:cubicBezTo>
                    <a:pt x="0" y="4563"/>
                    <a:pt x="5703" y="0"/>
                    <a:pt x="12548" y="0"/>
                  </a:cubicBezTo>
                  <a:cubicBezTo>
                    <a:pt x="19391" y="0"/>
                    <a:pt x="25094" y="4436"/>
                    <a:pt x="25094" y="1001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8" name="Freeform: Shape 2937">
              <a:extLst>
                <a:ext uri="{FF2B5EF4-FFF2-40B4-BE49-F238E27FC236}">
                  <a16:creationId xmlns:a16="http://schemas.microsoft.com/office/drawing/2014/main" id="{0857B777-080F-8E35-E219-F84CFAE4AD10}"/>
                </a:ext>
              </a:extLst>
            </p:cNvPr>
            <p:cNvSpPr/>
            <p:nvPr/>
          </p:nvSpPr>
          <p:spPr>
            <a:xfrm>
              <a:off x="9950422" y="2814202"/>
              <a:ext cx="24333" cy="19263"/>
            </a:xfrm>
            <a:custGeom>
              <a:avLst/>
              <a:gdLst>
                <a:gd name="connsiteX0" fmla="*/ 24333 w 24333"/>
                <a:gd name="connsiteY0" fmla="*/ 9632 h 19263"/>
                <a:gd name="connsiteX1" fmla="*/ 12167 w 24333"/>
                <a:gd name="connsiteY1" fmla="*/ 19264 h 19263"/>
                <a:gd name="connsiteX2" fmla="*/ 0 w 24333"/>
                <a:gd name="connsiteY2" fmla="*/ 9632 h 19263"/>
                <a:gd name="connsiteX3" fmla="*/ 12167 w 24333"/>
                <a:gd name="connsiteY3" fmla="*/ 0 h 19263"/>
                <a:gd name="connsiteX4" fmla="*/ 24333 w 24333"/>
                <a:gd name="connsiteY4" fmla="*/ 9632 h 19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33" h="19263">
                  <a:moveTo>
                    <a:pt x="24333" y="9632"/>
                  </a:moveTo>
                  <a:cubicBezTo>
                    <a:pt x="24333" y="14955"/>
                    <a:pt x="18884" y="19264"/>
                    <a:pt x="12167" y="19264"/>
                  </a:cubicBezTo>
                  <a:cubicBezTo>
                    <a:pt x="5450" y="19264"/>
                    <a:pt x="0" y="14955"/>
                    <a:pt x="0" y="9632"/>
                  </a:cubicBezTo>
                  <a:cubicBezTo>
                    <a:pt x="0" y="4309"/>
                    <a:pt x="5450" y="0"/>
                    <a:pt x="12167" y="0"/>
                  </a:cubicBezTo>
                  <a:cubicBezTo>
                    <a:pt x="18884" y="0"/>
                    <a:pt x="24333" y="4309"/>
                    <a:pt x="24333" y="963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9" name="Freeform: Shape 2938">
              <a:extLst>
                <a:ext uri="{FF2B5EF4-FFF2-40B4-BE49-F238E27FC236}">
                  <a16:creationId xmlns:a16="http://schemas.microsoft.com/office/drawing/2014/main" id="{D3117320-7577-0E27-B985-62FDF47101FC}"/>
                </a:ext>
              </a:extLst>
            </p:cNvPr>
            <p:cNvSpPr/>
            <p:nvPr/>
          </p:nvSpPr>
          <p:spPr>
            <a:xfrm>
              <a:off x="9974628" y="2916478"/>
              <a:ext cx="24333" cy="19263"/>
            </a:xfrm>
            <a:custGeom>
              <a:avLst/>
              <a:gdLst>
                <a:gd name="connsiteX0" fmla="*/ 24334 w 24333"/>
                <a:gd name="connsiteY0" fmla="*/ 9632 h 19263"/>
                <a:gd name="connsiteX1" fmla="*/ 12167 w 24333"/>
                <a:gd name="connsiteY1" fmla="*/ 19264 h 19263"/>
                <a:gd name="connsiteX2" fmla="*/ 0 w 24333"/>
                <a:gd name="connsiteY2" fmla="*/ 9632 h 19263"/>
                <a:gd name="connsiteX3" fmla="*/ 12167 w 24333"/>
                <a:gd name="connsiteY3" fmla="*/ 0 h 19263"/>
                <a:gd name="connsiteX4" fmla="*/ 24334 w 24333"/>
                <a:gd name="connsiteY4" fmla="*/ 9632 h 19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33" h="19263">
                  <a:moveTo>
                    <a:pt x="24334" y="9632"/>
                  </a:moveTo>
                  <a:cubicBezTo>
                    <a:pt x="24334" y="14955"/>
                    <a:pt x="18884" y="19264"/>
                    <a:pt x="12167" y="19264"/>
                  </a:cubicBezTo>
                  <a:cubicBezTo>
                    <a:pt x="5450" y="19264"/>
                    <a:pt x="0" y="14955"/>
                    <a:pt x="0" y="9632"/>
                  </a:cubicBezTo>
                  <a:cubicBezTo>
                    <a:pt x="0" y="4309"/>
                    <a:pt x="5450" y="0"/>
                    <a:pt x="12167" y="0"/>
                  </a:cubicBezTo>
                  <a:cubicBezTo>
                    <a:pt x="18884" y="0"/>
                    <a:pt x="24334" y="4309"/>
                    <a:pt x="24334" y="963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0" name="Freeform: Shape 2939">
              <a:extLst>
                <a:ext uri="{FF2B5EF4-FFF2-40B4-BE49-F238E27FC236}">
                  <a16:creationId xmlns:a16="http://schemas.microsoft.com/office/drawing/2014/main" id="{CEA7B29E-69CD-6BB3-B09C-3CA034E8DCF2}"/>
                </a:ext>
              </a:extLst>
            </p:cNvPr>
            <p:cNvSpPr/>
            <p:nvPr/>
          </p:nvSpPr>
          <p:spPr>
            <a:xfrm>
              <a:off x="9994779" y="3019514"/>
              <a:ext cx="23572" cy="18756"/>
            </a:xfrm>
            <a:custGeom>
              <a:avLst/>
              <a:gdLst>
                <a:gd name="connsiteX0" fmla="*/ 23573 w 23572"/>
                <a:gd name="connsiteY0" fmla="*/ 9378 h 18756"/>
                <a:gd name="connsiteX1" fmla="*/ 11786 w 23572"/>
                <a:gd name="connsiteY1" fmla="*/ 18757 h 18756"/>
                <a:gd name="connsiteX2" fmla="*/ 0 w 23572"/>
                <a:gd name="connsiteY2" fmla="*/ 9378 h 18756"/>
                <a:gd name="connsiteX3" fmla="*/ 11786 w 23572"/>
                <a:gd name="connsiteY3" fmla="*/ 0 h 18756"/>
                <a:gd name="connsiteX4" fmla="*/ 23573 w 23572"/>
                <a:gd name="connsiteY4" fmla="*/ 9378 h 1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572" h="18756">
                  <a:moveTo>
                    <a:pt x="23573" y="9378"/>
                  </a:moveTo>
                  <a:cubicBezTo>
                    <a:pt x="23573" y="14575"/>
                    <a:pt x="18250" y="18757"/>
                    <a:pt x="11786" y="18757"/>
                  </a:cubicBezTo>
                  <a:cubicBezTo>
                    <a:pt x="5323" y="18757"/>
                    <a:pt x="0" y="14575"/>
                    <a:pt x="0" y="9378"/>
                  </a:cubicBezTo>
                  <a:cubicBezTo>
                    <a:pt x="0" y="4182"/>
                    <a:pt x="5323" y="0"/>
                    <a:pt x="11786" y="0"/>
                  </a:cubicBezTo>
                  <a:cubicBezTo>
                    <a:pt x="18250" y="0"/>
                    <a:pt x="23573" y="4182"/>
                    <a:pt x="23573" y="937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1" name="Freeform: Shape 2940">
              <a:extLst>
                <a:ext uri="{FF2B5EF4-FFF2-40B4-BE49-F238E27FC236}">
                  <a16:creationId xmlns:a16="http://schemas.microsoft.com/office/drawing/2014/main" id="{4D89A7AC-48BD-24A0-4457-FBB00E129B8D}"/>
                </a:ext>
              </a:extLst>
            </p:cNvPr>
            <p:cNvSpPr/>
            <p:nvPr/>
          </p:nvSpPr>
          <p:spPr>
            <a:xfrm>
              <a:off x="10011001" y="3123438"/>
              <a:ext cx="22052" cy="17489"/>
            </a:xfrm>
            <a:custGeom>
              <a:avLst/>
              <a:gdLst>
                <a:gd name="connsiteX0" fmla="*/ 22053 w 22052"/>
                <a:gd name="connsiteY0" fmla="*/ 8745 h 17489"/>
                <a:gd name="connsiteX1" fmla="*/ 11027 w 22052"/>
                <a:gd name="connsiteY1" fmla="*/ 17490 h 17489"/>
                <a:gd name="connsiteX2" fmla="*/ 0 w 22052"/>
                <a:gd name="connsiteY2" fmla="*/ 8745 h 17489"/>
                <a:gd name="connsiteX3" fmla="*/ 11027 w 22052"/>
                <a:gd name="connsiteY3" fmla="*/ 0 h 17489"/>
                <a:gd name="connsiteX4" fmla="*/ 22053 w 22052"/>
                <a:gd name="connsiteY4" fmla="*/ 8745 h 1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052" h="17489">
                  <a:moveTo>
                    <a:pt x="22053" y="8745"/>
                  </a:moveTo>
                  <a:cubicBezTo>
                    <a:pt x="22053" y="13561"/>
                    <a:pt x="17110" y="17490"/>
                    <a:pt x="11027" y="17490"/>
                  </a:cubicBezTo>
                  <a:cubicBezTo>
                    <a:pt x="4943" y="17490"/>
                    <a:pt x="0" y="13561"/>
                    <a:pt x="0" y="8745"/>
                  </a:cubicBezTo>
                  <a:cubicBezTo>
                    <a:pt x="0" y="3929"/>
                    <a:pt x="4943" y="0"/>
                    <a:pt x="11027" y="0"/>
                  </a:cubicBezTo>
                  <a:cubicBezTo>
                    <a:pt x="17110" y="0"/>
                    <a:pt x="22053" y="3929"/>
                    <a:pt x="22053" y="874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2" name="Freeform: Shape 2941">
              <a:extLst>
                <a:ext uri="{FF2B5EF4-FFF2-40B4-BE49-F238E27FC236}">
                  <a16:creationId xmlns:a16="http://schemas.microsoft.com/office/drawing/2014/main" id="{E813D4EF-1324-C17E-52DF-FE1D5B3BC878}"/>
                </a:ext>
              </a:extLst>
            </p:cNvPr>
            <p:cNvSpPr/>
            <p:nvPr/>
          </p:nvSpPr>
          <p:spPr>
            <a:xfrm>
              <a:off x="10022407" y="3227234"/>
              <a:ext cx="21418" cy="16982"/>
            </a:xfrm>
            <a:custGeom>
              <a:avLst/>
              <a:gdLst>
                <a:gd name="connsiteX0" fmla="*/ 21418 w 21418"/>
                <a:gd name="connsiteY0" fmla="*/ 8491 h 16982"/>
                <a:gd name="connsiteX1" fmla="*/ 10646 w 21418"/>
                <a:gd name="connsiteY1" fmla="*/ 16983 h 16982"/>
                <a:gd name="connsiteX2" fmla="*/ 0 w 21418"/>
                <a:gd name="connsiteY2" fmla="*/ 8491 h 16982"/>
                <a:gd name="connsiteX3" fmla="*/ 10646 w 21418"/>
                <a:gd name="connsiteY3" fmla="*/ 0 h 16982"/>
                <a:gd name="connsiteX4" fmla="*/ 21418 w 21418"/>
                <a:gd name="connsiteY4" fmla="*/ 8491 h 1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18" h="16982">
                  <a:moveTo>
                    <a:pt x="21418" y="8491"/>
                  </a:moveTo>
                  <a:cubicBezTo>
                    <a:pt x="21418" y="13180"/>
                    <a:pt x="16602" y="16983"/>
                    <a:pt x="10646" y="16983"/>
                  </a:cubicBezTo>
                  <a:cubicBezTo>
                    <a:pt x="4689" y="16983"/>
                    <a:pt x="0" y="13180"/>
                    <a:pt x="0" y="8491"/>
                  </a:cubicBezTo>
                  <a:cubicBezTo>
                    <a:pt x="0" y="3802"/>
                    <a:pt x="4816" y="0"/>
                    <a:pt x="10646" y="0"/>
                  </a:cubicBezTo>
                  <a:cubicBezTo>
                    <a:pt x="16476" y="0"/>
                    <a:pt x="21418" y="3802"/>
                    <a:pt x="21418" y="84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3" name="Freeform: Shape 2942">
              <a:extLst>
                <a:ext uri="{FF2B5EF4-FFF2-40B4-BE49-F238E27FC236}">
                  <a16:creationId xmlns:a16="http://schemas.microsoft.com/office/drawing/2014/main" id="{F6F77178-897A-B008-A533-23BDAD810426}"/>
                </a:ext>
              </a:extLst>
            </p:cNvPr>
            <p:cNvSpPr/>
            <p:nvPr/>
          </p:nvSpPr>
          <p:spPr>
            <a:xfrm>
              <a:off x="10029631" y="3331411"/>
              <a:ext cx="20531" cy="16349"/>
            </a:xfrm>
            <a:custGeom>
              <a:avLst/>
              <a:gdLst>
                <a:gd name="connsiteX0" fmla="*/ 20531 w 20531"/>
                <a:gd name="connsiteY0" fmla="*/ 8238 h 16349"/>
                <a:gd name="connsiteX1" fmla="*/ 10266 w 20531"/>
                <a:gd name="connsiteY1" fmla="*/ 16349 h 16349"/>
                <a:gd name="connsiteX2" fmla="*/ 0 w 20531"/>
                <a:gd name="connsiteY2" fmla="*/ 8238 h 16349"/>
                <a:gd name="connsiteX3" fmla="*/ 10266 w 20531"/>
                <a:gd name="connsiteY3" fmla="*/ 0 h 16349"/>
                <a:gd name="connsiteX4" fmla="*/ 20531 w 20531"/>
                <a:gd name="connsiteY4" fmla="*/ 8238 h 16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31" h="16349">
                  <a:moveTo>
                    <a:pt x="20531" y="8238"/>
                  </a:moveTo>
                  <a:cubicBezTo>
                    <a:pt x="20531" y="12800"/>
                    <a:pt x="15842" y="16349"/>
                    <a:pt x="10266" y="16349"/>
                  </a:cubicBezTo>
                  <a:cubicBezTo>
                    <a:pt x="4689" y="16349"/>
                    <a:pt x="0" y="12674"/>
                    <a:pt x="0" y="8238"/>
                  </a:cubicBezTo>
                  <a:cubicBezTo>
                    <a:pt x="0" y="3802"/>
                    <a:pt x="4562" y="0"/>
                    <a:pt x="10266" y="0"/>
                  </a:cubicBezTo>
                  <a:cubicBezTo>
                    <a:pt x="15969" y="0"/>
                    <a:pt x="20531" y="3675"/>
                    <a:pt x="20531" y="823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4" name="Freeform: Shape 2943">
              <a:extLst>
                <a:ext uri="{FF2B5EF4-FFF2-40B4-BE49-F238E27FC236}">
                  <a16:creationId xmlns:a16="http://schemas.microsoft.com/office/drawing/2014/main" id="{A97D37CC-85B4-5425-E4B3-8BCADE21B226}"/>
                </a:ext>
              </a:extLst>
            </p:cNvPr>
            <p:cNvSpPr/>
            <p:nvPr/>
          </p:nvSpPr>
          <p:spPr>
            <a:xfrm>
              <a:off x="10157001" y="3435335"/>
              <a:ext cx="20531" cy="16475"/>
            </a:xfrm>
            <a:custGeom>
              <a:avLst/>
              <a:gdLst>
                <a:gd name="connsiteX0" fmla="*/ 20531 w 20531"/>
                <a:gd name="connsiteY0" fmla="*/ 8238 h 16475"/>
                <a:gd name="connsiteX1" fmla="*/ 10266 w 20531"/>
                <a:gd name="connsiteY1" fmla="*/ 16476 h 16475"/>
                <a:gd name="connsiteX2" fmla="*/ 0 w 20531"/>
                <a:gd name="connsiteY2" fmla="*/ 8238 h 16475"/>
                <a:gd name="connsiteX3" fmla="*/ 10266 w 20531"/>
                <a:gd name="connsiteY3" fmla="*/ 0 h 16475"/>
                <a:gd name="connsiteX4" fmla="*/ 20531 w 20531"/>
                <a:gd name="connsiteY4" fmla="*/ 8238 h 16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31" h="16475">
                  <a:moveTo>
                    <a:pt x="20531" y="8238"/>
                  </a:moveTo>
                  <a:cubicBezTo>
                    <a:pt x="20531" y="12800"/>
                    <a:pt x="15969" y="16476"/>
                    <a:pt x="10266" y="16476"/>
                  </a:cubicBezTo>
                  <a:cubicBezTo>
                    <a:pt x="4562" y="16476"/>
                    <a:pt x="0" y="12800"/>
                    <a:pt x="0" y="8238"/>
                  </a:cubicBezTo>
                  <a:cubicBezTo>
                    <a:pt x="0" y="3675"/>
                    <a:pt x="4562" y="0"/>
                    <a:pt x="10266" y="0"/>
                  </a:cubicBezTo>
                  <a:cubicBezTo>
                    <a:pt x="15969" y="0"/>
                    <a:pt x="20531" y="3675"/>
                    <a:pt x="20531" y="823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5" name="Freeform: Shape 2944">
              <a:extLst>
                <a:ext uri="{FF2B5EF4-FFF2-40B4-BE49-F238E27FC236}">
                  <a16:creationId xmlns:a16="http://schemas.microsoft.com/office/drawing/2014/main" id="{7C3B93BF-5ADA-0528-40D3-90ABE46517AA}"/>
                </a:ext>
              </a:extLst>
            </p:cNvPr>
            <p:cNvSpPr/>
            <p:nvPr/>
          </p:nvSpPr>
          <p:spPr>
            <a:xfrm>
              <a:off x="10155227" y="3539765"/>
              <a:ext cx="19770" cy="15715"/>
            </a:xfrm>
            <a:custGeom>
              <a:avLst/>
              <a:gdLst>
                <a:gd name="connsiteX0" fmla="*/ 19771 w 19770"/>
                <a:gd name="connsiteY0" fmla="*/ 7858 h 15715"/>
                <a:gd name="connsiteX1" fmla="*/ 9886 w 19770"/>
                <a:gd name="connsiteY1" fmla="*/ 15716 h 15715"/>
                <a:gd name="connsiteX2" fmla="*/ 0 w 19770"/>
                <a:gd name="connsiteY2" fmla="*/ 7858 h 15715"/>
                <a:gd name="connsiteX3" fmla="*/ 9886 w 19770"/>
                <a:gd name="connsiteY3" fmla="*/ 0 h 15715"/>
                <a:gd name="connsiteX4" fmla="*/ 19771 w 19770"/>
                <a:gd name="connsiteY4" fmla="*/ 7858 h 1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70" h="15715">
                  <a:moveTo>
                    <a:pt x="19771" y="7858"/>
                  </a:moveTo>
                  <a:cubicBezTo>
                    <a:pt x="19771" y="12167"/>
                    <a:pt x="15335" y="15716"/>
                    <a:pt x="9886" y="15716"/>
                  </a:cubicBezTo>
                  <a:cubicBezTo>
                    <a:pt x="4436" y="15716"/>
                    <a:pt x="0" y="12167"/>
                    <a:pt x="0" y="7858"/>
                  </a:cubicBezTo>
                  <a:cubicBezTo>
                    <a:pt x="0" y="3549"/>
                    <a:pt x="4436" y="0"/>
                    <a:pt x="9886" y="0"/>
                  </a:cubicBezTo>
                  <a:cubicBezTo>
                    <a:pt x="15335" y="0"/>
                    <a:pt x="19771" y="3549"/>
                    <a:pt x="19771" y="785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6" name="Freeform: Shape 2945">
              <a:extLst>
                <a:ext uri="{FF2B5EF4-FFF2-40B4-BE49-F238E27FC236}">
                  <a16:creationId xmlns:a16="http://schemas.microsoft.com/office/drawing/2014/main" id="{AA7BF043-FFDB-CF02-F088-396F51160EC2}"/>
                </a:ext>
              </a:extLst>
            </p:cNvPr>
            <p:cNvSpPr/>
            <p:nvPr/>
          </p:nvSpPr>
          <p:spPr>
            <a:xfrm>
              <a:off x="10149143" y="3643816"/>
              <a:ext cx="19010" cy="15208"/>
            </a:xfrm>
            <a:custGeom>
              <a:avLst/>
              <a:gdLst>
                <a:gd name="connsiteX0" fmla="*/ 19010 w 19010"/>
                <a:gd name="connsiteY0" fmla="*/ 7604 h 15208"/>
                <a:gd name="connsiteX1" fmla="*/ 9505 w 19010"/>
                <a:gd name="connsiteY1" fmla="*/ 15208 h 15208"/>
                <a:gd name="connsiteX2" fmla="*/ 0 w 19010"/>
                <a:gd name="connsiteY2" fmla="*/ 7604 h 15208"/>
                <a:gd name="connsiteX3" fmla="*/ 9505 w 19010"/>
                <a:gd name="connsiteY3" fmla="*/ 0 h 15208"/>
                <a:gd name="connsiteX4" fmla="*/ 19010 w 19010"/>
                <a:gd name="connsiteY4" fmla="*/ 7604 h 15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10" h="15208">
                  <a:moveTo>
                    <a:pt x="19010" y="7604"/>
                  </a:moveTo>
                  <a:cubicBezTo>
                    <a:pt x="19010" y="11786"/>
                    <a:pt x="14701" y="15208"/>
                    <a:pt x="9505" y="15208"/>
                  </a:cubicBezTo>
                  <a:cubicBezTo>
                    <a:pt x="4309" y="15208"/>
                    <a:pt x="0" y="11786"/>
                    <a:pt x="0" y="7604"/>
                  </a:cubicBezTo>
                  <a:cubicBezTo>
                    <a:pt x="0" y="3422"/>
                    <a:pt x="4309" y="0"/>
                    <a:pt x="9505" y="0"/>
                  </a:cubicBezTo>
                  <a:cubicBezTo>
                    <a:pt x="14701" y="0"/>
                    <a:pt x="19010" y="3422"/>
                    <a:pt x="19010" y="760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7" name="Freeform: Shape 2946">
              <a:extLst>
                <a:ext uri="{FF2B5EF4-FFF2-40B4-BE49-F238E27FC236}">
                  <a16:creationId xmlns:a16="http://schemas.microsoft.com/office/drawing/2014/main" id="{341239DD-2C0A-E6BE-A5FA-674DB2F58ABC}"/>
                </a:ext>
              </a:extLst>
            </p:cNvPr>
            <p:cNvSpPr/>
            <p:nvPr/>
          </p:nvSpPr>
          <p:spPr>
            <a:xfrm>
              <a:off x="10138751" y="3747866"/>
              <a:ext cx="18250" cy="14447"/>
            </a:xfrm>
            <a:custGeom>
              <a:avLst/>
              <a:gdLst>
                <a:gd name="connsiteX0" fmla="*/ 18250 w 18250"/>
                <a:gd name="connsiteY0" fmla="*/ 7224 h 14447"/>
                <a:gd name="connsiteX1" fmla="*/ 9125 w 18250"/>
                <a:gd name="connsiteY1" fmla="*/ 14448 h 14447"/>
                <a:gd name="connsiteX2" fmla="*/ 0 w 18250"/>
                <a:gd name="connsiteY2" fmla="*/ 7224 h 14447"/>
                <a:gd name="connsiteX3" fmla="*/ 9125 w 18250"/>
                <a:gd name="connsiteY3" fmla="*/ 0 h 14447"/>
                <a:gd name="connsiteX4" fmla="*/ 18250 w 18250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7">
                  <a:moveTo>
                    <a:pt x="18250" y="7224"/>
                  </a:moveTo>
                  <a:cubicBezTo>
                    <a:pt x="18250" y="11279"/>
                    <a:pt x="14194" y="14448"/>
                    <a:pt x="9125" y="14448"/>
                  </a:cubicBezTo>
                  <a:cubicBezTo>
                    <a:pt x="4056" y="14448"/>
                    <a:pt x="0" y="11279"/>
                    <a:pt x="0" y="7224"/>
                  </a:cubicBezTo>
                  <a:cubicBezTo>
                    <a:pt x="0" y="3168"/>
                    <a:pt x="4056" y="0"/>
                    <a:pt x="9125" y="0"/>
                  </a:cubicBezTo>
                  <a:cubicBezTo>
                    <a:pt x="14194" y="0"/>
                    <a:pt x="18250" y="3168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8" name="Freeform: Shape 2947">
              <a:extLst>
                <a:ext uri="{FF2B5EF4-FFF2-40B4-BE49-F238E27FC236}">
                  <a16:creationId xmlns:a16="http://schemas.microsoft.com/office/drawing/2014/main" id="{1F4389B2-4523-0C5F-3203-A19E034E4B1A}"/>
                </a:ext>
              </a:extLst>
            </p:cNvPr>
            <p:cNvSpPr/>
            <p:nvPr/>
          </p:nvSpPr>
          <p:spPr>
            <a:xfrm>
              <a:off x="10124050" y="3851409"/>
              <a:ext cx="17742" cy="13941"/>
            </a:xfrm>
            <a:custGeom>
              <a:avLst/>
              <a:gdLst>
                <a:gd name="connsiteX0" fmla="*/ 17743 w 17742"/>
                <a:gd name="connsiteY0" fmla="*/ 6971 h 13941"/>
                <a:gd name="connsiteX1" fmla="*/ 8872 w 17742"/>
                <a:gd name="connsiteY1" fmla="*/ 13941 h 13941"/>
                <a:gd name="connsiteX2" fmla="*/ 0 w 17742"/>
                <a:gd name="connsiteY2" fmla="*/ 6971 h 13941"/>
                <a:gd name="connsiteX3" fmla="*/ 8872 w 17742"/>
                <a:gd name="connsiteY3" fmla="*/ 0 h 13941"/>
                <a:gd name="connsiteX4" fmla="*/ 17743 w 17742"/>
                <a:gd name="connsiteY4" fmla="*/ 6971 h 1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2" h="13941">
                  <a:moveTo>
                    <a:pt x="17743" y="6971"/>
                  </a:moveTo>
                  <a:cubicBezTo>
                    <a:pt x="17743" y="10899"/>
                    <a:pt x="13814" y="13941"/>
                    <a:pt x="8872" y="13941"/>
                  </a:cubicBezTo>
                  <a:cubicBezTo>
                    <a:pt x="3929" y="13941"/>
                    <a:pt x="0" y="10773"/>
                    <a:pt x="0" y="6971"/>
                  </a:cubicBezTo>
                  <a:cubicBezTo>
                    <a:pt x="0" y="3168"/>
                    <a:pt x="3929" y="0"/>
                    <a:pt x="8872" y="0"/>
                  </a:cubicBezTo>
                  <a:cubicBezTo>
                    <a:pt x="13814" y="0"/>
                    <a:pt x="17743" y="3168"/>
                    <a:pt x="17743" y="697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9" name="Freeform: Shape 2948">
              <a:extLst>
                <a:ext uri="{FF2B5EF4-FFF2-40B4-BE49-F238E27FC236}">
                  <a16:creationId xmlns:a16="http://schemas.microsoft.com/office/drawing/2014/main" id="{DE884DC7-E9C3-087F-366E-24209C15CE00}"/>
                </a:ext>
              </a:extLst>
            </p:cNvPr>
            <p:cNvSpPr/>
            <p:nvPr/>
          </p:nvSpPr>
          <p:spPr>
            <a:xfrm>
              <a:off x="10105166" y="3954572"/>
              <a:ext cx="16982" cy="13433"/>
            </a:xfrm>
            <a:custGeom>
              <a:avLst/>
              <a:gdLst>
                <a:gd name="connsiteX0" fmla="*/ 16982 w 16982"/>
                <a:gd name="connsiteY0" fmla="*/ 6717 h 13433"/>
                <a:gd name="connsiteX1" fmla="*/ 8491 w 16982"/>
                <a:gd name="connsiteY1" fmla="*/ 13434 h 13433"/>
                <a:gd name="connsiteX2" fmla="*/ 0 w 16982"/>
                <a:gd name="connsiteY2" fmla="*/ 6717 h 13433"/>
                <a:gd name="connsiteX3" fmla="*/ 8491 w 16982"/>
                <a:gd name="connsiteY3" fmla="*/ 0 h 13433"/>
                <a:gd name="connsiteX4" fmla="*/ 16982 w 16982"/>
                <a:gd name="connsiteY4" fmla="*/ 6717 h 13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82" h="13433">
                  <a:moveTo>
                    <a:pt x="16982" y="6717"/>
                  </a:moveTo>
                  <a:cubicBezTo>
                    <a:pt x="16982" y="10392"/>
                    <a:pt x="13180" y="13434"/>
                    <a:pt x="8491" y="13434"/>
                  </a:cubicBezTo>
                  <a:cubicBezTo>
                    <a:pt x="3802" y="13434"/>
                    <a:pt x="0" y="10519"/>
                    <a:pt x="0" y="6717"/>
                  </a:cubicBezTo>
                  <a:cubicBezTo>
                    <a:pt x="0" y="2915"/>
                    <a:pt x="3802" y="0"/>
                    <a:pt x="8491" y="0"/>
                  </a:cubicBezTo>
                  <a:cubicBezTo>
                    <a:pt x="13180" y="0"/>
                    <a:pt x="16982" y="3042"/>
                    <a:pt x="16982" y="671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0" name="Freeform: Shape 2949">
              <a:extLst>
                <a:ext uri="{FF2B5EF4-FFF2-40B4-BE49-F238E27FC236}">
                  <a16:creationId xmlns:a16="http://schemas.microsoft.com/office/drawing/2014/main" id="{B7948035-B022-3A79-2C09-50940E666B27}"/>
                </a:ext>
              </a:extLst>
            </p:cNvPr>
            <p:cNvSpPr/>
            <p:nvPr/>
          </p:nvSpPr>
          <p:spPr>
            <a:xfrm>
              <a:off x="10082480" y="4057355"/>
              <a:ext cx="15462" cy="12420"/>
            </a:xfrm>
            <a:custGeom>
              <a:avLst/>
              <a:gdLst>
                <a:gd name="connsiteX0" fmla="*/ 15462 w 15462"/>
                <a:gd name="connsiteY0" fmla="*/ 6210 h 12420"/>
                <a:gd name="connsiteX1" fmla="*/ 7731 w 15462"/>
                <a:gd name="connsiteY1" fmla="*/ 12420 h 12420"/>
                <a:gd name="connsiteX2" fmla="*/ 0 w 15462"/>
                <a:gd name="connsiteY2" fmla="*/ 6210 h 12420"/>
                <a:gd name="connsiteX3" fmla="*/ 7731 w 15462"/>
                <a:gd name="connsiteY3" fmla="*/ 0 h 12420"/>
                <a:gd name="connsiteX4" fmla="*/ 15462 w 15462"/>
                <a:gd name="connsiteY4" fmla="*/ 6210 h 12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62" h="12420">
                  <a:moveTo>
                    <a:pt x="15462" y="6210"/>
                  </a:moveTo>
                  <a:cubicBezTo>
                    <a:pt x="15462" y="9632"/>
                    <a:pt x="12040" y="12420"/>
                    <a:pt x="7731" y="12420"/>
                  </a:cubicBezTo>
                  <a:cubicBezTo>
                    <a:pt x="3422" y="12420"/>
                    <a:pt x="0" y="9632"/>
                    <a:pt x="0" y="6210"/>
                  </a:cubicBezTo>
                  <a:cubicBezTo>
                    <a:pt x="0" y="2788"/>
                    <a:pt x="3549" y="0"/>
                    <a:pt x="7731" y="0"/>
                  </a:cubicBezTo>
                  <a:cubicBezTo>
                    <a:pt x="11913" y="0"/>
                    <a:pt x="15462" y="2788"/>
                    <a:pt x="15462" y="621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1" name="Freeform: Shape 2950">
              <a:extLst>
                <a:ext uri="{FF2B5EF4-FFF2-40B4-BE49-F238E27FC236}">
                  <a16:creationId xmlns:a16="http://schemas.microsoft.com/office/drawing/2014/main" id="{04081801-69B9-4C45-9860-8CB517AD13D4}"/>
                </a:ext>
              </a:extLst>
            </p:cNvPr>
            <p:cNvSpPr/>
            <p:nvPr/>
          </p:nvSpPr>
          <p:spPr>
            <a:xfrm>
              <a:off x="10055232" y="4159377"/>
              <a:ext cx="14701" cy="11659"/>
            </a:xfrm>
            <a:custGeom>
              <a:avLst/>
              <a:gdLst>
                <a:gd name="connsiteX0" fmla="*/ 14701 w 14701"/>
                <a:gd name="connsiteY0" fmla="*/ 5830 h 11659"/>
                <a:gd name="connsiteX1" fmla="*/ 7350 w 14701"/>
                <a:gd name="connsiteY1" fmla="*/ 11659 h 11659"/>
                <a:gd name="connsiteX2" fmla="*/ 0 w 14701"/>
                <a:gd name="connsiteY2" fmla="*/ 5830 h 11659"/>
                <a:gd name="connsiteX3" fmla="*/ 7350 w 14701"/>
                <a:gd name="connsiteY3" fmla="*/ 0 h 11659"/>
                <a:gd name="connsiteX4" fmla="*/ 14701 w 14701"/>
                <a:gd name="connsiteY4" fmla="*/ 5830 h 11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01" h="11659">
                  <a:moveTo>
                    <a:pt x="14701" y="5830"/>
                  </a:moveTo>
                  <a:cubicBezTo>
                    <a:pt x="14701" y="8998"/>
                    <a:pt x="11406" y="11659"/>
                    <a:pt x="7350" y="11659"/>
                  </a:cubicBezTo>
                  <a:cubicBezTo>
                    <a:pt x="3294" y="11659"/>
                    <a:pt x="0" y="8998"/>
                    <a:pt x="0" y="5830"/>
                  </a:cubicBezTo>
                  <a:cubicBezTo>
                    <a:pt x="0" y="2661"/>
                    <a:pt x="3294" y="0"/>
                    <a:pt x="7350" y="0"/>
                  </a:cubicBezTo>
                  <a:cubicBezTo>
                    <a:pt x="11406" y="0"/>
                    <a:pt x="14701" y="2661"/>
                    <a:pt x="14701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2" name="Freeform: Shape 2951">
              <a:extLst>
                <a:ext uri="{FF2B5EF4-FFF2-40B4-BE49-F238E27FC236}">
                  <a16:creationId xmlns:a16="http://schemas.microsoft.com/office/drawing/2014/main" id="{80895858-434E-81DE-F5B8-E6F67DEF4E10}"/>
                </a:ext>
              </a:extLst>
            </p:cNvPr>
            <p:cNvSpPr/>
            <p:nvPr/>
          </p:nvSpPr>
          <p:spPr>
            <a:xfrm>
              <a:off x="10023675" y="4260512"/>
              <a:ext cx="13941" cy="11152"/>
            </a:xfrm>
            <a:custGeom>
              <a:avLst/>
              <a:gdLst>
                <a:gd name="connsiteX0" fmla="*/ 13941 w 13941"/>
                <a:gd name="connsiteY0" fmla="*/ 5576 h 11152"/>
                <a:gd name="connsiteX1" fmla="*/ 6971 w 13941"/>
                <a:gd name="connsiteY1" fmla="*/ 11153 h 11152"/>
                <a:gd name="connsiteX2" fmla="*/ 0 w 13941"/>
                <a:gd name="connsiteY2" fmla="*/ 5576 h 11152"/>
                <a:gd name="connsiteX3" fmla="*/ 6971 w 13941"/>
                <a:gd name="connsiteY3" fmla="*/ 0 h 11152"/>
                <a:gd name="connsiteX4" fmla="*/ 13941 w 13941"/>
                <a:gd name="connsiteY4" fmla="*/ 5576 h 11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1" h="11152">
                  <a:moveTo>
                    <a:pt x="13941" y="5576"/>
                  </a:moveTo>
                  <a:cubicBezTo>
                    <a:pt x="13941" y="8618"/>
                    <a:pt x="10773" y="11153"/>
                    <a:pt x="6971" y="11153"/>
                  </a:cubicBezTo>
                  <a:cubicBezTo>
                    <a:pt x="3168" y="11153"/>
                    <a:pt x="0" y="8745"/>
                    <a:pt x="0" y="5576"/>
                  </a:cubicBezTo>
                  <a:cubicBezTo>
                    <a:pt x="0" y="2408"/>
                    <a:pt x="3168" y="0"/>
                    <a:pt x="6971" y="0"/>
                  </a:cubicBezTo>
                  <a:cubicBezTo>
                    <a:pt x="10773" y="0"/>
                    <a:pt x="13941" y="2408"/>
                    <a:pt x="13941" y="55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3" name="Freeform: Shape 2952">
              <a:extLst>
                <a:ext uri="{FF2B5EF4-FFF2-40B4-BE49-F238E27FC236}">
                  <a16:creationId xmlns:a16="http://schemas.microsoft.com/office/drawing/2014/main" id="{1FB48FFC-2837-C6AD-46AF-FEF6A1607B8C}"/>
                </a:ext>
              </a:extLst>
            </p:cNvPr>
            <p:cNvSpPr/>
            <p:nvPr/>
          </p:nvSpPr>
          <p:spPr>
            <a:xfrm>
              <a:off x="9987936" y="4360761"/>
              <a:ext cx="13433" cy="10645"/>
            </a:xfrm>
            <a:custGeom>
              <a:avLst/>
              <a:gdLst>
                <a:gd name="connsiteX0" fmla="*/ 13434 w 13433"/>
                <a:gd name="connsiteY0" fmla="*/ 5323 h 10645"/>
                <a:gd name="connsiteX1" fmla="*/ 6717 w 13433"/>
                <a:gd name="connsiteY1" fmla="*/ 10646 h 10645"/>
                <a:gd name="connsiteX2" fmla="*/ 0 w 13433"/>
                <a:gd name="connsiteY2" fmla="*/ 5323 h 10645"/>
                <a:gd name="connsiteX3" fmla="*/ 6717 w 13433"/>
                <a:gd name="connsiteY3" fmla="*/ 0 h 10645"/>
                <a:gd name="connsiteX4" fmla="*/ 13434 w 13433"/>
                <a:gd name="connsiteY4" fmla="*/ 5323 h 1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33" h="10645">
                  <a:moveTo>
                    <a:pt x="13434" y="5323"/>
                  </a:moveTo>
                  <a:cubicBezTo>
                    <a:pt x="13434" y="8238"/>
                    <a:pt x="10392" y="10646"/>
                    <a:pt x="6717" y="10646"/>
                  </a:cubicBezTo>
                  <a:lnTo>
                    <a:pt x="0" y="5323"/>
                  </a:lnTo>
                  <a:cubicBezTo>
                    <a:pt x="0" y="2408"/>
                    <a:pt x="3042" y="0"/>
                    <a:pt x="6717" y="0"/>
                  </a:cubicBezTo>
                  <a:cubicBezTo>
                    <a:pt x="10392" y="0"/>
                    <a:pt x="13434" y="2408"/>
                    <a:pt x="13434" y="532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4" name="Freeform: Shape 2953">
              <a:extLst>
                <a:ext uri="{FF2B5EF4-FFF2-40B4-BE49-F238E27FC236}">
                  <a16:creationId xmlns:a16="http://schemas.microsoft.com/office/drawing/2014/main" id="{B05D0CC7-F03F-755F-1532-8F50563B7830}"/>
                </a:ext>
              </a:extLst>
            </p:cNvPr>
            <p:cNvSpPr/>
            <p:nvPr/>
          </p:nvSpPr>
          <p:spPr>
            <a:xfrm>
              <a:off x="9948520" y="4460375"/>
              <a:ext cx="12040" cy="9505"/>
            </a:xfrm>
            <a:custGeom>
              <a:avLst/>
              <a:gdLst>
                <a:gd name="connsiteX0" fmla="*/ 12040 w 12040"/>
                <a:gd name="connsiteY0" fmla="*/ 4689 h 9505"/>
                <a:gd name="connsiteX1" fmla="*/ 6084 w 12040"/>
                <a:gd name="connsiteY1" fmla="*/ 9505 h 9505"/>
                <a:gd name="connsiteX2" fmla="*/ 0 w 12040"/>
                <a:gd name="connsiteY2" fmla="*/ 4689 h 9505"/>
                <a:gd name="connsiteX3" fmla="*/ 6084 w 12040"/>
                <a:gd name="connsiteY3" fmla="*/ 0 h 9505"/>
                <a:gd name="connsiteX4" fmla="*/ 12040 w 12040"/>
                <a:gd name="connsiteY4" fmla="*/ 4689 h 9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40" h="9505">
                  <a:moveTo>
                    <a:pt x="12040" y="4689"/>
                  </a:moveTo>
                  <a:lnTo>
                    <a:pt x="6084" y="9505"/>
                  </a:lnTo>
                  <a:lnTo>
                    <a:pt x="0" y="4689"/>
                  </a:lnTo>
                  <a:lnTo>
                    <a:pt x="6084" y="0"/>
                  </a:lnTo>
                  <a:lnTo>
                    <a:pt x="12040" y="468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5" name="Freeform: Shape 2954">
              <a:extLst>
                <a:ext uri="{FF2B5EF4-FFF2-40B4-BE49-F238E27FC236}">
                  <a16:creationId xmlns:a16="http://schemas.microsoft.com/office/drawing/2014/main" id="{742F8D9A-016D-DCB5-BB72-BCE4279910AB}"/>
                </a:ext>
              </a:extLst>
            </p:cNvPr>
            <p:cNvSpPr/>
            <p:nvPr/>
          </p:nvSpPr>
          <p:spPr>
            <a:xfrm>
              <a:off x="9904797" y="4558596"/>
              <a:ext cx="11278" cy="8871"/>
            </a:xfrm>
            <a:custGeom>
              <a:avLst/>
              <a:gdLst>
                <a:gd name="connsiteX0" fmla="*/ 11279 w 11278"/>
                <a:gd name="connsiteY0" fmla="*/ 4436 h 8871"/>
                <a:gd name="connsiteX1" fmla="*/ 5576 w 11278"/>
                <a:gd name="connsiteY1" fmla="*/ 8871 h 8871"/>
                <a:gd name="connsiteX2" fmla="*/ 0 w 11278"/>
                <a:gd name="connsiteY2" fmla="*/ 4436 h 8871"/>
                <a:gd name="connsiteX3" fmla="*/ 5576 w 11278"/>
                <a:gd name="connsiteY3" fmla="*/ 0 h 8871"/>
                <a:gd name="connsiteX4" fmla="*/ 11279 w 11278"/>
                <a:gd name="connsiteY4" fmla="*/ 4436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78" h="8871">
                  <a:moveTo>
                    <a:pt x="11279" y="4436"/>
                  </a:moveTo>
                  <a:lnTo>
                    <a:pt x="5576" y="8871"/>
                  </a:lnTo>
                  <a:lnTo>
                    <a:pt x="0" y="4436"/>
                  </a:lnTo>
                  <a:lnTo>
                    <a:pt x="5576" y="0"/>
                  </a:lnTo>
                  <a:lnTo>
                    <a:pt x="11279" y="44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6" name="Freeform: Shape 2955">
              <a:extLst>
                <a:ext uri="{FF2B5EF4-FFF2-40B4-BE49-F238E27FC236}">
                  <a16:creationId xmlns:a16="http://schemas.microsoft.com/office/drawing/2014/main" id="{8F4A66D1-97C6-535F-5794-2692C3EEAC65}"/>
                </a:ext>
              </a:extLst>
            </p:cNvPr>
            <p:cNvSpPr/>
            <p:nvPr/>
          </p:nvSpPr>
          <p:spPr>
            <a:xfrm>
              <a:off x="9856890" y="4655549"/>
              <a:ext cx="10646" cy="8364"/>
            </a:xfrm>
            <a:custGeom>
              <a:avLst/>
              <a:gdLst>
                <a:gd name="connsiteX0" fmla="*/ 10646 w 10646"/>
                <a:gd name="connsiteY0" fmla="*/ 4182 h 8364"/>
                <a:gd name="connsiteX1" fmla="*/ 5323 w 10646"/>
                <a:gd name="connsiteY1" fmla="*/ 8365 h 8364"/>
                <a:gd name="connsiteX2" fmla="*/ 0 w 10646"/>
                <a:gd name="connsiteY2" fmla="*/ 4182 h 8364"/>
                <a:gd name="connsiteX3" fmla="*/ 5323 w 10646"/>
                <a:gd name="connsiteY3" fmla="*/ 0 h 8364"/>
                <a:gd name="connsiteX4" fmla="*/ 10646 w 10646"/>
                <a:gd name="connsiteY4" fmla="*/ 4182 h 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46" h="8364">
                  <a:moveTo>
                    <a:pt x="10646" y="4182"/>
                  </a:moveTo>
                  <a:lnTo>
                    <a:pt x="5323" y="8365"/>
                  </a:lnTo>
                  <a:lnTo>
                    <a:pt x="0" y="4182"/>
                  </a:lnTo>
                  <a:lnTo>
                    <a:pt x="5323" y="0"/>
                  </a:lnTo>
                  <a:lnTo>
                    <a:pt x="10646" y="41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7" name="Freeform: Shape 2956">
              <a:extLst>
                <a:ext uri="{FF2B5EF4-FFF2-40B4-BE49-F238E27FC236}">
                  <a16:creationId xmlns:a16="http://schemas.microsoft.com/office/drawing/2014/main" id="{402F02DB-B6F9-C163-0EA8-D5170993DA24}"/>
                </a:ext>
              </a:extLst>
            </p:cNvPr>
            <p:cNvSpPr/>
            <p:nvPr/>
          </p:nvSpPr>
          <p:spPr>
            <a:xfrm>
              <a:off x="9805436" y="4751488"/>
              <a:ext cx="9251" cy="7350"/>
            </a:xfrm>
            <a:custGeom>
              <a:avLst/>
              <a:gdLst>
                <a:gd name="connsiteX0" fmla="*/ 9251 w 9251"/>
                <a:gd name="connsiteY0" fmla="*/ 3675 h 7350"/>
                <a:gd name="connsiteX1" fmla="*/ 4689 w 9251"/>
                <a:gd name="connsiteY1" fmla="*/ 7351 h 7350"/>
                <a:gd name="connsiteX2" fmla="*/ 0 w 9251"/>
                <a:gd name="connsiteY2" fmla="*/ 3675 h 7350"/>
                <a:gd name="connsiteX3" fmla="*/ 4689 w 9251"/>
                <a:gd name="connsiteY3" fmla="*/ 0 h 7350"/>
                <a:gd name="connsiteX4" fmla="*/ 9251 w 9251"/>
                <a:gd name="connsiteY4" fmla="*/ 3675 h 7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51" h="7350">
                  <a:moveTo>
                    <a:pt x="9251" y="3675"/>
                  </a:moveTo>
                  <a:lnTo>
                    <a:pt x="4689" y="7351"/>
                  </a:lnTo>
                  <a:lnTo>
                    <a:pt x="0" y="3675"/>
                  </a:lnTo>
                  <a:lnTo>
                    <a:pt x="4689" y="0"/>
                  </a:lnTo>
                  <a:lnTo>
                    <a:pt x="9251" y="367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8" name="Freeform: Shape 2957">
              <a:extLst>
                <a:ext uri="{FF2B5EF4-FFF2-40B4-BE49-F238E27FC236}">
                  <a16:creationId xmlns:a16="http://schemas.microsoft.com/office/drawing/2014/main" id="{589A982D-B54E-4A79-D500-EA6F545FD28B}"/>
                </a:ext>
              </a:extLst>
            </p:cNvPr>
            <p:cNvSpPr/>
            <p:nvPr/>
          </p:nvSpPr>
          <p:spPr>
            <a:xfrm>
              <a:off x="9749798" y="4845779"/>
              <a:ext cx="8491" cy="6716"/>
            </a:xfrm>
            <a:custGeom>
              <a:avLst/>
              <a:gdLst>
                <a:gd name="connsiteX0" fmla="*/ 8491 w 8491"/>
                <a:gd name="connsiteY0" fmla="*/ 3422 h 6716"/>
                <a:gd name="connsiteX1" fmla="*/ 4183 w 8491"/>
                <a:gd name="connsiteY1" fmla="*/ 6717 h 6716"/>
                <a:gd name="connsiteX2" fmla="*/ 0 w 8491"/>
                <a:gd name="connsiteY2" fmla="*/ 3422 h 6716"/>
                <a:gd name="connsiteX3" fmla="*/ 4183 w 8491"/>
                <a:gd name="connsiteY3" fmla="*/ 0 h 6716"/>
                <a:gd name="connsiteX4" fmla="*/ 8491 w 8491"/>
                <a:gd name="connsiteY4" fmla="*/ 3422 h 6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91" h="6716">
                  <a:moveTo>
                    <a:pt x="8491" y="3422"/>
                  </a:moveTo>
                  <a:lnTo>
                    <a:pt x="4183" y="6717"/>
                  </a:lnTo>
                  <a:lnTo>
                    <a:pt x="0" y="3422"/>
                  </a:lnTo>
                  <a:lnTo>
                    <a:pt x="4183" y="0"/>
                  </a:lnTo>
                  <a:lnTo>
                    <a:pt x="8491" y="342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9" name="Freeform: Shape 2958">
              <a:extLst>
                <a:ext uri="{FF2B5EF4-FFF2-40B4-BE49-F238E27FC236}">
                  <a16:creationId xmlns:a16="http://schemas.microsoft.com/office/drawing/2014/main" id="{E690091E-2726-9B09-B9F8-E990A93B2F9F}"/>
                </a:ext>
              </a:extLst>
            </p:cNvPr>
            <p:cNvSpPr/>
            <p:nvPr/>
          </p:nvSpPr>
          <p:spPr>
            <a:xfrm>
              <a:off x="9690486" y="4938803"/>
              <a:ext cx="7224" cy="5702"/>
            </a:xfrm>
            <a:custGeom>
              <a:avLst/>
              <a:gdLst>
                <a:gd name="connsiteX0" fmla="*/ 7224 w 7224"/>
                <a:gd name="connsiteY0" fmla="*/ 2915 h 5702"/>
                <a:gd name="connsiteX1" fmla="*/ 3675 w 7224"/>
                <a:gd name="connsiteY1" fmla="*/ 5703 h 5702"/>
                <a:gd name="connsiteX2" fmla="*/ 0 w 7224"/>
                <a:gd name="connsiteY2" fmla="*/ 2915 h 5702"/>
                <a:gd name="connsiteX3" fmla="*/ 3675 w 7224"/>
                <a:gd name="connsiteY3" fmla="*/ 0 h 5702"/>
                <a:gd name="connsiteX4" fmla="*/ 7224 w 7224"/>
                <a:gd name="connsiteY4" fmla="*/ 2915 h 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24" h="5702">
                  <a:moveTo>
                    <a:pt x="7224" y="2915"/>
                  </a:moveTo>
                  <a:lnTo>
                    <a:pt x="3675" y="5703"/>
                  </a:lnTo>
                  <a:lnTo>
                    <a:pt x="0" y="2915"/>
                  </a:lnTo>
                  <a:lnTo>
                    <a:pt x="3675" y="0"/>
                  </a:lnTo>
                  <a:lnTo>
                    <a:pt x="7224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0" name="Freeform: Shape 2959">
              <a:extLst>
                <a:ext uri="{FF2B5EF4-FFF2-40B4-BE49-F238E27FC236}">
                  <a16:creationId xmlns:a16="http://schemas.microsoft.com/office/drawing/2014/main" id="{8A68C5BE-C47E-281A-71DA-C84FAD26ECF1}"/>
                </a:ext>
              </a:extLst>
            </p:cNvPr>
            <p:cNvSpPr/>
            <p:nvPr/>
          </p:nvSpPr>
          <p:spPr>
            <a:xfrm>
              <a:off x="9627118" y="5030053"/>
              <a:ext cx="6590" cy="5069"/>
            </a:xfrm>
            <a:custGeom>
              <a:avLst/>
              <a:gdLst>
                <a:gd name="connsiteX0" fmla="*/ 6591 w 6590"/>
                <a:gd name="connsiteY0" fmla="*/ 2535 h 5069"/>
                <a:gd name="connsiteX1" fmla="*/ 3295 w 6590"/>
                <a:gd name="connsiteY1" fmla="*/ 5070 h 5069"/>
                <a:gd name="connsiteX2" fmla="*/ 0 w 6590"/>
                <a:gd name="connsiteY2" fmla="*/ 2535 h 5069"/>
                <a:gd name="connsiteX3" fmla="*/ 3295 w 6590"/>
                <a:gd name="connsiteY3" fmla="*/ 0 h 5069"/>
                <a:gd name="connsiteX4" fmla="*/ 6591 w 6590"/>
                <a:gd name="connsiteY4" fmla="*/ 2535 h 5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90" h="5069">
                  <a:moveTo>
                    <a:pt x="6591" y="2535"/>
                  </a:moveTo>
                  <a:lnTo>
                    <a:pt x="3295" y="5070"/>
                  </a:lnTo>
                  <a:lnTo>
                    <a:pt x="0" y="2535"/>
                  </a:lnTo>
                  <a:lnTo>
                    <a:pt x="3295" y="0"/>
                  </a:lnTo>
                  <a:lnTo>
                    <a:pt x="6591" y="253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1" name="Freeform: Shape 2960">
              <a:extLst>
                <a:ext uri="{FF2B5EF4-FFF2-40B4-BE49-F238E27FC236}">
                  <a16:creationId xmlns:a16="http://schemas.microsoft.com/office/drawing/2014/main" id="{15D5C124-3567-F14E-687B-7D466E6E1158}"/>
                </a:ext>
              </a:extLst>
            </p:cNvPr>
            <p:cNvSpPr/>
            <p:nvPr/>
          </p:nvSpPr>
          <p:spPr>
            <a:xfrm>
              <a:off x="9560328" y="5119656"/>
              <a:ext cx="5323" cy="4182"/>
            </a:xfrm>
            <a:custGeom>
              <a:avLst/>
              <a:gdLst>
                <a:gd name="connsiteX0" fmla="*/ 5323 w 5323"/>
                <a:gd name="connsiteY0" fmla="*/ 2155 h 4182"/>
                <a:gd name="connsiteX1" fmla="*/ 2662 w 5323"/>
                <a:gd name="connsiteY1" fmla="*/ 4183 h 4182"/>
                <a:gd name="connsiteX2" fmla="*/ 0 w 5323"/>
                <a:gd name="connsiteY2" fmla="*/ 2155 h 4182"/>
                <a:gd name="connsiteX3" fmla="*/ 2662 w 5323"/>
                <a:gd name="connsiteY3" fmla="*/ 0 h 4182"/>
                <a:gd name="connsiteX4" fmla="*/ 5323 w 5323"/>
                <a:gd name="connsiteY4" fmla="*/ 2155 h 4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23" h="4182">
                  <a:moveTo>
                    <a:pt x="5323" y="2155"/>
                  </a:moveTo>
                  <a:lnTo>
                    <a:pt x="2662" y="4183"/>
                  </a:lnTo>
                  <a:lnTo>
                    <a:pt x="0" y="2155"/>
                  </a:lnTo>
                  <a:lnTo>
                    <a:pt x="2662" y="0"/>
                  </a:lnTo>
                  <a:lnTo>
                    <a:pt x="5323" y="215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2" name="Freeform: Shape 2961">
              <a:extLst>
                <a:ext uri="{FF2B5EF4-FFF2-40B4-BE49-F238E27FC236}">
                  <a16:creationId xmlns:a16="http://schemas.microsoft.com/office/drawing/2014/main" id="{BB13DD01-296B-3252-26D4-6EB5D940F8A6}"/>
                </a:ext>
              </a:extLst>
            </p:cNvPr>
            <p:cNvSpPr/>
            <p:nvPr/>
          </p:nvSpPr>
          <p:spPr>
            <a:xfrm>
              <a:off x="9489356" y="5207103"/>
              <a:ext cx="5322" cy="4182"/>
            </a:xfrm>
            <a:custGeom>
              <a:avLst/>
              <a:gdLst>
                <a:gd name="connsiteX0" fmla="*/ 5323 w 5322"/>
                <a:gd name="connsiteY0" fmla="*/ 2028 h 4182"/>
                <a:gd name="connsiteX1" fmla="*/ 2662 w 5322"/>
                <a:gd name="connsiteY1" fmla="*/ 4183 h 4182"/>
                <a:gd name="connsiteX2" fmla="*/ 0 w 5322"/>
                <a:gd name="connsiteY2" fmla="*/ 2028 h 4182"/>
                <a:gd name="connsiteX3" fmla="*/ 2662 w 5322"/>
                <a:gd name="connsiteY3" fmla="*/ 0 h 4182"/>
                <a:gd name="connsiteX4" fmla="*/ 5323 w 5322"/>
                <a:gd name="connsiteY4" fmla="*/ 2028 h 4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22" h="4182">
                  <a:moveTo>
                    <a:pt x="5323" y="2028"/>
                  </a:moveTo>
                  <a:lnTo>
                    <a:pt x="2662" y="4183"/>
                  </a:lnTo>
                  <a:lnTo>
                    <a:pt x="0" y="2028"/>
                  </a:lnTo>
                  <a:lnTo>
                    <a:pt x="2662" y="0"/>
                  </a:lnTo>
                  <a:lnTo>
                    <a:pt x="5323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3" name="Freeform: Shape 2962">
              <a:extLst>
                <a:ext uri="{FF2B5EF4-FFF2-40B4-BE49-F238E27FC236}">
                  <a16:creationId xmlns:a16="http://schemas.microsoft.com/office/drawing/2014/main" id="{F25D5004-8A42-1577-094E-2BE59F8B6DAE}"/>
                </a:ext>
              </a:extLst>
            </p:cNvPr>
            <p:cNvSpPr/>
            <p:nvPr/>
          </p:nvSpPr>
          <p:spPr>
            <a:xfrm>
              <a:off x="9415342" y="5293030"/>
              <a:ext cx="4055" cy="3295"/>
            </a:xfrm>
            <a:custGeom>
              <a:avLst/>
              <a:gdLst>
                <a:gd name="connsiteX0" fmla="*/ 4056 w 4055"/>
                <a:gd name="connsiteY0" fmla="*/ 1648 h 3295"/>
                <a:gd name="connsiteX1" fmla="*/ 2028 w 4055"/>
                <a:gd name="connsiteY1" fmla="*/ 3295 h 3295"/>
                <a:gd name="connsiteX2" fmla="*/ 0 w 4055"/>
                <a:gd name="connsiteY2" fmla="*/ 1648 h 3295"/>
                <a:gd name="connsiteX3" fmla="*/ 2028 w 4055"/>
                <a:gd name="connsiteY3" fmla="*/ 0 h 3295"/>
                <a:gd name="connsiteX4" fmla="*/ 4056 w 4055"/>
                <a:gd name="connsiteY4" fmla="*/ 1648 h 3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5" h="3295">
                  <a:moveTo>
                    <a:pt x="4056" y="1648"/>
                  </a:moveTo>
                  <a:lnTo>
                    <a:pt x="2028" y="3295"/>
                  </a:lnTo>
                  <a:lnTo>
                    <a:pt x="0" y="1648"/>
                  </a:lnTo>
                  <a:lnTo>
                    <a:pt x="2028" y="0"/>
                  </a:lnTo>
                  <a:lnTo>
                    <a:pt x="4056" y="164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4" name="Freeform: Shape 2963">
              <a:extLst>
                <a:ext uri="{FF2B5EF4-FFF2-40B4-BE49-F238E27FC236}">
                  <a16:creationId xmlns:a16="http://schemas.microsoft.com/office/drawing/2014/main" id="{C8C88153-E1AB-A5E0-F980-334CDEFDA968}"/>
                </a:ext>
              </a:extLst>
            </p:cNvPr>
            <p:cNvSpPr/>
            <p:nvPr/>
          </p:nvSpPr>
          <p:spPr>
            <a:xfrm>
              <a:off x="9337780" y="5377056"/>
              <a:ext cx="2915" cy="2281"/>
            </a:xfrm>
            <a:custGeom>
              <a:avLst/>
              <a:gdLst>
                <a:gd name="connsiteX0" fmla="*/ 2915 w 2915"/>
                <a:gd name="connsiteY0" fmla="*/ 1141 h 2281"/>
                <a:gd name="connsiteX1" fmla="*/ 1521 w 2915"/>
                <a:gd name="connsiteY1" fmla="*/ 2282 h 2281"/>
                <a:gd name="connsiteX2" fmla="*/ 0 w 2915"/>
                <a:gd name="connsiteY2" fmla="*/ 1141 h 2281"/>
                <a:gd name="connsiteX3" fmla="*/ 1521 w 2915"/>
                <a:gd name="connsiteY3" fmla="*/ 0 h 2281"/>
                <a:gd name="connsiteX4" fmla="*/ 2915 w 2915"/>
                <a:gd name="connsiteY4" fmla="*/ 1141 h 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5" h="2281">
                  <a:moveTo>
                    <a:pt x="2915" y="1141"/>
                  </a:moveTo>
                  <a:lnTo>
                    <a:pt x="1521" y="2282"/>
                  </a:lnTo>
                  <a:lnTo>
                    <a:pt x="0" y="1141"/>
                  </a:lnTo>
                  <a:lnTo>
                    <a:pt x="1521" y="0"/>
                  </a:lnTo>
                  <a:lnTo>
                    <a:pt x="2915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5" name="Freeform: Shape 2964">
              <a:extLst>
                <a:ext uri="{FF2B5EF4-FFF2-40B4-BE49-F238E27FC236}">
                  <a16:creationId xmlns:a16="http://schemas.microsoft.com/office/drawing/2014/main" id="{73038CD6-115D-7CE9-19F6-FBD4E4B03DDB}"/>
                </a:ext>
              </a:extLst>
            </p:cNvPr>
            <p:cNvSpPr/>
            <p:nvPr/>
          </p:nvSpPr>
          <p:spPr>
            <a:xfrm>
              <a:off x="9256542" y="5458674"/>
              <a:ext cx="2408" cy="1900"/>
            </a:xfrm>
            <a:custGeom>
              <a:avLst/>
              <a:gdLst>
                <a:gd name="connsiteX0" fmla="*/ 2408 w 2408"/>
                <a:gd name="connsiteY0" fmla="*/ 1014 h 1900"/>
                <a:gd name="connsiteX1" fmla="*/ 1140 w 2408"/>
                <a:gd name="connsiteY1" fmla="*/ 1901 h 1900"/>
                <a:gd name="connsiteX2" fmla="*/ 0 w 2408"/>
                <a:gd name="connsiteY2" fmla="*/ 1014 h 1900"/>
                <a:gd name="connsiteX3" fmla="*/ 1140 w 2408"/>
                <a:gd name="connsiteY3" fmla="*/ 0 h 1900"/>
                <a:gd name="connsiteX4" fmla="*/ 2408 w 2408"/>
                <a:gd name="connsiteY4" fmla="*/ 1014 h 1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8" h="1900">
                  <a:moveTo>
                    <a:pt x="2408" y="1014"/>
                  </a:moveTo>
                  <a:lnTo>
                    <a:pt x="1140" y="1901"/>
                  </a:lnTo>
                  <a:lnTo>
                    <a:pt x="0" y="1014"/>
                  </a:lnTo>
                  <a:lnTo>
                    <a:pt x="1140" y="0"/>
                  </a:lnTo>
                  <a:lnTo>
                    <a:pt x="2408" y="101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6" name="Freeform: Shape 2965">
              <a:extLst>
                <a:ext uri="{FF2B5EF4-FFF2-40B4-BE49-F238E27FC236}">
                  <a16:creationId xmlns:a16="http://schemas.microsoft.com/office/drawing/2014/main" id="{34662EC9-0B3E-5C96-AA6B-F6DA88B7B4DF}"/>
                </a:ext>
              </a:extLst>
            </p:cNvPr>
            <p:cNvSpPr/>
            <p:nvPr/>
          </p:nvSpPr>
          <p:spPr>
            <a:xfrm>
              <a:off x="9172262" y="5538391"/>
              <a:ext cx="1394" cy="1140"/>
            </a:xfrm>
            <a:custGeom>
              <a:avLst/>
              <a:gdLst>
                <a:gd name="connsiteX0" fmla="*/ 1395 w 1394"/>
                <a:gd name="connsiteY0" fmla="*/ 507 h 1140"/>
                <a:gd name="connsiteX1" fmla="*/ 634 w 1394"/>
                <a:gd name="connsiteY1" fmla="*/ 1141 h 1140"/>
                <a:gd name="connsiteX2" fmla="*/ 0 w 1394"/>
                <a:gd name="connsiteY2" fmla="*/ 507 h 1140"/>
                <a:gd name="connsiteX3" fmla="*/ 634 w 1394"/>
                <a:gd name="connsiteY3" fmla="*/ 0 h 1140"/>
                <a:gd name="connsiteX4" fmla="*/ 1395 w 1394"/>
                <a:gd name="connsiteY4" fmla="*/ 507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" h="1140">
                  <a:moveTo>
                    <a:pt x="1395" y="507"/>
                  </a:moveTo>
                  <a:lnTo>
                    <a:pt x="634" y="1141"/>
                  </a:lnTo>
                  <a:lnTo>
                    <a:pt x="0" y="507"/>
                  </a:lnTo>
                  <a:lnTo>
                    <a:pt x="634" y="0"/>
                  </a:lnTo>
                  <a:lnTo>
                    <a:pt x="1395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7" name="Freeform: Shape 2966">
              <a:extLst>
                <a:ext uri="{FF2B5EF4-FFF2-40B4-BE49-F238E27FC236}">
                  <a16:creationId xmlns:a16="http://schemas.microsoft.com/office/drawing/2014/main" id="{92B1A204-8BE3-361C-14AF-CF299666B198}"/>
                </a:ext>
              </a:extLst>
            </p:cNvPr>
            <p:cNvSpPr/>
            <p:nvPr/>
          </p:nvSpPr>
          <p:spPr>
            <a:xfrm>
              <a:off x="9084688" y="5615827"/>
              <a:ext cx="379" cy="253"/>
            </a:xfrm>
            <a:custGeom>
              <a:avLst/>
              <a:gdLst>
                <a:gd name="connsiteX0" fmla="*/ 380 w 379"/>
                <a:gd name="connsiteY0" fmla="*/ 127 h 253"/>
                <a:gd name="connsiteX1" fmla="*/ 127 w 379"/>
                <a:gd name="connsiteY1" fmla="*/ 254 h 253"/>
                <a:gd name="connsiteX2" fmla="*/ 0 w 379"/>
                <a:gd name="connsiteY2" fmla="*/ 127 h 253"/>
                <a:gd name="connsiteX3" fmla="*/ 127 w 379"/>
                <a:gd name="connsiteY3" fmla="*/ 0 h 253"/>
                <a:gd name="connsiteX4" fmla="*/ 380 w 379"/>
                <a:gd name="connsiteY4" fmla="*/ 127 h 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" h="253">
                  <a:moveTo>
                    <a:pt x="380" y="127"/>
                  </a:moveTo>
                  <a:lnTo>
                    <a:pt x="127" y="254"/>
                  </a:lnTo>
                  <a:lnTo>
                    <a:pt x="0" y="127"/>
                  </a:lnTo>
                  <a:lnTo>
                    <a:pt x="127" y="0"/>
                  </a:lnTo>
                  <a:lnTo>
                    <a:pt x="380" y="12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8" name="Freeform: Shape 2967">
              <a:extLst>
                <a:ext uri="{FF2B5EF4-FFF2-40B4-BE49-F238E27FC236}">
                  <a16:creationId xmlns:a16="http://schemas.microsoft.com/office/drawing/2014/main" id="{E3BBC705-683F-8FB6-795E-77661ADFD89F}"/>
                </a:ext>
              </a:extLst>
            </p:cNvPr>
            <p:cNvSpPr/>
            <p:nvPr/>
          </p:nvSpPr>
          <p:spPr>
            <a:xfrm>
              <a:off x="8993438" y="5690601"/>
              <a:ext cx="380" cy="253"/>
            </a:xfrm>
            <a:custGeom>
              <a:avLst/>
              <a:gdLst>
                <a:gd name="connsiteX0" fmla="*/ 381 w 380"/>
                <a:gd name="connsiteY0" fmla="*/ 126 h 253"/>
                <a:gd name="connsiteX1" fmla="*/ 254 w 380"/>
                <a:gd name="connsiteY1" fmla="*/ 253 h 253"/>
                <a:gd name="connsiteX2" fmla="*/ 0 w 380"/>
                <a:gd name="connsiteY2" fmla="*/ 126 h 253"/>
                <a:gd name="connsiteX3" fmla="*/ 254 w 380"/>
                <a:gd name="connsiteY3" fmla="*/ 0 h 253"/>
                <a:gd name="connsiteX4" fmla="*/ 381 w 380"/>
                <a:gd name="connsiteY4" fmla="*/ 126 h 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" h="253">
                  <a:moveTo>
                    <a:pt x="381" y="126"/>
                  </a:moveTo>
                  <a:lnTo>
                    <a:pt x="254" y="253"/>
                  </a:lnTo>
                  <a:lnTo>
                    <a:pt x="0" y="126"/>
                  </a:lnTo>
                  <a:lnTo>
                    <a:pt x="254" y="0"/>
                  </a:lnTo>
                  <a:lnTo>
                    <a:pt x="381" y="12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9" name="Freeform: Shape 2968">
              <a:extLst>
                <a:ext uri="{FF2B5EF4-FFF2-40B4-BE49-F238E27FC236}">
                  <a16:creationId xmlns:a16="http://schemas.microsoft.com/office/drawing/2014/main" id="{3CCF1537-0FEA-5331-1BC5-514491564F4E}"/>
                </a:ext>
              </a:extLst>
            </p:cNvPr>
            <p:cNvSpPr/>
            <p:nvPr/>
          </p:nvSpPr>
          <p:spPr>
            <a:xfrm>
              <a:off x="8899147" y="5762840"/>
              <a:ext cx="633" cy="380"/>
            </a:xfrm>
            <a:custGeom>
              <a:avLst/>
              <a:gdLst>
                <a:gd name="connsiteX0" fmla="*/ 634 w 633"/>
                <a:gd name="connsiteY0" fmla="*/ 254 h 380"/>
                <a:gd name="connsiteX1" fmla="*/ 381 w 633"/>
                <a:gd name="connsiteY1" fmla="*/ 380 h 380"/>
                <a:gd name="connsiteX2" fmla="*/ 0 w 633"/>
                <a:gd name="connsiteY2" fmla="*/ 254 h 380"/>
                <a:gd name="connsiteX3" fmla="*/ 381 w 633"/>
                <a:gd name="connsiteY3" fmla="*/ 0 h 380"/>
                <a:gd name="connsiteX4" fmla="*/ 634 w 633"/>
                <a:gd name="connsiteY4" fmla="*/ 254 h 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" h="380">
                  <a:moveTo>
                    <a:pt x="634" y="254"/>
                  </a:moveTo>
                  <a:lnTo>
                    <a:pt x="381" y="380"/>
                  </a:lnTo>
                  <a:lnTo>
                    <a:pt x="0" y="254"/>
                  </a:lnTo>
                  <a:lnTo>
                    <a:pt x="381" y="0"/>
                  </a:lnTo>
                  <a:lnTo>
                    <a:pt x="634" y="2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0" name="Freeform: Shape 2969">
              <a:extLst>
                <a:ext uri="{FF2B5EF4-FFF2-40B4-BE49-F238E27FC236}">
                  <a16:creationId xmlns:a16="http://schemas.microsoft.com/office/drawing/2014/main" id="{E2E1C2B0-D8EA-ACAE-3D1B-D3CFAD78ABDC}"/>
                </a:ext>
              </a:extLst>
            </p:cNvPr>
            <p:cNvSpPr/>
            <p:nvPr/>
          </p:nvSpPr>
          <p:spPr>
            <a:xfrm>
              <a:off x="8801307" y="5832038"/>
              <a:ext cx="2154" cy="1647"/>
            </a:xfrm>
            <a:custGeom>
              <a:avLst/>
              <a:gdLst>
                <a:gd name="connsiteX0" fmla="*/ 2154 w 2154"/>
                <a:gd name="connsiteY0" fmla="*/ 887 h 1647"/>
                <a:gd name="connsiteX1" fmla="*/ 1013 w 2154"/>
                <a:gd name="connsiteY1" fmla="*/ 1648 h 1647"/>
                <a:gd name="connsiteX2" fmla="*/ 0 w 2154"/>
                <a:gd name="connsiteY2" fmla="*/ 887 h 1647"/>
                <a:gd name="connsiteX3" fmla="*/ 1013 w 2154"/>
                <a:gd name="connsiteY3" fmla="*/ 0 h 1647"/>
                <a:gd name="connsiteX4" fmla="*/ 2154 w 2154"/>
                <a:gd name="connsiteY4" fmla="*/ 887 h 1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4" h="1647">
                  <a:moveTo>
                    <a:pt x="2154" y="887"/>
                  </a:moveTo>
                  <a:lnTo>
                    <a:pt x="1013" y="1648"/>
                  </a:lnTo>
                  <a:lnTo>
                    <a:pt x="0" y="887"/>
                  </a:lnTo>
                  <a:lnTo>
                    <a:pt x="1013" y="0"/>
                  </a:lnTo>
                  <a:lnTo>
                    <a:pt x="2154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1" name="Freeform: Shape 2970">
              <a:extLst>
                <a:ext uri="{FF2B5EF4-FFF2-40B4-BE49-F238E27FC236}">
                  <a16:creationId xmlns:a16="http://schemas.microsoft.com/office/drawing/2014/main" id="{B2A10A7A-F3EE-28B8-1852-6F5AFAFECF1C}"/>
                </a:ext>
              </a:extLst>
            </p:cNvPr>
            <p:cNvSpPr/>
            <p:nvPr/>
          </p:nvSpPr>
          <p:spPr>
            <a:xfrm>
              <a:off x="8700931" y="5898955"/>
              <a:ext cx="2915" cy="2407"/>
            </a:xfrm>
            <a:custGeom>
              <a:avLst/>
              <a:gdLst>
                <a:gd name="connsiteX0" fmla="*/ 2915 w 2915"/>
                <a:gd name="connsiteY0" fmla="*/ 1141 h 2407"/>
                <a:gd name="connsiteX1" fmla="*/ 1521 w 2915"/>
                <a:gd name="connsiteY1" fmla="*/ 2408 h 2407"/>
                <a:gd name="connsiteX2" fmla="*/ 0 w 2915"/>
                <a:gd name="connsiteY2" fmla="*/ 1141 h 2407"/>
                <a:gd name="connsiteX3" fmla="*/ 1521 w 2915"/>
                <a:gd name="connsiteY3" fmla="*/ 0 h 2407"/>
                <a:gd name="connsiteX4" fmla="*/ 2915 w 2915"/>
                <a:gd name="connsiteY4" fmla="*/ 1141 h 2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5" h="2407">
                  <a:moveTo>
                    <a:pt x="2915" y="1141"/>
                  </a:moveTo>
                  <a:lnTo>
                    <a:pt x="1521" y="2408"/>
                  </a:lnTo>
                  <a:lnTo>
                    <a:pt x="0" y="1141"/>
                  </a:lnTo>
                  <a:lnTo>
                    <a:pt x="1521" y="0"/>
                  </a:lnTo>
                  <a:lnTo>
                    <a:pt x="2915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2" name="Freeform: Shape 2971">
              <a:extLst>
                <a:ext uri="{FF2B5EF4-FFF2-40B4-BE49-F238E27FC236}">
                  <a16:creationId xmlns:a16="http://schemas.microsoft.com/office/drawing/2014/main" id="{F126D98A-F7EC-B207-84B7-A2C761363371}"/>
                </a:ext>
              </a:extLst>
            </p:cNvPr>
            <p:cNvSpPr/>
            <p:nvPr/>
          </p:nvSpPr>
          <p:spPr>
            <a:xfrm>
              <a:off x="8597515" y="5963084"/>
              <a:ext cx="4308" cy="3421"/>
            </a:xfrm>
            <a:custGeom>
              <a:avLst/>
              <a:gdLst>
                <a:gd name="connsiteX0" fmla="*/ 4309 w 4308"/>
                <a:gd name="connsiteY0" fmla="*/ 1774 h 3421"/>
                <a:gd name="connsiteX1" fmla="*/ 2154 w 4308"/>
                <a:gd name="connsiteY1" fmla="*/ 3422 h 3421"/>
                <a:gd name="connsiteX2" fmla="*/ 0 w 4308"/>
                <a:gd name="connsiteY2" fmla="*/ 1774 h 3421"/>
                <a:gd name="connsiteX3" fmla="*/ 2154 w 4308"/>
                <a:gd name="connsiteY3" fmla="*/ 0 h 3421"/>
                <a:gd name="connsiteX4" fmla="*/ 4309 w 4308"/>
                <a:gd name="connsiteY4" fmla="*/ 1774 h 3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8" h="3421">
                  <a:moveTo>
                    <a:pt x="4309" y="1774"/>
                  </a:moveTo>
                  <a:lnTo>
                    <a:pt x="2154" y="3422"/>
                  </a:lnTo>
                  <a:lnTo>
                    <a:pt x="0" y="1774"/>
                  </a:lnTo>
                  <a:lnTo>
                    <a:pt x="2154" y="0"/>
                  </a:lnTo>
                  <a:lnTo>
                    <a:pt x="4309" y="177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3" name="Freeform: Shape 2972">
              <a:extLst>
                <a:ext uri="{FF2B5EF4-FFF2-40B4-BE49-F238E27FC236}">
                  <a16:creationId xmlns:a16="http://schemas.microsoft.com/office/drawing/2014/main" id="{8D4BD207-C78A-DC33-28AB-262931B8B2C6}"/>
                </a:ext>
              </a:extLst>
            </p:cNvPr>
            <p:cNvSpPr/>
            <p:nvPr/>
          </p:nvSpPr>
          <p:spPr>
            <a:xfrm>
              <a:off x="8491817" y="6024677"/>
              <a:ext cx="5069" cy="4055"/>
            </a:xfrm>
            <a:custGeom>
              <a:avLst/>
              <a:gdLst>
                <a:gd name="connsiteX0" fmla="*/ 5070 w 5069"/>
                <a:gd name="connsiteY0" fmla="*/ 2028 h 4055"/>
                <a:gd name="connsiteX1" fmla="*/ 2535 w 5069"/>
                <a:gd name="connsiteY1" fmla="*/ 4056 h 4055"/>
                <a:gd name="connsiteX2" fmla="*/ 0 w 5069"/>
                <a:gd name="connsiteY2" fmla="*/ 2028 h 4055"/>
                <a:gd name="connsiteX3" fmla="*/ 2535 w 5069"/>
                <a:gd name="connsiteY3" fmla="*/ 0 h 4055"/>
                <a:gd name="connsiteX4" fmla="*/ 5070 w 5069"/>
                <a:gd name="connsiteY4" fmla="*/ 2028 h 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9" h="4055">
                  <a:moveTo>
                    <a:pt x="5070" y="2028"/>
                  </a:moveTo>
                  <a:lnTo>
                    <a:pt x="2535" y="4056"/>
                  </a:lnTo>
                  <a:lnTo>
                    <a:pt x="0" y="2028"/>
                  </a:lnTo>
                  <a:lnTo>
                    <a:pt x="2535" y="0"/>
                  </a:lnTo>
                  <a:lnTo>
                    <a:pt x="5070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4" name="Freeform: Shape 2973">
              <a:extLst>
                <a:ext uri="{FF2B5EF4-FFF2-40B4-BE49-F238E27FC236}">
                  <a16:creationId xmlns:a16="http://schemas.microsoft.com/office/drawing/2014/main" id="{33F09D93-65B0-4994-13AB-D0984701B961}"/>
                </a:ext>
              </a:extLst>
            </p:cNvPr>
            <p:cNvSpPr/>
            <p:nvPr/>
          </p:nvSpPr>
          <p:spPr>
            <a:xfrm>
              <a:off x="8383712" y="6083736"/>
              <a:ext cx="5703" cy="4435"/>
            </a:xfrm>
            <a:custGeom>
              <a:avLst/>
              <a:gdLst>
                <a:gd name="connsiteX0" fmla="*/ 5703 w 5703"/>
                <a:gd name="connsiteY0" fmla="*/ 2281 h 4435"/>
                <a:gd name="connsiteX1" fmla="*/ 2915 w 5703"/>
                <a:gd name="connsiteY1" fmla="*/ 4436 h 4435"/>
                <a:gd name="connsiteX2" fmla="*/ 0 w 5703"/>
                <a:gd name="connsiteY2" fmla="*/ 2281 h 4435"/>
                <a:gd name="connsiteX3" fmla="*/ 2915 w 5703"/>
                <a:gd name="connsiteY3" fmla="*/ 0 h 4435"/>
                <a:gd name="connsiteX4" fmla="*/ 5703 w 5703"/>
                <a:gd name="connsiteY4" fmla="*/ 2281 h 4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03" h="4435">
                  <a:moveTo>
                    <a:pt x="5703" y="2281"/>
                  </a:moveTo>
                  <a:lnTo>
                    <a:pt x="2915" y="4436"/>
                  </a:lnTo>
                  <a:lnTo>
                    <a:pt x="0" y="2281"/>
                  </a:lnTo>
                  <a:lnTo>
                    <a:pt x="2915" y="0"/>
                  </a:lnTo>
                  <a:lnTo>
                    <a:pt x="5703" y="22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5" name="Freeform: Shape 2974">
              <a:extLst>
                <a:ext uri="{FF2B5EF4-FFF2-40B4-BE49-F238E27FC236}">
                  <a16:creationId xmlns:a16="http://schemas.microsoft.com/office/drawing/2014/main" id="{53769F42-B5EA-1888-65A5-4B47F30B70B9}"/>
                </a:ext>
              </a:extLst>
            </p:cNvPr>
            <p:cNvSpPr/>
            <p:nvPr/>
          </p:nvSpPr>
          <p:spPr>
            <a:xfrm>
              <a:off x="8272691" y="6139373"/>
              <a:ext cx="7350" cy="5830"/>
            </a:xfrm>
            <a:custGeom>
              <a:avLst/>
              <a:gdLst>
                <a:gd name="connsiteX0" fmla="*/ 7351 w 7350"/>
                <a:gd name="connsiteY0" fmla="*/ 2915 h 5830"/>
                <a:gd name="connsiteX1" fmla="*/ 3675 w 7350"/>
                <a:gd name="connsiteY1" fmla="*/ 5830 h 5830"/>
                <a:gd name="connsiteX2" fmla="*/ 0 w 7350"/>
                <a:gd name="connsiteY2" fmla="*/ 2915 h 5830"/>
                <a:gd name="connsiteX3" fmla="*/ 3675 w 7350"/>
                <a:gd name="connsiteY3" fmla="*/ 0 h 5830"/>
                <a:gd name="connsiteX4" fmla="*/ 7351 w 7350"/>
                <a:gd name="connsiteY4" fmla="*/ 2915 h 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0" h="5830">
                  <a:moveTo>
                    <a:pt x="7351" y="2915"/>
                  </a:moveTo>
                  <a:lnTo>
                    <a:pt x="3675" y="5830"/>
                  </a:lnTo>
                  <a:lnTo>
                    <a:pt x="0" y="2915"/>
                  </a:lnTo>
                  <a:lnTo>
                    <a:pt x="3675" y="0"/>
                  </a:lnTo>
                  <a:lnTo>
                    <a:pt x="7351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6" name="Freeform: Shape 2975">
              <a:extLst>
                <a:ext uri="{FF2B5EF4-FFF2-40B4-BE49-F238E27FC236}">
                  <a16:creationId xmlns:a16="http://schemas.microsoft.com/office/drawing/2014/main" id="{3D348F5C-6B2F-90FF-E1BE-8192B36D4411}"/>
                </a:ext>
              </a:extLst>
            </p:cNvPr>
            <p:cNvSpPr/>
            <p:nvPr/>
          </p:nvSpPr>
          <p:spPr>
            <a:xfrm>
              <a:off x="8159895" y="6192602"/>
              <a:ext cx="8111" cy="6336"/>
            </a:xfrm>
            <a:custGeom>
              <a:avLst/>
              <a:gdLst>
                <a:gd name="connsiteX0" fmla="*/ 8111 w 8111"/>
                <a:gd name="connsiteY0" fmla="*/ 3168 h 6336"/>
                <a:gd name="connsiteX1" fmla="*/ 4056 w 8111"/>
                <a:gd name="connsiteY1" fmla="*/ 6337 h 6336"/>
                <a:gd name="connsiteX2" fmla="*/ 0 w 8111"/>
                <a:gd name="connsiteY2" fmla="*/ 3168 h 6336"/>
                <a:gd name="connsiteX3" fmla="*/ 4056 w 8111"/>
                <a:gd name="connsiteY3" fmla="*/ 0 h 6336"/>
                <a:gd name="connsiteX4" fmla="*/ 8111 w 8111"/>
                <a:gd name="connsiteY4" fmla="*/ 3168 h 6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11" h="6336">
                  <a:moveTo>
                    <a:pt x="8111" y="3168"/>
                  </a:moveTo>
                  <a:lnTo>
                    <a:pt x="4056" y="6337"/>
                  </a:lnTo>
                  <a:lnTo>
                    <a:pt x="0" y="3168"/>
                  </a:lnTo>
                  <a:lnTo>
                    <a:pt x="4056" y="0"/>
                  </a:lnTo>
                  <a:lnTo>
                    <a:pt x="8111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7" name="Freeform: Shape 2976">
              <a:extLst>
                <a:ext uri="{FF2B5EF4-FFF2-40B4-BE49-F238E27FC236}">
                  <a16:creationId xmlns:a16="http://schemas.microsoft.com/office/drawing/2014/main" id="{69809A63-C0C0-AD06-4D26-AF083A7B7B27}"/>
                </a:ext>
              </a:extLst>
            </p:cNvPr>
            <p:cNvSpPr/>
            <p:nvPr/>
          </p:nvSpPr>
          <p:spPr>
            <a:xfrm>
              <a:off x="8044566" y="6242536"/>
              <a:ext cx="9378" cy="7477"/>
            </a:xfrm>
            <a:custGeom>
              <a:avLst/>
              <a:gdLst>
                <a:gd name="connsiteX0" fmla="*/ 9378 w 9378"/>
                <a:gd name="connsiteY0" fmla="*/ 3802 h 7477"/>
                <a:gd name="connsiteX1" fmla="*/ 4689 w 9378"/>
                <a:gd name="connsiteY1" fmla="*/ 7477 h 7477"/>
                <a:gd name="connsiteX2" fmla="*/ 0 w 9378"/>
                <a:gd name="connsiteY2" fmla="*/ 3802 h 7477"/>
                <a:gd name="connsiteX3" fmla="*/ 4689 w 9378"/>
                <a:gd name="connsiteY3" fmla="*/ 0 h 7477"/>
                <a:gd name="connsiteX4" fmla="*/ 9378 w 9378"/>
                <a:gd name="connsiteY4" fmla="*/ 3802 h 7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78" h="7477">
                  <a:moveTo>
                    <a:pt x="9378" y="3802"/>
                  </a:moveTo>
                  <a:lnTo>
                    <a:pt x="4689" y="7477"/>
                  </a:lnTo>
                  <a:lnTo>
                    <a:pt x="0" y="3802"/>
                  </a:lnTo>
                  <a:lnTo>
                    <a:pt x="4689" y="0"/>
                  </a:lnTo>
                  <a:lnTo>
                    <a:pt x="9378" y="380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8" name="Freeform: Shape 2977">
              <a:extLst>
                <a:ext uri="{FF2B5EF4-FFF2-40B4-BE49-F238E27FC236}">
                  <a16:creationId xmlns:a16="http://schemas.microsoft.com/office/drawing/2014/main" id="{09E7F325-AA6B-66C9-8B09-8C599CA064BF}"/>
                </a:ext>
              </a:extLst>
            </p:cNvPr>
            <p:cNvSpPr/>
            <p:nvPr/>
          </p:nvSpPr>
          <p:spPr>
            <a:xfrm>
              <a:off x="7927589" y="6289682"/>
              <a:ext cx="10265" cy="8110"/>
            </a:xfrm>
            <a:custGeom>
              <a:avLst/>
              <a:gdLst>
                <a:gd name="connsiteX0" fmla="*/ 10266 w 10265"/>
                <a:gd name="connsiteY0" fmla="*/ 4056 h 8110"/>
                <a:gd name="connsiteX1" fmla="*/ 5069 w 10265"/>
                <a:gd name="connsiteY1" fmla="*/ 8111 h 8110"/>
                <a:gd name="connsiteX2" fmla="*/ 0 w 10265"/>
                <a:gd name="connsiteY2" fmla="*/ 4056 h 8110"/>
                <a:gd name="connsiteX3" fmla="*/ 5069 w 10265"/>
                <a:gd name="connsiteY3" fmla="*/ 0 h 8110"/>
                <a:gd name="connsiteX4" fmla="*/ 10266 w 10265"/>
                <a:gd name="connsiteY4" fmla="*/ 4056 h 8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5" h="8110">
                  <a:moveTo>
                    <a:pt x="10266" y="4056"/>
                  </a:moveTo>
                  <a:lnTo>
                    <a:pt x="5069" y="8111"/>
                  </a:lnTo>
                  <a:lnTo>
                    <a:pt x="0" y="4056"/>
                  </a:lnTo>
                  <a:lnTo>
                    <a:pt x="5069" y="0"/>
                  </a:lnTo>
                  <a:lnTo>
                    <a:pt x="10266" y="405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9" name="Freeform: Shape 2978">
              <a:extLst>
                <a:ext uri="{FF2B5EF4-FFF2-40B4-BE49-F238E27FC236}">
                  <a16:creationId xmlns:a16="http://schemas.microsoft.com/office/drawing/2014/main" id="{1B2063CF-AE43-9AB4-B6D8-6138C92E41B3}"/>
                </a:ext>
              </a:extLst>
            </p:cNvPr>
            <p:cNvSpPr/>
            <p:nvPr/>
          </p:nvSpPr>
          <p:spPr>
            <a:xfrm>
              <a:off x="7808457" y="6333659"/>
              <a:ext cx="11533" cy="9125"/>
            </a:xfrm>
            <a:custGeom>
              <a:avLst/>
              <a:gdLst>
                <a:gd name="connsiteX0" fmla="*/ 11533 w 11533"/>
                <a:gd name="connsiteY0" fmla="*/ 4562 h 9125"/>
                <a:gd name="connsiteX1" fmla="*/ 5703 w 11533"/>
                <a:gd name="connsiteY1" fmla="*/ 9125 h 9125"/>
                <a:gd name="connsiteX2" fmla="*/ 0 w 11533"/>
                <a:gd name="connsiteY2" fmla="*/ 4562 h 9125"/>
                <a:gd name="connsiteX3" fmla="*/ 5703 w 11533"/>
                <a:gd name="connsiteY3" fmla="*/ 0 h 9125"/>
                <a:gd name="connsiteX4" fmla="*/ 11533 w 11533"/>
                <a:gd name="connsiteY4" fmla="*/ 4562 h 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33" h="9125">
                  <a:moveTo>
                    <a:pt x="11533" y="4562"/>
                  </a:moveTo>
                  <a:lnTo>
                    <a:pt x="5703" y="9125"/>
                  </a:lnTo>
                  <a:lnTo>
                    <a:pt x="0" y="4562"/>
                  </a:lnTo>
                  <a:lnTo>
                    <a:pt x="5703" y="0"/>
                  </a:lnTo>
                  <a:lnTo>
                    <a:pt x="11533" y="456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0" name="Freeform: Shape 2979">
              <a:extLst>
                <a:ext uri="{FF2B5EF4-FFF2-40B4-BE49-F238E27FC236}">
                  <a16:creationId xmlns:a16="http://schemas.microsoft.com/office/drawing/2014/main" id="{8E2BD408-0CE3-5156-6CFE-947B4AB43BCE}"/>
                </a:ext>
              </a:extLst>
            </p:cNvPr>
            <p:cNvSpPr/>
            <p:nvPr/>
          </p:nvSpPr>
          <p:spPr>
            <a:xfrm>
              <a:off x="7687678" y="6374722"/>
              <a:ext cx="12419" cy="9758"/>
            </a:xfrm>
            <a:custGeom>
              <a:avLst/>
              <a:gdLst>
                <a:gd name="connsiteX0" fmla="*/ 12420 w 12419"/>
                <a:gd name="connsiteY0" fmla="*/ 4816 h 9758"/>
                <a:gd name="connsiteX1" fmla="*/ 6210 w 12419"/>
                <a:gd name="connsiteY1" fmla="*/ 9759 h 9758"/>
                <a:gd name="connsiteX2" fmla="*/ 0 w 12419"/>
                <a:gd name="connsiteY2" fmla="*/ 4816 h 9758"/>
                <a:gd name="connsiteX3" fmla="*/ 6210 w 12419"/>
                <a:gd name="connsiteY3" fmla="*/ 0 h 9758"/>
                <a:gd name="connsiteX4" fmla="*/ 12420 w 12419"/>
                <a:gd name="connsiteY4" fmla="*/ 4816 h 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19" h="9758">
                  <a:moveTo>
                    <a:pt x="12420" y="4816"/>
                  </a:moveTo>
                  <a:lnTo>
                    <a:pt x="6210" y="9759"/>
                  </a:lnTo>
                  <a:lnTo>
                    <a:pt x="0" y="4816"/>
                  </a:lnTo>
                  <a:lnTo>
                    <a:pt x="6210" y="0"/>
                  </a:lnTo>
                  <a:lnTo>
                    <a:pt x="12420" y="481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1" name="Freeform: Shape 2980">
              <a:extLst>
                <a:ext uri="{FF2B5EF4-FFF2-40B4-BE49-F238E27FC236}">
                  <a16:creationId xmlns:a16="http://schemas.microsoft.com/office/drawing/2014/main" id="{0D1657D5-AD40-AFF0-3798-5CD988BCEBB5}"/>
                </a:ext>
              </a:extLst>
            </p:cNvPr>
            <p:cNvSpPr/>
            <p:nvPr/>
          </p:nvSpPr>
          <p:spPr>
            <a:xfrm>
              <a:off x="7565124" y="6412362"/>
              <a:ext cx="13687" cy="10899"/>
            </a:xfrm>
            <a:custGeom>
              <a:avLst/>
              <a:gdLst>
                <a:gd name="connsiteX0" fmla="*/ 13688 w 13687"/>
                <a:gd name="connsiteY0" fmla="*/ 5450 h 10899"/>
                <a:gd name="connsiteX1" fmla="*/ 6844 w 13687"/>
                <a:gd name="connsiteY1" fmla="*/ 10899 h 10899"/>
                <a:gd name="connsiteX2" fmla="*/ 0 w 13687"/>
                <a:gd name="connsiteY2" fmla="*/ 5450 h 10899"/>
                <a:gd name="connsiteX3" fmla="*/ 6844 w 13687"/>
                <a:gd name="connsiteY3" fmla="*/ 0 h 10899"/>
                <a:gd name="connsiteX4" fmla="*/ 13688 w 13687"/>
                <a:gd name="connsiteY4" fmla="*/ 5450 h 10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87" h="10899">
                  <a:moveTo>
                    <a:pt x="13688" y="5450"/>
                  </a:moveTo>
                  <a:cubicBezTo>
                    <a:pt x="13688" y="8491"/>
                    <a:pt x="10646" y="10899"/>
                    <a:pt x="6844" y="10899"/>
                  </a:cubicBezTo>
                  <a:cubicBezTo>
                    <a:pt x="3042" y="10899"/>
                    <a:pt x="0" y="8491"/>
                    <a:pt x="0" y="5450"/>
                  </a:cubicBezTo>
                  <a:cubicBezTo>
                    <a:pt x="0" y="2408"/>
                    <a:pt x="3168" y="0"/>
                    <a:pt x="6844" y="0"/>
                  </a:cubicBezTo>
                  <a:cubicBezTo>
                    <a:pt x="10519" y="0"/>
                    <a:pt x="13688" y="2408"/>
                    <a:pt x="13688" y="545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2" name="Freeform: Shape 2981">
              <a:extLst>
                <a:ext uri="{FF2B5EF4-FFF2-40B4-BE49-F238E27FC236}">
                  <a16:creationId xmlns:a16="http://schemas.microsoft.com/office/drawing/2014/main" id="{9FFF89B8-9AB9-2657-4749-C17BD0D8AECF}"/>
                </a:ext>
              </a:extLst>
            </p:cNvPr>
            <p:cNvSpPr/>
            <p:nvPr/>
          </p:nvSpPr>
          <p:spPr>
            <a:xfrm>
              <a:off x="7441176" y="6447088"/>
              <a:ext cx="14574" cy="11659"/>
            </a:xfrm>
            <a:custGeom>
              <a:avLst/>
              <a:gdLst>
                <a:gd name="connsiteX0" fmla="*/ 14574 w 14574"/>
                <a:gd name="connsiteY0" fmla="*/ 5830 h 11659"/>
                <a:gd name="connsiteX1" fmla="*/ 7224 w 14574"/>
                <a:gd name="connsiteY1" fmla="*/ 11659 h 11659"/>
                <a:gd name="connsiteX2" fmla="*/ 0 w 14574"/>
                <a:gd name="connsiteY2" fmla="*/ 5830 h 11659"/>
                <a:gd name="connsiteX3" fmla="*/ 7224 w 14574"/>
                <a:gd name="connsiteY3" fmla="*/ 0 h 11659"/>
                <a:gd name="connsiteX4" fmla="*/ 14574 w 14574"/>
                <a:gd name="connsiteY4" fmla="*/ 5830 h 11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574" h="11659">
                  <a:moveTo>
                    <a:pt x="14574" y="5830"/>
                  </a:moveTo>
                  <a:cubicBezTo>
                    <a:pt x="14574" y="8998"/>
                    <a:pt x="11280" y="11659"/>
                    <a:pt x="7224" y="11659"/>
                  </a:cubicBezTo>
                  <a:cubicBezTo>
                    <a:pt x="3168" y="11659"/>
                    <a:pt x="0" y="9125"/>
                    <a:pt x="0" y="5830"/>
                  </a:cubicBezTo>
                  <a:cubicBezTo>
                    <a:pt x="0" y="2534"/>
                    <a:pt x="3295" y="0"/>
                    <a:pt x="7224" y="0"/>
                  </a:cubicBezTo>
                  <a:cubicBezTo>
                    <a:pt x="11153" y="0"/>
                    <a:pt x="14574" y="2534"/>
                    <a:pt x="14574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3" name="Freeform: Shape 2982">
              <a:extLst>
                <a:ext uri="{FF2B5EF4-FFF2-40B4-BE49-F238E27FC236}">
                  <a16:creationId xmlns:a16="http://schemas.microsoft.com/office/drawing/2014/main" id="{A5A5DF08-8874-EB97-A955-9FFE6660FBED}"/>
                </a:ext>
              </a:extLst>
            </p:cNvPr>
            <p:cNvSpPr/>
            <p:nvPr/>
          </p:nvSpPr>
          <p:spPr>
            <a:xfrm>
              <a:off x="7315961" y="6478645"/>
              <a:ext cx="15334" cy="12166"/>
            </a:xfrm>
            <a:custGeom>
              <a:avLst/>
              <a:gdLst>
                <a:gd name="connsiteX0" fmla="*/ 15335 w 15334"/>
                <a:gd name="connsiteY0" fmla="*/ 6083 h 12166"/>
                <a:gd name="connsiteX1" fmla="*/ 7731 w 15334"/>
                <a:gd name="connsiteY1" fmla="*/ 12167 h 12166"/>
                <a:gd name="connsiteX2" fmla="*/ 0 w 15334"/>
                <a:gd name="connsiteY2" fmla="*/ 6083 h 12166"/>
                <a:gd name="connsiteX3" fmla="*/ 7731 w 15334"/>
                <a:gd name="connsiteY3" fmla="*/ 0 h 12166"/>
                <a:gd name="connsiteX4" fmla="*/ 15335 w 15334"/>
                <a:gd name="connsiteY4" fmla="*/ 6083 h 1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34" h="12166">
                  <a:moveTo>
                    <a:pt x="15335" y="6083"/>
                  </a:moveTo>
                  <a:cubicBezTo>
                    <a:pt x="15335" y="9378"/>
                    <a:pt x="11913" y="12167"/>
                    <a:pt x="7731" y="12167"/>
                  </a:cubicBezTo>
                  <a:cubicBezTo>
                    <a:pt x="3548" y="12167"/>
                    <a:pt x="0" y="9505"/>
                    <a:pt x="0" y="6083"/>
                  </a:cubicBezTo>
                  <a:cubicBezTo>
                    <a:pt x="0" y="2661"/>
                    <a:pt x="3422" y="0"/>
                    <a:pt x="7731" y="0"/>
                  </a:cubicBezTo>
                  <a:cubicBezTo>
                    <a:pt x="12040" y="0"/>
                    <a:pt x="15335" y="2661"/>
                    <a:pt x="15335" y="60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4" name="Freeform: Shape 2983">
              <a:extLst>
                <a:ext uri="{FF2B5EF4-FFF2-40B4-BE49-F238E27FC236}">
                  <a16:creationId xmlns:a16="http://schemas.microsoft.com/office/drawing/2014/main" id="{CDCD4CCD-D704-8994-2020-B72B7E1D63DE}"/>
                </a:ext>
              </a:extLst>
            </p:cNvPr>
            <p:cNvSpPr/>
            <p:nvPr/>
          </p:nvSpPr>
          <p:spPr>
            <a:xfrm>
              <a:off x="7189225" y="6506654"/>
              <a:ext cx="16729" cy="13180"/>
            </a:xfrm>
            <a:custGeom>
              <a:avLst/>
              <a:gdLst>
                <a:gd name="connsiteX0" fmla="*/ 16729 w 16729"/>
                <a:gd name="connsiteY0" fmla="*/ 6590 h 13180"/>
                <a:gd name="connsiteX1" fmla="*/ 8364 w 16729"/>
                <a:gd name="connsiteY1" fmla="*/ 13180 h 13180"/>
                <a:gd name="connsiteX2" fmla="*/ 0 w 16729"/>
                <a:gd name="connsiteY2" fmla="*/ 6590 h 13180"/>
                <a:gd name="connsiteX3" fmla="*/ 8364 w 16729"/>
                <a:gd name="connsiteY3" fmla="*/ 0 h 13180"/>
                <a:gd name="connsiteX4" fmla="*/ 16729 w 16729"/>
                <a:gd name="connsiteY4" fmla="*/ 6590 h 13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9" h="13180">
                  <a:moveTo>
                    <a:pt x="16729" y="6590"/>
                  </a:moveTo>
                  <a:cubicBezTo>
                    <a:pt x="16729" y="10266"/>
                    <a:pt x="12927" y="13180"/>
                    <a:pt x="8364" y="13180"/>
                  </a:cubicBezTo>
                  <a:cubicBezTo>
                    <a:pt x="3802" y="13180"/>
                    <a:pt x="0" y="10266"/>
                    <a:pt x="0" y="6590"/>
                  </a:cubicBezTo>
                  <a:cubicBezTo>
                    <a:pt x="0" y="2915"/>
                    <a:pt x="3802" y="0"/>
                    <a:pt x="8364" y="0"/>
                  </a:cubicBezTo>
                  <a:cubicBezTo>
                    <a:pt x="12927" y="0"/>
                    <a:pt x="16729" y="2915"/>
                    <a:pt x="16729" y="659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5" name="Freeform: Shape 2984">
              <a:extLst>
                <a:ext uri="{FF2B5EF4-FFF2-40B4-BE49-F238E27FC236}">
                  <a16:creationId xmlns:a16="http://schemas.microsoft.com/office/drawing/2014/main" id="{56772091-B99F-745C-6289-AB68EDDD4745}"/>
                </a:ext>
              </a:extLst>
            </p:cNvPr>
            <p:cNvSpPr/>
            <p:nvPr/>
          </p:nvSpPr>
          <p:spPr>
            <a:xfrm>
              <a:off x="7061729" y="6531494"/>
              <a:ext cx="17489" cy="13941"/>
            </a:xfrm>
            <a:custGeom>
              <a:avLst/>
              <a:gdLst>
                <a:gd name="connsiteX0" fmla="*/ 17490 w 17489"/>
                <a:gd name="connsiteY0" fmla="*/ 6970 h 13941"/>
                <a:gd name="connsiteX1" fmla="*/ 8745 w 17489"/>
                <a:gd name="connsiteY1" fmla="*/ 13941 h 13941"/>
                <a:gd name="connsiteX2" fmla="*/ 0 w 17489"/>
                <a:gd name="connsiteY2" fmla="*/ 6970 h 13941"/>
                <a:gd name="connsiteX3" fmla="*/ 8745 w 17489"/>
                <a:gd name="connsiteY3" fmla="*/ 0 h 13941"/>
                <a:gd name="connsiteX4" fmla="*/ 17490 w 17489"/>
                <a:gd name="connsiteY4" fmla="*/ 6970 h 1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89" h="13941">
                  <a:moveTo>
                    <a:pt x="17490" y="6970"/>
                  </a:moveTo>
                  <a:cubicBezTo>
                    <a:pt x="17490" y="10773"/>
                    <a:pt x="13561" y="13941"/>
                    <a:pt x="8745" y="13941"/>
                  </a:cubicBezTo>
                  <a:cubicBezTo>
                    <a:pt x="3929" y="13941"/>
                    <a:pt x="0" y="10899"/>
                    <a:pt x="0" y="6970"/>
                  </a:cubicBezTo>
                  <a:cubicBezTo>
                    <a:pt x="0" y="3042"/>
                    <a:pt x="3929" y="0"/>
                    <a:pt x="8745" y="0"/>
                  </a:cubicBezTo>
                  <a:cubicBezTo>
                    <a:pt x="13561" y="0"/>
                    <a:pt x="17490" y="3042"/>
                    <a:pt x="17490" y="69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6" name="Freeform: Shape 2985">
              <a:extLst>
                <a:ext uri="{FF2B5EF4-FFF2-40B4-BE49-F238E27FC236}">
                  <a16:creationId xmlns:a16="http://schemas.microsoft.com/office/drawing/2014/main" id="{50231A15-608E-8539-4C39-A62CDDA3D04E}"/>
                </a:ext>
              </a:extLst>
            </p:cNvPr>
            <p:cNvSpPr/>
            <p:nvPr/>
          </p:nvSpPr>
          <p:spPr>
            <a:xfrm>
              <a:off x="6933218" y="6553166"/>
              <a:ext cx="18250" cy="14448"/>
            </a:xfrm>
            <a:custGeom>
              <a:avLst/>
              <a:gdLst>
                <a:gd name="connsiteX0" fmla="*/ 18250 w 18250"/>
                <a:gd name="connsiteY0" fmla="*/ 7224 h 14448"/>
                <a:gd name="connsiteX1" fmla="*/ 9125 w 18250"/>
                <a:gd name="connsiteY1" fmla="*/ 14448 h 14448"/>
                <a:gd name="connsiteX2" fmla="*/ 0 w 18250"/>
                <a:gd name="connsiteY2" fmla="*/ 7224 h 14448"/>
                <a:gd name="connsiteX3" fmla="*/ 9125 w 18250"/>
                <a:gd name="connsiteY3" fmla="*/ 0 h 14448"/>
                <a:gd name="connsiteX4" fmla="*/ 18250 w 18250"/>
                <a:gd name="connsiteY4" fmla="*/ 7224 h 14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8">
                  <a:moveTo>
                    <a:pt x="18250" y="7224"/>
                  </a:moveTo>
                  <a:cubicBezTo>
                    <a:pt x="18250" y="11280"/>
                    <a:pt x="14194" y="14448"/>
                    <a:pt x="9125" y="14448"/>
                  </a:cubicBezTo>
                  <a:cubicBezTo>
                    <a:pt x="4056" y="14448"/>
                    <a:pt x="0" y="11153"/>
                    <a:pt x="0" y="7224"/>
                  </a:cubicBezTo>
                  <a:cubicBezTo>
                    <a:pt x="0" y="3295"/>
                    <a:pt x="4056" y="0"/>
                    <a:pt x="9125" y="0"/>
                  </a:cubicBezTo>
                  <a:cubicBezTo>
                    <a:pt x="14194" y="0"/>
                    <a:pt x="18250" y="3168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7" name="Freeform: Shape 2986">
              <a:extLst>
                <a:ext uri="{FF2B5EF4-FFF2-40B4-BE49-F238E27FC236}">
                  <a16:creationId xmlns:a16="http://schemas.microsoft.com/office/drawing/2014/main" id="{E2E3FEA2-2EC6-68A9-7C28-DDDB19B701CA}"/>
                </a:ext>
              </a:extLst>
            </p:cNvPr>
            <p:cNvSpPr/>
            <p:nvPr/>
          </p:nvSpPr>
          <p:spPr>
            <a:xfrm>
              <a:off x="6803821" y="6571543"/>
              <a:ext cx="18884" cy="14954"/>
            </a:xfrm>
            <a:custGeom>
              <a:avLst/>
              <a:gdLst>
                <a:gd name="connsiteX0" fmla="*/ 18884 w 18884"/>
                <a:gd name="connsiteY0" fmla="*/ 7477 h 14954"/>
                <a:gd name="connsiteX1" fmla="*/ 9505 w 18884"/>
                <a:gd name="connsiteY1" fmla="*/ 14955 h 14954"/>
                <a:gd name="connsiteX2" fmla="*/ 0 w 18884"/>
                <a:gd name="connsiteY2" fmla="*/ 7477 h 14954"/>
                <a:gd name="connsiteX3" fmla="*/ 9505 w 18884"/>
                <a:gd name="connsiteY3" fmla="*/ 0 h 14954"/>
                <a:gd name="connsiteX4" fmla="*/ 18884 w 18884"/>
                <a:gd name="connsiteY4" fmla="*/ 7477 h 14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84" h="14954">
                  <a:moveTo>
                    <a:pt x="18884" y="7477"/>
                  </a:moveTo>
                  <a:cubicBezTo>
                    <a:pt x="18884" y="11533"/>
                    <a:pt x="14575" y="14955"/>
                    <a:pt x="9505" y="14955"/>
                  </a:cubicBezTo>
                  <a:cubicBezTo>
                    <a:pt x="4436" y="14955"/>
                    <a:pt x="0" y="11533"/>
                    <a:pt x="0" y="7477"/>
                  </a:cubicBezTo>
                  <a:cubicBezTo>
                    <a:pt x="0" y="3421"/>
                    <a:pt x="4183" y="0"/>
                    <a:pt x="9505" y="0"/>
                  </a:cubicBezTo>
                  <a:cubicBezTo>
                    <a:pt x="14829" y="0"/>
                    <a:pt x="18884" y="3294"/>
                    <a:pt x="18884" y="747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8" name="Freeform: Shape 2987">
              <a:extLst>
                <a:ext uri="{FF2B5EF4-FFF2-40B4-BE49-F238E27FC236}">
                  <a16:creationId xmlns:a16="http://schemas.microsoft.com/office/drawing/2014/main" id="{5FB2A193-780F-DEF8-853F-E5C4828D3F53}"/>
                </a:ext>
              </a:extLst>
            </p:cNvPr>
            <p:cNvSpPr/>
            <p:nvPr/>
          </p:nvSpPr>
          <p:spPr>
            <a:xfrm>
              <a:off x="6673663" y="6586498"/>
              <a:ext cx="19770" cy="15715"/>
            </a:xfrm>
            <a:custGeom>
              <a:avLst/>
              <a:gdLst>
                <a:gd name="connsiteX0" fmla="*/ 19771 w 19770"/>
                <a:gd name="connsiteY0" fmla="*/ 7858 h 15715"/>
                <a:gd name="connsiteX1" fmla="*/ 9885 w 19770"/>
                <a:gd name="connsiteY1" fmla="*/ 15715 h 15715"/>
                <a:gd name="connsiteX2" fmla="*/ 0 w 19770"/>
                <a:gd name="connsiteY2" fmla="*/ 7858 h 15715"/>
                <a:gd name="connsiteX3" fmla="*/ 9885 w 19770"/>
                <a:gd name="connsiteY3" fmla="*/ 0 h 15715"/>
                <a:gd name="connsiteX4" fmla="*/ 19771 w 19770"/>
                <a:gd name="connsiteY4" fmla="*/ 7858 h 1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70" h="15715">
                  <a:moveTo>
                    <a:pt x="19771" y="7858"/>
                  </a:moveTo>
                  <a:cubicBezTo>
                    <a:pt x="19771" y="12166"/>
                    <a:pt x="15335" y="15715"/>
                    <a:pt x="9885" y="15715"/>
                  </a:cubicBezTo>
                  <a:cubicBezTo>
                    <a:pt x="4435" y="15715"/>
                    <a:pt x="0" y="12166"/>
                    <a:pt x="0" y="7858"/>
                  </a:cubicBezTo>
                  <a:cubicBezTo>
                    <a:pt x="0" y="3548"/>
                    <a:pt x="4435" y="0"/>
                    <a:pt x="9885" y="0"/>
                  </a:cubicBezTo>
                  <a:cubicBezTo>
                    <a:pt x="15335" y="0"/>
                    <a:pt x="19771" y="3548"/>
                    <a:pt x="19771" y="785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9" name="Freeform: Shape 2988">
              <a:extLst>
                <a:ext uri="{FF2B5EF4-FFF2-40B4-BE49-F238E27FC236}">
                  <a16:creationId xmlns:a16="http://schemas.microsoft.com/office/drawing/2014/main" id="{B4ED9065-DE68-6081-049B-B4F156FFF009}"/>
                </a:ext>
              </a:extLst>
            </p:cNvPr>
            <p:cNvSpPr/>
            <p:nvPr/>
          </p:nvSpPr>
          <p:spPr>
            <a:xfrm>
              <a:off x="6542618" y="6597903"/>
              <a:ext cx="21291" cy="16729"/>
            </a:xfrm>
            <a:custGeom>
              <a:avLst/>
              <a:gdLst>
                <a:gd name="connsiteX0" fmla="*/ 21292 w 21291"/>
                <a:gd name="connsiteY0" fmla="*/ 8365 h 16729"/>
                <a:gd name="connsiteX1" fmla="*/ 10646 w 21291"/>
                <a:gd name="connsiteY1" fmla="*/ 16729 h 16729"/>
                <a:gd name="connsiteX2" fmla="*/ 0 w 21291"/>
                <a:gd name="connsiteY2" fmla="*/ 8365 h 16729"/>
                <a:gd name="connsiteX3" fmla="*/ 10646 w 21291"/>
                <a:gd name="connsiteY3" fmla="*/ 0 h 16729"/>
                <a:gd name="connsiteX4" fmla="*/ 21292 w 21291"/>
                <a:gd name="connsiteY4" fmla="*/ 8365 h 16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291" h="16729">
                  <a:moveTo>
                    <a:pt x="21292" y="8365"/>
                  </a:moveTo>
                  <a:cubicBezTo>
                    <a:pt x="21292" y="13054"/>
                    <a:pt x="16602" y="16729"/>
                    <a:pt x="10646" y="16729"/>
                  </a:cubicBezTo>
                  <a:cubicBezTo>
                    <a:pt x="4689" y="16729"/>
                    <a:pt x="0" y="12927"/>
                    <a:pt x="0" y="8365"/>
                  </a:cubicBezTo>
                  <a:cubicBezTo>
                    <a:pt x="0" y="3803"/>
                    <a:pt x="4689" y="0"/>
                    <a:pt x="10646" y="0"/>
                  </a:cubicBezTo>
                  <a:cubicBezTo>
                    <a:pt x="16602" y="0"/>
                    <a:pt x="21292" y="3803"/>
                    <a:pt x="21292" y="836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0" name="Freeform: Shape 2989">
              <a:extLst>
                <a:ext uri="{FF2B5EF4-FFF2-40B4-BE49-F238E27FC236}">
                  <a16:creationId xmlns:a16="http://schemas.microsoft.com/office/drawing/2014/main" id="{C19A8B43-A5F4-9B46-1DBC-EB49542F8A14}"/>
                </a:ext>
              </a:extLst>
            </p:cNvPr>
            <p:cNvSpPr/>
            <p:nvPr/>
          </p:nvSpPr>
          <p:spPr>
            <a:xfrm>
              <a:off x="6411827" y="6606142"/>
              <a:ext cx="21798" cy="17235"/>
            </a:xfrm>
            <a:custGeom>
              <a:avLst/>
              <a:gdLst>
                <a:gd name="connsiteX0" fmla="*/ 21799 w 21798"/>
                <a:gd name="connsiteY0" fmla="*/ 8618 h 17235"/>
                <a:gd name="connsiteX1" fmla="*/ 10899 w 21798"/>
                <a:gd name="connsiteY1" fmla="*/ 17236 h 17235"/>
                <a:gd name="connsiteX2" fmla="*/ 0 w 21798"/>
                <a:gd name="connsiteY2" fmla="*/ 8618 h 17235"/>
                <a:gd name="connsiteX3" fmla="*/ 10899 w 21798"/>
                <a:gd name="connsiteY3" fmla="*/ 0 h 17235"/>
                <a:gd name="connsiteX4" fmla="*/ 21799 w 21798"/>
                <a:gd name="connsiteY4" fmla="*/ 8618 h 17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798" h="17235">
                  <a:moveTo>
                    <a:pt x="21799" y="8618"/>
                  </a:moveTo>
                  <a:cubicBezTo>
                    <a:pt x="21799" y="13434"/>
                    <a:pt x="16856" y="17236"/>
                    <a:pt x="10899" y="17236"/>
                  </a:cubicBezTo>
                  <a:cubicBezTo>
                    <a:pt x="4943" y="17236"/>
                    <a:pt x="0" y="13307"/>
                    <a:pt x="0" y="8618"/>
                  </a:cubicBezTo>
                  <a:cubicBezTo>
                    <a:pt x="0" y="3929"/>
                    <a:pt x="4943" y="0"/>
                    <a:pt x="10899" y="0"/>
                  </a:cubicBezTo>
                  <a:cubicBezTo>
                    <a:pt x="16856" y="0"/>
                    <a:pt x="21799" y="3929"/>
                    <a:pt x="21799" y="86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1" name="Freeform: Shape 2990">
              <a:extLst>
                <a:ext uri="{FF2B5EF4-FFF2-40B4-BE49-F238E27FC236}">
                  <a16:creationId xmlns:a16="http://schemas.microsoft.com/office/drawing/2014/main" id="{84CCEDB1-618E-C439-867A-AC85EAFF57A6}"/>
                </a:ext>
              </a:extLst>
            </p:cNvPr>
            <p:cNvSpPr/>
            <p:nvPr/>
          </p:nvSpPr>
          <p:spPr>
            <a:xfrm>
              <a:off x="6280528" y="6610831"/>
              <a:ext cx="22558" cy="17996"/>
            </a:xfrm>
            <a:custGeom>
              <a:avLst/>
              <a:gdLst>
                <a:gd name="connsiteX0" fmla="*/ 22559 w 22558"/>
                <a:gd name="connsiteY0" fmla="*/ 8999 h 17996"/>
                <a:gd name="connsiteX1" fmla="*/ 11280 w 22558"/>
                <a:gd name="connsiteY1" fmla="*/ 17996 h 17996"/>
                <a:gd name="connsiteX2" fmla="*/ 0 w 22558"/>
                <a:gd name="connsiteY2" fmla="*/ 8999 h 17996"/>
                <a:gd name="connsiteX3" fmla="*/ 11280 w 22558"/>
                <a:gd name="connsiteY3" fmla="*/ 0 h 17996"/>
                <a:gd name="connsiteX4" fmla="*/ 22559 w 22558"/>
                <a:gd name="connsiteY4" fmla="*/ 8999 h 17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8" h="17996">
                  <a:moveTo>
                    <a:pt x="22559" y="8999"/>
                  </a:moveTo>
                  <a:cubicBezTo>
                    <a:pt x="22559" y="13941"/>
                    <a:pt x="17490" y="17996"/>
                    <a:pt x="11280" y="17996"/>
                  </a:cubicBezTo>
                  <a:cubicBezTo>
                    <a:pt x="5069" y="17996"/>
                    <a:pt x="0" y="13941"/>
                    <a:pt x="0" y="8999"/>
                  </a:cubicBezTo>
                  <a:cubicBezTo>
                    <a:pt x="0" y="4056"/>
                    <a:pt x="5069" y="0"/>
                    <a:pt x="11280" y="0"/>
                  </a:cubicBezTo>
                  <a:cubicBezTo>
                    <a:pt x="17490" y="0"/>
                    <a:pt x="22559" y="4056"/>
                    <a:pt x="22559" y="899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2" name="Freeform: Shape 2991">
              <a:extLst>
                <a:ext uri="{FF2B5EF4-FFF2-40B4-BE49-F238E27FC236}">
                  <a16:creationId xmlns:a16="http://schemas.microsoft.com/office/drawing/2014/main" id="{8FC4CCCA-3F74-E1E0-4FF4-719446055B42}"/>
                </a:ext>
              </a:extLst>
            </p:cNvPr>
            <p:cNvSpPr/>
            <p:nvPr/>
          </p:nvSpPr>
          <p:spPr>
            <a:xfrm>
              <a:off x="6148976" y="6612225"/>
              <a:ext cx="23319" cy="18503"/>
            </a:xfrm>
            <a:custGeom>
              <a:avLst/>
              <a:gdLst>
                <a:gd name="connsiteX0" fmla="*/ 23319 w 23319"/>
                <a:gd name="connsiteY0" fmla="*/ 9252 h 18503"/>
                <a:gd name="connsiteX1" fmla="*/ 11660 w 23319"/>
                <a:gd name="connsiteY1" fmla="*/ 18504 h 18503"/>
                <a:gd name="connsiteX2" fmla="*/ 0 w 23319"/>
                <a:gd name="connsiteY2" fmla="*/ 9252 h 18503"/>
                <a:gd name="connsiteX3" fmla="*/ 11660 w 23319"/>
                <a:gd name="connsiteY3" fmla="*/ 0 h 18503"/>
                <a:gd name="connsiteX4" fmla="*/ 23319 w 23319"/>
                <a:gd name="connsiteY4" fmla="*/ 9252 h 18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319" h="18503">
                  <a:moveTo>
                    <a:pt x="23319" y="9252"/>
                  </a:moveTo>
                  <a:cubicBezTo>
                    <a:pt x="23319" y="14321"/>
                    <a:pt x="18123" y="18504"/>
                    <a:pt x="11660" y="18504"/>
                  </a:cubicBezTo>
                  <a:cubicBezTo>
                    <a:pt x="5196" y="18504"/>
                    <a:pt x="0" y="14321"/>
                    <a:pt x="0" y="9252"/>
                  </a:cubicBezTo>
                  <a:cubicBezTo>
                    <a:pt x="0" y="4183"/>
                    <a:pt x="5196" y="0"/>
                    <a:pt x="11660" y="0"/>
                  </a:cubicBezTo>
                  <a:cubicBezTo>
                    <a:pt x="18123" y="0"/>
                    <a:pt x="23319" y="4183"/>
                    <a:pt x="23319" y="925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3" name="Freeform: Shape 2992">
              <a:extLst>
                <a:ext uri="{FF2B5EF4-FFF2-40B4-BE49-F238E27FC236}">
                  <a16:creationId xmlns:a16="http://schemas.microsoft.com/office/drawing/2014/main" id="{57E9AA06-E842-B9A6-C4A7-CB466014210C}"/>
                </a:ext>
              </a:extLst>
            </p:cNvPr>
            <p:cNvSpPr/>
            <p:nvPr/>
          </p:nvSpPr>
          <p:spPr>
            <a:xfrm>
              <a:off x="6017424" y="6610324"/>
              <a:ext cx="24080" cy="19010"/>
            </a:xfrm>
            <a:custGeom>
              <a:avLst/>
              <a:gdLst>
                <a:gd name="connsiteX0" fmla="*/ 24080 w 24080"/>
                <a:gd name="connsiteY0" fmla="*/ 9505 h 19010"/>
                <a:gd name="connsiteX1" fmla="*/ 12040 w 24080"/>
                <a:gd name="connsiteY1" fmla="*/ 19010 h 19010"/>
                <a:gd name="connsiteX2" fmla="*/ 0 w 24080"/>
                <a:gd name="connsiteY2" fmla="*/ 9505 h 19010"/>
                <a:gd name="connsiteX3" fmla="*/ 12040 w 24080"/>
                <a:gd name="connsiteY3" fmla="*/ 0 h 19010"/>
                <a:gd name="connsiteX4" fmla="*/ 24080 w 24080"/>
                <a:gd name="connsiteY4" fmla="*/ 9505 h 19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80" h="19010">
                  <a:moveTo>
                    <a:pt x="24080" y="9505"/>
                  </a:moveTo>
                  <a:cubicBezTo>
                    <a:pt x="24080" y="14701"/>
                    <a:pt x="18757" y="19010"/>
                    <a:pt x="12040" y="19010"/>
                  </a:cubicBezTo>
                  <a:cubicBezTo>
                    <a:pt x="5323" y="19010"/>
                    <a:pt x="0" y="14701"/>
                    <a:pt x="0" y="9505"/>
                  </a:cubicBezTo>
                  <a:cubicBezTo>
                    <a:pt x="0" y="4309"/>
                    <a:pt x="5323" y="0"/>
                    <a:pt x="12040" y="0"/>
                  </a:cubicBezTo>
                  <a:cubicBezTo>
                    <a:pt x="18757" y="0"/>
                    <a:pt x="24080" y="4309"/>
                    <a:pt x="24080" y="950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4" name="Freeform: Shape 2993">
              <a:extLst>
                <a:ext uri="{FF2B5EF4-FFF2-40B4-BE49-F238E27FC236}">
                  <a16:creationId xmlns:a16="http://schemas.microsoft.com/office/drawing/2014/main" id="{E519D01A-2997-4ABD-9A8A-80E027957A05}"/>
                </a:ext>
              </a:extLst>
            </p:cNvPr>
            <p:cNvSpPr/>
            <p:nvPr/>
          </p:nvSpPr>
          <p:spPr>
            <a:xfrm>
              <a:off x="5886253" y="6605001"/>
              <a:ext cx="24713" cy="19644"/>
            </a:xfrm>
            <a:custGeom>
              <a:avLst/>
              <a:gdLst>
                <a:gd name="connsiteX0" fmla="*/ 24713 w 24713"/>
                <a:gd name="connsiteY0" fmla="*/ 9759 h 19644"/>
                <a:gd name="connsiteX1" fmla="*/ 12420 w 24713"/>
                <a:gd name="connsiteY1" fmla="*/ 19645 h 19644"/>
                <a:gd name="connsiteX2" fmla="*/ 0 w 24713"/>
                <a:gd name="connsiteY2" fmla="*/ 9759 h 19644"/>
                <a:gd name="connsiteX3" fmla="*/ 12420 w 24713"/>
                <a:gd name="connsiteY3" fmla="*/ 0 h 19644"/>
                <a:gd name="connsiteX4" fmla="*/ 24713 w 24713"/>
                <a:gd name="connsiteY4" fmla="*/ 9759 h 19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713" h="19644">
                  <a:moveTo>
                    <a:pt x="24713" y="9759"/>
                  </a:moveTo>
                  <a:cubicBezTo>
                    <a:pt x="24713" y="15208"/>
                    <a:pt x="19137" y="19645"/>
                    <a:pt x="12420" y="19645"/>
                  </a:cubicBezTo>
                  <a:cubicBezTo>
                    <a:pt x="5703" y="19645"/>
                    <a:pt x="0" y="15208"/>
                    <a:pt x="0" y="9759"/>
                  </a:cubicBezTo>
                  <a:cubicBezTo>
                    <a:pt x="0" y="4309"/>
                    <a:pt x="5576" y="0"/>
                    <a:pt x="12420" y="0"/>
                  </a:cubicBezTo>
                  <a:cubicBezTo>
                    <a:pt x="19264" y="0"/>
                    <a:pt x="24713" y="4436"/>
                    <a:pt x="24713" y="975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5" name="Freeform: Shape 2994">
              <a:extLst>
                <a:ext uri="{FF2B5EF4-FFF2-40B4-BE49-F238E27FC236}">
                  <a16:creationId xmlns:a16="http://schemas.microsoft.com/office/drawing/2014/main" id="{E476114A-2D0D-C268-4E2B-CEE6DCEEFEC0}"/>
                </a:ext>
              </a:extLst>
            </p:cNvPr>
            <p:cNvSpPr/>
            <p:nvPr/>
          </p:nvSpPr>
          <p:spPr>
            <a:xfrm>
              <a:off x="5755207" y="6596130"/>
              <a:ext cx="25474" cy="20277"/>
            </a:xfrm>
            <a:custGeom>
              <a:avLst/>
              <a:gdLst>
                <a:gd name="connsiteX0" fmla="*/ 25474 w 25474"/>
                <a:gd name="connsiteY0" fmla="*/ 10139 h 20277"/>
                <a:gd name="connsiteX1" fmla="*/ 12674 w 25474"/>
                <a:gd name="connsiteY1" fmla="*/ 20277 h 20277"/>
                <a:gd name="connsiteX2" fmla="*/ 0 w 25474"/>
                <a:gd name="connsiteY2" fmla="*/ 10139 h 20277"/>
                <a:gd name="connsiteX3" fmla="*/ 12674 w 25474"/>
                <a:gd name="connsiteY3" fmla="*/ 0 h 20277"/>
                <a:gd name="connsiteX4" fmla="*/ 25474 w 25474"/>
                <a:gd name="connsiteY4" fmla="*/ 10139 h 2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74" h="20277">
                  <a:moveTo>
                    <a:pt x="25474" y="10139"/>
                  </a:moveTo>
                  <a:cubicBezTo>
                    <a:pt x="25474" y="15715"/>
                    <a:pt x="19771" y="20277"/>
                    <a:pt x="12674" y="20277"/>
                  </a:cubicBezTo>
                  <a:cubicBezTo>
                    <a:pt x="5576" y="20277"/>
                    <a:pt x="0" y="15715"/>
                    <a:pt x="0" y="10139"/>
                  </a:cubicBezTo>
                  <a:cubicBezTo>
                    <a:pt x="0" y="4562"/>
                    <a:pt x="5703" y="0"/>
                    <a:pt x="12674" y="0"/>
                  </a:cubicBezTo>
                  <a:cubicBezTo>
                    <a:pt x="19644" y="0"/>
                    <a:pt x="25474" y="4562"/>
                    <a:pt x="25474" y="1013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6" name="Freeform: Shape 2995">
              <a:extLst>
                <a:ext uri="{FF2B5EF4-FFF2-40B4-BE49-F238E27FC236}">
                  <a16:creationId xmlns:a16="http://schemas.microsoft.com/office/drawing/2014/main" id="{FF220C2E-3904-538B-7864-F15169F99A02}"/>
                </a:ext>
              </a:extLst>
            </p:cNvPr>
            <p:cNvSpPr/>
            <p:nvPr/>
          </p:nvSpPr>
          <p:spPr>
            <a:xfrm>
              <a:off x="5624796" y="6584217"/>
              <a:ext cx="25600" cy="20277"/>
            </a:xfrm>
            <a:custGeom>
              <a:avLst/>
              <a:gdLst>
                <a:gd name="connsiteX0" fmla="*/ 25601 w 25600"/>
                <a:gd name="connsiteY0" fmla="*/ 10139 h 20277"/>
                <a:gd name="connsiteX1" fmla="*/ 12800 w 25600"/>
                <a:gd name="connsiteY1" fmla="*/ 20277 h 20277"/>
                <a:gd name="connsiteX2" fmla="*/ 0 w 25600"/>
                <a:gd name="connsiteY2" fmla="*/ 10139 h 20277"/>
                <a:gd name="connsiteX3" fmla="*/ 12800 w 25600"/>
                <a:gd name="connsiteY3" fmla="*/ 0 h 20277"/>
                <a:gd name="connsiteX4" fmla="*/ 25601 w 25600"/>
                <a:gd name="connsiteY4" fmla="*/ 10139 h 2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00" h="20277">
                  <a:moveTo>
                    <a:pt x="25601" y="10139"/>
                  </a:moveTo>
                  <a:cubicBezTo>
                    <a:pt x="25601" y="15715"/>
                    <a:pt x="19898" y="20277"/>
                    <a:pt x="12800" y="20277"/>
                  </a:cubicBezTo>
                  <a:cubicBezTo>
                    <a:pt x="5703" y="20277"/>
                    <a:pt x="0" y="15715"/>
                    <a:pt x="0" y="10139"/>
                  </a:cubicBezTo>
                  <a:cubicBezTo>
                    <a:pt x="0" y="4562"/>
                    <a:pt x="5703" y="0"/>
                    <a:pt x="12800" y="0"/>
                  </a:cubicBezTo>
                  <a:cubicBezTo>
                    <a:pt x="19898" y="0"/>
                    <a:pt x="25601" y="4562"/>
                    <a:pt x="25601" y="1013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7" name="Freeform: Shape 2996">
              <a:extLst>
                <a:ext uri="{FF2B5EF4-FFF2-40B4-BE49-F238E27FC236}">
                  <a16:creationId xmlns:a16="http://schemas.microsoft.com/office/drawing/2014/main" id="{BA4A07B1-796D-31CD-DDC5-15CF25C221E6}"/>
                </a:ext>
              </a:extLst>
            </p:cNvPr>
            <p:cNvSpPr/>
            <p:nvPr/>
          </p:nvSpPr>
          <p:spPr>
            <a:xfrm>
              <a:off x="5494765" y="6568627"/>
              <a:ext cx="26361" cy="20784"/>
            </a:xfrm>
            <a:custGeom>
              <a:avLst/>
              <a:gdLst>
                <a:gd name="connsiteX0" fmla="*/ 26361 w 26361"/>
                <a:gd name="connsiteY0" fmla="*/ 10392 h 20784"/>
                <a:gd name="connsiteX1" fmla="*/ 13181 w 26361"/>
                <a:gd name="connsiteY1" fmla="*/ 20785 h 20784"/>
                <a:gd name="connsiteX2" fmla="*/ 0 w 26361"/>
                <a:gd name="connsiteY2" fmla="*/ 10392 h 20784"/>
                <a:gd name="connsiteX3" fmla="*/ 13181 w 26361"/>
                <a:gd name="connsiteY3" fmla="*/ 0 h 20784"/>
                <a:gd name="connsiteX4" fmla="*/ 26361 w 26361"/>
                <a:gd name="connsiteY4" fmla="*/ 10392 h 20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61" h="20784">
                  <a:moveTo>
                    <a:pt x="26361" y="10392"/>
                  </a:moveTo>
                  <a:cubicBezTo>
                    <a:pt x="26361" y="16096"/>
                    <a:pt x="20405" y="20785"/>
                    <a:pt x="13181" y="20785"/>
                  </a:cubicBezTo>
                  <a:cubicBezTo>
                    <a:pt x="5957" y="20785"/>
                    <a:pt x="0" y="16096"/>
                    <a:pt x="0" y="10392"/>
                  </a:cubicBezTo>
                  <a:cubicBezTo>
                    <a:pt x="0" y="4689"/>
                    <a:pt x="5830" y="0"/>
                    <a:pt x="13181" y="0"/>
                  </a:cubicBezTo>
                  <a:cubicBezTo>
                    <a:pt x="20531" y="0"/>
                    <a:pt x="26361" y="4689"/>
                    <a:pt x="26361" y="1039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8" name="Freeform: Shape 2997">
              <a:extLst>
                <a:ext uri="{FF2B5EF4-FFF2-40B4-BE49-F238E27FC236}">
                  <a16:creationId xmlns:a16="http://schemas.microsoft.com/office/drawing/2014/main" id="{A45A2504-630D-6C59-9458-35CCEEABEF07}"/>
                </a:ext>
              </a:extLst>
            </p:cNvPr>
            <p:cNvSpPr/>
            <p:nvPr/>
          </p:nvSpPr>
          <p:spPr>
            <a:xfrm>
              <a:off x="5365494" y="6549744"/>
              <a:ext cx="26868" cy="21291"/>
            </a:xfrm>
            <a:custGeom>
              <a:avLst/>
              <a:gdLst>
                <a:gd name="connsiteX0" fmla="*/ 26868 w 26868"/>
                <a:gd name="connsiteY0" fmla="*/ 10646 h 21291"/>
                <a:gd name="connsiteX1" fmla="*/ 13434 w 26868"/>
                <a:gd name="connsiteY1" fmla="*/ 21292 h 21291"/>
                <a:gd name="connsiteX2" fmla="*/ 0 w 26868"/>
                <a:gd name="connsiteY2" fmla="*/ 10646 h 21291"/>
                <a:gd name="connsiteX3" fmla="*/ 13434 w 26868"/>
                <a:gd name="connsiteY3" fmla="*/ 0 h 21291"/>
                <a:gd name="connsiteX4" fmla="*/ 26868 w 26868"/>
                <a:gd name="connsiteY4" fmla="*/ 10646 h 2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68" h="21291">
                  <a:moveTo>
                    <a:pt x="26868" y="10646"/>
                  </a:moveTo>
                  <a:cubicBezTo>
                    <a:pt x="26868" y="16602"/>
                    <a:pt x="20785" y="21292"/>
                    <a:pt x="13434" y="21292"/>
                  </a:cubicBezTo>
                  <a:cubicBezTo>
                    <a:pt x="6083" y="21292"/>
                    <a:pt x="0" y="16476"/>
                    <a:pt x="0" y="10646"/>
                  </a:cubicBezTo>
                  <a:cubicBezTo>
                    <a:pt x="0" y="4816"/>
                    <a:pt x="5957" y="0"/>
                    <a:pt x="13434" y="0"/>
                  </a:cubicBezTo>
                  <a:cubicBezTo>
                    <a:pt x="20912" y="0"/>
                    <a:pt x="26868" y="4816"/>
                    <a:pt x="26868" y="1064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9" name="Freeform: Shape 2998">
              <a:extLst>
                <a:ext uri="{FF2B5EF4-FFF2-40B4-BE49-F238E27FC236}">
                  <a16:creationId xmlns:a16="http://schemas.microsoft.com/office/drawing/2014/main" id="{8BF59B5B-EFAF-1405-1899-4A26EE98C419}"/>
                </a:ext>
              </a:extLst>
            </p:cNvPr>
            <p:cNvSpPr/>
            <p:nvPr/>
          </p:nvSpPr>
          <p:spPr>
            <a:xfrm>
              <a:off x="5236984" y="6527565"/>
              <a:ext cx="27628" cy="21925"/>
            </a:xfrm>
            <a:custGeom>
              <a:avLst/>
              <a:gdLst>
                <a:gd name="connsiteX0" fmla="*/ 27628 w 27628"/>
                <a:gd name="connsiteY0" fmla="*/ 10899 h 21925"/>
                <a:gd name="connsiteX1" fmla="*/ 13814 w 27628"/>
                <a:gd name="connsiteY1" fmla="*/ 21925 h 21925"/>
                <a:gd name="connsiteX2" fmla="*/ 0 w 27628"/>
                <a:gd name="connsiteY2" fmla="*/ 10899 h 21925"/>
                <a:gd name="connsiteX3" fmla="*/ 13814 w 27628"/>
                <a:gd name="connsiteY3" fmla="*/ 0 h 21925"/>
                <a:gd name="connsiteX4" fmla="*/ 27628 w 27628"/>
                <a:gd name="connsiteY4" fmla="*/ 10899 h 2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28" h="21925">
                  <a:moveTo>
                    <a:pt x="27628" y="10899"/>
                  </a:moveTo>
                  <a:cubicBezTo>
                    <a:pt x="27628" y="16983"/>
                    <a:pt x="21418" y="21925"/>
                    <a:pt x="13814" y="21925"/>
                  </a:cubicBezTo>
                  <a:cubicBezTo>
                    <a:pt x="6210" y="21925"/>
                    <a:pt x="0" y="16983"/>
                    <a:pt x="0" y="10899"/>
                  </a:cubicBezTo>
                  <a:cubicBezTo>
                    <a:pt x="0" y="4816"/>
                    <a:pt x="6210" y="0"/>
                    <a:pt x="13814" y="0"/>
                  </a:cubicBezTo>
                  <a:cubicBezTo>
                    <a:pt x="21418" y="0"/>
                    <a:pt x="27628" y="4943"/>
                    <a:pt x="27628" y="1089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0" name="Freeform: Shape 2999">
              <a:extLst>
                <a:ext uri="{FF2B5EF4-FFF2-40B4-BE49-F238E27FC236}">
                  <a16:creationId xmlns:a16="http://schemas.microsoft.com/office/drawing/2014/main" id="{5AD74706-14BD-46C1-0125-3B9259D2CB42}"/>
                </a:ext>
              </a:extLst>
            </p:cNvPr>
            <p:cNvSpPr/>
            <p:nvPr/>
          </p:nvSpPr>
          <p:spPr>
            <a:xfrm>
              <a:off x="5109361" y="6501964"/>
              <a:ext cx="28515" cy="22559"/>
            </a:xfrm>
            <a:custGeom>
              <a:avLst/>
              <a:gdLst>
                <a:gd name="connsiteX0" fmla="*/ 28516 w 28515"/>
                <a:gd name="connsiteY0" fmla="*/ 11280 h 22559"/>
                <a:gd name="connsiteX1" fmla="*/ 14194 w 28515"/>
                <a:gd name="connsiteY1" fmla="*/ 22559 h 22559"/>
                <a:gd name="connsiteX2" fmla="*/ 0 w 28515"/>
                <a:gd name="connsiteY2" fmla="*/ 11280 h 22559"/>
                <a:gd name="connsiteX3" fmla="*/ 14194 w 28515"/>
                <a:gd name="connsiteY3" fmla="*/ 0 h 22559"/>
                <a:gd name="connsiteX4" fmla="*/ 28516 w 28515"/>
                <a:gd name="connsiteY4" fmla="*/ 11280 h 22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15" h="22559">
                  <a:moveTo>
                    <a:pt x="28516" y="11280"/>
                  </a:moveTo>
                  <a:cubicBezTo>
                    <a:pt x="28516" y="17490"/>
                    <a:pt x="22179" y="22559"/>
                    <a:pt x="14194" y="22559"/>
                  </a:cubicBezTo>
                  <a:cubicBezTo>
                    <a:pt x="6210" y="22559"/>
                    <a:pt x="0" y="17490"/>
                    <a:pt x="0" y="11280"/>
                  </a:cubicBezTo>
                  <a:cubicBezTo>
                    <a:pt x="0" y="5070"/>
                    <a:pt x="6337" y="0"/>
                    <a:pt x="14194" y="0"/>
                  </a:cubicBezTo>
                  <a:cubicBezTo>
                    <a:pt x="22052" y="0"/>
                    <a:pt x="28516" y="5070"/>
                    <a:pt x="28516" y="1128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1" name="Freeform: Shape 3000">
              <a:extLst>
                <a:ext uri="{FF2B5EF4-FFF2-40B4-BE49-F238E27FC236}">
                  <a16:creationId xmlns:a16="http://schemas.microsoft.com/office/drawing/2014/main" id="{7CFA89E1-00C5-171C-9F00-FB460835B057}"/>
                </a:ext>
              </a:extLst>
            </p:cNvPr>
            <p:cNvSpPr/>
            <p:nvPr/>
          </p:nvSpPr>
          <p:spPr>
            <a:xfrm>
              <a:off x="4983259" y="6473449"/>
              <a:ext cx="28515" cy="22558"/>
            </a:xfrm>
            <a:custGeom>
              <a:avLst/>
              <a:gdLst>
                <a:gd name="connsiteX0" fmla="*/ 28516 w 28515"/>
                <a:gd name="connsiteY0" fmla="*/ 11279 h 22558"/>
                <a:gd name="connsiteX1" fmla="*/ 14194 w 28515"/>
                <a:gd name="connsiteY1" fmla="*/ 22559 h 22558"/>
                <a:gd name="connsiteX2" fmla="*/ 0 w 28515"/>
                <a:gd name="connsiteY2" fmla="*/ 11279 h 22558"/>
                <a:gd name="connsiteX3" fmla="*/ 14194 w 28515"/>
                <a:gd name="connsiteY3" fmla="*/ 0 h 22558"/>
                <a:gd name="connsiteX4" fmla="*/ 28516 w 28515"/>
                <a:gd name="connsiteY4" fmla="*/ 11279 h 22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15" h="22558">
                  <a:moveTo>
                    <a:pt x="28516" y="11279"/>
                  </a:moveTo>
                  <a:cubicBezTo>
                    <a:pt x="28516" y="17489"/>
                    <a:pt x="22179" y="22559"/>
                    <a:pt x="14194" y="22559"/>
                  </a:cubicBezTo>
                  <a:cubicBezTo>
                    <a:pt x="6210" y="22559"/>
                    <a:pt x="0" y="17489"/>
                    <a:pt x="0" y="11279"/>
                  </a:cubicBezTo>
                  <a:cubicBezTo>
                    <a:pt x="0" y="5069"/>
                    <a:pt x="6337" y="0"/>
                    <a:pt x="14194" y="0"/>
                  </a:cubicBezTo>
                  <a:cubicBezTo>
                    <a:pt x="22052" y="0"/>
                    <a:pt x="28516" y="5069"/>
                    <a:pt x="28516" y="1127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2" name="Freeform: Shape 3001">
              <a:extLst>
                <a:ext uri="{FF2B5EF4-FFF2-40B4-BE49-F238E27FC236}">
                  <a16:creationId xmlns:a16="http://schemas.microsoft.com/office/drawing/2014/main" id="{D766DC96-CC26-7938-726D-F0E4CD8269EA}"/>
                </a:ext>
              </a:extLst>
            </p:cNvPr>
            <p:cNvSpPr/>
            <p:nvPr/>
          </p:nvSpPr>
          <p:spPr>
            <a:xfrm>
              <a:off x="4858044" y="6441258"/>
              <a:ext cx="29275" cy="23319"/>
            </a:xfrm>
            <a:custGeom>
              <a:avLst/>
              <a:gdLst>
                <a:gd name="connsiteX0" fmla="*/ 29276 w 29275"/>
                <a:gd name="connsiteY0" fmla="*/ 11660 h 23319"/>
                <a:gd name="connsiteX1" fmla="*/ 14575 w 29275"/>
                <a:gd name="connsiteY1" fmla="*/ 23319 h 23319"/>
                <a:gd name="connsiteX2" fmla="*/ 0 w 29275"/>
                <a:gd name="connsiteY2" fmla="*/ 11660 h 23319"/>
                <a:gd name="connsiteX3" fmla="*/ 14575 w 29275"/>
                <a:gd name="connsiteY3" fmla="*/ 0 h 23319"/>
                <a:gd name="connsiteX4" fmla="*/ 29276 w 29275"/>
                <a:gd name="connsiteY4" fmla="*/ 11660 h 23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275" h="23319">
                  <a:moveTo>
                    <a:pt x="29276" y="11660"/>
                  </a:moveTo>
                  <a:cubicBezTo>
                    <a:pt x="29276" y="18123"/>
                    <a:pt x="22685" y="23319"/>
                    <a:pt x="14575" y="23319"/>
                  </a:cubicBezTo>
                  <a:cubicBezTo>
                    <a:pt x="6463" y="23319"/>
                    <a:pt x="0" y="18123"/>
                    <a:pt x="0" y="11660"/>
                  </a:cubicBezTo>
                  <a:cubicBezTo>
                    <a:pt x="0" y="5196"/>
                    <a:pt x="6590" y="0"/>
                    <a:pt x="14575" y="0"/>
                  </a:cubicBezTo>
                  <a:cubicBezTo>
                    <a:pt x="22559" y="0"/>
                    <a:pt x="29276" y="5196"/>
                    <a:pt x="29276" y="1166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3" name="Freeform: Shape 3002">
              <a:extLst>
                <a:ext uri="{FF2B5EF4-FFF2-40B4-BE49-F238E27FC236}">
                  <a16:creationId xmlns:a16="http://schemas.microsoft.com/office/drawing/2014/main" id="{41A4D302-AB2E-1F3B-68ED-1339AF7E29B2}"/>
                </a:ext>
              </a:extLst>
            </p:cNvPr>
            <p:cNvSpPr/>
            <p:nvPr/>
          </p:nvSpPr>
          <p:spPr>
            <a:xfrm>
              <a:off x="4734349" y="6406025"/>
              <a:ext cx="29909" cy="23573"/>
            </a:xfrm>
            <a:custGeom>
              <a:avLst/>
              <a:gdLst>
                <a:gd name="connsiteX0" fmla="*/ 29910 w 29909"/>
                <a:gd name="connsiteY0" fmla="*/ 11786 h 23573"/>
                <a:gd name="connsiteX1" fmla="*/ 14955 w 29909"/>
                <a:gd name="connsiteY1" fmla="*/ 23573 h 23573"/>
                <a:gd name="connsiteX2" fmla="*/ 0 w 29909"/>
                <a:gd name="connsiteY2" fmla="*/ 11786 h 23573"/>
                <a:gd name="connsiteX3" fmla="*/ 14955 w 29909"/>
                <a:gd name="connsiteY3" fmla="*/ 0 h 23573"/>
                <a:gd name="connsiteX4" fmla="*/ 29910 w 29909"/>
                <a:gd name="connsiteY4" fmla="*/ 11786 h 23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909" h="23573">
                  <a:moveTo>
                    <a:pt x="29910" y="11786"/>
                  </a:moveTo>
                  <a:cubicBezTo>
                    <a:pt x="29910" y="18377"/>
                    <a:pt x="23193" y="23573"/>
                    <a:pt x="14955" y="23573"/>
                  </a:cubicBezTo>
                  <a:cubicBezTo>
                    <a:pt x="6717" y="23573"/>
                    <a:pt x="0" y="18250"/>
                    <a:pt x="0" y="11786"/>
                  </a:cubicBezTo>
                  <a:cubicBezTo>
                    <a:pt x="0" y="5323"/>
                    <a:pt x="6590" y="0"/>
                    <a:pt x="14955" y="0"/>
                  </a:cubicBezTo>
                  <a:cubicBezTo>
                    <a:pt x="23319" y="0"/>
                    <a:pt x="29910" y="5323"/>
                    <a:pt x="29910" y="1178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4" name="Freeform: Shape 3003">
              <a:extLst>
                <a:ext uri="{FF2B5EF4-FFF2-40B4-BE49-F238E27FC236}">
                  <a16:creationId xmlns:a16="http://schemas.microsoft.com/office/drawing/2014/main" id="{04407906-71BE-03F5-2C04-F57E4C017B06}"/>
                </a:ext>
              </a:extLst>
            </p:cNvPr>
            <p:cNvSpPr/>
            <p:nvPr/>
          </p:nvSpPr>
          <p:spPr>
            <a:xfrm>
              <a:off x="4612429" y="6367751"/>
              <a:ext cx="29909" cy="23572"/>
            </a:xfrm>
            <a:custGeom>
              <a:avLst/>
              <a:gdLst>
                <a:gd name="connsiteX0" fmla="*/ 29910 w 29909"/>
                <a:gd name="connsiteY0" fmla="*/ 11786 h 23572"/>
                <a:gd name="connsiteX1" fmla="*/ 14955 w 29909"/>
                <a:gd name="connsiteY1" fmla="*/ 23573 h 23572"/>
                <a:gd name="connsiteX2" fmla="*/ 0 w 29909"/>
                <a:gd name="connsiteY2" fmla="*/ 11786 h 23572"/>
                <a:gd name="connsiteX3" fmla="*/ 14955 w 29909"/>
                <a:gd name="connsiteY3" fmla="*/ 0 h 23572"/>
                <a:gd name="connsiteX4" fmla="*/ 29910 w 29909"/>
                <a:gd name="connsiteY4" fmla="*/ 11786 h 2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909" h="23572">
                  <a:moveTo>
                    <a:pt x="29910" y="11786"/>
                  </a:moveTo>
                  <a:cubicBezTo>
                    <a:pt x="29910" y="18376"/>
                    <a:pt x="23193" y="23573"/>
                    <a:pt x="14955" y="23573"/>
                  </a:cubicBezTo>
                  <a:cubicBezTo>
                    <a:pt x="6717" y="23573"/>
                    <a:pt x="0" y="18250"/>
                    <a:pt x="0" y="11786"/>
                  </a:cubicBezTo>
                  <a:cubicBezTo>
                    <a:pt x="0" y="5323"/>
                    <a:pt x="6717" y="0"/>
                    <a:pt x="14955" y="0"/>
                  </a:cubicBezTo>
                  <a:cubicBezTo>
                    <a:pt x="23193" y="0"/>
                    <a:pt x="29910" y="5323"/>
                    <a:pt x="29910" y="1178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5" name="Freeform: Shape 3004">
              <a:extLst>
                <a:ext uri="{FF2B5EF4-FFF2-40B4-BE49-F238E27FC236}">
                  <a16:creationId xmlns:a16="http://schemas.microsoft.com/office/drawing/2014/main" id="{1E0558B5-EBF8-EFFA-6989-DE33840D282C}"/>
                </a:ext>
              </a:extLst>
            </p:cNvPr>
            <p:cNvSpPr/>
            <p:nvPr/>
          </p:nvSpPr>
          <p:spPr>
            <a:xfrm>
              <a:off x="4491650" y="6326055"/>
              <a:ext cx="30669" cy="24333"/>
            </a:xfrm>
            <a:custGeom>
              <a:avLst/>
              <a:gdLst>
                <a:gd name="connsiteX0" fmla="*/ 30670 w 30669"/>
                <a:gd name="connsiteY0" fmla="*/ 12167 h 24333"/>
                <a:gd name="connsiteX1" fmla="*/ 15335 w 30669"/>
                <a:gd name="connsiteY1" fmla="*/ 24333 h 24333"/>
                <a:gd name="connsiteX2" fmla="*/ 0 w 30669"/>
                <a:gd name="connsiteY2" fmla="*/ 12167 h 24333"/>
                <a:gd name="connsiteX3" fmla="*/ 15335 w 30669"/>
                <a:gd name="connsiteY3" fmla="*/ 0 h 24333"/>
                <a:gd name="connsiteX4" fmla="*/ 30670 w 30669"/>
                <a:gd name="connsiteY4" fmla="*/ 12167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9" h="24333">
                  <a:moveTo>
                    <a:pt x="30670" y="12167"/>
                  </a:moveTo>
                  <a:cubicBezTo>
                    <a:pt x="30670" y="18884"/>
                    <a:pt x="23826" y="24333"/>
                    <a:pt x="15335" y="24333"/>
                  </a:cubicBezTo>
                  <a:cubicBezTo>
                    <a:pt x="6844" y="24333"/>
                    <a:pt x="0" y="18884"/>
                    <a:pt x="0" y="12167"/>
                  </a:cubicBezTo>
                  <a:cubicBezTo>
                    <a:pt x="0" y="5450"/>
                    <a:pt x="6844" y="0"/>
                    <a:pt x="15335" y="0"/>
                  </a:cubicBezTo>
                  <a:cubicBezTo>
                    <a:pt x="23826" y="0"/>
                    <a:pt x="30670" y="5450"/>
                    <a:pt x="30670" y="121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6" name="Freeform: Shape 3005">
              <a:extLst>
                <a:ext uri="{FF2B5EF4-FFF2-40B4-BE49-F238E27FC236}">
                  <a16:creationId xmlns:a16="http://schemas.microsoft.com/office/drawing/2014/main" id="{D4D44094-7FD7-8309-9AFE-AA7554825D8D}"/>
                </a:ext>
              </a:extLst>
            </p:cNvPr>
            <p:cNvSpPr/>
            <p:nvPr/>
          </p:nvSpPr>
          <p:spPr>
            <a:xfrm>
              <a:off x="4373152" y="6281571"/>
              <a:ext cx="30670" cy="24333"/>
            </a:xfrm>
            <a:custGeom>
              <a:avLst/>
              <a:gdLst>
                <a:gd name="connsiteX0" fmla="*/ 30670 w 30670"/>
                <a:gd name="connsiteY0" fmla="*/ 12167 h 24333"/>
                <a:gd name="connsiteX1" fmla="*/ 15335 w 30670"/>
                <a:gd name="connsiteY1" fmla="*/ 24333 h 24333"/>
                <a:gd name="connsiteX2" fmla="*/ 0 w 30670"/>
                <a:gd name="connsiteY2" fmla="*/ 12167 h 24333"/>
                <a:gd name="connsiteX3" fmla="*/ 15335 w 30670"/>
                <a:gd name="connsiteY3" fmla="*/ 0 h 24333"/>
                <a:gd name="connsiteX4" fmla="*/ 30670 w 30670"/>
                <a:gd name="connsiteY4" fmla="*/ 12167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70" h="24333">
                  <a:moveTo>
                    <a:pt x="30670" y="12167"/>
                  </a:moveTo>
                  <a:cubicBezTo>
                    <a:pt x="30670" y="18884"/>
                    <a:pt x="23826" y="24333"/>
                    <a:pt x="15335" y="24333"/>
                  </a:cubicBezTo>
                  <a:cubicBezTo>
                    <a:pt x="6844" y="24333"/>
                    <a:pt x="0" y="18884"/>
                    <a:pt x="0" y="12167"/>
                  </a:cubicBezTo>
                  <a:cubicBezTo>
                    <a:pt x="0" y="5450"/>
                    <a:pt x="6844" y="0"/>
                    <a:pt x="15335" y="0"/>
                  </a:cubicBezTo>
                  <a:cubicBezTo>
                    <a:pt x="23826" y="0"/>
                    <a:pt x="30670" y="5450"/>
                    <a:pt x="30670" y="121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7" name="Freeform: Shape 3006">
              <a:extLst>
                <a:ext uri="{FF2B5EF4-FFF2-40B4-BE49-F238E27FC236}">
                  <a16:creationId xmlns:a16="http://schemas.microsoft.com/office/drawing/2014/main" id="{EF9403C9-3D38-358A-2C86-58356671C75C}"/>
                </a:ext>
              </a:extLst>
            </p:cNvPr>
            <p:cNvSpPr/>
            <p:nvPr/>
          </p:nvSpPr>
          <p:spPr>
            <a:xfrm>
              <a:off x="4256174" y="6233918"/>
              <a:ext cx="31430" cy="24840"/>
            </a:xfrm>
            <a:custGeom>
              <a:avLst/>
              <a:gdLst>
                <a:gd name="connsiteX0" fmla="*/ 31431 w 31430"/>
                <a:gd name="connsiteY0" fmla="*/ 12420 h 24840"/>
                <a:gd name="connsiteX1" fmla="*/ 15716 w 31430"/>
                <a:gd name="connsiteY1" fmla="*/ 24840 h 24840"/>
                <a:gd name="connsiteX2" fmla="*/ 0 w 31430"/>
                <a:gd name="connsiteY2" fmla="*/ 12420 h 24840"/>
                <a:gd name="connsiteX3" fmla="*/ 15716 w 31430"/>
                <a:gd name="connsiteY3" fmla="*/ 0 h 24840"/>
                <a:gd name="connsiteX4" fmla="*/ 31431 w 31430"/>
                <a:gd name="connsiteY4" fmla="*/ 12420 h 2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30" h="24840">
                  <a:moveTo>
                    <a:pt x="31431" y="12420"/>
                  </a:moveTo>
                  <a:cubicBezTo>
                    <a:pt x="31431" y="19264"/>
                    <a:pt x="24333" y="24840"/>
                    <a:pt x="15716" y="24840"/>
                  </a:cubicBezTo>
                  <a:cubicBezTo>
                    <a:pt x="7098" y="24840"/>
                    <a:pt x="0" y="19264"/>
                    <a:pt x="0" y="12420"/>
                  </a:cubicBezTo>
                  <a:cubicBezTo>
                    <a:pt x="0" y="5576"/>
                    <a:pt x="6971" y="0"/>
                    <a:pt x="15716" y="0"/>
                  </a:cubicBezTo>
                  <a:cubicBezTo>
                    <a:pt x="24460" y="0"/>
                    <a:pt x="31431" y="5576"/>
                    <a:pt x="31431" y="1242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8" name="Freeform: Shape 3007">
              <a:extLst>
                <a:ext uri="{FF2B5EF4-FFF2-40B4-BE49-F238E27FC236}">
                  <a16:creationId xmlns:a16="http://schemas.microsoft.com/office/drawing/2014/main" id="{624ED3A9-E7B1-10A8-6716-E2473468AC63}"/>
                </a:ext>
              </a:extLst>
            </p:cNvPr>
            <p:cNvSpPr/>
            <p:nvPr/>
          </p:nvSpPr>
          <p:spPr>
            <a:xfrm>
              <a:off x="4141605" y="6183350"/>
              <a:ext cx="31430" cy="24840"/>
            </a:xfrm>
            <a:custGeom>
              <a:avLst/>
              <a:gdLst>
                <a:gd name="connsiteX0" fmla="*/ 31430 w 31430"/>
                <a:gd name="connsiteY0" fmla="*/ 12420 h 24840"/>
                <a:gd name="connsiteX1" fmla="*/ 15715 w 31430"/>
                <a:gd name="connsiteY1" fmla="*/ 24841 h 24840"/>
                <a:gd name="connsiteX2" fmla="*/ 0 w 31430"/>
                <a:gd name="connsiteY2" fmla="*/ 12420 h 24840"/>
                <a:gd name="connsiteX3" fmla="*/ 15715 w 31430"/>
                <a:gd name="connsiteY3" fmla="*/ 0 h 24840"/>
                <a:gd name="connsiteX4" fmla="*/ 31430 w 31430"/>
                <a:gd name="connsiteY4" fmla="*/ 12420 h 2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30" h="24840">
                  <a:moveTo>
                    <a:pt x="31430" y="12420"/>
                  </a:moveTo>
                  <a:cubicBezTo>
                    <a:pt x="31430" y="19264"/>
                    <a:pt x="24333" y="24841"/>
                    <a:pt x="15715" y="24841"/>
                  </a:cubicBezTo>
                  <a:cubicBezTo>
                    <a:pt x="7097" y="24841"/>
                    <a:pt x="0" y="19264"/>
                    <a:pt x="0" y="12420"/>
                  </a:cubicBezTo>
                  <a:cubicBezTo>
                    <a:pt x="0" y="5576"/>
                    <a:pt x="6970" y="0"/>
                    <a:pt x="15715" y="0"/>
                  </a:cubicBezTo>
                  <a:cubicBezTo>
                    <a:pt x="24460" y="0"/>
                    <a:pt x="31430" y="5576"/>
                    <a:pt x="31430" y="1242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9" name="Freeform: Shape 3008">
              <a:extLst>
                <a:ext uri="{FF2B5EF4-FFF2-40B4-BE49-F238E27FC236}">
                  <a16:creationId xmlns:a16="http://schemas.microsoft.com/office/drawing/2014/main" id="{0E1DE75B-0204-A775-7799-EAF0442DE3EA}"/>
                </a:ext>
              </a:extLst>
            </p:cNvPr>
            <p:cNvSpPr/>
            <p:nvPr/>
          </p:nvSpPr>
          <p:spPr>
            <a:xfrm>
              <a:off x="4028937" y="6129614"/>
              <a:ext cx="31937" cy="25347"/>
            </a:xfrm>
            <a:custGeom>
              <a:avLst/>
              <a:gdLst>
                <a:gd name="connsiteX0" fmla="*/ 31938 w 31937"/>
                <a:gd name="connsiteY0" fmla="*/ 12674 h 25347"/>
                <a:gd name="connsiteX1" fmla="*/ 15969 w 31937"/>
                <a:gd name="connsiteY1" fmla="*/ 25347 h 25347"/>
                <a:gd name="connsiteX2" fmla="*/ 0 w 31937"/>
                <a:gd name="connsiteY2" fmla="*/ 12674 h 25347"/>
                <a:gd name="connsiteX3" fmla="*/ 15969 w 31937"/>
                <a:gd name="connsiteY3" fmla="*/ 0 h 25347"/>
                <a:gd name="connsiteX4" fmla="*/ 31938 w 31937"/>
                <a:gd name="connsiteY4" fmla="*/ 12674 h 25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937" h="25347">
                  <a:moveTo>
                    <a:pt x="31938" y="12674"/>
                  </a:moveTo>
                  <a:cubicBezTo>
                    <a:pt x="31938" y="19644"/>
                    <a:pt x="24840" y="25347"/>
                    <a:pt x="15969" y="25347"/>
                  </a:cubicBezTo>
                  <a:cubicBezTo>
                    <a:pt x="7097" y="25347"/>
                    <a:pt x="0" y="19644"/>
                    <a:pt x="0" y="12674"/>
                  </a:cubicBezTo>
                  <a:cubicBezTo>
                    <a:pt x="0" y="5703"/>
                    <a:pt x="7224" y="0"/>
                    <a:pt x="15969" y="0"/>
                  </a:cubicBezTo>
                  <a:cubicBezTo>
                    <a:pt x="24714" y="0"/>
                    <a:pt x="31938" y="5703"/>
                    <a:pt x="31938" y="1267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0" name="Freeform: Shape 3009">
              <a:extLst>
                <a:ext uri="{FF2B5EF4-FFF2-40B4-BE49-F238E27FC236}">
                  <a16:creationId xmlns:a16="http://schemas.microsoft.com/office/drawing/2014/main" id="{B059382F-CE4A-916D-6EF3-FADA476BDF91}"/>
                </a:ext>
              </a:extLst>
            </p:cNvPr>
            <p:cNvSpPr/>
            <p:nvPr/>
          </p:nvSpPr>
          <p:spPr>
            <a:xfrm>
              <a:off x="3918803" y="6073217"/>
              <a:ext cx="31937" cy="25347"/>
            </a:xfrm>
            <a:custGeom>
              <a:avLst/>
              <a:gdLst>
                <a:gd name="connsiteX0" fmla="*/ 31938 w 31937"/>
                <a:gd name="connsiteY0" fmla="*/ 12674 h 25347"/>
                <a:gd name="connsiteX1" fmla="*/ 15969 w 31937"/>
                <a:gd name="connsiteY1" fmla="*/ 25347 h 25347"/>
                <a:gd name="connsiteX2" fmla="*/ 0 w 31937"/>
                <a:gd name="connsiteY2" fmla="*/ 12674 h 25347"/>
                <a:gd name="connsiteX3" fmla="*/ 15969 w 31937"/>
                <a:gd name="connsiteY3" fmla="*/ 0 h 25347"/>
                <a:gd name="connsiteX4" fmla="*/ 31938 w 31937"/>
                <a:gd name="connsiteY4" fmla="*/ 12674 h 25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937" h="25347">
                  <a:moveTo>
                    <a:pt x="31938" y="12674"/>
                  </a:moveTo>
                  <a:cubicBezTo>
                    <a:pt x="31938" y="19644"/>
                    <a:pt x="24714" y="25347"/>
                    <a:pt x="15969" y="25347"/>
                  </a:cubicBezTo>
                  <a:cubicBezTo>
                    <a:pt x="7224" y="25347"/>
                    <a:pt x="0" y="19644"/>
                    <a:pt x="0" y="12674"/>
                  </a:cubicBezTo>
                  <a:cubicBezTo>
                    <a:pt x="0" y="5703"/>
                    <a:pt x="7224" y="0"/>
                    <a:pt x="15969" y="0"/>
                  </a:cubicBezTo>
                  <a:cubicBezTo>
                    <a:pt x="24714" y="0"/>
                    <a:pt x="31938" y="5703"/>
                    <a:pt x="31938" y="1267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1" name="Freeform: Shape 3010">
              <a:extLst>
                <a:ext uri="{FF2B5EF4-FFF2-40B4-BE49-F238E27FC236}">
                  <a16:creationId xmlns:a16="http://schemas.microsoft.com/office/drawing/2014/main" id="{E199C241-E3A1-1B40-B411-EA941423DA4E}"/>
                </a:ext>
              </a:extLst>
            </p:cNvPr>
            <p:cNvSpPr/>
            <p:nvPr/>
          </p:nvSpPr>
          <p:spPr>
            <a:xfrm>
              <a:off x="3810571" y="6013651"/>
              <a:ext cx="32697" cy="26107"/>
            </a:xfrm>
            <a:custGeom>
              <a:avLst/>
              <a:gdLst>
                <a:gd name="connsiteX0" fmla="*/ 32698 w 32697"/>
                <a:gd name="connsiteY0" fmla="*/ 13054 h 26107"/>
                <a:gd name="connsiteX1" fmla="*/ 16349 w 32697"/>
                <a:gd name="connsiteY1" fmla="*/ 26108 h 26107"/>
                <a:gd name="connsiteX2" fmla="*/ 0 w 32697"/>
                <a:gd name="connsiteY2" fmla="*/ 13054 h 26107"/>
                <a:gd name="connsiteX3" fmla="*/ 16349 w 32697"/>
                <a:gd name="connsiteY3" fmla="*/ 0 h 26107"/>
                <a:gd name="connsiteX4" fmla="*/ 32698 w 32697"/>
                <a:gd name="connsiteY4" fmla="*/ 13054 h 2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97" h="26107">
                  <a:moveTo>
                    <a:pt x="32698" y="13054"/>
                  </a:moveTo>
                  <a:cubicBezTo>
                    <a:pt x="32698" y="20278"/>
                    <a:pt x="25347" y="26108"/>
                    <a:pt x="16349" y="26108"/>
                  </a:cubicBezTo>
                  <a:cubicBezTo>
                    <a:pt x="7351" y="26108"/>
                    <a:pt x="0" y="20278"/>
                    <a:pt x="0" y="13054"/>
                  </a:cubicBezTo>
                  <a:cubicBezTo>
                    <a:pt x="0" y="5830"/>
                    <a:pt x="7351" y="0"/>
                    <a:pt x="16349" y="0"/>
                  </a:cubicBezTo>
                  <a:cubicBezTo>
                    <a:pt x="25347" y="0"/>
                    <a:pt x="32698" y="5830"/>
                    <a:pt x="32698" y="1305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2" name="Freeform: Shape 3011">
              <a:extLst>
                <a:ext uri="{FF2B5EF4-FFF2-40B4-BE49-F238E27FC236}">
                  <a16:creationId xmlns:a16="http://schemas.microsoft.com/office/drawing/2014/main" id="{53FFEEF3-EC10-035B-12F1-6665A4B3D95A}"/>
                </a:ext>
              </a:extLst>
            </p:cNvPr>
            <p:cNvSpPr/>
            <p:nvPr/>
          </p:nvSpPr>
          <p:spPr>
            <a:xfrm>
              <a:off x="3705634" y="5952184"/>
              <a:ext cx="31937" cy="25347"/>
            </a:xfrm>
            <a:custGeom>
              <a:avLst/>
              <a:gdLst>
                <a:gd name="connsiteX0" fmla="*/ 31937 w 31937"/>
                <a:gd name="connsiteY0" fmla="*/ 12674 h 25347"/>
                <a:gd name="connsiteX1" fmla="*/ 15968 w 31937"/>
                <a:gd name="connsiteY1" fmla="*/ 25347 h 25347"/>
                <a:gd name="connsiteX2" fmla="*/ 0 w 31937"/>
                <a:gd name="connsiteY2" fmla="*/ 12674 h 25347"/>
                <a:gd name="connsiteX3" fmla="*/ 15968 w 31937"/>
                <a:gd name="connsiteY3" fmla="*/ 0 h 25347"/>
                <a:gd name="connsiteX4" fmla="*/ 31937 w 31937"/>
                <a:gd name="connsiteY4" fmla="*/ 12674 h 25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937" h="25347">
                  <a:moveTo>
                    <a:pt x="31937" y="12674"/>
                  </a:moveTo>
                  <a:cubicBezTo>
                    <a:pt x="31937" y="19644"/>
                    <a:pt x="24840" y="25347"/>
                    <a:pt x="15968" y="25347"/>
                  </a:cubicBezTo>
                  <a:cubicBezTo>
                    <a:pt x="7097" y="25347"/>
                    <a:pt x="0" y="19644"/>
                    <a:pt x="0" y="12674"/>
                  </a:cubicBezTo>
                  <a:cubicBezTo>
                    <a:pt x="0" y="5703"/>
                    <a:pt x="7224" y="0"/>
                    <a:pt x="15968" y="0"/>
                  </a:cubicBezTo>
                  <a:cubicBezTo>
                    <a:pt x="24713" y="0"/>
                    <a:pt x="31937" y="5703"/>
                    <a:pt x="31937" y="1267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3" name="Freeform: Shape 3012">
              <a:extLst>
                <a:ext uri="{FF2B5EF4-FFF2-40B4-BE49-F238E27FC236}">
                  <a16:creationId xmlns:a16="http://schemas.microsoft.com/office/drawing/2014/main" id="{47A45087-EFFA-2F3C-E5F1-EAC06FC807BB}"/>
                </a:ext>
              </a:extLst>
            </p:cNvPr>
            <p:cNvSpPr/>
            <p:nvPr/>
          </p:nvSpPr>
          <p:spPr>
            <a:xfrm>
              <a:off x="3602977" y="5887422"/>
              <a:ext cx="31937" cy="25347"/>
            </a:xfrm>
            <a:custGeom>
              <a:avLst/>
              <a:gdLst>
                <a:gd name="connsiteX0" fmla="*/ 31937 w 31937"/>
                <a:gd name="connsiteY0" fmla="*/ 12674 h 25347"/>
                <a:gd name="connsiteX1" fmla="*/ 15968 w 31937"/>
                <a:gd name="connsiteY1" fmla="*/ 25347 h 25347"/>
                <a:gd name="connsiteX2" fmla="*/ 0 w 31937"/>
                <a:gd name="connsiteY2" fmla="*/ 12674 h 25347"/>
                <a:gd name="connsiteX3" fmla="*/ 15968 w 31937"/>
                <a:gd name="connsiteY3" fmla="*/ 0 h 25347"/>
                <a:gd name="connsiteX4" fmla="*/ 31937 w 31937"/>
                <a:gd name="connsiteY4" fmla="*/ 12674 h 25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937" h="25347">
                  <a:moveTo>
                    <a:pt x="31937" y="12674"/>
                  </a:moveTo>
                  <a:cubicBezTo>
                    <a:pt x="31937" y="19644"/>
                    <a:pt x="24713" y="25347"/>
                    <a:pt x="15968" y="25347"/>
                  </a:cubicBezTo>
                  <a:cubicBezTo>
                    <a:pt x="7224" y="25347"/>
                    <a:pt x="0" y="19644"/>
                    <a:pt x="0" y="12674"/>
                  </a:cubicBezTo>
                  <a:cubicBezTo>
                    <a:pt x="0" y="5703"/>
                    <a:pt x="7097" y="0"/>
                    <a:pt x="15968" y="0"/>
                  </a:cubicBezTo>
                  <a:cubicBezTo>
                    <a:pt x="24840" y="0"/>
                    <a:pt x="31937" y="5703"/>
                    <a:pt x="31937" y="1267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4" name="Freeform: Shape 3013">
              <a:extLst>
                <a:ext uri="{FF2B5EF4-FFF2-40B4-BE49-F238E27FC236}">
                  <a16:creationId xmlns:a16="http://schemas.microsoft.com/office/drawing/2014/main" id="{02920F30-2E5C-0374-9FAC-EC252492A3FE}"/>
                </a:ext>
              </a:extLst>
            </p:cNvPr>
            <p:cNvSpPr/>
            <p:nvPr/>
          </p:nvSpPr>
          <p:spPr>
            <a:xfrm>
              <a:off x="3502602" y="5819872"/>
              <a:ext cx="32698" cy="26107"/>
            </a:xfrm>
            <a:custGeom>
              <a:avLst/>
              <a:gdLst>
                <a:gd name="connsiteX0" fmla="*/ 32698 w 32698"/>
                <a:gd name="connsiteY0" fmla="*/ 13054 h 26107"/>
                <a:gd name="connsiteX1" fmla="*/ 16349 w 32698"/>
                <a:gd name="connsiteY1" fmla="*/ 26108 h 26107"/>
                <a:gd name="connsiteX2" fmla="*/ 0 w 32698"/>
                <a:gd name="connsiteY2" fmla="*/ 13054 h 26107"/>
                <a:gd name="connsiteX3" fmla="*/ 16349 w 32698"/>
                <a:gd name="connsiteY3" fmla="*/ 0 h 26107"/>
                <a:gd name="connsiteX4" fmla="*/ 32698 w 32698"/>
                <a:gd name="connsiteY4" fmla="*/ 13054 h 2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98" h="26107">
                  <a:moveTo>
                    <a:pt x="32698" y="13054"/>
                  </a:moveTo>
                  <a:cubicBezTo>
                    <a:pt x="32698" y="20278"/>
                    <a:pt x="25347" y="26108"/>
                    <a:pt x="16349" y="26108"/>
                  </a:cubicBezTo>
                  <a:cubicBezTo>
                    <a:pt x="7351" y="26108"/>
                    <a:pt x="0" y="20278"/>
                    <a:pt x="0" y="13054"/>
                  </a:cubicBezTo>
                  <a:cubicBezTo>
                    <a:pt x="0" y="5830"/>
                    <a:pt x="7351" y="0"/>
                    <a:pt x="16349" y="0"/>
                  </a:cubicBezTo>
                  <a:cubicBezTo>
                    <a:pt x="25347" y="0"/>
                    <a:pt x="32698" y="5830"/>
                    <a:pt x="32698" y="1305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5" name="Freeform: Shape 3014">
              <a:extLst>
                <a:ext uri="{FF2B5EF4-FFF2-40B4-BE49-F238E27FC236}">
                  <a16:creationId xmlns:a16="http://schemas.microsoft.com/office/drawing/2014/main" id="{A8200C54-59DF-A67D-AFDC-2EAF02DA1140}"/>
                </a:ext>
              </a:extLst>
            </p:cNvPr>
            <p:cNvSpPr/>
            <p:nvPr/>
          </p:nvSpPr>
          <p:spPr>
            <a:xfrm>
              <a:off x="3405396" y="5750040"/>
              <a:ext cx="32697" cy="26107"/>
            </a:xfrm>
            <a:custGeom>
              <a:avLst/>
              <a:gdLst>
                <a:gd name="connsiteX0" fmla="*/ 32698 w 32697"/>
                <a:gd name="connsiteY0" fmla="*/ 13054 h 26107"/>
                <a:gd name="connsiteX1" fmla="*/ 16349 w 32697"/>
                <a:gd name="connsiteY1" fmla="*/ 26108 h 26107"/>
                <a:gd name="connsiteX2" fmla="*/ 0 w 32697"/>
                <a:gd name="connsiteY2" fmla="*/ 13054 h 26107"/>
                <a:gd name="connsiteX3" fmla="*/ 16349 w 32697"/>
                <a:gd name="connsiteY3" fmla="*/ 0 h 26107"/>
                <a:gd name="connsiteX4" fmla="*/ 32698 w 32697"/>
                <a:gd name="connsiteY4" fmla="*/ 13054 h 2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97" h="26107">
                  <a:moveTo>
                    <a:pt x="32698" y="13054"/>
                  </a:moveTo>
                  <a:cubicBezTo>
                    <a:pt x="32698" y="20277"/>
                    <a:pt x="25347" y="26108"/>
                    <a:pt x="16349" y="26108"/>
                  </a:cubicBezTo>
                  <a:cubicBezTo>
                    <a:pt x="7351" y="26108"/>
                    <a:pt x="0" y="20277"/>
                    <a:pt x="0" y="13054"/>
                  </a:cubicBezTo>
                  <a:cubicBezTo>
                    <a:pt x="0" y="5830"/>
                    <a:pt x="7351" y="0"/>
                    <a:pt x="16349" y="0"/>
                  </a:cubicBezTo>
                  <a:cubicBezTo>
                    <a:pt x="25347" y="0"/>
                    <a:pt x="32698" y="5830"/>
                    <a:pt x="32698" y="1305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6" name="Freeform: Shape 3015">
              <a:extLst>
                <a:ext uri="{FF2B5EF4-FFF2-40B4-BE49-F238E27FC236}">
                  <a16:creationId xmlns:a16="http://schemas.microsoft.com/office/drawing/2014/main" id="{2A49765A-F37A-D181-8D09-74D5CCF96912}"/>
                </a:ext>
              </a:extLst>
            </p:cNvPr>
            <p:cNvSpPr/>
            <p:nvPr/>
          </p:nvSpPr>
          <p:spPr>
            <a:xfrm>
              <a:off x="3311231" y="5677674"/>
              <a:ext cx="32698" cy="26107"/>
            </a:xfrm>
            <a:custGeom>
              <a:avLst/>
              <a:gdLst>
                <a:gd name="connsiteX0" fmla="*/ 32698 w 32698"/>
                <a:gd name="connsiteY0" fmla="*/ 13054 h 26107"/>
                <a:gd name="connsiteX1" fmla="*/ 16349 w 32698"/>
                <a:gd name="connsiteY1" fmla="*/ 26108 h 26107"/>
                <a:gd name="connsiteX2" fmla="*/ 0 w 32698"/>
                <a:gd name="connsiteY2" fmla="*/ 13054 h 26107"/>
                <a:gd name="connsiteX3" fmla="*/ 16349 w 32698"/>
                <a:gd name="connsiteY3" fmla="*/ 0 h 26107"/>
                <a:gd name="connsiteX4" fmla="*/ 32698 w 32698"/>
                <a:gd name="connsiteY4" fmla="*/ 13054 h 2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98" h="26107">
                  <a:moveTo>
                    <a:pt x="32698" y="13054"/>
                  </a:moveTo>
                  <a:cubicBezTo>
                    <a:pt x="32698" y="20278"/>
                    <a:pt x="25347" y="26108"/>
                    <a:pt x="16349" y="26108"/>
                  </a:cubicBezTo>
                  <a:cubicBezTo>
                    <a:pt x="7351" y="26108"/>
                    <a:pt x="0" y="20278"/>
                    <a:pt x="0" y="13054"/>
                  </a:cubicBezTo>
                  <a:cubicBezTo>
                    <a:pt x="0" y="5830"/>
                    <a:pt x="7351" y="0"/>
                    <a:pt x="16349" y="0"/>
                  </a:cubicBezTo>
                  <a:cubicBezTo>
                    <a:pt x="25347" y="0"/>
                    <a:pt x="32698" y="5830"/>
                    <a:pt x="32698" y="1305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7" name="Freeform: Shape 3016">
              <a:extLst>
                <a:ext uri="{FF2B5EF4-FFF2-40B4-BE49-F238E27FC236}">
                  <a16:creationId xmlns:a16="http://schemas.microsoft.com/office/drawing/2014/main" id="{3C31CA45-4781-DFE5-0D5A-6F2436137040}"/>
                </a:ext>
              </a:extLst>
            </p:cNvPr>
            <p:cNvSpPr/>
            <p:nvPr/>
          </p:nvSpPr>
          <p:spPr>
            <a:xfrm>
              <a:off x="3219981" y="5602900"/>
              <a:ext cx="32697" cy="26107"/>
            </a:xfrm>
            <a:custGeom>
              <a:avLst/>
              <a:gdLst>
                <a:gd name="connsiteX0" fmla="*/ 32698 w 32697"/>
                <a:gd name="connsiteY0" fmla="*/ 13054 h 26107"/>
                <a:gd name="connsiteX1" fmla="*/ 16349 w 32697"/>
                <a:gd name="connsiteY1" fmla="*/ 26108 h 26107"/>
                <a:gd name="connsiteX2" fmla="*/ 0 w 32697"/>
                <a:gd name="connsiteY2" fmla="*/ 13054 h 26107"/>
                <a:gd name="connsiteX3" fmla="*/ 16349 w 32697"/>
                <a:gd name="connsiteY3" fmla="*/ 0 h 26107"/>
                <a:gd name="connsiteX4" fmla="*/ 32698 w 32697"/>
                <a:gd name="connsiteY4" fmla="*/ 13054 h 2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97" h="26107">
                  <a:moveTo>
                    <a:pt x="32698" y="13054"/>
                  </a:moveTo>
                  <a:cubicBezTo>
                    <a:pt x="32698" y="20278"/>
                    <a:pt x="25347" y="26108"/>
                    <a:pt x="16349" y="26108"/>
                  </a:cubicBezTo>
                  <a:cubicBezTo>
                    <a:pt x="7351" y="26108"/>
                    <a:pt x="0" y="20278"/>
                    <a:pt x="0" y="13054"/>
                  </a:cubicBezTo>
                  <a:cubicBezTo>
                    <a:pt x="0" y="5830"/>
                    <a:pt x="7351" y="0"/>
                    <a:pt x="16349" y="0"/>
                  </a:cubicBezTo>
                  <a:cubicBezTo>
                    <a:pt x="25347" y="0"/>
                    <a:pt x="32698" y="5830"/>
                    <a:pt x="32698" y="1305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8" name="Freeform: Shape 3017">
              <a:extLst>
                <a:ext uri="{FF2B5EF4-FFF2-40B4-BE49-F238E27FC236}">
                  <a16:creationId xmlns:a16="http://schemas.microsoft.com/office/drawing/2014/main" id="{6C31F9BA-C1BC-11D1-D66D-85BE1F9C3A52}"/>
                </a:ext>
              </a:extLst>
            </p:cNvPr>
            <p:cNvSpPr/>
            <p:nvPr/>
          </p:nvSpPr>
          <p:spPr>
            <a:xfrm>
              <a:off x="3132027" y="5525844"/>
              <a:ext cx="32697" cy="26107"/>
            </a:xfrm>
            <a:custGeom>
              <a:avLst/>
              <a:gdLst>
                <a:gd name="connsiteX0" fmla="*/ 32698 w 32697"/>
                <a:gd name="connsiteY0" fmla="*/ 13054 h 26107"/>
                <a:gd name="connsiteX1" fmla="*/ 16349 w 32697"/>
                <a:gd name="connsiteY1" fmla="*/ 26108 h 26107"/>
                <a:gd name="connsiteX2" fmla="*/ 0 w 32697"/>
                <a:gd name="connsiteY2" fmla="*/ 13054 h 26107"/>
                <a:gd name="connsiteX3" fmla="*/ 16349 w 32697"/>
                <a:gd name="connsiteY3" fmla="*/ 0 h 26107"/>
                <a:gd name="connsiteX4" fmla="*/ 32698 w 32697"/>
                <a:gd name="connsiteY4" fmla="*/ 13054 h 2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97" h="26107">
                  <a:moveTo>
                    <a:pt x="32698" y="13054"/>
                  </a:moveTo>
                  <a:cubicBezTo>
                    <a:pt x="32698" y="20277"/>
                    <a:pt x="25347" y="26108"/>
                    <a:pt x="16349" y="26108"/>
                  </a:cubicBezTo>
                  <a:cubicBezTo>
                    <a:pt x="7351" y="26108"/>
                    <a:pt x="0" y="20277"/>
                    <a:pt x="0" y="13054"/>
                  </a:cubicBezTo>
                  <a:cubicBezTo>
                    <a:pt x="0" y="5830"/>
                    <a:pt x="7351" y="0"/>
                    <a:pt x="16349" y="0"/>
                  </a:cubicBezTo>
                  <a:cubicBezTo>
                    <a:pt x="25347" y="0"/>
                    <a:pt x="32698" y="5830"/>
                    <a:pt x="32698" y="1305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9" name="Freeform: Shape 3018">
              <a:extLst>
                <a:ext uri="{FF2B5EF4-FFF2-40B4-BE49-F238E27FC236}">
                  <a16:creationId xmlns:a16="http://schemas.microsoft.com/office/drawing/2014/main" id="{62C02D82-EE61-3899-B20C-5405C54C30B6}"/>
                </a:ext>
              </a:extLst>
            </p:cNvPr>
            <p:cNvSpPr/>
            <p:nvPr/>
          </p:nvSpPr>
          <p:spPr>
            <a:xfrm>
              <a:off x="3047113" y="5446635"/>
              <a:ext cx="32697" cy="26107"/>
            </a:xfrm>
            <a:custGeom>
              <a:avLst/>
              <a:gdLst>
                <a:gd name="connsiteX0" fmla="*/ 32698 w 32697"/>
                <a:gd name="connsiteY0" fmla="*/ 13054 h 26107"/>
                <a:gd name="connsiteX1" fmla="*/ 16349 w 32697"/>
                <a:gd name="connsiteY1" fmla="*/ 26108 h 26107"/>
                <a:gd name="connsiteX2" fmla="*/ 0 w 32697"/>
                <a:gd name="connsiteY2" fmla="*/ 13054 h 26107"/>
                <a:gd name="connsiteX3" fmla="*/ 16349 w 32697"/>
                <a:gd name="connsiteY3" fmla="*/ 0 h 26107"/>
                <a:gd name="connsiteX4" fmla="*/ 32698 w 32697"/>
                <a:gd name="connsiteY4" fmla="*/ 13054 h 2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97" h="26107">
                  <a:moveTo>
                    <a:pt x="32698" y="13054"/>
                  </a:moveTo>
                  <a:cubicBezTo>
                    <a:pt x="32698" y="20277"/>
                    <a:pt x="25347" y="26108"/>
                    <a:pt x="16349" y="26108"/>
                  </a:cubicBezTo>
                  <a:cubicBezTo>
                    <a:pt x="7351" y="26108"/>
                    <a:pt x="0" y="20277"/>
                    <a:pt x="0" y="13054"/>
                  </a:cubicBezTo>
                  <a:cubicBezTo>
                    <a:pt x="0" y="5830"/>
                    <a:pt x="7351" y="0"/>
                    <a:pt x="16349" y="0"/>
                  </a:cubicBezTo>
                  <a:cubicBezTo>
                    <a:pt x="25347" y="0"/>
                    <a:pt x="32698" y="5830"/>
                    <a:pt x="32698" y="1305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0" name="Freeform: Shape 3019">
              <a:extLst>
                <a:ext uri="{FF2B5EF4-FFF2-40B4-BE49-F238E27FC236}">
                  <a16:creationId xmlns:a16="http://schemas.microsoft.com/office/drawing/2014/main" id="{5BD7B10C-A80A-6E57-DA73-E0E84D70FDE7}"/>
                </a:ext>
              </a:extLst>
            </p:cNvPr>
            <p:cNvSpPr/>
            <p:nvPr/>
          </p:nvSpPr>
          <p:spPr>
            <a:xfrm>
              <a:off x="2966002" y="5365523"/>
              <a:ext cx="31937" cy="25347"/>
            </a:xfrm>
            <a:custGeom>
              <a:avLst/>
              <a:gdLst>
                <a:gd name="connsiteX0" fmla="*/ 31938 w 31937"/>
                <a:gd name="connsiteY0" fmla="*/ 12674 h 25347"/>
                <a:gd name="connsiteX1" fmla="*/ 15969 w 31937"/>
                <a:gd name="connsiteY1" fmla="*/ 25347 h 25347"/>
                <a:gd name="connsiteX2" fmla="*/ 0 w 31937"/>
                <a:gd name="connsiteY2" fmla="*/ 12674 h 25347"/>
                <a:gd name="connsiteX3" fmla="*/ 15969 w 31937"/>
                <a:gd name="connsiteY3" fmla="*/ 0 h 25347"/>
                <a:gd name="connsiteX4" fmla="*/ 31938 w 31937"/>
                <a:gd name="connsiteY4" fmla="*/ 12674 h 25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937" h="25347">
                  <a:moveTo>
                    <a:pt x="31938" y="12674"/>
                  </a:moveTo>
                  <a:cubicBezTo>
                    <a:pt x="31938" y="19644"/>
                    <a:pt x="24840" y="25347"/>
                    <a:pt x="15969" y="25347"/>
                  </a:cubicBezTo>
                  <a:cubicBezTo>
                    <a:pt x="7097" y="25347"/>
                    <a:pt x="0" y="19644"/>
                    <a:pt x="0" y="12674"/>
                  </a:cubicBezTo>
                  <a:cubicBezTo>
                    <a:pt x="0" y="5703"/>
                    <a:pt x="7224" y="0"/>
                    <a:pt x="15969" y="0"/>
                  </a:cubicBezTo>
                  <a:cubicBezTo>
                    <a:pt x="24713" y="0"/>
                    <a:pt x="31938" y="5703"/>
                    <a:pt x="31938" y="1267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1" name="Freeform: Shape 3020">
              <a:extLst>
                <a:ext uri="{FF2B5EF4-FFF2-40B4-BE49-F238E27FC236}">
                  <a16:creationId xmlns:a16="http://schemas.microsoft.com/office/drawing/2014/main" id="{B0F3C345-3FF7-D3B7-7380-951B049788E7}"/>
                </a:ext>
              </a:extLst>
            </p:cNvPr>
            <p:cNvSpPr/>
            <p:nvPr/>
          </p:nvSpPr>
          <p:spPr>
            <a:xfrm>
              <a:off x="2887933" y="5282004"/>
              <a:ext cx="31937" cy="25347"/>
            </a:xfrm>
            <a:custGeom>
              <a:avLst/>
              <a:gdLst>
                <a:gd name="connsiteX0" fmla="*/ 31938 w 31937"/>
                <a:gd name="connsiteY0" fmla="*/ 12674 h 25347"/>
                <a:gd name="connsiteX1" fmla="*/ 15969 w 31937"/>
                <a:gd name="connsiteY1" fmla="*/ 25347 h 25347"/>
                <a:gd name="connsiteX2" fmla="*/ 0 w 31937"/>
                <a:gd name="connsiteY2" fmla="*/ 12674 h 25347"/>
                <a:gd name="connsiteX3" fmla="*/ 15969 w 31937"/>
                <a:gd name="connsiteY3" fmla="*/ 0 h 25347"/>
                <a:gd name="connsiteX4" fmla="*/ 31938 w 31937"/>
                <a:gd name="connsiteY4" fmla="*/ 12674 h 25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937" h="25347">
                  <a:moveTo>
                    <a:pt x="31938" y="12674"/>
                  </a:moveTo>
                  <a:cubicBezTo>
                    <a:pt x="31938" y="19644"/>
                    <a:pt x="24714" y="25347"/>
                    <a:pt x="15969" y="25347"/>
                  </a:cubicBezTo>
                  <a:cubicBezTo>
                    <a:pt x="7224" y="25347"/>
                    <a:pt x="0" y="19644"/>
                    <a:pt x="0" y="12674"/>
                  </a:cubicBezTo>
                  <a:cubicBezTo>
                    <a:pt x="0" y="5703"/>
                    <a:pt x="7224" y="0"/>
                    <a:pt x="15969" y="0"/>
                  </a:cubicBezTo>
                  <a:cubicBezTo>
                    <a:pt x="24714" y="0"/>
                    <a:pt x="31938" y="5703"/>
                    <a:pt x="31938" y="1267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2" name="Freeform: Shape 3021">
              <a:extLst>
                <a:ext uri="{FF2B5EF4-FFF2-40B4-BE49-F238E27FC236}">
                  <a16:creationId xmlns:a16="http://schemas.microsoft.com/office/drawing/2014/main" id="{99A70FA8-2119-A84B-4932-E85FCB38B3F5}"/>
                </a:ext>
              </a:extLst>
            </p:cNvPr>
            <p:cNvSpPr/>
            <p:nvPr/>
          </p:nvSpPr>
          <p:spPr>
            <a:xfrm>
              <a:off x="2813285" y="5196457"/>
              <a:ext cx="31937" cy="25347"/>
            </a:xfrm>
            <a:custGeom>
              <a:avLst/>
              <a:gdLst>
                <a:gd name="connsiteX0" fmla="*/ 31938 w 31937"/>
                <a:gd name="connsiteY0" fmla="*/ 12674 h 25347"/>
                <a:gd name="connsiteX1" fmla="*/ 15969 w 31937"/>
                <a:gd name="connsiteY1" fmla="*/ 25347 h 25347"/>
                <a:gd name="connsiteX2" fmla="*/ 0 w 31937"/>
                <a:gd name="connsiteY2" fmla="*/ 12674 h 25347"/>
                <a:gd name="connsiteX3" fmla="*/ 15969 w 31937"/>
                <a:gd name="connsiteY3" fmla="*/ 0 h 25347"/>
                <a:gd name="connsiteX4" fmla="*/ 31938 w 31937"/>
                <a:gd name="connsiteY4" fmla="*/ 12674 h 25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937" h="25347">
                  <a:moveTo>
                    <a:pt x="31938" y="12674"/>
                  </a:moveTo>
                  <a:cubicBezTo>
                    <a:pt x="31938" y="19644"/>
                    <a:pt x="24713" y="25347"/>
                    <a:pt x="15969" y="25347"/>
                  </a:cubicBezTo>
                  <a:cubicBezTo>
                    <a:pt x="7224" y="25347"/>
                    <a:pt x="0" y="19644"/>
                    <a:pt x="0" y="12674"/>
                  </a:cubicBezTo>
                  <a:cubicBezTo>
                    <a:pt x="0" y="5703"/>
                    <a:pt x="7224" y="0"/>
                    <a:pt x="15969" y="0"/>
                  </a:cubicBezTo>
                  <a:cubicBezTo>
                    <a:pt x="24713" y="0"/>
                    <a:pt x="31938" y="5703"/>
                    <a:pt x="31938" y="1267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3" name="Freeform: Shape 3022">
              <a:extLst>
                <a:ext uri="{FF2B5EF4-FFF2-40B4-BE49-F238E27FC236}">
                  <a16:creationId xmlns:a16="http://schemas.microsoft.com/office/drawing/2014/main" id="{1FE4AA86-BB1C-341E-9C66-13FEB69385AB}"/>
                </a:ext>
              </a:extLst>
            </p:cNvPr>
            <p:cNvSpPr/>
            <p:nvPr/>
          </p:nvSpPr>
          <p:spPr>
            <a:xfrm>
              <a:off x="2742313" y="5109137"/>
              <a:ext cx="31937" cy="25347"/>
            </a:xfrm>
            <a:custGeom>
              <a:avLst/>
              <a:gdLst>
                <a:gd name="connsiteX0" fmla="*/ 31937 w 31937"/>
                <a:gd name="connsiteY0" fmla="*/ 12674 h 25347"/>
                <a:gd name="connsiteX1" fmla="*/ 15969 w 31937"/>
                <a:gd name="connsiteY1" fmla="*/ 25347 h 25347"/>
                <a:gd name="connsiteX2" fmla="*/ 0 w 31937"/>
                <a:gd name="connsiteY2" fmla="*/ 12674 h 25347"/>
                <a:gd name="connsiteX3" fmla="*/ 15969 w 31937"/>
                <a:gd name="connsiteY3" fmla="*/ 0 h 25347"/>
                <a:gd name="connsiteX4" fmla="*/ 31937 w 31937"/>
                <a:gd name="connsiteY4" fmla="*/ 12674 h 25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937" h="25347">
                  <a:moveTo>
                    <a:pt x="31937" y="12674"/>
                  </a:moveTo>
                  <a:cubicBezTo>
                    <a:pt x="31937" y="19644"/>
                    <a:pt x="24840" y="25347"/>
                    <a:pt x="15969" y="25347"/>
                  </a:cubicBezTo>
                  <a:cubicBezTo>
                    <a:pt x="7097" y="25347"/>
                    <a:pt x="0" y="19644"/>
                    <a:pt x="0" y="12674"/>
                  </a:cubicBezTo>
                  <a:cubicBezTo>
                    <a:pt x="0" y="5703"/>
                    <a:pt x="7224" y="0"/>
                    <a:pt x="15969" y="0"/>
                  </a:cubicBezTo>
                  <a:cubicBezTo>
                    <a:pt x="24713" y="0"/>
                    <a:pt x="31937" y="5703"/>
                    <a:pt x="31937" y="1267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4" name="Freeform: Shape 3023">
              <a:extLst>
                <a:ext uri="{FF2B5EF4-FFF2-40B4-BE49-F238E27FC236}">
                  <a16:creationId xmlns:a16="http://schemas.microsoft.com/office/drawing/2014/main" id="{216FCDEA-27AD-7414-97B8-166E3C4DC278}"/>
                </a:ext>
              </a:extLst>
            </p:cNvPr>
            <p:cNvSpPr/>
            <p:nvPr/>
          </p:nvSpPr>
          <p:spPr>
            <a:xfrm>
              <a:off x="2674890" y="5019914"/>
              <a:ext cx="31937" cy="25347"/>
            </a:xfrm>
            <a:custGeom>
              <a:avLst/>
              <a:gdLst>
                <a:gd name="connsiteX0" fmla="*/ 31938 w 31937"/>
                <a:gd name="connsiteY0" fmla="*/ 12674 h 25347"/>
                <a:gd name="connsiteX1" fmla="*/ 15969 w 31937"/>
                <a:gd name="connsiteY1" fmla="*/ 25347 h 25347"/>
                <a:gd name="connsiteX2" fmla="*/ 0 w 31937"/>
                <a:gd name="connsiteY2" fmla="*/ 12674 h 25347"/>
                <a:gd name="connsiteX3" fmla="*/ 15969 w 31937"/>
                <a:gd name="connsiteY3" fmla="*/ 0 h 25347"/>
                <a:gd name="connsiteX4" fmla="*/ 31938 w 31937"/>
                <a:gd name="connsiteY4" fmla="*/ 12674 h 25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937" h="25347">
                  <a:moveTo>
                    <a:pt x="31938" y="12674"/>
                  </a:moveTo>
                  <a:cubicBezTo>
                    <a:pt x="31938" y="19644"/>
                    <a:pt x="24713" y="25347"/>
                    <a:pt x="15969" y="25347"/>
                  </a:cubicBezTo>
                  <a:cubicBezTo>
                    <a:pt x="7224" y="25347"/>
                    <a:pt x="0" y="19644"/>
                    <a:pt x="0" y="12674"/>
                  </a:cubicBezTo>
                  <a:cubicBezTo>
                    <a:pt x="0" y="5703"/>
                    <a:pt x="7224" y="0"/>
                    <a:pt x="15969" y="0"/>
                  </a:cubicBezTo>
                  <a:cubicBezTo>
                    <a:pt x="24713" y="0"/>
                    <a:pt x="31938" y="5703"/>
                    <a:pt x="31938" y="1267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5" name="Freeform: Shape 3024">
              <a:extLst>
                <a:ext uri="{FF2B5EF4-FFF2-40B4-BE49-F238E27FC236}">
                  <a16:creationId xmlns:a16="http://schemas.microsoft.com/office/drawing/2014/main" id="{1078CF96-EE25-9FAC-EAF1-9C08B83129C8}"/>
                </a:ext>
              </a:extLst>
            </p:cNvPr>
            <p:cNvSpPr/>
            <p:nvPr/>
          </p:nvSpPr>
          <p:spPr>
            <a:xfrm>
              <a:off x="2611395" y="4929298"/>
              <a:ext cx="31430" cy="24840"/>
            </a:xfrm>
            <a:custGeom>
              <a:avLst/>
              <a:gdLst>
                <a:gd name="connsiteX0" fmla="*/ 31430 w 31430"/>
                <a:gd name="connsiteY0" fmla="*/ 12420 h 24840"/>
                <a:gd name="connsiteX1" fmla="*/ 15715 w 31430"/>
                <a:gd name="connsiteY1" fmla="*/ 24840 h 24840"/>
                <a:gd name="connsiteX2" fmla="*/ 0 w 31430"/>
                <a:gd name="connsiteY2" fmla="*/ 12420 h 24840"/>
                <a:gd name="connsiteX3" fmla="*/ 15715 w 31430"/>
                <a:gd name="connsiteY3" fmla="*/ 0 h 24840"/>
                <a:gd name="connsiteX4" fmla="*/ 31430 w 31430"/>
                <a:gd name="connsiteY4" fmla="*/ 12420 h 2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30" h="24840">
                  <a:moveTo>
                    <a:pt x="31430" y="12420"/>
                  </a:moveTo>
                  <a:cubicBezTo>
                    <a:pt x="31430" y="19264"/>
                    <a:pt x="24460" y="24840"/>
                    <a:pt x="15715" y="24840"/>
                  </a:cubicBezTo>
                  <a:cubicBezTo>
                    <a:pt x="6971" y="24840"/>
                    <a:pt x="0" y="19264"/>
                    <a:pt x="0" y="12420"/>
                  </a:cubicBezTo>
                  <a:cubicBezTo>
                    <a:pt x="0" y="5576"/>
                    <a:pt x="6971" y="0"/>
                    <a:pt x="15715" y="0"/>
                  </a:cubicBezTo>
                  <a:cubicBezTo>
                    <a:pt x="24460" y="0"/>
                    <a:pt x="31430" y="5576"/>
                    <a:pt x="31430" y="1242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6" name="Freeform: Shape 3025">
              <a:extLst>
                <a:ext uri="{FF2B5EF4-FFF2-40B4-BE49-F238E27FC236}">
                  <a16:creationId xmlns:a16="http://schemas.microsoft.com/office/drawing/2014/main" id="{2EE75608-17A2-CA8D-30C6-83C0F5670A97}"/>
                </a:ext>
              </a:extLst>
            </p:cNvPr>
            <p:cNvSpPr/>
            <p:nvPr/>
          </p:nvSpPr>
          <p:spPr>
            <a:xfrm>
              <a:off x="2551449" y="4836781"/>
              <a:ext cx="31430" cy="24840"/>
            </a:xfrm>
            <a:custGeom>
              <a:avLst/>
              <a:gdLst>
                <a:gd name="connsiteX0" fmla="*/ 31430 w 31430"/>
                <a:gd name="connsiteY0" fmla="*/ 12420 h 24840"/>
                <a:gd name="connsiteX1" fmla="*/ 15715 w 31430"/>
                <a:gd name="connsiteY1" fmla="*/ 24841 h 24840"/>
                <a:gd name="connsiteX2" fmla="*/ 0 w 31430"/>
                <a:gd name="connsiteY2" fmla="*/ 12420 h 24840"/>
                <a:gd name="connsiteX3" fmla="*/ 15715 w 31430"/>
                <a:gd name="connsiteY3" fmla="*/ 0 h 24840"/>
                <a:gd name="connsiteX4" fmla="*/ 31430 w 31430"/>
                <a:gd name="connsiteY4" fmla="*/ 12420 h 2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30" h="24840">
                  <a:moveTo>
                    <a:pt x="31430" y="12420"/>
                  </a:moveTo>
                  <a:cubicBezTo>
                    <a:pt x="31430" y="19264"/>
                    <a:pt x="24333" y="24841"/>
                    <a:pt x="15715" y="24841"/>
                  </a:cubicBezTo>
                  <a:cubicBezTo>
                    <a:pt x="7097" y="24841"/>
                    <a:pt x="0" y="19264"/>
                    <a:pt x="0" y="12420"/>
                  </a:cubicBezTo>
                  <a:cubicBezTo>
                    <a:pt x="0" y="5576"/>
                    <a:pt x="6970" y="0"/>
                    <a:pt x="15715" y="0"/>
                  </a:cubicBezTo>
                  <a:cubicBezTo>
                    <a:pt x="24460" y="0"/>
                    <a:pt x="31430" y="5576"/>
                    <a:pt x="31430" y="1242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7" name="Freeform: Shape 3026">
              <a:extLst>
                <a:ext uri="{FF2B5EF4-FFF2-40B4-BE49-F238E27FC236}">
                  <a16:creationId xmlns:a16="http://schemas.microsoft.com/office/drawing/2014/main" id="{34F3F7D5-54B0-48F9-DA41-0AF15C88162D}"/>
                </a:ext>
              </a:extLst>
            </p:cNvPr>
            <p:cNvSpPr/>
            <p:nvPr/>
          </p:nvSpPr>
          <p:spPr>
            <a:xfrm>
              <a:off x="2495812" y="4742996"/>
              <a:ext cx="30670" cy="24333"/>
            </a:xfrm>
            <a:custGeom>
              <a:avLst/>
              <a:gdLst>
                <a:gd name="connsiteX0" fmla="*/ 30670 w 30670"/>
                <a:gd name="connsiteY0" fmla="*/ 12167 h 24333"/>
                <a:gd name="connsiteX1" fmla="*/ 15335 w 30670"/>
                <a:gd name="connsiteY1" fmla="*/ 24333 h 24333"/>
                <a:gd name="connsiteX2" fmla="*/ 0 w 30670"/>
                <a:gd name="connsiteY2" fmla="*/ 12167 h 24333"/>
                <a:gd name="connsiteX3" fmla="*/ 15335 w 30670"/>
                <a:gd name="connsiteY3" fmla="*/ 0 h 24333"/>
                <a:gd name="connsiteX4" fmla="*/ 30670 w 30670"/>
                <a:gd name="connsiteY4" fmla="*/ 12167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70" h="24333">
                  <a:moveTo>
                    <a:pt x="30670" y="12167"/>
                  </a:moveTo>
                  <a:cubicBezTo>
                    <a:pt x="30670" y="18884"/>
                    <a:pt x="23826" y="24333"/>
                    <a:pt x="15335" y="24333"/>
                  </a:cubicBezTo>
                  <a:cubicBezTo>
                    <a:pt x="6844" y="24333"/>
                    <a:pt x="0" y="18884"/>
                    <a:pt x="0" y="12167"/>
                  </a:cubicBezTo>
                  <a:cubicBezTo>
                    <a:pt x="0" y="5450"/>
                    <a:pt x="6844" y="0"/>
                    <a:pt x="15335" y="0"/>
                  </a:cubicBezTo>
                  <a:cubicBezTo>
                    <a:pt x="23826" y="0"/>
                    <a:pt x="30670" y="5450"/>
                    <a:pt x="30670" y="121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8" name="Freeform: Shape 3027">
              <a:extLst>
                <a:ext uri="{FF2B5EF4-FFF2-40B4-BE49-F238E27FC236}">
                  <a16:creationId xmlns:a16="http://schemas.microsoft.com/office/drawing/2014/main" id="{C595F1F0-520F-EAD5-FD71-5E6BCE2DFB52}"/>
                </a:ext>
              </a:extLst>
            </p:cNvPr>
            <p:cNvSpPr/>
            <p:nvPr/>
          </p:nvSpPr>
          <p:spPr>
            <a:xfrm>
              <a:off x="2443597" y="4647564"/>
              <a:ext cx="30670" cy="24333"/>
            </a:xfrm>
            <a:custGeom>
              <a:avLst/>
              <a:gdLst>
                <a:gd name="connsiteX0" fmla="*/ 30670 w 30670"/>
                <a:gd name="connsiteY0" fmla="*/ 12167 h 24333"/>
                <a:gd name="connsiteX1" fmla="*/ 15335 w 30670"/>
                <a:gd name="connsiteY1" fmla="*/ 24333 h 24333"/>
                <a:gd name="connsiteX2" fmla="*/ 0 w 30670"/>
                <a:gd name="connsiteY2" fmla="*/ 12167 h 24333"/>
                <a:gd name="connsiteX3" fmla="*/ 15335 w 30670"/>
                <a:gd name="connsiteY3" fmla="*/ 0 h 24333"/>
                <a:gd name="connsiteX4" fmla="*/ 30670 w 30670"/>
                <a:gd name="connsiteY4" fmla="*/ 12167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70" h="24333">
                  <a:moveTo>
                    <a:pt x="30670" y="12167"/>
                  </a:moveTo>
                  <a:cubicBezTo>
                    <a:pt x="30670" y="18884"/>
                    <a:pt x="23826" y="24333"/>
                    <a:pt x="15335" y="24333"/>
                  </a:cubicBezTo>
                  <a:cubicBezTo>
                    <a:pt x="6844" y="24333"/>
                    <a:pt x="0" y="18884"/>
                    <a:pt x="0" y="12167"/>
                  </a:cubicBezTo>
                  <a:cubicBezTo>
                    <a:pt x="0" y="5450"/>
                    <a:pt x="6844" y="0"/>
                    <a:pt x="15335" y="0"/>
                  </a:cubicBezTo>
                  <a:cubicBezTo>
                    <a:pt x="23826" y="0"/>
                    <a:pt x="30670" y="5450"/>
                    <a:pt x="30670" y="121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9" name="Freeform: Shape 3028">
              <a:extLst>
                <a:ext uri="{FF2B5EF4-FFF2-40B4-BE49-F238E27FC236}">
                  <a16:creationId xmlns:a16="http://schemas.microsoft.com/office/drawing/2014/main" id="{9AC82A32-4BA6-308A-29A4-50BFA429D26D}"/>
                </a:ext>
              </a:extLst>
            </p:cNvPr>
            <p:cNvSpPr/>
            <p:nvPr/>
          </p:nvSpPr>
          <p:spPr>
            <a:xfrm>
              <a:off x="2395817" y="4551245"/>
              <a:ext cx="29909" cy="23573"/>
            </a:xfrm>
            <a:custGeom>
              <a:avLst/>
              <a:gdLst>
                <a:gd name="connsiteX0" fmla="*/ 29910 w 29909"/>
                <a:gd name="connsiteY0" fmla="*/ 11787 h 23573"/>
                <a:gd name="connsiteX1" fmla="*/ 14955 w 29909"/>
                <a:gd name="connsiteY1" fmla="*/ 23573 h 23573"/>
                <a:gd name="connsiteX2" fmla="*/ 0 w 29909"/>
                <a:gd name="connsiteY2" fmla="*/ 11787 h 23573"/>
                <a:gd name="connsiteX3" fmla="*/ 14955 w 29909"/>
                <a:gd name="connsiteY3" fmla="*/ 0 h 23573"/>
                <a:gd name="connsiteX4" fmla="*/ 29910 w 29909"/>
                <a:gd name="connsiteY4" fmla="*/ 11787 h 23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909" h="23573">
                  <a:moveTo>
                    <a:pt x="29910" y="11787"/>
                  </a:moveTo>
                  <a:cubicBezTo>
                    <a:pt x="29910" y="18377"/>
                    <a:pt x="23193" y="23573"/>
                    <a:pt x="14955" y="23573"/>
                  </a:cubicBezTo>
                  <a:cubicBezTo>
                    <a:pt x="6717" y="23573"/>
                    <a:pt x="0" y="18250"/>
                    <a:pt x="0" y="11787"/>
                  </a:cubicBezTo>
                  <a:cubicBezTo>
                    <a:pt x="0" y="5323"/>
                    <a:pt x="6717" y="0"/>
                    <a:pt x="14955" y="0"/>
                  </a:cubicBezTo>
                  <a:cubicBezTo>
                    <a:pt x="23193" y="0"/>
                    <a:pt x="29910" y="5323"/>
                    <a:pt x="29910" y="1178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0" name="Freeform: Shape 3029">
              <a:extLst>
                <a:ext uri="{FF2B5EF4-FFF2-40B4-BE49-F238E27FC236}">
                  <a16:creationId xmlns:a16="http://schemas.microsoft.com/office/drawing/2014/main" id="{B62C40C5-683B-D69F-15CB-9336A82C0B00}"/>
                </a:ext>
              </a:extLst>
            </p:cNvPr>
            <p:cNvSpPr/>
            <p:nvPr/>
          </p:nvSpPr>
          <p:spPr>
            <a:xfrm>
              <a:off x="2351967" y="4453405"/>
              <a:ext cx="29275" cy="23192"/>
            </a:xfrm>
            <a:custGeom>
              <a:avLst/>
              <a:gdLst>
                <a:gd name="connsiteX0" fmla="*/ 29276 w 29275"/>
                <a:gd name="connsiteY0" fmla="*/ 11660 h 23192"/>
                <a:gd name="connsiteX1" fmla="*/ 14701 w 29275"/>
                <a:gd name="connsiteY1" fmla="*/ 23193 h 23192"/>
                <a:gd name="connsiteX2" fmla="*/ 0 w 29275"/>
                <a:gd name="connsiteY2" fmla="*/ 11660 h 23192"/>
                <a:gd name="connsiteX3" fmla="*/ 14701 w 29275"/>
                <a:gd name="connsiteY3" fmla="*/ 0 h 23192"/>
                <a:gd name="connsiteX4" fmla="*/ 29276 w 29275"/>
                <a:gd name="connsiteY4" fmla="*/ 11660 h 23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275" h="23192">
                  <a:moveTo>
                    <a:pt x="29276" y="11660"/>
                  </a:moveTo>
                  <a:cubicBezTo>
                    <a:pt x="29276" y="18124"/>
                    <a:pt x="22686" y="23193"/>
                    <a:pt x="14701" y="23193"/>
                  </a:cubicBezTo>
                  <a:cubicBezTo>
                    <a:pt x="6717" y="23193"/>
                    <a:pt x="0" y="17997"/>
                    <a:pt x="0" y="11660"/>
                  </a:cubicBezTo>
                  <a:cubicBezTo>
                    <a:pt x="0" y="5323"/>
                    <a:pt x="6590" y="0"/>
                    <a:pt x="14701" y="0"/>
                  </a:cubicBezTo>
                  <a:cubicBezTo>
                    <a:pt x="22813" y="0"/>
                    <a:pt x="29276" y="5196"/>
                    <a:pt x="29276" y="1166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1" name="Freeform: Shape 3030">
              <a:extLst>
                <a:ext uri="{FF2B5EF4-FFF2-40B4-BE49-F238E27FC236}">
                  <a16:creationId xmlns:a16="http://schemas.microsoft.com/office/drawing/2014/main" id="{9AE1A850-1163-1AA1-5A42-4646094A7DDD}"/>
                </a:ext>
              </a:extLst>
            </p:cNvPr>
            <p:cNvSpPr/>
            <p:nvPr/>
          </p:nvSpPr>
          <p:spPr>
            <a:xfrm>
              <a:off x="2311918" y="4354424"/>
              <a:ext cx="29275" cy="23192"/>
            </a:xfrm>
            <a:custGeom>
              <a:avLst/>
              <a:gdLst>
                <a:gd name="connsiteX0" fmla="*/ 29276 w 29275"/>
                <a:gd name="connsiteY0" fmla="*/ 11660 h 23192"/>
                <a:gd name="connsiteX1" fmla="*/ 14575 w 29275"/>
                <a:gd name="connsiteY1" fmla="*/ 23193 h 23192"/>
                <a:gd name="connsiteX2" fmla="*/ 0 w 29275"/>
                <a:gd name="connsiteY2" fmla="*/ 11660 h 23192"/>
                <a:gd name="connsiteX3" fmla="*/ 14575 w 29275"/>
                <a:gd name="connsiteY3" fmla="*/ 0 h 23192"/>
                <a:gd name="connsiteX4" fmla="*/ 29276 w 29275"/>
                <a:gd name="connsiteY4" fmla="*/ 11660 h 23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275" h="23192">
                  <a:moveTo>
                    <a:pt x="29276" y="11660"/>
                  </a:moveTo>
                  <a:cubicBezTo>
                    <a:pt x="29276" y="18124"/>
                    <a:pt x="22686" y="23193"/>
                    <a:pt x="14575" y="23193"/>
                  </a:cubicBezTo>
                  <a:cubicBezTo>
                    <a:pt x="6463" y="23193"/>
                    <a:pt x="0" y="17997"/>
                    <a:pt x="0" y="11660"/>
                  </a:cubicBezTo>
                  <a:cubicBezTo>
                    <a:pt x="0" y="5323"/>
                    <a:pt x="6590" y="0"/>
                    <a:pt x="14575" y="0"/>
                  </a:cubicBezTo>
                  <a:cubicBezTo>
                    <a:pt x="22559" y="0"/>
                    <a:pt x="29276" y="5196"/>
                    <a:pt x="29276" y="1166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2" name="Freeform: Shape 3031">
              <a:extLst>
                <a:ext uri="{FF2B5EF4-FFF2-40B4-BE49-F238E27FC236}">
                  <a16:creationId xmlns:a16="http://schemas.microsoft.com/office/drawing/2014/main" id="{DC5F9B7D-F255-0553-9D41-D5E02CEBD106}"/>
                </a:ext>
              </a:extLst>
            </p:cNvPr>
            <p:cNvSpPr/>
            <p:nvPr/>
          </p:nvSpPr>
          <p:spPr>
            <a:xfrm>
              <a:off x="2276305" y="4254810"/>
              <a:ext cx="28515" cy="22558"/>
            </a:xfrm>
            <a:custGeom>
              <a:avLst/>
              <a:gdLst>
                <a:gd name="connsiteX0" fmla="*/ 28516 w 28515"/>
                <a:gd name="connsiteY0" fmla="*/ 11279 h 22558"/>
                <a:gd name="connsiteX1" fmla="*/ 14194 w 28515"/>
                <a:gd name="connsiteY1" fmla="*/ 22559 h 22558"/>
                <a:gd name="connsiteX2" fmla="*/ 0 w 28515"/>
                <a:gd name="connsiteY2" fmla="*/ 11279 h 22558"/>
                <a:gd name="connsiteX3" fmla="*/ 14194 w 28515"/>
                <a:gd name="connsiteY3" fmla="*/ 0 h 22558"/>
                <a:gd name="connsiteX4" fmla="*/ 28516 w 28515"/>
                <a:gd name="connsiteY4" fmla="*/ 11279 h 22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15" h="22558">
                  <a:moveTo>
                    <a:pt x="28516" y="11279"/>
                  </a:moveTo>
                  <a:cubicBezTo>
                    <a:pt x="28516" y="17490"/>
                    <a:pt x="22179" y="22559"/>
                    <a:pt x="14194" y="22559"/>
                  </a:cubicBezTo>
                  <a:cubicBezTo>
                    <a:pt x="6210" y="22559"/>
                    <a:pt x="0" y="17490"/>
                    <a:pt x="0" y="11279"/>
                  </a:cubicBezTo>
                  <a:cubicBezTo>
                    <a:pt x="0" y="5069"/>
                    <a:pt x="6337" y="0"/>
                    <a:pt x="14194" y="0"/>
                  </a:cubicBezTo>
                  <a:cubicBezTo>
                    <a:pt x="22052" y="0"/>
                    <a:pt x="28516" y="5069"/>
                    <a:pt x="28516" y="1127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3" name="Freeform: Shape 3032">
              <a:extLst>
                <a:ext uri="{FF2B5EF4-FFF2-40B4-BE49-F238E27FC236}">
                  <a16:creationId xmlns:a16="http://schemas.microsoft.com/office/drawing/2014/main" id="{15355C26-4F26-1D35-3811-1B2B00A181B6}"/>
                </a:ext>
              </a:extLst>
            </p:cNvPr>
            <p:cNvSpPr/>
            <p:nvPr/>
          </p:nvSpPr>
          <p:spPr>
            <a:xfrm>
              <a:off x="2244875" y="4154181"/>
              <a:ext cx="27628" cy="21925"/>
            </a:xfrm>
            <a:custGeom>
              <a:avLst/>
              <a:gdLst>
                <a:gd name="connsiteX0" fmla="*/ 27628 w 27628"/>
                <a:gd name="connsiteY0" fmla="*/ 11026 h 21925"/>
                <a:gd name="connsiteX1" fmla="*/ 13814 w 27628"/>
                <a:gd name="connsiteY1" fmla="*/ 21925 h 21925"/>
                <a:gd name="connsiteX2" fmla="*/ 0 w 27628"/>
                <a:gd name="connsiteY2" fmla="*/ 11026 h 21925"/>
                <a:gd name="connsiteX3" fmla="*/ 13814 w 27628"/>
                <a:gd name="connsiteY3" fmla="*/ 0 h 21925"/>
                <a:gd name="connsiteX4" fmla="*/ 27628 w 27628"/>
                <a:gd name="connsiteY4" fmla="*/ 11026 h 2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28" h="21925">
                  <a:moveTo>
                    <a:pt x="27628" y="11026"/>
                  </a:moveTo>
                  <a:cubicBezTo>
                    <a:pt x="27628" y="17109"/>
                    <a:pt x="21418" y="21925"/>
                    <a:pt x="13814" y="21925"/>
                  </a:cubicBezTo>
                  <a:cubicBezTo>
                    <a:pt x="6210" y="21925"/>
                    <a:pt x="0" y="16983"/>
                    <a:pt x="0" y="11026"/>
                  </a:cubicBezTo>
                  <a:cubicBezTo>
                    <a:pt x="0" y="5069"/>
                    <a:pt x="6210" y="0"/>
                    <a:pt x="13814" y="0"/>
                  </a:cubicBezTo>
                  <a:cubicBezTo>
                    <a:pt x="21418" y="0"/>
                    <a:pt x="27628" y="4943"/>
                    <a:pt x="27628" y="1102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4" name="Freeform: Shape 3033">
              <a:extLst>
                <a:ext uri="{FF2B5EF4-FFF2-40B4-BE49-F238E27FC236}">
                  <a16:creationId xmlns:a16="http://schemas.microsoft.com/office/drawing/2014/main" id="{0DA0BD09-B9FC-CA3B-9653-B6E7FB15154C}"/>
                </a:ext>
              </a:extLst>
            </p:cNvPr>
            <p:cNvSpPr/>
            <p:nvPr/>
          </p:nvSpPr>
          <p:spPr>
            <a:xfrm>
              <a:off x="2217626" y="4052919"/>
              <a:ext cx="26868" cy="21291"/>
            </a:xfrm>
            <a:custGeom>
              <a:avLst/>
              <a:gdLst>
                <a:gd name="connsiteX0" fmla="*/ 26868 w 26868"/>
                <a:gd name="connsiteY0" fmla="*/ 10646 h 21291"/>
                <a:gd name="connsiteX1" fmla="*/ 13434 w 26868"/>
                <a:gd name="connsiteY1" fmla="*/ 21292 h 21291"/>
                <a:gd name="connsiteX2" fmla="*/ 0 w 26868"/>
                <a:gd name="connsiteY2" fmla="*/ 10646 h 21291"/>
                <a:gd name="connsiteX3" fmla="*/ 13434 w 26868"/>
                <a:gd name="connsiteY3" fmla="*/ 0 h 21291"/>
                <a:gd name="connsiteX4" fmla="*/ 26868 w 26868"/>
                <a:gd name="connsiteY4" fmla="*/ 10646 h 2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68" h="21291">
                  <a:moveTo>
                    <a:pt x="26868" y="10646"/>
                  </a:moveTo>
                  <a:cubicBezTo>
                    <a:pt x="26868" y="16602"/>
                    <a:pt x="20912" y="21292"/>
                    <a:pt x="13434" y="21292"/>
                  </a:cubicBezTo>
                  <a:cubicBezTo>
                    <a:pt x="5957" y="21292"/>
                    <a:pt x="0" y="16476"/>
                    <a:pt x="0" y="10646"/>
                  </a:cubicBezTo>
                  <a:cubicBezTo>
                    <a:pt x="0" y="4816"/>
                    <a:pt x="6083" y="0"/>
                    <a:pt x="13434" y="0"/>
                  </a:cubicBezTo>
                  <a:cubicBezTo>
                    <a:pt x="20785" y="0"/>
                    <a:pt x="26868" y="4816"/>
                    <a:pt x="26868" y="1064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5" name="Freeform: Shape 3034">
              <a:extLst>
                <a:ext uri="{FF2B5EF4-FFF2-40B4-BE49-F238E27FC236}">
                  <a16:creationId xmlns:a16="http://schemas.microsoft.com/office/drawing/2014/main" id="{D432CA40-1CA2-DDBF-D907-ED18D7C47417}"/>
                </a:ext>
              </a:extLst>
            </p:cNvPr>
            <p:cNvSpPr/>
            <p:nvPr/>
          </p:nvSpPr>
          <p:spPr>
            <a:xfrm>
              <a:off x="2194053" y="3950643"/>
              <a:ext cx="26868" cy="21291"/>
            </a:xfrm>
            <a:custGeom>
              <a:avLst/>
              <a:gdLst>
                <a:gd name="connsiteX0" fmla="*/ 26868 w 26868"/>
                <a:gd name="connsiteY0" fmla="*/ 10646 h 21291"/>
                <a:gd name="connsiteX1" fmla="*/ 13434 w 26868"/>
                <a:gd name="connsiteY1" fmla="*/ 21292 h 21291"/>
                <a:gd name="connsiteX2" fmla="*/ 0 w 26868"/>
                <a:gd name="connsiteY2" fmla="*/ 10646 h 21291"/>
                <a:gd name="connsiteX3" fmla="*/ 13434 w 26868"/>
                <a:gd name="connsiteY3" fmla="*/ 0 h 21291"/>
                <a:gd name="connsiteX4" fmla="*/ 26868 w 26868"/>
                <a:gd name="connsiteY4" fmla="*/ 10646 h 2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68" h="21291">
                  <a:moveTo>
                    <a:pt x="26868" y="10646"/>
                  </a:moveTo>
                  <a:cubicBezTo>
                    <a:pt x="26868" y="16602"/>
                    <a:pt x="20785" y="21292"/>
                    <a:pt x="13434" y="21292"/>
                  </a:cubicBezTo>
                  <a:cubicBezTo>
                    <a:pt x="6083" y="21292"/>
                    <a:pt x="0" y="16476"/>
                    <a:pt x="0" y="10646"/>
                  </a:cubicBezTo>
                  <a:cubicBezTo>
                    <a:pt x="0" y="4816"/>
                    <a:pt x="6083" y="0"/>
                    <a:pt x="13434" y="0"/>
                  </a:cubicBezTo>
                  <a:cubicBezTo>
                    <a:pt x="20785" y="0"/>
                    <a:pt x="26868" y="4816"/>
                    <a:pt x="26868" y="1064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6" name="Freeform: Shape 3035">
              <a:extLst>
                <a:ext uri="{FF2B5EF4-FFF2-40B4-BE49-F238E27FC236}">
                  <a16:creationId xmlns:a16="http://schemas.microsoft.com/office/drawing/2014/main" id="{93A865BA-EC13-C8D9-C5CB-3DA136F349F4}"/>
                </a:ext>
              </a:extLst>
            </p:cNvPr>
            <p:cNvSpPr/>
            <p:nvPr/>
          </p:nvSpPr>
          <p:spPr>
            <a:xfrm>
              <a:off x="2175043" y="3847987"/>
              <a:ext cx="26361" cy="20784"/>
            </a:xfrm>
            <a:custGeom>
              <a:avLst/>
              <a:gdLst>
                <a:gd name="connsiteX0" fmla="*/ 26361 w 26361"/>
                <a:gd name="connsiteY0" fmla="*/ 10392 h 20784"/>
                <a:gd name="connsiteX1" fmla="*/ 13181 w 26361"/>
                <a:gd name="connsiteY1" fmla="*/ 20785 h 20784"/>
                <a:gd name="connsiteX2" fmla="*/ 0 w 26361"/>
                <a:gd name="connsiteY2" fmla="*/ 10392 h 20784"/>
                <a:gd name="connsiteX3" fmla="*/ 13181 w 26361"/>
                <a:gd name="connsiteY3" fmla="*/ 0 h 20784"/>
                <a:gd name="connsiteX4" fmla="*/ 26361 w 26361"/>
                <a:gd name="connsiteY4" fmla="*/ 10392 h 20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61" h="20784">
                  <a:moveTo>
                    <a:pt x="26361" y="10392"/>
                  </a:moveTo>
                  <a:cubicBezTo>
                    <a:pt x="26361" y="16222"/>
                    <a:pt x="20404" y="20785"/>
                    <a:pt x="13181" y="20785"/>
                  </a:cubicBezTo>
                  <a:cubicBezTo>
                    <a:pt x="5957" y="20785"/>
                    <a:pt x="0" y="16095"/>
                    <a:pt x="0" y="10392"/>
                  </a:cubicBezTo>
                  <a:cubicBezTo>
                    <a:pt x="0" y="4689"/>
                    <a:pt x="5830" y="0"/>
                    <a:pt x="13181" y="0"/>
                  </a:cubicBezTo>
                  <a:cubicBezTo>
                    <a:pt x="20531" y="0"/>
                    <a:pt x="26361" y="4689"/>
                    <a:pt x="26361" y="1039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7" name="Freeform: Shape 3036">
              <a:extLst>
                <a:ext uri="{FF2B5EF4-FFF2-40B4-BE49-F238E27FC236}">
                  <a16:creationId xmlns:a16="http://schemas.microsoft.com/office/drawing/2014/main" id="{533008B4-AC50-CF7C-444A-2B4EC8C51404}"/>
                </a:ext>
              </a:extLst>
            </p:cNvPr>
            <p:cNvSpPr/>
            <p:nvPr/>
          </p:nvSpPr>
          <p:spPr>
            <a:xfrm>
              <a:off x="2160469" y="3744951"/>
              <a:ext cx="25600" cy="20277"/>
            </a:xfrm>
            <a:custGeom>
              <a:avLst/>
              <a:gdLst>
                <a:gd name="connsiteX0" fmla="*/ 25601 w 25600"/>
                <a:gd name="connsiteY0" fmla="*/ 10139 h 20277"/>
                <a:gd name="connsiteX1" fmla="*/ 12800 w 25600"/>
                <a:gd name="connsiteY1" fmla="*/ 20278 h 20277"/>
                <a:gd name="connsiteX2" fmla="*/ 0 w 25600"/>
                <a:gd name="connsiteY2" fmla="*/ 10139 h 20277"/>
                <a:gd name="connsiteX3" fmla="*/ 12800 w 25600"/>
                <a:gd name="connsiteY3" fmla="*/ 0 h 20277"/>
                <a:gd name="connsiteX4" fmla="*/ 25601 w 25600"/>
                <a:gd name="connsiteY4" fmla="*/ 10139 h 2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00" h="20277">
                  <a:moveTo>
                    <a:pt x="25601" y="10139"/>
                  </a:moveTo>
                  <a:cubicBezTo>
                    <a:pt x="25601" y="15716"/>
                    <a:pt x="19897" y="20278"/>
                    <a:pt x="12800" y="20278"/>
                  </a:cubicBezTo>
                  <a:cubicBezTo>
                    <a:pt x="5703" y="20278"/>
                    <a:pt x="0" y="15716"/>
                    <a:pt x="0" y="10139"/>
                  </a:cubicBezTo>
                  <a:cubicBezTo>
                    <a:pt x="0" y="4563"/>
                    <a:pt x="5703" y="0"/>
                    <a:pt x="12800" y="0"/>
                  </a:cubicBezTo>
                  <a:cubicBezTo>
                    <a:pt x="19897" y="0"/>
                    <a:pt x="25601" y="4563"/>
                    <a:pt x="25601" y="1013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8" name="Freeform: Shape 3037">
              <a:extLst>
                <a:ext uri="{FF2B5EF4-FFF2-40B4-BE49-F238E27FC236}">
                  <a16:creationId xmlns:a16="http://schemas.microsoft.com/office/drawing/2014/main" id="{AFDA0104-2D0A-989D-8203-C4DE6CFB7A2A}"/>
                </a:ext>
              </a:extLst>
            </p:cNvPr>
            <p:cNvSpPr/>
            <p:nvPr/>
          </p:nvSpPr>
          <p:spPr>
            <a:xfrm>
              <a:off x="2150076" y="3641534"/>
              <a:ext cx="24840" cy="19644"/>
            </a:xfrm>
            <a:custGeom>
              <a:avLst/>
              <a:gdLst>
                <a:gd name="connsiteX0" fmla="*/ 24840 w 24840"/>
                <a:gd name="connsiteY0" fmla="*/ 9885 h 19644"/>
                <a:gd name="connsiteX1" fmla="*/ 12420 w 24840"/>
                <a:gd name="connsiteY1" fmla="*/ 19644 h 19644"/>
                <a:gd name="connsiteX2" fmla="*/ 0 w 24840"/>
                <a:gd name="connsiteY2" fmla="*/ 9885 h 19644"/>
                <a:gd name="connsiteX3" fmla="*/ 12420 w 24840"/>
                <a:gd name="connsiteY3" fmla="*/ 0 h 19644"/>
                <a:gd name="connsiteX4" fmla="*/ 24840 w 24840"/>
                <a:gd name="connsiteY4" fmla="*/ 9885 h 19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840" h="19644">
                  <a:moveTo>
                    <a:pt x="24840" y="9885"/>
                  </a:moveTo>
                  <a:cubicBezTo>
                    <a:pt x="24840" y="15335"/>
                    <a:pt x="19264" y="19644"/>
                    <a:pt x="12420" y="19644"/>
                  </a:cubicBezTo>
                  <a:cubicBezTo>
                    <a:pt x="5576" y="19644"/>
                    <a:pt x="0" y="15208"/>
                    <a:pt x="0" y="9885"/>
                  </a:cubicBezTo>
                  <a:cubicBezTo>
                    <a:pt x="0" y="4563"/>
                    <a:pt x="5576" y="0"/>
                    <a:pt x="12420" y="0"/>
                  </a:cubicBezTo>
                  <a:cubicBezTo>
                    <a:pt x="19264" y="0"/>
                    <a:pt x="24840" y="4436"/>
                    <a:pt x="24840" y="988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9" name="Freeform: Shape 3038">
              <a:extLst>
                <a:ext uri="{FF2B5EF4-FFF2-40B4-BE49-F238E27FC236}">
                  <a16:creationId xmlns:a16="http://schemas.microsoft.com/office/drawing/2014/main" id="{EB6DB413-D8C0-BCDA-0EE7-A3B25E53F65E}"/>
                </a:ext>
              </a:extLst>
            </p:cNvPr>
            <p:cNvSpPr/>
            <p:nvPr/>
          </p:nvSpPr>
          <p:spPr>
            <a:xfrm>
              <a:off x="2144119" y="3538117"/>
              <a:ext cx="24079" cy="19010"/>
            </a:xfrm>
            <a:custGeom>
              <a:avLst/>
              <a:gdLst>
                <a:gd name="connsiteX0" fmla="*/ 24080 w 24079"/>
                <a:gd name="connsiteY0" fmla="*/ 9505 h 19010"/>
                <a:gd name="connsiteX1" fmla="*/ 12040 w 24079"/>
                <a:gd name="connsiteY1" fmla="*/ 19010 h 19010"/>
                <a:gd name="connsiteX2" fmla="*/ 0 w 24079"/>
                <a:gd name="connsiteY2" fmla="*/ 9505 h 19010"/>
                <a:gd name="connsiteX3" fmla="*/ 12040 w 24079"/>
                <a:gd name="connsiteY3" fmla="*/ 0 h 19010"/>
                <a:gd name="connsiteX4" fmla="*/ 24080 w 24079"/>
                <a:gd name="connsiteY4" fmla="*/ 9505 h 19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79" h="19010">
                  <a:moveTo>
                    <a:pt x="24080" y="9505"/>
                  </a:moveTo>
                  <a:cubicBezTo>
                    <a:pt x="24080" y="14701"/>
                    <a:pt x="18757" y="19010"/>
                    <a:pt x="12040" y="19010"/>
                  </a:cubicBezTo>
                  <a:cubicBezTo>
                    <a:pt x="5323" y="19010"/>
                    <a:pt x="0" y="14701"/>
                    <a:pt x="0" y="9505"/>
                  </a:cubicBezTo>
                  <a:cubicBezTo>
                    <a:pt x="0" y="4309"/>
                    <a:pt x="5323" y="0"/>
                    <a:pt x="12040" y="0"/>
                  </a:cubicBezTo>
                  <a:cubicBezTo>
                    <a:pt x="18757" y="0"/>
                    <a:pt x="24080" y="4309"/>
                    <a:pt x="24080" y="950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0" name="Freeform: Shape 3039">
              <a:extLst>
                <a:ext uri="{FF2B5EF4-FFF2-40B4-BE49-F238E27FC236}">
                  <a16:creationId xmlns:a16="http://schemas.microsoft.com/office/drawing/2014/main" id="{997A0775-42DB-57EB-2B5A-A4160430B5D4}"/>
                </a:ext>
              </a:extLst>
            </p:cNvPr>
            <p:cNvSpPr/>
            <p:nvPr/>
          </p:nvSpPr>
          <p:spPr>
            <a:xfrm>
              <a:off x="2142345" y="3434321"/>
              <a:ext cx="23319" cy="18503"/>
            </a:xfrm>
            <a:custGeom>
              <a:avLst/>
              <a:gdLst>
                <a:gd name="connsiteX0" fmla="*/ 23320 w 23319"/>
                <a:gd name="connsiteY0" fmla="*/ 9251 h 18503"/>
                <a:gd name="connsiteX1" fmla="*/ 11660 w 23319"/>
                <a:gd name="connsiteY1" fmla="*/ 18503 h 18503"/>
                <a:gd name="connsiteX2" fmla="*/ 0 w 23319"/>
                <a:gd name="connsiteY2" fmla="*/ 9251 h 18503"/>
                <a:gd name="connsiteX3" fmla="*/ 11660 w 23319"/>
                <a:gd name="connsiteY3" fmla="*/ 0 h 18503"/>
                <a:gd name="connsiteX4" fmla="*/ 23320 w 23319"/>
                <a:gd name="connsiteY4" fmla="*/ 9251 h 18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319" h="18503">
                  <a:moveTo>
                    <a:pt x="23320" y="9251"/>
                  </a:moveTo>
                  <a:cubicBezTo>
                    <a:pt x="23320" y="14321"/>
                    <a:pt x="18123" y="18503"/>
                    <a:pt x="11660" y="18503"/>
                  </a:cubicBezTo>
                  <a:cubicBezTo>
                    <a:pt x="5196" y="18503"/>
                    <a:pt x="0" y="14321"/>
                    <a:pt x="0" y="9251"/>
                  </a:cubicBezTo>
                  <a:cubicBezTo>
                    <a:pt x="0" y="4182"/>
                    <a:pt x="5196" y="0"/>
                    <a:pt x="11660" y="0"/>
                  </a:cubicBezTo>
                  <a:cubicBezTo>
                    <a:pt x="18123" y="0"/>
                    <a:pt x="23320" y="4182"/>
                    <a:pt x="23320" y="925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1" name="Freeform: Shape 3040">
              <a:extLst>
                <a:ext uri="{FF2B5EF4-FFF2-40B4-BE49-F238E27FC236}">
                  <a16:creationId xmlns:a16="http://schemas.microsoft.com/office/drawing/2014/main" id="{796D2637-C0A9-0D16-8B62-1DA48C850770}"/>
                </a:ext>
              </a:extLst>
            </p:cNvPr>
            <p:cNvSpPr/>
            <p:nvPr/>
          </p:nvSpPr>
          <p:spPr>
            <a:xfrm>
              <a:off x="2144880" y="3330651"/>
              <a:ext cx="22558" cy="17869"/>
            </a:xfrm>
            <a:custGeom>
              <a:avLst/>
              <a:gdLst>
                <a:gd name="connsiteX0" fmla="*/ 22559 w 22558"/>
                <a:gd name="connsiteY0" fmla="*/ 8999 h 17869"/>
                <a:gd name="connsiteX1" fmla="*/ 11279 w 22558"/>
                <a:gd name="connsiteY1" fmla="*/ 17870 h 17869"/>
                <a:gd name="connsiteX2" fmla="*/ 0 w 22558"/>
                <a:gd name="connsiteY2" fmla="*/ 8999 h 17869"/>
                <a:gd name="connsiteX3" fmla="*/ 11279 w 22558"/>
                <a:gd name="connsiteY3" fmla="*/ 0 h 17869"/>
                <a:gd name="connsiteX4" fmla="*/ 22559 w 22558"/>
                <a:gd name="connsiteY4" fmla="*/ 8999 h 1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8" h="17869">
                  <a:moveTo>
                    <a:pt x="22559" y="8999"/>
                  </a:moveTo>
                  <a:cubicBezTo>
                    <a:pt x="22559" y="13941"/>
                    <a:pt x="17489" y="17870"/>
                    <a:pt x="11279" y="17870"/>
                  </a:cubicBezTo>
                  <a:cubicBezTo>
                    <a:pt x="5069" y="17870"/>
                    <a:pt x="0" y="13814"/>
                    <a:pt x="0" y="8999"/>
                  </a:cubicBezTo>
                  <a:cubicBezTo>
                    <a:pt x="0" y="4183"/>
                    <a:pt x="5069" y="0"/>
                    <a:pt x="11279" y="0"/>
                  </a:cubicBezTo>
                  <a:cubicBezTo>
                    <a:pt x="17489" y="0"/>
                    <a:pt x="22559" y="4056"/>
                    <a:pt x="22559" y="899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2" name="Freeform: Shape 3041">
              <a:extLst>
                <a:ext uri="{FF2B5EF4-FFF2-40B4-BE49-F238E27FC236}">
                  <a16:creationId xmlns:a16="http://schemas.microsoft.com/office/drawing/2014/main" id="{74BE9846-85A2-B79C-AB76-A3904BB7EBF9}"/>
                </a:ext>
              </a:extLst>
            </p:cNvPr>
            <p:cNvSpPr/>
            <p:nvPr/>
          </p:nvSpPr>
          <p:spPr>
            <a:xfrm>
              <a:off x="2151724" y="3227108"/>
              <a:ext cx="21798" cy="17235"/>
            </a:xfrm>
            <a:custGeom>
              <a:avLst/>
              <a:gdLst>
                <a:gd name="connsiteX0" fmla="*/ 21799 w 21798"/>
                <a:gd name="connsiteY0" fmla="*/ 8618 h 17235"/>
                <a:gd name="connsiteX1" fmla="*/ 10899 w 21798"/>
                <a:gd name="connsiteY1" fmla="*/ 17236 h 17235"/>
                <a:gd name="connsiteX2" fmla="*/ 0 w 21798"/>
                <a:gd name="connsiteY2" fmla="*/ 8618 h 17235"/>
                <a:gd name="connsiteX3" fmla="*/ 10899 w 21798"/>
                <a:gd name="connsiteY3" fmla="*/ 0 h 17235"/>
                <a:gd name="connsiteX4" fmla="*/ 21799 w 21798"/>
                <a:gd name="connsiteY4" fmla="*/ 8618 h 17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798" h="17235">
                  <a:moveTo>
                    <a:pt x="21799" y="8618"/>
                  </a:moveTo>
                  <a:cubicBezTo>
                    <a:pt x="21799" y="13434"/>
                    <a:pt x="16856" y="17236"/>
                    <a:pt x="10899" y="17236"/>
                  </a:cubicBezTo>
                  <a:cubicBezTo>
                    <a:pt x="4943" y="17236"/>
                    <a:pt x="0" y="13307"/>
                    <a:pt x="0" y="8618"/>
                  </a:cubicBezTo>
                  <a:cubicBezTo>
                    <a:pt x="0" y="3929"/>
                    <a:pt x="4943" y="0"/>
                    <a:pt x="10899" y="0"/>
                  </a:cubicBezTo>
                  <a:cubicBezTo>
                    <a:pt x="16856" y="0"/>
                    <a:pt x="21799" y="3929"/>
                    <a:pt x="21799" y="86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3" name="Freeform: Shape 3042">
              <a:extLst>
                <a:ext uri="{FF2B5EF4-FFF2-40B4-BE49-F238E27FC236}">
                  <a16:creationId xmlns:a16="http://schemas.microsoft.com/office/drawing/2014/main" id="{4617D16C-0007-585E-9CDD-E97A50FCFC96}"/>
                </a:ext>
              </a:extLst>
            </p:cNvPr>
            <p:cNvSpPr/>
            <p:nvPr/>
          </p:nvSpPr>
          <p:spPr>
            <a:xfrm>
              <a:off x="2162623" y="3123691"/>
              <a:ext cx="21291" cy="16729"/>
            </a:xfrm>
            <a:custGeom>
              <a:avLst/>
              <a:gdLst>
                <a:gd name="connsiteX0" fmla="*/ 21292 w 21291"/>
                <a:gd name="connsiteY0" fmla="*/ 8365 h 16729"/>
                <a:gd name="connsiteX1" fmla="*/ 10646 w 21291"/>
                <a:gd name="connsiteY1" fmla="*/ 16729 h 16729"/>
                <a:gd name="connsiteX2" fmla="*/ 0 w 21291"/>
                <a:gd name="connsiteY2" fmla="*/ 8365 h 16729"/>
                <a:gd name="connsiteX3" fmla="*/ 10646 w 21291"/>
                <a:gd name="connsiteY3" fmla="*/ 0 h 16729"/>
                <a:gd name="connsiteX4" fmla="*/ 21292 w 21291"/>
                <a:gd name="connsiteY4" fmla="*/ 8365 h 16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291" h="16729">
                  <a:moveTo>
                    <a:pt x="21292" y="8365"/>
                  </a:moveTo>
                  <a:cubicBezTo>
                    <a:pt x="21292" y="13054"/>
                    <a:pt x="16602" y="16729"/>
                    <a:pt x="10646" y="16729"/>
                  </a:cubicBezTo>
                  <a:cubicBezTo>
                    <a:pt x="4689" y="16729"/>
                    <a:pt x="0" y="12927"/>
                    <a:pt x="0" y="8365"/>
                  </a:cubicBezTo>
                  <a:cubicBezTo>
                    <a:pt x="0" y="3802"/>
                    <a:pt x="4689" y="0"/>
                    <a:pt x="10646" y="0"/>
                  </a:cubicBezTo>
                  <a:cubicBezTo>
                    <a:pt x="16602" y="0"/>
                    <a:pt x="21292" y="3802"/>
                    <a:pt x="21292" y="836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4" name="Freeform: Shape 3043">
              <a:extLst>
                <a:ext uri="{FF2B5EF4-FFF2-40B4-BE49-F238E27FC236}">
                  <a16:creationId xmlns:a16="http://schemas.microsoft.com/office/drawing/2014/main" id="{430B92A4-3AF3-32BA-0374-7F36ECDB26A1}"/>
                </a:ext>
              </a:extLst>
            </p:cNvPr>
            <p:cNvSpPr/>
            <p:nvPr/>
          </p:nvSpPr>
          <p:spPr>
            <a:xfrm>
              <a:off x="2178465" y="3020908"/>
              <a:ext cx="19644" cy="15715"/>
            </a:xfrm>
            <a:custGeom>
              <a:avLst/>
              <a:gdLst>
                <a:gd name="connsiteX0" fmla="*/ 19644 w 19644"/>
                <a:gd name="connsiteY0" fmla="*/ 7858 h 15715"/>
                <a:gd name="connsiteX1" fmla="*/ 9759 w 19644"/>
                <a:gd name="connsiteY1" fmla="*/ 15715 h 15715"/>
                <a:gd name="connsiteX2" fmla="*/ 0 w 19644"/>
                <a:gd name="connsiteY2" fmla="*/ 7858 h 15715"/>
                <a:gd name="connsiteX3" fmla="*/ 9759 w 19644"/>
                <a:gd name="connsiteY3" fmla="*/ 0 h 15715"/>
                <a:gd name="connsiteX4" fmla="*/ 19644 w 19644"/>
                <a:gd name="connsiteY4" fmla="*/ 7858 h 1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44" h="15715">
                  <a:moveTo>
                    <a:pt x="19644" y="7858"/>
                  </a:moveTo>
                  <a:cubicBezTo>
                    <a:pt x="19644" y="12167"/>
                    <a:pt x="15208" y="15715"/>
                    <a:pt x="9759" y="15715"/>
                  </a:cubicBezTo>
                  <a:cubicBezTo>
                    <a:pt x="4309" y="15715"/>
                    <a:pt x="0" y="12167"/>
                    <a:pt x="0" y="7858"/>
                  </a:cubicBezTo>
                  <a:cubicBezTo>
                    <a:pt x="0" y="3549"/>
                    <a:pt x="4436" y="0"/>
                    <a:pt x="9759" y="0"/>
                  </a:cubicBezTo>
                  <a:cubicBezTo>
                    <a:pt x="15082" y="0"/>
                    <a:pt x="19644" y="3549"/>
                    <a:pt x="19644" y="785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5" name="Freeform: Shape 3044">
              <a:extLst>
                <a:ext uri="{FF2B5EF4-FFF2-40B4-BE49-F238E27FC236}">
                  <a16:creationId xmlns:a16="http://schemas.microsoft.com/office/drawing/2014/main" id="{6FC0B4A1-3F0D-C81F-F142-C352DE4C44DA}"/>
                </a:ext>
              </a:extLst>
            </p:cNvPr>
            <p:cNvSpPr/>
            <p:nvPr/>
          </p:nvSpPr>
          <p:spPr>
            <a:xfrm>
              <a:off x="2198109" y="2918506"/>
              <a:ext cx="18883" cy="14954"/>
            </a:xfrm>
            <a:custGeom>
              <a:avLst/>
              <a:gdLst>
                <a:gd name="connsiteX0" fmla="*/ 18884 w 18883"/>
                <a:gd name="connsiteY0" fmla="*/ 7477 h 14954"/>
                <a:gd name="connsiteX1" fmla="*/ 9505 w 18883"/>
                <a:gd name="connsiteY1" fmla="*/ 14955 h 14954"/>
                <a:gd name="connsiteX2" fmla="*/ 0 w 18883"/>
                <a:gd name="connsiteY2" fmla="*/ 7477 h 14954"/>
                <a:gd name="connsiteX3" fmla="*/ 9505 w 18883"/>
                <a:gd name="connsiteY3" fmla="*/ 0 h 14954"/>
                <a:gd name="connsiteX4" fmla="*/ 18884 w 18883"/>
                <a:gd name="connsiteY4" fmla="*/ 7477 h 14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83" h="14954">
                  <a:moveTo>
                    <a:pt x="18884" y="7477"/>
                  </a:moveTo>
                  <a:cubicBezTo>
                    <a:pt x="18884" y="11660"/>
                    <a:pt x="14701" y="14955"/>
                    <a:pt x="9505" y="14955"/>
                  </a:cubicBezTo>
                  <a:cubicBezTo>
                    <a:pt x="4309" y="14955"/>
                    <a:pt x="0" y="11660"/>
                    <a:pt x="0" y="7477"/>
                  </a:cubicBezTo>
                  <a:cubicBezTo>
                    <a:pt x="0" y="3295"/>
                    <a:pt x="4182" y="0"/>
                    <a:pt x="9505" y="0"/>
                  </a:cubicBezTo>
                  <a:cubicBezTo>
                    <a:pt x="14828" y="0"/>
                    <a:pt x="18884" y="3295"/>
                    <a:pt x="18884" y="747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6" name="Freeform: Shape 3045">
              <a:extLst>
                <a:ext uri="{FF2B5EF4-FFF2-40B4-BE49-F238E27FC236}">
                  <a16:creationId xmlns:a16="http://schemas.microsoft.com/office/drawing/2014/main" id="{2BCEB348-12A7-3D97-1E57-FF2BFFD7906D}"/>
                </a:ext>
              </a:extLst>
            </p:cNvPr>
            <p:cNvSpPr/>
            <p:nvPr/>
          </p:nvSpPr>
          <p:spPr>
            <a:xfrm>
              <a:off x="2222189" y="2816610"/>
              <a:ext cx="17489" cy="13941"/>
            </a:xfrm>
            <a:custGeom>
              <a:avLst/>
              <a:gdLst>
                <a:gd name="connsiteX0" fmla="*/ 17490 w 17489"/>
                <a:gd name="connsiteY0" fmla="*/ 6971 h 13941"/>
                <a:gd name="connsiteX1" fmla="*/ 8745 w 17489"/>
                <a:gd name="connsiteY1" fmla="*/ 13941 h 13941"/>
                <a:gd name="connsiteX2" fmla="*/ 0 w 17489"/>
                <a:gd name="connsiteY2" fmla="*/ 6971 h 13941"/>
                <a:gd name="connsiteX3" fmla="*/ 8745 w 17489"/>
                <a:gd name="connsiteY3" fmla="*/ 0 h 13941"/>
                <a:gd name="connsiteX4" fmla="*/ 17490 w 17489"/>
                <a:gd name="connsiteY4" fmla="*/ 6971 h 1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89" h="13941">
                  <a:moveTo>
                    <a:pt x="17490" y="6971"/>
                  </a:moveTo>
                  <a:cubicBezTo>
                    <a:pt x="17490" y="10773"/>
                    <a:pt x="13561" y="13941"/>
                    <a:pt x="8745" y="13941"/>
                  </a:cubicBezTo>
                  <a:cubicBezTo>
                    <a:pt x="3929" y="13941"/>
                    <a:pt x="0" y="10899"/>
                    <a:pt x="0" y="6971"/>
                  </a:cubicBezTo>
                  <a:cubicBezTo>
                    <a:pt x="0" y="3042"/>
                    <a:pt x="3929" y="0"/>
                    <a:pt x="8745" y="0"/>
                  </a:cubicBezTo>
                  <a:cubicBezTo>
                    <a:pt x="13561" y="0"/>
                    <a:pt x="17490" y="3168"/>
                    <a:pt x="17490" y="697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7" name="Freeform: Shape 3046">
              <a:extLst>
                <a:ext uri="{FF2B5EF4-FFF2-40B4-BE49-F238E27FC236}">
                  <a16:creationId xmlns:a16="http://schemas.microsoft.com/office/drawing/2014/main" id="{3901BE84-9B60-A5D4-2805-E8E0101F11F7}"/>
                </a:ext>
              </a:extLst>
            </p:cNvPr>
            <p:cNvSpPr/>
            <p:nvPr/>
          </p:nvSpPr>
          <p:spPr>
            <a:xfrm>
              <a:off x="2250324" y="2715348"/>
              <a:ext cx="16729" cy="13180"/>
            </a:xfrm>
            <a:custGeom>
              <a:avLst/>
              <a:gdLst>
                <a:gd name="connsiteX0" fmla="*/ 16729 w 16729"/>
                <a:gd name="connsiteY0" fmla="*/ 6590 h 13180"/>
                <a:gd name="connsiteX1" fmla="*/ 8365 w 16729"/>
                <a:gd name="connsiteY1" fmla="*/ 13180 h 13180"/>
                <a:gd name="connsiteX2" fmla="*/ 0 w 16729"/>
                <a:gd name="connsiteY2" fmla="*/ 6590 h 13180"/>
                <a:gd name="connsiteX3" fmla="*/ 8365 w 16729"/>
                <a:gd name="connsiteY3" fmla="*/ 0 h 13180"/>
                <a:gd name="connsiteX4" fmla="*/ 16729 w 16729"/>
                <a:gd name="connsiteY4" fmla="*/ 6590 h 13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9" h="13180">
                  <a:moveTo>
                    <a:pt x="16729" y="6590"/>
                  </a:moveTo>
                  <a:cubicBezTo>
                    <a:pt x="16729" y="10266"/>
                    <a:pt x="12927" y="13180"/>
                    <a:pt x="8365" y="13180"/>
                  </a:cubicBezTo>
                  <a:cubicBezTo>
                    <a:pt x="3802" y="13180"/>
                    <a:pt x="0" y="10266"/>
                    <a:pt x="0" y="6590"/>
                  </a:cubicBezTo>
                  <a:cubicBezTo>
                    <a:pt x="0" y="2915"/>
                    <a:pt x="3675" y="0"/>
                    <a:pt x="8365" y="0"/>
                  </a:cubicBezTo>
                  <a:cubicBezTo>
                    <a:pt x="13054" y="0"/>
                    <a:pt x="16729" y="2915"/>
                    <a:pt x="16729" y="659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8" name="Freeform: Shape 3047">
              <a:extLst>
                <a:ext uri="{FF2B5EF4-FFF2-40B4-BE49-F238E27FC236}">
                  <a16:creationId xmlns:a16="http://schemas.microsoft.com/office/drawing/2014/main" id="{CD5E961F-D0BF-01C9-D086-C17201A41251}"/>
                </a:ext>
              </a:extLst>
            </p:cNvPr>
            <p:cNvSpPr/>
            <p:nvPr/>
          </p:nvSpPr>
          <p:spPr>
            <a:xfrm>
              <a:off x="2282515" y="2614720"/>
              <a:ext cx="15968" cy="12673"/>
            </a:xfrm>
            <a:custGeom>
              <a:avLst/>
              <a:gdLst>
                <a:gd name="connsiteX0" fmla="*/ 15969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9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9" y="6337"/>
                  </a:moveTo>
                  <a:cubicBezTo>
                    <a:pt x="15969" y="9759"/>
                    <a:pt x="12420" y="12674"/>
                    <a:pt x="7984" y="12674"/>
                  </a:cubicBezTo>
                  <a:cubicBezTo>
                    <a:pt x="3549" y="12674"/>
                    <a:pt x="0" y="9885"/>
                    <a:pt x="0" y="6337"/>
                  </a:cubicBezTo>
                  <a:cubicBezTo>
                    <a:pt x="0" y="2788"/>
                    <a:pt x="3549" y="0"/>
                    <a:pt x="7984" y="0"/>
                  </a:cubicBezTo>
                  <a:cubicBezTo>
                    <a:pt x="12420" y="0"/>
                    <a:pt x="15969" y="2788"/>
                    <a:pt x="15969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9" name="Freeform: Shape 3048">
              <a:extLst>
                <a:ext uri="{FF2B5EF4-FFF2-40B4-BE49-F238E27FC236}">
                  <a16:creationId xmlns:a16="http://schemas.microsoft.com/office/drawing/2014/main" id="{1E45C795-CF3B-A445-59B4-FB8534918092}"/>
                </a:ext>
              </a:extLst>
            </p:cNvPr>
            <p:cNvSpPr/>
            <p:nvPr/>
          </p:nvSpPr>
          <p:spPr>
            <a:xfrm>
              <a:off x="2318888" y="2514978"/>
              <a:ext cx="15334" cy="12166"/>
            </a:xfrm>
            <a:custGeom>
              <a:avLst/>
              <a:gdLst>
                <a:gd name="connsiteX0" fmla="*/ 15335 w 15334"/>
                <a:gd name="connsiteY0" fmla="*/ 6083 h 12166"/>
                <a:gd name="connsiteX1" fmla="*/ 7604 w 15334"/>
                <a:gd name="connsiteY1" fmla="*/ 12167 h 12166"/>
                <a:gd name="connsiteX2" fmla="*/ 0 w 15334"/>
                <a:gd name="connsiteY2" fmla="*/ 6083 h 12166"/>
                <a:gd name="connsiteX3" fmla="*/ 7604 w 15334"/>
                <a:gd name="connsiteY3" fmla="*/ 0 h 12166"/>
                <a:gd name="connsiteX4" fmla="*/ 15335 w 15334"/>
                <a:gd name="connsiteY4" fmla="*/ 6083 h 1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34" h="12166">
                  <a:moveTo>
                    <a:pt x="15335" y="6083"/>
                  </a:moveTo>
                  <a:cubicBezTo>
                    <a:pt x="15335" y="9378"/>
                    <a:pt x="11913" y="12167"/>
                    <a:pt x="7604" y="12167"/>
                  </a:cubicBezTo>
                  <a:cubicBezTo>
                    <a:pt x="3295" y="12167"/>
                    <a:pt x="0" y="9505"/>
                    <a:pt x="0" y="6083"/>
                  </a:cubicBezTo>
                  <a:cubicBezTo>
                    <a:pt x="0" y="2661"/>
                    <a:pt x="3422" y="0"/>
                    <a:pt x="7604" y="0"/>
                  </a:cubicBezTo>
                  <a:cubicBezTo>
                    <a:pt x="11786" y="0"/>
                    <a:pt x="15335" y="2661"/>
                    <a:pt x="15335" y="60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0" name="Freeform: Shape 3049">
              <a:extLst>
                <a:ext uri="{FF2B5EF4-FFF2-40B4-BE49-F238E27FC236}">
                  <a16:creationId xmlns:a16="http://schemas.microsoft.com/office/drawing/2014/main" id="{9AF1CAC5-30A2-C0E9-CFD6-6BEF47FF396C}"/>
                </a:ext>
              </a:extLst>
            </p:cNvPr>
            <p:cNvSpPr/>
            <p:nvPr/>
          </p:nvSpPr>
          <p:spPr>
            <a:xfrm>
              <a:off x="2359824" y="2416631"/>
              <a:ext cx="13687" cy="10899"/>
            </a:xfrm>
            <a:custGeom>
              <a:avLst/>
              <a:gdLst>
                <a:gd name="connsiteX0" fmla="*/ 13688 w 13687"/>
                <a:gd name="connsiteY0" fmla="*/ 5450 h 10899"/>
                <a:gd name="connsiteX1" fmla="*/ 6844 w 13687"/>
                <a:gd name="connsiteY1" fmla="*/ 10899 h 10899"/>
                <a:gd name="connsiteX2" fmla="*/ 0 w 13687"/>
                <a:gd name="connsiteY2" fmla="*/ 5450 h 10899"/>
                <a:gd name="connsiteX3" fmla="*/ 6844 w 13687"/>
                <a:gd name="connsiteY3" fmla="*/ 0 h 10899"/>
                <a:gd name="connsiteX4" fmla="*/ 13688 w 13687"/>
                <a:gd name="connsiteY4" fmla="*/ 5450 h 10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87" h="10899">
                  <a:moveTo>
                    <a:pt x="13688" y="5450"/>
                  </a:moveTo>
                  <a:cubicBezTo>
                    <a:pt x="13688" y="8491"/>
                    <a:pt x="10646" y="10899"/>
                    <a:pt x="6844" y="10899"/>
                  </a:cubicBezTo>
                  <a:cubicBezTo>
                    <a:pt x="3042" y="10899"/>
                    <a:pt x="0" y="8491"/>
                    <a:pt x="0" y="5450"/>
                  </a:cubicBezTo>
                  <a:cubicBezTo>
                    <a:pt x="0" y="2408"/>
                    <a:pt x="3042" y="0"/>
                    <a:pt x="6844" y="0"/>
                  </a:cubicBezTo>
                  <a:cubicBezTo>
                    <a:pt x="10646" y="0"/>
                    <a:pt x="13688" y="2408"/>
                    <a:pt x="13688" y="545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1" name="Freeform: Shape 3050">
              <a:extLst>
                <a:ext uri="{FF2B5EF4-FFF2-40B4-BE49-F238E27FC236}">
                  <a16:creationId xmlns:a16="http://schemas.microsoft.com/office/drawing/2014/main" id="{37EA6ABB-6864-6291-B76D-823AED5E49DE}"/>
                </a:ext>
              </a:extLst>
            </p:cNvPr>
            <p:cNvSpPr/>
            <p:nvPr/>
          </p:nvSpPr>
          <p:spPr>
            <a:xfrm>
              <a:off x="2404182" y="2318918"/>
              <a:ext cx="13180" cy="10519"/>
            </a:xfrm>
            <a:custGeom>
              <a:avLst/>
              <a:gdLst>
                <a:gd name="connsiteX0" fmla="*/ 13181 w 13180"/>
                <a:gd name="connsiteY0" fmla="*/ 5323 h 10519"/>
                <a:gd name="connsiteX1" fmla="*/ 6590 w 13180"/>
                <a:gd name="connsiteY1" fmla="*/ 10519 h 10519"/>
                <a:gd name="connsiteX2" fmla="*/ 0 w 13180"/>
                <a:gd name="connsiteY2" fmla="*/ 5323 h 10519"/>
                <a:gd name="connsiteX3" fmla="*/ 6590 w 13180"/>
                <a:gd name="connsiteY3" fmla="*/ 0 h 10519"/>
                <a:gd name="connsiteX4" fmla="*/ 13181 w 13180"/>
                <a:gd name="connsiteY4" fmla="*/ 5323 h 10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80" h="10519">
                  <a:moveTo>
                    <a:pt x="13181" y="5323"/>
                  </a:moveTo>
                  <a:lnTo>
                    <a:pt x="6590" y="10519"/>
                  </a:lnTo>
                  <a:lnTo>
                    <a:pt x="0" y="5323"/>
                  </a:lnTo>
                  <a:lnTo>
                    <a:pt x="6590" y="0"/>
                  </a:lnTo>
                  <a:lnTo>
                    <a:pt x="13181" y="532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2" name="Freeform: Shape 3051">
              <a:extLst>
                <a:ext uri="{FF2B5EF4-FFF2-40B4-BE49-F238E27FC236}">
                  <a16:creationId xmlns:a16="http://schemas.microsoft.com/office/drawing/2014/main" id="{B44CC519-23DC-B7A6-1064-E02833A0BCF9}"/>
                </a:ext>
              </a:extLst>
            </p:cNvPr>
            <p:cNvSpPr/>
            <p:nvPr/>
          </p:nvSpPr>
          <p:spPr>
            <a:xfrm>
              <a:off x="2452848" y="2222598"/>
              <a:ext cx="12293" cy="9758"/>
            </a:xfrm>
            <a:custGeom>
              <a:avLst/>
              <a:gdLst>
                <a:gd name="connsiteX0" fmla="*/ 12293 w 12293"/>
                <a:gd name="connsiteY0" fmla="*/ 4816 h 9758"/>
                <a:gd name="connsiteX1" fmla="*/ 6210 w 12293"/>
                <a:gd name="connsiteY1" fmla="*/ 9759 h 9758"/>
                <a:gd name="connsiteX2" fmla="*/ 0 w 12293"/>
                <a:gd name="connsiteY2" fmla="*/ 4816 h 9758"/>
                <a:gd name="connsiteX3" fmla="*/ 6210 w 12293"/>
                <a:gd name="connsiteY3" fmla="*/ 0 h 9758"/>
                <a:gd name="connsiteX4" fmla="*/ 12293 w 12293"/>
                <a:gd name="connsiteY4" fmla="*/ 4816 h 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93" h="9758">
                  <a:moveTo>
                    <a:pt x="12293" y="4816"/>
                  </a:moveTo>
                  <a:lnTo>
                    <a:pt x="6210" y="9759"/>
                  </a:lnTo>
                  <a:lnTo>
                    <a:pt x="0" y="4816"/>
                  </a:lnTo>
                  <a:lnTo>
                    <a:pt x="6210" y="0"/>
                  </a:lnTo>
                  <a:lnTo>
                    <a:pt x="12293" y="481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3" name="Freeform: Shape 3052">
              <a:extLst>
                <a:ext uri="{FF2B5EF4-FFF2-40B4-BE49-F238E27FC236}">
                  <a16:creationId xmlns:a16="http://schemas.microsoft.com/office/drawing/2014/main" id="{722DFE57-719F-7457-4D3C-F7348F172A8F}"/>
                </a:ext>
              </a:extLst>
            </p:cNvPr>
            <p:cNvSpPr/>
            <p:nvPr/>
          </p:nvSpPr>
          <p:spPr>
            <a:xfrm>
              <a:off x="2505697" y="2127673"/>
              <a:ext cx="11025" cy="8744"/>
            </a:xfrm>
            <a:custGeom>
              <a:avLst/>
              <a:gdLst>
                <a:gd name="connsiteX0" fmla="*/ 11026 w 11025"/>
                <a:gd name="connsiteY0" fmla="*/ 4436 h 8744"/>
                <a:gd name="connsiteX1" fmla="*/ 5450 w 11025"/>
                <a:gd name="connsiteY1" fmla="*/ 8745 h 8744"/>
                <a:gd name="connsiteX2" fmla="*/ 0 w 11025"/>
                <a:gd name="connsiteY2" fmla="*/ 4436 h 8744"/>
                <a:gd name="connsiteX3" fmla="*/ 5450 w 11025"/>
                <a:gd name="connsiteY3" fmla="*/ 0 h 8744"/>
                <a:gd name="connsiteX4" fmla="*/ 11026 w 11025"/>
                <a:gd name="connsiteY4" fmla="*/ 4436 h 8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25" h="8744">
                  <a:moveTo>
                    <a:pt x="11026" y="4436"/>
                  </a:moveTo>
                  <a:lnTo>
                    <a:pt x="5450" y="8745"/>
                  </a:lnTo>
                  <a:lnTo>
                    <a:pt x="0" y="4436"/>
                  </a:lnTo>
                  <a:lnTo>
                    <a:pt x="5450" y="0"/>
                  </a:lnTo>
                  <a:lnTo>
                    <a:pt x="11026" y="44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4" name="Freeform: Shape 3053">
              <a:extLst>
                <a:ext uri="{FF2B5EF4-FFF2-40B4-BE49-F238E27FC236}">
                  <a16:creationId xmlns:a16="http://schemas.microsoft.com/office/drawing/2014/main" id="{DE534209-4A53-26C1-1F0A-321820A1C08D}"/>
                </a:ext>
              </a:extLst>
            </p:cNvPr>
            <p:cNvSpPr/>
            <p:nvPr/>
          </p:nvSpPr>
          <p:spPr>
            <a:xfrm>
              <a:off x="2561715" y="2033762"/>
              <a:ext cx="11025" cy="8617"/>
            </a:xfrm>
            <a:custGeom>
              <a:avLst/>
              <a:gdLst>
                <a:gd name="connsiteX0" fmla="*/ 11026 w 11025"/>
                <a:gd name="connsiteY0" fmla="*/ 4309 h 8617"/>
                <a:gd name="connsiteX1" fmla="*/ 5450 w 11025"/>
                <a:gd name="connsiteY1" fmla="*/ 8618 h 8617"/>
                <a:gd name="connsiteX2" fmla="*/ 0 w 11025"/>
                <a:gd name="connsiteY2" fmla="*/ 4309 h 8617"/>
                <a:gd name="connsiteX3" fmla="*/ 5450 w 11025"/>
                <a:gd name="connsiteY3" fmla="*/ 0 h 8617"/>
                <a:gd name="connsiteX4" fmla="*/ 11026 w 11025"/>
                <a:gd name="connsiteY4" fmla="*/ 4309 h 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25" h="8617">
                  <a:moveTo>
                    <a:pt x="11026" y="4309"/>
                  </a:moveTo>
                  <a:lnTo>
                    <a:pt x="5450" y="8618"/>
                  </a:lnTo>
                  <a:lnTo>
                    <a:pt x="0" y="4309"/>
                  </a:lnTo>
                  <a:lnTo>
                    <a:pt x="5450" y="0"/>
                  </a:lnTo>
                  <a:lnTo>
                    <a:pt x="11026" y="430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5" name="Freeform: Shape 3054">
              <a:extLst>
                <a:ext uri="{FF2B5EF4-FFF2-40B4-BE49-F238E27FC236}">
                  <a16:creationId xmlns:a16="http://schemas.microsoft.com/office/drawing/2014/main" id="{47930F47-09BC-09B8-6226-2D5C189C8D37}"/>
                </a:ext>
              </a:extLst>
            </p:cNvPr>
            <p:cNvSpPr/>
            <p:nvPr/>
          </p:nvSpPr>
          <p:spPr>
            <a:xfrm>
              <a:off x="2622421" y="1941878"/>
              <a:ext cx="9378" cy="7477"/>
            </a:xfrm>
            <a:custGeom>
              <a:avLst/>
              <a:gdLst>
                <a:gd name="connsiteX0" fmla="*/ 9379 w 9378"/>
                <a:gd name="connsiteY0" fmla="*/ 3675 h 7477"/>
                <a:gd name="connsiteX1" fmla="*/ 4689 w 9378"/>
                <a:gd name="connsiteY1" fmla="*/ 7477 h 7477"/>
                <a:gd name="connsiteX2" fmla="*/ 0 w 9378"/>
                <a:gd name="connsiteY2" fmla="*/ 3675 h 7477"/>
                <a:gd name="connsiteX3" fmla="*/ 4689 w 9378"/>
                <a:gd name="connsiteY3" fmla="*/ 0 h 7477"/>
                <a:gd name="connsiteX4" fmla="*/ 9379 w 9378"/>
                <a:gd name="connsiteY4" fmla="*/ 3675 h 7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78" h="7477">
                  <a:moveTo>
                    <a:pt x="9379" y="3675"/>
                  </a:moveTo>
                  <a:lnTo>
                    <a:pt x="4689" y="7477"/>
                  </a:lnTo>
                  <a:lnTo>
                    <a:pt x="0" y="3675"/>
                  </a:lnTo>
                  <a:lnTo>
                    <a:pt x="4689" y="0"/>
                  </a:lnTo>
                  <a:lnTo>
                    <a:pt x="9379" y="367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6" name="Freeform: Shape 3055">
              <a:extLst>
                <a:ext uri="{FF2B5EF4-FFF2-40B4-BE49-F238E27FC236}">
                  <a16:creationId xmlns:a16="http://schemas.microsoft.com/office/drawing/2014/main" id="{8841092F-24A1-C668-6302-89431841A3C8}"/>
                </a:ext>
              </a:extLst>
            </p:cNvPr>
            <p:cNvSpPr/>
            <p:nvPr/>
          </p:nvSpPr>
          <p:spPr>
            <a:xfrm>
              <a:off x="2686549" y="1851262"/>
              <a:ext cx="8618" cy="6843"/>
            </a:xfrm>
            <a:custGeom>
              <a:avLst/>
              <a:gdLst>
                <a:gd name="connsiteX0" fmla="*/ 8618 w 8618"/>
                <a:gd name="connsiteY0" fmla="*/ 3422 h 6843"/>
                <a:gd name="connsiteX1" fmla="*/ 4309 w 8618"/>
                <a:gd name="connsiteY1" fmla="*/ 6844 h 6843"/>
                <a:gd name="connsiteX2" fmla="*/ 0 w 8618"/>
                <a:gd name="connsiteY2" fmla="*/ 3422 h 6843"/>
                <a:gd name="connsiteX3" fmla="*/ 4309 w 8618"/>
                <a:gd name="connsiteY3" fmla="*/ 0 h 6843"/>
                <a:gd name="connsiteX4" fmla="*/ 8618 w 8618"/>
                <a:gd name="connsiteY4" fmla="*/ 3422 h 6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8" h="6843">
                  <a:moveTo>
                    <a:pt x="8618" y="3422"/>
                  </a:moveTo>
                  <a:lnTo>
                    <a:pt x="4309" y="6844"/>
                  </a:lnTo>
                  <a:lnTo>
                    <a:pt x="0" y="3422"/>
                  </a:lnTo>
                  <a:lnTo>
                    <a:pt x="4309" y="0"/>
                  </a:lnTo>
                  <a:lnTo>
                    <a:pt x="8618" y="342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7" name="Freeform: Shape 3056">
              <a:extLst>
                <a:ext uri="{FF2B5EF4-FFF2-40B4-BE49-F238E27FC236}">
                  <a16:creationId xmlns:a16="http://schemas.microsoft.com/office/drawing/2014/main" id="{CD015E1D-0370-4DB0-935A-85E8ADAA333D}"/>
                </a:ext>
              </a:extLst>
            </p:cNvPr>
            <p:cNvSpPr/>
            <p:nvPr/>
          </p:nvSpPr>
          <p:spPr>
            <a:xfrm>
              <a:off x="2754607" y="1762547"/>
              <a:ext cx="7223" cy="5829"/>
            </a:xfrm>
            <a:custGeom>
              <a:avLst/>
              <a:gdLst>
                <a:gd name="connsiteX0" fmla="*/ 7224 w 7223"/>
                <a:gd name="connsiteY0" fmla="*/ 2915 h 5829"/>
                <a:gd name="connsiteX1" fmla="*/ 3675 w 7223"/>
                <a:gd name="connsiteY1" fmla="*/ 5830 h 5829"/>
                <a:gd name="connsiteX2" fmla="*/ 0 w 7223"/>
                <a:gd name="connsiteY2" fmla="*/ 2915 h 5829"/>
                <a:gd name="connsiteX3" fmla="*/ 3675 w 7223"/>
                <a:gd name="connsiteY3" fmla="*/ 0 h 5829"/>
                <a:gd name="connsiteX4" fmla="*/ 7224 w 7223"/>
                <a:gd name="connsiteY4" fmla="*/ 2915 h 5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23" h="5829">
                  <a:moveTo>
                    <a:pt x="7224" y="2915"/>
                  </a:moveTo>
                  <a:lnTo>
                    <a:pt x="3675" y="5830"/>
                  </a:lnTo>
                  <a:lnTo>
                    <a:pt x="0" y="2915"/>
                  </a:lnTo>
                  <a:lnTo>
                    <a:pt x="3675" y="0"/>
                  </a:lnTo>
                  <a:lnTo>
                    <a:pt x="7224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8" name="Freeform: Shape 3057">
              <a:extLst>
                <a:ext uri="{FF2B5EF4-FFF2-40B4-BE49-F238E27FC236}">
                  <a16:creationId xmlns:a16="http://schemas.microsoft.com/office/drawing/2014/main" id="{E8E992A6-862E-3993-DEA4-5249141C5449}"/>
                </a:ext>
              </a:extLst>
            </p:cNvPr>
            <p:cNvSpPr/>
            <p:nvPr/>
          </p:nvSpPr>
          <p:spPr>
            <a:xfrm>
              <a:off x="2825959" y="1675479"/>
              <a:ext cx="6590" cy="5196"/>
            </a:xfrm>
            <a:custGeom>
              <a:avLst/>
              <a:gdLst>
                <a:gd name="connsiteX0" fmla="*/ 6590 w 6590"/>
                <a:gd name="connsiteY0" fmla="*/ 2535 h 5196"/>
                <a:gd name="connsiteX1" fmla="*/ 3295 w 6590"/>
                <a:gd name="connsiteY1" fmla="*/ 5196 h 5196"/>
                <a:gd name="connsiteX2" fmla="*/ 0 w 6590"/>
                <a:gd name="connsiteY2" fmla="*/ 2535 h 5196"/>
                <a:gd name="connsiteX3" fmla="*/ 3295 w 6590"/>
                <a:gd name="connsiteY3" fmla="*/ 0 h 5196"/>
                <a:gd name="connsiteX4" fmla="*/ 6590 w 6590"/>
                <a:gd name="connsiteY4" fmla="*/ 2535 h 5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90" h="5196">
                  <a:moveTo>
                    <a:pt x="6590" y="2535"/>
                  </a:moveTo>
                  <a:lnTo>
                    <a:pt x="3295" y="5196"/>
                  </a:lnTo>
                  <a:lnTo>
                    <a:pt x="0" y="2535"/>
                  </a:lnTo>
                  <a:lnTo>
                    <a:pt x="3295" y="0"/>
                  </a:lnTo>
                  <a:lnTo>
                    <a:pt x="6590" y="253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9" name="Freeform: Shape 3058">
              <a:extLst>
                <a:ext uri="{FF2B5EF4-FFF2-40B4-BE49-F238E27FC236}">
                  <a16:creationId xmlns:a16="http://schemas.microsoft.com/office/drawing/2014/main" id="{AC6EFFA6-A7E4-93A9-52C8-9BB41C67763D}"/>
                </a:ext>
              </a:extLst>
            </p:cNvPr>
            <p:cNvSpPr/>
            <p:nvPr/>
          </p:nvSpPr>
          <p:spPr>
            <a:xfrm>
              <a:off x="2901240" y="1590566"/>
              <a:ext cx="5196" cy="4055"/>
            </a:xfrm>
            <a:custGeom>
              <a:avLst/>
              <a:gdLst>
                <a:gd name="connsiteX0" fmla="*/ 5196 w 5196"/>
                <a:gd name="connsiteY0" fmla="*/ 2028 h 4055"/>
                <a:gd name="connsiteX1" fmla="*/ 2662 w 5196"/>
                <a:gd name="connsiteY1" fmla="*/ 4056 h 4055"/>
                <a:gd name="connsiteX2" fmla="*/ 0 w 5196"/>
                <a:gd name="connsiteY2" fmla="*/ 2028 h 4055"/>
                <a:gd name="connsiteX3" fmla="*/ 2662 w 5196"/>
                <a:gd name="connsiteY3" fmla="*/ 0 h 4055"/>
                <a:gd name="connsiteX4" fmla="*/ 5196 w 5196"/>
                <a:gd name="connsiteY4" fmla="*/ 2028 h 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96" h="4055">
                  <a:moveTo>
                    <a:pt x="5196" y="2028"/>
                  </a:moveTo>
                  <a:lnTo>
                    <a:pt x="2662" y="4056"/>
                  </a:lnTo>
                  <a:lnTo>
                    <a:pt x="0" y="2028"/>
                  </a:lnTo>
                  <a:lnTo>
                    <a:pt x="2662" y="0"/>
                  </a:lnTo>
                  <a:lnTo>
                    <a:pt x="5196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0" name="Freeform: Shape 3059">
              <a:extLst>
                <a:ext uri="{FF2B5EF4-FFF2-40B4-BE49-F238E27FC236}">
                  <a16:creationId xmlns:a16="http://schemas.microsoft.com/office/drawing/2014/main" id="{AB958276-B37E-AD01-ECC1-9550B5ACAED3}"/>
                </a:ext>
              </a:extLst>
            </p:cNvPr>
            <p:cNvSpPr/>
            <p:nvPr/>
          </p:nvSpPr>
          <p:spPr>
            <a:xfrm>
              <a:off x="2980197" y="1507681"/>
              <a:ext cx="3548" cy="2788"/>
            </a:xfrm>
            <a:custGeom>
              <a:avLst/>
              <a:gdLst>
                <a:gd name="connsiteX0" fmla="*/ 3549 w 3548"/>
                <a:gd name="connsiteY0" fmla="*/ 1394 h 2788"/>
                <a:gd name="connsiteX1" fmla="*/ 1774 w 3548"/>
                <a:gd name="connsiteY1" fmla="*/ 2788 h 2788"/>
                <a:gd name="connsiteX2" fmla="*/ 0 w 3548"/>
                <a:gd name="connsiteY2" fmla="*/ 1394 h 2788"/>
                <a:gd name="connsiteX3" fmla="*/ 1774 w 3548"/>
                <a:gd name="connsiteY3" fmla="*/ 0 h 2788"/>
                <a:gd name="connsiteX4" fmla="*/ 3549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9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9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1" name="Freeform: Shape 3060">
              <a:extLst>
                <a:ext uri="{FF2B5EF4-FFF2-40B4-BE49-F238E27FC236}">
                  <a16:creationId xmlns:a16="http://schemas.microsoft.com/office/drawing/2014/main" id="{750ABBA7-5048-9CA9-387C-4B7B6496CC23}"/>
                </a:ext>
              </a:extLst>
            </p:cNvPr>
            <p:cNvSpPr/>
            <p:nvPr/>
          </p:nvSpPr>
          <p:spPr>
            <a:xfrm>
              <a:off x="3062068" y="1426443"/>
              <a:ext cx="2914" cy="2281"/>
            </a:xfrm>
            <a:custGeom>
              <a:avLst/>
              <a:gdLst>
                <a:gd name="connsiteX0" fmla="*/ 2915 w 2914"/>
                <a:gd name="connsiteY0" fmla="*/ 1141 h 2281"/>
                <a:gd name="connsiteX1" fmla="*/ 1394 w 2914"/>
                <a:gd name="connsiteY1" fmla="*/ 2281 h 2281"/>
                <a:gd name="connsiteX2" fmla="*/ 0 w 2914"/>
                <a:gd name="connsiteY2" fmla="*/ 1141 h 2281"/>
                <a:gd name="connsiteX3" fmla="*/ 1394 w 2914"/>
                <a:gd name="connsiteY3" fmla="*/ 0 h 2281"/>
                <a:gd name="connsiteX4" fmla="*/ 2915 w 2914"/>
                <a:gd name="connsiteY4" fmla="*/ 1141 h 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" h="2281">
                  <a:moveTo>
                    <a:pt x="2915" y="1141"/>
                  </a:moveTo>
                  <a:lnTo>
                    <a:pt x="1394" y="2281"/>
                  </a:lnTo>
                  <a:lnTo>
                    <a:pt x="0" y="1141"/>
                  </a:lnTo>
                  <a:lnTo>
                    <a:pt x="1394" y="0"/>
                  </a:lnTo>
                  <a:lnTo>
                    <a:pt x="2915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2" name="Freeform: Shape 3061">
              <a:extLst>
                <a:ext uri="{FF2B5EF4-FFF2-40B4-BE49-F238E27FC236}">
                  <a16:creationId xmlns:a16="http://schemas.microsoft.com/office/drawing/2014/main" id="{B405A1A4-F183-60E0-3B20-7968E656F58D}"/>
                </a:ext>
              </a:extLst>
            </p:cNvPr>
            <p:cNvSpPr/>
            <p:nvPr/>
          </p:nvSpPr>
          <p:spPr>
            <a:xfrm>
              <a:off x="3147235" y="1347360"/>
              <a:ext cx="2154" cy="1774"/>
            </a:xfrm>
            <a:custGeom>
              <a:avLst/>
              <a:gdLst>
                <a:gd name="connsiteX0" fmla="*/ 2154 w 2154"/>
                <a:gd name="connsiteY0" fmla="*/ 887 h 1774"/>
                <a:gd name="connsiteX1" fmla="*/ 1014 w 2154"/>
                <a:gd name="connsiteY1" fmla="*/ 1774 h 1774"/>
                <a:gd name="connsiteX2" fmla="*/ 0 w 2154"/>
                <a:gd name="connsiteY2" fmla="*/ 887 h 1774"/>
                <a:gd name="connsiteX3" fmla="*/ 1014 w 2154"/>
                <a:gd name="connsiteY3" fmla="*/ 0 h 1774"/>
                <a:gd name="connsiteX4" fmla="*/ 2154 w 2154"/>
                <a:gd name="connsiteY4" fmla="*/ 887 h 1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4" h="1774">
                  <a:moveTo>
                    <a:pt x="2154" y="887"/>
                  </a:moveTo>
                  <a:lnTo>
                    <a:pt x="1014" y="1774"/>
                  </a:lnTo>
                  <a:lnTo>
                    <a:pt x="0" y="887"/>
                  </a:lnTo>
                  <a:lnTo>
                    <a:pt x="1014" y="0"/>
                  </a:lnTo>
                  <a:lnTo>
                    <a:pt x="2154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3" name="Freeform: Shape 3062">
              <a:extLst>
                <a:ext uri="{FF2B5EF4-FFF2-40B4-BE49-F238E27FC236}">
                  <a16:creationId xmlns:a16="http://schemas.microsoft.com/office/drawing/2014/main" id="{74D81D30-2821-B2E6-62DD-EBF69431ABD4}"/>
                </a:ext>
              </a:extLst>
            </p:cNvPr>
            <p:cNvSpPr/>
            <p:nvPr/>
          </p:nvSpPr>
          <p:spPr>
            <a:xfrm>
              <a:off x="3236077" y="1270938"/>
              <a:ext cx="507" cy="506"/>
            </a:xfrm>
            <a:custGeom>
              <a:avLst/>
              <a:gdLst>
                <a:gd name="connsiteX0" fmla="*/ 507 w 507"/>
                <a:gd name="connsiteY0" fmla="*/ 253 h 506"/>
                <a:gd name="connsiteX1" fmla="*/ 254 w 507"/>
                <a:gd name="connsiteY1" fmla="*/ 507 h 506"/>
                <a:gd name="connsiteX2" fmla="*/ 0 w 507"/>
                <a:gd name="connsiteY2" fmla="*/ 253 h 506"/>
                <a:gd name="connsiteX3" fmla="*/ 254 w 507"/>
                <a:gd name="connsiteY3" fmla="*/ 0 h 506"/>
                <a:gd name="connsiteX4" fmla="*/ 507 w 507"/>
                <a:gd name="connsiteY4" fmla="*/ 253 h 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7" h="506">
                  <a:moveTo>
                    <a:pt x="507" y="253"/>
                  </a:moveTo>
                  <a:lnTo>
                    <a:pt x="254" y="507"/>
                  </a:lnTo>
                  <a:lnTo>
                    <a:pt x="0" y="253"/>
                  </a:lnTo>
                  <a:lnTo>
                    <a:pt x="254" y="0"/>
                  </a:lnTo>
                  <a:lnTo>
                    <a:pt x="507" y="25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4" name="Freeform: Shape 3063">
              <a:extLst>
                <a:ext uri="{FF2B5EF4-FFF2-40B4-BE49-F238E27FC236}">
                  <a16:creationId xmlns:a16="http://schemas.microsoft.com/office/drawing/2014/main" id="{571A3A16-312E-0763-BD4B-75473A00EF91}"/>
                </a:ext>
              </a:extLst>
            </p:cNvPr>
            <p:cNvSpPr/>
            <p:nvPr/>
          </p:nvSpPr>
          <p:spPr>
            <a:xfrm>
              <a:off x="3421365" y="1123798"/>
              <a:ext cx="760" cy="633"/>
            </a:xfrm>
            <a:custGeom>
              <a:avLst/>
              <a:gdLst>
                <a:gd name="connsiteX0" fmla="*/ 760 w 760"/>
                <a:gd name="connsiteY0" fmla="*/ 380 h 633"/>
                <a:gd name="connsiteX1" fmla="*/ 380 w 760"/>
                <a:gd name="connsiteY1" fmla="*/ 634 h 633"/>
                <a:gd name="connsiteX2" fmla="*/ 0 w 760"/>
                <a:gd name="connsiteY2" fmla="*/ 380 h 633"/>
                <a:gd name="connsiteX3" fmla="*/ 380 w 760"/>
                <a:gd name="connsiteY3" fmla="*/ 0 h 633"/>
                <a:gd name="connsiteX4" fmla="*/ 760 w 760"/>
                <a:gd name="connsiteY4" fmla="*/ 380 h 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0" h="633">
                  <a:moveTo>
                    <a:pt x="760" y="380"/>
                  </a:moveTo>
                  <a:lnTo>
                    <a:pt x="380" y="634"/>
                  </a:lnTo>
                  <a:lnTo>
                    <a:pt x="0" y="380"/>
                  </a:lnTo>
                  <a:lnTo>
                    <a:pt x="380" y="0"/>
                  </a:lnTo>
                  <a:lnTo>
                    <a:pt x="760" y="38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5" name="Freeform: Shape 3064">
              <a:extLst>
                <a:ext uri="{FF2B5EF4-FFF2-40B4-BE49-F238E27FC236}">
                  <a16:creationId xmlns:a16="http://schemas.microsoft.com/office/drawing/2014/main" id="{A6E77D6B-196E-B800-4059-8A817254DAFF}"/>
                </a:ext>
              </a:extLst>
            </p:cNvPr>
            <p:cNvSpPr/>
            <p:nvPr/>
          </p:nvSpPr>
          <p:spPr>
            <a:xfrm>
              <a:off x="3518191" y="1053839"/>
              <a:ext cx="1393" cy="1013"/>
            </a:xfrm>
            <a:custGeom>
              <a:avLst/>
              <a:gdLst>
                <a:gd name="connsiteX0" fmla="*/ 1394 w 1393"/>
                <a:gd name="connsiteY0" fmla="*/ 507 h 1013"/>
                <a:gd name="connsiteX1" fmla="*/ 634 w 1393"/>
                <a:gd name="connsiteY1" fmla="*/ 1014 h 1013"/>
                <a:gd name="connsiteX2" fmla="*/ 0 w 1393"/>
                <a:gd name="connsiteY2" fmla="*/ 507 h 1013"/>
                <a:gd name="connsiteX3" fmla="*/ 634 w 1393"/>
                <a:gd name="connsiteY3" fmla="*/ 0 h 1013"/>
                <a:gd name="connsiteX4" fmla="*/ 1394 w 1393"/>
                <a:gd name="connsiteY4" fmla="*/ 507 h 1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3" h="1013">
                  <a:moveTo>
                    <a:pt x="1394" y="507"/>
                  </a:moveTo>
                  <a:lnTo>
                    <a:pt x="634" y="1014"/>
                  </a:lnTo>
                  <a:lnTo>
                    <a:pt x="0" y="507"/>
                  </a:lnTo>
                  <a:lnTo>
                    <a:pt x="634" y="0"/>
                  </a:lnTo>
                  <a:lnTo>
                    <a:pt x="1394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6" name="Freeform: Shape 3065">
              <a:extLst>
                <a:ext uri="{FF2B5EF4-FFF2-40B4-BE49-F238E27FC236}">
                  <a16:creationId xmlns:a16="http://schemas.microsoft.com/office/drawing/2014/main" id="{5A2C4963-B2CC-20DB-F8CC-54EC84B9C272}"/>
                </a:ext>
              </a:extLst>
            </p:cNvPr>
            <p:cNvSpPr/>
            <p:nvPr/>
          </p:nvSpPr>
          <p:spPr>
            <a:xfrm>
              <a:off x="3617679" y="986163"/>
              <a:ext cx="2281" cy="1901"/>
            </a:xfrm>
            <a:custGeom>
              <a:avLst/>
              <a:gdLst>
                <a:gd name="connsiteX0" fmla="*/ 2281 w 2281"/>
                <a:gd name="connsiteY0" fmla="*/ 887 h 1901"/>
                <a:gd name="connsiteX1" fmla="*/ 1141 w 2281"/>
                <a:gd name="connsiteY1" fmla="*/ 1901 h 1901"/>
                <a:gd name="connsiteX2" fmla="*/ 0 w 2281"/>
                <a:gd name="connsiteY2" fmla="*/ 887 h 1901"/>
                <a:gd name="connsiteX3" fmla="*/ 1141 w 2281"/>
                <a:gd name="connsiteY3" fmla="*/ 0 h 1901"/>
                <a:gd name="connsiteX4" fmla="*/ 2281 w 2281"/>
                <a:gd name="connsiteY4" fmla="*/ 887 h 1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1" h="1901">
                  <a:moveTo>
                    <a:pt x="2281" y="887"/>
                  </a:moveTo>
                  <a:lnTo>
                    <a:pt x="1141" y="1901"/>
                  </a:lnTo>
                  <a:lnTo>
                    <a:pt x="0" y="887"/>
                  </a:lnTo>
                  <a:lnTo>
                    <a:pt x="1141" y="0"/>
                  </a:lnTo>
                  <a:lnTo>
                    <a:pt x="2281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7" name="Freeform: Shape 3066">
              <a:extLst>
                <a:ext uri="{FF2B5EF4-FFF2-40B4-BE49-F238E27FC236}">
                  <a16:creationId xmlns:a16="http://schemas.microsoft.com/office/drawing/2014/main" id="{9C652E2D-B89C-B87E-58C5-A1DBB894CC14}"/>
                </a:ext>
              </a:extLst>
            </p:cNvPr>
            <p:cNvSpPr/>
            <p:nvPr/>
          </p:nvSpPr>
          <p:spPr>
            <a:xfrm>
              <a:off x="3719828" y="921020"/>
              <a:ext cx="3421" cy="2788"/>
            </a:xfrm>
            <a:custGeom>
              <a:avLst/>
              <a:gdLst>
                <a:gd name="connsiteX0" fmla="*/ 3422 w 3421"/>
                <a:gd name="connsiteY0" fmla="*/ 1394 h 2788"/>
                <a:gd name="connsiteX1" fmla="*/ 1648 w 3421"/>
                <a:gd name="connsiteY1" fmla="*/ 2788 h 2788"/>
                <a:gd name="connsiteX2" fmla="*/ 0 w 3421"/>
                <a:gd name="connsiteY2" fmla="*/ 1394 h 2788"/>
                <a:gd name="connsiteX3" fmla="*/ 1648 w 3421"/>
                <a:gd name="connsiteY3" fmla="*/ 0 h 2788"/>
                <a:gd name="connsiteX4" fmla="*/ 3422 w 3421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21" h="2788">
                  <a:moveTo>
                    <a:pt x="3422" y="1394"/>
                  </a:moveTo>
                  <a:lnTo>
                    <a:pt x="1648" y="2788"/>
                  </a:lnTo>
                  <a:lnTo>
                    <a:pt x="0" y="1394"/>
                  </a:lnTo>
                  <a:lnTo>
                    <a:pt x="1648" y="0"/>
                  </a:lnTo>
                  <a:lnTo>
                    <a:pt x="3422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8" name="Freeform: Shape 3067">
              <a:extLst>
                <a:ext uri="{FF2B5EF4-FFF2-40B4-BE49-F238E27FC236}">
                  <a16:creationId xmlns:a16="http://schemas.microsoft.com/office/drawing/2014/main" id="{4B9D7C5A-3A8A-5659-CA0E-C25FABE3C4B2}"/>
                </a:ext>
              </a:extLst>
            </p:cNvPr>
            <p:cNvSpPr/>
            <p:nvPr/>
          </p:nvSpPr>
          <p:spPr>
            <a:xfrm>
              <a:off x="3825146" y="859046"/>
              <a:ext cx="3421" cy="2788"/>
            </a:xfrm>
            <a:custGeom>
              <a:avLst/>
              <a:gdLst>
                <a:gd name="connsiteX0" fmla="*/ 3422 w 3421"/>
                <a:gd name="connsiteY0" fmla="*/ 1394 h 2788"/>
                <a:gd name="connsiteX1" fmla="*/ 1648 w 3421"/>
                <a:gd name="connsiteY1" fmla="*/ 2788 h 2788"/>
                <a:gd name="connsiteX2" fmla="*/ 0 w 3421"/>
                <a:gd name="connsiteY2" fmla="*/ 1394 h 2788"/>
                <a:gd name="connsiteX3" fmla="*/ 1648 w 3421"/>
                <a:gd name="connsiteY3" fmla="*/ 0 h 2788"/>
                <a:gd name="connsiteX4" fmla="*/ 3422 w 3421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21" h="2788">
                  <a:moveTo>
                    <a:pt x="3422" y="1394"/>
                  </a:moveTo>
                  <a:lnTo>
                    <a:pt x="1648" y="2788"/>
                  </a:lnTo>
                  <a:lnTo>
                    <a:pt x="0" y="1394"/>
                  </a:lnTo>
                  <a:lnTo>
                    <a:pt x="1648" y="0"/>
                  </a:lnTo>
                  <a:lnTo>
                    <a:pt x="3422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9" name="Freeform: Shape 3068">
              <a:extLst>
                <a:ext uri="{FF2B5EF4-FFF2-40B4-BE49-F238E27FC236}">
                  <a16:creationId xmlns:a16="http://schemas.microsoft.com/office/drawing/2014/main" id="{5093D942-DA86-69B5-C2F6-31F06E9EA9FF}"/>
                </a:ext>
              </a:extLst>
            </p:cNvPr>
            <p:cNvSpPr/>
            <p:nvPr/>
          </p:nvSpPr>
          <p:spPr>
            <a:xfrm>
              <a:off x="3932237" y="799480"/>
              <a:ext cx="4816" cy="3675"/>
            </a:xfrm>
            <a:custGeom>
              <a:avLst/>
              <a:gdLst>
                <a:gd name="connsiteX0" fmla="*/ 4816 w 4816"/>
                <a:gd name="connsiteY0" fmla="*/ 1774 h 3675"/>
                <a:gd name="connsiteX1" fmla="*/ 2408 w 4816"/>
                <a:gd name="connsiteY1" fmla="*/ 3675 h 3675"/>
                <a:gd name="connsiteX2" fmla="*/ 0 w 4816"/>
                <a:gd name="connsiteY2" fmla="*/ 1774 h 3675"/>
                <a:gd name="connsiteX3" fmla="*/ 2408 w 4816"/>
                <a:gd name="connsiteY3" fmla="*/ 0 h 3675"/>
                <a:gd name="connsiteX4" fmla="*/ 4816 w 4816"/>
                <a:gd name="connsiteY4" fmla="*/ 1774 h 3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16" h="3675">
                  <a:moveTo>
                    <a:pt x="4816" y="1774"/>
                  </a:moveTo>
                  <a:lnTo>
                    <a:pt x="2408" y="3675"/>
                  </a:lnTo>
                  <a:lnTo>
                    <a:pt x="0" y="1774"/>
                  </a:lnTo>
                  <a:lnTo>
                    <a:pt x="2408" y="0"/>
                  </a:lnTo>
                  <a:lnTo>
                    <a:pt x="4816" y="177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0" name="Freeform: Shape 3069">
              <a:extLst>
                <a:ext uri="{FF2B5EF4-FFF2-40B4-BE49-F238E27FC236}">
                  <a16:creationId xmlns:a16="http://schemas.microsoft.com/office/drawing/2014/main" id="{53BF5C21-2EEF-1653-1F28-62D129DAB4D0}"/>
                </a:ext>
              </a:extLst>
            </p:cNvPr>
            <p:cNvSpPr/>
            <p:nvPr/>
          </p:nvSpPr>
          <p:spPr>
            <a:xfrm>
              <a:off x="4041864" y="742576"/>
              <a:ext cx="5956" cy="4689"/>
            </a:xfrm>
            <a:custGeom>
              <a:avLst/>
              <a:gdLst>
                <a:gd name="connsiteX0" fmla="*/ 5957 w 5956"/>
                <a:gd name="connsiteY0" fmla="*/ 2408 h 4689"/>
                <a:gd name="connsiteX1" fmla="*/ 3042 w 5956"/>
                <a:gd name="connsiteY1" fmla="*/ 4689 h 4689"/>
                <a:gd name="connsiteX2" fmla="*/ 0 w 5956"/>
                <a:gd name="connsiteY2" fmla="*/ 2408 h 4689"/>
                <a:gd name="connsiteX3" fmla="*/ 3042 w 5956"/>
                <a:gd name="connsiteY3" fmla="*/ 0 h 4689"/>
                <a:gd name="connsiteX4" fmla="*/ 5957 w 5956"/>
                <a:gd name="connsiteY4" fmla="*/ 2408 h 4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6" h="4689">
                  <a:moveTo>
                    <a:pt x="5957" y="2408"/>
                  </a:moveTo>
                  <a:lnTo>
                    <a:pt x="3042" y="4689"/>
                  </a:lnTo>
                  <a:lnTo>
                    <a:pt x="0" y="2408"/>
                  </a:lnTo>
                  <a:lnTo>
                    <a:pt x="3042" y="0"/>
                  </a:lnTo>
                  <a:lnTo>
                    <a:pt x="5957" y="240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1" name="Freeform: Shape 3070">
              <a:extLst>
                <a:ext uri="{FF2B5EF4-FFF2-40B4-BE49-F238E27FC236}">
                  <a16:creationId xmlns:a16="http://schemas.microsoft.com/office/drawing/2014/main" id="{746C8F7E-96FD-2C8D-AC26-DDA067F5B1DA}"/>
                </a:ext>
              </a:extLst>
            </p:cNvPr>
            <p:cNvSpPr/>
            <p:nvPr/>
          </p:nvSpPr>
          <p:spPr>
            <a:xfrm>
              <a:off x="4154025" y="688967"/>
              <a:ext cx="6463" cy="5069"/>
            </a:xfrm>
            <a:custGeom>
              <a:avLst/>
              <a:gdLst>
                <a:gd name="connsiteX0" fmla="*/ 6464 w 6463"/>
                <a:gd name="connsiteY0" fmla="*/ 2535 h 5069"/>
                <a:gd name="connsiteX1" fmla="*/ 3295 w 6463"/>
                <a:gd name="connsiteY1" fmla="*/ 5069 h 5069"/>
                <a:gd name="connsiteX2" fmla="*/ 0 w 6463"/>
                <a:gd name="connsiteY2" fmla="*/ 2535 h 5069"/>
                <a:gd name="connsiteX3" fmla="*/ 3295 w 6463"/>
                <a:gd name="connsiteY3" fmla="*/ 0 h 5069"/>
                <a:gd name="connsiteX4" fmla="*/ 6464 w 6463"/>
                <a:gd name="connsiteY4" fmla="*/ 2535 h 5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069">
                  <a:moveTo>
                    <a:pt x="6464" y="2535"/>
                  </a:moveTo>
                  <a:lnTo>
                    <a:pt x="3295" y="5069"/>
                  </a:lnTo>
                  <a:lnTo>
                    <a:pt x="0" y="2535"/>
                  </a:lnTo>
                  <a:lnTo>
                    <a:pt x="3295" y="0"/>
                  </a:lnTo>
                  <a:lnTo>
                    <a:pt x="6464" y="253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2" name="Freeform: Shape 3071">
              <a:extLst>
                <a:ext uri="{FF2B5EF4-FFF2-40B4-BE49-F238E27FC236}">
                  <a16:creationId xmlns:a16="http://schemas.microsoft.com/office/drawing/2014/main" id="{C930FC4E-7BB7-3BFE-7B73-09863198646A}"/>
                </a:ext>
              </a:extLst>
            </p:cNvPr>
            <p:cNvSpPr/>
            <p:nvPr/>
          </p:nvSpPr>
          <p:spPr>
            <a:xfrm>
              <a:off x="4267961" y="637892"/>
              <a:ext cx="7857" cy="6210"/>
            </a:xfrm>
            <a:custGeom>
              <a:avLst/>
              <a:gdLst>
                <a:gd name="connsiteX0" fmla="*/ 7858 w 7857"/>
                <a:gd name="connsiteY0" fmla="*/ 3042 h 6210"/>
                <a:gd name="connsiteX1" fmla="*/ 3929 w 7857"/>
                <a:gd name="connsiteY1" fmla="*/ 6210 h 6210"/>
                <a:gd name="connsiteX2" fmla="*/ 0 w 7857"/>
                <a:gd name="connsiteY2" fmla="*/ 3042 h 6210"/>
                <a:gd name="connsiteX3" fmla="*/ 3929 w 7857"/>
                <a:gd name="connsiteY3" fmla="*/ 0 h 6210"/>
                <a:gd name="connsiteX4" fmla="*/ 7858 w 7857"/>
                <a:gd name="connsiteY4" fmla="*/ 3042 h 6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57" h="6210">
                  <a:moveTo>
                    <a:pt x="7858" y="3042"/>
                  </a:moveTo>
                  <a:lnTo>
                    <a:pt x="3929" y="6210"/>
                  </a:lnTo>
                  <a:lnTo>
                    <a:pt x="0" y="3042"/>
                  </a:lnTo>
                  <a:lnTo>
                    <a:pt x="3929" y="0"/>
                  </a:lnTo>
                  <a:lnTo>
                    <a:pt x="7858" y="30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3" name="Freeform: Shape 3072">
              <a:extLst>
                <a:ext uri="{FF2B5EF4-FFF2-40B4-BE49-F238E27FC236}">
                  <a16:creationId xmlns:a16="http://schemas.microsoft.com/office/drawing/2014/main" id="{712CFE6C-DF4F-25DB-23B8-24A3FE8DA6D8}"/>
                </a:ext>
              </a:extLst>
            </p:cNvPr>
            <p:cNvSpPr/>
            <p:nvPr/>
          </p:nvSpPr>
          <p:spPr>
            <a:xfrm>
              <a:off x="4384305" y="590113"/>
              <a:ext cx="8491" cy="6716"/>
            </a:xfrm>
            <a:custGeom>
              <a:avLst/>
              <a:gdLst>
                <a:gd name="connsiteX0" fmla="*/ 8491 w 8491"/>
                <a:gd name="connsiteY0" fmla="*/ 3295 h 6716"/>
                <a:gd name="connsiteX1" fmla="*/ 4309 w 8491"/>
                <a:gd name="connsiteY1" fmla="*/ 6717 h 6716"/>
                <a:gd name="connsiteX2" fmla="*/ 0 w 8491"/>
                <a:gd name="connsiteY2" fmla="*/ 3295 h 6716"/>
                <a:gd name="connsiteX3" fmla="*/ 4309 w 8491"/>
                <a:gd name="connsiteY3" fmla="*/ 0 h 6716"/>
                <a:gd name="connsiteX4" fmla="*/ 8491 w 8491"/>
                <a:gd name="connsiteY4" fmla="*/ 3295 h 6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91" h="6716">
                  <a:moveTo>
                    <a:pt x="8491" y="3295"/>
                  </a:moveTo>
                  <a:lnTo>
                    <a:pt x="4309" y="6717"/>
                  </a:lnTo>
                  <a:lnTo>
                    <a:pt x="0" y="3295"/>
                  </a:lnTo>
                  <a:lnTo>
                    <a:pt x="4309" y="0"/>
                  </a:lnTo>
                  <a:lnTo>
                    <a:pt x="8491" y="32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4" name="Freeform: Shape 3073">
              <a:extLst>
                <a:ext uri="{FF2B5EF4-FFF2-40B4-BE49-F238E27FC236}">
                  <a16:creationId xmlns:a16="http://schemas.microsoft.com/office/drawing/2014/main" id="{00283114-E299-CE26-2B1C-75ED3A5E1990}"/>
                </a:ext>
              </a:extLst>
            </p:cNvPr>
            <p:cNvSpPr/>
            <p:nvPr/>
          </p:nvSpPr>
          <p:spPr>
            <a:xfrm>
              <a:off x="4502423" y="545375"/>
              <a:ext cx="9251" cy="7223"/>
            </a:xfrm>
            <a:custGeom>
              <a:avLst/>
              <a:gdLst>
                <a:gd name="connsiteX0" fmla="*/ 9251 w 9251"/>
                <a:gd name="connsiteY0" fmla="*/ 3549 h 7223"/>
                <a:gd name="connsiteX1" fmla="*/ 4689 w 9251"/>
                <a:gd name="connsiteY1" fmla="*/ 7224 h 7223"/>
                <a:gd name="connsiteX2" fmla="*/ 0 w 9251"/>
                <a:gd name="connsiteY2" fmla="*/ 3549 h 7223"/>
                <a:gd name="connsiteX3" fmla="*/ 4689 w 9251"/>
                <a:gd name="connsiteY3" fmla="*/ 0 h 7223"/>
                <a:gd name="connsiteX4" fmla="*/ 9251 w 9251"/>
                <a:gd name="connsiteY4" fmla="*/ 3549 h 7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51" h="7223">
                  <a:moveTo>
                    <a:pt x="9251" y="3549"/>
                  </a:moveTo>
                  <a:lnTo>
                    <a:pt x="4689" y="7224"/>
                  </a:lnTo>
                  <a:lnTo>
                    <a:pt x="0" y="3549"/>
                  </a:lnTo>
                  <a:lnTo>
                    <a:pt x="4689" y="0"/>
                  </a:lnTo>
                  <a:lnTo>
                    <a:pt x="9251" y="354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5" name="Freeform: Shape 3074">
              <a:extLst>
                <a:ext uri="{FF2B5EF4-FFF2-40B4-BE49-F238E27FC236}">
                  <a16:creationId xmlns:a16="http://schemas.microsoft.com/office/drawing/2014/main" id="{A395DA4E-49D0-DA91-00C3-692FD54AC75A}"/>
                </a:ext>
              </a:extLst>
            </p:cNvPr>
            <p:cNvSpPr/>
            <p:nvPr/>
          </p:nvSpPr>
          <p:spPr>
            <a:xfrm>
              <a:off x="4622061" y="503425"/>
              <a:ext cx="10645" cy="8364"/>
            </a:xfrm>
            <a:custGeom>
              <a:avLst/>
              <a:gdLst>
                <a:gd name="connsiteX0" fmla="*/ 10646 w 10645"/>
                <a:gd name="connsiteY0" fmla="*/ 4182 h 8364"/>
                <a:gd name="connsiteX1" fmla="*/ 5323 w 10645"/>
                <a:gd name="connsiteY1" fmla="*/ 8365 h 8364"/>
                <a:gd name="connsiteX2" fmla="*/ 0 w 10645"/>
                <a:gd name="connsiteY2" fmla="*/ 4182 h 8364"/>
                <a:gd name="connsiteX3" fmla="*/ 5323 w 10645"/>
                <a:gd name="connsiteY3" fmla="*/ 0 h 8364"/>
                <a:gd name="connsiteX4" fmla="*/ 10646 w 10645"/>
                <a:gd name="connsiteY4" fmla="*/ 4182 h 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45" h="8364">
                  <a:moveTo>
                    <a:pt x="10646" y="4182"/>
                  </a:moveTo>
                  <a:lnTo>
                    <a:pt x="5323" y="8365"/>
                  </a:lnTo>
                  <a:lnTo>
                    <a:pt x="0" y="4182"/>
                  </a:lnTo>
                  <a:lnTo>
                    <a:pt x="5323" y="0"/>
                  </a:lnTo>
                  <a:lnTo>
                    <a:pt x="10646" y="41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6" name="Freeform: Shape 3075">
              <a:extLst>
                <a:ext uri="{FF2B5EF4-FFF2-40B4-BE49-F238E27FC236}">
                  <a16:creationId xmlns:a16="http://schemas.microsoft.com/office/drawing/2014/main" id="{EC52F900-41F4-0030-89F6-2371B31672AE}"/>
                </a:ext>
              </a:extLst>
            </p:cNvPr>
            <p:cNvSpPr/>
            <p:nvPr/>
          </p:nvSpPr>
          <p:spPr>
            <a:xfrm>
              <a:off x="4743728" y="464898"/>
              <a:ext cx="11152" cy="8871"/>
            </a:xfrm>
            <a:custGeom>
              <a:avLst/>
              <a:gdLst>
                <a:gd name="connsiteX0" fmla="*/ 11153 w 11152"/>
                <a:gd name="connsiteY0" fmla="*/ 4563 h 8871"/>
                <a:gd name="connsiteX1" fmla="*/ 5576 w 11152"/>
                <a:gd name="connsiteY1" fmla="*/ 8872 h 8871"/>
                <a:gd name="connsiteX2" fmla="*/ 0 w 11152"/>
                <a:gd name="connsiteY2" fmla="*/ 4563 h 8871"/>
                <a:gd name="connsiteX3" fmla="*/ 5576 w 11152"/>
                <a:gd name="connsiteY3" fmla="*/ 0 h 8871"/>
                <a:gd name="connsiteX4" fmla="*/ 11153 w 11152"/>
                <a:gd name="connsiteY4" fmla="*/ 4563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52" h="8871">
                  <a:moveTo>
                    <a:pt x="11153" y="4563"/>
                  </a:moveTo>
                  <a:lnTo>
                    <a:pt x="5576" y="8872"/>
                  </a:lnTo>
                  <a:lnTo>
                    <a:pt x="0" y="4563"/>
                  </a:lnTo>
                  <a:lnTo>
                    <a:pt x="5576" y="0"/>
                  </a:lnTo>
                  <a:lnTo>
                    <a:pt x="11153" y="456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7" name="Freeform: Shape 3076">
              <a:extLst>
                <a:ext uri="{FF2B5EF4-FFF2-40B4-BE49-F238E27FC236}">
                  <a16:creationId xmlns:a16="http://schemas.microsoft.com/office/drawing/2014/main" id="{41BDE1BB-4981-9985-406C-9526780EFB0E}"/>
                </a:ext>
              </a:extLst>
            </p:cNvPr>
            <p:cNvSpPr/>
            <p:nvPr/>
          </p:nvSpPr>
          <p:spPr>
            <a:xfrm>
              <a:off x="4866408" y="429411"/>
              <a:ext cx="12546" cy="9885"/>
            </a:xfrm>
            <a:custGeom>
              <a:avLst/>
              <a:gdLst>
                <a:gd name="connsiteX0" fmla="*/ 12547 w 12546"/>
                <a:gd name="connsiteY0" fmla="*/ 4943 h 9885"/>
                <a:gd name="connsiteX1" fmla="*/ 6210 w 12546"/>
                <a:gd name="connsiteY1" fmla="*/ 9885 h 9885"/>
                <a:gd name="connsiteX2" fmla="*/ 0 w 12546"/>
                <a:gd name="connsiteY2" fmla="*/ 4943 h 9885"/>
                <a:gd name="connsiteX3" fmla="*/ 6210 w 12546"/>
                <a:gd name="connsiteY3" fmla="*/ 0 h 9885"/>
                <a:gd name="connsiteX4" fmla="*/ 12547 w 12546"/>
                <a:gd name="connsiteY4" fmla="*/ 4943 h 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46" h="9885">
                  <a:moveTo>
                    <a:pt x="12547" y="4943"/>
                  </a:moveTo>
                  <a:lnTo>
                    <a:pt x="6210" y="9885"/>
                  </a:lnTo>
                  <a:lnTo>
                    <a:pt x="0" y="4943"/>
                  </a:lnTo>
                  <a:lnTo>
                    <a:pt x="6210" y="0"/>
                  </a:lnTo>
                  <a:lnTo>
                    <a:pt x="12547" y="494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8" name="Freeform: Shape 3077">
              <a:extLst>
                <a:ext uri="{FF2B5EF4-FFF2-40B4-BE49-F238E27FC236}">
                  <a16:creationId xmlns:a16="http://schemas.microsoft.com/office/drawing/2014/main" id="{1D0AFEF0-01FD-860F-2190-9F3CD1C1AEDF}"/>
                </a:ext>
              </a:extLst>
            </p:cNvPr>
            <p:cNvSpPr/>
            <p:nvPr/>
          </p:nvSpPr>
          <p:spPr>
            <a:xfrm>
              <a:off x="4990863" y="397221"/>
              <a:ext cx="13307" cy="10645"/>
            </a:xfrm>
            <a:custGeom>
              <a:avLst/>
              <a:gdLst>
                <a:gd name="connsiteX0" fmla="*/ 13308 w 13307"/>
                <a:gd name="connsiteY0" fmla="*/ 5323 h 10645"/>
                <a:gd name="connsiteX1" fmla="*/ 6591 w 13307"/>
                <a:gd name="connsiteY1" fmla="*/ 10646 h 10645"/>
                <a:gd name="connsiteX2" fmla="*/ 0 w 13307"/>
                <a:gd name="connsiteY2" fmla="*/ 5323 h 10645"/>
                <a:gd name="connsiteX3" fmla="*/ 6591 w 13307"/>
                <a:gd name="connsiteY3" fmla="*/ 0 h 10645"/>
                <a:gd name="connsiteX4" fmla="*/ 13308 w 13307"/>
                <a:gd name="connsiteY4" fmla="*/ 5323 h 1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07" h="10645">
                  <a:moveTo>
                    <a:pt x="13308" y="5323"/>
                  </a:moveTo>
                  <a:cubicBezTo>
                    <a:pt x="13308" y="8238"/>
                    <a:pt x="10266" y="10646"/>
                    <a:pt x="6591" y="10646"/>
                  </a:cubicBezTo>
                  <a:cubicBezTo>
                    <a:pt x="2915" y="10646"/>
                    <a:pt x="0" y="8238"/>
                    <a:pt x="0" y="5323"/>
                  </a:cubicBezTo>
                  <a:cubicBezTo>
                    <a:pt x="0" y="2408"/>
                    <a:pt x="2915" y="0"/>
                    <a:pt x="6591" y="0"/>
                  </a:cubicBezTo>
                  <a:cubicBezTo>
                    <a:pt x="10266" y="0"/>
                    <a:pt x="13308" y="2408"/>
                    <a:pt x="13308" y="532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9" name="Freeform: Shape 3078">
              <a:extLst>
                <a:ext uri="{FF2B5EF4-FFF2-40B4-BE49-F238E27FC236}">
                  <a16:creationId xmlns:a16="http://schemas.microsoft.com/office/drawing/2014/main" id="{7276EC9E-55BD-A065-4A44-3BDC7F441CFF}"/>
                </a:ext>
              </a:extLst>
            </p:cNvPr>
            <p:cNvSpPr/>
            <p:nvPr/>
          </p:nvSpPr>
          <p:spPr>
            <a:xfrm>
              <a:off x="5116585" y="368451"/>
              <a:ext cx="13941" cy="11152"/>
            </a:xfrm>
            <a:custGeom>
              <a:avLst/>
              <a:gdLst>
                <a:gd name="connsiteX0" fmla="*/ 13941 w 13941"/>
                <a:gd name="connsiteY0" fmla="*/ 5576 h 11152"/>
                <a:gd name="connsiteX1" fmla="*/ 6970 w 13941"/>
                <a:gd name="connsiteY1" fmla="*/ 11153 h 11152"/>
                <a:gd name="connsiteX2" fmla="*/ 0 w 13941"/>
                <a:gd name="connsiteY2" fmla="*/ 5576 h 11152"/>
                <a:gd name="connsiteX3" fmla="*/ 6970 w 13941"/>
                <a:gd name="connsiteY3" fmla="*/ 0 h 11152"/>
                <a:gd name="connsiteX4" fmla="*/ 13941 w 13941"/>
                <a:gd name="connsiteY4" fmla="*/ 5576 h 11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1" h="11152">
                  <a:moveTo>
                    <a:pt x="13941" y="5576"/>
                  </a:moveTo>
                  <a:cubicBezTo>
                    <a:pt x="13941" y="8618"/>
                    <a:pt x="10773" y="11153"/>
                    <a:pt x="6970" y="11153"/>
                  </a:cubicBezTo>
                  <a:cubicBezTo>
                    <a:pt x="3168" y="11153"/>
                    <a:pt x="0" y="8745"/>
                    <a:pt x="0" y="5576"/>
                  </a:cubicBezTo>
                  <a:cubicBezTo>
                    <a:pt x="0" y="2408"/>
                    <a:pt x="3168" y="0"/>
                    <a:pt x="6970" y="0"/>
                  </a:cubicBezTo>
                  <a:cubicBezTo>
                    <a:pt x="10773" y="0"/>
                    <a:pt x="13941" y="2408"/>
                    <a:pt x="13941" y="55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0" name="Freeform: Shape 3079">
              <a:extLst>
                <a:ext uri="{FF2B5EF4-FFF2-40B4-BE49-F238E27FC236}">
                  <a16:creationId xmlns:a16="http://schemas.microsoft.com/office/drawing/2014/main" id="{C8E4FB4D-A66B-8722-FDBA-7D55ED066BD5}"/>
                </a:ext>
              </a:extLst>
            </p:cNvPr>
            <p:cNvSpPr/>
            <p:nvPr/>
          </p:nvSpPr>
          <p:spPr>
            <a:xfrm>
              <a:off x="5243448" y="342851"/>
              <a:ext cx="14701" cy="11659"/>
            </a:xfrm>
            <a:custGeom>
              <a:avLst/>
              <a:gdLst>
                <a:gd name="connsiteX0" fmla="*/ 14701 w 14701"/>
                <a:gd name="connsiteY0" fmla="*/ 5830 h 11659"/>
                <a:gd name="connsiteX1" fmla="*/ 7351 w 14701"/>
                <a:gd name="connsiteY1" fmla="*/ 11660 h 11659"/>
                <a:gd name="connsiteX2" fmla="*/ 0 w 14701"/>
                <a:gd name="connsiteY2" fmla="*/ 5830 h 11659"/>
                <a:gd name="connsiteX3" fmla="*/ 7351 w 14701"/>
                <a:gd name="connsiteY3" fmla="*/ 0 h 11659"/>
                <a:gd name="connsiteX4" fmla="*/ 14701 w 14701"/>
                <a:gd name="connsiteY4" fmla="*/ 5830 h 11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01" h="11659">
                  <a:moveTo>
                    <a:pt x="14701" y="5830"/>
                  </a:moveTo>
                  <a:cubicBezTo>
                    <a:pt x="14701" y="8998"/>
                    <a:pt x="11406" y="11660"/>
                    <a:pt x="7351" y="11660"/>
                  </a:cubicBezTo>
                  <a:cubicBezTo>
                    <a:pt x="3295" y="11660"/>
                    <a:pt x="0" y="8998"/>
                    <a:pt x="0" y="5830"/>
                  </a:cubicBezTo>
                  <a:cubicBezTo>
                    <a:pt x="0" y="2661"/>
                    <a:pt x="3295" y="0"/>
                    <a:pt x="7351" y="0"/>
                  </a:cubicBezTo>
                  <a:cubicBezTo>
                    <a:pt x="11406" y="0"/>
                    <a:pt x="14701" y="2661"/>
                    <a:pt x="14701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1" name="Freeform: Shape 3080">
              <a:extLst>
                <a:ext uri="{FF2B5EF4-FFF2-40B4-BE49-F238E27FC236}">
                  <a16:creationId xmlns:a16="http://schemas.microsoft.com/office/drawing/2014/main" id="{261ACBCA-BFE2-1FC0-F471-D7921FAD3029}"/>
                </a:ext>
              </a:extLst>
            </p:cNvPr>
            <p:cNvSpPr/>
            <p:nvPr/>
          </p:nvSpPr>
          <p:spPr>
            <a:xfrm>
              <a:off x="5370944" y="320419"/>
              <a:ext cx="16095" cy="12673"/>
            </a:xfrm>
            <a:custGeom>
              <a:avLst/>
              <a:gdLst>
                <a:gd name="connsiteX0" fmla="*/ 16095 w 16095"/>
                <a:gd name="connsiteY0" fmla="*/ 6337 h 12673"/>
                <a:gd name="connsiteX1" fmla="*/ 7984 w 16095"/>
                <a:gd name="connsiteY1" fmla="*/ 12674 h 12673"/>
                <a:gd name="connsiteX2" fmla="*/ 0 w 16095"/>
                <a:gd name="connsiteY2" fmla="*/ 6337 h 12673"/>
                <a:gd name="connsiteX3" fmla="*/ 7984 w 16095"/>
                <a:gd name="connsiteY3" fmla="*/ 0 h 12673"/>
                <a:gd name="connsiteX4" fmla="*/ 16095 w 16095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95" h="12673">
                  <a:moveTo>
                    <a:pt x="16095" y="6337"/>
                  </a:moveTo>
                  <a:cubicBezTo>
                    <a:pt x="16095" y="9885"/>
                    <a:pt x="12420" y="12674"/>
                    <a:pt x="7984" y="12674"/>
                  </a:cubicBezTo>
                  <a:cubicBezTo>
                    <a:pt x="3549" y="12674"/>
                    <a:pt x="0" y="9885"/>
                    <a:pt x="0" y="6337"/>
                  </a:cubicBezTo>
                  <a:cubicBezTo>
                    <a:pt x="0" y="2788"/>
                    <a:pt x="3675" y="0"/>
                    <a:pt x="7984" y="0"/>
                  </a:cubicBezTo>
                  <a:cubicBezTo>
                    <a:pt x="12293" y="0"/>
                    <a:pt x="16095" y="2788"/>
                    <a:pt x="16095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2" name="Freeform: Shape 3081">
              <a:extLst>
                <a:ext uri="{FF2B5EF4-FFF2-40B4-BE49-F238E27FC236}">
                  <a16:creationId xmlns:a16="http://schemas.microsoft.com/office/drawing/2014/main" id="{014B84BD-D432-7080-F842-2AB7F730AEDA}"/>
                </a:ext>
              </a:extLst>
            </p:cNvPr>
            <p:cNvSpPr/>
            <p:nvPr/>
          </p:nvSpPr>
          <p:spPr>
            <a:xfrm>
              <a:off x="5499454" y="301408"/>
              <a:ext cx="16982" cy="13434"/>
            </a:xfrm>
            <a:custGeom>
              <a:avLst/>
              <a:gdLst>
                <a:gd name="connsiteX0" fmla="*/ 16983 w 16982"/>
                <a:gd name="connsiteY0" fmla="*/ 6717 h 13434"/>
                <a:gd name="connsiteX1" fmla="*/ 8491 w 16982"/>
                <a:gd name="connsiteY1" fmla="*/ 13434 h 13434"/>
                <a:gd name="connsiteX2" fmla="*/ 0 w 16982"/>
                <a:gd name="connsiteY2" fmla="*/ 6717 h 13434"/>
                <a:gd name="connsiteX3" fmla="*/ 8491 w 16982"/>
                <a:gd name="connsiteY3" fmla="*/ 0 h 13434"/>
                <a:gd name="connsiteX4" fmla="*/ 16983 w 16982"/>
                <a:gd name="connsiteY4" fmla="*/ 6717 h 13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82" h="13434">
                  <a:moveTo>
                    <a:pt x="16983" y="6717"/>
                  </a:moveTo>
                  <a:cubicBezTo>
                    <a:pt x="16983" y="10392"/>
                    <a:pt x="13181" y="13434"/>
                    <a:pt x="8491" y="13434"/>
                  </a:cubicBezTo>
                  <a:cubicBezTo>
                    <a:pt x="3802" y="13434"/>
                    <a:pt x="0" y="10392"/>
                    <a:pt x="0" y="6717"/>
                  </a:cubicBezTo>
                  <a:cubicBezTo>
                    <a:pt x="0" y="3042"/>
                    <a:pt x="3802" y="0"/>
                    <a:pt x="8491" y="0"/>
                  </a:cubicBezTo>
                  <a:cubicBezTo>
                    <a:pt x="13181" y="0"/>
                    <a:pt x="16983" y="3042"/>
                    <a:pt x="16983" y="671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3" name="Freeform: Shape 3082">
              <a:extLst>
                <a:ext uri="{FF2B5EF4-FFF2-40B4-BE49-F238E27FC236}">
                  <a16:creationId xmlns:a16="http://schemas.microsoft.com/office/drawing/2014/main" id="{88D4B0FC-B7C6-BAFB-A3EC-0829B371E101}"/>
                </a:ext>
              </a:extLst>
            </p:cNvPr>
            <p:cNvSpPr/>
            <p:nvPr/>
          </p:nvSpPr>
          <p:spPr>
            <a:xfrm>
              <a:off x="5628725" y="285946"/>
              <a:ext cx="17742" cy="13940"/>
            </a:xfrm>
            <a:custGeom>
              <a:avLst/>
              <a:gdLst>
                <a:gd name="connsiteX0" fmla="*/ 17743 w 17742"/>
                <a:gd name="connsiteY0" fmla="*/ 6970 h 13940"/>
                <a:gd name="connsiteX1" fmla="*/ 8871 w 17742"/>
                <a:gd name="connsiteY1" fmla="*/ 13941 h 13940"/>
                <a:gd name="connsiteX2" fmla="*/ 0 w 17742"/>
                <a:gd name="connsiteY2" fmla="*/ 6970 h 13940"/>
                <a:gd name="connsiteX3" fmla="*/ 8871 w 17742"/>
                <a:gd name="connsiteY3" fmla="*/ 0 h 13940"/>
                <a:gd name="connsiteX4" fmla="*/ 17743 w 17742"/>
                <a:gd name="connsiteY4" fmla="*/ 6970 h 13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2" h="13940">
                  <a:moveTo>
                    <a:pt x="17743" y="6970"/>
                  </a:moveTo>
                  <a:cubicBezTo>
                    <a:pt x="17743" y="10899"/>
                    <a:pt x="13814" y="13941"/>
                    <a:pt x="8871" y="13941"/>
                  </a:cubicBezTo>
                  <a:cubicBezTo>
                    <a:pt x="3929" y="13941"/>
                    <a:pt x="0" y="10773"/>
                    <a:pt x="0" y="6970"/>
                  </a:cubicBezTo>
                  <a:cubicBezTo>
                    <a:pt x="0" y="3168"/>
                    <a:pt x="3929" y="0"/>
                    <a:pt x="8871" y="0"/>
                  </a:cubicBezTo>
                  <a:cubicBezTo>
                    <a:pt x="13814" y="0"/>
                    <a:pt x="17743" y="3168"/>
                    <a:pt x="17743" y="69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4" name="Freeform: Shape 3083">
              <a:extLst>
                <a:ext uri="{FF2B5EF4-FFF2-40B4-BE49-F238E27FC236}">
                  <a16:creationId xmlns:a16="http://schemas.microsoft.com/office/drawing/2014/main" id="{9C152A6D-5829-F36A-5DB0-E7E7B7749D1F}"/>
                </a:ext>
              </a:extLst>
            </p:cNvPr>
            <p:cNvSpPr/>
            <p:nvPr/>
          </p:nvSpPr>
          <p:spPr>
            <a:xfrm>
              <a:off x="5758756" y="273780"/>
              <a:ext cx="18249" cy="14447"/>
            </a:xfrm>
            <a:custGeom>
              <a:avLst/>
              <a:gdLst>
                <a:gd name="connsiteX0" fmla="*/ 18250 w 18249"/>
                <a:gd name="connsiteY0" fmla="*/ 7224 h 14447"/>
                <a:gd name="connsiteX1" fmla="*/ 9125 w 18249"/>
                <a:gd name="connsiteY1" fmla="*/ 14448 h 14447"/>
                <a:gd name="connsiteX2" fmla="*/ 0 w 18249"/>
                <a:gd name="connsiteY2" fmla="*/ 7224 h 14447"/>
                <a:gd name="connsiteX3" fmla="*/ 9125 w 18249"/>
                <a:gd name="connsiteY3" fmla="*/ 0 h 14447"/>
                <a:gd name="connsiteX4" fmla="*/ 18250 w 18249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49" h="14447">
                  <a:moveTo>
                    <a:pt x="18250" y="7224"/>
                  </a:moveTo>
                  <a:cubicBezTo>
                    <a:pt x="18250" y="11279"/>
                    <a:pt x="14194" y="14448"/>
                    <a:pt x="9125" y="14448"/>
                  </a:cubicBezTo>
                  <a:cubicBezTo>
                    <a:pt x="4055" y="14448"/>
                    <a:pt x="0" y="11279"/>
                    <a:pt x="0" y="7224"/>
                  </a:cubicBezTo>
                  <a:cubicBezTo>
                    <a:pt x="0" y="3168"/>
                    <a:pt x="4055" y="0"/>
                    <a:pt x="9125" y="0"/>
                  </a:cubicBezTo>
                  <a:cubicBezTo>
                    <a:pt x="14194" y="0"/>
                    <a:pt x="18250" y="3295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5" name="Freeform: Shape 3084">
              <a:extLst>
                <a:ext uri="{FF2B5EF4-FFF2-40B4-BE49-F238E27FC236}">
                  <a16:creationId xmlns:a16="http://schemas.microsoft.com/office/drawing/2014/main" id="{1A452C64-89ED-1750-F919-EE2CF3154B1E}"/>
                </a:ext>
              </a:extLst>
            </p:cNvPr>
            <p:cNvSpPr/>
            <p:nvPr/>
          </p:nvSpPr>
          <p:spPr>
            <a:xfrm>
              <a:off x="5889041" y="264908"/>
              <a:ext cx="19010" cy="15208"/>
            </a:xfrm>
            <a:custGeom>
              <a:avLst/>
              <a:gdLst>
                <a:gd name="connsiteX0" fmla="*/ 19010 w 19010"/>
                <a:gd name="connsiteY0" fmla="*/ 7604 h 15208"/>
                <a:gd name="connsiteX1" fmla="*/ 9505 w 19010"/>
                <a:gd name="connsiteY1" fmla="*/ 15208 h 15208"/>
                <a:gd name="connsiteX2" fmla="*/ 0 w 19010"/>
                <a:gd name="connsiteY2" fmla="*/ 7604 h 15208"/>
                <a:gd name="connsiteX3" fmla="*/ 9505 w 19010"/>
                <a:gd name="connsiteY3" fmla="*/ 0 h 15208"/>
                <a:gd name="connsiteX4" fmla="*/ 19010 w 19010"/>
                <a:gd name="connsiteY4" fmla="*/ 7604 h 15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10" h="15208">
                  <a:moveTo>
                    <a:pt x="19010" y="7604"/>
                  </a:moveTo>
                  <a:cubicBezTo>
                    <a:pt x="19010" y="11786"/>
                    <a:pt x="14701" y="15208"/>
                    <a:pt x="9505" y="15208"/>
                  </a:cubicBezTo>
                  <a:cubicBezTo>
                    <a:pt x="4309" y="15208"/>
                    <a:pt x="0" y="11786"/>
                    <a:pt x="0" y="7604"/>
                  </a:cubicBezTo>
                  <a:cubicBezTo>
                    <a:pt x="0" y="3422"/>
                    <a:pt x="4309" y="0"/>
                    <a:pt x="9505" y="0"/>
                  </a:cubicBezTo>
                  <a:cubicBezTo>
                    <a:pt x="14701" y="0"/>
                    <a:pt x="19010" y="3422"/>
                    <a:pt x="19010" y="760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6" name="Freeform: Shape 3085">
              <a:extLst>
                <a:ext uri="{FF2B5EF4-FFF2-40B4-BE49-F238E27FC236}">
                  <a16:creationId xmlns:a16="http://schemas.microsoft.com/office/drawing/2014/main" id="{1A83AFD4-CB47-D77B-088E-3461C44631AC}"/>
                </a:ext>
              </a:extLst>
            </p:cNvPr>
            <p:cNvSpPr/>
            <p:nvPr/>
          </p:nvSpPr>
          <p:spPr>
            <a:xfrm>
              <a:off x="6019706" y="259585"/>
              <a:ext cx="19770" cy="15715"/>
            </a:xfrm>
            <a:custGeom>
              <a:avLst/>
              <a:gdLst>
                <a:gd name="connsiteX0" fmla="*/ 19771 w 19770"/>
                <a:gd name="connsiteY0" fmla="*/ 7858 h 15715"/>
                <a:gd name="connsiteX1" fmla="*/ 9885 w 19770"/>
                <a:gd name="connsiteY1" fmla="*/ 15715 h 15715"/>
                <a:gd name="connsiteX2" fmla="*/ 0 w 19770"/>
                <a:gd name="connsiteY2" fmla="*/ 7858 h 15715"/>
                <a:gd name="connsiteX3" fmla="*/ 9885 w 19770"/>
                <a:gd name="connsiteY3" fmla="*/ 0 h 15715"/>
                <a:gd name="connsiteX4" fmla="*/ 19771 w 19770"/>
                <a:gd name="connsiteY4" fmla="*/ 7858 h 1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70" h="15715">
                  <a:moveTo>
                    <a:pt x="19771" y="7858"/>
                  </a:moveTo>
                  <a:cubicBezTo>
                    <a:pt x="19771" y="12167"/>
                    <a:pt x="15335" y="15715"/>
                    <a:pt x="9885" y="15715"/>
                  </a:cubicBezTo>
                  <a:cubicBezTo>
                    <a:pt x="4435" y="15715"/>
                    <a:pt x="0" y="12167"/>
                    <a:pt x="0" y="7858"/>
                  </a:cubicBezTo>
                  <a:cubicBezTo>
                    <a:pt x="0" y="3549"/>
                    <a:pt x="4435" y="0"/>
                    <a:pt x="9885" y="0"/>
                  </a:cubicBezTo>
                  <a:cubicBezTo>
                    <a:pt x="15335" y="0"/>
                    <a:pt x="19771" y="3549"/>
                    <a:pt x="19771" y="785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7" name="Freeform: Shape 3086">
              <a:extLst>
                <a:ext uri="{FF2B5EF4-FFF2-40B4-BE49-F238E27FC236}">
                  <a16:creationId xmlns:a16="http://schemas.microsoft.com/office/drawing/2014/main" id="{ADD48D5F-DA20-C7A9-ABC8-AC85B8BCB128}"/>
                </a:ext>
              </a:extLst>
            </p:cNvPr>
            <p:cNvSpPr/>
            <p:nvPr/>
          </p:nvSpPr>
          <p:spPr>
            <a:xfrm>
              <a:off x="6150370" y="257431"/>
              <a:ext cx="20531" cy="16475"/>
            </a:xfrm>
            <a:custGeom>
              <a:avLst/>
              <a:gdLst>
                <a:gd name="connsiteX0" fmla="*/ 20531 w 20531"/>
                <a:gd name="connsiteY0" fmla="*/ 8238 h 16475"/>
                <a:gd name="connsiteX1" fmla="*/ 10266 w 20531"/>
                <a:gd name="connsiteY1" fmla="*/ 16476 h 16475"/>
                <a:gd name="connsiteX2" fmla="*/ 0 w 20531"/>
                <a:gd name="connsiteY2" fmla="*/ 8238 h 16475"/>
                <a:gd name="connsiteX3" fmla="*/ 10266 w 20531"/>
                <a:gd name="connsiteY3" fmla="*/ 0 h 16475"/>
                <a:gd name="connsiteX4" fmla="*/ 20531 w 20531"/>
                <a:gd name="connsiteY4" fmla="*/ 8238 h 16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31" h="16475">
                  <a:moveTo>
                    <a:pt x="20531" y="8238"/>
                  </a:moveTo>
                  <a:cubicBezTo>
                    <a:pt x="20531" y="12800"/>
                    <a:pt x="15968" y="16476"/>
                    <a:pt x="10266" y="16476"/>
                  </a:cubicBezTo>
                  <a:cubicBezTo>
                    <a:pt x="4562" y="16476"/>
                    <a:pt x="0" y="12800"/>
                    <a:pt x="0" y="8238"/>
                  </a:cubicBezTo>
                  <a:cubicBezTo>
                    <a:pt x="0" y="3675"/>
                    <a:pt x="4689" y="0"/>
                    <a:pt x="10266" y="0"/>
                  </a:cubicBezTo>
                  <a:cubicBezTo>
                    <a:pt x="15842" y="0"/>
                    <a:pt x="20531" y="3675"/>
                    <a:pt x="20531" y="823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8" name="Freeform: Shape 3087">
              <a:extLst>
                <a:ext uri="{FF2B5EF4-FFF2-40B4-BE49-F238E27FC236}">
                  <a16:creationId xmlns:a16="http://schemas.microsoft.com/office/drawing/2014/main" id="{2DBC0006-4F49-ACD7-1A4E-F759DE19BB32}"/>
                </a:ext>
              </a:extLst>
            </p:cNvPr>
            <p:cNvSpPr/>
            <p:nvPr/>
          </p:nvSpPr>
          <p:spPr>
            <a:xfrm>
              <a:off x="6280908" y="258952"/>
              <a:ext cx="21418" cy="16982"/>
            </a:xfrm>
            <a:custGeom>
              <a:avLst/>
              <a:gdLst>
                <a:gd name="connsiteX0" fmla="*/ 21418 w 21418"/>
                <a:gd name="connsiteY0" fmla="*/ 8491 h 16982"/>
                <a:gd name="connsiteX1" fmla="*/ 10773 w 21418"/>
                <a:gd name="connsiteY1" fmla="*/ 16983 h 16982"/>
                <a:gd name="connsiteX2" fmla="*/ 0 w 21418"/>
                <a:gd name="connsiteY2" fmla="*/ 8491 h 16982"/>
                <a:gd name="connsiteX3" fmla="*/ 10773 w 21418"/>
                <a:gd name="connsiteY3" fmla="*/ 0 h 16982"/>
                <a:gd name="connsiteX4" fmla="*/ 21418 w 21418"/>
                <a:gd name="connsiteY4" fmla="*/ 8491 h 1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18" h="16982">
                  <a:moveTo>
                    <a:pt x="21418" y="8491"/>
                  </a:moveTo>
                  <a:cubicBezTo>
                    <a:pt x="21418" y="13181"/>
                    <a:pt x="16602" y="16983"/>
                    <a:pt x="10773" y="16983"/>
                  </a:cubicBezTo>
                  <a:cubicBezTo>
                    <a:pt x="4943" y="16983"/>
                    <a:pt x="0" y="13181"/>
                    <a:pt x="0" y="8491"/>
                  </a:cubicBezTo>
                  <a:cubicBezTo>
                    <a:pt x="0" y="3802"/>
                    <a:pt x="4816" y="0"/>
                    <a:pt x="10773" y="0"/>
                  </a:cubicBezTo>
                  <a:cubicBezTo>
                    <a:pt x="16729" y="0"/>
                    <a:pt x="21418" y="3802"/>
                    <a:pt x="21418" y="84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9" name="Freeform: Shape 3088">
              <a:extLst>
                <a:ext uri="{FF2B5EF4-FFF2-40B4-BE49-F238E27FC236}">
                  <a16:creationId xmlns:a16="http://schemas.microsoft.com/office/drawing/2014/main" id="{DD29C8DD-216A-BCA4-728A-BFCD5CA345A9}"/>
                </a:ext>
              </a:extLst>
            </p:cNvPr>
            <p:cNvSpPr/>
            <p:nvPr/>
          </p:nvSpPr>
          <p:spPr>
            <a:xfrm>
              <a:off x="6411573" y="263768"/>
              <a:ext cx="22052" cy="17489"/>
            </a:xfrm>
            <a:custGeom>
              <a:avLst/>
              <a:gdLst>
                <a:gd name="connsiteX0" fmla="*/ 22052 w 22052"/>
                <a:gd name="connsiteY0" fmla="*/ 8745 h 17489"/>
                <a:gd name="connsiteX1" fmla="*/ 11026 w 22052"/>
                <a:gd name="connsiteY1" fmla="*/ 17490 h 17489"/>
                <a:gd name="connsiteX2" fmla="*/ 0 w 22052"/>
                <a:gd name="connsiteY2" fmla="*/ 8745 h 17489"/>
                <a:gd name="connsiteX3" fmla="*/ 11026 w 22052"/>
                <a:gd name="connsiteY3" fmla="*/ 0 h 17489"/>
                <a:gd name="connsiteX4" fmla="*/ 22052 w 22052"/>
                <a:gd name="connsiteY4" fmla="*/ 8745 h 1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052" h="17489">
                  <a:moveTo>
                    <a:pt x="22052" y="8745"/>
                  </a:moveTo>
                  <a:cubicBezTo>
                    <a:pt x="22052" y="13561"/>
                    <a:pt x="17109" y="17490"/>
                    <a:pt x="11026" y="17490"/>
                  </a:cubicBezTo>
                  <a:cubicBezTo>
                    <a:pt x="4943" y="17490"/>
                    <a:pt x="0" y="13561"/>
                    <a:pt x="0" y="8745"/>
                  </a:cubicBezTo>
                  <a:cubicBezTo>
                    <a:pt x="0" y="3929"/>
                    <a:pt x="4943" y="0"/>
                    <a:pt x="11026" y="0"/>
                  </a:cubicBezTo>
                  <a:cubicBezTo>
                    <a:pt x="17109" y="0"/>
                    <a:pt x="22052" y="3929"/>
                    <a:pt x="22052" y="874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0" name="Freeform: Shape 3089">
              <a:extLst>
                <a:ext uri="{FF2B5EF4-FFF2-40B4-BE49-F238E27FC236}">
                  <a16:creationId xmlns:a16="http://schemas.microsoft.com/office/drawing/2014/main" id="{0BEFAC13-6011-4A76-F048-D6CA3E2767BA}"/>
                </a:ext>
              </a:extLst>
            </p:cNvPr>
            <p:cNvSpPr/>
            <p:nvPr/>
          </p:nvSpPr>
          <p:spPr>
            <a:xfrm>
              <a:off x="6541858" y="272005"/>
              <a:ext cx="22812" cy="17996"/>
            </a:xfrm>
            <a:custGeom>
              <a:avLst/>
              <a:gdLst>
                <a:gd name="connsiteX0" fmla="*/ 22812 w 22812"/>
                <a:gd name="connsiteY0" fmla="*/ 8998 h 17996"/>
                <a:gd name="connsiteX1" fmla="*/ 11407 w 22812"/>
                <a:gd name="connsiteY1" fmla="*/ 17997 h 17996"/>
                <a:gd name="connsiteX2" fmla="*/ 0 w 22812"/>
                <a:gd name="connsiteY2" fmla="*/ 8998 h 17996"/>
                <a:gd name="connsiteX3" fmla="*/ 11407 w 22812"/>
                <a:gd name="connsiteY3" fmla="*/ 0 h 17996"/>
                <a:gd name="connsiteX4" fmla="*/ 22812 w 22812"/>
                <a:gd name="connsiteY4" fmla="*/ 8998 h 17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12" h="17996">
                  <a:moveTo>
                    <a:pt x="22812" y="8998"/>
                  </a:moveTo>
                  <a:cubicBezTo>
                    <a:pt x="22812" y="13941"/>
                    <a:pt x="17743" y="17997"/>
                    <a:pt x="11407" y="17997"/>
                  </a:cubicBezTo>
                  <a:cubicBezTo>
                    <a:pt x="5070" y="17997"/>
                    <a:pt x="0" y="13941"/>
                    <a:pt x="0" y="8998"/>
                  </a:cubicBezTo>
                  <a:cubicBezTo>
                    <a:pt x="0" y="4056"/>
                    <a:pt x="5070" y="0"/>
                    <a:pt x="11407" y="0"/>
                  </a:cubicBezTo>
                  <a:cubicBezTo>
                    <a:pt x="17743" y="0"/>
                    <a:pt x="22812" y="4056"/>
                    <a:pt x="22812" y="89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1" name="Freeform: Shape 3090">
              <a:extLst>
                <a:ext uri="{FF2B5EF4-FFF2-40B4-BE49-F238E27FC236}">
                  <a16:creationId xmlns:a16="http://schemas.microsoft.com/office/drawing/2014/main" id="{9DF070F4-70A2-6E9D-1D79-558294FC4517}"/>
                </a:ext>
              </a:extLst>
            </p:cNvPr>
            <p:cNvSpPr/>
            <p:nvPr/>
          </p:nvSpPr>
          <p:spPr>
            <a:xfrm>
              <a:off x="6671762" y="283538"/>
              <a:ext cx="23572" cy="18756"/>
            </a:xfrm>
            <a:custGeom>
              <a:avLst/>
              <a:gdLst>
                <a:gd name="connsiteX0" fmla="*/ 23573 w 23572"/>
                <a:gd name="connsiteY0" fmla="*/ 9378 h 18756"/>
                <a:gd name="connsiteX1" fmla="*/ 11786 w 23572"/>
                <a:gd name="connsiteY1" fmla="*/ 18757 h 18756"/>
                <a:gd name="connsiteX2" fmla="*/ 0 w 23572"/>
                <a:gd name="connsiteY2" fmla="*/ 9378 h 18756"/>
                <a:gd name="connsiteX3" fmla="*/ 11786 w 23572"/>
                <a:gd name="connsiteY3" fmla="*/ 0 h 18756"/>
                <a:gd name="connsiteX4" fmla="*/ 23573 w 23572"/>
                <a:gd name="connsiteY4" fmla="*/ 9378 h 1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572" h="18756">
                  <a:moveTo>
                    <a:pt x="23573" y="9378"/>
                  </a:moveTo>
                  <a:cubicBezTo>
                    <a:pt x="23573" y="14575"/>
                    <a:pt x="18250" y="18757"/>
                    <a:pt x="11786" y="18757"/>
                  </a:cubicBezTo>
                  <a:cubicBezTo>
                    <a:pt x="5323" y="18757"/>
                    <a:pt x="0" y="14575"/>
                    <a:pt x="0" y="9378"/>
                  </a:cubicBezTo>
                  <a:cubicBezTo>
                    <a:pt x="0" y="4182"/>
                    <a:pt x="5323" y="0"/>
                    <a:pt x="11786" y="0"/>
                  </a:cubicBezTo>
                  <a:cubicBezTo>
                    <a:pt x="18250" y="0"/>
                    <a:pt x="23573" y="4182"/>
                    <a:pt x="23573" y="937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2" name="Freeform: Shape 3091">
              <a:extLst>
                <a:ext uri="{FF2B5EF4-FFF2-40B4-BE49-F238E27FC236}">
                  <a16:creationId xmlns:a16="http://schemas.microsoft.com/office/drawing/2014/main" id="{8D759582-DC64-0C3C-BEA9-E26BFFDFB978}"/>
                </a:ext>
              </a:extLst>
            </p:cNvPr>
            <p:cNvSpPr/>
            <p:nvPr/>
          </p:nvSpPr>
          <p:spPr>
            <a:xfrm>
              <a:off x="6801160" y="298493"/>
              <a:ext cx="24333" cy="19263"/>
            </a:xfrm>
            <a:custGeom>
              <a:avLst/>
              <a:gdLst>
                <a:gd name="connsiteX0" fmla="*/ 24333 w 24333"/>
                <a:gd name="connsiteY0" fmla="*/ 9632 h 19263"/>
                <a:gd name="connsiteX1" fmla="*/ 12166 w 24333"/>
                <a:gd name="connsiteY1" fmla="*/ 19264 h 19263"/>
                <a:gd name="connsiteX2" fmla="*/ 0 w 24333"/>
                <a:gd name="connsiteY2" fmla="*/ 9632 h 19263"/>
                <a:gd name="connsiteX3" fmla="*/ 12166 w 24333"/>
                <a:gd name="connsiteY3" fmla="*/ 0 h 19263"/>
                <a:gd name="connsiteX4" fmla="*/ 24333 w 24333"/>
                <a:gd name="connsiteY4" fmla="*/ 9632 h 19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33" h="19263">
                  <a:moveTo>
                    <a:pt x="24333" y="9632"/>
                  </a:moveTo>
                  <a:cubicBezTo>
                    <a:pt x="24333" y="14955"/>
                    <a:pt x="18884" y="19264"/>
                    <a:pt x="12166" y="19264"/>
                  </a:cubicBezTo>
                  <a:cubicBezTo>
                    <a:pt x="5450" y="19264"/>
                    <a:pt x="0" y="14955"/>
                    <a:pt x="0" y="9632"/>
                  </a:cubicBezTo>
                  <a:cubicBezTo>
                    <a:pt x="0" y="4309"/>
                    <a:pt x="5450" y="0"/>
                    <a:pt x="12166" y="0"/>
                  </a:cubicBezTo>
                  <a:cubicBezTo>
                    <a:pt x="18884" y="0"/>
                    <a:pt x="24333" y="4309"/>
                    <a:pt x="24333" y="963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3" name="Freeform: Shape 3092">
              <a:extLst>
                <a:ext uri="{FF2B5EF4-FFF2-40B4-BE49-F238E27FC236}">
                  <a16:creationId xmlns:a16="http://schemas.microsoft.com/office/drawing/2014/main" id="{DA42DEBB-FC61-D0D4-3DCF-0AC130EEAB8E}"/>
                </a:ext>
              </a:extLst>
            </p:cNvPr>
            <p:cNvSpPr/>
            <p:nvPr/>
          </p:nvSpPr>
          <p:spPr>
            <a:xfrm>
              <a:off x="6929796" y="316743"/>
              <a:ext cx="25094" cy="20024"/>
            </a:xfrm>
            <a:custGeom>
              <a:avLst/>
              <a:gdLst>
                <a:gd name="connsiteX0" fmla="*/ 25094 w 25094"/>
                <a:gd name="connsiteY0" fmla="*/ 10012 h 20024"/>
                <a:gd name="connsiteX1" fmla="*/ 12548 w 25094"/>
                <a:gd name="connsiteY1" fmla="*/ 20024 h 20024"/>
                <a:gd name="connsiteX2" fmla="*/ 0 w 25094"/>
                <a:gd name="connsiteY2" fmla="*/ 10012 h 20024"/>
                <a:gd name="connsiteX3" fmla="*/ 12548 w 25094"/>
                <a:gd name="connsiteY3" fmla="*/ 0 h 20024"/>
                <a:gd name="connsiteX4" fmla="*/ 25094 w 25094"/>
                <a:gd name="connsiteY4" fmla="*/ 10012 h 2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94" h="20024">
                  <a:moveTo>
                    <a:pt x="25094" y="10012"/>
                  </a:moveTo>
                  <a:cubicBezTo>
                    <a:pt x="25094" y="15462"/>
                    <a:pt x="19518" y="20024"/>
                    <a:pt x="12548" y="20024"/>
                  </a:cubicBezTo>
                  <a:cubicBezTo>
                    <a:pt x="5576" y="20024"/>
                    <a:pt x="0" y="15589"/>
                    <a:pt x="0" y="10012"/>
                  </a:cubicBezTo>
                  <a:cubicBezTo>
                    <a:pt x="0" y="4436"/>
                    <a:pt x="5576" y="0"/>
                    <a:pt x="12548" y="0"/>
                  </a:cubicBezTo>
                  <a:cubicBezTo>
                    <a:pt x="19518" y="0"/>
                    <a:pt x="25094" y="4436"/>
                    <a:pt x="25094" y="1001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4" name="Freeform: Shape 3093">
              <a:extLst>
                <a:ext uri="{FF2B5EF4-FFF2-40B4-BE49-F238E27FC236}">
                  <a16:creationId xmlns:a16="http://schemas.microsoft.com/office/drawing/2014/main" id="{A12F1E6E-A325-4E6B-7CE6-EDF9770C3447}"/>
                </a:ext>
              </a:extLst>
            </p:cNvPr>
            <p:cNvSpPr/>
            <p:nvPr/>
          </p:nvSpPr>
          <p:spPr>
            <a:xfrm>
              <a:off x="7057800" y="338669"/>
              <a:ext cx="25093" cy="20024"/>
            </a:xfrm>
            <a:custGeom>
              <a:avLst/>
              <a:gdLst>
                <a:gd name="connsiteX0" fmla="*/ 25093 w 25093"/>
                <a:gd name="connsiteY0" fmla="*/ 10012 h 20024"/>
                <a:gd name="connsiteX1" fmla="*/ 12547 w 25093"/>
                <a:gd name="connsiteY1" fmla="*/ 20024 h 20024"/>
                <a:gd name="connsiteX2" fmla="*/ 0 w 25093"/>
                <a:gd name="connsiteY2" fmla="*/ 10012 h 20024"/>
                <a:gd name="connsiteX3" fmla="*/ 12547 w 25093"/>
                <a:gd name="connsiteY3" fmla="*/ 0 h 20024"/>
                <a:gd name="connsiteX4" fmla="*/ 25093 w 25093"/>
                <a:gd name="connsiteY4" fmla="*/ 10012 h 2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93" h="20024">
                  <a:moveTo>
                    <a:pt x="25093" y="10012"/>
                  </a:moveTo>
                  <a:cubicBezTo>
                    <a:pt x="25093" y="15462"/>
                    <a:pt x="19517" y="20024"/>
                    <a:pt x="12547" y="20024"/>
                  </a:cubicBezTo>
                  <a:cubicBezTo>
                    <a:pt x="5576" y="20024"/>
                    <a:pt x="0" y="15589"/>
                    <a:pt x="0" y="10012"/>
                  </a:cubicBezTo>
                  <a:cubicBezTo>
                    <a:pt x="0" y="4436"/>
                    <a:pt x="5576" y="0"/>
                    <a:pt x="12547" y="0"/>
                  </a:cubicBezTo>
                  <a:cubicBezTo>
                    <a:pt x="19517" y="0"/>
                    <a:pt x="25093" y="4436"/>
                    <a:pt x="25093" y="1001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5" name="Freeform: Shape 3094">
              <a:extLst>
                <a:ext uri="{FF2B5EF4-FFF2-40B4-BE49-F238E27FC236}">
                  <a16:creationId xmlns:a16="http://schemas.microsoft.com/office/drawing/2014/main" id="{8BBC848A-339A-351D-3CDF-7F7BA4EC0C4E}"/>
                </a:ext>
              </a:extLst>
            </p:cNvPr>
            <p:cNvSpPr/>
            <p:nvPr/>
          </p:nvSpPr>
          <p:spPr>
            <a:xfrm>
              <a:off x="7184663" y="363762"/>
              <a:ext cx="25853" cy="20531"/>
            </a:xfrm>
            <a:custGeom>
              <a:avLst/>
              <a:gdLst>
                <a:gd name="connsiteX0" fmla="*/ 25854 w 25853"/>
                <a:gd name="connsiteY0" fmla="*/ 10266 h 20531"/>
                <a:gd name="connsiteX1" fmla="*/ 12927 w 25853"/>
                <a:gd name="connsiteY1" fmla="*/ 20531 h 20531"/>
                <a:gd name="connsiteX2" fmla="*/ 0 w 25853"/>
                <a:gd name="connsiteY2" fmla="*/ 10266 h 20531"/>
                <a:gd name="connsiteX3" fmla="*/ 12927 w 25853"/>
                <a:gd name="connsiteY3" fmla="*/ 0 h 20531"/>
                <a:gd name="connsiteX4" fmla="*/ 25854 w 25853"/>
                <a:gd name="connsiteY4" fmla="*/ 10266 h 20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853" h="20531">
                  <a:moveTo>
                    <a:pt x="25854" y="10266"/>
                  </a:moveTo>
                  <a:cubicBezTo>
                    <a:pt x="25854" y="15969"/>
                    <a:pt x="20024" y="20531"/>
                    <a:pt x="12927" y="20531"/>
                  </a:cubicBezTo>
                  <a:cubicBezTo>
                    <a:pt x="5829" y="20531"/>
                    <a:pt x="0" y="15969"/>
                    <a:pt x="0" y="10266"/>
                  </a:cubicBezTo>
                  <a:cubicBezTo>
                    <a:pt x="0" y="4563"/>
                    <a:pt x="5829" y="0"/>
                    <a:pt x="12927" y="0"/>
                  </a:cubicBezTo>
                  <a:cubicBezTo>
                    <a:pt x="20024" y="0"/>
                    <a:pt x="25854" y="4563"/>
                    <a:pt x="25854" y="1026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6" name="Freeform: Shape 3095">
              <a:extLst>
                <a:ext uri="{FF2B5EF4-FFF2-40B4-BE49-F238E27FC236}">
                  <a16:creationId xmlns:a16="http://schemas.microsoft.com/office/drawing/2014/main" id="{BB330686-56E0-A4D6-CA84-35365948EA14}"/>
                </a:ext>
              </a:extLst>
            </p:cNvPr>
            <p:cNvSpPr/>
            <p:nvPr/>
          </p:nvSpPr>
          <p:spPr>
            <a:xfrm>
              <a:off x="7310258" y="392024"/>
              <a:ext cx="26741" cy="21164"/>
            </a:xfrm>
            <a:custGeom>
              <a:avLst/>
              <a:gdLst>
                <a:gd name="connsiteX0" fmla="*/ 26741 w 26741"/>
                <a:gd name="connsiteY0" fmla="*/ 10519 h 21164"/>
                <a:gd name="connsiteX1" fmla="*/ 13307 w 26741"/>
                <a:gd name="connsiteY1" fmla="*/ 21165 h 21164"/>
                <a:gd name="connsiteX2" fmla="*/ 0 w 26741"/>
                <a:gd name="connsiteY2" fmla="*/ 10519 h 21164"/>
                <a:gd name="connsiteX3" fmla="*/ 13307 w 26741"/>
                <a:gd name="connsiteY3" fmla="*/ 0 h 21164"/>
                <a:gd name="connsiteX4" fmla="*/ 26741 w 26741"/>
                <a:gd name="connsiteY4" fmla="*/ 10519 h 21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741" h="21164">
                  <a:moveTo>
                    <a:pt x="26741" y="10519"/>
                  </a:moveTo>
                  <a:cubicBezTo>
                    <a:pt x="26741" y="16349"/>
                    <a:pt x="20785" y="21165"/>
                    <a:pt x="13307" y="21165"/>
                  </a:cubicBezTo>
                  <a:cubicBezTo>
                    <a:pt x="5830" y="21165"/>
                    <a:pt x="0" y="16476"/>
                    <a:pt x="0" y="10519"/>
                  </a:cubicBezTo>
                  <a:cubicBezTo>
                    <a:pt x="0" y="4562"/>
                    <a:pt x="5957" y="0"/>
                    <a:pt x="13307" y="0"/>
                  </a:cubicBezTo>
                  <a:cubicBezTo>
                    <a:pt x="20658" y="0"/>
                    <a:pt x="26741" y="4689"/>
                    <a:pt x="26741" y="1051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7" name="Freeform: Shape 3096">
              <a:extLst>
                <a:ext uri="{FF2B5EF4-FFF2-40B4-BE49-F238E27FC236}">
                  <a16:creationId xmlns:a16="http://schemas.microsoft.com/office/drawing/2014/main" id="{C008C824-A82A-A080-37E6-6F51941E9B9A}"/>
                </a:ext>
              </a:extLst>
            </p:cNvPr>
            <p:cNvSpPr/>
            <p:nvPr/>
          </p:nvSpPr>
          <p:spPr>
            <a:xfrm>
              <a:off x="7434713" y="423455"/>
              <a:ext cx="27501" cy="21798"/>
            </a:xfrm>
            <a:custGeom>
              <a:avLst/>
              <a:gdLst>
                <a:gd name="connsiteX0" fmla="*/ 27501 w 27501"/>
                <a:gd name="connsiteY0" fmla="*/ 10899 h 21798"/>
                <a:gd name="connsiteX1" fmla="*/ 13688 w 27501"/>
                <a:gd name="connsiteY1" fmla="*/ 21799 h 21798"/>
                <a:gd name="connsiteX2" fmla="*/ 0 w 27501"/>
                <a:gd name="connsiteY2" fmla="*/ 10899 h 21798"/>
                <a:gd name="connsiteX3" fmla="*/ 13688 w 27501"/>
                <a:gd name="connsiteY3" fmla="*/ 0 h 21798"/>
                <a:gd name="connsiteX4" fmla="*/ 27501 w 27501"/>
                <a:gd name="connsiteY4" fmla="*/ 10899 h 21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501" h="21798">
                  <a:moveTo>
                    <a:pt x="27501" y="10899"/>
                  </a:moveTo>
                  <a:cubicBezTo>
                    <a:pt x="27501" y="16983"/>
                    <a:pt x="21292" y="21799"/>
                    <a:pt x="13688" y="21799"/>
                  </a:cubicBezTo>
                  <a:cubicBezTo>
                    <a:pt x="6083" y="21799"/>
                    <a:pt x="0" y="16983"/>
                    <a:pt x="0" y="10899"/>
                  </a:cubicBezTo>
                  <a:cubicBezTo>
                    <a:pt x="0" y="4816"/>
                    <a:pt x="6210" y="0"/>
                    <a:pt x="13688" y="0"/>
                  </a:cubicBezTo>
                  <a:cubicBezTo>
                    <a:pt x="21165" y="0"/>
                    <a:pt x="27501" y="4943"/>
                    <a:pt x="27501" y="1089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8" name="Freeform: Shape 3097">
              <a:extLst>
                <a:ext uri="{FF2B5EF4-FFF2-40B4-BE49-F238E27FC236}">
                  <a16:creationId xmlns:a16="http://schemas.microsoft.com/office/drawing/2014/main" id="{CD6EEF14-09F8-E023-C657-963D404401F6}"/>
                </a:ext>
              </a:extLst>
            </p:cNvPr>
            <p:cNvSpPr/>
            <p:nvPr/>
          </p:nvSpPr>
          <p:spPr>
            <a:xfrm>
              <a:off x="7558153" y="458434"/>
              <a:ext cx="27501" cy="21798"/>
            </a:xfrm>
            <a:custGeom>
              <a:avLst/>
              <a:gdLst>
                <a:gd name="connsiteX0" fmla="*/ 27501 w 27501"/>
                <a:gd name="connsiteY0" fmla="*/ 10899 h 21798"/>
                <a:gd name="connsiteX1" fmla="*/ 13688 w 27501"/>
                <a:gd name="connsiteY1" fmla="*/ 21799 h 21798"/>
                <a:gd name="connsiteX2" fmla="*/ 0 w 27501"/>
                <a:gd name="connsiteY2" fmla="*/ 10899 h 21798"/>
                <a:gd name="connsiteX3" fmla="*/ 13688 w 27501"/>
                <a:gd name="connsiteY3" fmla="*/ 0 h 21798"/>
                <a:gd name="connsiteX4" fmla="*/ 27501 w 27501"/>
                <a:gd name="connsiteY4" fmla="*/ 10899 h 21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501" h="21798">
                  <a:moveTo>
                    <a:pt x="27501" y="10899"/>
                  </a:moveTo>
                  <a:cubicBezTo>
                    <a:pt x="27501" y="16983"/>
                    <a:pt x="21292" y="21799"/>
                    <a:pt x="13688" y="21799"/>
                  </a:cubicBezTo>
                  <a:cubicBezTo>
                    <a:pt x="6083" y="21799"/>
                    <a:pt x="0" y="16856"/>
                    <a:pt x="0" y="10899"/>
                  </a:cubicBezTo>
                  <a:cubicBezTo>
                    <a:pt x="0" y="4943"/>
                    <a:pt x="6083" y="0"/>
                    <a:pt x="13688" y="0"/>
                  </a:cubicBezTo>
                  <a:cubicBezTo>
                    <a:pt x="21292" y="0"/>
                    <a:pt x="27501" y="4943"/>
                    <a:pt x="27501" y="1089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9" name="Freeform: Shape 3098">
              <a:extLst>
                <a:ext uri="{FF2B5EF4-FFF2-40B4-BE49-F238E27FC236}">
                  <a16:creationId xmlns:a16="http://schemas.microsoft.com/office/drawing/2014/main" id="{BAA7062F-6725-0FEE-4DDB-30B329258BA5}"/>
                </a:ext>
              </a:extLst>
            </p:cNvPr>
            <p:cNvSpPr/>
            <p:nvPr/>
          </p:nvSpPr>
          <p:spPr>
            <a:xfrm>
              <a:off x="7679567" y="496328"/>
              <a:ext cx="28388" cy="22432"/>
            </a:xfrm>
            <a:custGeom>
              <a:avLst/>
              <a:gdLst>
                <a:gd name="connsiteX0" fmla="*/ 28389 w 28388"/>
                <a:gd name="connsiteY0" fmla="*/ 11280 h 22432"/>
                <a:gd name="connsiteX1" fmla="*/ 14194 w 28388"/>
                <a:gd name="connsiteY1" fmla="*/ 22432 h 22432"/>
                <a:gd name="connsiteX2" fmla="*/ 0 w 28388"/>
                <a:gd name="connsiteY2" fmla="*/ 11280 h 22432"/>
                <a:gd name="connsiteX3" fmla="*/ 14194 w 28388"/>
                <a:gd name="connsiteY3" fmla="*/ 0 h 22432"/>
                <a:gd name="connsiteX4" fmla="*/ 28389 w 28388"/>
                <a:gd name="connsiteY4" fmla="*/ 11280 h 22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388" h="22432">
                  <a:moveTo>
                    <a:pt x="28389" y="11280"/>
                  </a:moveTo>
                  <a:cubicBezTo>
                    <a:pt x="28389" y="17490"/>
                    <a:pt x="22052" y="22432"/>
                    <a:pt x="14194" y="22432"/>
                  </a:cubicBezTo>
                  <a:cubicBezTo>
                    <a:pt x="6337" y="22432"/>
                    <a:pt x="0" y="17363"/>
                    <a:pt x="0" y="11280"/>
                  </a:cubicBezTo>
                  <a:cubicBezTo>
                    <a:pt x="0" y="5196"/>
                    <a:pt x="6337" y="0"/>
                    <a:pt x="14194" y="0"/>
                  </a:cubicBezTo>
                  <a:cubicBezTo>
                    <a:pt x="22052" y="0"/>
                    <a:pt x="28389" y="5069"/>
                    <a:pt x="28389" y="1128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0" name="Freeform: Shape 3099">
              <a:extLst>
                <a:ext uri="{FF2B5EF4-FFF2-40B4-BE49-F238E27FC236}">
                  <a16:creationId xmlns:a16="http://schemas.microsoft.com/office/drawing/2014/main" id="{81B91776-BDE8-17B4-864E-E43DDF188E58}"/>
                </a:ext>
              </a:extLst>
            </p:cNvPr>
            <p:cNvSpPr/>
            <p:nvPr/>
          </p:nvSpPr>
          <p:spPr>
            <a:xfrm>
              <a:off x="7799966" y="537771"/>
              <a:ext cx="28388" cy="22305"/>
            </a:xfrm>
            <a:custGeom>
              <a:avLst/>
              <a:gdLst>
                <a:gd name="connsiteX0" fmla="*/ 28389 w 28388"/>
                <a:gd name="connsiteY0" fmla="*/ 11153 h 22305"/>
                <a:gd name="connsiteX1" fmla="*/ 14194 w 28388"/>
                <a:gd name="connsiteY1" fmla="*/ 22306 h 22305"/>
                <a:gd name="connsiteX2" fmla="*/ 0 w 28388"/>
                <a:gd name="connsiteY2" fmla="*/ 11153 h 22305"/>
                <a:gd name="connsiteX3" fmla="*/ 14194 w 28388"/>
                <a:gd name="connsiteY3" fmla="*/ 0 h 22305"/>
                <a:gd name="connsiteX4" fmla="*/ 28389 w 28388"/>
                <a:gd name="connsiteY4" fmla="*/ 11153 h 22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388" h="22305">
                  <a:moveTo>
                    <a:pt x="28389" y="11153"/>
                  </a:moveTo>
                  <a:cubicBezTo>
                    <a:pt x="28389" y="17363"/>
                    <a:pt x="22052" y="22306"/>
                    <a:pt x="14194" y="22306"/>
                  </a:cubicBezTo>
                  <a:cubicBezTo>
                    <a:pt x="6337" y="22306"/>
                    <a:pt x="0" y="17236"/>
                    <a:pt x="0" y="11153"/>
                  </a:cubicBezTo>
                  <a:cubicBezTo>
                    <a:pt x="0" y="5069"/>
                    <a:pt x="6337" y="0"/>
                    <a:pt x="14194" y="0"/>
                  </a:cubicBezTo>
                  <a:cubicBezTo>
                    <a:pt x="22052" y="0"/>
                    <a:pt x="28389" y="5069"/>
                    <a:pt x="28389" y="1115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1" name="Freeform: Shape 3100">
              <a:extLst>
                <a:ext uri="{FF2B5EF4-FFF2-40B4-BE49-F238E27FC236}">
                  <a16:creationId xmlns:a16="http://schemas.microsoft.com/office/drawing/2014/main" id="{72B86A8B-C2E3-1271-FC00-A808680886CA}"/>
                </a:ext>
              </a:extLst>
            </p:cNvPr>
            <p:cNvSpPr/>
            <p:nvPr/>
          </p:nvSpPr>
          <p:spPr>
            <a:xfrm>
              <a:off x="7918084" y="581875"/>
              <a:ext cx="29149" cy="23065"/>
            </a:xfrm>
            <a:custGeom>
              <a:avLst/>
              <a:gdLst>
                <a:gd name="connsiteX0" fmla="*/ 29149 w 29149"/>
                <a:gd name="connsiteY0" fmla="*/ 11533 h 23065"/>
                <a:gd name="connsiteX1" fmla="*/ 14574 w 29149"/>
                <a:gd name="connsiteY1" fmla="*/ 23066 h 23065"/>
                <a:gd name="connsiteX2" fmla="*/ 0 w 29149"/>
                <a:gd name="connsiteY2" fmla="*/ 11533 h 23065"/>
                <a:gd name="connsiteX3" fmla="*/ 14574 w 29149"/>
                <a:gd name="connsiteY3" fmla="*/ 0 h 23065"/>
                <a:gd name="connsiteX4" fmla="*/ 29149 w 29149"/>
                <a:gd name="connsiteY4" fmla="*/ 11533 h 23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9" h="23065">
                  <a:moveTo>
                    <a:pt x="29149" y="11533"/>
                  </a:moveTo>
                  <a:cubicBezTo>
                    <a:pt x="29149" y="17870"/>
                    <a:pt x="22685" y="23066"/>
                    <a:pt x="14574" y="23066"/>
                  </a:cubicBezTo>
                  <a:cubicBezTo>
                    <a:pt x="6464" y="23066"/>
                    <a:pt x="0" y="17870"/>
                    <a:pt x="0" y="11533"/>
                  </a:cubicBezTo>
                  <a:cubicBezTo>
                    <a:pt x="0" y="5196"/>
                    <a:pt x="6464" y="0"/>
                    <a:pt x="14574" y="0"/>
                  </a:cubicBezTo>
                  <a:cubicBezTo>
                    <a:pt x="22685" y="0"/>
                    <a:pt x="29149" y="5196"/>
                    <a:pt x="29149" y="1153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2" name="Freeform: Shape 3101">
              <a:extLst>
                <a:ext uri="{FF2B5EF4-FFF2-40B4-BE49-F238E27FC236}">
                  <a16:creationId xmlns:a16="http://schemas.microsoft.com/office/drawing/2014/main" id="{3F0E998F-7FEA-AA7F-C7B1-ACC6F44B1A3B}"/>
                </a:ext>
              </a:extLst>
            </p:cNvPr>
            <p:cNvSpPr/>
            <p:nvPr/>
          </p:nvSpPr>
          <p:spPr>
            <a:xfrm>
              <a:off x="8034300" y="629147"/>
              <a:ext cx="29909" cy="23572"/>
            </a:xfrm>
            <a:custGeom>
              <a:avLst/>
              <a:gdLst>
                <a:gd name="connsiteX0" fmla="*/ 29910 w 29909"/>
                <a:gd name="connsiteY0" fmla="*/ 11786 h 23572"/>
                <a:gd name="connsiteX1" fmla="*/ 14955 w 29909"/>
                <a:gd name="connsiteY1" fmla="*/ 23573 h 23572"/>
                <a:gd name="connsiteX2" fmla="*/ 0 w 29909"/>
                <a:gd name="connsiteY2" fmla="*/ 11786 h 23572"/>
                <a:gd name="connsiteX3" fmla="*/ 14955 w 29909"/>
                <a:gd name="connsiteY3" fmla="*/ 0 h 23572"/>
                <a:gd name="connsiteX4" fmla="*/ 29910 w 29909"/>
                <a:gd name="connsiteY4" fmla="*/ 11786 h 2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909" h="23572">
                  <a:moveTo>
                    <a:pt x="29910" y="11786"/>
                  </a:moveTo>
                  <a:cubicBezTo>
                    <a:pt x="29910" y="18377"/>
                    <a:pt x="23193" y="23573"/>
                    <a:pt x="14955" y="23573"/>
                  </a:cubicBezTo>
                  <a:cubicBezTo>
                    <a:pt x="6717" y="23573"/>
                    <a:pt x="0" y="18250"/>
                    <a:pt x="0" y="11786"/>
                  </a:cubicBezTo>
                  <a:cubicBezTo>
                    <a:pt x="0" y="5323"/>
                    <a:pt x="6717" y="0"/>
                    <a:pt x="14955" y="0"/>
                  </a:cubicBezTo>
                  <a:cubicBezTo>
                    <a:pt x="23193" y="0"/>
                    <a:pt x="29910" y="5323"/>
                    <a:pt x="29910" y="1178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3" name="Freeform: Shape 3102">
              <a:extLst>
                <a:ext uri="{FF2B5EF4-FFF2-40B4-BE49-F238E27FC236}">
                  <a16:creationId xmlns:a16="http://schemas.microsoft.com/office/drawing/2014/main" id="{474A485E-151D-A60B-C456-FD90D18E28C2}"/>
                </a:ext>
              </a:extLst>
            </p:cNvPr>
            <p:cNvSpPr/>
            <p:nvPr/>
          </p:nvSpPr>
          <p:spPr>
            <a:xfrm>
              <a:off x="8148996" y="679715"/>
              <a:ext cx="29783" cy="23572"/>
            </a:xfrm>
            <a:custGeom>
              <a:avLst/>
              <a:gdLst>
                <a:gd name="connsiteX0" fmla="*/ 29783 w 29783"/>
                <a:gd name="connsiteY0" fmla="*/ 11786 h 23572"/>
                <a:gd name="connsiteX1" fmla="*/ 14955 w 29783"/>
                <a:gd name="connsiteY1" fmla="*/ 23573 h 23572"/>
                <a:gd name="connsiteX2" fmla="*/ 0 w 29783"/>
                <a:gd name="connsiteY2" fmla="*/ 11786 h 23572"/>
                <a:gd name="connsiteX3" fmla="*/ 14955 w 29783"/>
                <a:gd name="connsiteY3" fmla="*/ 0 h 23572"/>
                <a:gd name="connsiteX4" fmla="*/ 29783 w 29783"/>
                <a:gd name="connsiteY4" fmla="*/ 11786 h 2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783" h="23572">
                  <a:moveTo>
                    <a:pt x="29783" y="11786"/>
                  </a:moveTo>
                  <a:cubicBezTo>
                    <a:pt x="29783" y="18377"/>
                    <a:pt x="23193" y="23573"/>
                    <a:pt x="14955" y="23573"/>
                  </a:cubicBezTo>
                  <a:cubicBezTo>
                    <a:pt x="6717" y="23573"/>
                    <a:pt x="0" y="18250"/>
                    <a:pt x="0" y="11786"/>
                  </a:cubicBezTo>
                  <a:cubicBezTo>
                    <a:pt x="0" y="5323"/>
                    <a:pt x="6717" y="0"/>
                    <a:pt x="14955" y="0"/>
                  </a:cubicBezTo>
                  <a:cubicBezTo>
                    <a:pt x="23193" y="0"/>
                    <a:pt x="29783" y="5323"/>
                    <a:pt x="29783" y="1178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4" name="Freeform: Shape 3103">
              <a:extLst>
                <a:ext uri="{FF2B5EF4-FFF2-40B4-BE49-F238E27FC236}">
                  <a16:creationId xmlns:a16="http://schemas.microsoft.com/office/drawing/2014/main" id="{70C59DE0-3855-3E9F-F618-BEDE4F95F962}"/>
                </a:ext>
              </a:extLst>
            </p:cNvPr>
            <p:cNvSpPr/>
            <p:nvPr/>
          </p:nvSpPr>
          <p:spPr>
            <a:xfrm>
              <a:off x="8261031" y="732691"/>
              <a:ext cx="30669" cy="24333"/>
            </a:xfrm>
            <a:custGeom>
              <a:avLst/>
              <a:gdLst>
                <a:gd name="connsiteX0" fmla="*/ 30670 w 30669"/>
                <a:gd name="connsiteY0" fmla="*/ 12167 h 24333"/>
                <a:gd name="connsiteX1" fmla="*/ 15335 w 30669"/>
                <a:gd name="connsiteY1" fmla="*/ 24333 h 24333"/>
                <a:gd name="connsiteX2" fmla="*/ 0 w 30669"/>
                <a:gd name="connsiteY2" fmla="*/ 12167 h 24333"/>
                <a:gd name="connsiteX3" fmla="*/ 15335 w 30669"/>
                <a:gd name="connsiteY3" fmla="*/ 0 h 24333"/>
                <a:gd name="connsiteX4" fmla="*/ 30670 w 30669"/>
                <a:gd name="connsiteY4" fmla="*/ 12167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9" h="24333">
                  <a:moveTo>
                    <a:pt x="30670" y="12167"/>
                  </a:moveTo>
                  <a:cubicBezTo>
                    <a:pt x="30670" y="18884"/>
                    <a:pt x="23826" y="24333"/>
                    <a:pt x="15335" y="24333"/>
                  </a:cubicBezTo>
                  <a:cubicBezTo>
                    <a:pt x="6843" y="24333"/>
                    <a:pt x="0" y="18884"/>
                    <a:pt x="0" y="12167"/>
                  </a:cubicBezTo>
                  <a:cubicBezTo>
                    <a:pt x="0" y="5450"/>
                    <a:pt x="6843" y="0"/>
                    <a:pt x="15335" y="0"/>
                  </a:cubicBezTo>
                  <a:cubicBezTo>
                    <a:pt x="23826" y="0"/>
                    <a:pt x="30670" y="5450"/>
                    <a:pt x="30670" y="121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5" name="Freeform: Shape 3104">
              <a:extLst>
                <a:ext uri="{FF2B5EF4-FFF2-40B4-BE49-F238E27FC236}">
                  <a16:creationId xmlns:a16="http://schemas.microsoft.com/office/drawing/2014/main" id="{C0BC3C9A-FB7D-44FD-25B4-1D11EF276A43}"/>
                </a:ext>
              </a:extLst>
            </p:cNvPr>
            <p:cNvSpPr/>
            <p:nvPr/>
          </p:nvSpPr>
          <p:spPr>
            <a:xfrm>
              <a:off x="8371165" y="789088"/>
              <a:ext cx="30669" cy="24333"/>
            </a:xfrm>
            <a:custGeom>
              <a:avLst/>
              <a:gdLst>
                <a:gd name="connsiteX0" fmla="*/ 30670 w 30669"/>
                <a:gd name="connsiteY0" fmla="*/ 12167 h 24333"/>
                <a:gd name="connsiteX1" fmla="*/ 15335 w 30669"/>
                <a:gd name="connsiteY1" fmla="*/ 24333 h 24333"/>
                <a:gd name="connsiteX2" fmla="*/ 0 w 30669"/>
                <a:gd name="connsiteY2" fmla="*/ 12167 h 24333"/>
                <a:gd name="connsiteX3" fmla="*/ 15335 w 30669"/>
                <a:gd name="connsiteY3" fmla="*/ 0 h 24333"/>
                <a:gd name="connsiteX4" fmla="*/ 30670 w 30669"/>
                <a:gd name="connsiteY4" fmla="*/ 12167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9" h="24333">
                  <a:moveTo>
                    <a:pt x="30670" y="12167"/>
                  </a:moveTo>
                  <a:cubicBezTo>
                    <a:pt x="30670" y="18884"/>
                    <a:pt x="23826" y="24333"/>
                    <a:pt x="15335" y="24333"/>
                  </a:cubicBezTo>
                  <a:cubicBezTo>
                    <a:pt x="6843" y="24333"/>
                    <a:pt x="0" y="18884"/>
                    <a:pt x="0" y="12167"/>
                  </a:cubicBezTo>
                  <a:cubicBezTo>
                    <a:pt x="0" y="5450"/>
                    <a:pt x="6843" y="0"/>
                    <a:pt x="15335" y="0"/>
                  </a:cubicBezTo>
                  <a:cubicBezTo>
                    <a:pt x="23826" y="0"/>
                    <a:pt x="30670" y="5450"/>
                    <a:pt x="30670" y="121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6" name="Freeform: Shape 3105">
              <a:extLst>
                <a:ext uri="{FF2B5EF4-FFF2-40B4-BE49-F238E27FC236}">
                  <a16:creationId xmlns:a16="http://schemas.microsoft.com/office/drawing/2014/main" id="{7E586519-960D-F52D-F2D4-36DB26DD8D6C}"/>
                </a:ext>
              </a:extLst>
            </p:cNvPr>
            <p:cNvSpPr/>
            <p:nvPr/>
          </p:nvSpPr>
          <p:spPr>
            <a:xfrm>
              <a:off x="8479017" y="848274"/>
              <a:ext cx="30669" cy="24333"/>
            </a:xfrm>
            <a:custGeom>
              <a:avLst/>
              <a:gdLst>
                <a:gd name="connsiteX0" fmla="*/ 30670 w 30669"/>
                <a:gd name="connsiteY0" fmla="*/ 12167 h 24333"/>
                <a:gd name="connsiteX1" fmla="*/ 15335 w 30669"/>
                <a:gd name="connsiteY1" fmla="*/ 24333 h 24333"/>
                <a:gd name="connsiteX2" fmla="*/ 0 w 30669"/>
                <a:gd name="connsiteY2" fmla="*/ 12167 h 24333"/>
                <a:gd name="connsiteX3" fmla="*/ 15335 w 30669"/>
                <a:gd name="connsiteY3" fmla="*/ 0 h 24333"/>
                <a:gd name="connsiteX4" fmla="*/ 30670 w 30669"/>
                <a:gd name="connsiteY4" fmla="*/ 12167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9" h="24333">
                  <a:moveTo>
                    <a:pt x="30670" y="12167"/>
                  </a:moveTo>
                  <a:cubicBezTo>
                    <a:pt x="30670" y="18884"/>
                    <a:pt x="23826" y="24333"/>
                    <a:pt x="15335" y="24333"/>
                  </a:cubicBezTo>
                  <a:cubicBezTo>
                    <a:pt x="6843" y="24333"/>
                    <a:pt x="0" y="18884"/>
                    <a:pt x="0" y="12167"/>
                  </a:cubicBezTo>
                  <a:cubicBezTo>
                    <a:pt x="0" y="5450"/>
                    <a:pt x="6843" y="0"/>
                    <a:pt x="15335" y="0"/>
                  </a:cubicBezTo>
                  <a:cubicBezTo>
                    <a:pt x="23826" y="0"/>
                    <a:pt x="30670" y="5450"/>
                    <a:pt x="30670" y="121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7" name="Freeform: Shape 3106">
              <a:extLst>
                <a:ext uri="{FF2B5EF4-FFF2-40B4-BE49-F238E27FC236}">
                  <a16:creationId xmlns:a16="http://schemas.microsoft.com/office/drawing/2014/main" id="{F796CC5E-1E1D-5F42-E130-83ADC0959805}"/>
                </a:ext>
              </a:extLst>
            </p:cNvPr>
            <p:cNvSpPr/>
            <p:nvPr/>
          </p:nvSpPr>
          <p:spPr>
            <a:xfrm>
              <a:off x="8584335" y="910248"/>
              <a:ext cx="30669" cy="24333"/>
            </a:xfrm>
            <a:custGeom>
              <a:avLst/>
              <a:gdLst>
                <a:gd name="connsiteX0" fmla="*/ 30670 w 30669"/>
                <a:gd name="connsiteY0" fmla="*/ 12167 h 24333"/>
                <a:gd name="connsiteX1" fmla="*/ 15335 w 30669"/>
                <a:gd name="connsiteY1" fmla="*/ 24333 h 24333"/>
                <a:gd name="connsiteX2" fmla="*/ 0 w 30669"/>
                <a:gd name="connsiteY2" fmla="*/ 12167 h 24333"/>
                <a:gd name="connsiteX3" fmla="*/ 15335 w 30669"/>
                <a:gd name="connsiteY3" fmla="*/ 0 h 24333"/>
                <a:gd name="connsiteX4" fmla="*/ 30670 w 30669"/>
                <a:gd name="connsiteY4" fmla="*/ 12167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9" h="24333">
                  <a:moveTo>
                    <a:pt x="30670" y="12167"/>
                  </a:moveTo>
                  <a:cubicBezTo>
                    <a:pt x="30670" y="18884"/>
                    <a:pt x="23826" y="24333"/>
                    <a:pt x="15335" y="24333"/>
                  </a:cubicBezTo>
                  <a:cubicBezTo>
                    <a:pt x="6843" y="24333"/>
                    <a:pt x="0" y="18884"/>
                    <a:pt x="0" y="12167"/>
                  </a:cubicBezTo>
                  <a:cubicBezTo>
                    <a:pt x="0" y="5450"/>
                    <a:pt x="6843" y="0"/>
                    <a:pt x="15335" y="0"/>
                  </a:cubicBezTo>
                  <a:cubicBezTo>
                    <a:pt x="23826" y="0"/>
                    <a:pt x="30670" y="5450"/>
                    <a:pt x="30670" y="121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8" name="Freeform: Shape 3107">
              <a:extLst>
                <a:ext uri="{FF2B5EF4-FFF2-40B4-BE49-F238E27FC236}">
                  <a16:creationId xmlns:a16="http://schemas.microsoft.com/office/drawing/2014/main" id="{7E5D88C8-7551-156B-A7B0-6D656311F2B2}"/>
                </a:ext>
              </a:extLst>
            </p:cNvPr>
            <p:cNvSpPr/>
            <p:nvPr/>
          </p:nvSpPr>
          <p:spPr>
            <a:xfrm>
              <a:off x="8686991" y="974883"/>
              <a:ext cx="30669" cy="24333"/>
            </a:xfrm>
            <a:custGeom>
              <a:avLst/>
              <a:gdLst>
                <a:gd name="connsiteX0" fmla="*/ 30670 w 30669"/>
                <a:gd name="connsiteY0" fmla="*/ 12167 h 24333"/>
                <a:gd name="connsiteX1" fmla="*/ 15335 w 30669"/>
                <a:gd name="connsiteY1" fmla="*/ 24333 h 24333"/>
                <a:gd name="connsiteX2" fmla="*/ 0 w 30669"/>
                <a:gd name="connsiteY2" fmla="*/ 12167 h 24333"/>
                <a:gd name="connsiteX3" fmla="*/ 15335 w 30669"/>
                <a:gd name="connsiteY3" fmla="*/ 0 h 24333"/>
                <a:gd name="connsiteX4" fmla="*/ 30670 w 30669"/>
                <a:gd name="connsiteY4" fmla="*/ 12167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9" h="24333">
                  <a:moveTo>
                    <a:pt x="30670" y="12167"/>
                  </a:moveTo>
                  <a:cubicBezTo>
                    <a:pt x="30670" y="18884"/>
                    <a:pt x="23826" y="24333"/>
                    <a:pt x="15335" y="24333"/>
                  </a:cubicBezTo>
                  <a:cubicBezTo>
                    <a:pt x="6843" y="24333"/>
                    <a:pt x="0" y="18884"/>
                    <a:pt x="0" y="12167"/>
                  </a:cubicBezTo>
                  <a:cubicBezTo>
                    <a:pt x="0" y="5450"/>
                    <a:pt x="6843" y="0"/>
                    <a:pt x="15335" y="0"/>
                  </a:cubicBezTo>
                  <a:cubicBezTo>
                    <a:pt x="23826" y="0"/>
                    <a:pt x="30670" y="5450"/>
                    <a:pt x="30670" y="121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9" name="Freeform: Shape 3108">
              <a:extLst>
                <a:ext uri="{FF2B5EF4-FFF2-40B4-BE49-F238E27FC236}">
                  <a16:creationId xmlns:a16="http://schemas.microsoft.com/office/drawing/2014/main" id="{60A5F42C-9AD2-0968-0397-70F0CC77C6D9}"/>
                </a:ext>
              </a:extLst>
            </p:cNvPr>
            <p:cNvSpPr/>
            <p:nvPr/>
          </p:nvSpPr>
          <p:spPr>
            <a:xfrm>
              <a:off x="8786985" y="1042180"/>
              <a:ext cx="30669" cy="24333"/>
            </a:xfrm>
            <a:custGeom>
              <a:avLst/>
              <a:gdLst>
                <a:gd name="connsiteX0" fmla="*/ 30670 w 30669"/>
                <a:gd name="connsiteY0" fmla="*/ 12167 h 24333"/>
                <a:gd name="connsiteX1" fmla="*/ 15335 w 30669"/>
                <a:gd name="connsiteY1" fmla="*/ 24333 h 24333"/>
                <a:gd name="connsiteX2" fmla="*/ 0 w 30669"/>
                <a:gd name="connsiteY2" fmla="*/ 12167 h 24333"/>
                <a:gd name="connsiteX3" fmla="*/ 15335 w 30669"/>
                <a:gd name="connsiteY3" fmla="*/ 0 h 24333"/>
                <a:gd name="connsiteX4" fmla="*/ 30670 w 30669"/>
                <a:gd name="connsiteY4" fmla="*/ 12167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9" h="24333">
                  <a:moveTo>
                    <a:pt x="30670" y="12167"/>
                  </a:moveTo>
                  <a:cubicBezTo>
                    <a:pt x="30670" y="18884"/>
                    <a:pt x="23826" y="24333"/>
                    <a:pt x="15335" y="24333"/>
                  </a:cubicBezTo>
                  <a:cubicBezTo>
                    <a:pt x="6843" y="24333"/>
                    <a:pt x="0" y="18884"/>
                    <a:pt x="0" y="12167"/>
                  </a:cubicBezTo>
                  <a:cubicBezTo>
                    <a:pt x="0" y="5450"/>
                    <a:pt x="6843" y="0"/>
                    <a:pt x="15335" y="0"/>
                  </a:cubicBezTo>
                  <a:cubicBezTo>
                    <a:pt x="23826" y="0"/>
                    <a:pt x="30670" y="5450"/>
                    <a:pt x="30670" y="121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0" name="Freeform: Shape 3109">
              <a:extLst>
                <a:ext uri="{FF2B5EF4-FFF2-40B4-BE49-F238E27FC236}">
                  <a16:creationId xmlns:a16="http://schemas.microsoft.com/office/drawing/2014/main" id="{FEAFCC96-8322-7A67-8685-BE11FF8140AB}"/>
                </a:ext>
              </a:extLst>
            </p:cNvPr>
            <p:cNvSpPr/>
            <p:nvPr/>
          </p:nvSpPr>
          <p:spPr>
            <a:xfrm>
              <a:off x="8883685" y="1111758"/>
              <a:ext cx="31430" cy="24840"/>
            </a:xfrm>
            <a:custGeom>
              <a:avLst/>
              <a:gdLst>
                <a:gd name="connsiteX0" fmla="*/ 31430 w 31430"/>
                <a:gd name="connsiteY0" fmla="*/ 12420 h 24840"/>
                <a:gd name="connsiteX1" fmla="*/ 15715 w 31430"/>
                <a:gd name="connsiteY1" fmla="*/ 24840 h 24840"/>
                <a:gd name="connsiteX2" fmla="*/ 0 w 31430"/>
                <a:gd name="connsiteY2" fmla="*/ 12420 h 24840"/>
                <a:gd name="connsiteX3" fmla="*/ 15715 w 31430"/>
                <a:gd name="connsiteY3" fmla="*/ 0 h 24840"/>
                <a:gd name="connsiteX4" fmla="*/ 31430 w 31430"/>
                <a:gd name="connsiteY4" fmla="*/ 12420 h 2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30" h="24840">
                  <a:moveTo>
                    <a:pt x="31430" y="12420"/>
                  </a:moveTo>
                  <a:cubicBezTo>
                    <a:pt x="31430" y="19264"/>
                    <a:pt x="24460" y="24840"/>
                    <a:pt x="15715" y="24840"/>
                  </a:cubicBezTo>
                  <a:cubicBezTo>
                    <a:pt x="6970" y="24840"/>
                    <a:pt x="0" y="19264"/>
                    <a:pt x="0" y="12420"/>
                  </a:cubicBezTo>
                  <a:cubicBezTo>
                    <a:pt x="0" y="5576"/>
                    <a:pt x="7097" y="0"/>
                    <a:pt x="15715" y="0"/>
                  </a:cubicBezTo>
                  <a:cubicBezTo>
                    <a:pt x="24333" y="0"/>
                    <a:pt x="31430" y="5576"/>
                    <a:pt x="31430" y="1242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1" name="Freeform: Shape 3110">
              <a:extLst>
                <a:ext uri="{FF2B5EF4-FFF2-40B4-BE49-F238E27FC236}">
                  <a16:creationId xmlns:a16="http://schemas.microsoft.com/office/drawing/2014/main" id="{C75C6898-DB90-ED61-258F-CA24B08E352D}"/>
                </a:ext>
              </a:extLst>
            </p:cNvPr>
            <p:cNvSpPr/>
            <p:nvPr/>
          </p:nvSpPr>
          <p:spPr>
            <a:xfrm>
              <a:off x="8977977" y="1183997"/>
              <a:ext cx="31430" cy="24840"/>
            </a:xfrm>
            <a:custGeom>
              <a:avLst/>
              <a:gdLst>
                <a:gd name="connsiteX0" fmla="*/ 31430 w 31430"/>
                <a:gd name="connsiteY0" fmla="*/ 12420 h 24840"/>
                <a:gd name="connsiteX1" fmla="*/ 15715 w 31430"/>
                <a:gd name="connsiteY1" fmla="*/ 24840 h 24840"/>
                <a:gd name="connsiteX2" fmla="*/ 0 w 31430"/>
                <a:gd name="connsiteY2" fmla="*/ 12420 h 24840"/>
                <a:gd name="connsiteX3" fmla="*/ 15715 w 31430"/>
                <a:gd name="connsiteY3" fmla="*/ 0 h 24840"/>
                <a:gd name="connsiteX4" fmla="*/ 31430 w 31430"/>
                <a:gd name="connsiteY4" fmla="*/ 12420 h 2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30" h="24840">
                  <a:moveTo>
                    <a:pt x="31430" y="12420"/>
                  </a:moveTo>
                  <a:cubicBezTo>
                    <a:pt x="31430" y="19264"/>
                    <a:pt x="24460" y="24840"/>
                    <a:pt x="15715" y="24840"/>
                  </a:cubicBezTo>
                  <a:cubicBezTo>
                    <a:pt x="6970" y="24840"/>
                    <a:pt x="0" y="19264"/>
                    <a:pt x="0" y="12420"/>
                  </a:cubicBezTo>
                  <a:cubicBezTo>
                    <a:pt x="0" y="5576"/>
                    <a:pt x="7097" y="0"/>
                    <a:pt x="15715" y="0"/>
                  </a:cubicBezTo>
                  <a:cubicBezTo>
                    <a:pt x="24333" y="0"/>
                    <a:pt x="31430" y="5576"/>
                    <a:pt x="31430" y="1242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2" name="Freeform: Shape 3111">
              <a:extLst>
                <a:ext uri="{FF2B5EF4-FFF2-40B4-BE49-F238E27FC236}">
                  <a16:creationId xmlns:a16="http://schemas.microsoft.com/office/drawing/2014/main" id="{338F0BCE-7392-585A-D76F-1228ADD26C4E}"/>
                </a:ext>
              </a:extLst>
            </p:cNvPr>
            <p:cNvSpPr/>
            <p:nvPr/>
          </p:nvSpPr>
          <p:spPr>
            <a:xfrm>
              <a:off x="9069480" y="1259025"/>
              <a:ext cx="30669" cy="24333"/>
            </a:xfrm>
            <a:custGeom>
              <a:avLst/>
              <a:gdLst>
                <a:gd name="connsiteX0" fmla="*/ 30670 w 30669"/>
                <a:gd name="connsiteY0" fmla="*/ 12167 h 24333"/>
                <a:gd name="connsiteX1" fmla="*/ 15335 w 30669"/>
                <a:gd name="connsiteY1" fmla="*/ 24333 h 24333"/>
                <a:gd name="connsiteX2" fmla="*/ 0 w 30669"/>
                <a:gd name="connsiteY2" fmla="*/ 12167 h 24333"/>
                <a:gd name="connsiteX3" fmla="*/ 15335 w 30669"/>
                <a:gd name="connsiteY3" fmla="*/ 0 h 24333"/>
                <a:gd name="connsiteX4" fmla="*/ 30670 w 30669"/>
                <a:gd name="connsiteY4" fmla="*/ 12167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9" h="24333">
                  <a:moveTo>
                    <a:pt x="30670" y="12167"/>
                  </a:moveTo>
                  <a:cubicBezTo>
                    <a:pt x="30670" y="18884"/>
                    <a:pt x="23826" y="24333"/>
                    <a:pt x="15335" y="24333"/>
                  </a:cubicBezTo>
                  <a:cubicBezTo>
                    <a:pt x="6843" y="24333"/>
                    <a:pt x="0" y="18884"/>
                    <a:pt x="0" y="12167"/>
                  </a:cubicBezTo>
                  <a:cubicBezTo>
                    <a:pt x="0" y="5450"/>
                    <a:pt x="6843" y="0"/>
                    <a:pt x="15335" y="0"/>
                  </a:cubicBezTo>
                  <a:cubicBezTo>
                    <a:pt x="23826" y="0"/>
                    <a:pt x="30670" y="5450"/>
                    <a:pt x="30670" y="121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3" name="Freeform: Shape 3112">
              <a:extLst>
                <a:ext uri="{FF2B5EF4-FFF2-40B4-BE49-F238E27FC236}">
                  <a16:creationId xmlns:a16="http://schemas.microsoft.com/office/drawing/2014/main" id="{BAFCB262-42F4-C5C2-6915-FC91E2309B18}"/>
                </a:ext>
              </a:extLst>
            </p:cNvPr>
            <p:cNvSpPr/>
            <p:nvPr/>
          </p:nvSpPr>
          <p:spPr>
            <a:xfrm>
              <a:off x="9157561" y="1336080"/>
              <a:ext cx="30669" cy="24333"/>
            </a:xfrm>
            <a:custGeom>
              <a:avLst/>
              <a:gdLst>
                <a:gd name="connsiteX0" fmla="*/ 30670 w 30669"/>
                <a:gd name="connsiteY0" fmla="*/ 12167 h 24333"/>
                <a:gd name="connsiteX1" fmla="*/ 15335 w 30669"/>
                <a:gd name="connsiteY1" fmla="*/ 24333 h 24333"/>
                <a:gd name="connsiteX2" fmla="*/ 0 w 30669"/>
                <a:gd name="connsiteY2" fmla="*/ 12167 h 24333"/>
                <a:gd name="connsiteX3" fmla="*/ 15335 w 30669"/>
                <a:gd name="connsiteY3" fmla="*/ 0 h 24333"/>
                <a:gd name="connsiteX4" fmla="*/ 30670 w 30669"/>
                <a:gd name="connsiteY4" fmla="*/ 12167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9" h="24333">
                  <a:moveTo>
                    <a:pt x="30670" y="12167"/>
                  </a:moveTo>
                  <a:cubicBezTo>
                    <a:pt x="30670" y="18884"/>
                    <a:pt x="23826" y="24333"/>
                    <a:pt x="15335" y="24333"/>
                  </a:cubicBezTo>
                  <a:cubicBezTo>
                    <a:pt x="6843" y="24333"/>
                    <a:pt x="0" y="18884"/>
                    <a:pt x="0" y="12167"/>
                  </a:cubicBezTo>
                  <a:cubicBezTo>
                    <a:pt x="0" y="5450"/>
                    <a:pt x="6843" y="0"/>
                    <a:pt x="15335" y="0"/>
                  </a:cubicBezTo>
                  <a:cubicBezTo>
                    <a:pt x="23826" y="0"/>
                    <a:pt x="30670" y="5450"/>
                    <a:pt x="30670" y="121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4" name="Freeform: Shape 3113">
              <a:extLst>
                <a:ext uri="{FF2B5EF4-FFF2-40B4-BE49-F238E27FC236}">
                  <a16:creationId xmlns:a16="http://schemas.microsoft.com/office/drawing/2014/main" id="{1C9EF61F-D9C3-DA93-79B4-8B3CDE715403}"/>
                </a:ext>
              </a:extLst>
            </p:cNvPr>
            <p:cNvSpPr/>
            <p:nvPr/>
          </p:nvSpPr>
          <p:spPr>
            <a:xfrm>
              <a:off x="9241967" y="1415164"/>
              <a:ext cx="31431" cy="24840"/>
            </a:xfrm>
            <a:custGeom>
              <a:avLst/>
              <a:gdLst>
                <a:gd name="connsiteX0" fmla="*/ 31431 w 31431"/>
                <a:gd name="connsiteY0" fmla="*/ 12420 h 24840"/>
                <a:gd name="connsiteX1" fmla="*/ 15715 w 31431"/>
                <a:gd name="connsiteY1" fmla="*/ 24840 h 24840"/>
                <a:gd name="connsiteX2" fmla="*/ 0 w 31431"/>
                <a:gd name="connsiteY2" fmla="*/ 12420 h 24840"/>
                <a:gd name="connsiteX3" fmla="*/ 15715 w 31431"/>
                <a:gd name="connsiteY3" fmla="*/ 0 h 24840"/>
                <a:gd name="connsiteX4" fmla="*/ 31431 w 31431"/>
                <a:gd name="connsiteY4" fmla="*/ 12420 h 2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31" h="24840">
                  <a:moveTo>
                    <a:pt x="31431" y="12420"/>
                  </a:moveTo>
                  <a:cubicBezTo>
                    <a:pt x="31431" y="19264"/>
                    <a:pt x="24460" y="24840"/>
                    <a:pt x="15715" y="24840"/>
                  </a:cubicBezTo>
                  <a:cubicBezTo>
                    <a:pt x="6971" y="24840"/>
                    <a:pt x="0" y="19264"/>
                    <a:pt x="0" y="12420"/>
                  </a:cubicBezTo>
                  <a:cubicBezTo>
                    <a:pt x="0" y="5576"/>
                    <a:pt x="7097" y="0"/>
                    <a:pt x="15715" y="0"/>
                  </a:cubicBezTo>
                  <a:cubicBezTo>
                    <a:pt x="24334" y="0"/>
                    <a:pt x="31431" y="5576"/>
                    <a:pt x="31431" y="1242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5" name="Freeform: Shape 3114">
              <a:extLst>
                <a:ext uri="{FF2B5EF4-FFF2-40B4-BE49-F238E27FC236}">
                  <a16:creationId xmlns:a16="http://schemas.microsoft.com/office/drawing/2014/main" id="{D9007466-F184-B9DC-7148-BB70B3762ECB}"/>
                </a:ext>
              </a:extLst>
            </p:cNvPr>
            <p:cNvSpPr/>
            <p:nvPr/>
          </p:nvSpPr>
          <p:spPr>
            <a:xfrm>
              <a:off x="9323966" y="1496782"/>
              <a:ext cx="30669" cy="24333"/>
            </a:xfrm>
            <a:custGeom>
              <a:avLst/>
              <a:gdLst>
                <a:gd name="connsiteX0" fmla="*/ 30670 w 30669"/>
                <a:gd name="connsiteY0" fmla="*/ 12167 h 24333"/>
                <a:gd name="connsiteX1" fmla="*/ 15335 w 30669"/>
                <a:gd name="connsiteY1" fmla="*/ 24333 h 24333"/>
                <a:gd name="connsiteX2" fmla="*/ 0 w 30669"/>
                <a:gd name="connsiteY2" fmla="*/ 12167 h 24333"/>
                <a:gd name="connsiteX3" fmla="*/ 15335 w 30669"/>
                <a:gd name="connsiteY3" fmla="*/ 0 h 24333"/>
                <a:gd name="connsiteX4" fmla="*/ 30670 w 30669"/>
                <a:gd name="connsiteY4" fmla="*/ 12167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9" h="24333">
                  <a:moveTo>
                    <a:pt x="30670" y="12167"/>
                  </a:moveTo>
                  <a:cubicBezTo>
                    <a:pt x="30670" y="18884"/>
                    <a:pt x="23826" y="24333"/>
                    <a:pt x="15335" y="24333"/>
                  </a:cubicBezTo>
                  <a:cubicBezTo>
                    <a:pt x="6843" y="24333"/>
                    <a:pt x="0" y="18884"/>
                    <a:pt x="0" y="12167"/>
                  </a:cubicBezTo>
                  <a:cubicBezTo>
                    <a:pt x="0" y="5450"/>
                    <a:pt x="6843" y="0"/>
                    <a:pt x="15335" y="0"/>
                  </a:cubicBezTo>
                  <a:cubicBezTo>
                    <a:pt x="23826" y="0"/>
                    <a:pt x="30670" y="5450"/>
                    <a:pt x="30670" y="121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6" name="Freeform: Shape 3115">
              <a:extLst>
                <a:ext uri="{FF2B5EF4-FFF2-40B4-BE49-F238E27FC236}">
                  <a16:creationId xmlns:a16="http://schemas.microsoft.com/office/drawing/2014/main" id="{3ABF56E1-480F-03E8-C03D-2816D0301B78}"/>
                </a:ext>
              </a:extLst>
            </p:cNvPr>
            <p:cNvSpPr/>
            <p:nvPr/>
          </p:nvSpPr>
          <p:spPr>
            <a:xfrm>
              <a:off x="9402035" y="1580427"/>
              <a:ext cx="30670" cy="24333"/>
            </a:xfrm>
            <a:custGeom>
              <a:avLst/>
              <a:gdLst>
                <a:gd name="connsiteX0" fmla="*/ 30671 w 30670"/>
                <a:gd name="connsiteY0" fmla="*/ 12167 h 24333"/>
                <a:gd name="connsiteX1" fmla="*/ 15335 w 30670"/>
                <a:gd name="connsiteY1" fmla="*/ 24333 h 24333"/>
                <a:gd name="connsiteX2" fmla="*/ 0 w 30670"/>
                <a:gd name="connsiteY2" fmla="*/ 12167 h 24333"/>
                <a:gd name="connsiteX3" fmla="*/ 15335 w 30670"/>
                <a:gd name="connsiteY3" fmla="*/ 0 h 24333"/>
                <a:gd name="connsiteX4" fmla="*/ 30671 w 30670"/>
                <a:gd name="connsiteY4" fmla="*/ 12167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70" h="24333">
                  <a:moveTo>
                    <a:pt x="30671" y="12167"/>
                  </a:moveTo>
                  <a:cubicBezTo>
                    <a:pt x="30671" y="18884"/>
                    <a:pt x="23826" y="24333"/>
                    <a:pt x="15335" y="24333"/>
                  </a:cubicBezTo>
                  <a:cubicBezTo>
                    <a:pt x="6844" y="24333"/>
                    <a:pt x="0" y="18884"/>
                    <a:pt x="0" y="12167"/>
                  </a:cubicBezTo>
                  <a:cubicBezTo>
                    <a:pt x="0" y="5450"/>
                    <a:pt x="6844" y="0"/>
                    <a:pt x="15335" y="0"/>
                  </a:cubicBezTo>
                  <a:cubicBezTo>
                    <a:pt x="23826" y="0"/>
                    <a:pt x="30671" y="5450"/>
                    <a:pt x="30671" y="121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7" name="Freeform: Shape 3116">
              <a:extLst>
                <a:ext uri="{FF2B5EF4-FFF2-40B4-BE49-F238E27FC236}">
                  <a16:creationId xmlns:a16="http://schemas.microsoft.com/office/drawing/2014/main" id="{48C934A7-29D9-FF7A-60BA-954708AEB027}"/>
                </a:ext>
              </a:extLst>
            </p:cNvPr>
            <p:cNvSpPr/>
            <p:nvPr/>
          </p:nvSpPr>
          <p:spPr>
            <a:xfrm>
              <a:off x="9476556" y="1665847"/>
              <a:ext cx="30669" cy="24333"/>
            </a:xfrm>
            <a:custGeom>
              <a:avLst/>
              <a:gdLst>
                <a:gd name="connsiteX0" fmla="*/ 30670 w 30669"/>
                <a:gd name="connsiteY0" fmla="*/ 12167 h 24333"/>
                <a:gd name="connsiteX1" fmla="*/ 15335 w 30669"/>
                <a:gd name="connsiteY1" fmla="*/ 24333 h 24333"/>
                <a:gd name="connsiteX2" fmla="*/ 0 w 30669"/>
                <a:gd name="connsiteY2" fmla="*/ 12167 h 24333"/>
                <a:gd name="connsiteX3" fmla="*/ 15335 w 30669"/>
                <a:gd name="connsiteY3" fmla="*/ 0 h 24333"/>
                <a:gd name="connsiteX4" fmla="*/ 30670 w 30669"/>
                <a:gd name="connsiteY4" fmla="*/ 12167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9" h="24333">
                  <a:moveTo>
                    <a:pt x="30670" y="12167"/>
                  </a:moveTo>
                  <a:cubicBezTo>
                    <a:pt x="30670" y="18884"/>
                    <a:pt x="23826" y="24333"/>
                    <a:pt x="15335" y="24333"/>
                  </a:cubicBezTo>
                  <a:cubicBezTo>
                    <a:pt x="6844" y="24333"/>
                    <a:pt x="0" y="18884"/>
                    <a:pt x="0" y="12167"/>
                  </a:cubicBezTo>
                  <a:cubicBezTo>
                    <a:pt x="0" y="5450"/>
                    <a:pt x="6844" y="0"/>
                    <a:pt x="15335" y="0"/>
                  </a:cubicBezTo>
                  <a:cubicBezTo>
                    <a:pt x="23826" y="0"/>
                    <a:pt x="30670" y="5450"/>
                    <a:pt x="30670" y="121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8" name="Freeform: Shape 3117">
              <a:extLst>
                <a:ext uri="{FF2B5EF4-FFF2-40B4-BE49-F238E27FC236}">
                  <a16:creationId xmlns:a16="http://schemas.microsoft.com/office/drawing/2014/main" id="{44ECCAE2-333A-46C3-99EC-902B855F3A08}"/>
                </a:ext>
              </a:extLst>
            </p:cNvPr>
            <p:cNvSpPr/>
            <p:nvPr/>
          </p:nvSpPr>
          <p:spPr>
            <a:xfrm>
              <a:off x="9548035" y="1753675"/>
              <a:ext cx="29909" cy="23572"/>
            </a:xfrm>
            <a:custGeom>
              <a:avLst/>
              <a:gdLst>
                <a:gd name="connsiteX0" fmla="*/ 29910 w 29909"/>
                <a:gd name="connsiteY0" fmla="*/ 11787 h 23572"/>
                <a:gd name="connsiteX1" fmla="*/ 14955 w 29909"/>
                <a:gd name="connsiteY1" fmla="*/ 23573 h 23572"/>
                <a:gd name="connsiteX2" fmla="*/ 0 w 29909"/>
                <a:gd name="connsiteY2" fmla="*/ 11787 h 23572"/>
                <a:gd name="connsiteX3" fmla="*/ 14955 w 29909"/>
                <a:gd name="connsiteY3" fmla="*/ 0 h 23572"/>
                <a:gd name="connsiteX4" fmla="*/ 29910 w 29909"/>
                <a:gd name="connsiteY4" fmla="*/ 11787 h 2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909" h="23572">
                  <a:moveTo>
                    <a:pt x="29910" y="11787"/>
                  </a:moveTo>
                  <a:cubicBezTo>
                    <a:pt x="29910" y="18377"/>
                    <a:pt x="23193" y="23573"/>
                    <a:pt x="14955" y="23573"/>
                  </a:cubicBezTo>
                  <a:cubicBezTo>
                    <a:pt x="6717" y="23573"/>
                    <a:pt x="0" y="18250"/>
                    <a:pt x="0" y="11787"/>
                  </a:cubicBezTo>
                  <a:cubicBezTo>
                    <a:pt x="0" y="5323"/>
                    <a:pt x="6591" y="0"/>
                    <a:pt x="14955" y="0"/>
                  </a:cubicBezTo>
                  <a:cubicBezTo>
                    <a:pt x="23319" y="0"/>
                    <a:pt x="29910" y="5323"/>
                    <a:pt x="29910" y="1178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9" name="Freeform: Shape 3118">
              <a:extLst>
                <a:ext uri="{FF2B5EF4-FFF2-40B4-BE49-F238E27FC236}">
                  <a16:creationId xmlns:a16="http://schemas.microsoft.com/office/drawing/2014/main" id="{8B2AB597-9B49-4D2A-48B1-BB9976A3E856}"/>
                </a:ext>
              </a:extLst>
            </p:cNvPr>
            <p:cNvSpPr/>
            <p:nvPr/>
          </p:nvSpPr>
          <p:spPr>
            <a:xfrm>
              <a:off x="9615458" y="1842898"/>
              <a:ext cx="29909" cy="23572"/>
            </a:xfrm>
            <a:custGeom>
              <a:avLst/>
              <a:gdLst>
                <a:gd name="connsiteX0" fmla="*/ 29910 w 29909"/>
                <a:gd name="connsiteY0" fmla="*/ 11786 h 23572"/>
                <a:gd name="connsiteX1" fmla="*/ 14955 w 29909"/>
                <a:gd name="connsiteY1" fmla="*/ 23573 h 23572"/>
                <a:gd name="connsiteX2" fmla="*/ 0 w 29909"/>
                <a:gd name="connsiteY2" fmla="*/ 11786 h 23572"/>
                <a:gd name="connsiteX3" fmla="*/ 14955 w 29909"/>
                <a:gd name="connsiteY3" fmla="*/ 0 h 23572"/>
                <a:gd name="connsiteX4" fmla="*/ 29910 w 29909"/>
                <a:gd name="connsiteY4" fmla="*/ 11786 h 2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909" h="23572">
                  <a:moveTo>
                    <a:pt x="29910" y="11786"/>
                  </a:moveTo>
                  <a:cubicBezTo>
                    <a:pt x="29910" y="18377"/>
                    <a:pt x="23193" y="23573"/>
                    <a:pt x="14955" y="23573"/>
                  </a:cubicBezTo>
                  <a:cubicBezTo>
                    <a:pt x="6717" y="23573"/>
                    <a:pt x="0" y="18250"/>
                    <a:pt x="0" y="11786"/>
                  </a:cubicBezTo>
                  <a:cubicBezTo>
                    <a:pt x="0" y="5323"/>
                    <a:pt x="6717" y="0"/>
                    <a:pt x="14955" y="0"/>
                  </a:cubicBezTo>
                  <a:cubicBezTo>
                    <a:pt x="23193" y="0"/>
                    <a:pt x="29910" y="5323"/>
                    <a:pt x="29910" y="1178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0" name="Freeform: Shape 3119">
              <a:extLst>
                <a:ext uri="{FF2B5EF4-FFF2-40B4-BE49-F238E27FC236}">
                  <a16:creationId xmlns:a16="http://schemas.microsoft.com/office/drawing/2014/main" id="{48626EDB-3F21-01A6-0FAA-B95E570C3E6E}"/>
                </a:ext>
              </a:extLst>
            </p:cNvPr>
            <p:cNvSpPr/>
            <p:nvPr/>
          </p:nvSpPr>
          <p:spPr>
            <a:xfrm>
              <a:off x="9679587" y="1934021"/>
              <a:ext cx="29022" cy="23066"/>
            </a:xfrm>
            <a:custGeom>
              <a:avLst/>
              <a:gdLst>
                <a:gd name="connsiteX0" fmla="*/ 29022 w 29022"/>
                <a:gd name="connsiteY0" fmla="*/ 11533 h 23066"/>
                <a:gd name="connsiteX1" fmla="*/ 14448 w 29022"/>
                <a:gd name="connsiteY1" fmla="*/ 23066 h 23066"/>
                <a:gd name="connsiteX2" fmla="*/ 0 w 29022"/>
                <a:gd name="connsiteY2" fmla="*/ 11533 h 23066"/>
                <a:gd name="connsiteX3" fmla="*/ 14448 w 29022"/>
                <a:gd name="connsiteY3" fmla="*/ 0 h 23066"/>
                <a:gd name="connsiteX4" fmla="*/ 29022 w 29022"/>
                <a:gd name="connsiteY4" fmla="*/ 11533 h 23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022" h="23066">
                  <a:moveTo>
                    <a:pt x="29022" y="11533"/>
                  </a:moveTo>
                  <a:cubicBezTo>
                    <a:pt x="29022" y="17870"/>
                    <a:pt x="22559" y="23066"/>
                    <a:pt x="14448" y="23066"/>
                  </a:cubicBezTo>
                  <a:cubicBezTo>
                    <a:pt x="6337" y="23066"/>
                    <a:pt x="0" y="17870"/>
                    <a:pt x="0" y="11533"/>
                  </a:cubicBezTo>
                  <a:cubicBezTo>
                    <a:pt x="0" y="5196"/>
                    <a:pt x="6464" y="0"/>
                    <a:pt x="14448" y="0"/>
                  </a:cubicBezTo>
                  <a:cubicBezTo>
                    <a:pt x="22433" y="0"/>
                    <a:pt x="29022" y="5196"/>
                    <a:pt x="29022" y="1153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1" name="Freeform: Shape 3120">
              <a:extLst>
                <a:ext uri="{FF2B5EF4-FFF2-40B4-BE49-F238E27FC236}">
                  <a16:creationId xmlns:a16="http://schemas.microsoft.com/office/drawing/2014/main" id="{81B83D02-B48D-84D5-84A6-9A23A2578029}"/>
                </a:ext>
              </a:extLst>
            </p:cNvPr>
            <p:cNvSpPr/>
            <p:nvPr/>
          </p:nvSpPr>
          <p:spPr>
            <a:xfrm>
              <a:off x="9739406" y="2026538"/>
              <a:ext cx="29149" cy="23066"/>
            </a:xfrm>
            <a:custGeom>
              <a:avLst/>
              <a:gdLst>
                <a:gd name="connsiteX0" fmla="*/ 29150 w 29149"/>
                <a:gd name="connsiteY0" fmla="*/ 11533 h 23066"/>
                <a:gd name="connsiteX1" fmla="*/ 14575 w 29149"/>
                <a:gd name="connsiteY1" fmla="*/ 23066 h 23066"/>
                <a:gd name="connsiteX2" fmla="*/ 0 w 29149"/>
                <a:gd name="connsiteY2" fmla="*/ 11533 h 23066"/>
                <a:gd name="connsiteX3" fmla="*/ 14575 w 29149"/>
                <a:gd name="connsiteY3" fmla="*/ 0 h 23066"/>
                <a:gd name="connsiteX4" fmla="*/ 29150 w 29149"/>
                <a:gd name="connsiteY4" fmla="*/ 11533 h 23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9" h="23066">
                  <a:moveTo>
                    <a:pt x="29150" y="11533"/>
                  </a:moveTo>
                  <a:cubicBezTo>
                    <a:pt x="29150" y="17870"/>
                    <a:pt x="22686" y="23066"/>
                    <a:pt x="14575" y="23066"/>
                  </a:cubicBezTo>
                  <a:cubicBezTo>
                    <a:pt x="6464" y="23066"/>
                    <a:pt x="0" y="17870"/>
                    <a:pt x="0" y="11533"/>
                  </a:cubicBezTo>
                  <a:cubicBezTo>
                    <a:pt x="0" y="5196"/>
                    <a:pt x="6464" y="0"/>
                    <a:pt x="14575" y="0"/>
                  </a:cubicBezTo>
                  <a:cubicBezTo>
                    <a:pt x="22686" y="0"/>
                    <a:pt x="29150" y="5196"/>
                    <a:pt x="29150" y="1153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2" name="Freeform: Shape 3121">
              <a:extLst>
                <a:ext uri="{FF2B5EF4-FFF2-40B4-BE49-F238E27FC236}">
                  <a16:creationId xmlns:a16="http://schemas.microsoft.com/office/drawing/2014/main" id="{BD7D28D8-CD17-9416-F2CA-2A86CD6FEA1A}"/>
                </a:ext>
              </a:extLst>
            </p:cNvPr>
            <p:cNvSpPr/>
            <p:nvPr/>
          </p:nvSpPr>
          <p:spPr>
            <a:xfrm>
              <a:off x="9795424" y="2120576"/>
              <a:ext cx="29149" cy="23066"/>
            </a:xfrm>
            <a:custGeom>
              <a:avLst/>
              <a:gdLst>
                <a:gd name="connsiteX0" fmla="*/ 29149 w 29149"/>
                <a:gd name="connsiteY0" fmla="*/ 11533 h 23066"/>
                <a:gd name="connsiteX1" fmla="*/ 14574 w 29149"/>
                <a:gd name="connsiteY1" fmla="*/ 23066 h 23066"/>
                <a:gd name="connsiteX2" fmla="*/ 0 w 29149"/>
                <a:gd name="connsiteY2" fmla="*/ 11533 h 23066"/>
                <a:gd name="connsiteX3" fmla="*/ 14574 w 29149"/>
                <a:gd name="connsiteY3" fmla="*/ 0 h 23066"/>
                <a:gd name="connsiteX4" fmla="*/ 29149 w 29149"/>
                <a:gd name="connsiteY4" fmla="*/ 11533 h 23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9" h="23066">
                  <a:moveTo>
                    <a:pt x="29149" y="11533"/>
                  </a:moveTo>
                  <a:cubicBezTo>
                    <a:pt x="29149" y="17870"/>
                    <a:pt x="22685" y="23066"/>
                    <a:pt x="14574" y="23066"/>
                  </a:cubicBezTo>
                  <a:cubicBezTo>
                    <a:pt x="6463" y="23066"/>
                    <a:pt x="0" y="17870"/>
                    <a:pt x="0" y="11533"/>
                  </a:cubicBezTo>
                  <a:cubicBezTo>
                    <a:pt x="0" y="5196"/>
                    <a:pt x="6463" y="0"/>
                    <a:pt x="14574" y="0"/>
                  </a:cubicBezTo>
                  <a:cubicBezTo>
                    <a:pt x="22685" y="0"/>
                    <a:pt x="29149" y="5196"/>
                    <a:pt x="29149" y="1153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3" name="Freeform: Shape 3122">
              <a:extLst>
                <a:ext uri="{FF2B5EF4-FFF2-40B4-BE49-F238E27FC236}">
                  <a16:creationId xmlns:a16="http://schemas.microsoft.com/office/drawing/2014/main" id="{7AC66F4F-4B10-29AA-FF74-90DE7EFF4C04}"/>
                </a:ext>
              </a:extLst>
            </p:cNvPr>
            <p:cNvSpPr/>
            <p:nvPr/>
          </p:nvSpPr>
          <p:spPr>
            <a:xfrm>
              <a:off x="9847766" y="2215881"/>
              <a:ext cx="29022" cy="23066"/>
            </a:xfrm>
            <a:custGeom>
              <a:avLst/>
              <a:gdLst>
                <a:gd name="connsiteX0" fmla="*/ 29022 w 29022"/>
                <a:gd name="connsiteY0" fmla="*/ 11533 h 23066"/>
                <a:gd name="connsiteX1" fmla="*/ 14574 w 29022"/>
                <a:gd name="connsiteY1" fmla="*/ 23066 h 23066"/>
                <a:gd name="connsiteX2" fmla="*/ 0 w 29022"/>
                <a:gd name="connsiteY2" fmla="*/ 11533 h 23066"/>
                <a:gd name="connsiteX3" fmla="*/ 14574 w 29022"/>
                <a:gd name="connsiteY3" fmla="*/ 0 h 23066"/>
                <a:gd name="connsiteX4" fmla="*/ 29022 w 29022"/>
                <a:gd name="connsiteY4" fmla="*/ 11533 h 23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022" h="23066">
                  <a:moveTo>
                    <a:pt x="29022" y="11533"/>
                  </a:moveTo>
                  <a:cubicBezTo>
                    <a:pt x="29022" y="17870"/>
                    <a:pt x="22559" y="23066"/>
                    <a:pt x="14574" y="23066"/>
                  </a:cubicBezTo>
                  <a:cubicBezTo>
                    <a:pt x="6590" y="23066"/>
                    <a:pt x="0" y="17870"/>
                    <a:pt x="0" y="11533"/>
                  </a:cubicBezTo>
                  <a:cubicBezTo>
                    <a:pt x="0" y="5196"/>
                    <a:pt x="6463" y="0"/>
                    <a:pt x="14574" y="0"/>
                  </a:cubicBezTo>
                  <a:cubicBezTo>
                    <a:pt x="22685" y="0"/>
                    <a:pt x="29022" y="5196"/>
                    <a:pt x="29022" y="1153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4" name="Freeform: Shape 3123">
              <a:extLst>
                <a:ext uri="{FF2B5EF4-FFF2-40B4-BE49-F238E27FC236}">
                  <a16:creationId xmlns:a16="http://schemas.microsoft.com/office/drawing/2014/main" id="{B2CEB5C1-0400-A96D-22B6-4EF07497F6E0}"/>
                </a:ext>
              </a:extLst>
            </p:cNvPr>
            <p:cNvSpPr/>
            <p:nvPr/>
          </p:nvSpPr>
          <p:spPr>
            <a:xfrm>
              <a:off x="9896178" y="2313088"/>
              <a:ext cx="28389" cy="22305"/>
            </a:xfrm>
            <a:custGeom>
              <a:avLst/>
              <a:gdLst>
                <a:gd name="connsiteX0" fmla="*/ 28390 w 28389"/>
                <a:gd name="connsiteY0" fmla="*/ 11153 h 22305"/>
                <a:gd name="connsiteX1" fmla="*/ 14194 w 28389"/>
                <a:gd name="connsiteY1" fmla="*/ 22306 h 22305"/>
                <a:gd name="connsiteX2" fmla="*/ 0 w 28389"/>
                <a:gd name="connsiteY2" fmla="*/ 11153 h 22305"/>
                <a:gd name="connsiteX3" fmla="*/ 14194 w 28389"/>
                <a:gd name="connsiteY3" fmla="*/ 0 h 22305"/>
                <a:gd name="connsiteX4" fmla="*/ 28390 w 28389"/>
                <a:gd name="connsiteY4" fmla="*/ 11153 h 22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389" h="22305">
                  <a:moveTo>
                    <a:pt x="28390" y="11153"/>
                  </a:moveTo>
                  <a:cubicBezTo>
                    <a:pt x="28390" y="17363"/>
                    <a:pt x="22053" y="22306"/>
                    <a:pt x="14194" y="22306"/>
                  </a:cubicBezTo>
                  <a:cubicBezTo>
                    <a:pt x="6337" y="22306"/>
                    <a:pt x="0" y="17236"/>
                    <a:pt x="0" y="11153"/>
                  </a:cubicBezTo>
                  <a:cubicBezTo>
                    <a:pt x="0" y="5070"/>
                    <a:pt x="6337" y="0"/>
                    <a:pt x="14194" y="0"/>
                  </a:cubicBezTo>
                  <a:cubicBezTo>
                    <a:pt x="22053" y="0"/>
                    <a:pt x="28390" y="5070"/>
                    <a:pt x="28390" y="1115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5" name="Freeform: Shape 3124">
              <a:extLst>
                <a:ext uri="{FF2B5EF4-FFF2-40B4-BE49-F238E27FC236}">
                  <a16:creationId xmlns:a16="http://schemas.microsoft.com/office/drawing/2014/main" id="{4C0C142F-D4C5-B940-93E8-EC92F0968F41}"/>
                </a:ext>
              </a:extLst>
            </p:cNvPr>
            <p:cNvSpPr/>
            <p:nvPr/>
          </p:nvSpPr>
          <p:spPr>
            <a:xfrm>
              <a:off x="9940916" y="2411182"/>
              <a:ext cx="27374" cy="21798"/>
            </a:xfrm>
            <a:custGeom>
              <a:avLst/>
              <a:gdLst>
                <a:gd name="connsiteX0" fmla="*/ 27375 w 27374"/>
                <a:gd name="connsiteY0" fmla="*/ 10899 h 21798"/>
                <a:gd name="connsiteX1" fmla="*/ 13688 w 27374"/>
                <a:gd name="connsiteY1" fmla="*/ 21799 h 21798"/>
                <a:gd name="connsiteX2" fmla="*/ 0 w 27374"/>
                <a:gd name="connsiteY2" fmla="*/ 10899 h 21798"/>
                <a:gd name="connsiteX3" fmla="*/ 13688 w 27374"/>
                <a:gd name="connsiteY3" fmla="*/ 0 h 21798"/>
                <a:gd name="connsiteX4" fmla="*/ 27375 w 27374"/>
                <a:gd name="connsiteY4" fmla="*/ 10899 h 21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374" h="21798">
                  <a:moveTo>
                    <a:pt x="27375" y="10899"/>
                  </a:moveTo>
                  <a:cubicBezTo>
                    <a:pt x="27375" y="16983"/>
                    <a:pt x="21292" y="21799"/>
                    <a:pt x="13688" y="21799"/>
                  </a:cubicBezTo>
                  <a:cubicBezTo>
                    <a:pt x="6083" y="21799"/>
                    <a:pt x="0" y="16983"/>
                    <a:pt x="0" y="10899"/>
                  </a:cubicBezTo>
                  <a:cubicBezTo>
                    <a:pt x="0" y="4816"/>
                    <a:pt x="6083" y="0"/>
                    <a:pt x="13688" y="0"/>
                  </a:cubicBezTo>
                  <a:cubicBezTo>
                    <a:pt x="21292" y="0"/>
                    <a:pt x="27375" y="4816"/>
                    <a:pt x="27375" y="1089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6" name="Freeform: Shape 3125">
              <a:extLst>
                <a:ext uri="{FF2B5EF4-FFF2-40B4-BE49-F238E27FC236}">
                  <a16:creationId xmlns:a16="http://schemas.microsoft.com/office/drawing/2014/main" id="{675E6AE4-82F9-F846-7918-DC2747FA40F6}"/>
                </a:ext>
              </a:extLst>
            </p:cNvPr>
            <p:cNvSpPr/>
            <p:nvPr/>
          </p:nvSpPr>
          <p:spPr>
            <a:xfrm>
              <a:off x="9980965" y="2510162"/>
              <a:ext cx="27502" cy="21798"/>
            </a:xfrm>
            <a:custGeom>
              <a:avLst/>
              <a:gdLst>
                <a:gd name="connsiteX0" fmla="*/ 27502 w 27502"/>
                <a:gd name="connsiteY0" fmla="*/ 10899 h 21798"/>
                <a:gd name="connsiteX1" fmla="*/ 13688 w 27502"/>
                <a:gd name="connsiteY1" fmla="*/ 21799 h 21798"/>
                <a:gd name="connsiteX2" fmla="*/ 0 w 27502"/>
                <a:gd name="connsiteY2" fmla="*/ 10899 h 21798"/>
                <a:gd name="connsiteX3" fmla="*/ 13688 w 27502"/>
                <a:gd name="connsiteY3" fmla="*/ 0 h 21798"/>
                <a:gd name="connsiteX4" fmla="*/ 27502 w 27502"/>
                <a:gd name="connsiteY4" fmla="*/ 10899 h 21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502" h="21798">
                  <a:moveTo>
                    <a:pt x="27502" y="10899"/>
                  </a:moveTo>
                  <a:cubicBezTo>
                    <a:pt x="27502" y="16856"/>
                    <a:pt x="21292" y="21799"/>
                    <a:pt x="13688" y="21799"/>
                  </a:cubicBezTo>
                  <a:cubicBezTo>
                    <a:pt x="6084" y="21799"/>
                    <a:pt x="0" y="16856"/>
                    <a:pt x="0" y="10899"/>
                  </a:cubicBezTo>
                  <a:cubicBezTo>
                    <a:pt x="0" y="4943"/>
                    <a:pt x="6084" y="0"/>
                    <a:pt x="13688" y="0"/>
                  </a:cubicBezTo>
                  <a:cubicBezTo>
                    <a:pt x="21292" y="0"/>
                    <a:pt x="27502" y="4816"/>
                    <a:pt x="27502" y="1089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7" name="Freeform: Shape 3126">
              <a:extLst>
                <a:ext uri="{FF2B5EF4-FFF2-40B4-BE49-F238E27FC236}">
                  <a16:creationId xmlns:a16="http://schemas.microsoft.com/office/drawing/2014/main" id="{6CD4B107-3CE5-4691-88C3-9BC1F8CAA7A2}"/>
                </a:ext>
              </a:extLst>
            </p:cNvPr>
            <p:cNvSpPr/>
            <p:nvPr/>
          </p:nvSpPr>
          <p:spPr>
            <a:xfrm>
              <a:off x="10017465" y="2610411"/>
              <a:ext cx="26615" cy="21291"/>
            </a:xfrm>
            <a:custGeom>
              <a:avLst/>
              <a:gdLst>
                <a:gd name="connsiteX0" fmla="*/ 26615 w 26615"/>
                <a:gd name="connsiteY0" fmla="*/ 10646 h 21291"/>
                <a:gd name="connsiteX1" fmla="*/ 13307 w 26615"/>
                <a:gd name="connsiteY1" fmla="*/ 21292 h 21291"/>
                <a:gd name="connsiteX2" fmla="*/ 0 w 26615"/>
                <a:gd name="connsiteY2" fmla="*/ 10646 h 21291"/>
                <a:gd name="connsiteX3" fmla="*/ 13307 w 26615"/>
                <a:gd name="connsiteY3" fmla="*/ 0 h 21291"/>
                <a:gd name="connsiteX4" fmla="*/ 26615 w 26615"/>
                <a:gd name="connsiteY4" fmla="*/ 10646 h 2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615" h="21291">
                  <a:moveTo>
                    <a:pt x="26615" y="10646"/>
                  </a:moveTo>
                  <a:cubicBezTo>
                    <a:pt x="26615" y="16476"/>
                    <a:pt x="20658" y="21292"/>
                    <a:pt x="13307" y="21292"/>
                  </a:cubicBezTo>
                  <a:cubicBezTo>
                    <a:pt x="5957" y="21292"/>
                    <a:pt x="0" y="16602"/>
                    <a:pt x="0" y="10646"/>
                  </a:cubicBezTo>
                  <a:cubicBezTo>
                    <a:pt x="0" y="4689"/>
                    <a:pt x="5957" y="0"/>
                    <a:pt x="13307" y="0"/>
                  </a:cubicBezTo>
                  <a:cubicBezTo>
                    <a:pt x="20658" y="0"/>
                    <a:pt x="26615" y="4816"/>
                    <a:pt x="26615" y="1064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8" name="Freeform: Shape 3127">
              <a:extLst>
                <a:ext uri="{FF2B5EF4-FFF2-40B4-BE49-F238E27FC236}">
                  <a16:creationId xmlns:a16="http://schemas.microsoft.com/office/drawing/2014/main" id="{B7C40AF5-5EF2-398A-4B86-09A1CABA2194}"/>
                </a:ext>
              </a:extLst>
            </p:cNvPr>
            <p:cNvSpPr/>
            <p:nvPr/>
          </p:nvSpPr>
          <p:spPr>
            <a:xfrm>
              <a:off x="10049656" y="2711672"/>
              <a:ext cx="25853" cy="20531"/>
            </a:xfrm>
            <a:custGeom>
              <a:avLst/>
              <a:gdLst>
                <a:gd name="connsiteX0" fmla="*/ 25854 w 25853"/>
                <a:gd name="connsiteY0" fmla="*/ 10266 h 20531"/>
                <a:gd name="connsiteX1" fmla="*/ 12927 w 25853"/>
                <a:gd name="connsiteY1" fmla="*/ 20531 h 20531"/>
                <a:gd name="connsiteX2" fmla="*/ 0 w 25853"/>
                <a:gd name="connsiteY2" fmla="*/ 10266 h 20531"/>
                <a:gd name="connsiteX3" fmla="*/ 12927 w 25853"/>
                <a:gd name="connsiteY3" fmla="*/ 0 h 20531"/>
                <a:gd name="connsiteX4" fmla="*/ 25854 w 25853"/>
                <a:gd name="connsiteY4" fmla="*/ 10266 h 20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853" h="20531">
                  <a:moveTo>
                    <a:pt x="25854" y="10266"/>
                  </a:moveTo>
                  <a:cubicBezTo>
                    <a:pt x="25854" y="15969"/>
                    <a:pt x="20024" y="20531"/>
                    <a:pt x="12927" y="20531"/>
                  </a:cubicBezTo>
                  <a:cubicBezTo>
                    <a:pt x="5829" y="20531"/>
                    <a:pt x="0" y="15969"/>
                    <a:pt x="0" y="10266"/>
                  </a:cubicBezTo>
                  <a:cubicBezTo>
                    <a:pt x="0" y="4563"/>
                    <a:pt x="5829" y="0"/>
                    <a:pt x="12927" y="0"/>
                  </a:cubicBezTo>
                  <a:cubicBezTo>
                    <a:pt x="20024" y="0"/>
                    <a:pt x="25854" y="4563"/>
                    <a:pt x="25854" y="1026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9" name="Freeform: Shape 3128">
              <a:extLst>
                <a:ext uri="{FF2B5EF4-FFF2-40B4-BE49-F238E27FC236}">
                  <a16:creationId xmlns:a16="http://schemas.microsoft.com/office/drawing/2014/main" id="{3C2B1B77-07FD-550B-FA7A-3260E8F99E59}"/>
                </a:ext>
              </a:extLst>
            </p:cNvPr>
            <p:cNvSpPr/>
            <p:nvPr/>
          </p:nvSpPr>
          <p:spPr>
            <a:xfrm>
              <a:off x="10077664" y="2813568"/>
              <a:ext cx="25094" cy="20024"/>
            </a:xfrm>
            <a:custGeom>
              <a:avLst/>
              <a:gdLst>
                <a:gd name="connsiteX0" fmla="*/ 25094 w 25094"/>
                <a:gd name="connsiteY0" fmla="*/ 10012 h 20024"/>
                <a:gd name="connsiteX1" fmla="*/ 12547 w 25094"/>
                <a:gd name="connsiteY1" fmla="*/ 20024 h 20024"/>
                <a:gd name="connsiteX2" fmla="*/ 0 w 25094"/>
                <a:gd name="connsiteY2" fmla="*/ 10012 h 20024"/>
                <a:gd name="connsiteX3" fmla="*/ 12547 w 25094"/>
                <a:gd name="connsiteY3" fmla="*/ 0 h 20024"/>
                <a:gd name="connsiteX4" fmla="*/ 25094 w 25094"/>
                <a:gd name="connsiteY4" fmla="*/ 10012 h 2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94" h="20024">
                  <a:moveTo>
                    <a:pt x="25094" y="10012"/>
                  </a:moveTo>
                  <a:cubicBezTo>
                    <a:pt x="25094" y="15462"/>
                    <a:pt x="19518" y="20024"/>
                    <a:pt x="12547" y="20024"/>
                  </a:cubicBezTo>
                  <a:cubicBezTo>
                    <a:pt x="5576" y="20024"/>
                    <a:pt x="0" y="15588"/>
                    <a:pt x="0" y="10012"/>
                  </a:cubicBezTo>
                  <a:cubicBezTo>
                    <a:pt x="0" y="4436"/>
                    <a:pt x="5576" y="0"/>
                    <a:pt x="12547" y="0"/>
                  </a:cubicBezTo>
                  <a:cubicBezTo>
                    <a:pt x="19518" y="0"/>
                    <a:pt x="25094" y="4436"/>
                    <a:pt x="25094" y="1001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0" name="Freeform: Shape 3129">
              <a:extLst>
                <a:ext uri="{FF2B5EF4-FFF2-40B4-BE49-F238E27FC236}">
                  <a16:creationId xmlns:a16="http://schemas.microsoft.com/office/drawing/2014/main" id="{457A1B80-261B-C646-97DE-1D1B205D9605}"/>
                </a:ext>
              </a:extLst>
            </p:cNvPr>
            <p:cNvSpPr/>
            <p:nvPr/>
          </p:nvSpPr>
          <p:spPr>
            <a:xfrm>
              <a:off x="10101238" y="2915971"/>
              <a:ext cx="25093" cy="19897"/>
            </a:xfrm>
            <a:custGeom>
              <a:avLst/>
              <a:gdLst>
                <a:gd name="connsiteX0" fmla="*/ 25093 w 25093"/>
                <a:gd name="connsiteY0" fmla="*/ 9885 h 19897"/>
                <a:gd name="connsiteX1" fmla="*/ 12547 w 25093"/>
                <a:gd name="connsiteY1" fmla="*/ 19897 h 19897"/>
                <a:gd name="connsiteX2" fmla="*/ 0 w 25093"/>
                <a:gd name="connsiteY2" fmla="*/ 9885 h 19897"/>
                <a:gd name="connsiteX3" fmla="*/ 12547 w 25093"/>
                <a:gd name="connsiteY3" fmla="*/ 0 h 19897"/>
                <a:gd name="connsiteX4" fmla="*/ 25093 w 25093"/>
                <a:gd name="connsiteY4" fmla="*/ 9885 h 19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93" h="19897">
                  <a:moveTo>
                    <a:pt x="25093" y="9885"/>
                  </a:moveTo>
                  <a:cubicBezTo>
                    <a:pt x="25093" y="15462"/>
                    <a:pt x="19390" y="19897"/>
                    <a:pt x="12547" y="19897"/>
                  </a:cubicBezTo>
                  <a:cubicBezTo>
                    <a:pt x="5702" y="19897"/>
                    <a:pt x="0" y="15462"/>
                    <a:pt x="0" y="9885"/>
                  </a:cubicBezTo>
                  <a:cubicBezTo>
                    <a:pt x="0" y="4309"/>
                    <a:pt x="5576" y="0"/>
                    <a:pt x="12547" y="0"/>
                  </a:cubicBezTo>
                  <a:cubicBezTo>
                    <a:pt x="19517" y="0"/>
                    <a:pt x="25093" y="4436"/>
                    <a:pt x="25093" y="988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1" name="Freeform: Shape 3130">
              <a:extLst>
                <a:ext uri="{FF2B5EF4-FFF2-40B4-BE49-F238E27FC236}">
                  <a16:creationId xmlns:a16="http://schemas.microsoft.com/office/drawing/2014/main" id="{D2CAEED2-F902-53C3-39AC-5C45AD40688E}"/>
                </a:ext>
              </a:extLst>
            </p:cNvPr>
            <p:cNvSpPr/>
            <p:nvPr/>
          </p:nvSpPr>
          <p:spPr>
            <a:xfrm>
              <a:off x="10120755" y="3019134"/>
              <a:ext cx="24333" cy="19263"/>
            </a:xfrm>
            <a:custGeom>
              <a:avLst/>
              <a:gdLst>
                <a:gd name="connsiteX0" fmla="*/ 24333 w 24333"/>
                <a:gd name="connsiteY0" fmla="*/ 9632 h 19263"/>
                <a:gd name="connsiteX1" fmla="*/ 12167 w 24333"/>
                <a:gd name="connsiteY1" fmla="*/ 19264 h 19263"/>
                <a:gd name="connsiteX2" fmla="*/ 0 w 24333"/>
                <a:gd name="connsiteY2" fmla="*/ 9632 h 19263"/>
                <a:gd name="connsiteX3" fmla="*/ 12167 w 24333"/>
                <a:gd name="connsiteY3" fmla="*/ 0 h 19263"/>
                <a:gd name="connsiteX4" fmla="*/ 24333 w 24333"/>
                <a:gd name="connsiteY4" fmla="*/ 9632 h 19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33" h="19263">
                  <a:moveTo>
                    <a:pt x="24333" y="9632"/>
                  </a:moveTo>
                  <a:cubicBezTo>
                    <a:pt x="24333" y="14955"/>
                    <a:pt x="18884" y="19264"/>
                    <a:pt x="12167" y="19264"/>
                  </a:cubicBezTo>
                  <a:cubicBezTo>
                    <a:pt x="5450" y="19264"/>
                    <a:pt x="0" y="14955"/>
                    <a:pt x="0" y="9632"/>
                  </a:cubicBezTo>
                  <a:cubicBezTo>
                    <a:pt x="0" y="4309"/>
                    <a:pt x="5450" y="0"/>
                    <a:pt x="12167" y="0"/>
                  </a:cubicBezTo>
                  <a:cubicBezTo>
                    <a:pt x="18884" y="0"/>
                    <a:pt x="24333" y="4309"/>
                    <a:pt x="24333" y="963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2" name="Freeform: Shape 3131">
              <a:extLst>
                <a:ext uri="{FF2B5EF4-FFF2-40B4-BE49-F238E27FC236}">
                  <a16:creationId xmlns:a16="http://schemas.microsoft.com/office/drawing/2014/main" id="{251BC121-070F-6C87-D3F6-C8D339BF0BE9}"/>
                </a:ext>
              </a:extLst>
            </p:cNvPr>
            <p:cNvSpPr/>
            <p:nvPr/>
          </p:nvSpPr>
          <p:spPr>
            <a:xfrm>
              <a:off x="10136470" y="3123057"/>
              <a:ext cx="22812" cy="17996"/>
            </a:xfrm>
            <a:custGeom>
              <a:avLst/>
              <a:gdLst>
                <a:gd name="connsiteX0" fmla="*/ 22812 w 22812"/>
                <a:gd name="connsiteY0" fmla="*/ 8998 h 17996"/>
                <a:gd name="connsiteX1" fmla="*/ 11407 w 22812"/>
                <a:gd name="connsiteY1" fmla="*/ 17996 h 17996"/>
                <a:gd name="connsiteX2" fmla="*/ 0 w 22812"/>
                <a:gd name="connsiteY2" fmla="*/ 8998 h 17996"/>
                <a:gd name="connsiteX3" fmla="*/ 11407 w 22812"/>
                <a:gd name="connsiteY3" fmla="*/ 0 h 17996"/>
                <a:gd name="connsiteX4" fmla="*/ 22812 w 22812"/>
                <a:gd name="connsiteY4" fmla="*/ 8998 h 17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12" h="17996">
                  <a:moveTo>
                    <a:pt x="22812" y="8998"/>
                  </a:moveTo>
                  <a:cubicBezTo>
                    <a:pt x="22812" y="13941"/>
                    <a:pt x="17743" y="17996"/>
                    <a:pt x="11407" y="17996"/>
                  </a:cubicBezTo>
                  <a:cubicBezTo>
                    <a:pt x="5070" y="17996"/>
                    <a:pt x="0" y="13941"/>
                    <a:pt x="0" y="8998"/>
                  </a:cubicBezTo>
                  <a:cubicBezTo>
                    <a:pt x="0" y="4055"/>
                    <a:pt x="5070" y="0"/>
                    <a:pt x="11407" y="0"/>
                  </a:cubicBezTo>
                  <a:cubicBezTo>
                    <a:pt x="17743" y="0"/>
                    <a:pt x="22812" y="4055"/>
                    <a:pt x="22812" y="89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3" name="Freeform: Shape 3132">
              <a:extLst>
                <a:ext uri="{FF2B5EF4-FFF2-40B4-BE49-F238E27FC236}">
                  <a16:creationId xmlns:a16="http://schemas.microsoft.com/office/drawing/2014/main" id="{B75B9EEB-4CD9-1465-7462-E55865F65ED5}"/>
                </a:ext>
              </a:extLst>
            </p:cNvPr>
            <p:cNvSpPr/>
            <p:nvPr/>
          </p:nvSpPr>
          <p:spPr>
            <a:xfrm>
              <a:off x="10147623" y="3226981"/>
              <a:ext cx="22051" cy="17489"/>
            </a:xfrm>
            <a:custGeom>
              <a:avLst/>
              <a:gdLst>
                <a:gd name="connsiteX0" fmla="*/ 22052 w 22051"/>
                <a:gd name="connsiteY0" fmla="*/ 8745 h 17489"/>
                <a:gd name="connsiteX1" fmla="*/ 11026 w 22051"/>
                <a:gd name="connsiteY1" fmla="*/ 17490 h 17489"/>
                <a:gd name="connsiteX2" fmla="*/ 0 w 22051"/>
                <a:gd name="connsiteY2" fmla="*/ 8745 h 17489"/>
                <a:gd name="connsiteX3" fmla="*/ 11026 w 22051"/>
                <a:gd name="connsiteY3" fmla="*/ 0 h 17489"/>
                <a:gd name="connsiteX4" fmla="*/ 22052 w 22051"/>
                <a:gd name="connsiteY4" fmla="*/ 8745 h 1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051" h="17489">
                  <a:moveTo>
                    <a:pt x="22052" y="8745"/>
                  </a:moveTo>
                  <a:cubicBezTo>
                    <a:pt x="22052" y="13561"/>
                    <a:pt x="17109" y="17490"/>
                    <a:pt x="11026" y="17490"/>
                  </a:cubicBezTo>
                  <a:cubicBezTo>
                    <a:pt x="4943" y="17490"/>
                    <a:pt x="0" y="13561"/>
                    <a:pt x="0" y="8745"/>
                  </a:cubicBezTo>
                  <a:cubicBezTo>
                    <a:pt x="0" y="3929"/>
                    <a:pt x="4943" y="0"/>
                    <a:pt x="11026" y="0"/>
                  </a:cubicBezTo>
                  <a:cubicBezTo>
                    <a:pt x="17109" y="0"/>
                    <a:pt x="22052" y="3929"/>
                    <a:pt x="22052" y="874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4" name="Freeform: Shape 3133">
              <a:extLst>
                <a:ext uri="{FF2B5EF4-FFF2-40B4-BE49-F238E27FC236}">
                  <a16:creationId xmlns:a16="http://schemas.microsoft.com/office/drawing/2014/main" id="{3C845853-99BA-5CB2-822C-2E186C528FA7}"/>
                </a:ext>
              </a:extLst>
            </p:cNvPr>
            <p:cNvSpPr/>
            <p:nvPr/>
          </p:nvSpPr>
          <p:spPr>
            <a:xfrm>
              <a:off x="10154213" y="3331158"/>
              <a:ext cx="21544" cy="16982"/>
            </a:xfrm>
            <a:custGeom>
              <a:avLst/>
              <a:gdLst>
                <a:gd name="connsiteX0" fmla="*/ 21544 w 21544"/>
                <a:gd name="connsiteY0" fmla="*/ 8491 h 16982"/>
                <a:gd name="connsiteX1" fmla="*/ 10772 w 21544"/>
                <a:gd name="connsiteY1" fmla="*/ 16983 h 16982"/>
                <a:gd name="connsiteX2" fmla="*/ 0 w 21544"/>
                <a:gd name="connsiteY2" fmla="*/ 8491 h 16982"/>
                <a:gd name="connsiteX3" fmla="*/ 10772 w 21544"/>
                <a:gd name="connsiteY3" fmla="*/ 0 h 16982"/>
                <a:gd name="connsiteX4" fmla="*/ 21544 w 21544"/>
                <a:gd name="connsiteY4" fmla="*/ 8491 h 1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44" h="16982">
                  <a:moveTo>
                    <a:pt x="21544" y="8491"/>
                  </a:moveTo>
                  <a:cubicBezTo>
                    <a:pt x="21544" y="13181"/>
                    <a:pt x="16729" y="16983"/>
                    <a:pt x="10772" y="16983"/>
                  </a:cubicBezTo>
                  <a:cubicBezTo>
                    <a:pt x="4816" y="16983"/>
                    <a:pt x="0" y="13181"/>
                    <a:pt x="0" y="8491"/>
                  </a:cubicBezTo>
                  <a:cubicBezTo>
                    <a:pt x="0" y="3802"/>
                    <a:pt x="4816" y="0"/>
                    <a:pt x="10772" y="0"/>
                  </a:cubicBezTo>
                  <a:cubicBezTo>
                    <a:pt x="16729" y="0"/>
                    <a:pt x="21544" y="3802"/>
                    <a:pt x="21544" y="84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5" name="Freeform: Shape 3134">
              <a:extLst>
                <a:ext uri="{FF2B5EF4-FFF2-40B4-BE49-F238E27FC236}">
                  <a16:creationId xmlns:a16="http://schemas.microsoft.com/office/drawing/2014/main" id="{19F62190-1A79-11DE-3924-EAC84A6CEF9A}"/>
                </a:ext>
              </a:extLst>
            </p:cNvPr>
            <p:cNvSpPr/>
            <p:nvPr/>
          </p:nvSpPr>
          <p:spPr>
            <a:xfrm>
              <a:off x="10281583" y="3435081"/>
              <a:ext cx="21545" cy="16982"/>
            </a:xfrm>
            <a:custGeom>
              <a:avLst/>
              <a:gdLst>
                <a:gd name="connsiteX0" fmla="*/ 21545 w 21545"/>
                <a:gd name="connsiteY0" fmla="*/ 8491 h 16982"/>
                <a:gd name="connsiteX1" fmla="*/ 10772 w 21545"/>
                <a:gd name="connsiteY1" fmla="*/ 16983 h 16982"/>
                <a:gd name="connsiteX2" fmla="*/ 0 w 21545"/>
                <a:gd name="connsiteY2" fmla="*/ 8491 h 16982"/>
                <a:gd name="connsiteX3" fmla="*/ 10772 w 21545"/>
                <a:gd name="connsiteY3" fmla="*/ 0 h 16982"/>
                <a:gd name="connsiteX4" fmla="*/ 21545 w 21545"/>
                <a:gd name="connsiteY4" fmla="*/ 8491 h 1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45" h="16982">
                  <a:moveTo>
                    <a:pt x="21545" y="8491"/>
                  </a:moveTo>
                  <a:cubicBezTo>
                    <a:pt x="21545" y="13180"/>
                    <a:pt x="16729" y="16983"/>
                    <a:pt x="10772" y="16983"/>
                  </a:cubicBezTo>
                  <a:cubicBezTo>
                    <a:pt x="4816" y="16983"/>
                    <a:pt x="0" y="13180"/>
                    <a:pt x="0" y="8491"/>
                  </a:cubicBezTo>
                  <a:cubicBezTo>
                    <a:pt x="0" y="3802"/>
                    <a:pt x="4816" y="0"/>
                    <a:pt x="10772" y="0"/>
                  </a:cubicBezTo>
                  <a:cubicBezTo>
                    <a:pt x="16729" y="0"/>
                    <a:pt x="21545" y="3802"/>
                    <a:pt x="21545" y="84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6" name="Freeform: Shape 3135">
              <a:extLst>
                <a:ext uri="{FF2B5EF4-FFF2-40B4-BE49-F238E27FC236}">
                  <a16:creationId xmlns:a16="http://schemas.microsoft.com/office/drawing/2014/main" id="{6F939487-F1AC-B059-4A6E-D427F4059F6C}"/>
                </a:ext>
              </a:extLst>
            </p:cNvPr>
            <p:cNvSpPr/>
            <p:nvPr/>
          </p:nvSpPr>
          <p:spPr>
            <a:xfrm>
              <a:off x="10280189" y="3539385"/>
              <a:ext cx="20531" cy="16475"/>
            </a:xfrm>
            <a:custGeom>
              <a:avLst/>
              <a:gdLst>
                <a:gd name="connsiteX0" fmla="*/ 20531 w 20531"/>
                <a:gd name="connsiteY0" fmla="*/ 8238 h 16475"/>
                <a:gd name="connsiteX1" fmla="*/ 10266 w 20531"/>
                <a:gd name="connsiteY1" fmla="*/ 16476 h 16475"/>
                <a:gd name="connsiteX2" fmla="*/ 0 w 20531"/>
                <a:gd name="connsiteY2" fmla="*/ 8238 h 16475"/>
                <a:gd name="connsiteX3" fmla="*/ 10266 w 20531"/>
                <a:gd name="connsiteY3" fmla="*/ 0 h 16475"/>
                <a:gd name="connsiteX4" fmla="*/ 20531 w 20531"/>
                <a:gd name="connsiteY4" fmla="*/ 8238 h 16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31" h="16475">
                  <a:moveTo>
                    <a:pt x="20531" y="8238"/>
                  </a:moveTo>
                  <a:cubicBezTo>
                    <a:pt x="20531" y="12800"/>
                    <a:pt x="15968" y="16476"/>
                    <a:pt x="10266" y="16476"/>
                  </a:cubicBezTo>
                  <a:cubicBezTo>
                    <a:pt x="4562" y="16476"/>
                    <a:pt x="0" y="12800"/>
                    <a:pt x="0" y="8238"/>
                  </a:cubicBezTo>
                  <a:cubicBezTo>
                    <a:pt x="0" y="3675"/>
                    <a:pt x="4562" y="0"/>
                    <a:pt x="10266" y="0"/>
                  </a:cubicBezTo>
                  <a:cubicBezTo>
                    <a:pt x="15968" y="0"/>
                    <a:pt x="20531" y="3675"/>
                    <a:pt x="20531" y="823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7" name="Freeform: Shape 3136">
              <a:extLst>
                <a:ext uri="{FF2B5EF4-FFF2-40B4-BE49-F238E27FC236}">
                  <a16:creationId xmlns:a16="http://schemas.microsoft.com/office/drawing/2014/main" id="{854B2031-F3E3-2BC8-70E4-0C45B7E90F65}"/>
                </a:ext>
              </a:extLst>
            </p:cNvPr>
            <p:cNvSpPr/>
            <p:nvPr/>
          </p:nvSpPr>
          <p:spPr>
            <a:xfrm>
              <a:off x="10274232" y="3643562"/>
              <a:ext cx="19770" cy="15715"/>
            </a:xfrm>
            <a:custGeom>
              <a:avLst/>
              <a:gdLst>
                <a:gd name="connsiteX0" fmla="*/ 19771 w 19770"/>
                <a:gd name="connsiteY0" fmla="*/ 7858 h 15715"/>
                <a:gd name="connsiteX1" fmla="*/ 9886 w 19770"/>
                <a:gd name="connsiteY1" fmla="*/ 15716 h 15715"/>
                <a:gd name="connsiteX2" fmla="*/ 0 w 19770"/>
                <a:gd name="connsiteY2" fmla="*/ 7858 h 15715"/>
                <a:gd name="connsiteX3" fmla="*/ 9886 w 19770"/>
                <a:gd name="connsiteY3" fmla="*/ 0 h 15715"/>
                <a:gd name="connsiteX4" fmla="*/ 19771 w 19770"/>
                <a:gd name="connsiteY4" fmla="*/ 7858 h 1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70" h="15715">
                  <a:moveTo>
                    <a:pt x="19771" y="7858"/>
                  </a:moveTo>
                  <a:cubicBezTo>
                    <a:pt x="19771" y="12167"/>
                    <a:pt x="15335" y="15716"/>
                    <a:pt x="9886" y="15716"/>
                  </a:cubicBezTo>
                  <a:cubicBezTo>
                    <a:pt x="4436" y="15716"/>
                    <a:pt x="0" y="12167"/>
                    <a:pt x="0" y="7858"/>
                  </a:cubicBezTo>
                  <a:cubicBezTo>
                    <a:pt x="0" y="3549"/>
                    <a:pt x="4436" y="0"/>
                    <a:pt x="9886" y="0"/>
                  </a:cubicBezTo>
                  <a:cubicBezTo>
                    <a:pt x="15335" y="0"/>
                    <a:pt x="19771" y="3549"/>
                    <a:pt x="19771" y="785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8" name="Freeform: Shape 3137">
              <a:extLst>
                <a:ext uri="{FF2B5EF4-FFF2-40B4-BE49-F238E27FC236}">
                  <a16:creationId xmlns:a16="http://schemas.microsoft.com/office/drawing/2014/main" id="{ABACC989-53D3-5705-80F0-8FCD36BF2588}"/>
                </a:ext>
              </a:extLst>
            </p:cNvPr>
            <p:cNvSpPr/>
            <p:nvPr/>
          </p:nvSpPr>
          <p:spPr>
            <a:xfrm>
              <a:off x="10264220" y="3747486"/>
              <a:ext cx="19010" cy="15208"/>
            </a:xfrm>
            <a:custGeom>
              <a:avLst/>
              <a:gdLst>
                <a:gd name="connsiteX0" fmla="*/ 19010 w 19010"/>
                <a:gd name="connsiteY0" fmla="*/ 7604 h 15208"/>
                <a:gd name="connsiteX1" fmla="*/ 9505 w 19010"/>
                <a:gd name="connsiteY1" fmla="*/ 15208 h 15208"/>
                <a:gd name="connsiteX2" fmla="*/ 0 w 19010"/>
                <a:gd name="connsiteY2" fmla="*/ 7604 h 15208"/>
                <a:gd name="connsiteX3" fmla="*/ 9505 w 19010"/>
                <a:gd name="connsiteY3" fmla="*/ 0 h 15208"/>
                <a:gd name="connsiteX4" fmla="*/ 19010 w 19010"/>
                <a:gd name="connsiteY4" fmla="*/ 7604 h 15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10" h="15208">
                  <a:moveTo>
                    <a:pt x="19010" y="7604"/>
                  </a:moveTo>
                  <a:cubicBezTo>
                    <a:pt x="19010" y="11786"/>
                    <a:pt x="14701" y="15208"/>
                    <a:pt x="9505" y="15208"/>
                  </a:cubicBezTo>
                  <a:cubicBezTo>
                    <a:pt x="4309" y="15208"/>
                    <a:pt x="0" y="11786"/>
                    <a:pt x="0" y="7604"/>
                  </a:cubicBezTo>
                  <a:cubicBezTo>
                    <a:pt x="0" y="3422"/>
                    <a:pt x="4309" y="0"/>
                    <a:pt x="9505" y="0"/>
                  </a:cubicBezTo>
                  <a:cubicBezTo>
                    <a:pt x="14701" y="0"/>
                    <a:pt x="19010" y="3422"/>
                    <a:pt x="19010" y="760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9" name="Freeform: Shape 3138">
              <a:extLst>
                <a:ext uri="{FF2B5EF4-FFF2-40B4-BE49-F238E27FC236}">
                  <a16:creationId xmlns:a16="http://schemas.microsoft.com/office/drawing/2014/main" id="{0EF0D087-9281-F2F7-1EFF-0F49555CE92A}"/>
                </a:ext>
              </a:extLst>
            </p:cNvPr>
            <p:cNvSpPr/>
            <p:nvPr/>
          </p:nvSpPr>
          <p:spPr>
            <a:xfrm>
              <a:off x="10250026" y="3851282"/>
              <a:ext cx="18250" cy="14447"/>
            </a:xfrm>
            <a:custGeom>
              <a:avLst/>
              <a:gdLst>
                <a:gd name="connsiteX0" fmla="*/ 18250 w 18250"/>
                <a:gd name="connsiteY0" fmla="*/ 7224 h 14447"/>
                <a:gd name="connsiteX1" fmla="*/ 9125 w 18250"/>
                <a:gd name="connsiteY1" fmla="*/ 14448 h 14447"/>
                <a:gd name="connsiteX2" fmla="*/ 0 w 18250"/>
                <a:gd name="connsiteY2" fmla="*/ 7224 h 14447"/>
                <a:gd name="connsiteX3" fmla="*/ 9125 w 18250"/>
                <a:gd name="connsiteY3" fmla="*/ 0 h 14447"/>
                <a:gd name="connsiteX4" fmla="*/ 18250 w 18250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7">
                  <a:moveTo>
                    <a:pt x="18250" y="7224"/>
                  </a:moveTo>
                  <a:cubicBezTo>
                    <a:pt x="18250" y="11279"/>
                    <a:pt x="14194" y="14448"/>
                    <a:pt x="9125" y="14448"/>
                  </a:cubicBezTo>
                  <a:cubicBezTo>
                    <a:pt x="4056" y="14448"/>
                    <a:pt x="0" y="11153"/>
                    <a:pt x="0" y="7224"/>
                  </a:cubicBezTo>
                  <a:cubicBezTo>
                    <a:pt x="0" y="3295"/>
                    <a:pt x="4056" y="0"/>
                    <a:pt x="9125" y="0"/>
                  </a:cubicBezTo>
                  <a:cubicBezTo>
                    <a:pt x="14194" y="0"/>
                    <a:pt x="18250" y="3295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0" name="Freeform: Shape 3139">
              <a:extLst>
                <a:ext uri="{FF2B5EF4-FFF2-40B4-BE49-F238E27FC236}">
                  <a16:creationId xmlns:a16="http://schemas.microsoft.com/office/drawing/2014/main" id="{ECB475A2-360D-48CE-6C8E-506B01C407BA}"/>
                </a:ext>
              </a:extLst>
            </p:cNvPr>
            <p:cNvSpPr/>
            <p:nvPr/>
          </p:nvSpPr>
          <p:spPr>
            <a:xfrm>
              <a:off x="10231649" y="3954445"/>
              <a:ext cx="17742" cy="14067"/>
            </a:xfrm>
            <a:custGeom>
              <a:avLst/>
              <a:gdLst>
                <a:gd name="connsiteX0" fmla="*/ 17743 w 17742"/>
                <a:gd name="connsiteY0" fmla="*/ 6971 h 14067"/>
                <a:gd name="connsiteX1" fmla="*/ 8872 w 17742"/>
                <a:gd name="connsiteY1" fmla="*/ 14068 h 14067"/>
                <a:gd name="connsiteX2" fmla="*/ 0 w 17742"/>
                <a:gd name="connsiteY2" fmla="*/ 6971 h 14067"/>
                <a:gd name="connsiteX3" fmla="*/ 8872 w 17742"/>
                <a:gd name="connsiteY3" fmla="*/ 0 h 14067"/>
                <a:gd name="connsiteX4" fmla="*/ 17743 w 17742"/>
                <a:gd name="connsiteY4" fmla="*/ 6971 h 14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2" h="14067">
                  <a:moveTo>
                    <a:pt x="17743" y="6971"/>
                  </a:moveTo>
                  <a:cubicBezTo>
                    <a:pt x="17743" y="10899"/>
                    <a:pt x="13814" y="14068"/>
                    <a:pt x="8872" y="14068"/>
                  </a:cubicBezTo>
                  <a:cubicBezTo>
                    <a:pt x="3929" y="14068"/>
                    <a:pt x="0" y="10899"/>
                    <a:pt x="0" y="6971"/>
                  </a:cubicBezTo>
                  <a:cubicBezTo>
                    <a:pt x="0" y="3042"/>
                    <a:pt x="3929" y="0"/>
                    <a:pt x="8872" y="0"/>
                  </a:cubicBezTo>
                  <a:cubicBezTo>
                    <a:pt x="13814" y="0"/>
                    <a:pt x="17743" y="3168"/>
                    <a:pt x="17743" y="697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1" name="Freeform: Shape 3140">
              <a:extLst>
                <a:ext uri="{FF2B5EF4-FFF2-40B4-BE49-F238E27FC236}">
                  <a16:creationId xmlns:a16="http://schemas.microsoft.com/office/drawing/2014/main" id="{DF7450AD-3A17-C5FC-383D-3D8E06BE182C}"/>
                </a:ext>
              </a:extLst>
            </p:cNvPr>
            <p:cNvSpPr/>
            <p:nvPr/>
          </p:nvSpPr>
          <p:spPr>
            <a:xfrm>
              <a:off x="10209850" y="4057482"/>
              <a:ext cx="15968" cy="12673"/>
            </a:xfrm>
            <a:custGeom>
              <a:avLst/>
              <a:gdLst>
                <a:gd name="connsiteX0" fmla="*/ 15969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9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9" y="6337"/>
                  </a:moveTo>
                  <a:cubicBezTo>
                    <a:pt x="15969" y="9885"/>
                    <a:pt x="12421" y="12674"/>
                    <a:pt x="7984" y="12674"/>
                  </a:cubicBezTo>
                  <a:cubicBezTo>
                    <a:pt x="3549" y="12674"/>
                    <a:pt x="0" y="9885"/>
                    <a:pt x="0" y="6337"/>
                  </a:cubicBezTo>
                  <a:cubicBezTo>
                    <a:pt x="0" y="2788"/>
                    <a:pt x="3549" y="0"/>
                    <a:pt x="7984" y="0"/>
                  </a:cubicBezTo>
                  <a:cubicBezTo>
                    <a:pt x="12421" y="0"/>
                    <a:pt x="15969" y="2788"/>
                    <a:pt x="15969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2" name="Freeform: Shape 3141">
              <a:extLst>
                <a:ext uri="{FF2B5EF4-FFF2-40B4-BE49-F238E27FC236}">
                  <a16:creationId xmlns:a16="http://schemas.microsoft.com/office/drawing/2014/main" id="{AE6CE5B9-1D24-1BBC-B944-E11FE53C8EE5}"/>
                </a:ext>
              </a:extLst>
            </p:cNvPr>
            <p:cNvSpPr/>
            <p:nvPr/>
          </p:nvSpPr>
          <p:spPr>
            <a:xfrm>
              <a:off x="10183109" y="4159377"/>
              <a:ext cx="15588" cy="12419"/>
            </a:xfrm>
            <a:custGeom>
              <a:avLst/>
              <a:gdLst>
                <a:gd name="connsiteX0" fmla="*/ 15588 w 15588"/>
                <a:gd name="connsiteY0" fmla="*/ 6210 h 12419"/>
                <a:gd name="connsiteX1" fmla="*/ 7858 w 15588"/>
                <a:gd name="connsiteY1" fmla="*/ 12420 h 12419"/>
                <a:gd name="connsiteX2" fmla="*/ 0 w 15588"/>
                <a:gd name="connsiteY2" fmla="*/ 6210 h 12419"/>
                <a:gd name="connsiteX3" fmla="*/ 7858 w 15588"/>
                <a:gd name="connsiteY3" fmla="*/ 0 h 12419"/>
                <a:gd name="connsiteX4" fmla="*/ 15588 w 15588"/>
                <a:gd name="connsiteY4" fmla="*/ 6210 h 12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588" h="12419">
                  <a:moveTo>
                    <a:pt x="15588" y="6210"/>
                  </a:moveTo>
                  <a:cubicBezTo>
                    <a:pt x="15588" y="9632"/>
                    <a:pt x="12167" y="12420"/>
                    <a:pt x="7858" y="12420"/>
                  </a:cubicBezTo>
                  <a:cubicBezTo>
                    <a:pt x="3549" y="12420"/>
                    <a:pt x="0" y="9632"/>
                    <a:pt x="0" y="6210"/>
                  </a:cubicBezTo>
                  <a:cubicBezTo>
                    <a:pt x="0" y="2788"/>
                    <a:pt x="3549" y="0"/>
                    <a:pt x="7858" y="0"/>
                  </a:cubicBezTo>
                  <a:cubicBezTo>
                    <a:pt x="12167" y="0"/>
                    <a:pt x="15588" y="2788"/>
                    <a:pt x="15588" y="621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3" name="Freeform: Shape 3142">
              <a:extLst>
                <a:ext uri="{FF2B5EF4-FFF2-40B4-BE49-F238E27FC236}">
                  <a16:creationId xmlns:a16="http://schemas.microsoft.com/office/drawing/2014/main" id="{7D609B13-64C4-57E6-41C5-184C1E1916FA}"/>
                </a:ext>
              </a:extLst>
            </p:cNvPr>
            <p:cNvSpPr/>
            <p:nvPr/>
          </p:nvSpPr>
          <p:spPr>
            <a:xfrm>
              <a:off x="10152692" y="4260893"/>
              <a:ext cx="14701" cy="11659"/>
            </a:xfrm>
            <a:custGeom>
              <a:avLst/>
              <a:gdLst>
                <a:gd name="connsiteX0" fmla="*/ 14701 w 14701"/>
                <a:gd name="connsiteY0" fmla="*/ 5830 h 11659"/>
                <a:gd name="connsiteX1" fmla="*/ 7350 w 14701"/>
                <a:gd name="connsiteY1" fmla="*/ 11659 h 11659"/>
                <a:gd name="connsiteX2" fmla="*/ 0 w 14701"/>
                <a:gd name="connsiteY2" fmla="*/ 5830 h 11659"/>
                <a:gd name="connsiteX3" fmla="*/ 7350 w 14701"/>
                <a:gd name="connsiteY3" fmla="*/ 0 h 11659"/>
                <a:gd name="connsiteX4" fmla="*/ 14701 w 14701"/>
                <a:gd name="connsiteY4" fmla="*/ 5830 h 11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01" h="11659">
                  <a:moveTo>
                    <a:pt x="14701" y="5830"/>
                  </a:moveTo>
                  <a:cubicBezTo>
                    <a:pt x="14701" y="8998"/>
                    <a:pt x="11406" y="11659"/>
                    <a:pt x="7350" y="11659"/>
                  </a:cubicBezTo>
                  <a:cubicBezTo>
                    <a:pt x="3294" y="11659"/>
                    <a:pt x="0" y="8998"/>
                    <a:pt x="0" y="5830"/>
                  </a:cubicBezTo>
                  <a:cubicBezTo>
                    <a:pt x="0" y="2661"/>
                    <a:pt x="3294" y="0"/>
                    <a:pt x="7350" y="0"/>
                  </a:cubicBezTo>
                  <a:cubicBezTo>
                    <a:pt x="11406" y="0"/>
                    <a:pt x="14701" y="2534"/>
                    <a:pt x="14701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4" name="Freeform: Shape 3143">
              <a:extLst>
                <a:ext uri="{FF2B5EF4-FFF2-40B4-BE49-F238E27FC236}">
                  <a16:creationId xmlns:a16="http://schemas.microsoft.com/office/drawing/2014/main" id="{165E22C5-89E7-895C-F8AF-2D26DAD14028}"/>
                </a:ext>
              </a:extLst>
            </p:cNvPr>
            <p:cNvSpPr/>
            <p:nvPr/>
          </p:nvSpPr>
          <p:spPr>
            <a:xfrm>
              <a:off x="10118093" y="4361268"/>
              <a:ext cx="13941" cy="11152"/>
            </a:xfrm>
            <a:custGeom>
              <a:avLst/>
              <a:gdLst>
                <a:gd name="connsiteX0" fmla="*/ 13941 w 13941"/>
                <a:gd name="connsiteY0" fmla="*/ 5576 h 11152"/>
                <a:gd name="connsiteX1" fmla="*/ 6970 w 13941"/>
                <a:gd name="connsiteY1" fmla="*/ 11153 h 11152"/>
                <a:gd name="connsiteX2" fmla="*/ 0 w 13941"/>
                <a:gd name="connsiteY2" fmla="*/ 5576 h 11152"/>
                <a:gd name="connsiteX3" fmla="*/ 6970 w 13941"/>
                <a:gd name="connsiteY3" fmla="*/ 0 h 11152"/>
                <a:gd name="connsiteX4" fmla="*/ 13941 w 13941"/>
                <a:gd name="connsiteY4" fmla="*/ 5576 h 11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1" h="11152">
                  <a:moveTo>
                    <a:pt x="13941" y="5576"/>
                  </a:moveTo>
                  <a:cubicBezTo>
                    <a:pt x="13941" y="8618"/>
                    <a:pt x="10773" y="11153"/>
                    <a:pt x="6970" y="11153"/>
                  </a:cubicBezTo>
                  <a:cubicBezTo>
                    <a:pt x="3168" y="11153"/>
                    <a:pt x="0" y="8745"/>
                    <a:pt x="0" y="5576"/>
                  </a:cubicBezTo>
                  <a:cubicBezTo>
                    <a:pt x="0" y="2408"/>
                    <a:pt x="3168" y="0"/>
                    <a:pt x="6970" y="0"/>
                  </a:cubicBezTo>
                  <a:cubicBezTo>
                    <a:pt x="10773" y="0"/>
                    <a:pt x="13941" y="2535"/>
                    <a:pt x="13941" y="55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5" name="Freeform: Shape 3144">
              <a:extLst>
                <a:ext uri="{FF2B5EF4-FFF2-40B4-BE49-F238E27FC236}">
                  <a16:creationId xmlns:a16="http://schemas.microsoft.com/office/drawing/2014/main" id="{A296AEB1-0FA3-7C88-EFBB-B073BA1F6591}"/>
                </a:ext>
              </a:extLst>
            </p:cNvPr>
            <p:cNvSpPr/>
            <p:nvPr/>
          </p:nvSpPr>
          <p:spPr>
            <a:xfrm>
              <a:off x="10079819" y="4461262"/>
              <a:ext cx="12546" cy="9885"/>
            </a:xfrm>
            <a:custGeom>
              <a:avLst/>
              <a:gdLst>
                <a:gd name="connsiteX0" fmla="*/ 12547 w 12546"/>
                <a:gd name="connsiteY0" fmla="*/ 4943 h 9885"/>
                <a:gd name="connsiteX1" fmla="*/ 6337 w 12546"/>
                <a:gd name="connsiteY1" fmla="*/ 9885 h 9885"/>
                <a:gd name="connsiteX2" fmla="*/ 0 w 12546"/>
                <a:gd name="connsiteY2" fmla="*/ 4943 h 9885"/>
                <a:gd name="connsiteX3" fmla="*/ 6337 w 12546"/>
                <a:gd name="connsiteY3" fmla="*/ 0 h 9885"/>
                <a:gd name="connsiteX4" fmla="*/ 12547 w 12546"/>
                <a:gd name="connsiteY4" fmla="*/ 4943 h 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46" h="9885">
                  <a:moveTo>
                    <a:pt x="12547" y="4943"/>
                  </a:moveTo>
                  <a:lnTo>
                    <a:pt x="6337" y="9885"/>
                  </a:lnTo>
                  <a:lnTo>
                    <a:pt x="0" y="4943"/>
                  </a:lnTo>
                  <a:lnTo>
                    <a:pt x="6337" y="0"/>
                  </a:lnTo>
                  <a:lnTo>
                    <a:pt x="12547" y="494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6" name="Freeform: Shape 3145">
              <a:extLst>
                <a:ext uri="{FF2B5EF4-FFF2-40B4-BE49-F238E27FC236}">
                  <a16:creationId xmlns:a16="http://schemas.microsoft.com/office/drawing/2014/main" id="{BA938684-A386-AC3C-50CA-0CA12428158D}"/>
                </a:ext>
              </a:extLst>
            </p:cNvPr>
            <p:cNvSpPr/>
            <p:nvPr/>
          </p:nvSpPr>
          <p:spPr>
            <a:xfrm>
              <a:off x="10037235" y="4559736"/>
              <a:ext cx="12040" cy="9505"/>
            </a:xfrm>
            <a:custGeom>
              <a:avLst/>
              <a:gdLst>
                <a:gd name="connsiteX0" fmla="*/ 12040 w 12040"/>
                <a:gd name="connsiteY0" fmla="*/ 4689 h 9505"/>
                <a:gd name="connsiteX1" fmla="*/ 6084 w 12040"/>
                <a:gd name="connsiteY1" fmla="*/ 9505 h 9505"/>
                <a:gd name="connsiteX2" fmla="*/ 0 w 12040"/>
                <a:gd name="connsiteY2" fmla="*/ 4689 h 9505"/>
                <a:gd name="connsiteX3" fmla="*/ 6084 w 12040"/>
                <a:gd name="connsiteY3" fmla="*/ 0 h 9505"/>
                <a:gd name="connsiteX4" fmla="*/ 12040 w 12040"/>
                <a:gd name="connsiteY4" fmla="*/ 4689 h 9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40" h="9505">
                  <a:moveTo>
                    <a:pt x="12040" y="4689"/>
                  </a:moveTo>
                  <a:lnTo>
                    <a:pt x="6084" y="9505"/>
                  </a:lnTo>
                  <a:lnTo>
                    <a:pt x="0" y="4689"/>
                  </a:lnTo>
                  <a:lnTo>
                    <a:pt x="6084" y="0"/>
                  </a:lnTo>
                  <a:lnTo>
                    <a:pt x="12040" y="468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7" name="Freeform: Shape 3146">
              <a:extLst>
                <a:ext uri="{FF2B5EF4-FFF2-40B4-BE49-F238E27FC236}">
                  <a16:creationId xmlns:a16="http://schemas.microsoft.com/office/drawing/2014/main" id="{F821A6EB-840C-E972-B9DE-78E0EB19686C}"/>
                </a:ext>
              </a:extLst>
            </p:cNvPr>
            <p:cNvSpPr/>
            <p:nvPr/>
          </p:nvSpPr>
          <p:spPr>
            <a:xfrm>
              <a:off x="9990850" y="4657196"/>
              <a:ext cx="11152" cy="8871"/>
            </a:xfrm>
            <a:custGeom>
              <a:avLst/>
              <a:gdLst>
                <a:gd name="connsiteX0" fmla="*/ 11153 w 11152"/>
                <a:gd name="connsiteY0" fmla="*/ 4436 h 8871"/>
                <a:gd name="connsiteX1" fmla="*/ 5576 w 11152"/>
                <a:gd name="connsiteY1" fmla="*/ 8871 h 8871"/>
                <a:gd name="connsiteX2" fmla="*/ 0 w 11152"/>
                <a:gd name="connsiteY2" fmla="*/ 4436 h 8871"/>
                <a:gd name="connsiteX3" fmla="*/ 5576 w 11152"/>
                <a:gd name="connsiteY3" fmla="*/ 0 h 8871"/>
                <a:gd name="connsiteX4" fmla="*/ 11153 w 11152"/>
                <a:gd name="connsiteY4" fmla="*/ 4436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52" h="8871">
                  <a:moveTo>
                    <a:pt x="11153" y="4436"/>
                  </a:moveTo>
                  <a:lnTo>
                    <a:pt x="5576" y="8871"/>
                  </a:lnTo>
                  <a:lnTo>
                    <a:pt x="0" y="4436"/>
                  </a:lnTo>
                  <a:lnTo>
                    <a:pt x="5576" y="0"/>
                  </a:lnTo>
                  <a:lnTo>
                    <a:pt x="11153" y="44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8" name="Freeform: Shape 3147">
              <a:extLst>
                <a:ext uri="{FF2B5EF4-FFF2-40B4-BE49-F238E27FC236}">
                  <a16:creationId xmlns:a16="http://schemas.microsoft.com/office/drawing/2014/main" id="{A49EB92A-FE3D-7790-64EF-E515D5373059}"/>
                </a:ext>
              </a:extLst>
            </p:cNvPr>
            <p:cNvSpPr/>
            <p:nvPr/>
          </p:nvSpPr>
          <p:spPr>
            <a:xfrm>
              <a:off x="9940916" y="4753642"/>
              <a:ext cx="9758" cy="7857"/>
            </a:xfrm>
            <a:custGeom>
              <a:avLst/>
              <a:gdLst>
                <a:gd name="connsiteX0" fmla="*/ 9759 w 9758"/>
                <a:gd name="connsiteY0" fmla="*/ 3929 h 7857"/>
                <a:gd name="connsiteX1" fmla="*/ 4816 w 9758"/>
                <a:gd name="connsiteY1" fmla="*/ 7858 h 7857"/>
                <a:gd name="connsiteX2" fmla="*/ 0 w 9758"/>
                <a:gd name="connsiteY2" fmla="*/ 3929 h 7857"/>
                <a:gd name="connsiteX3" fmla="*/ 4816 w 9758"/>
                <a:gd name="connsiteY3" fmla="*/ 0 h 7857"/>
                <a:gd name="connsiteX4" fmla="*/ 9759 w 9758"/>
                <a:gd name="connsiteY4" fmla="*/ 3929 h 7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58" h="7857">
                  <a:moveTo>
                    <a:pt x="9759" y="3929"/>
                  </a:moveTo>
                  <a:lnTo>
                    <a:pt x="4816" y="7858"/>
                  </a:lnTo>
                  <a:lnTo>
                    <a:pt x="0" y="3929"/>
                  </a:lnTo>
                  <a:lnTo>
                    <a:pt x="4816" y="0"/>
                  </a:lnTo>
                  <a:lnTo>
                    <a:pt x="9759" y="392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9" name="Freeform: Shape 3148">
              <a:extLst>
                <a:ext uri="{FF2B5EF4-FFF2-40B4-BE49-F238E27FC236}">
                  <a16:creationId xmlns:a16="http://schemas.microsoft.com/office/drawing/2014/main" id="{30592C15-C121-FC42-7DC2-F98C0DF40D1D}"/>
                </a:ext>
              </a:extLst>
            </p:cNvPr>
            <p:cNvSpPr/>
            <p:nvPr/>
          </p:nvSpPr>
          <p:spPr>
            <a:xfrm>
              <a:off x="9886673" y="4848441"/>
              <a:ext cx="9252" cy="7350"/>
            </a:xfrm>
            <a:custGeom>
              <a:avLst/>
              <a:gdLst>
                <a:gd name="connsiteX0" fmla="*/ 9252 w 9252"/>
                <a:gd name="connsiteY0" fmla="*/ 3675 h 7350"/>
                <a:gd name="connsiteX1" fmla="*/ 4689 w 9252"/>
                <a:gd name="connsiteY1" fmla="*/ 7351 h 7350"/>
                <a:gd name="connsiteX2" fmla="*/ 0 w 9252"/>
                <a:gd name="connsiteY2" fmla="*/ 3675 h 7350"/>
                <a:gd name="connsiteX3" fmla="*/ 4689 w 9252"/>
                <a:gd name="connsiteY3" fmla="*/ 0 h 7350"/>
                <a:gd name="connsiteX4" fmla="*/ 9252 w 9252"/>
                <a:gd name="connsiteY4" fmla="*/ 3675 h 7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52" h="7350">
                  <a:moveTo>
                    <a:pt x="9252" y="3675"/>
                  </a:moveTo>
                  <a:lnTo>
                    <a:pt x="4689" y="7351"/>
                  </a:lnTo>
                  <a:lnTo>
                    <a:pt x="0" y="3675"/>
                  </a:lnTo>
                  <a:lnTo>
                    <a:pt x="4689" y="0"/>
                  </a:lnTo>
                  <a:lnTo>
                    <a:pt x="9252" y="367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0" name="Freeform: Shape 3149">
              <a:extLst>
                <a:ext uri="{FF2B5EF4-FFF2-40B4-BE49-F238E27FC236}">
                  <a16:creationId xmlns:a16="http://schemas.microsoft.com/office/drawing/2014/main" id="{9B5E1506-0C7E-8AA7-9B19-35E4E64120EF}"/>
                </a:ext>
              </a:extLst>
            </p:cNvPr>
            <p:cNvSpPr/>
            <p:nvPr/>
          </p:nvSpPr>
          <p:spPr>
            <a:xfrm>
              <a:off x="9829135" y="4942225"/>
              <a:ext cx="7857" cy="6210"/>
            </a:xfrm>
            <a:custGeom>
              <a:avLst/>
              <a:gdLst>
                <a:gd name="connsiteX0" fmla="*/ 7858 w 7857"/>
                <a:gd name="connsiteY0" fmla="*/ 3042 h 6210"/>
                <a:gd name="connsiteX1" fmla="*/ 3929 w 7857"/>
                <a:gd name="connsiteY1" fmla="*/ 6210 h 6210"/>
                <a:gd name="connsiteX2" fmla="*/ 0 w 7857"/>
                <a:gd name="connsiteY2" fmla="*/ 3042 h 6210"/>
                <a:gd name="connsiteX3" fmla="*/ 3929 w 7857"/>
                <a:gd name="connsiteY3" fmla="*/ 0 h 6210"/>
                <a:gd name="connsiteX4" fmla="*/ 7858 w 7857"/>
                <a:gd name="connsiteY4" fmla="*/ 3042 h 6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57" h="6210">
                  <a:moveTo>
                    <a:pt x="7858" y="3042"/>
                  </a:moveTo>
                  <a:lnTo>
                    <a:pt x="3929" y="6210"/>
                  </a:lnTo>
                  <a:lnTo>
                    <a:pt x="0" y="3042"/>
                  </a:lnTo>
                  <a:lnTo>
                    <a:pt x="3929" y="0"/>
                  </a:lnTo>
                  <a:lnTo>
                    <a:pt x="7858" y="30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1" name="Freeform: Shape 3150">
              <a:extLst>
                <a:ext uri="{FF2B5EF4-FFF2-40B4-BE49-F238E27FC236}">
                  <a16:creationId xmlns:a16="http://schemas.microsoft.com/office/drawing/2014/main" id="{75913D4F-3B7D-BF9C-E79A-29A89FF5E82B}"/>
                </a:ext>
              </a:extLst>
            </p:cNvPr>
            <p:cNvSpPr/>
            <p:nvPr/>
          </p:nvSpPr>
          <p:spPr>
            <a:xfrm>
              <a:off x="9767542" y="5034109"/>
              <a:ext cx="7350" cy="5703"/>
            </a:xfrm>
            <a:custGeom>
              <a:avLst/>
              <a:gdLst>
                <a:gd name="connsiteX0" fmla="*/ 7351 w 7350"/>
                <a:gd name="connsiteY0" fmla="*/ 2915 h 5703"/>
                <a:gd name="connsiteX1" fmla="*/ 3675 w 7350"/>
                <a:gd name="connsiteY1" fmla="*/ 5703 h 5703"/>
                <a:gd name="connsiteX2" fmla="*/ 0 w 7350"/>
                <a:gd name="connsiteY2" fmla="*/ 2915 h 5703"/>
                <a:gd name="connsiteX3" fmla="*/ 3675 w 7350"/>
                <a:gd name="connsiteY3" fmla="*/ 0 h 5703"/>
                <a:gd name="connsiteX4" fmla="*/ 7351 w 7350"/>
                <a:gd name="connsiteY4" fmla="*/ 2915 h 5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0" h="5703">
                  <a:moveTo>
                    <a:pt x="7351" y="2915"/>
                  </a:moveTo>
                  <a:lnTo>
                    <a:pt x="3675" y="5703"/>
                  </a:lnTo>
                  <a:lnTo>
                    <a:pt x="0" y="2915"/>
                  </a:lnTo>
                  <a:lnTo>
                    <a:pt x="3675" y="0"/>
                  </a:lnTo>
                  <a:lnTo>
                    <a:pt x="7351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2" name="Freeform: Shape 3151">
              <a:extLst>
                <a:ext uri="{FF2B5EF4-FFF2-40B4-BE49-F238E27FC236}">
                  <a16:creationId xmlns:a16="http://schemas.microsoft.com/office/drawing/2014/main" id="{5F7DCFD2-7E40-CC16-37B1-A158912FC304}"/>
                </a:ext>
              </a:extLst>
            </p:cNvPr>
            <p:cNvSpPr/>
            <p:nvPr/>
          </p:nvSpPr>
          <p:spPr>
            <a:xfrm>
              <a:off x="9702653" y="5124725"/>
              <a:ext cx="5956" cy="4689"/>
            </a:xfrm>
            <a:custGeom>
              <a:avLst/>
              <a:gdLst>
                <a:gd name="connsiteX0" fmla="*/ 5956 w 5956"/>
                <a:gd name="connsiteY0" fmla="*/ 2282 h 4689"/>
                <a:gd name="connsiteX1" fmla="*/ 2915 w 5956"/>
                <a:gd name="connsiteY1" fmla="*/ 4690 h 4689"/>
                <a:gd name="connsiteX2" fmla="*/ 0 w 5956"/>
                <a:gd name="connsiteY2" fmla="*/ 2282 h 4689"/>
                <a:gd name="connsiteX3" fmla="*/ 2915 w 5956"/>
                <a:gd name="connsiteY3" fmla="*/ 0 h 4689"/>
                <a:gd name="connsiteX4" fmla="*/ 5956 w 5956"/>
                <a:gd name="connsiteY4" fmla="*/ 2282 h 4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6" h="4689">
                  <a:moveTo>
                    <a:pt x="5956" y="2282"/>
                  </a:moveTo>
                  <a:lnTo>
                    <a:pt x="2915" y="4690"/>
                  </a:lnTo>
                  <a:lnTo>
                    <a:pt x="0" y="2282"/>
                  </a:lnTo>
                  <a:lnTo>
                    <a:pt x="2915" y="0"/>
                  </a:lnTo>
                  <a:lnTo>
                    <a:pt x="5956" y="22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3" name="Freeform: Shape 3152">
              <a:extLst>
                <a:ext uri="{FF2B5EF4-FFF2-40B4-BE49-F238E27FC236}">
                  <a16:creationId xmlns:a16="http://schemas.microsoft.com/office/drawing/2014/main" id="{3EE865E4-3CAC-6F53-B612-A9051DADAE1B}"/>
                </a:ext>
              </a:extLst>
            </p:cNvPr>
            <p:cNvSpPr/>
            <p:nvPr/>
          </p:nvSpPr>
          <p:spPr>
            <a:xfrm>
              <a:off x="9633835" y="5213314"/>
              <a:ext cx="5322" cy="4182"/>
            </a:xfrm>
            <a:custGeom>
              <a:avLst/>
              <a:gdLst>
                <a:gd name="connsiteX0" fmla="*/ 5323 w 5322"/>
                <a:gd name="connsiteY0" fmla="*/ 2028 h 4182"/>
                <a:gd name="connsiteX1" fmla="*/ 2661 w 5322"/>
                <a:gd name="connsiteY1" fmla="*/ 4182 h 4182"/>
                <a:gd name="connsiteX2" fmla="*/ 0 w 5322"/>
                <a:gd name="connsiteY2" fmla="*/ 2028 h 4182"/>
                <a:gd name="connsiteX3" fmla="*/ 2661 w 5322"/>
                <a:gd name="connsiteY3" fmla="*/ 0 h 4182"/>
                <a:gd name="connsiteX4" fmla="*/ 5323 w 5322"/>
                <a:gd name="connsiteY4" fmla="*/ 2028 h 4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22" h="4182">
                  <a:moveTo>
                    <a:pt x="5323" y="2028"/>
                  </a:moveTo>
                  <a:lnTo>
                    <a:pt x="2661" y="4182"/>
                  </a:lnTo>
                  <a:lnTo>
                    <a:pt x="0" y="2028"/>
                  </a:lnTo>
                  <a:lnTo>
                    <a:pt x="2661" y="0"/>
                  </a:lnTo>
                  <a:lnTo>
                    <a:pt x="5323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4" name="Freeform: Shape 3153">
              <a:extLst>
                <a:ext uri="{FF2B5EF4-FFF2-40B4-BE49-F238E27FC236}">
                  <a16:creationId xmlns:a16="http://schemas.microsoft.com/office/drawing/2014/main" id="{C760E4B2-5018-8E24-8D6A-12FF02040A18}"/>
                </a:ext>
              </a:extLst>
            </p:cNvPr>
            <p:cNvSpPr/>
            <p:nvPr/>
          </p:nvSpPr>
          <p:spPr>
            <a:xfrm>
              <a:off x="9561469" y="5300128"/>
              <a:ext cx="4816" cy="3675"/>
            </a:xfrm>
            <a:custGeom>
              <a:avLst/>
              <a:gdLst>
                <a:gd name="connsiteX0" fmla="*/ 4816 w 4816"/>
                <a:gd name="connsiteY0" fmla="*/ 1901 h 3675"/>
                <a:gd name="connsiteX1" fmla="*/ 2408 w 4816"/>
                <a:gd name="connsiteY1" fmla="*/ 3675 h 3675"/>
                <a:gd name="connsiteX2" fmla="*/ 0 w 4816"/>
                <a:gd name="connsiteY2" fmla="*/ 1901 h 3675"/>
                <a:gd name="connsiteX3" fmla="*/ 2408 w 4816"/>
                <a:gd name="connsiteY3" fmla="*/ 0 h 3675"/>
                <a:gd name="connsiteX4" fmla="*/ 4816 w 4816"/>
                <a:gd name="connsiteY4" fmla="*/ 1901 h 3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16" h="3675">
                  <a:moveTo>
                    <a:pt x="4816" y="1901"/>
                  </a:moveTo>
                  <a:lnTo>
                    <a:pt x="2408" y="3675"/>
                  </a:lnTo>
                  <a:lnTo>
                    <a:pt x="0" y="1901"/>
                  </a:lnTo>
                  <a:lnTo>
                    <a:pt x="2408" y="0"/>
                  </a:lnTo>
                  <a:lnTo>
                    <a:pt x="4816" y="190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5" name="Freeform: Shape 3154">
              <a:extLst>
                <a:ext uri="{FF2B5EF4-FFF2-40B4-BE49-F238E27FC236}">
                  <a16:creationId xmlns:a16="http://schemas.microsoft.com/office/drawing/2014/main" id="{22A785CD-8216-67AA-00B3-B68197778090}"/>
                </a:ext>
              </a:extLst>
            </p:cNvPr>
            <p:cNvSpPr/>
            <p:nvPr/>
          </p:nvSpPr>
          <p:spPr>
            <a:xfrm>
              <a:off x="9485807" y="5385041"/>
              <a:ext cx="4055" cy="3295"/>
            </a:xfrm>
            <a:custGeom>
              <a:avLst/>
              <a:gdLst>
                <a:gd name="connsiteX0" fmla="*/ 4056 w 4055"/>
                <a:gd name="connsiteY0" fmla="*/ 1648 h 3295"/>
                <a:gd name="connsiteX1" fmla="*/ 2028 w 4055"/>
                <a:gd name="connsiteY1" fmla="*/ 3295 h 3295"/>
                <a:gd name="connsiteX2" fmla="*/ 0 w 4055"/>
                <a:gd name="connsiteY2" fmla="*/ 1648 h 3295"/>
                <a:gd name="connsiteX3" fmla="*/ 2028 w 4055"/>
                <a:gd name="connsiteY3" fmla="*/ 0 h 3295"/>
                <a:gd name="connsiteX4" fmla="*/ 4056 w 4055"/>
                <a:gd name="connsiteY4" fmla="*/ 1648 h 3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5" h="3295">
                  <a:moveTo>
                    <a:pt x="4056" y="1648"/>
                  </a:moveTo>
                  <a:lnTo>
                    <a:pt x="2028" y="3295"/>
                  </a:lnTo>
                  <a:lnTo>
                    <a:pt x="0" y="1648"/>
                  </a:lnTo>
                  <a:lnTo>
                    <a:pt x="2028" y="0"/>
                  </a:lnTo>
                  <a:lnTo>
                    <a:pt x="4056" y="164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6" name="Freeform: Shape 3155">
              <a:extLst>
                <a:ext uri="{FF2B5EF4-FFF2-40B4-BE49-F238E27FC236}">
                  <a16:creationId xmlns:a16="http://schemas.microsoft.com/office/drawing/2014/main" id="{1AF0DFAE-6994-8955-8750-7076E536115A}"/>
                </a:ext>
              </a:extLst>
            </p:cNvPr>
            <p:cNvSpPr/>
            <p:nvPr/>
          </p:nvSpPr>
          <p:spPr>
            <a:xfrm>
              <a:off x="9406978" y="5468306"/>
              <a:ext cx="2914" cy="2281"/>
            </a:xfrm>
            <a:custGeom>
              <a:avLst/>
              <a:gdLst>
                <a:gd name="connsiteX0" fmla="*/ 2915 w 2914"/>
                <a:gd name="connsiteY0" fmla="*/ 1141 h 2281"/>
                <a:gd name="connsiteX1" fmla="*/ 1394 w 2914"/>
                <a:gd name="connsiteY1" fmla="*/ 2281 h 2281"/>
                <a:gd name="connsiteX2" fmla="*/ 0 w 2914"/>
                <a:gd name="connsiteY2" fmla="*/ 1141 h 2281"/>
                <a:gd name="connsiteX3" fmla="*/ 1394 w 2914"/>
                <a:gd name="connsiteY3" fmla="*/ 0 h 2281"/>
                <a:gd name="connsiteX4" fmla="*/ 2915 w 2914"/>
                <a:gd name="connsiteY4" fmla="*/ 1141 h 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" h="2281">
                  <a:moveTo>
                    <a:pt x="2915" y="1141"/>
                  </a:moveTo>
                  <a:lnTo>
                    <a:pt x="1394" y="2281"/>
                  </a:lnTo>
                  <a:lnTo>
                    <a:pt x="0" y="1141"/>
                  </a:lnTo>
                  <a:lnTo>
                    <a:pt x="1394" y="0"/>
                  </a:lnTo>
                  <a:lnTo>
                    <a:pt x="2915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7" name="Freeform: Shape 3156">
              <a:extLst>
                <a:ext uri="{FF2B5EF4-FFF2-40B4-BE49-F238E27FC236}">
                  <a16:creationId xmlns:a16="http://schemas.microsoft.com/office/drawing/2014/main" id="{4C88E639-4D37-C7B6-5A80-D70182C70D63}"/>
                </a:ext>
              </a:extLst>
            </p:cNvPr>
            <p:cNvSpPr/>
            <p:nvPr/>
          </p:nvSpPr>
          <p:spPr>
            <a:xfrm>
              <a:off x="9324853" y="5549417"/>
              <a:ext cx="1773" cy="1394"/>
            </a:xfrm>
            <a:custGeom>
              <a:avLst/>
              <a:gdLst>
                <a:gd name="connsiteX0" fmla="*/ 1774 w 1773"/>
                <a:gd name="connsiteY0" fmla="*/ 760 h 1394"/>
                <a:gd name="connsiteX1" fmla="*/ 887 w 1773"/>
                <a:gd name="connsiteY1" fmla="*/ 1394 h 1394"/>
                <a:gd name="connsiteX2" fmla="*/ 0 w 1773"/>
                <a:gd name="connsiteY2" fmla="*/ 760 h 1394"/>
                <a:gd name="connsiteX3" fmla="*/ 887 w 1773"/>
                <a:gd name="connsiteY3" fmla="*/ 0 h 1394"/>
                <a:gd name="connsiteX4" fmla="*/ 1774 w 1773"/>
                <a:gd name="connsiteY4" fmla="*/ 760 h 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3" h="1394">
                  <a:moveTo>
                    <a:pt x="1774" y="760"/>
                  </a:moveTo>
                  <a:lnTo>
                    <a:pt x="887" y="1394"/>
                  </a:lnTo>
                  <a:lnTo>
                    <a:pt x="0" y="760"/>
                  </a:lnTo>
                  <a:lnTo>
                    <a:pt x="887" y="0"/>
                  </a:lnTo>
                  <a:lnTo>
                    <a:pt x="1774" y="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8" name="Freeform: Shape 3157">
              <a:extLst>
                <a:ext uri="{FF2B5EF4-FFF2-40B4-BE49-F238E27FC236}">
                  <a16:creationId xmlns:a16="http://schemas.microsoft.com/office/drawing/2014/main" id="{7404FC8C-59A2-A468-A7EA-AA65792F7BEF}"/>
                </a:ext>
              </a:extLst>
            </p:cNvPr>
            <p:cNvSpPr/>
            <p:nvPr/>
          </p:nvSpPr>
          <p:spPr>
            <a:xfrm>
              <a:off x="9239179" y="5628247"/>
              <a:ext cx="1393" cy="1013"/>
            </a:xfrm>
            <a:custGeom>
              <a:avLst/>
              <a:gdLst>
                <a:gd name="connsiteX0" fmla="*/ 1394 w 1393"/>
                <a:gd name="connsiteY0" fmla="*/ 507 h 1013"/>
                <a:gd name="connsiteX1" fmla="*/ 760 w 1393"/>
                <a:gd name="connsiteY1" fmla="*/ 1014 h 1013"/>
                <a:gd name="connsiteX2" fmla="*/ 0 w 1393"/>
                <a:gd name="connsiteY2" fmla="*/ 507 h 1013"/>
                <a:gd name="connsiteX3" fmla="*/ 760 w 1393"/>
                <a:gd name="connsiteY3" fmla="*/ 0 h 1013"/>
                <a:gd name="connsiteX4" fmla="*/ 1394 w 1393"/>
                <a:gd name="connsiteY4" fmla="*/ 507 h 1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3" h="1013">
                  <a:moveTo>
                    <a:pt x="1394" y="507"/>
                  </a:moveTo>
                  <a:lnTo>
                    <a:pt x="760" y="1014"/>
                  </a:lnTo>
                  <a:lnTo>
                    <a:pt x="0" y="507"/>
                  </a:lnTo>
                  <a:lnTo>
                    <a:pt x="760" y="0"/>
                  </a:lnTo>
                  <a:lnTo>
                    <a:pt x="1394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9" name="Freeform: Shape 3158">
              <a:extLst>
                <a:ext uri="{FF2B5EF4-FFF2-40B4-BE49-F238E27FC236}">
                  <a16:creationId xmlns:a16="http://schemas.microsoft.com/office/drawing/2014/main" id="{2AE60CC8-B8AB-668F-FF87-B95423FF7D5E}"/>
                </a:ext>
              </a:extLst>
            </p:cNvPr>
            <p:cNvSpPr/>
            <p:nvPr/>
          </p:nvSpPr>
          <p:spPr>
            <a:xfrm>
              <a:off x="9150591" y="5704796"/>
              <a:ext cx="760" cy="633"/>
            </a:xfrm>
            <a:custGeom>
              <a:avLst/>
              <a:gdLst>
                <a:gd name="connsiteX0" fmla="*/ 760 w 760"/>
                <a:gd name="connsiteY0" fmla="*/ 380 h 633"/>
                <a:gd name="connsiteX1" fmla="*/ 380 w 760"/>
                <a:gd name="connsiteY1" fmla="*/ 634 h 633"/>
                <a:gd name="connsiteX2" fmla="*/ 0 w 760"/>
                <a:gd name="connsiteY2" fmla="*/ 380 h 633"/>
                <a:gd name="connsiteX3" fmla="*/ 380 w 760"/>
                <a:gd name="connsiteY3" fmla="*/ 0 h 633"/>
                <a:gd name="connsiteX4" fmla="*/ 760 w 760"/>
                <a:gd name="connsiteY4" fmla="*/ 380 h 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0" h="633">
                  <a:moveTo>
                    <a:pt x="760" y="380"/>
                  </a:moveTo>
                  <a:lnTo>
                    <a:pt x="380" y="634"/>
                  </a:lnTo>
                  <a:lnTo>
                    <a:pt x="0" y="380"/>
                  </a:lnTo>
                  <a:lnTo>
                    <a:pt x="380" y="0"/>
                  </a:lnTo>
                  <a:lnTo>
                    <a:pt x="760" y="38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0" name="Freeform: Shape 3159">
              <a:extLst>
                <a:ext uri="{FF2B5EF4-FFF2-40B4-BE49-F238E27FC236}">
                  <a16:creationId xmlns:a16="http://schemas.microsoft.com/office/drawing/2014/main" id="{2195DD4C-F1C7-8651-AC02-5845C2934452}"/>
                </a:ext>
              </a:extLst>
            </p:cNvPr>
            <p:cNvSpPr/>
            <p:nvPr/>
          </p:nvSpPr>
          <p:spPr>
            <a:xfrm>
              <a:off x="8963402" y="5850415"/>
              <a:ext cx="1393" cy="1140"/>
            </a:xfrm>
            <a:custGeom>
              <a:avLst/>
              <a:gdLst>
                <a:gd name="connsiteX0" fmla="*/ 1394 w 1393"/>
                <a:gd name="connsiteY0" fmla="*/ 634 h 1140"/>
                <a:gd name="connsiteX1" fmla="*/ 634 w 1393"/>
                <a:gd name="connsiteY1" fmla="*/ 1141 h 1140"/>
                <a:gd name="connsiteX2" fmla="*/ 0 w 1393"/>
                <a:gd name="connsiteY2" fmla="*/ 634 h 1140"/>
                <a:gd name="connsiteX3" fmla="*/ 634 w 1393"/>
                <a:gd name="connsiteY3" fmla="*/ 0 h 1140"/>
                <a:gd name="connsiteX4" fmla="*/ 1394 w 1393"/>
                <a:gd name="connsiteY4" fmla="*/ 634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3" h="1140">
                  <a:moveTo>
                    <a:pt x="1394" y="634"/>
                  </a:moveTo>
                  <a:lnTo>
                    <a:pt x="634" y="1141"/>
                  </a:lnTo>
                  <a:lnTo>
                    <a:pt x="0" y="634"/>
                  </a:lnTo>
                  <a:lnTo>
                    <a:pt x="634" y="0"/>
                  </a:lnTo>
                  <a:lnTo>
                    <a:pt x="1394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1" name="Freeform: Shape 3160">
              <a:extLst>
                <a:ext uri="{FF2B5EF4-FFF2-40B4-BE49-F238E27FC236}">
                  <a16:creationId xmlns:a16="http://schemas.microsoft.com/office/drawing/2014/main" id="{67B63D2E-A829-D911-B412-438EC9D12032}"/>
                </a:ext>
              </a:extLst>
            </p:cNvPr>
            <p:cNvSpPr/>
            <p:nvPr/>
          </p:nvSpPr>
          <p:spPr>
            <a:xfrm>
              <a:off x="8865308" y="5919486"/>
              <a:ext cx="2154" cy="1774"/>
            </a:xfrm>
            <a:custGeom>
              <a:avLst/>
              <a:gdLst>
                <a:gd name="connsiteX0" fmla="*/ 2154 w 2154"/>
                <a:gd name="connsiteY0" fmla="*/ 887 h 1774"/>
                <a:gd name="connsiteX1" fmla="*/ 1014 w 2154"/>
                <a:gd name="connsiteY1" fmla="*/ 1774 h 1774"/>
                <a:gd name="connsiteX2" fmla="*/ 0 w 2154"/>
                <a:gd name="connsiteY2" fmla="*/ 887 h 1774"/>
                <a:gd name="connsiteX3" fmla="*/ 1014 w 2154"/>
                <a:gd name="connsiteY3" fmla="*/ 0 h 1774"/>
                <a:gd name="connsiteX4" fmla="*/ 2154 w 2154"/>
                <a:gd name="connsiteY4" fmla="*/ 887 h 1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4" h="1774">
                  <a:moveTo>
                    <a:pt x="2154" y="887"/>
                  </a:moveTo>
                  <a:lnTo>
                    <a:pt x="1014" y="1774"/>
                  </a:lnTo>
                  <a:lnTo>
                    <a:pt x="0" y="887"/>
                  </a:lnTo>
                  <a:lnTo>
                    <a:pt x="1014" y="0"/>
                  </a:lnTo>
                  <a:lnTo>
                    <a:pt x="2154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2" name="Freeform: Shape 3161">
              <a:extLst>
                <a:ext uri="{FF2B5EF4-FFF2-40B4-BE49-F238E27FC236}">
                  <a16:creationId xmlns:a16="http://schemas.microsoft.com/office/drawing/2014/main" id="{8577B8A0-2B2A-64C2-6BD0-E543DE04BCFE}"/>
                </a:ext>
              </a:extLst>
            </p:cNvPr>
            <p:cNvSpPr/>
            <p:nvPr/>
          </p:nvSpPr>
          <p:spPr>
            <a:xfrm>
              <a:off x="8764426" y="5986023"/>
              <a:ext cx="2915" cy="2281"/>
            </a:xfrm>
            <a:custGeom>
              <a:avLst/>
              <a:gdLst>
                <a:gd name="connsiteX0" fmla="*/ 2915 w 2915"/>
                <a:gd name="connsiteY0" fmla="*/ 1141 h 2281"/>
                <a:gd name="connsiteX1" fmla="*/ 1521 w 2915"/>
                <a:gd name="connsiteY1" fmla="*/ 2281 h 2281"/>
                <a:gd name="connsiteX2" fmla="*/ 0 w 2915"/>
                <a:gd name="connsiteY2" fmla="*/ 1141 h 2281"/>
                <a:gd name="connsiteX3" fmla="*/ 1521 w 2915"/>
                <a:gd name="connsiteY3" fmla="*/ 0 h 2281"/>
                <a:gd name="connsiteX4" fmla="*/ 2915 w 2915"/>
                <a:gd name="connsiteY4" fmla="*/ 1141 h 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5" h="2281">
                  <a:moveTo>
                    <a:pt x="2915" y="1141"/>
                  </a:moveTo>
                  <a:lnTo>
                    <a:pt x="1521" y="2281"/>
                  </a:lnTo>
                  <a:lnTo>
                    <a:pt x="0" y="1141"/>
                  </a:lnTo>
                  <a:lnTo>
                    <a:pt x="1521" y="0"/>
                  </a:lnTo>
                  <a:lnTo>
                    <a:pt x="2915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3" name="Freeform: Shape 3162">
              <a:extLst>
                <a:ext uri="{FF2B5EF4-FFF2-40B4-BE49-F238E27FC236}">
                  <a16:creationId xmlns:a16="http://schemas.microsoft.com/office/drawing/2014/main" id="{234522A1-3541-BDC8-638B-A2F513C6521E}"/>
                </a:ext>
              </a:extLst>
            </p:cNvPr>
            <p:cNvSpPr/>
            <p:nvPr/>
          </p:nvSpPr>
          <p:spPr>
            <a:xfrm>
              <a:off x="8660756" y="6049771"/>
              <a:ext cx="4309" cy="3421"/>
            </a:xfrm>
            <a:custGeom>
              <a:avLst/>
              <a:gdLst>
                <a:gd name="connsiteX0" fmla="*/ 4309 w 4309"/>
                <a:gd name="connsiteY0" fmla="*/ 1648 h 3421"/>
                <a:gd name="connsiteX1" fmla="*/ 2154 w 4309"/>
                <a:gd name="connsiteY1" fmla="*/ 3422 h 3421"/>
                <a:gd name="connsiteX2" fmla="*/ 0 w 4309"/>
                <a:gd name="connsiteY2" fmla="*/ 1648 h 3421"/>
                <a:gd name="connsiteX3" fmla="*/ 2154 w 4309"/>
                <a:gd name="connsiteY3" fmla="*/ 0 h 3421"/>
                <a:gd name="connsiteX4" fmla="*/ 4309 w 4309"/>
                <a:gd name="connsiteY4" fmla="*/ 1648 h 3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9" h="3421">
                  <a:moveTo>
                    <a:pt x="4309" y="1648"/>
                  </a:moveTo>
                  <a:lnTo>
                    <a:pt x="2154" y="3422"/>
                  </a:lnTo>
                  <a:lnTo>
                    <a:pt x="0" y="1648"/>
                  </a:lnTo>
                  <a:lnTo>
                    <a:pt x="2154" y="0"/>
                  </a:lnTo>
                  <a:lnTo>
                    <a:pt x="4309" y="164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4" name="Freeform: Shape 3163">
              <a:extLst>
                <a:ext uri="{FF2B5EF4-FFF2-40B4-BE49-F238E27FC236}">
                  <a16:creationId xmlns:a16="http://schemas.microsoft.com/office/drawing/2014/main" id="{A0EBEC40-2B6B-FE19-91C4-46CABB5070DE}"/>
                </a:ext>
              </a:extLst>
            </p:cNvPr>
            <p:cNvSpPr/>
            <p:nvPr/>
          </p:nvSpPr>
          <p:spPr>
            <a:xfrm>
              <a:off x="8554425" y="6110857"/>
              <a:ext cx="5703" cy="4562"/>
            </a:xfrm>
            <a:custGeom>
              <a:avLst/>
              <a:gdLst>
                <a:gd name="connsiteX0" fmla="*/ 5703 w 5703"/>
                <a:gd name="connsiteY0" fmla="*/ 2282 h 4562"/>
                <a:gd name="connsiteX1" fmla="*/ 2915 w 5703"/>
                <a:gd name="connsiteY1" fmla="*/ 4563 h 4562"/>
                <a:gd name="connsiteX2" fmla="*/ 0 w 5703"/>
                <a:gd name="connsiteY2" fmla="*/ 2282 h 4562"/>
                <a:gd name="connsiteX3" fmla="*/ 2915 w 5703"/>
                <a:gd name="connsiteY3" fmla="*/ 0 h 4562"/>
                <a:gd name="connsiteX4" fmla="*/ 5703 w 5703"/>
                <a:gd name="connsiteY4" fmla="*/ 2282 h 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03" h="4562">
                  <a:moveTo>
                    <a:pt x="5703" y="2282"/>
                  </a:moveTo>
                  <a:lnTo>
                    <a:pt x="2915" y="4563"/>
                  </a:lnTo>
                  <a:lnTo>
                    <a:pt x="0" y="2282"/>
                  </a:lnTo>
                  <a:lnTo>
                    <a:pt x="2915" y="0"/>
                  </a:lnTo>
                  <a:lnTo>
                    <a:pt x="5703" y="22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5" name="Freeform: Shape 3164">
              <a:extLst>
                <a:ext uri="{FF2B5EF4-FFF2-40B4-BE49-F238E27FC236}">
                  <a16:creationId xmlns:a16="http://schemas.microsoft.com/office/drawing/2014/main" id="{E6393A72-E5CA-8321-19C4-0546238070DD}"/>
                </a:ext>
              </a:extLst>
            </p:cNvPr>
            <p:cNvSpPr/>
            <p:nvPr/>
          </p:nvSpPr>
          <p:spPr>
            <a:xfrm>
              <a:off x="8446065" y="6169536"/>
              <a:ext cx="6463" cy="5196"/>
            </a:xfrm>
            <a:custGeom>
              <a:avLst/>
              <a:gdLst>
                <a:gd name="connsiteX0" fmla="*/ 6464 w 6463"/>
                <a:gd name="connsiteY0" fmla="*/ 2535 h 5196"/>
                <a:gd name="connsiteX1" fmla="*/ 3295 w 6463"/>
                <a:gd name="connsiteY1" fmla="*/ 5196 h 5196"/>
                <a:gd name="connsiteX2" fmla="*/ 0 w 6463"/>
                <a:gd name="connsiteY2" fmla="*/ 2535 h 5196"/>
                <a:gd name="connsiteX3" fmla="*/ 3295 w 6463"/>
                <a:gd name="connsiteY3" fmla="*/ 0 h 5196"/>
                <a:gd name="connsiteX4" fmla="*/ 6464 w 6463"/>
                <a:gd name="connsiteY4" fmla="*/ 2535 h 5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196">
                  <a:moveTo>
                    <a:pt x="6464" y="2535"/>
                  </a:moveTo>
                  <a:lnTo>
                    <a:pt x="3295" y="5196"/>
                  </a:lnTo>
                  <a:lnTo>
                    <a:pt x="0" y="2535"/>
                  </a:lnTo>
                  <a:lnTo>
                    <a:pt x="3295" y="0"/>
                  </a:lnTo>
                  <a:lnTo>
                    <a:pt x="6464" y="253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6" name="Freeform: Shape 3165">
              <a:extLst>
                <a:ext uri="{FF2B5EF4-FFF2-40B4-BE49-F238E27FC236}">
                  <a16:creationId xmlns:a16="http://schemas.microsoft.com/office/drawing/2014/main" id="{A200F46E-704E-A7F6-C783-B50F4947554A}"/>
                </a:ext>
              </a:extLst>
            </p:cNvPr>
            <p:cNvSpPr/>
            <p:nvPr/>
          </p:nvSpPr>
          <p:spPr>
            <a:xfrm>
              <a:off x="8334918" y="6225173"/>
              <a:ext cx="8111" cy="6336"/>
            </a:xfrm>
            <a:custGeom>
              <a:avLst/>
              <a:gdLst>
                <a:gd name="connsiteX0" fmla="*/ 8111 w 8111"/>
                <a:gd name="connsiteY0" fmla="*/ 3168 h 6336"/>
                <a:gd name="connsiteX1" fmla="*/ 4056 w 8111"/>
                <a:gd name="connsiteY1" fmla="*/ 6337 h 6336"/>
                <a:gd name="connsiteX2" fmla="*/ 0 w 8111"/>
                <a:gd name="connsiteY2" fmla="*/ 3168 h 6336"/>
                <a:gd name="connsiteX3" fmla="*/ 4056 w 8111"/>
                <a:gd name="connsiteY3" fmla="*/ 0 h 6336"/>
                <a:gd name="connsiteX4" fmla="*/ 8111 w 8111"/>
                <a:gd name="connsiteY4" fmla="*/ 3168 h 6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11" h="6336">
                  <a:moveTo>
                    <a:pt x="8111" y="3168"/>
                  </a:moveTo>
                  <a:lnTo>
                    <a:pt x="4056" y="6337"/>
                  </a:lnTo>
                  <a:lnTo>
                    <a:pt x="0" y="3168"/>
                  </a:lnTo>
                  <a:lnTo>
                    <a:pt x="4056" y="0"/>
                  </a:lnTo>
                  <a:lnTo>
                    <a:pt x="8111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7" name="Freeform: Shape 3166">
              <a:extLst>
                <a:ext uri="{FF2B5EF4-FFF2-40B4-BE49-F238E27FC236}">
                  <a16:creationId xmlns:a16="http://schemas.microsoft.com/office/drawing/2014/main" id="{2DAAE559-B74D-2047-97D3-2AC33A5ED1CC}"/>
                </a:ext>
              </a:extLst>
            </p:cNvPr>
            <p:cNvSpPr/>
            <p:nvPr/>
          </p:nvSpPr>
          <p:spPr>
            <a:xfrm>
              <a:off x="8222250" y="6278276"/>
              <a:ext cx="8617" cy="6970"/>
            </a:xfrm>
            <a:custGeom>
              <a:avLst/>
              <a:gdLst>
                <a:gd name="connsiteX0" fmla="*/ 8618 w 8617"/>
                <a:gd name="connsiteY0" fmla="*/ 3422 h 6970"/>
                <a:gd name="connsiteX1" fmla="*/ 4309 w 8617"/>
                <a:gd name="connsiteY1" fmla="*/ 6970 h 6970"/>
                <a:gd name="connsiteX2" fmla="*/ 0 w 8617"/>
                <a:gd name="connsiteY2" fmla="*/ 3422 h 6970"/>
                <a:gd name="connsiteX3" fmla="*/ 4309 w 8617"/>
                <a:gd name="connsiteY3" fmla="*/ 0 h 6970"/>
                <a:gd name="connsiteX4" fmla="*/ 8618 w 8617"/>
                <a:gd name="connsiteY4" fmla="*/ 3422 h 6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7" h="6970">
                  <a:moveTo>
                    <a:pt x="8618" y="3422"/>
                  </a:moveTo>
                  <a:lnTo>
                    <a:pt x="4309" y="6970"/>
                  </a:lnTo>
                  <a:lnTo>
                    <a:pt x="0" y="3422"/>
                  </a:lnTo>
                  <a:lnTo>
                    <a:pt x="4309" y="0"/>
                  </a:lnTo>
                  <a:lnTo>
                    <a:pt x="8618" y="342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8" name="Freeform: Shape 3167">
              <a:extLst>
                <a:ext uri="{FF2B5EF4-FFF2-40B4-BE49-F238E27FC236}">
                  <a16:creationId xmlns:a16="http://schemas.microsoft.com/office/drawing/2014/main" id="{0622ECAF-1F64-5FF9-69CE-7E6C20F0BBE4}"/>
                </a:ext>
              </a:extLst>
            </p:cNvPr>
            <p:cNvSpPr/>
            <p:nvPr/>
          </p:nvSpPr>
          <p:spPr>
            <a:xfrm>
              <a:off x="8107300" y="6328590"/>
              <a:ext cx="9378" cy="7477"/>
            </a:xfrm>
            <a:custGeom>
              <a:avLst/>
              <a:gdLst>
                <a:gd name="connsiteX0" fmla="*/ 9378 w 9378"/>
                <a:gd name="connsiteY0" fmla="*/ 3675 h 7477"/>
                <a:gd name="connsiteX1" fmla="*/ 4689 w 9378"/>
                <a:gd name="connsiteY1" fmla="*/ 7477 h 7477"/>
                <a:gd name="connsiteX2" fmla="*/ 0 w 9378"/>
                <a:gd name="connsiteY2" fmla="*/ 3675 h 7477"/>
                <a:gd name="connsiteX3" fmla="*/ 4689 w 9378"/>
                <a:gd name="connsiteY3" fmla="*/ 0 h 7477"/>
                <a:gd name="connsiteX4" fmla="*/ 9378 w 9378"/>
                <a:gd name="connsiteY4" fmla="*/ 3675 h 7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78" h="7477">
                  <a:moveTo>
                    <a:pt x="9378" y="3675"/>
                  </a:moveTo>
                  <a:lnTo>
                    <a:pt x="4689" y="7477"/>
                  </a:lnTo>
                  <a:lnTo>
                    <a:pt x="0" y="3675"/>
                  </a:lnTo>
                  <a:lnTo>
                    <a:pt x="4689" y="0"/>
                  </a:lnTo>
                  <a:lnTo>
                    <a:pt x="9378" y="367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9" name="Freeform: Shape 3168">
              <a:extLst>
                <a:ext uri="{FF2B5EF4-FFF2-40B4-BE49-F238E27FC236}">
                  <a16:creationId xmlns:a16="http://schemas.microsoft.com/office/drawing/2014/main" id="{8187CD7C-32EB-18A4-4EC1-AFC6F7225F4D}"/>
                </a:ext>
              </a:extLst>
            </p:cNvPr>
            <p:cNvSpPr/>
            <p:nvPr/>
          </p:nvSpPr>
          <p:spPr>
            <a:xfrm>
              <a:off x="7990323" y="6375989"/>
              <a:ext cx="10139" cy="8111"/>
            </a:xfrm>
            <a:custGeom>
              <a:avLst/>
              <a:gdLst>
                <a:gd name="connsiteX0" fmla="*/ 10139 w 10139"/>
                <a:gd name="connsiteY0" fmla="*/ 3929 h 8111"/>
                <a:gd name="connsiteX1" fmla="*/ 5070 w 10139"/>
                <a:gd name="connsiteY1" fmla="*/ 8111 h 8111"/>
                <a:gd name="connsiteX2" fmla="*/ 0 w 10139"/>
                <a:gd name="connsiteY2" fmla="*/ 3929 h 8111"/>
                <a:gd name="connsiteX3" fmla="*/ 5070 w 10139"/>
                <a:gd name="connsiteY3" fmla="*/ 0 h 8111"/>
                <a:gd name="connsiteX4" fmla="*/ 10139 w 10139"/>
                <a:gd name="connsiteY4" fmla="*/ 3929 h 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39" h="8111">
                  <a:moveTo>
                    <a:pt x="10139" y="3929"/>
                  </a:moveTo>
                  <a:lnTo>
                    <a:pt x="5070" y="8111"/>
                  </a:lnTo>
                  <a:lnTo>
                    <a:pt x="0" y="3929"/>
                  </a:lnTo>
                  <a:lnTo>
                    <a:pt x="5070" y="0"/>
                  </a:lnTo>
                  <a:lnTo>
                    <a:pt x="10139" y="392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0" name="Freeform: Shape 3169">
              <a:extLst>
                <a:ext uri="{FF2B5EF4-FFF2-40B4-BE49-F238E27FC236}">
                  <a16:creationId xmlns:a16="http://schemas.microsoft.com/office/drawing/2014/main" id="{EC7173DF-51B4-E0CA-F15D-054DEAE8FB03}"/>
                </a:ext>
              </a:extLst>
            </p:cNvPr>
            <p:cNvSpPr/>
            <p:nvPr/>
          </p:nvSpPr>
          <p:spPr>
            <a:xfrm>
              <a:off x="7871191" y="6420093"/>
              <a:ext cx="11659" cy="9125"/>
            </a:xfrm>
            <a:custGeom>
              <a:avLst/>
              <a:gdLst>
                <a:gd name="connsiteX0" fmla="*/ 11659 w 11659"/>
                <a:gd name="connsiteY0" fmla="*/ 4562 h 9125"/>
                <a:gd name="connsiteX1" fmla="*/ 5830 w 11659"/>
                <a:gd name="connsiteY1" fmla="*/ 9125 h 9125"/>
                <a:gd name="connsiteX2" fmla="*/ 0 w 11659"/>
                <a:gd name="connsiteY2" fmla="*/ 4562 h 9125"/>
                <a:gd name="connsiteX3" fmla="*/ 5830 w 11659"/>
                <a:gd name="connsiteY3" fmla="*/ 0 h 9125"/>
                <a:gd name="connsiteX4" fmla="*/ 11659 w 11659"/>
                <a:gd name="connsiteY4" fmla="*/ 4562 h 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59" h="9125">
                  <a:moveTo>
                    <a:pt x="11659" y="4562"/>
                  </a:moveTo>
                  <a:lnTo>
                    <a:pt x="5830" y="9125"/>
                  </a:lnTo>
                  <a:lnTo>
                    <a:pt x="0" y="4562"/>
                  </a:lnTo>
                  <a:lnTo>
                    <a:pt x="5830" y="0"/>
                  </a:lnTo>
                  <a:lnTo>
                    <a:pt x="11659" y="456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1" name="Freeform: Shape 3170">
              <a:extLst>
                <a:ext uri="{FF2B5EF4-FFF2-40B4-BE49-F238E27FC236}">
                  <a16:creationId xmlns:a16="http://schemas.microsoft.com/office/drawing/2014/main" id="{371E0D00-02B4-87E6-C95F-46433606DB7B}"/>
                </a:ext>
              </a:extLst>
            </p:cNvPr>
            <p:cNvSpPr/>
            <p:nvPr/>
          </p:nvSpPr>
          <p:spPr>
            <a:xfrm>
              <a:off x="7750665" y="6461409"/>
              <a:ext cx="12419" cy="9885"/>
            </a:xfrm>
            <a:custGeom>
              <a:avLst/>
              <a:gdLst>
                <a:gd name="connsiteX0" fmla="*/ 12420 w 12419"/>
                <a:gd name="connsiteY0" fmla="*/ 4943 h 9885"/>
                <a:gd name="connsiteX1" fmla="*/ 6210 w 12419"/>
                <a:gd name="connsiteY1" fmla="*/ 9885 h 9885"/>
                <a:gd name="connsiteX2" fmla="*/ 0 w 12419"/>
                <a:gd name="connsiteY2" fmla="*/ 4943 h 9885"/>
                <a:gd name="connsiteX3" fmla="*/ 6210 w 12419"/>
                <a:gd name="connsiteY3" fmla="*/ 0 h 9885"/>
                <a:gd name="connsiteX4" fmla="*/ 12420 w 12419"/>
                <a:gd name="connsiteY4" fmla="*/ 4943 h 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19" h="9885">
                  <a:moveTo>
                    <a:pt x="12420" y="4943"/>
                  </a:moveTo>
                  <a:lnTo>
                    <a:pt x="6210" y="9885"/>
                  </a:lnTo>
                  <a:lnTo>
                    <a:pt x="0" y="4943"/>
                  </a:lnTo>
                  <a:lnTo>
                    <a:pt x="6210" y="0"/>
                  </a:lnTo>
                  <a:lnTo>
                    <a:pt x="12420" y="494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2" name="Freeform: Shape 3171">
              <a:extLst>
                <a:ext uri="{FF2B5EF4-FFF2-40B4-BE49-F238E27FC236}">
                  <a16:creationId xmlns:a16="http://schemas.microsoft.com/office/drawing/2014/main" id="{27577353-EDEE-FCDD-69B9-BE068DE9B926}"/>
                </a:ext>
              </a:extLst>
            </p:cNvPr>
            <p:cNvSpPr/>
            <p:nvPr/>
          </p:nvSpPr>
          <p:spPr>
            <a:xfrm>
              <a:off x="7628618" y="6499810"/>
              <a:ext cx="13180" cy="10392"/>
            </a:xfrm>
            <a:custGeom>
              <a:avLst/>
              <a:gdLst>
                <a:gd name="connsiteX0" fmla="*/ 13180 w 13180"/>
                <a:gd name="connsiteY0" fmla="*/ 5197 h 10392"/>
                <a:gd name="connsiteX1" fmla="*/ 6591 w 13180"/>
                <a:gd name="connsiteY1" fmla="*/ 10392 h 10392"/>
                <a:gd name="connsiteX2" fmla="*/ 0 w 13180"/>
                <a:gd name="connsiteY2" fmla="*/ 5197 h 10392"/>
                <a:gd name="connsiteX3" fmla="*/ 6591 w 13180"/>
                <a:gd name="connsiteY3" fmla="*/ 0 h 10392"/>
                <a:gd name="connsiteX4" fmla="*/ 13180 w 13180"/>
                <a:gd name="connsiteY4" fmla="*/ 5197 h 1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80" h="10392">
                  <a:moveTo>
                    <a:pt x="13180" y="5197"/>
                  </a:moveTo>
                  <a:lnTo>
                    <a:pt x="6591" y="10392"/>
                  </a:lnTo>
                  <a:lnTo>
                    <a:pt x="0" y="5197"/>
                  </a:lnTo>
                  <a:lnTo>
                    <a:pt x="6591" y="0"/>
                  </a:lnTo>
                  <a:lnTo>
                    <a:pt x="13180" y="519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3" name="Freeform: Shape 3172">
              <a:extLst>
                <a:ext uri="{FF2B5EF4-FFF2-40B4-BE49-F238E27FC236}">
                  <a16:creationId xmlns:a16="http://schemas.microsoft.com/office/drawing/2014/main" id="{FA97D25A-C953-ABBF-2D13-B723DFFCEDE4}"/>
                </a:ext>
              </a:extLst>
            </p:cNvPr>
            <p:cNvSpPr/>
            <p:nvPr/>
          </p:nvSpPr>
          <p:spPr>
            <a:xfrm>
              <a:off x="7504671" y="6534916"/>
              <a:ext cx="14574" cy="11532"/>
            </a:xfrm>
            <a:custGeom>
              <a:avLst/>
              <a:gdLst>
                <a:gd name="connsiteX0" fmla="*/ 14574 w 14574"/>
                <a:gd name="connsiteY0" fmla="*/ 5703 h 11532"/>
                <a:gd name="connsiteX1" fmla="*/ 7350 w 14574"/>
                <a:gd name="connsiteY1" fmla="*/ 11533 h 11532"/>
                <a:gd name="connsiteX2" fmla="*/ 0 w 14574"/>
                <a:gd name="connsiteY2" fmla="*/ 5703 h 11532"/>
                <a:gd name="connsiteX3" fmla="*/ 7350 w 14574"/>
                <a:gd name="connsiteY3" fmla="*/ 0 h 11532"/>
                <a:gd name="connsiteX4" fmla="*/ 14574 w 14574"/>
                <a:gd name="connsiteY4" fmla="*/ 5703 h 11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574" h="11532">
                  <a:moveTo>
                    <a:pt x="14574" y="5703"/>
                  </a:moveTo>
                  <a:cubicBezTo>
                    <a:pt x="14574" y="8872"/>
                    <a:pt x="11279" y="11533"/>
                    <a:pt x="7350" y="11533"/>
                  </a:cubicBezTo>
                  <a:cubicBezTo>
                    <a:pt x="3421" y="11533"/>
                    <a:pt x="0" y="8999"/>
                    <a:pt x="0" y="5703"/>
                  </a:cubicBezTo>
                  <a:cubicBezTo>
                    <a:pt x="0" y="2408"/>
                    <a:pt x="3294" y="0"/>
                    <a:pt x="7350" y="0"/>
                  </a:cubicBezTo>
                  <a:cubicBezTo>
                    <a:pt x="11406" y="0"/>
                    <a:pt x="14574" y="2535"/>
                    <a:pt x="14574" y="570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4" name="Freeform: Shape 3173">
              <a:extLst>
                <a:ext uri="{FF2B5EF4-FFF2-40B4-BE49-F238E27FC236}">
                  <a16:creationId xmlns:a16="http://schemas.microsoft.com/office/drawing/2014/main" id="{194C6B36-A5CD-C21A-FC68-CEC148C7E4EF}"/>
                </a:ext>
              </a:extLst>
            </p:cNvPr>
            <p:cNvSpPr/>
            <p:nvPr/>
          </p:nvSpPr>
          <p:spPr>
            <a:xfrm>
              <a:off x="7379709" y="6566980"/>
              <a:ext cx="15335" cy="12166"/>
            </a:xfrm>
            <a:custGeom>
              <a:avLst/>
              <a:gdLst>
                <a:gd name="connsiteX0" fmla="*/ 15335 w 15335"/>
                <a:gd name="connsiteY0" fmla="*/ 6084 h 12166"/>
                <a:gd name="connsiteX1" fmla="*/ 7605 w 15335"/>
                <a:gd name="connsiteY1" fmla="*/ 12167 h 12166"/>
                <a:gd name="connsiteX2" fmla="*/ 0 w 15335"/>
                <a:gd name="connsiteY2" fmla="*/ 6084 h 12166"/>
                <a:gd name="connsiteX3" fmla="*/ 7605 w 15335"/>
                <a:gd name="connsiteY3" fmla="*/ 0 h 12166"/>
                <a:gd name="connsiteX4" fmla="*/ 15335 w 15335"/>
                <a:gd name="connsiteY4" fmla="*/ 6084 h 1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35" h="12166">
                  <a:moveTo>
                    <a:pt x="15335" y="6084"/>
                  </a:moveTo>
                  <a:cubicBezTo>
                    <a:pt x="15335" y="9505"/>
                    <a:pt x="11913" y="12167"/>
                    <a:pt x="7605" y="12167"/>
                  </a:cubicBezTo>
                  <a:cubicBezTo>
                    <a:pt x="3295" y="12167"/>
                    <a:pt x="0" y="9505"/>
                    <a:pt x="0" y="6084"/>
                  </a:cubicBezTo>
                  <a:cubicBezTo>
                    <a:pt x="0" y="2662"/>
                    <a:pt x="3422" y="0"/>
                    <a:pt x="7605" y="0"/>
                  </a:cubicBezTo>
                  <a:cubicBezTo>
                    <a:pt x="11786" y="0"/>
                    <a:pt x="15335" y="2662"/>
                    <a:pt x="15335" y="608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5" name="Freeform: Shape 3174">
              <a:extLst>
                <a:ext uri="{FF2B5EF4-FFF2-40B4-BE49-F238E27FC236}">
                  <a16:creationId xmlns:a16="http://schemas.microsoft.com/office/drawing/2014/main" id="{1DFFF5DD-7C0D-FC17-29BF-0846680A2358}"/>
                </a:ext>
              </a:extLst>
            </p:cNvPr>
            <p:cNvSpPr/>
            <p:nvPr/>
          </p:nvSpPr>
          <p:spPr>
            <a:xfrm>
              <a:off x="7253607" y="6596003"/>
              <a:ext cx="15968" cy="12673"/>
            </a:xfrm>
            <a:custGeom>
              <a:avLst/>
              <a:gdLst>
                <a:gd name="connsiteX0" fmla="*/ 15968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8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8" y="6337"/>
                  </a:moveTo>
                  <a:cubicBezTo>
                    <a:pt x="15968" y="9885"/>
                    <a:pt x="12420" y="12674"/>
                    <a:pt x="7984" y="12674"/>
                  </a:cubicBezTo>
                  <a:cubicBezTo>
                    <a:pt x="3548" y="12674"/>
                    <a:pt x="0" y="9885"/>
                    <a:pt x="0" y="6337"/>
                  </a:cubicBezTo>
                  <a:cubicBezTo>
                    <a:pt x="0" y="2788"/>
                    <a:pt x="3548" y="0"/>
                    <a:pt x="7984" y="0"/>
                  </a:cubicBezTo>
                  <a:cubicBezTo>
                    <a:pt x="12420" y="0"/>
                    <a:pt x="15968" y="2788"/>
                    <a:pt x="15968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6" name="Freeform: Shape 3175">
              <a:extLst>
                <a:ext uri="{FF2B5EF4-FFF2-40B4-BE49-F238E27FC236}">
                  <a16:creationId xmlns:a16="http://schemas.microsoft.com/office/drawing/2014/main" id="{BB6A3A98-3B68-2588-4E30-B429402D3430}"/>
                </a:ext>
              </a:extLst>
            </p:cNvPr>
            <p:cNvSpPr/>
            <p:nvPr/>
          </p:nvSpPr>
          <p:spPr>
            <a:xfrm>
              <a:off x="7125984" y="6621477"/>
              <a:ext cx="17489" cy="13940"/>
            </a:xfrm>
            <a:custGeom>
              <a:avLst/>
              <a:gdLst>
                <a:gd name="connsiteX0" fmla="*/ 17490 w 17489"/>
                <a:gd name="connsiteY0" fmla="*/ 6970 h 13940"/>
                <a:gd name="connsiteX1" fmla="*/ 8745 w 17489"/>
                <a:gd name="connsiteY1" fmla="*/ 13941 h 13940"/>
                <a:gd name="connsiteX2" fmla="*/ 0 w 17489"/>
                <a:gd name="connsiteY2" fmla="*/ 6970 h 13940"/>
                <a:gd name="connsiteX3" fmla="*/ 8745 w 17489"/>
                <a:gd name="connsiteY3" fmla="*/ 0 h 13940"/>
                <a:gd name="connsiteX4" fmla="*/ 17490 w 17489"/>
                <a:gd name="connsiteY4" fmla="*/ 6970 h 13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89" h="13940">
                  <a:moveTo>
                    <a:pt x="17490" y="6970"/>
                  </a:moveTo>
                  <a:cubicBezTo>
                    <a:pt x="17490" y="10772"/>
                    <a:pt x="13561" y="13941"/>
                    <a:pt x="8745" y="13941"/>
                  </a:cubicBezTo>
                  <a:cubicBezTo>
                    <a:pt x="3929" y="13941"/>
                    <a:pt x="0" y="10899"/>
                    <a:pt x="0" y="6970"/>
                  </a:cubicBezTo>
                  <a:cubicBezTo>
                    <a:pt x="0" y="3042"/>
                    <a:pt x="3929" y="0"/>
                    <a:pt x="8745" y="0"/>
                  </a:cubicBezTo>
                  <a:cubicBezTo>
                    <a:pt x="13561" y="0"/>
                    <a:pt x="17490" y="3042"/>
                    <a:pt x="17490" y="69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7" name="Freeform: Shape 3176">
              <a:extLst>
                <a:ext uri="{FF2B5EF4-FFF2-40B4-BE49-F238E27FC236}">
                  <a16:creationId xmlns:a16="http://schemas.microsoft.com/office/drawing/2014/main" id="{BA3639E0-2E4A-262E-CB49-FD187601915E}"/>
                </a:ext>
              </a:extLst>
            </p:cNvPr>
            <p:cNvSpPr/>
            <p:nvPr/>
          </p:nvSpPr>
          <p:spPr>
            <a:xfrm>
              <a:off x="6997727" y="6644162"/>
              <a:ext cx="18250" cy="14448"/>
            </a:xfrm>
            <a:custGeom>
              <a:avLst/>
              <a:gdLst>
                <a:gd name="connsiteX0" fmla="*/ 18250 w 18250"/>
                <a:gd name="connsiteY0" fmla="*/ 7224 h 14448"/>
                <a:gd name="connsiteX1" fmla="*/ 9125 w 18250"/>
                <a:gd name="connsiteY1" fmla="*/ 14448 h 14448"/>
                <a:gd name="connsiteX2" fmla="*/ 0 w 18250"/>
                <a:gd name="connsiteY2" fmla="*/ 7224 h 14448"/>
                <a:gd name="connsiteX3" fmla="*/ 9125 w 18250"/>
                <a:gd name="connsiteY3" fmla="*/ 0 h 14448"/>
                <a:gd name="connsiteX4" fmla="*/ 18250 w 18250"/>
                <a:gd name="connsiteY4" fmla="*/ 7224 h 14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8">
                  <a:moveTo>
                    <a:pt x="18250" y="7224"/>
                  </a:moveTo>
                  <a:cubicBezTo>
                    <a:pt x="18250" y="11280"/>
                    <a:pt x="14194" y="14448"/>
                    <a:pt x="9125" y="14448"/>
                  </a:cubicBezTo>
                  <a:cubicBezTo>
                    <a:pt x="4055" y="14448"/>
                    <a:pt x="0" y="11153"/>
                    <a:pt x="0" y="7224"/>
                  </a:cubicBezTo>
                  <a:cubicBezTo>
                    <a:pt x="0" y="3295"/>
                    <a:pt x="4055" y="0"/>
                    <a:pt x="9125" y="0"/>
                  </a:cubicBezTo>
                  <a:cubicBezTo>
                    <a:pt x="14194" y="0"/>
                    <a:pt x="18250" y="3295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8" name="Freeform: Shape 3177">
              <a:extLst>
                <a:ext uri="{FF2B5EF4-FFF2-40B4-BE49-F238E27FC236}">
                  <a16:creationId xmlns:a16="http://schemas.microsoft.com/office/drawing/2014/main" id="{F7E56061-7362-6F62-3558-998D1AC4ADFB}"/>
                </a:ext>
              </a:extLst>
            </p:cNvPr>
            <p:cNvSpPr/>
            <p:nvPr/>
          </p:nvSpPr>
          <p:spPr>
            <a:xfrm>
              <a:off x="6868709" y="6663553"/>
              <a:ext cx="18884" cy="14955"/>
            </a:xfrm>
            <a:custGeom>
              <a:avLst/>
              <a:gdLst>
                <a:gd name="connsiteX0" fmla="*/ 18884 w 18884"/>
                <a:gd name="connsiteY0" fmla="*/ 7478 h 14955"/>
                <a:gd name="connsiteX1" fmla="*/ 9505 w 18884"/>
                <a:gd name="connsiteY1" fmla="*/ 14956 h 14955"/>
                <a:gd name="connsiteX2" fmla="*/ 0 w 18884"/>
                <a:gd name="connsiteY2" fmla="*/ 7478 h 14955"/>
                <a:gd name="connsiteX3" fmla="*/ 9505 w 18884"/>
                <a:gd name="connsiteY3" fmla="*/ 0 h 14955"/>
                <a:gd name="connsiteX4" fmla="*/ 18884 w 18884"/>
                <a:gd name="connsiteY4" fmla="*/ 7478 h 14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84" h="14955">
                  <a:moveTo>
                    <a:pt x="18884" y="7478"/>
                  </a:moveTo>
                  <a:cubicBezTo>
                    <a:pt x="18884" y="11533"/>
                    <a:pt x="14575" y="14956"/>
                    <a:pt x="9505" y="14956"/>
                  </a:cubicBezTo>
                  <a:cubicBezTo>
                    <a:pt x="4436" y="14956"/>
                    <a:pt x="0" y="11533"/>
                    <a:pt x="0" y="7478"/>
                  </a:cubicBezTo>
                  <a:cubicBezTo>
                    <a:pt x="0" y="3422"/>
                    <a:pt x="4183" y="0"/>
                    <a:pt x="9505" y="0"/>
                  </a:cubicBezTo>
                  <a:cubicBezTo>
                    <a:pt x="14829" y="0"/>
                    <a:pt x="18884" y="3295"/>
                    <a:pt x="18884" y="747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9" name="Freeform: Shape 3178">
              <a:extLst>
                <a:ext uri="{FF2B5EF4-FFF2-40B4-BE49-F238E27FC236}">
                  <a16:creationId xmlns:a16="http://schemas.microsoft.com/office/drawing/2014/main" id="{289DCA2B-0EB1-BED8-CB76-73930E1BEB5C}"/>
                </a:ext>
              </a:extLst>
            </p:cNvPr>
            <p:cNvSpPr/>
            <p:nvPr/>
          </p:nvSpPr>
          <p:spPr>
            <a:xfrm>
              <a:off x="6738805" y="6679648"/>
              <a:ext cx="19644" cy="15588"/>
            </a:xfrm>
            <a:custGeom>
              <a:avLst/>
              <a:gdLst>
                <a:gd name="connsiteX0" fmla="*/ 19645 w 19644"/>
                <a:gd name="connsiteY0" fmla="*/ 7858 h 15588"/>
                <a:gd name="connsiteX1" fmla="*/ 9886 w 19644"/>
                <a:gd name="connsiteY1" fmla="*/ 15588 h 15588"/>
                <a:gd name="connsiteX2" fmla="*/ 0 w 19644"/>
                <a:gd name="connsiteY2" fmla="*/ 7858 h 15588"/>
                <a:gd name="connsiteX3" fmla="*/ 9886 w 19644"/>
                <a:gd name="connsiteY3" fmla="*/ 0 h 15588"/>
                <a:gd name="connsiteX4" fmla="*/ 19645 w 19644"/>
                <a:gd name="connsiteY4" fmla="*/ 7858 h 1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44" h="15588">
                  <a:moveTo>
                    <a:pt x="19645" y="7858"/>
                  </a:moveTo>
                  <a:cubicBezTo>
                    <a:pt x="19645" y="12167"/>
                    <a:pt x="15208" y="15588"/>
                    <a:pt x="9886" y="15588"/>
                  </a:cubicBezTo>
                  <a:cubicBezTo>
                    <a:pt x="4563" y="15588"/>
                    <a:pt x="0" y="12167"/>
                    <a:pt x="0" y="7858"/>
                  </a:cubicBezTo>
                  <a:cubicBezTo>
                    <a:pt x="0" y="3549"/>
                    <a:pt x="4436" y="0"/>
                    <a:pt x="9886" y="0"/>
                  </a:cubicBezTo>
                  <a:cubicBezTo>
                    <a:pt x="15335" y="0"/>
                    <a:pt x="19645" y="3549"/>
                    <a:pt x="19645" y="785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0" name="Freeform: Shape 3179">
              <a:extLst>
                <a:ext uri="{FF2B5EF4-FFF2-40B4-BE49-F238E27FC236}">
                  <a16:creationId xmlns:a16="http://schemas.microsoft.com/office/drawing/2014/main" id="{67E355EF-EE0C-E3F2-800A-D04AD844CCE9}"/>
                </a:ext>
              </a:extLst>
            </p:cNvPr>
            <p:cNvSpPr/>
            <p:nvPr/>
          </p:nvSpPr>
          <p:spPr>
            <a:xfrm>
              <a:off x="6608521" y="6692576"/>
              <a:ext cx="20277" cy="16221"/>
            </a:xfrm>
            <a:custGeom>
              <a:avLst/>
              <a:gdLst>
                <a:gd name="connsiteX0" fmla="*/ 20277 w 20277"/>
                <a:gd name="connsiteY0" fmla="*/ 8111 h 16221"/>
                <a:gd name="connsiteX1" fmla="*/ 10139 w 20277"/>
                <a:gd name="connsiteY1" fmla="*/ 16222 h 16221"/>
                <a:gd name="connsiteX2" fmla="*/ 0 w 20277"/>
                <a:gd name="connsiteY2" fmla="*/ 8111 h 16221"/>
                <a:gd name="connsiteX3" fmla="*/ 10139 w 20277"/>
                <a:gd name="connsiteY3" fmla="*/ 0 h 16221"/>
                <a:gd name="connsiteX4" fmla="*/ 20277 w 20277"/>
                <a:gd name="connsiteY4" fmla="*/ 8111 h 16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277" h="16221">
                  <a:moveTo>
                    <a:pt x="20277" y="8111"/>
                  </a:moveTo>
                  <a:cubicBezTo>
                    <a:pt x="20277" y="12547"/>
                    <a:pt x="15715" y="16222"/>
                    <a:pt x="10139" y="16222"/>
                  </a:cubicBezTo>
                  <a:cubicBezTo>
                    <a:pt x="4562" y="16222"/>
                    <a:pt x="0" y="12674"/>
                    <a:pt x="0" y="8111"/>
                  </a:cubicBezTo>
                  <a:cubicBezTo>
                    <a:pt x="0" y="3548"/>
                    <a:pt x="4562" y="0"/>
                    <a:pt x="10139" y="0"/>
                  </a:cubicBezTo>
                  <a:cubicBezTo>
                    <a:pt x="15715" y="0"/>
                    <a:pt x="20277" y="3675"/>
                    <a:pt x="20277" y="811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1" name="Freeform: Shape 3180">
              <a:extLst>
                <a:ext uri="{FF2B5EF4-FFF2-40B4-BE49-F238E27FC236}">
                  <a16:creationId xmlns:a16="http://schemas.microsoft.com/office/drawing/2014/main" id="{B65336C2-44E2-C212-8A63-CA11A39C88FF}"/>
                </a:ext>
              </a:extLst>
            </p:cNvPr>
            <p:cNvSpPr/>
            <p:nvPr/>
          </p:nvSpPr>
          <p:spPr>
            <a:xfrm>
              <a:off x="6477222" y="6701954"/>
              <a:ext cx="21798" cy="17235"/>
            </a:xfrm>
            <a:custGeom>
              <a:avLst/>
              <a:gdLst>
                <a:gd name="connsiteX0" fmla="*/ 21799 w 21798"/>
                <a:gd name="connsiteY0" fmla="*/ 8618 h 17235"/>
                <a:gd name="connsiteX1" fmla="*/ 10899 w 21798"/>
                <a:gd name="connsiteY1" fmla="*/ 17236 h 17235"/>
                <a:gd name="connsiteX2" fmla="*/ 0 w 21798"/>
                <a:gd name="connsiteY2" fmla="*/ 8618 h 17235"/>
                <a:gd name="connsiteX3" fmla="*/ 10899 w 21798"/>
                <a:gd name="connsiteY3" fmla="*/ 0 h 17235"/>
                <a:gd name="connsiteX4" fmla="*/ 21799 w 21798"/>
                <a:gd name="connsiteY4" fmla="*/ 8618 h 17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798" h="17235">
                  <a:moveTo>
                    <a:pt x="21799" y="8618"/>
                  </a:moveTo>
                  <a:cubicBezTo>
                    <a:pt x="21799" y="13434"/>
                    <a:pt x="16856" y="17236"/>
                    <a:pt x="10899" y="17236"/>
                  </a:cubicBezTo>
                  <a:cubicBezTo>
                    <a:pt x="4943" y="17236"/>
                    <a:pt x="0" y="13434"/>
                    <a:pt x="0" y="8618"/>
                  </a:cubicBezTo>
                  <a:cubicBezTo>
                    <a:pt x="0" y="3802"/>
                    <a:pt x="4943" y="0"/>
                    <a:pt x="10899" y="0"/>
                  </a:cubicBezTo>
                  <a:cubicBezTo>
                    <a:pt x="16856" y="0"/>
                    <a:pt x="21799" y="3929"/>
                    <a:pt x="21799" y="86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2" name="Freeform: Shape 3181">
              <a:extLst>
                <a:ext uri="{FF2B5EF4-FFF2-40B4-BE49-F238E27FC236}">
                  <a16:creationId xmlns:a16="http://schemas.microsoft.com/office/drawing/2014/main" id="{1AFF6F6F-9EEF-463A-5CA2-EFA62B2F9FF6}"/>
                </a:ext>
              </a:extLst>
            </p:cNvPr>
            <p:cNvSpPr/>
            <p:nvPr/>
          </p:nvSpPr>
          <p:spPr>
            <a:xfrm>
              <a:off x="6345924" y="6708164"/>
              <a:ext cx="22558" cy="17996"/>
            </a:xfrm>
            <a:custGeom>
              <a:avLst/>
              <a:gdLst>
                <a:gd name="connsiteX0" fmla="*/ 22559 w 22558"/>
                <a:gd name="connsiteY0" fmla="*/ 8999 h 17996"/>
                <a:gd name="connsiteX1" fmla="*/ 11279 w 22558"/>
                <a:gd name="connsiteY1" fmla="*/ 17996 h 17996"/>
                <a:gd name="connsiteX2" fmla="*/ 0 w 22558"/>
                <a:gd name="connsiteY2" fmla="*/ 8999 h 17996"/>
                <a:gd name="connsiteX3" fmla="*/ 11279 w 22558"/>
                <a:gd name="connsiteY3" fmla="*/ 0 h 17996"/>
                <a:gd name="connsiteX4" fmla="*/ 22559 w 22558"/>
                <a:gd name="connsiteY4" fmla="*/ 8999 h 17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8" h="17996">
                  <a:moveTo>
                    <a:pt x="22559" y="8999"/>
                  </a:moveTo>
                  <a:cubicBezTo>
                    <a:pt x="22559" y="13941"/>
                    <a:pt x="17490" y="17996"/>
                    <a:pt x="11279" y="17996"/>
                  </a:cubicBezTo>
                  <a:cubicBezTo>
                    <a:pt x="5069" y="17996"/>
                    <a:pt x="0" y="13941"/>
                    <a:pt x="0" y="8999"/>
                  </a:cubicBezTo>
                  <a:cubicBezTo>
                    <a:pt x="0" y="4056"/>
                    <a:pt x="5069" y="0"/>
                    <a:pt x="11279" y="0"/>
                  </a:cubicBezTo>
                  <a:cubicBezTo>
                    <a:pt x="17490" y="0"/>
                    <a:pt x="22559" y="4056"/>
                    <a:pt x="22559" y="899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3" name="Freeform: Shape 3182">
              <a:extLst>
                <a:ext uri="{FF2B5EF4-FFF2-40B4-BE49-F238E27FC236}">
                  <a16:creationId xmlns:a16="http://schemas.microsoft.com/office/drawing/2014/main" id="{9DBA11A7-99C4-BBD8-359E-9BE43BBE99DA}"/>
                </a:ext>
              </a:extLst>
            </p:cNvPr>
            <p:cNvSpPr/>
            <p:nvPr/>
          </p:nvSpPr>
          <p:spPr>
            <a:xfrm>
              <a:off x="6214499" y="6711205"/>
              <a:ext cx="23319" cy="18503"/>
            </a:xfrm>
            <a:custGeom>
              <a:avLst/>
              <a:gdLst>
                <a:gd name="connsiteX0" fmla="*/ 23319 w 23319"/>
                <a:gd name="connsiteY0" fmla="*/ 9252 h 18503"/>
                <a:gd name="connsiteX1" fmla="*/ 11659 w 23319"/>
                <a:gd name="connsiteY1" fmla="*/ 18504 h 18503"/>
                <a:gd name="connsiteX2" fmla="*/ 0 w 23319"/>
                <a:gd name="connsiteY2" fmla="*/ 9252 h 18503"/>
                <a:gd name="connsiteX3" fmla="*/ 11659 w 23319"/>
                <a:gd name="connsiteY3" fmla="*/ 0 h 18503"/>
                <a:gd name="connsiteX4" fmla="*/ 23319 w 23319"/>
                <a:gd name="connsiteY4" fmla="*/ 9252 h 18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319" h="18503">
                  <a:moveTo>
                    <a:pt x="23319" y="9252"/>
                  </a:moveTo>
                  <a:cubicBezTo>
                    <a:pt x="23319" y="14321"/>
                    <a:pt x="18123" y="18504"/>
                    <a:pt x="11659" y="18504"/>
                  </a:cubicBezTo>
                  <a:cubicBezTo>
                    <a:pt x="5196" y="18504"/>
                    <a:pt x="0" y="14321"/>
                    <a:pt x="0" y="9252"/>
                  </a:cubicBezTo>
                  <a:cubicBezTo>
                    <a:pt x="0" y="4183"/>
                    <a:pt x="5196" y="0"/>
                    <a:pt x="11659" y="0"/>
                  </a:cubicBezTo>
                  <a:cubicBezTo>
                    <a:pt x="18123" y="0"/>
                    <a:pt x="23319" y="4183"/>
                    <a:pt x="23319" y="925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4" name="Freeform: Shape 3183">
              <a:extLst>
                <a:ext uri="{FF2B5EF4-FFF2-40B4-BE49-F238E27FC236}">
                  <a16:creationId xmlns:a16="http://schemas.microsoft.com/office/drawing/2014/main" id="{73F22EC2-2342-1CC4-12CA-077DA4198EE0}"/>
                </a:ext>
              </a:extLst>
            </p:cNvPr>
            <p:cNvSpPr/>
            <p:nvPr/>
          </p:nvSpPr>
          <p:spPr>
            <a:xfrm>
              <a:off x="6082693" y="6710572"/>
              <a:ext cx="24713" cy="19643"/>
            </a:xfrm>
            <a:custGeom>
              <a:avLst/>
              <a:gdLst>
                <a:gd name="connsiteX0" fmla="*/ 24713 w 24713"/>
                <a:gd name="connsiteY0" fmla="*/ 9886 h 19643"/>
                <a:gd name="connsiteX1" fmla="*/ 12293 w 24713"/>
                <a:gd name="connsiteY1" fmla="*/ 19644 h 19643"/>
                <a:gd name="connsiteX2" fmla="*/ 0 w 24713"/>
                <a:gd name="connsiteY2" fmla="*/ 9886 h 19643"/>
                <a:gd name="connsiteX3" fmla="*/ 12293 w 24713"/>
                <a:gd name="connsiteY3" fmla="*/ 0 h 19643"/>
                <a:gd name="connsiteX4" fmla="*/ 24713 w 24713"/>
                <a:gd name="connsiteY4" fmla="*/ 9886 h 19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713" h="19643">
                  <a:moveTo>
                    <a:pt x="24713" y="9886"/>
                  </a:moveTo>
                  <a:cubicBezTo>
                    <a:pt x="24713" y="15335"/>
                    <a:pt x="19137" y="19644"/>
                    <a:pt x="12293" y="19644"/>
                  </a:cubicBezTo>
                  <a:cubicBezTo>
                    <a:pt x="5450" y="19644"/>
                    <a:pt x="0" y="15208"/>
                    <a:pt x="0" y="9886"/>
                  </a:cubicBezTo>
                  <a:cubicBezTo>
                    <a:pt x="0" y="4562"/>
                    <a:pt x="5576" y="0"/>
                    <a:pt x="12293" y="0"/>
                  </a:cubicBezTo>
                  <a:cubicBezTo>
                    <a:pt x="19010" y="0"/>
                    <a:pt x="24713" y="4436"/>
                    <a:pt x="24713" y="988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5" name="Freeform: Shape 3184">
              <a:extLst>
                <a:ext uri="{FF2B5EF4-FFF2-40B4-BE49-F238E27FC236}">
                  <a16:creationId xmlns:a16="http://schemas.microsoft.com/office/drawing/2014/main" id="{ECA7FB5A-CF82-4C9E-43DD-274F03E63656}"/>
                </a:ext>
              </a:extLst>
            </p:cNvPr>
            <p:cNvSpPr/>
            <p:nvPr/>
          </p:nvSpPr>
          <p:spPr>
            <a:xfrm>
              <a:off x="5951268" y="6707024"/>
              <a:ext cx="25474" cy="20277"/>
            </a:xfrm>
            <a:custGeom>
              <a:avLst/>
              <a:gdLst>
                <a:gd name="connsiteX0" fmla="*/ 25474 w 25474"/>
                <a:gd name="connsiteY0" fmla="*/ 10139 h 20277"/>
                <a:gd name="connsiteX1" fmla="*/ 12674 w 25474"/>
                <a:gd name="connsiteY1" fmla="*/ 20277 h 20277"/>
                <a:gd name="connsiteX2" fmla="*/ 0 w 25474"/>
                <a:gd name="connsiteY2" fmla="*/ 10139 h 20277"/>
                <a:gd name="connsiteX3" fmla="*/ 12674 w 25474"/>
                <a:gd name="connsiteY3" fmla="*/ 0 h 20277"/>
                <a:gd name="connsiteX4" fmla="*/ 25474 w 25474"/>
                <a:gd name="connsiteY4" fmla="*/ 10139 h 2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74" h="20277">
                  <a:moveTo>
                    <a:pt x="25474" y="10139"/>
                  </a:moveTo>
                  <a:cubicBezTo>
                    <a:pt x="25474" y="15715"/>
                    <a:pt x="19771" y="20277"/>
                    <a:pt x="12674" y="20277"/>
                  </a:cubicBezTo>
                  <a:cubicBezTo>
                    <a:pt x="5576" y="20277"/>
                    <a:pt x="0" y="15715"/>
                    <a:pt x="0" y="10139"/>
                  </a:cubicBezTo>
                  <a:cubicBezTo>
                    <a:pt x="0" y="4562"/>
                    <a:pt x="5703" y="0"/>
                    <a:pt x="12674" y="0"/>
                  </a:cubicBezTo>
                  <a:cubicBezTo>
                    <a:pt x="19644" y="0"/>
                    <a:pt x="25474" y="4562"/>
                    <a:pt x="25474" y="1013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6" name="Freeform: Shape 3185">
              <a:extLst>
                <a:ext uri="{FF2B5EF4-FFF2-40B4-BE49-F238E27FC236}">
                  <a16:creationId xmlns:a16="http://schemas.microsoft.com/office/drawing/2014/main" id="{730B9E72-647D-4296-BC97-8BEE7437FF9F}"/>
                </a:ext>
              </a:extLst>
            </p:cNvPr>
            <p:cNvSpPr/>
            <p:nvPr/>
          </p:nvSpPr>
          <p:spPr>
            <a:xfrm>
              <a:off x="5819970" y="6700179"/>
              <a:ext cx="26360" cy="20784"/>
            </a:xfrm>
            <a:custGeom>
              <a:avLst/>
              <a:gdLst>
                <a:gd name="connsiteX0" fmla="*/ 26361 w 26360"/>
                <a:gd name="connsiteY0" fmla="*/ 10392 h 20784"/>
                <a:gd name="connsiteX1" fmla="*/ 13181 w 26360"/>
                <a:gd name="connsiteY1" fmla="*/ 20785 h 20784"/>
                <a:gd name="connsiteX2" fmla="*/ 0 w 26360"/>
                <a:gd name="connsiteY2" fmla="*/ 10392 h 20784"/>
                <a:gd name="connsiteX3" fmla="*/ 13181 w 26360"/>
                <a:gd name="connsiteY3" fmla="*/ 0 h 20784"/>
                <a:gd name="connsiteX4" fmla="*/ 26361 w 26360"/>
                <a:gd name="connsiteY4" fmla="*/ 10392 h 20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60" h="20784">
                  <a:moveTo>
                    <a:pt x="26361" y="10392"/>
                  </a:moveTo>
                  <a:cubicBezTo>
                    <a:pt x="26361" y="16096"/>
                    <a:pt x="20404" y="20785"/>
                    <a:pt x="13181" y="20785"/>
                  </a:cubicBezTo>
                  <a:cubicBezTo>
                    <a:pt x="5957" y="20785"/>
                    <a:pt x="0" y="16096"/>
                    <a:pt x="0" y="10392"/>
                  </a:cubicBezTo>
                  <a:cubicBezTo>
                    <a:pt x="0" y="4689"/>
                    <a:pt x="5957" y="0"/>
                    <a:pt x="13181" y="0"/>
                  </a:cubicBezTo>
                  <a:cubicBezTo>
                    <a:pt x="20404" y="0"/>
                    <a:pt x="26361" y="4689"/>
                    <a:pt x="26361" y="1039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7" name="Freeform: Shape 3186">
              <a:extLst>
                <a:ext uri="{FF2B5EF4-FFF2-40B4-BE49-F238E27FC236}">
                  <a16:creationId xmlns:a16="http://schemas.microsoft.com/office/drawing/2014/main" id="{4F67E965-1545-6300-E62F-19F6E7EF0F0C}"/>
                </a:ext>
              </a:extLst>
            </p:cNvPr>
            <p:cNvSpPr/>
            <p:nvPr/>
          </p:nvSpPr>
          <p:spPr>
            <a:xfrm>
              <a:off x="5689432" y="6690294"/>
              <a:ext cx="26360" cy="20784"/>
            </a:xfrm>
            <a:custGeom>
              <a:avLst/>
              <a:gdLst>
                <a:gd name="connsiteX0" fmla="*/ 26361 w 26360"/>
                <a:gd name="connsiteY0" fmla="*/ 10392 h 20784"/>
                <a:gd name="connsiteX1" fmla="*/ 13180 w 26360"/>
                <a:gd name="connsiteY1" fmla="*/ 20784 h 20784"/>
                <a:gd name="connsiteX2" fmla="*/ 0 w 26360"/>
                <a:gd name="connsiteY2" fmla="*/ 10392 h 20784"/>
                <a:gd name="connsiteX3" fmla="*/ 13180 w 26360"/>
                <a:gd name="connsiteY3" fmla="*/ 0 h 20784"/>
                <a:gd name="connsiteX4" fmla="*/ 26361 w 26360"/>
                <a:gd name="connsiteY4" fmla="*/ 10392 h 20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60" h="20784">
                  <a:moveTo>
                    <a:pt x="26361" y="10392"/>
                  </a:moveTo>
                  <a:cubicBezTo>
                    <a:pt x="26361" y="16222"/>
                    <a:pt x="20404" y="20784"/>
                    <a:pt x="13180" y="20784"/>
                  </a:cubicBezTo>
                  <a:cubicBezTo>
                    <a:pt x="5957" y="20784"/>
                    <a:pt x="0" y="16095"/>
                    <a:pt x="0" y="10392"/>
                  </a:cubicBezTo>
                  <a:cubicBezTo>
                    <a:pt x="0" y="4689"/>
                    <a:pt x="5830" y="0"/>
                    <a:pt x="13180" y="0"/>
                  </a:cubicBezTo>
                  <a:cubicBezTo>
                    <a:pt x="20531" y="0"/>
                    <a:pt x="26361" y="4689"/>
                    <a:pt x="26361" y="1039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8" name="Freeform: Shape 3187">
              <a:extLst>
                <a:ext uri="{FF2B5EF4-FFF2-40B4-BE49-F238E27FC236}">
                  <a16:creationId xmlns:a16="http://schemas.microsoft.com/office/drawing/2014/main" id="{D5695637-E539-3BAE-09C8-DF525F256170}"/>
                </a:ext>
              </a:extLst>
            </p:cNvPr>
            <p:cNvSpPr/>
            <p:nvPr/>
          </p:nvSpPr>
          <p:spPr>
            <a:xfrm>
              <a:off x="5559147" y="6676860"/>
              <a:ext cx="26867" cy="21291"/>
            </a:xfrm>
            <a:custGeom>
              <a:avLst/>
              <a:gdLst>
                <a:gd name="connsiteX0" fmla="*/ 26868 w 26867"/>
                <a:gd name="connsiteY0" fmla="*/ 10645 h 21291"/>
                <a:gd name="connsiteX1" fmla="*/ 13434 w 26867"/>
                <a:gd name="connsiteY1" fmla="*/ 21292 h 21291"/>
                <a:gd name="connsiteX2" fmla="*/ 0 w 26867"/>
                <a:gd name="connsiteY2" fmla="*/ 10645 h 21291"/>
                <a:gd name="connsiteX3" fmla="*/ 13434 w 26867"/>
                <a:gd name="connsiteY3" fmla="*/ 0 h 21291"/>
                <a:gd name="connsiteX4" fmla="*/ 26868 w 26867"/>
                <a:gd name="connsiteY4" fmla="*/ 10645 h 2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67" h="21291">
                  <a:moveTo>
                    <a:pt x="26868" y="10645"/>
                  </a:moveTo>
                  <a:cubicBezTo>
                    <a:pt x="26868" y="16602"/>
                    <a:pt x="20784" y="21292"/>
                    <a:pt x="13434" y="21292"/>
                  </a:cubicBezTo>
                  <a:cubicBezTo>
                    <a:pt x="6083" y="21292"/>
                    <a:pt x="0" y="16476"/>
                    <a:pt x="0" y="10645"/>
                  </a:cubicBezTo>
                  <a:cubicBezTo>
                    <a:pt x="0" y="4816"/>
                    <a:pt x="6083" y="0"/>
                    <a:pt x="13434" y="0"/>
                  </a:cubicBezTo>
                  <a:cubicBezTo>
                    <a:pt x="20784" y="0"/>
                    <a:pt x="26868" y="4816"/>
                    <a:pt x="26868" y="1064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9" name="Freeform: Shape 3188">
              <a:extLst>
                <a:ext uri="{FF2B5EF4-FFF2-40B4-BE49-F238E27FC236}">
                  <a16:creationId xmlns:a16="http://schemas.microsoft.com/office/drawing/2014/main" id="{523610BE-FEE7-5200-12F9-D75D170636BC}"/>
                </a:ext>
              </a:extLst>
            </p:cNvPr>
            <p:cNvSpPr/>
            <p:nvPr/>
          </p:nvSpPr>
          <p:spPr>
            <a:xfrm>
              <a:off x="5429369" y="6660004"/>
              <a:ext cx="27628" cy="21925"/>
            </a:xfrm>
            <a:custGeom>
              <a:avLst/>
              <a:gdLst>
                <a:gd name="connsiteX0" fmla="*/ 27628 w 27628"/>
                <a:gd name="connsiteY0" fmla="*/ 11026 h 21925"/>
                <a:gd name="connsiteX1" fmla="*/ 13814 w 27628"/>
                <a:gd name="connsiteY1" fmla="*/ 21925 h 21925"/>
                <a:gd name="connsiteX2" fmla="*/ 0 w 27628"/>
                <a:gd name="connsiteY2" fmla="*/ 11026 h 21925"/>
                <a:gd name="connsiteX3" fmla="*/ 13814 w 27628"/>
                <a:gd name="connsiteY3" fmla="*/ 0 h 21925"/>
                <a:gd name="connsiteX4" fmla="*/ 27628 w 27628"/>
                <a:gd name="connsiteY4" fmla="*/ 11026 h 2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28" h="21925">
                  <a:moveTo>
                    <a:pt x="27628" y="11026"/>
                  </a:moveTo>
                  <a:cubicBezTo>
                    <a:pt x="27628" y="17109"/>
                    <a:pt x="21418" y="21925"/>
                    <a:pt x="13814" y="21925"/>
                  </a:cubicBezTo>
                  <a:cubicBezTo>
                    <a:pt x="6210" y="21925"/>
                    <a:pt x="0" y="16983"/>
                    <a:pt x="0" y="11026"/>
                  </a:cubicBezTo>
                  <a:cubicBezTo>
                    <a:pt x="0" y="5070"/>
                    <a:pt x="6210" y="0"/>
                    <a:pt x="13814" y="0"/>
                  </a:cubicBezTo>
                  <a:cubicBezTo>
                    <a:pt x="21418" y="0"/>
                    <a:pt x="27628" y="4943"/>
                    <a:pt x="27628" y="1102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0" name="Freeform: Shape 3189">
              <a:extLst>
                <a:ext uri="{FF2B5EF4-FFF2-40B4-BE49-F238E27FC236}">
                  <a16:creationId xmlns:a16="http://schemas.microsoft.com/office/drawing/2014/main" id="{4C8B781F-2D25-EACB-6436-0D2B80F85A20}"/>
                </a:ext>
              </a:extLst>
            </p:cNvPr>
            <p:cNvSpPr/>
            <p:nvPr/>
          </p:nvSpPr>
          <p:spPr>
            <a:xfrm>
              <a:off x="5300099" y="6640107"/>
              <a:ext cx="28515" cy="22559"/>
            </a:xfrm>
            <a:custGeom>
              <a:avLst/>
              <a:gdLst>
                <a:gd name="connsiteX0" fmla="*/ 28516 w 28515"/>
                <a:gd name="connsiteY0" fmla="*/ 11280 h 22559"/>
                <a:gd name="connsiteX1" fmla="*/ 14194 w 28515"/>
                <a:gd name="connsiteY1" fmla="*/ 22559 h 22559"/>
                <a:gd name="connsiteX2" fmla="*/ 0 w 28515"/>
                <a:gd name="connsiteY2" fmla="*/ 11280 h 22559"/>
                <a:gd name="connsiteX3" fmla="*/ 14194 w 28515"/>
                <a:gd name="connsiteY3" fmla="*/ 0 h 22559"/>
                <a:gd name="connsiteX4" fmla="*/ 28516 w 28515"/>
                <a:gd name="connsiteY4" fmla="*/ 11280 h 22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15" h="22559">
                  <a:moveTo>
                    <a:pt x="28516" y="11280"/>
                  </a:moveTo>
                  <a:cubicBezTo>
                    <a:pt x="28516" y="17490"/>
                    <a:pt x="22179" y="22559"/>
                    <a:pt x="14194" y="22559"/>
                  </a:cubicBezTo>
                  <a:cubicBezTo>
                    <a:pt x="6210" y="22559"/>
                    <a:pt x="0" y="17490"/>
                    <a:pt x="0" y="11280"/>
                  </a:cubicBezTo>
                  <a:cubicBezTo>
                    <a:pt x="0" y="5070"/>
                    <a:pt x="6337" y="0"/>
                    <a:pt x="14194" y="0"/>
                  </a:cubicBezTo>
                  <a:cubicBezTo>
                    <a:pt x="22052" y="0"/>
                    <a:pt x="28516" y="5070"/>
                    <a:pt x="28516" y="1128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1" name="Freeform: Shape 3190">
              <a:extLst>
                <a:ext uri="{FF2B5EF4-FFF2-40B4-BE49-F238E27FC236}">
                  <a16:creationId xmlns:a16="http://schemas.microsoft.com/office/drawing/2014/main" id="{A5B244E4-156D-86EE-C7AD-92FAA30A9975}"/>
                </a:ext>
              </a:extLst>
            </p:cNvPr>
            <p:cNvSpPr/>
            <p:nvPr/>
          </p:nvSpPr>
          <p:spPr>
            <a:xfrm>
              <a:off x="5171842" y="6616914"/>
              <a:ext cx="29276" cy="23192"/>
            </a:xfrm>
            <a:custGeom>
              <a:avLst/>
              <a:gdLst>
                <a:gd name="connsiteX0" fmla="*/ 29276 w 29276"/>
                <a:gd name="connsiteY0" fmla="*/ 11533 h 23192"/>
                <a:gd name="connsiteX1" fmla="*/ 14575 w 29276"/>
                <a:gd name="connsiteY1" fmla="*/ 23193 h 23192"/>
                <a:gd name="connsiteX2" fmla="*/ 0 w 29276"/>
                <a:gd name="connsiteY2" fmla="*/ 11533 h 23192"/>
                <a:gd name="connsiteX3" fmla="*/ 14575 w 29276"/>
                <a:gd name="connsiteY3" fmla="*/ 0 h 23192"/>
                <a:gd name="connsiteX4" fmla="*/ 29276 w 29276"/>
                <a:gd name="connsiteY4" fmla="*/ 11533 h 23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276" h="23192">
                  <a:moveTo>
                    <a:pt x="29276" y="11533"/>
                  </a:moveTo>
                  <a:cubicBezTo>
                    <a:pt x="29276" y="17997"/>
                    <a:pt x="22686" y="23193"/>
                    <a:pt x="14575" y="23193"/>
                  </a:cubicBezTo>
                  <a:cubicBezTo>
                    <a:pt x="6464" y="23193"/>
                    <a:pt x="0" y="17997"/>
                    <a:pt x="0" y="11533"/>
                  </a:cubicBezTo>
                  <a:cubicBezTo>
                    <a:pt x="0" y="5070"/>
                    <a:pt x="6591" y="0"/>
                    <a:pt x="14575" y="0"/>
                  </a:cubicBezTo>
                  <a:cubicBezTo>
                    <a:pt x="22559" y="0"/>
                    <a:pt x="29276" y="5197"/>
                    <a:pt x="29276" y="1153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2" name="Freeform: Shape 3191">
              <a:extLst>
                <a:ext uri="{FF2B5EF4-FFF2-40B4-BE49-F238E27FC236}">
                  <a16:creationId xmlns:a16="http://schemas.microsoft.com/office/drawing/2014/main" id="{33C5CC3F-3D62-8DF5-6381-38DD246EC326}"/>
                </a:ext>
              </a:extLst>
            </p:cNvPr>
            <p:cNvSpPr/>
            <p:nvPr/>
          </p:nvSpPr>
          <p:spPr>
            <a:xfrm>
              <a:off x="5044979" y="6590806"/>
              <a:ext cx="29275" cy="23192"/>
            </a:xfrm>
            <a:custGeom>
              <a:avLst/>
              <a:gdLst>
                <a:gd name="connsiteX0" fmla="*/ 29276 w 29275"/>
                <a:gd name="connsiteY0" fmla="*/ 11533 h 23192"/>
                <a:gd name="connsiteX1" fmla="*/ 14575 w 29275"/>
                <a:gd name="connsiteY1" fmla="*/ 23193 h 23192"/>
                <a:gd name="connsiteX2" fmla="*/ 0 w 29275"/>
                <a:gd name="connsiteY2" fmla="*/ 11533 h 23192"/>
                <a:gd name="connsiteX3" fmla="*/ 14575 w 29275"/>
                <a:gd name="connsiteY3" fmla="*/ 0 h 23192"/>
                <a:gd name="connsiteX4" fmla="*/ 29276 w 29275"/>
                <a:gd name="connsiteY4" fmla="*/ 11533 h 23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275" h="23192">
                  <a:moveTo>
                    <a:pt x="29276" y="11533"/>
                  </a:moveTo>
                  <a:cubicBezTo>
                    <a:pt x="29276" y="17997"/>
                    <a:pt x="22685" y="23193"/>
                    <a:pt x="14575" y="23193"/>
                  </a:cubicBezTo>
                  <a:cubicBezTo>
                    <a:pt x="6463" y="23193"/>
                    <a:pt x="0" y="17997"/>
                    <a:pt x="0" y="11533"/>
                  </a:cubicBezTo>
                  <a:cubicBezTo>
                    <a:pt x="0" y="5070"/>
                    <a:pt x="6590" y="0"/>
                    <a:pt x="14575" y="0"/>
                  </a:cubicBezTo>
                  <a:cubicBezTo>
                    <a:pt x="22559" y="0"/>
                    <a:pt x="29276" y="5197"/>
                    <a:pt x="29276" y="1153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3" name="Freeform: Shape 3192">
              <a:extLst>
                <a:ext uri="{FF2B5EF4-FFF2-40B4-BE49-F238E27FC236}">
                  <a16:creationId xmlns:a16="http://schemas.microsoft.com/office/drawing/2014/main" id="{F5751E2C-D298-C811-63FB-E99684EFCABF}"/>
                </a:ext>
              </a:extLst>
            </p:cNvPr>
            <p:cNvSpPr/>
            <p:nvPr/>
          </p:nvSpPr>
          <p:spPr>
            <a:xfrm>
              <a:off x="4918750" y="6561277"/>
              <a:ext cx="29909" cy="23572"/>
            </a:xfrm>
            <a:custGeom>
              <a:avLst/>
              <a:gdLst>
                <a:gd name="connsiteX0" fmla="*/ 29910 w 29909"/>
                <a:gd name="connsiteY0" fmla="*/ 11786 h 23572"/>
                <a:gd name="connsiteX1" fmla="*/ 14955 w 29909"/>
                <a:gd name="connsiteY1" fmla="*/ 23573 h 23572"/>
                <a:gd name="connsiteX2" fmla="*/ 0 w 29909"/>
                <a:gd name="connsiteY2" fmla="*/ 11786 h 23572"/>
                <a:gd name="connsiteX3" fmla="*/ 14955 w 29909"/>
                <a:gd name="connsiteY3" fmla="*/ 0 h 23572"/>
                <a:gd name="connsiteX4" fmla="*/ 29910 w 29909"/>
                <a:gd name="connsiteY4" fmla="*/ 11786 h 2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909" h="23572">
                  <a:moveTo>
                    <a:pt x="29910" y="11786"/>
                  </a:moveTo>
                  <a:cubicBezTo>
                    <a:pt x="29910" y="18376"/>
                    <a:pt x="23193" y="23573"/>
                    <a:pt x="14955" y="23573"/>
                  </a:cubicBezTo>
                  <a:cubicBezTo>
                    <a:pt x="6717" y="23573"/>
                    <a:pt x="0" y="18250"/>
                    <a:pt x="0" y="11786"/>
                  </a:cubicBezTo>
                  <a:cubicBezTo>
                    <a:pt x="0" y="5323"/>
                    <a:pt x="6717" y="0"/>
                    <a:pt x="14955" y="0"/>
                  </a:cubicBezTo>
                  <a:cubicBezTo>
                    <a:pt x="23193" y="0"/>
                    <a:pt x="29910" y="5323"/>
                    <a:pt x="29910" y="1178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4" name="Freeform: Shape 3193">
              <a:extLst>
                <a:ext uri="{FF2B5EF4-FFF2-40B4-BE49-F238E27FC236}">
                  <a16:creationId xmlns:a16="http://schemas.microsoft.com/office/drawing/2014/main" id="{695B277C-E424-8F81-6E7D-9927B6180729}"/>
                </a:ext>
              </a:extLst>
            </p:cNvPr>
            <p:cNvSpPr/>
            <p:nvPr/>
          </p:nvSpPr>
          <p:spPr>
            <a:xfrm>
              <a:off x="4793788" y="6528452"/>
              <a:ext cx="30670" cy="24333"/>
            </a:xfrm>
            <a:custGeom>
              <a:avLst/>
              <a:gdLst>
                <a:gd name="connsiteX0" fmla="*/ 30670 w 30670"/>
                <a:gd name="connsiteY0" fmla="*/ 12167 h 24333"/>
                <a:gd name="connsiteX1" fmla="*/ 15335 w 30670"/>
                <a:gd name="connsiteY1" fmla="*/ 24333 h 24333"/>
                <a:gd name="connsiteX2" fmla="*/ 0 w 30670"/>
                <a:gd name="connsiteY2" fmla="*/ 12167 h 24333"/>
                <a:gd name="connsiteX3" fmla="*/ 15335 w 30670"/>
                <a:gd name="connsiteY3" fmla="*/ 0 h 24333"/>
                <a:gd name="connsiteX4" fmla="*/ 30670 w 30670"/>
                <a:gd name="connsiteY4" fmla="*/ 12167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70" h="24333">
                  <a:moveTo>
                    <a:pt x="30670" y="12167"/>
                  </a:moveTo>
                  <a:cubicBezTo>
                    <a:pt x="30670" y="18884"/>
                    <a:pt x="23826" y="24333"/>
                    <a:pt x="15335" y="24333"/>
                  </a:cubicBezTo>
                  <a:cubicBezTo>
                    <a:pt x="6844" y="24333"/>
                    <a:pt x="0" y="18884"/>
                    <a:pt x="0" y="12167"/>
                  </a:cubicBezTo>
                  <a:cubicBezTo>
                    <a:pt x="0" y="5450"/>
                    <a:pt x="6844" y="0"/>
                    <a:pt x="15335" y="0"/>
                  </a:cubicBezTo>
                  <a:cubicBezTo>
                    <a:pt x="23826" y="0"/>
                    <a:pt x="30670" y="5450"/>
                    <a:pt x="30670" y="121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5" name="Freeform: Shape 3194">
              <a:extLst>
                <a:ext uri="{FF2B5EF4-FFF2-40B4-BE49-F238E27FC236}">
                  <a16:creationId xmlns:a16="http://schemas.microsoft.com/office/drawing/2014/main" id="{05584A4D-B1FF-5F5C-D791-638FE5C776E7}"/>
                </a:ext>
              </a:extLst>
            </p:cNvPr>
            <p:cNvSpPr/>
            <p:nvPr/>
          </p:nvSpPr>
          <p:spPr>
            <a:xfrm>
              <a:off x="4670728" y="6492840"/>
              <a:ext cx="30669" cy="24333"/>
            </a:xfrm>
            <a:custGeom>
              <a:avLst/>
              <a:gdLst>
                <a:gd name="connsiteX0" fmla="*/ 30670 w 30669"/>
                <a:gd name="connsiteY0" fmla="*/ 12167 h 24333"/>
                <a:gd name="connsiteX1" fmla="*/ 15335 w 30669"/>
                <a:gd name="connsiteY1" fmla="*/ 24333 h 24333"/>
                <a:gd name="connsiteX2" fmla="*/ 0 w 30669"/>
                <a:gd name="connsiteY2" fmla="*/ 12167 h 24333"/>
                <a:gd name="connsiteX3" fmla="*/ 15335 w 30669"/>
                <a:gd name="connsiteY3" fmla="*/ 0 h 24333"/>
                <a:gd name="connsiteX4" fmla="*/ 30670 w 30669"/>
                <a:gd name="connsiteY4" fmla="*/ 12167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9" h="24333">
                  <a:moveTo>
                    <a:pt x="30670" y="12167"/>
                  </a:moveTo>
                  <a:cubicBezTo>
                    <a:pt x="30670" y="18884"/>
                    <a:pt x="23826" y="24333"/>
                    <a:pt x="15335" y="24333"/>
                  </a:cubicBezTo>
                  <a:cubicBezTo>
                    <a:pt x="6843" y="24333"/>
                    <a:pt x="0" y="18884"/>
                    <a:pt x="0" y="12167"/>
                  </a:cubicBezTo>
                  <a:cubicBezTo>
                    <a:pt x="0" y="5450"/>
                    <a:pt x="6843" y="0"/>
                    <a:pt x="15335" y="0"/>
                  </a:cubicBezTo>
                  <a:cubicBezTo>
                    <a:pt x="23826" y="0"/>
                    <a:pt x="30670" y="5450"/>
                    <a:pt x="30670" y="121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6" name="Freeform: Shape 3195">
              <a:extLst>
                <a:ext uri="{FF2B5EF4-FFF2-40B4-BE49-F238E27FC236}">
                  <a16:creationId xmlns:a16="http://schemas.microsoft.com/office/drawing/2014/main" id="{28A6AF81-B83D-8F2E-1086-C9DC63DCDC61}"/>
                </a:ext>
              </a:extLst>
            </p:cNvPr>
            <p:cNvSpPr/>
            <p:nvPr/>
          </p:nvSpPr>
          <p:spPr>
            <a:xfrm>
              <a:off x="4548554" y="6453932"/>
              <a:ext cx="31430" cy="24840"/>
            </a:xfrm>
            <a:custGeom>
              <a:avLst/>
              <a:gdLst>
                <a:gd name="connsiteX0" fmla="*/ 31431 w 31430"/>
                <a:gd name="connsiteY0" fmla="*/ 12420 h 24840"/>
                <a:gd name="connsiteX1" fmla="*/ 15716 w 31430"/>
                <a:gd name="connsiteY1" fmla="*/ 24841 h 24840"/>
                <a:gd name="connsiteX2" fmla="*/ 0 w 31430"/>
                <a:gd name="connsiteY2" fmla="*/ 12420 h 24840"/>
                <a:gd name="connsiteX3" fmla="*/ 15716 w 31430"/>
                <a:gd name="connsiteY3" fmla="*/ 0 h 24840"/>
                <a:gd name="connsiteX4" fmla="*/ 31431 w 31430"/>
                <a:gd name="connsiteY4" fmla="*/ 12420 h 2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30" h="24840">
                  <a:moveTo>
                    <a:pt x="31431" y="12420"/>
                  </a:moveTo>
                  <a:cubicBezTo>
                    <a:pt x="31431" y="19264"/>
                    <a:pt x="24333" y="24841"/>
                    <a:pt x="15716" y="24841"/>
                  </a:cubicBezTo>
                  <a:cubicBezTo>
                    <a:pt x="7097" y="24841"/>
                    <a:pt x="0" y="19264"/>
                    <a:pt x="0" y="12420"/>
                  </a:cubicBezTo>
                  <a:cubicBezTo>
                    <a:pt x="0" y="5576"/>
                    <a:pt x="7097" y="0"/>
                    <a:pt x="15716" y="0"/>
                  </a:cubicBezTo>
                  <a:cubicBezTo>
                    <a:pt x="24333" y="0"/>
                    <a:pt x="31431" y="5576"/>
                    <a:pt x="31431" y="1242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7" name="Freeform: Shape 3196">
              <a:extLst>
                <a:ext uri="{FF2B5EF4-FFF2-40B4-BE49-F238E27FC236}">
                  <a16:creationId xmlns:a16="http://schemas.microsoft.com/office/drawing/2014/main" id="{D5FAFF36-6FA9-5622-A7A0-82E5769F3BCE}"/>
                </a:ext>
              </a:extLst>
            </p:cNvPr>
            <p:cNvSpPr/>
            <p:nvPr/>
          </p:nvSpPr>
          <p:spPr>
            <a:xfrm>
              <a:off x="4428282" y="6411982"/>
              <a:ext cx="31937" cy="25347"/>
            </a:xfrm>
            <a:custGeom>
              <a:avLst/>
              <a:gdLst>
                <a:gd name="connsiteX0" fmla="*/ 31937 w 31937"/>
                <a:gd name="connsiteY0" fmla="*/ 12674 h 25347"/>
                <a:gd name="connsiteX1" fmla="*/ 15969 w 31937"/>
                <a:gd name="connsiteY1" fmla="*/ 25347 h 25347"/>
                <a:gd name="connsiteX2" fmla="*/ 0 w 31937"/>
                <a:gd name="connsiteY2" fmla="*/ 12674 h 25347"/>
                <a:gd name="connsiteX3" fmla="*/ 15969 w 31937"/>
                <a:gd name="connsiteY3" fmla="*/ 0 h 25347"/>
                <a:gd name="connsiteX4" fmla="*/ 31937 w 31937"/>
                <a:gd name="connsiteY4" fmla="*/ 12674 h 25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937" h="25347">
                  <a:moveTo>
                    <a:pt x="31937" y="12674"/>
                  </a:moveTo>
                  <a:cubicBezTo>
                    <a:pt x="31937" y="19644"/>
                    <a:pt x="24713" y="25347"/>
                    <a:pt x="15969" y="25347"/>
                  </a:cubicBezTo>
                  <a:cubicBezTo>
                    <a:pt x="7224" y="25347"/>
                    <a:pt x="0" y="19644"/>
                    <a:pt x="0" y="12674"/>
                  </a:cubicBezTo>
                  <a:cubicBezTo>
                    <a:pt x="0" y="5703"/>
                    <a:pt x="7224" y="0"/>
                    <a:pt x="15969" y="0"/>
                  </a:cubicBezTo>
                  <a:cubicBezTo>
                    <a:pt x="24713" y="0"/>
                    <a:pt x="31937" y="5703"/>
                    <a:pt x="31937" y="1267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8" name="Freeform: Shape 3197">
              <a:extLst>
                <a:ext uri="{FF2B5EF4-FFF2-40B4-BE49-F238E27FC236}">
                  <a16:creationId xmlns:a16="http://schemas.microsoft.com/office/drawing/2014/main" id="{79B604E0-5714-C4EF-B83D-59E9E25C4887}"/>
                </a:ext>
              </a:extLst>
            </p:cNvPr>
            <p:cNvSpPr/>
            <p:nvPr/>
          </p:nvSpPr>
          <p:spPr>
            <a:xfrm>
              <a:off x="4309911" y="6367244"/>
              <a:ext cx="31937" cy="25347"/>
            </a:xfrm>
            <a:custGeom>
              <a:avLst/>
              <a:gdLst>
                <a:gd name="connsiteX0" fmla="*/ 31937 w 31937"/>
                <a:gd name="connsiteY0" fmla="*/ 12674 h 25347"/>
                <a:gd name="connsiteX1" fmla="*/ 15968 w 31937"/>
                <a:gd name="connsiteY1" fmla="*/ 25347 h 25347"/>
                <a:gd name="connsiteX2" fmla="*/ 0 w 31937"/>
                <a:gd name="connsiteY2" fmla="*/ 12674 h 25347"/>
                <a:gd name="connsiteX3" fmla="*/ 15968 w 31937"/>
                <a:gd name="connsiteY3" fmla="*/ 0 h 25347"/>
                <a:gd name="connsiteX4" fmla="*/ 31937 w 31937"/>
                <a:gd name="connsiteY4" fmla="*/ 12674 h 25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937" h="25347">
                  <a:moveTo>
                    <a:pt x="31937" y="12674"/>
                  </a:moveTo>
                  <a:cubicBezTo>
                    <a:pt x="31937" y="19644"/>
                    <a:pt x="24713" y="25347"/>
                    <a:pt x="15968" y="25347"/>
                  </a:cubicBezTo>
                  <a:cubicBezTo>
                    <a:pt x="7224" y="25347"/>
                    <a:pt x="0" y="19644"/>
                    <a:pt x="0" y="12674"/>
                  </a:cubicBezTo>
                  <a:cubicBezTo>
                    <a:pt x="0" y="5703"/>
                    <a:pt x="7224" y="0"/>
                    <a:pt x="15968" y="0"/>
                  </a:cubicBezTo>
                  <a:cubicBezTo>
                    <a:pt x="24713" y="0"/>
                    <a:pt x="31937" y="5703"/>
                    <a:pt x="31937" y="1267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9" name="Freeform: Shape 3198">
              <a:extLst>
                <a:ext uri="{FF2B5EF4-FFF2-40B4-BE49-F238E27FC236}">
                  <a16:creationId xmlns:a16="http://schemas.microsoft.com/office/drawing/2014/main" id="{E32DB967-2011-D693-EF5E-713C420A756C}"/>
                </a:ext>
              </a:extLst>
            </p:cNvPr>
            <p:cNvSpPr/>
            <p:nvPr/>
          </p:nvSpPr>
          <p:spPr>
            <a:xfrm>
              <a:off x="4192933" y="6319211"/>
              <a:ext cx="32698" cy="26107"/>
            </a:xfrm>
            <a:custGeom>
              <a:avLst/>
              <a:gdLst>
                <a:gd name="connsiteX0" fmla="*/ 32698 w 32698"/>
                <a:gd name="connsiteY0" fmla="*/ 13054 h 26107"/>
                <a:gd name="connsiteX1" fmla="*/ 16349 w 32698"/>
                <a:gd name="connsiteY1" fmla="*/ 26108 h 26107"/>
                <a:gd name="connsiteX2" fmla="*/ 0 w 32698"/>
                <a:gd name="connsiteY2" fmla="*/ 13054 h 26107"/>
                <a:gd name="connsiteX3" fmla="*/ 16349 w 32698"/>
                <a:gd name="connsiteY3" fmla="*/ 0 h 26107"/>
                <a:gd name="connsiteX4" fmla="*/ 32698 w 32698"/>
                <a:gd name="connsiteY4" fmla="*/ 13054 h 2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98" h="26107">
                  <a:moveTo>
                    <a:pt x="32698" y="13054"/>
                  </a:moveTo>
                  <a:cubicBezTo>
                    <a:pt x="32698" y="20278"/>
                    <a:pt x="25347" y="26108"/>
                    <a:pt x="16349" y="26108"/>
                  </a:cubicBezTo>
                  <a:cubicBezTo>
                    <a:pt x="7351" y="26108"/>
                    <a:pt x="0" y="20278"/>
                    <a:pt x="0" y="13054"/>
                  </a:cubicBezTo>
                  <a:cubicBezTo>
                    <a:pt x="0" y="5830"/>
                    <a:pt x="7351" y="0"/>
                    <a:pt x="16349" y="0"/>
                  </a:cubicBezTo>
                  <a:cubicBezTo>
                    <a:pt x="25347" y="0"/>
                    <a:pt x="32698" y="5830"/>
                    <a:pt x="32698" y="1305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0" name="Freeform: Shape 3199">
              <a:extLst>
                <a:ext uri="{FF2B5EF4-FFF2-40B4-BE49-F238E27FC236}">
                  <a16:creationId xmlns:a16="http://schemas.microsoft.com/office/drawing/2014/main" id="{B878C370-C5C4-D075-D700-13D6F873FFFB}"/>
                </a:ext>
              </a:extLst>
            </p:cNvPr>
            <p:cNvSpPr/>
            <p:nvPr/>
          </p:nvSpPr>
          <p:spPr>
            <a:xfrm>
              <a:off x="4078364" y="6268644"/>
              <a:ext cx="32698" cy="26107"/>
            </a:xfrm>
            <a:custGeom>
              <a:avLst/>
              <a:gdLst>
                <a:gd name="connsiteX0" fmla="*/ 32698 w 32698"/>
                <a:gd name="connsiteY0" fmla="*/ 13054 h 26107"/>
                <a:gd name="connsiteX1" fmla="*/ 16349 w 32698"/>
                <a:gd name="connsiteY1" fmla="*/ 26108 h 26107"/>
                <a:gd name="connsiteX2" fmla="*/ 0 w 32698"/>
                <a:gd name="connsiteY2" fmla="*/ 13054 h 26107"/>
                <a:gd name="connsiteX3" fmla="*/ 16349 w 32698"/>
                <a:gd name="connsiteY3" fmla="*/ 0 h 26107"/>
                <a:gd name="connsiteX4" fmla="*/ 32698 w 32698"/>
                <a:gd name="connsiteY4" fmla="*/ 13054 h 2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98" h="26107">
                  <a:moveTo>
                    <a:pt x="32698" y="13054"/>
                  </a:moveTo>
                  <a:cubicBezTo>
                    <a:pt x="32698" y="20278"/>
                    <a:pt x="25347" y="26108"/>
                    <a:pt x="16349" y="26108"/>
                  </a:cubicBezTo>
                  <a:cubicBezTo>
                    <a:pt x="7351" y="26108"/>
                    <a:pt x="0" y="20278"/>
                    <a:pt x="0" y="13054"/>
                  </a:cubicBezTo>
                  <a:cubicBezTo>
                    <a:pt x="0" y="5830"/>
                    <a:pt x="7351" y="0"/>
                    <a:pt x="16349" y="0"/>
                  </a:cubicBezTo>
                  <a:cubicBezTo>
                    <a:pt x="25347" y="0"/>
                    <a:pt x="32698" y="5830"/>
                    <a:pt x="32698" y="1305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1" name="Freeform: Shape 3200">
              <a:extLst>
                <a:ext uri="{FF2B5EF4-FFF2-40B4-BE49-F238E27FC236}">
                  <a16:creationId xmlns:a16="http://schemas.microsoft.com/office/drawing/2014/main" id="{B3B7FE80-E1C2-5B2E-14E3-2BA6DE707D0A}"/>
                </a:ext>
              </a:extLst>
            </p:cNvPr>
            <p:cNvSpPr/>
            <p:nvPr/>
          </p:nvSpPr>
          <p:spPr>
            <a:xfrm>
              <a:off x="3965949" y="6215288"/>
              <a:ext cx="32698" cy="26107"/>
            </a:xfrm>
            <a:custGeom>
              <a:avLst/>
              <a:gdLst>
                <a:gd name="connsiteX0" fmla="*/ 32698 w 32698"/>
                <a:gd name="connsiteY0" fmla="*/ 13054 h 26107"/>
                <a:gd name="connsiteX1" fmla="*/ 16349 w 32698"/>
                <a:gd name="connsiteY1" fmla="*/ 26108 h 26107"/>
                <a:gd name="connsiteX2" fmla="*/ 0 w 32698"/>
                <a:gd name="connsiteY2" fmla="*/ 13054 h 26107"/>
                <a:gd name="connsiteX3" fmla="*/ 16349 w 32698"/>
                <a:gd name="connsiteY3" fmla="*/ 0 h 26107"/>
                <a:gd name="connsiteX4" fmla="*/ 32698 w 32698"/>
                <a:gd name="connsiteY4" fmla="*/ 13054 h 2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98" h="26107">
                  <a:moveTo>
                    <a:pt x="32698" y="13054"/>
                  </a:moveTo>
                  <a:cubicBezTo>
                    <a:pt x="32698" y="20278"/>
                    <a:pt x="25347" y="26108"/>
                    <a:pt x="16349" y="26108"/>
                  </a:cubicBezTo>
                  <a:cubicBezTo>
                    <a:pt x="7351" y="26108"/>
                    <a:pt x="0" y="20278"/>
                    <a:pt x="0" y="13054"/>
                  </a:cubicBezTo>
                  <a:cubicBezTo>
                    <a:pt x="0" y="5830"/>
                    <a:pt x="7351" y="0"/>
                    <a:pt x="16349" y="0"/>
                  </a:cubicBezTo>
                  <a:cubicBezTo>
                    <a:pt x="25347" y="0"/>
                    <a:pt x="32698" y="5830"/>
                    <a:pt x="32698" y="1305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2" name="Freeform: Shape 3201">
              <a:extLst>
                <a:ext uri="{FF2B5EF4-FFF2-40B4-BE49-F238E27FC236}">
                  <a16:creationId xmlns:a16="http://schemas.microsoft.com/office/drawing/2014/main" id="{54758E2E-D5A9-36C1-1ECF-CB1270A5AB51}"/>
                </a:ext>
              </a:extLst>
            </p:cNvPr>
            <p:cNvSpPr/>
            <p:nvPr/>
          </p:nvSpPr>
          <p:spPr>
            <a:xfrm>
              <a:off x="3855689" y="6159017"/>
              <a:ext cx="32697" cy="26107"/>
            </a:xfrm>
            <a:custGeom>
              <a:avLst/>
              <a:gdLst>
                <a:gd name="connsiteX0" fmla="*/ 32698 w 32697"/>
                <a:gd name="connsiteY0" fmla="*/ 13054 h 26107"/>
                <a:gd name="connsiteX1" fmla="*/ 16349 w 32697"/>
                <a:gd name="connsiteY1" fmla="*/ 26108 h 26107"/>
                <a:gd name="connsiteX2" fmla="*/ 0 w 32697"/>
                <a:gd name="connsiteY2" fmla="*/ 13054 h 26107"/>
                <a:gd name="connsiteX3" fmla="*/ 16349 w 32697"/>
                <a:gd name="connsiteY3" fmla="*/ 0 h 26107"/>
                <a:gd name="connsiteX4" fmla="*/ 32698 w 32697"/>
                <a:gd name="connsiteY4" fmla="*/ 13054 h 2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97" h="26107">
                  <a:moveTo>
                    <a:pt x="32698" y="13054"/>
                  </a:moveTo>
                  <a:cubicBezTo>
                    <a:pt x="32698" y="20278"/>
                    <a:pt x="25347" y="26108"/>
                    <a:pt x="16349" y="26108"/>
                  </a:cubicBezTo>
                  <a:cubicBezTo>
                    <a:pt x="7351" y="26108"/>
                    <a:pt x="0" y="20278"/>
                    <a:pt x="0" y="13054"/>
                  </a:cubicBezTo>
                  <a:cubicBezTo>
                    <a:pt x="0" y="5830"/>
                    <a:pt x="7351" y="0"/>
                    <a:pt x="16349" y="0"/>
                  </a:cubicBezTo>
                  <a:cubicBezTo>
                    <a:pt x="25347" y="0"/>
                    <a:pt x="32698" y="5830"/>
                    <a:pt x="32698" y="1305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3" name="Freeform: Shape 3202">
              <a:extLst>
                <a:ext uri="{FF2B5EF4-FFF2-40B4-BE49-F238E27FC236}">
                  <a16:creationId xmlns:a16="http://schemas.microsoft.com/office/drawing/2014/main" id="{5BDE0C3B-7FD2-4EF5-D646-82363633DD5D}"/>
                </a:ext>
              </a:extLst>
            </p:cNvPr>
            <p:cNvSpPr/>
            <p:nvPr/>
          </p:nvSpPr>
          <p:spPr>
            <a:xfrm>
              <a:off x="3747076" y="6099831"/>
              <a:ext cx="33711" cy="26614"/>
            </a:xfrm>
            <a:custGeom>
              <a:avLst/>
              <a:gdLst>
                <a:gd name="connsiteX0" fmla="*/ 33712 w 33711"/>
                <a:gd name="connsiteY0" fmla="*/ 13308 h 26614"/>
                <a:gd name="connsiteX1" fmla="*/ 16856 w 33711"/>
                <a:gd name="connsiteY1" fmla="*/ 26615 h 26614"/>
                <a:gd name="connsiteX2" fmla="*/ 0 w 33711"/>
                <a:gd name="connsiteY2" fmla="*/ 13308 h 26614"/>
                <a:gd name="connsiteX3" fmla="*/ 16856 w 33711"/>
                <a:gd name="connsiteY3" fmla="*/ 0 h 26614"/>
                <a:gd name="connsiteX4" fmla="*/ 33712 w 33711"/>
                <a:gd name="connsiteY4" fmla="*/ 13308 h 26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1" h="26614">
                  <a:moveTo>
                    <a:pt x="33712" y="13308"/>
                  </a:moveTo>
                  <a:cubicBezTo>
                    <a:pt x="33712" y="20658"/>
                    <a:pt x="26234" y="26615"/>
                    <a:pt x="16856" y="26615"/>
                  </a:cubicBezTo>
                  <a:cubicBezTo>
                    <a:pt x="7477" y="26615"/>
                    <a:pt x="0" y="20658"/>
                    <a:pt x="0" y="13308"/>
                  </a:cubicBezTo>
                  <a:cubicBezTo>
                    <a:pt x="0" y="5957"/>
                    <a:pt x="7477" y="0"/>
                    <a:pt x="16856" y="0"/>
                  </a:cubicBezTo>
                  <a:cubicBezTo>
                    <a:pt x="26234" y="0"/>
                    <a:pt x="33712" y="5957"/>
                    <a:pt x="33712" y="1330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4" name="Freeform: Shape 3203">
              <a:extLst>
                <a:ext uri="{FF2B5EF4-FFF2-40B4-BE49-F238E27FC236}">
                  <a16:creationId xmlns:a16="http://schemas.microsoft.com/office/drawing/2014/main" id="{A1188B20-48CE-3BF7-D872-30437668BF36}"/>
                </a:ext>
              </a:extLst>
            </p:cNvPr>
            <p:cNvSpPr/>
            <p:nvPr/>
          </p:nvSpPr>
          <p:spPr>
            <a:xfrm>
              <a:off x="3641505" y="6038111"/>
              <a:ext cx="33585" cy="26614"/>
            </a:xfrm>
            <a:custGeom>
              <a:avLst/>
              <a:gdLst>
                <a:gd name="connsiteX0" fmla="*/ 33585 w 33585"/>
                <a:gd name="connsiteY0" fmla="*/ 13308 h 26614"/>
                <a:gd name="connsiteX1" fmla="*/ 16856 w 33585"/>
                <a:gd name="connsiteY1" fmla="*/ 26615 h 26614"/>
                <a:gd name="connsiteX2" fmla="*/ 0 w 33585"/>
                <a:gd name="connsiteY2" fmla="*/ 13308 h 26614"/>
                <a:gd name="connsiteX3" fmla="*/ 16856 w 33585"/>
                <a:gd name="connsiteY3" fmla="*/ 0 h 26614"/>
                <a:gd name="connsiteX4" fmla="*/ 33585 w 33585"/>
                <a:gd name="connsiteY4" fmla="*/ 13308 h 26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85" h="26614">
                  <a:moveTo>
                    <a:pt x="33585" y="13308"/>
                  </a:moveTo>
                  <a:cubicBezTo>
                    <a:pt x="33585" y="20658"/>
                    <a:pt x="26108" y="26615"/>
                    <a:pt x="16856" y="26615"/>
                  </a:cubicBezTo>
                  <a:cubicBezTo>
                    <a:pt x="7604" y="26615"/>
                    <a:pt x="0" y="20658"/>
                    <a:pt x="0" y="13308"/>
                  </a:cubicBezTo>
                  <a:cubicBezTo>
                    <a:pt x="0" y="5957"/>
                    <a:pt x="7478" y="0"/>
                    <a:pt x="16856" y="0"/>
                  </a:cubicBezTo>
                  <a:cubicBezTo>
                    <a:pt x="26234" y="0"/>
                    <a:pt x="33585" y="5957"/>
                    <a:pt x="33585" y="1330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5" name="Freeform: Shape 3204">
              <a:extLst>
                <a:ext uri="{FF2B5EF4-FFF2-40B4-BE49-F238E27FC236}">
                  <a16:creationId xmlns:a16="http://schemas.microsoft.com/office/drawing/2014/main" id="{FA7BAC8C-1466-54A2-E43C-240294E3A435}"/>
                </a:ext>
              </a:extLst>
            </p:cNvPr>
            <p:cNvSpPr/>
            <p:nvPr/>
          </p:nvSpPr>
          <p:spPr>
            <a:xfrm>
              <a:off x="3538469" y="5973856"/>
              <a:ext cx="33584" cy="26614"/>
            </a:xfrm>
            <a:custGeom>
              <a:avLst/>
              <a:gdLst>
                <a:gd name="connsiteX0" fmla="*/ 33585 w 33584"/>
                <a:gd name="connsiteY0" fmla="*/ 13308 h 26614"/>
                <a:gd name="connsiteX1" fmla="*/ 16729 w 33584"/>
                <a:gd name="connsiteY1" fmla="*/ 26615 h 26614"/>
                <a:gd name="connsiteX2" fmla="*/ 0 w 33584"/>
                <a:gd name="connsiteY2" fmla="*/ 13308 h 26614"/>
                <a:gd name="connsiteX3" fmla="*/ 16729 w 33584"/>
                <a:gd name="connsiteY3" fmla="*/ 0 h 26614"/>
                <a:gd name="connsiteX4" fmla="*/ 33585 w 33584"/>
                <a:gd name="connsiteY4" fmla="*/ 13308 h 26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84" h="26614">
                  <a:moveTo>
                    <a:pt x="33585" y="13308"/>
                  </a:moveTo>
                  <a:cubicBezTo>
                    <a:pt x="33585" y="20658"/>
                    <a:pt x="26108" y="26615"/>
                    <a:pt x="16729" y="26615"/>
                  </a:cubicBezTo>
                  <a:cubicBezTo>
                    <a:pt x="7351" y="26615"/>
                    <a:pt x="0" y="20658"/>
                    <a:pt x="0" y="13308"/>
                  </a:cubicBezTo>
                  <a:cubicBezTo>
                    <a:pt x="0" y="5957"/>
                    <a:pt x="7477" y="0"/>
                    <a:pt x="16729" y="0"/>
                  </a:cubicBezTo>
                  <a:cubicBezTo>
                    <a:pt x="25981" y="0"/>
                    <a:pt x="33585" y="5957"/>
                    <a:pt x="33585" y="1330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6" name="Freeform: Shape 3205">
              <a:extLst>
                <a:ext uri="{FF2B5EF4-FFF2-40B4-BE49-F238E27FC236}">
                  <a16:creationId xmlns:a16="http://schemas.microsoft.com/office/drawing/2014/main" id="{0825082E-31B5-D44E-F7B1-D66BFFEE68A6}"/>
                </a:ext>
              </a:extLst>
            </p:cNvPr>
            <p:cNvSpPr/>
            <p:nvPr/>
          </p:nvSpPr>
          <p:spPr>
            <a:xfrm>
              <a:off x="3437714" y="5906813"/>
              <a:ext cx="34218" cy="27121"/>
            </a:xfrm>
            <a:custGeom>
              <a:avLst/>
              <a:gdLst>
                <a:gd name="connsiteX0" fmla="*/ 34219 w 34218"/>
                <a:gd name="connsiteY0" fmla="*/ 13560 h 27121"/>
                <a:gd name="connsiteX1" fmla="*/ 17109 w 34218"/>
                <a:gd name="connsiteY1" fmla="*/ 27121 h 27121"/>
                <a:gd name="connsiteX2" fmla="*/ 0 w 34218"/>
                <a:gd name="connsiteY2" fmla="*/ 13560 h 27121"/>
                <a:gd name="connsiteX3" fmla="*/ 17109 w 34218"/>
                <a:gd name="connsiteY3" fmla="*/ 0 h 27121"/>
                <a:gd name="connsiteX4" fmla="*/ 34219 w 34218"/>
                <a:gd name="connsiteY4" fmla="*/ 13560 h 27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218" h="27121">
                  <a:moveTo>
                    <a:pt x="34219" y="13560"/>
                  </a:moveTo>
                  <a:cubicBezTo>
                    <a:pt x="34219" y="21038"/>
                    <a:pt x="26615" y="27121"/>
                    <a:pt x="17109" y="27121"/>
                  </a:cubicBezTo>
                  <a:cubicBezTo>
                    <a:pt x="7604" y="27121"/>
                    <a:pt x="0" y="21038"/>
                    <a:pt x="0" y="13560"/>
                  </a:cubicBezTo>
                  <a:cubicBezTo>
                    <a:pt x="0" y="6083"/>
                    <a:pt x="7604" y="0"/>
                    <a:pt x="17109" y="0"/>
                  </a:cubicBezTo>
                  <a:cubicBezTo>
                    <a:pt x="26615" y="0"/>
                    <a:pt x="34219" y="6083"/>
                    <a:pt x="34219" y="1356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7" name="Freeform: Shape 3206">
              <a:extLst>
                <a:ext uri="{FF2B5EF4-FFF2-40B4-BE49-F238E27FC236}">
                  <a16:creationId xmlns:a16="http://schemas.microsoft.com/office/drawing/2014/main" id="{E1EECCE4-F9B5-8B06-395F-508F9EA3CBAE}"/>
                </a:ext>
              </a:extLst>
            </p:cNvPr>
            <p:cNvSpPr/>
            <p:nvPr/>
          </p:nvSpPr>
          <p:spPr>
            <a:xfrm>
              <a:off x="3340254" y="5837741"/>
              <a:ext cx="33711" cy="26614"/>
            </a:xfrm>
            <a:custGeom>
              <a:avLst/>
              <a:gdLst>
                <a:gd name="connsiteX0" fmla="*/ 33712 w 33711"/>
                <a:gd name="connsiteY0" fmla="*/ 13307 h 26614"/>
                <a:gd name="connsiteX1" fmla="*/ 16856 w 33711"/>
                <a:gd name="connsiteY1" fmla="*/ 26615 h 26614"/>
                <a:gd name="connsiteX2" fmla="*/ 0 w 33711"/>
                <a:gd name="connsiteY2" fmla="*/ 13307 h 26614"/>
                <a:gd name="connsiteX3" fmla="*/ 16856 w 33711"/>
                <a:gd name="connsiteY3" fmla="*/ 0 h 26614"/>
                <a:gd name="connsiteX4" fmla="*/ 33712 w 33711"/>
                <a:gd name="connsiteY4" fmla="*/ 13307 h 26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1" h="26614">
                  <a:moveTo>
                    <a:pt x="33712" y="13307"/>
                  </a:moveTo>
                  <a:cubicBezTo>
                    <a:pt x="33712" y="20658"/>
                    <a:pt x="26234" y="26615"/>
                    <a:pt x="16856" y="26615"/>
                  </a:cubicBezTo>
                  <a:cubicBezTo>
                    <a:pt x="7477" y="26615"/>
                    <a:pt x="0" y="20658"/>
                    <a:pt x="0" y="13307"/>
                  </a:cubicBezTo>
                  <a:cubicBezTo>
                    <a:pt x="0" y="5957"/>
                    <a:pt x="7477" y="0"/>
                    <a:pt x="16856" y="0"/>
                  </a:cubicBezTo>
                  <a:cubicBezTo>
                    <a:pt x="26234" y="0"/>
                    <a:pt x="33712" y="5957"/>
                    <a:pt x="33712" y="1330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8" name="Freeform: Shape 3207">
              <a:extLst>
                <a:ext uri="{FF2B5EF4-FFF2-40B4-BE49-F238E27FC236}">
                  <a16:creationId xmlns:a16="http://schemas.microsoft.com/office/drawing/2014/main" id="{D509EE48-5D84-819B-2CEA-CF9C4EE84032}"/>
                </a:ext>
              </a:extLst>
            </p:cNvPr>
            <p:cNvSpPr/>
            <p:nvPr/>
          </p:nvSpPr>
          <p:spPr>
            <a:xfrm>
              <a:off x="3245455" y="5765882"/>
              <a:ext cx="33585" cy="26614"/>
            </a:xfrm>
            <a:custGeom>
              <a:avLst/>
              <a:gdLst>
                <a:gd name="connsiteX0" fmla="*/ 33585 w 33585"/>
                <a:gd name="connsiteY0" fmla="*/ 13307 h 26614"/>
                <a:gd name="connsiteX1" fmla="*/ 16729 w 33585"/>
                <a:gd name="connsiteY1" fmla="*/ 26614 h 26614"/>
                <a:gd name="connsiteX2" fmla="*/ 0 w 33585"/>
                <a:gd name="connsiteY2" fmla="*/ 13307 h 26614"/>
                <a:gd name="connsiteX3" fmla="*/ 16729 w 33585"/>
                <a:gd name="connsiteY3" fmla="*/ 0 h 26614"/>
                <a:gd name="connsiteX4" fmla="*/ 33585 w 33585"/>
                <a:gd name="connsiteY4" fmla="*/ 13307 h 26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85" h="26614">
                  <a:moveTo>
                    <a:pt x="33585" y="13307"/>
                  </a:moveTo>
                  <a:cubicBezTo>
                    <a:pt x="33585" y="20658"/>
                    <a:pt x="26108" y="26614"/>
                    <a:pt x="16729" y="26614"/>
                  </a:cubicBezTo>
                  <a:cubicBezTo>
                    <a:pt x="7351" y="26614"/>
                    <a:pt x="0" y="20658"/>
                    <a:pt x="0" y="13307"/>
                  </a:cubicBezTo>
                  <a:cubicBezTo>
                    <a:pt x="0" y="5956"/>
                    <a:pt x="7478" y="0"/>
                    <a:pt x="16729" y="0"/>
                  </a:cubicBezTo>
                  <a:cubicBezTo>
                    <a:pt x="25981" y="0"/>
                    <a:pt x="33585" y="5956"/>
                    <a:pt x="33585" y="1330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9" name="Freeform: Shape 3208">
              <a:extLst>
                <a:ext uri="{FF2B5EF4-FFF2-40B4-BE49-F238E27FC236}">
                  <a16:creationId xmlns:a16="http://schemas.microsoft.com/office/drawing/2014/main" id="{9D8C2E6C-50EF-5D05-4A04-E6B5A8DC6976}"/>
                </a:ext>
              </a:extLst>
            </p:cNvPr>
            <p:cNvSpPr/>
            <p:nvPr/>
          </p:nvSpPr>
          <p:spPr>
            <a:xfrm>
              <a:off x="3153445" y="5691868"/>
              <a:ext cx="33584" cy="26614"/>
            </a:xfrm>
            <a:custGeom>
              <a:avLst/>
              <a:gdLst>
                <a:gd name="connsiteX0" fmla="*/ 33585 w 33584"/>
                <a:gd name="connsiteY0" fmla="*/ 13308 h 26614"/>
                <a:gd name="connsiteX1" fmla="*/ 16856 w 33584"/>
                <a:gd name="connsiteY1" fmla="*/ 26615 h 26614"/>
                <a:gd name="connsiteX2" fmla="*/ 0 w 33584"/>
                <a:gd name="connsiteY2" fmla="*/ 13308 h 26614"/>
                <a:gd name="connsiteX3" fmla="*/ 16856 w 33584"/>
                <a:gd name="connsiteY3" fmla="*/ 0 h 26614"/>
                <a:gd name="connsiteX4" fmla="*/ 33585 w 33584"/>
                <a:gd name="connsiteY4" fmla="*/ 13308 h 26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84" h="26614">
                  <a:moveTo>
                    <a:pt x="33585" y="13308"/>
                  </a:moveTo>
                  <a:cubicBezTo>
                    <a:pt x="33585" y="20658"/>
                    <a:pt x="26108" y="26615"/>
                    <a:pt x="16856" y="26615"/>
                  </a:cubicBezTo>
                  <a:cubicBezTo>
                    <a:pt x="7604" y="26615"/>
                    <a:pt x="0" y="20658"/>
                    <a:pt x="0" y="13308"/>
                  </a:cubicBezTo>
                  <a:cubicBezTo>
                    <a:pt x="0" y="5957"/>
                    <a:pt x="7477" y="0"/>
                    <a:pt x="16856" y="0"/>
                  </a:cubicBezTo>
                  <a:cubicBezTo>
                    <a:pt x="26234" y="0"/>
                    <a:pt x="33585" y="5957"/>
                    <a:pt x="33585" y="1330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0" name="Freeform: Shape 3209">
              <a:extLst>
                <a:ext uri="{FF2B5EF4-FFF2-40B4-BE49-F238E27FC236}">
                  <a16:creationId xmlns:a16="http://schemas.microsoft.com/office/drawing/2014/main" id="{F75D0169-FFFD-0603-D6D8-D8021C8F19D7}"/>
                </a:ext>
              </a:extLst>
            </p:cNvPr>
            <p:cNvSpPr/>
            <p:nvPr/>
          </p:nvSpPr>
          <p:spPr>
            <a:xfrm>
              <a:off x="3064223" y="5615193"/>
              <a:ext cx="34218" cy="27121"/>
            </a:xfrm>
            <a:custGeom>
              <a:avLst/>
              <a:gdLst>
                <a:gd name="connsiteX0" fmla="*/ 34219 w 34218"/>
                <a:gd name="connsiteY0" fmla="*/ 13561 h 27121"/>
                <a:gd name="connsiteX1" fmla="*/ 17109 w 34218"/>
                <a:gd name="connsiteY1" fmla="*/ 27122 h 27121"/>
                <a:gd name="connsiteX2" fmla="*/ 0 w 34218"/>
                <a:gd name="connsiteY2" fmla="*/ 13561 h 27121"/>
                <a:gd name="connsiteX3" fmla="*/ 17109 w 34218"/>
                <a:gd name="connsiteY3" fmla="*/ 0 h 27121"/>
                <a:gd name="connsiteX4" fmla="*/ 34219 w 34218"/>
                <a:gd name="connsiteY4" fmla="*/ 13561 h 27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218" h="27121">
                  <a:moveTo>
                    <a:pt x="34219" y="13561"/>
                  </a:moveTo>
                  <a:cubicBezTo>
                    <a:pt x="34219" y="21038"/>
                    <a:pt x="26488" y="27122"/>
                    <a:pt x="17109" y="27122"/>
                  </a:cubicBezTo>
                  <a:cubicBezTo>
                    <a:pt x="7731" y="27122"/>
                    <a:pt x="0" y="21038"/>
                    <a:pt x="0" y="13561"/>
                  </a:cubicBezTo>
                  <a:cubicBezTo>
                    <a:pt x="0" y="6083"/>
                    <a:pt x="7731" y="0"/>
                    <a:pt x="17109" y="0"/>
                  </a:cubicBezTo>
                  <a:cubicBezTo>
                    <a:pt x="26488" y="0"/>
                    <a:pt x="34219" y="6083"/>
                    <a:pt x="34219" y="1356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1" name="Freeform: Shape 3210">
              <a:extLst>
                <a:ext uri="{FF2B5EF4-FFF2-40B4-BE49-F238E27FC236}">
                  <a16:creationId xmlns:a16="http://schemas.microsoft.com/office/drawing/2014/main" id="{188E5F0B-CAFD-6D3B-E85C-C534CABB9C29}"/>
                </a:ext>
              </a:extLst>
            </p:cNvPr>
            <p:cNvSpPr/>
            <p:nvPr/>
          </p:nvSpPr>
          <p:spPr>
            <a:xfrm>
              <a:off x="2978676" y="5536870"/>
              <a:ext cx="33584" cy="26614"/>
            </a:xfrm>
            <a:custGeom>
              <a:avLst/>
              <a:gdLst>
                <a:gd name="connsiteX0" fmla="*/ 33585 w 33584"/>
                <a:gd name="connsiteY0" fmla="*/ 13307 h 26614"/>
                <a:gd name="connsiteX1" fmla="*/ 16729 w 33584"/>
                <a:gd name="connsiteY1" fmla="*/ 26615 h 26614"/>
                <a:gd name="connsiteX2" fmla="*/ 0 w 33584"/>
                <a:gd name="connsiteY2" fmla="*/ 13307 h 26614"/>
                <a:gd name="connsiteX3" fmla="*/ 16729 w 33584"/>
                <a:gd name="connsiteY3" fmla="*/ 0 h 26614"/>
                <a:gd name="connsiteX4" fmla="*/ 33585 w 33584"/>
                <a:gd name="connsiteY4" fmla="*/ 13307 h 26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84" h="26614">
                  <a:moveTo>
                    <a:pt x="33585" y="13307"/>
                  </a:moveTo>
                  <a:cubicBezTo>
                    <a:pt x="33585" y="20658"/>
                    <a:pt x="26108" y="26615"/>
                    <a:pt x="16729" y="26615"/>
                  </a:cubicBezTo>
                  <a:cubicBezTo>
                    <a:pt x="7351" y="26615"/>
                    <a:pt x="0" y="20658"/>
                    <a:pt x="0" y="13307"/>
                  </a:cubicBezTo>
                  <a:cubicBezTo>
                    <a:pt x="0" y="5957"/>
                    <a:pt x="7477" y="0"/>
                    <a:pt x="16729" y="0"/>
                  </a:cubicBezTo>
                  <a:cubicBezTo>
                    <a:pt x="25981" y="0"/>
                    <a:pt x="33585" y="5957"/>
                    <a:pt x="33585" y="1330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2" name="Freeform: Shape 3211">
              <a:extLst>
                <a:ext uri="{FF2B5EF4-FFF2-40B4-BE49-F238E27FC236}">
                  <a16:creationId xmlns:a16="http://schemas.microsoft.com/office/drawing/2014/main" id="{92F6C727-31B2-AEBA-ACA1-13A76952DB0E}"/>
                </a:ext>
              </a:extLst>
            </p:cNvPr>
            <p:cNvSpPr/>
            <p:nvPr/>
          </p:nvSpPr>
          <p:spPr>
            <a:xfrm>
              <a:off x="2895917" y="5456140"/>
              <a:ext cx="33711" cy="26614"/>
            </a:xfrm>
            <a:custGeom>
              <a:avLst/>
              <a:gdLst>
                <a:gd name="connsiteX0" fmla="*/ 33712 w 33711"/>
                <a:gd name="connsiteY0" fmla="*/ 13307 h 26614"/>
                <a:gd name="connsiteX1" fmla="*/ 16856 w 33711"/>
                <a:gd name="connsiteY1" fmla="*/ 26614 h 26614"/>
                <a:gd name="connsiteX2" fmla="*/ 0 w 33711"/>
                <a:gd name="connsiteY2" fmla="*/ 13307 h 26614"/>
                <a:gd name="connsiteX3" fmla="*/ 16856 w 33711"/>
                <a:gd name="connsiteY3" fmla="*/ 0 h 26614"/>
                <a:gd name="connsiteX4" fmla="*/ 33712 w 33711"/>
                <a:gd name="connsiteY4" fmla="*/ 13307 h 26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1" h="26614">
                  <a:moveTo>
                    <a:pt x="33712" y="13307"/>
                  </a:moveTo>
                  <a:cubicBezTo>
                    <a:pt x="33712" y="20658"/>
                    <a:pt x="26234" y="26614"/>
                    <a:pt x="16856" y="26614"/>
                  </a:cubicBezTo>
                  <a:cubicBezTo>
                    <a:pt x="7477" y="26614"/>
                    <a:pt x="0" y="20658"/>
                    <a:pt x="0" y="13307"/>
                  </a:cubicBezTo>
                  <a:cubicBezTo>
                    <a:pt x="0" y="5957"/>
                    <a:pt x="7477" y="0"/>
                    <a:pt x="16856" y="0"/>
                  </a:cubicBezTo>
                  <a:cubicBezTo>
                    <a:pt x="26234" y="0"/>
                    <a:pt x="33712" y="5957"/>
                    <a:pt x="33712" y="1330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3" name="Freeform: Shape 3212">
              <a:extLst>
                <a:ext uri="{FF2B5EF4-FFF2-40B4-BE49-F238E27FC236}">
                  <a16:creationId xmlns:a16="http://schemas.microsoft.com/office/drawing/2014/main" id="{533F9DEE-0F93-6567-778E-01A34DE8ECAF}"/>
                </a:ext>
              </a:extLst>
            </p:cNvPr>
            <p:cNvSpPr/>
            <p:nvPr/>
          </p:nvSpPr>
          <p:spPr>
            <a:xfrm>
              <a:off x="2816454" y="5373381"/>
              <a:ext cx="33711" cy="26614"/>
            </a:xfrm>
            <a:custGeom>
              <a:avLst/>
              <a:gdLst>
                <a:gd name="connsiteX0" fmla="*/ 33712 w 33711"/>
                <a:gd name="connsiteY0" fmla="*/ 13307 h 26614"/>
                <a:gd name="connsiteX1" fmla="*/ 16856 w 33711"/>
                <a:gd name="connsiteY1" fmla="*/ 26614 h 26614"/>
                <a:gd name="connsiteX2" fmla="*/ 0 w 33711"/>
                <a:gd name="connsiteY2" fmla="*/ 13307 h 26614"/>
                <a:gd name="connsiteX3" fmla="*/ 16856 w 33711"/>
                <a:gd name="connsiteY3" fmla="*/ 0 h 26614"/>
                <a:gd name="connsiteX4" fmla="*/ 33712 w 33711"/>
                <a:gd name="connsiteY4" fmla="*/ 13307 h 26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1" h="26614">
                  <a:moveTo>
                    <a:pt x="33712" y="13307"/>
                  </a:moveTo>
                  <a:cubicBezTo>
                    <a:pt x="33712" y="20658"/>
                    <a:pt x="26234" y="26614"/>
                    <a:pt x="16856" y="26614"/>
                  </a:cubicBezTo>
                  <a:cubicBezTo>
                    <a:pt x="7478" y="26614"/>
                    <a:pt x="0" y="20658"/>
                    <a:pt x="0" y="13307"/>
                  </a:cubicBezTo>
                  <a:cubicBezTo>
                    <a:pt x="0" y="5957"/>
                    <a:pt x="7478" y="0"/>
                    <a:pt x="16856" y="0"/>
                  </a:cubicBezTo>
                  <a:cubicBezTo>
                    <a:pt x="26234" y="0"/>
                    <a:pt x="33712" y="5957"/>
                    <a:pt x="33712" y="1330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4" name="Freeform: Shape 3213">
              <a:extLst>
                <a:ext uri="{FF2B5EF4-FFF2-40B4-BE49-F238E27FC236}">
                  <a16:creationId xmlns:a16="http://schemas.microsoft.com/office/drawing/2014/main" id="{3DBCABD5-521D-2BF5-BEE5-A266E71255D8}"/>
                </a:ext>
              </a:extLst>
            </p:cNvPr>
            <p:cNvSpPr/>
            <p:nvPr/>
          </p:nvSpPr>
          <p:spPr>
            <a:xfrm>
              <a:off x="2741046" y="5289101"/>
              <a:ext cx="32697" cy="25981"/>
            </a:xfrm>
            <a:custGeom>
              <a:avLst/>
              <a:gdLst>
                <a:gd name="connsiteX0" fmla="*/ 32698 w 32697"/>
                <a:gd name="connsiteY0" fmla="*/ 12927 h 25981"/>
                <a:gd name="connsiteX1" fmla="*/ 16349 w 32697"/>
                <a:gd name="connsiteY1" fmla="*/ 25981 h 25981"/>
                <a:gd name="connsiteX2" fmla="*/ 0 w 32697"/>
                <a:gd name="connsiteY2" fmla="*/ 12927 h 25981"/>
                <a:gd name="connsiteX3" fmla="*/ 16349 w 32697"/>
                <a:gd name="connsiteY3" fmla="*/ 0 h 25981"/>
                <a:gd name="connsiteX4" fmla="*/ 32698 w 32697"/>
                <a:gd name="connsiteY4" fmla="*/ 12927 h 25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97" h="25981">
                  <a:moveTo>
                    <a:pt x="32698" y="12927"/>
                  </a:moveTo>
                  <a:cubicBezTo>
                    <a:pt x="32698" y="20151"/>
                    <a:pt x="25347" y="25981"/>
                    <a:pt x="16349" y="25981"/>
                  </a:cubicBezTo>
                  <a:cubicBezTo>
                    <a:pt x="7351" y="25981"/>
                    <a:pt x="0" y="20151"/>
                    <a:pt x="0" y="12927"/>
                  </a:cubicBezTo>
                  <a:cubicBezTo>
                    <a:pt x="0" y="5703"/>
                    <a:pt x="7351" y="0"/>
                    <a:pt x="16349" y="0"/>
                  </a:cubicBezTo>
                  <a:cubicBezTo>
                    <a:pt x="25347" y="0"/>
                    <a:pt x="32698" y="5830"/>
                    <a:pt x="32698" y="129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5" name="Freeform: Shape 3214">
              <a:extLst>
                <a:ext uri="{FF2B5EF4-FFF2-40B4-BE49-F238E27FC236}">
                  <a16:creationId xmlns:a16="http://schemas.microsoft.com/office/drawing/2014/main" id="{BF9FA889-492C-56CF-F949-3D5185A2C5D1}"/>
                </a:ext>
              </a:extLst>
            </p:cNvPr>
            <p:cNvSpPr/>
            <p:nvPr/>
          </p:nvSpPr>
          <p:spPr>
            <a:xfrm>
              <a:off x="2667919" y="5202034"/>
              <a:ext cx="33585" cy="26614"/>
            </a:xfrm>
            <a:custGeom>
              <a:avLst/>
              <a:gdLst>
                <a:gd name="connsiteX0" fmla="*/ 33585 w 33585"/>
                <a:gd name="connsiteY0" fmla="*/ 13308 h 26614"/>
                <a:gd name="connsiteX1" fmla="*/ 16729 w 33585"/>
                <a:gd name="connsiteY1" fmla="*/ 26615 h 26614"/>
                <a:gd name="connsiteX2" fmla="*/ 0 w 33585"/>
                <a:gd name="connsiteY2" fmla="*/ 13308 h 26614"/>
                <a:gd name="connsiteX3" fmla="*/ 16729 w 33585"/>
                <a:gd name="connsiteY3" fmla="*/ 0 h 26614"/>
                <a:gd name="connsiteX4" fmla="*/ 33585 w 33585"/>
                <a:gd name="connsiteY4" fmla="*/ 13308 h 26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85" h="26614">
                  <a:moveTo>
                    <a:pt x="33585" y="13308"/>
                  </a:moveTo>
                  <a:cubicBezTo>
                    <a:pt x="33585" y="20658"/>
                    <a:pt x="26108" y="26615"/>
                    <a:pt x="16729" y="26615"/>
                  </a:cubicBezTo>
                  <a:cubicBezTo>
                    <a:pt x="7351" y="26615"/>
                    <a:pt x="0" y="20658"/>
                    <a:pt x="0" y="13308"/>
                  </a:cubicBezTo>
                  <a:cubicBezTo>
                    <a:pt x="0" y="5957"/>
                    <a:pt x="7478" y="0"/>
                    <a:pt x="16729" y="0"/>
                  </a:cubicBezTo>
                  <a:cubicBezTo>
                    <a:pt x="25981" y="0"/>
                    <a:pt x="33585" y="5957"/>
                    <a:pt x="33585" y="1330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6" name="Freeform: Shape 3215">
              <a:extLst>
                <a:ext uri="{FF2B5EF4-FFF2-40B4-BE49-F238E27FC236}">
                  <a16:creationId xmlns:a16="http://schemas.microsoft.com/office/drawing/2014/main" id="{3713FFD7-807D-63F4-6315-821AAF47C149}"/>
                </a:ext>
              </a:extLst>
            </p:cNvPr>
            <p:cNvSpPr/>
            <p:nvPr/>
          </p:nvSpPr>
          <p:spPr>
            <a:xfrm>
              <a:off x="2599355" y="5113953"/>
              <a:ext cx="32697" cy="26107"/>
            </a:xfrm>
            <a:custGeom>
              <a:avLst/>
              <a:gdLst>
                <a:gd name="connsiteX0" fmla="*/ 32698 w 32697"/>
                <a:gd name="connsiteY0" fmla="*/ 13054 h 26107"/>
                <a:gd name="connsiteX1" fmla="*/ 16349 w 32697"/>
                <a:gd name="connsiteY1" fmla="*/ 26108 h 26107"/>
                <a:gd name="connsiteX2" fmla="*/ 0 w 32697"/>
                <a:gd name="connsiteY2" fmla="*/ 13054 h 26107"/>
                <a:gd name="connsiteX3" fmla="*/ 16349 w 32697"/>
                <a:gd name="connsiteY3" fmla="*/ 0 h 26107"/>
                <a:gd name="connsiteX4" fmla="*/ 32698 w 32697"/>
                <a:gd name="connsiteY4" fmla="*/ 13054 h 2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97" h="26107">
                  <a:moveTo>
                    <a:pt x="32698" y="13054"/>
                  </a:moveTo>
                  <a:cubicBezTo>
                    <a:pt x="32698" y="20277"/>
                    <a:pt x="25347" y="26108"/>
                    <a:pt x="16349" y="26108"/>
                  </a:cubicBezTo>
                  <a:cubicBezTo>
                    <a:pt x="7351" y="26108"/>
                    <a:pt x="0" y="20277"/>
                    <a:pt x="0" y="13054"/>
                  </a:cubicBezTo>
                  <a:cubicBezTo>
                    <a:pt x="0" y="5830"/>
                    <a:pt x="7351" y="0"/>
                    <a:pt x="16349" y="0"/>
                  </a:cubicBezTo>
                  <a:cubicBezTo>
                    <a:pt x="25347" y="0"/>
                    <a:pt x="32698" y="5830"/>
                    <a:pt x="32698" y="1305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7" name="Freeform: Shape 3216">
              <a:extLst>
                <a:ext uri="{FF2B5EF4-FFF2-40B4-BE49-F238E27FC236}">
                  <a16:creationId xmlns:a16="http://schemas.microsoft.com/office/drawing/2014/main" id="{5206A662-EDAD-82CB-6E0A-D780696640C7}"/>
                </a:ext>
              </a:extLst>
            </p:cNvPr>
            <p:cNvSpPr/>
            <p:nvPr/>
          </p:nvSpPr>
          <p:spPr>
            <a:xfrm>
              <a:off x="2533706" y="5023970"/>
              <a:ext cx="32697" cy="26107"/>
            </a:xfrm>
            <a:custGeom>
              <a:avLst/>
              <a:gdLst>
                <a:gd name="connsiteX0" fmla="*/ 32698 w 32697"/>
                <a:gd name="connsiteY0" fmla="*/ 13054 h 26107"/>
                <a:gd name="connsiteX1" fmla="*/ 16349 w 32697"/>
                <a:gd name="connsiteY1" fmla="*/ 26108 h 26107"/>
                <a:gd name="connsiteX2" fmla="*/ 0 w 32697"/>
                <a:gd name="connsiteY2" fmla="*/ 13054 h 26107"/>
                <a:gd name="connsiteX3" fmla="*/ 16349 w 32697"/>
                <a:gd name="connsiteY3" fmla="*/ 0 h 26107"/>
                <a:gd name="connsiteX4" fmla="*/ 32698 w 32697"/>
                <a:gd name="connsiteY4" fmla="*/ 13054 h 2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97" h="26107">
                  <a:moveTo>
                    <a:pt x="32698" y="13054"/>
                  </a:moveTo>
                  <a:cubicBezTo>
                    <a:pt x="32698" y="20278"/>
                    <a:pt x="25347" y="26108"/>
                    <a:pt x="16349" y="26108"/>
                  </a:cubicBezTo>
                  <a:cubicBezTo>
                    <a:pt x="7351" y="26108"/>
                    <a:pt x="0" y="20278"/>
                    <a:pt x="0" y="13054"/>
                  </a:cubicBezTo>
                  <a:cubicBezTo>
                    <a:pt x="0" y="5830"/>
                    <a:pt x="7351" y="0"/>
                    <a:pt x="16349" y="0"/>
                  </a:cubicBezTo>
                  <a:cubicBezTo>
                    <a:pt x="25347" y="0"/>
                    <a:pt x="32698" y="5830"/>
                    <a:pt x="32698" y="1305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8" name="Freeform: Shape 3217">
              <a:extLst>
                <a:ext uri="{FF2B5EF4-FFF2-40B4-BE49-F238E27FC236}">
                  <a16:creationId xmlns:a16="http://schemas.microsoft.com/office/drawing/2014/main" id="{9209112C-319B-0F0D-DAC4-0E86F7244D8A}"/>
                </a:ext>
              </a:extLst>
            </p:cNvPr>
            <p:cNvSpPr/>
            <p:nvPr/>
          </p:nvSpPr>
          <p:spPr>
            <a:xfrm>
              <a:off x="2472239" y="4932594"/>
              <a:ext cx="31937" cy="25347"/>
            </a:xfrm>
            <a:custGeom>
              <a:avLst/>
              <a:gdLst>
                <a:gd name="connsiteX0" fmla="*/ 31937 w 31937"/>
                <a:gd name="connsiteY0" fmla="*/ 12674 h 25347"/>
                <a:gd name="connsiteX1" fmla="*/ 15969 w 31937"/>
                <a:gd name="connsiteY1" fmla="*/ 25347 h 25347"/>
                <a:gd name="connsiteX2" fmla="*/ 0 w 31937"/>
                <a:gd name="connsiteY2" fmla="*/ 12674 h 25347"/>
                <a:gd name="connsiteX3" fmla="*/ 15969 w 31937"/>
                <a:gd name="connsiteY3" fmla="*/ 0 h 25347"/>
                <a:gd name="connsiteX4" fmla="*/ 31937 w 31937"/>
                <a:gd name="connsiteY4" fmla="*/ 12674 h 25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937" h="25347">
                  <a:moveTo>
                    <a:pt x="31937" y="12674"/>
                  </a:moveTo>
                  <a:cubicBezTo>
                    <a:pt x="31937" y="19644"/>
                    <a:pt x="24713" y="25347"/>
                    <a:pt x="15969" y="25347"/>
                  </a:cubicBezTo>
                  <a:cubicBezTo>
                    <a:pt x="7224" y="25347"/>
                    <a:pt x="0" y="19644"/>
                    <a:pt x="0" y="12674"/>
                  </a:cubicBezTo>
                  <a:cubicBezTo>
                    <a:pt x="0" y="5703"/>
                    <a:pt x="7224" y="0"/>
                    <a:pt x="15969" y="0"/>
                  </a:cubicBezTo>
                  <a:cubicBezTo>
                    <a:pt x="24713" y="0"/>
                    <a:pt x="31937" y="5703"/>
                    <a:pt x="31937" y="1267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9" name="Freeform: Shape 3218">
              <a:extLst>
                <a:ext uri="{FF2B5EF4-FFF2-40B4-BE49-F238E27FC236}">
                  <a16:creationId xmlns:a16="http://schemas.microsoft.com/office/drawing/2014/main" id="{D7A102DE-3159-01AB-218E-AA4A6C2D404D}"/>
                </a:ext>
              </a:extLst>
            </p:cNvPr>
            <p:cNvSpPr/>
            <p:nvPr/>
          </p:nvSpPr>
          <p:spPr>
            <a:xfrm>
              <a:off x="2413940" y="4839443"/>
              <a:ext cx="31937" cy="25347"/>
            </a:xfrm>
            <a:custGeom>
              <a:avLst/>
              <a:gdLst>
                <a:gd name="connsiteX0" fmla="*/ 31938 w 31937"/>
                <a:gd name="connsiteY0" fmla="*/ 12674 h 25347"/>
                <a:gd name="connsiteX1" fmla="*/ 15969 w 31937"/>
                <a:gd name="connsiteY1" fmla="*/ 25347 h 25347"/>
                <a:gd name="connsiteX2" fmla="*/ 0 w 31937"/>
                <a:gd name="connsiteY2" fmla="*/ 12674 h 25347"/>
                <a:gd name="connsiteX3" fmla="*/ 15969 w 31937"/>
                <a:gd name="connsiteY3" fmla="*/ 0 h 25347"/>
                <a:gd name="connsiteX4" fmla="*/ 31938 w 31937"/>
                <a:gd name="connsiteY4" fmla="*/ 12674 h 25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937" h="25347">
                  <a:moveTo>
                    <a:pt x="31938" y="12674"/>
                  </a:moveTo>
                  <a:cubicBezTo>
                    <a:pt x="31938" y="19644"/>
                    <a:pt x="24713" y="25347"/>
                    <a:pt x="15969" y="25347"/>
                  </a:cubicBezTo>
                  <a:cubicBezTo>
                    <a:pt x="7224" y="25347"/>
                    <a:pt x="0" y="19644"/>
                    <a:pt x="0" y="12674"/>
                  </a:cubicBezTo>
                  <a:cubicBezTo>
                    <a:pt x="0" y="5703"/>
                    <a:pt x="7224" y="0"/>
                    <a:pt x="15969" y="0"/>
                  </a:cubicBezTo>
                  <a:cubicBezTo>
                    <a:pt x="24713" y="0"/>
                    <a:pt x="31938" y="5703"/>
                    <a:pt x="31938" y="1267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0" name="Freeform: Shape 3219">
              <a:extLst>
                <a:ext uri="{FF2B5EF4-FFF2-40B4-BE49-F238E27FC236}">
                  <a16:creationId xmlns:a16="http://schemas.microsoft.com/office/drawing/2014/main" id="{E2FC1A36-3DD1-1004-9CAB-2A427E9286A0}"/>
                </a:ext>
              </a:extLst>
            </p:cNvPr>
            <p:cNvSpPr/>
            <p:nvPr/>
          </p:nvSpPr>
          <p:spPr>
            <a:xfrm>
              <a:off x="2359697" y="4745151"/>
              <a:ext cx="31430" cy="24840"/>
            </a:xfrm>
            <a:custGeom>
              <a:avLst/>
              <a:gdLst>
                <a:gd name="connsiteX0" fmla="*/ 31430 w 31430"/>
                <a:gd name="connsiteY0" fmla="*/ 12420 h 24840"/>
                <a:gd name="connsiteX1" fmla="*/ 15715 w 31430"/>
                <a:gd name="connsiteY1" fmla="*/ 24840 h 24840"/>
                <a:gd name="connsiteX2" fmla="*/ 0 w 31430"/>
                <a:gd name="connsiteY2" fmla="*/ 12420 h 24840"/>
                <a:gd name="connsiteX3" fmla="*/ 15715 w 31430"/>
                <a:gd name="connsiteY3" fmla="*/ 0 h 24840"/>
                <a:gd name="connsiteX4" fmla="*/ 31430 w 31430"/>
                <a:gd name="connsiteY4" fmla="*/ 12420 h 2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30" h="24840">
                  <a:moveTo>
                    <a:pt x="31430" y="12420"/>
                  </a:moveTo>
                  <a:cubicBezTo>
                    <a:pt x="31430" y="19264"/>
                    <a:pt x="24333" y="24840"/>
                    <a:pt x="15715" y="24840"/>
                  </a:cubicBezTo>
                  <a:cubicBezTo>
                    <a:pt x="7097" y="24840"/>
                    <a:pt x="0" y="19264"/>
                    <a:pt x="0" y="12420"/>
                  </a:cubicBezTo>
                  <a:cubicBezTo>
                    <a:pt x="0" y="5576"/>
                    <a:pt x="6971" y="0"/>
                    <a:pt x="15715" y="0"/>
                  </a:cubicBezTo>
                  <a:cubicBezTo>
                    <a:pt x="24460" y="0"/>
                    <a:pt x="31430" y="5576"/>
                    <a:pt x="31430" y="1242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1" name="Freeform: Shape 3220">
              <a:extLst>
                <a:ext uri="{FF2B5EF4-FFF2-40B4-BE49-F238E27FC236}">
                  <a16:creationId xmlns:a16="http://schemas.microsoft.com/office/drawing/2014/main" id="{E0634ED2-B382-5623-C4FD-FD234210DD99}"/>
                </a:ext>
              </a:extLst>
            </p:cNvPr>
            <p:cNvSpPr/>
            <p:nvPr/>
          </p:nvSpPr>
          <p:spPr>
            <a:xfrm>
              <a:off x="2309130" y="4649212"/>
              <a:ext cx="31430" cy="24840"/>
            </a:xfrm>
            <a:custGeom>
              <a:avLst/>
              <a:gdLst>
                <a:gd name="connsiteX0" fmla="*/ 31430 w 31430"/>
                <a:gd name="connsiteY0" fmla="*/ 12420 h 24840"/>
                <a:gd name="connsiteX1" fmla="*/ 15715 w 31430"/>
                <a:gd name="connsiteY1" fmla="*/ 24840 h 24840"/>
                <a:gd name="connsiteX2" fmla="*/ 0 w 31430"/>
                <a:gd name="connsiteY2" fmla="*/ 12420 h 24840"/>
                <a:gd name="connsiteX3" fmla="*/ 15715 w 31430"/>
                <a:gd name="connsiteY3" fmla="*/ 0 h 24840"/>
                <a:gd name="connsiteX4" fmla="*/ 31430 w 31430"/>
                <a:gd name="connsiteY4" fmla="*/ 12420 h 2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30" h="24840">
                  <a:moveTo>
                    <a:pt x="31430" y="12420"/>
                  </a:moveTo>
                  <a:cubicBezTo>
                    <a:pt x="31430" y="19264"/>
                    <a:pt x="24333" y="24840"/>
                    <a:pt x="15715" y="24840"/>
                  </a:cubicBezTo>
                  <a:cubicBezTo>
                    <a:pt x="7097" y="24840"/>
                    <a:pt x="0" y="19264"/>
                    <a:pt x="0" y="12420"/>
                  </a:cubicBezTo>
                  <a:cubicBezTo>
                    <a:pt x="0" y="5576"/>
                    <a:pt x="6971" y="0"/>
                    <a:pt x="15715" y="0"/>
                  </a:cubicBezTo>
                  <a:cubicBezTo>
                    <a:pt x="24460" y="0"/>
                    <a:pt x="31430" y="5576"/>
                    <a:pt x="31430" y="1242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2" name="Freeform: Shape 3221">
              <a:extLst>
                <a:ext uri="{FF2B5EF4-FFF2-40B4-BE49-F238E27FC236}">
                  <a16:creationId xmlns:a16="http://schemas.microsoft.com/office/drawing/2014/main" id="{8F47188C-2285-90DF-3AF8-230F542F0C4F}"/>
                </a:ext>
              </a:extLst>
            </p:cNvPr>
            <p:cNvSpPr/>
            <p:nvPr/>
          </p:nvSpPr>
          <p:spPr>
            <a:xfrm>
              <a:off x="2262618" y="4552259"/>
              <a:ext cx="30670" cy="24333"/>
            </a:xfrm>
            <a:custGeom>
              <a:avLst/>
              <a:gdLst>
                <a:gd name="connsiteX0" fmla="*/ 30670 w 30670"/>
                <a:gd name="connsiteY0" fmla="*/ 12167 h 24333"/>
                <a:gd name="connsiteX1" fmla="*/ 15335 w 30670"/>
                <a:gd name="connsiteY1" fmla="*/ 24333 h 24333"/>
                <a:gd name="connsiteX2" fmla="*/ 0 w 30670"/>
                <a:gd name="connsiteY2" fmla="*/ 12167 h 24333"/>
                <a:gd name="connsiteX3" fmla="*/ 15335 w 30670"/>
                <a:gd name="connsiteY3" fmla="*/ 0 h 24333"/>
                <a:gd name="connsiteX4" fmla="*/ 30670 w 30670"/>
                <a:gd name="connsiteY4" fmla="*/ 12167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70" h="24333">
                  <a:moveTo>
                    <a:pt x="30670" y="12167"/>
                  </a:moveTo>
                  <a:cubicBezTo>
                    <a:pt x="30670" y="18884"/>
                    <a:pt x="23826" y="24333"/>
                    <a:pt x="15335" y="24333"/>
                  </a:cubicBezTo>
                  <a:cubicBezTo>
                    <a:pt x="6844" y="24333"/>
                    <a:pt x="0" y="18884"/>
                    <a:pt x="0" y="12167"/>
                  </a:cubicBezTo>
                  <a:cubicBezTo>
                    <a:pt x="0" y="5450"/>
                    <a:pt x="6844" y="0"/>
                    <a:pt x="15335" y="0"/>
                  </a:cubicBezTo>
                  <a:cubicBezTo>
                    <a:pt x="23826" y="0"/>
                    <a:pt x="30670" y="5450"/>
                    <a:pt x="30670" y="121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3" name="Freeform: Shape 3222">
              <a:extLst>
                <a:ext uri="{FF2B5EF4-FFF2-40B4-BE49-F238E27FC236}">
                  <a16:creationId xmlns:a16="http://schemas.microsoft.com/office/drawing/2014/main" id="{A31C206B-CE9E-7608-BDF6-7947F576E6D7}"/>
                </a:ext>
              </a:extLst>
            </p:cNvPr>
            <p:cNvSpPr/>
            <p:nvPr/>
          </p:nvSpPr>
          <p:spPr>
            <a:xfrm>
              <a:off x="2220161" y="4454419"/>
              <a:ext cx="29909" cy="23572"/>
            </a:xfrm>
            <a:custGeom>
              <a:avLst/>
              <a:gdLst>
                <a:gd name="connsiteX0" fmla="*/ 29910 w 29909"/>
                <a:gd name="connsiteY0" fmla="*/ 11786 h 23572"/>
                <a:gd name="connsiteX1" fmla="*/ 14955 w 29909"/>
                <a:gd name="connsiteY1" fmla="*/ 23573 h 23572"/>
                <a:gd name="connsiteX2" fmla="*/ 0 w 29909"/>
                <a:gd name="connsiteY2" fmla="*/ 11786 h 23572"/>
                <a:gd name="connsiteX3" fmla="*/ 14955 w 29909"/>
                <a:gd name="connsiteY3" fmla="*/ 0 h 23572"/>
                <a:gd name="connsiteX4" fmla="*/ 29910 w 29909"/>
                <a:gd name="connsiteY4" fmla="*/ 11786 h 2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909" h="23572">
                  <a:moveTo>
                    <a:pt x="29910" y="11786"/>
                  </a:moveTo>
                  <a:cubicBezTo>
                    <a:pt x="29910" y="18376"/>
                    <a:pt x="23193" y="23573"/>
                    <a:pt x="14955" y="23573"/>
                  </a:cubicBezTo>
                  <a:cubicBezTo>
                    <a:pt x="6717" y="23573"/>
                    <a:pt x="0" y="18250"/>
                    <a:pt x="0" y="11786"/>
                  </a:cubicBezTo>
                  <a:cubicBezTo>
                    <a:pt x="0" y="5323"/>
                    <a:pt x="6717" y="0"/>
                    <a:pt x="14955" y="0"/>
                  </a:cubicBezTo>
                  <a:cubicBezTo>
                    <a:pt x="23193" y="0"/>
                    <a:pt x="29910" y="5323"/>
                    <a:pt x="29910" y="1178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4" name="Freeform: Shape 3223">
              <a:extLst>
                <a:ext uri="{FF2B5EF4-FFF2-40B4-BE49-F238E27FC236}">
                  <a16:creationId xmlns:a16="http://schemas.microsoft.com/office/drawing/2014/main" id="{D61CB084-8F13-4922-D07E-F15E79C42DFB}"/>
                </a:ext>
              </a:extLst>
            </p:cNvPr>
            <p:cNvSpPr/>
            <p:nvPr/>
          </p:nvSpPr>
          <p:spPr>
            <a:xfrm>
              <a:off x="2181253" y="4355058"/>
              <a:ext cx="29783" cy="23572"/>
            </a:xfrm>
            <a:custGeom>
              <a:avLst/>
              <a:gdLst>
                <a:gd name="connsiteX0" fmla="*/ 29783 w 29783"/>
                <a:gd name="connsiteY0" fmla="*/ 11786 h 23572"/>
                <a:gd name="connsiteX1" fmla="*/ 14955 w 29783"/>
                <a:gd name="connsiteY1" fmla="*/ 23573 h 23572"/>
                <a:gd name="connsiteX2" fmla="*/ 0 w 29783"/>
                <a:gd name="connsiteY2" fmla="*/ 11786 h 23572"/>
                <a:gd name="connsiteX3" fmla="*/ 14955 w 29783"/>
                <a:gd name="connsiteY3" fmla="*/ 0 h 23572"/>
                <a:gd name="connsiteX4" fmla="*/ 29783 w 29783"/>
                <a:gd name="connsiteY4" fmla="*/ 11786 h 2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783" h="23572">
                  <a:moveTo>
                    <a:pt x="29783" y="11786"/>
                  </a:moveTo>
                  <a:cubicBezTo>
                    <a:pt x="29783" y="18376"/>
                    <a:pt x="23193" y="23573"/>
                    <a:pt x="14955" y="23573"/>
                  </a:cubicBezTo>
                  <a:cubicBezTo>
                    <a:pt x="6717" y="23573"/>
                    <a:pt x="0" y="18250"/>
                    <a:pt x="0" y="11786"/>
                  </a:cubicBezTo>
                  <a:cubicBezTo>
                    <a:pt x="0" y="5323"/>
                    <a:pt x="6717" y="0"/>
                    <a:pt x="14955" y="0"/>
                  </a:cubicBezTo>
                  <a:cubicBezTo>
                    <a:pt x="23193" y="0"/>
                    <a:pt x="29783" y="5323"/>
                    <a:pt x="29783" y="1178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5" name="Freeform: Shape 3224">
              <a:extLst>
                <a:ext uri="{FF2B5EF4-FFF2-40B4-BE49-F238E27FC236}">
                  <a16:creationId xmlns:a16="http://schemas.microsoft.com/office/drawing/2014/main" id="{90B3695C-EEBE-DD7E-06C2-6DF8E40D27D9}"/>
                </a:ext>
              </a:extLst>
            </p:cNvPr>
            <p:cNvSpPr/>
            <p:nvPr/>
          </p:nvSpPr>
          <p:spPr>
            <a:xfrm>
              <a:off x="2146654" y="4255063"/>
              <a:ext cx="29275" cy="23192"/>
            </a:xfrm>
            <a:custGeom>
              <a:avLst/>
              <a:gdLst>
                <a:gd name="connsiteX0" fmla="*/ 29276 w 29275"/>
                <a:gd name="connsiteY0" fmla="*/ 11660 h 23192"/>
                <a:gd name="connsiteX1" fmla="*/ 14575 w 29275"/>
                <a:gd name="connsiteY1" fmla="*/ 23193 h 23192"/>
                <a:gd name="connsiteX2" fmla="*/ 0 w 29275"/>
                <a:gd name="connsiteY2" fmla="*/ 11660 h 23192"/>
                <a:gd name="connsiteX3" fmla="*/ 14575 w 29275"/>
                <a:gd name="connsiteY3" fmla="*/ 0 h 23192"/>
                <a:gd name="connsiteX4" fmla="*/ 29276 w 29275"/>
                <a:gd name="connsiteY4" fmla="*/ 11660 h 23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275" h="23192">
                  <a:moveTo>
                    <a:pt x="29276" y="11660"/>
                  </a:moveTo>
                  <a:cubicBezTo>
                    <a:pt x="29276" y="18123"/>
                    <a:pt x="22686" y="23193"/>
                    <a:pt x="14575" y="23193"/>
                  </a:cubicBezTo>
                  <a:cubicBezTo>
                    <a:pt x="6463" y="23193"/>
                    <a:pt x="0" y="17997"/>
                    <a:pt x="0" y="11660"/>
                  </a:cubicBezTo>
                  <a:cubicBezTo>
                    <a:pt x="0" y="5323"/>
                    <a:pt x="6590" y="0"/>
                    <a:pt x="14575" y="0"/>
                  </a:cubicBezTo>
                  <a:cubicBezTo>
                    <a:pt x="22559" y="0"/>
                    <a:pt x="29276" y="5196"/>
                    <a:pt x="29276" y="1166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6" name="Freeform: Shape 3225">
              <a:extLst>
                <a:ext uri="{FF2B5EF4-FFF2-40B4-BE49-F238E27FC236}">
                  <a16:creationId xmlns:a16="http://schemas.microsoft.com/office/drawing/2014/main" id="{A447E26A-A458-E3F4-BBBA-DC5B8CD56FF7}"/>
                </a:ext>
              </a:extLst>
            </p:cNvPr>
            <p:cNvSpPr/>
            <p:nvPr/>
          </p:nvSpPr>
          <p:spPr>
            <a:xfrm>
              <a:off x="2116111" y="4154308"/>
              <a:ext cx="28388" cy="22558"/>
            </a:xfrm>
            <a:custGeom>
              <a:avLst/>
              <a:gdLst>
                <a:gd name="connsiteX0" fmla="*/ 28389 w 28388"/>
                <a:gd name="connsiteY0" fmla="*/ 11279 h 22558"/>
                <a:gd name="connsiteX1" fmla="*/ 14194 w 28388"/>
                <a:gd name="connsiteY1" fmla="*/ 22559 h 22558"/>
                <a:gd name="connsiteX2" fmla="*/ 0 w 28388"/>
                <a:gd name="connsiteY2" fmla="*/ 11279 h 22558"/>
                <a:gd name="connsiteX3" fmla="*/ 14194 w 28388"/>
                <a:gd name="connsiteY3" fmla="*/ 0 h 22558"/>
                <a:gd name="connsiteX4" fmla="*/ 28389 w 28388"/>
                <a:gd name="connsiteY4" fmla="*/ 11279 h 22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388" h="22558">
                  <a:moveTo>
                    <a:pt x="28389" y="11279"/>
                  </a:moveTo>
                  <a:cubicBezTo>
                    <a:pt x="28389" y="17489"/>
                    <a:pt x="22052" y="22559"/>
                    <a:pt x="14194" y="22559"/>
                  </a:cubicBezTo>
                  <a:cubicBezTo>
                    <a:pt x="6337" y="22559"/>
                    <a:pt x="0" y="17489"/>
                    <a:pt x="0" y="11279"/>
                  </a:cubicBezTo>
                  <a:cubicBezTo>
                    <a:pt x="0" y="5069"/>
                    <a:pt x="6337" y="0"/>
                    <a:pt x="14194" y="0"/>
                  </a:cubicBezTo>
                  <a:cubicBezTo>
                    <a:pt x="22052" y="0"/>
                    <a:pt x="28389" y="5069"/>
                    <a:pt x="28389" y="1127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7" name="Freeform: Shape 3226">
              <a:extLst>
                <a:ext uri="{FF2B5EF4-FFF2-40B4-BE49-F238E27FC236}">
                  <a16:creationId xmlns:a16="http://schemas.microsoft.com/office/drawing/2014/main" id="{9F9129AA-CADA-B922-8EC4-E2DF688F7FC9}"/>
                </a:ext>
              </a:extLst>
            </p:cNvPr>
            <p:cNvSpPr/>
            <p:nvPr/>
          </p:nvSpPr>
          <p:spPr>
            <a:xfrm>
              <a:off x="2089750" y="4052919"/>
              <a:ext cx="27628" cy="21925"/>
            </a:xfrm>
            <a:custGeom>
              <a:avLst/>
              <a:gdLst>
                <a:gd name="connsiteX0" fmla="*/ 27629 w 27628"/>
                <a:gd name="connsiteY0" fmla="*/ 10899 h 21925"/>
                <a:gd name="connsiteX1" fmla="*/ 13814 w 27628"/>
                <a:gd name="connsiteY1" fmla="*/ 21925 h 21925"/>
                <a:gd name="connsiteX2" fmla="*/ 0 w 27628"/>
                <a:gd name="connsiteY2" fmla="*/ 10899 h 21925"/>
                <a:gd name="connsiteX3" fmla="*/ 13814 w 27628"/>
                <a:gd name="connsiteY3" fmla="*/ 0 h 21925"/>
                <a:gd name="connsiteX4" fmla="*/ 27629 w 27628"/>
                <a:gd name="connsiteY4" fmla="*/ 10899 h 2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28" h="21925">
                  <a:moveTo>
                    <a:pt x="27629" y="10899"/>
                  </a:moveTo>
                  <a:cubicBezTo>
                    <a:pt x="27629" y="16983"/>
                    <a:pt x="21418" y="21925"/>
                    <a:pt x="13814" y="21925"/>
                  </a:cubicBezTo>
                  <a:cubicBezTo>
                    <a:pt x="6210" y="21925"/>
                    <a:pt x="0" y="16983"/>
                    <a:pt x="0" y="10899"/>
                  </a:cubicBezTo>
                  <a:cubicBezTo>
                    <a:pt x="0" y="4816"/>
                    <a:pt x="6210" y="0"/>
                    <a:pt x="13814" y="0"/>
                  </a:cubicBezTo>
                  <a:cubicBezTo>
                    <a:pt x="21418" y="0"/>
                    <a:pt x="27629" y="4943"/>
                    <a:pt x="27629" y="1089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8" name="Freeform: Shape 3227">
              <a:extLst>
                <a:ext uri="{FF2B5EF4-FFF2-40B4-BE49-F238E27FC236}">
                  <a16:creationId xmlns:a16="http://schemas.microsoft.com/office/drawing/2014/main" id="{A8B8FCAA-81A2-336A-C2DE-9F3F394D81C3}"/>
                </a:ext>
              </a:extLst>
            </p:cNvPr>
            <p:cNvSpPr/>
            <p:nvPr/>
          </p:nvSpPr>
          <p:spPr>
            <a:xfrm>
              <a:off x="2066937" y="3950516"/>
              <a:ext cx="27628" cy="21925"/>
            </a:xfrm>
            <a:custGeom>
              <a:avLst/>
              <a:gdLst>
                <a:gd name="connsiteX0" fmla="*/ 27629 w 27628"/>
                <a:gd name="connsiteY0" fmla="*/ 10899 h 21925"/>
                <a:gd name="connsiteX1" fmla="*/ 13814 w 27628"/>
                <a:gd name="connsiteY1" fmla="*/ 21925 h 21925"/>
                <a:gd name="connsiteX2" fmla="*/ 0 w 27628"/>
                <a:gd name="connsiteY2" fmla="*/ 10899 h 21925"/>
                <a:gd name="connsiteX3" fmla="*/ 13814 w 27628"/>
                <a:gd name="connsiteY3" fmla="*/ 0 h 21925"/>
                <a:gd name="connsiteX4" fmla="*/ 27629 w 27628"/>
                <a:gd name="connsiteY4" fmla="*/ 10899 h 2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28" h="21925">
                  <a:moveTo>
                    <a:pt x="27629" y="10899"/>
                  </a:moveTo>
                  <a:cubicBezTo>
                    <a:pt x="27629" y="16983"/>
                    <a:pt x="21418" y="21925"/>
                    <a:pt x="13814" y="21925"/>
                  </a:cubicBezTo>
                  <a:cubicBezTo>
                    <a:pt x="6210" y="21925"/>
                    <a:pt x="0" y="16983"/>
                    <a:pt x="0" y="10899"/>
                  </a:cubicBezTo>
                  <a:cubicBezTo>
                    <a:pt x="0" y="4816"/>
                    <a:pt x="6210" y="0"/>
                    <a:pt x="13814" y="0"/>
                  </a:cubicBezTo>
                  <a:cubicBezTo>
                    <a:pt x="21418" y="0"/>
                    <a:pt x="27629" y="4943"/>
                    <a:pt x="27629" y="1089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9" name="Freeform: Shape 3228">
              <a:extLst>
                <a:ext uri="{FF2B5EF4-FFF2-40B4-BE49-F238E27FC236}">
                  <a16:creationId xmlns:a16="http://schemas.microsoft.com/office/drawing/2014/main" id="{1322CB7A-6305-1D82-9985-ED734BD3B859}"/>
                </a:ext>
              </a:extLst>
            </p:cNvPr>
            <p:cNvSpPr/>
            <p:nvPr/>
          </p:nvSpPr>
          <p:spPr>
            <a:xfrm>
              <a:off x="2048687" y="3847860"/>
              <a:ext cx="26868" cy="21291"/>
            </a:xfrm>
            <a:custGeom>
              <a:avLst/>
              <a:gdLst>
                <a:gd name="connsiteX0" fmla="*/ 26868 w 26868"/>
                <a:gd name="connsiteY0" fmla="*/ 10646 h 21291"/>
                <a:gd name="connsiteX1" fmla="*/ 13434 w 26868"/>
                <a:gd name="connsiteY1" fmla="*/ 21292 h 21291"/>
                <a:gd name="connsiteX2" fmla="*/ 0 w 26868"/>
                <a:gd name="connsiteY2" fmla="*/ 10646 h 21291"/>
                <a:gd name="connsiteX3" fmla="*/ 13434 w 26868"/>
                <a:gd name="connsiteY3" fmla="*/ 0 h 21291"/>
                <a:gd name="connsiteX4" fmla="*/ 26868 w 26868"/>
                <a:gd name="connsiteY4" fmla="*/ 10646 h 2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68" h="21291">
                  <a:moveTo>
                    <a:pt x="26868" y="10646"/>
                  </a:moveTo>
                  <a:cubicBezTo>
                    <a:pt x="26868" y="16602"/>
                    <a:pt x="20785" y="21292"/>
                    <a:pt x="13434" y="21292"/>
                  </a:cubicBezTo>
                  <a:cubicBezTo>
                    <a:pt x="6083" y="21292"/>
                    <a:pt x="0" y="16476"/>
                    <a:pt x="0" y="10646"/>
                  </a:cubicBezTo>
                  <a:cubicBezTo>
                    <a:pt x="0" y="4816"/>
                    <a:pt x="6083" y="0"/>
                    <a:pt x="13434" y="0"/>
                  </a:cubicBezTo>
                  <a:cubicBezTo>
                    <a:pt x="20785" y="0"/>
                    <a:pt x="26868" y="4816"/>
                    <a:pt x="26868" y="1064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0" name="Freeform: Shape 3229">
              <a:extLst>
                <a:ext uri="{FF2B5EF4-FFF2-40B4-BE49-F238E27FC236}">
                  <a16:creationId xmlns:a16="http://schemas.microsoft.com/office/drawing/2014/main" id="{0BA00732-3BEF-677D-0444-AE72B7AC52AE}"/>
                </a:ext>
              </a:extLst>
            </p:cNvPr>
            <p:cNvSpPr/>
            <p:nvPr/>
          </p:nvSpPr>
          <p:spPr>
            <a:xfrm>
              <a:off x="2034239" y="3744697"/>
              <a:ext cx="26361" cy="20784"/>
            </a:xfrm>
            <a:custGeom>
              <a:avLst/>
              <a:gdLst>
                <a:gd name="connsiteX0" fmla="*/ 26361 w 26361"/>
                <a:gd name="connsiteY0" fmla="*/ 10392 h 20784"/>
                <a:gd name="connsiteX1" fmla="*/ 13181 w 26361"/>
                <a:gd name="connsiteY1" fmla="*/ 20784 h 20784"/>
                <a:gd name="connsiteX2" fmla="*/ 0 w 26361"/>
                <a:gd name="connsiteY2" fmla="*/ 10392 h 20784"/>
                <a:gd name="connsiteX3" fmla="*/ 13181 w 26361"/>
                <a:gd name="connsiteY3" fmla="*/ 0 h 20784"/>
                <a:gd name="connsiteX4" fmla="*/ 26361 w 26361"/>
                <a:gd name="connsiteY4" fmla="*/ 10392 h 20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61" h="20784">
                  <a:moveTo>
                    <a:pt x="26361" y="10392"/>
                  </a:moveTo>
                  <a:cubicBezTo>
                    <a:pt x="26361" y="16222"/>
                    <a:pt x="20531" y="20784"/>
                    <a:pt x="13181" y="20784"/>
                  </a:cubicBezTo>
                  <a:cubicBezTo>
                    <a:pt x="5830" y="20784"/>
                    <a:pt x="0" y="16095"/>
                    <a:pt x="0" y="10392"/>
                  </a:cubicBezTo>
                  <a:cubicBezTo>
                    <a:pt x="0" y="4689"/>
                    <a:pt x="5830" y="0"/>
                    <a:pt x="13181" y="0"/>
                  </a:cubicBezTo>
                  <a:cubicBezTo>
                    <a:pt x="20531" y="0"/>
                    <a:pt x="26361" y="4689"/>
                    <a:pt x="26361" y="1039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1" name="Freeform: Shape 3230">
              <a:extLst>
                <a:ext uri="{FF2B5EF4-FFF2-40B4-BE49-F238E27FC236}">
                  <a16:creationId xmlns:a16="http://schemas.microsoft.com/office/drawing/2014/main" id="{0E15B459-C16A-0317-5D8F-5D281717F4DC}"/>
                </a:ext>
              </a:extLst>
            </p:cNvPr>
            <p:cNvSpPr/>
            <p:nvPr/>
          </p:nvSpPr>
          <p:spPr>
            <a:xfrm>
              <a:off x="2024354" y="3641281"/>
              <a:ext cx="25600" cy="20277"/>
            </a:xfrm>
            <a:custGeom>
              <a:avLst/>
              <a:gdLst>
                <a:gd name="connsiteX0" fmla="*/ 25601 w 25600"/>
                <a:gd name="connsiteY0" fmla="*/ 10139 h 20277"/>
                <a:gd name="connsiteX1" fmla="*/ 12800 w 25600"/>
                <a:gd name="connsiteY1" fmla="*/ 20278 h 20277"/>
                <a:gd name="connsiteX2" fmla="*/ 0 w 25600"/>
                <a:gd name="connsiteY2" fmla="*/ 10139 h 20277"/>
                <a:gd name="connsiteX3" fmla="*/ 12800 w 25600"/>
                <a:gd name="connsiteY3" fmla="*/ 0 h 20277"/>
                <a:gd name="connsiteX4" fmla="*/ 25601 w 25600"/>
                <a:gd name="connsiteY4" fmla="*/ 10139 h 2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00" h="20277">
                  <a:moveTo>
                    <a:pt x="25601" y="10139"/>
                  </a:moveTo>
                  <a:cubicBezTo>
                    <a:pt x="25601" y="15715"/>
                    <a:pt x="19898" y="20278"/>
                    <a:pt x="12800" y="20278"/>
                  </a:cubicBezTo>
                  <a:cubicBezTo>
                    <a:pt x="5703" y="20278"/>
                    <a:pt x="0" y="15715"/>
                    <a:pt x="0" y="10139"/>
                  </a:cubicBezTo>
                  <a:cubicBezTo>
                    <a:pt x="0" y="4562"/>
                    <a:pt x="5703" y="0"/>
                    <a:pt x="12800" y="0"/>
                  </a:cubicBezTo>
                  <a:cubicBezTo>
                    <a:pt x="19898" y="0"/>
                    <a:pt x="25601" y="4562"/>
                    <a:pt x="25601" y="1013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2" name="Freeform: Shape 3231">
              <a:extLst>
                <a:ext uri="{FF2B5EF4-FFF2-40B4-BE49-F238E27FC236}">
                  <a16:creationId xmlns:a16="http://schemas.microsoft.com/office/drawing/2014/main" id="{BF4E5D5A-FE43-CCA0-B2B9-48CF61D152D0}"/>
                </a:ext>
              </a:extLst>
            </p:cNvPr>
            <p:cNvSpPr/>
            <p:nvPr/>
          </p:nvSpPr>
          <p:spPr>
            <a:xfrm>
              <a:off x="2018524" y="3537737"/>
              <a:ext cx="24713" cy="19771"/>
            </a:xfrm>
            <a:custGeom>
              <a:avLst/>
              <a:gdLst>
                <a:gd name="connsiteX0" fmla="*/ 24713 w 24713"/>
                <a:gd name="connsiteY0" fmla="*/ 9885 h 19771"/>
                <a:gd name="connsiteX1" fmla="*/ 12420 w 24713"/>
                <a:gd name="connsiteY1" fmla="*/ 19771 h 19771"/>
                <a:gd name="connsiteX2" fmla="*/ 0 w 24713"/>
                <a:gd name="connsiteY2" fmla="*/ 9885 h 19771"/>
                <a:gd name="connsiteX3" fmla="*/ 12420 w 24713"/>
                <a:gd name="connsiteY3" fmla="*/ 0 h 19771"/>
                <a:gd name="connsiteX4" fmla="*/ 24713 w 24713"/>
                <a:gd name="connsiteY4" fmla="*/ 9885 h 1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713" h="19771">
                  <a:moveTo>
                    <a:pt x="24713" y="9885"/>
                  </a:moveTo>
                  <a:cubicBezTo>
                    <a:pt x="24713" y="15335"/>
                    <a:pt x="19137" y="19771"/>
                    <a:pt x="12420" y="19771"/>
                  </a:cubicBezTo>
                  <a:cubicBezTo>
                    <a:pt x="5703" y="19771"/>
                    <a:pt x="0" y="15335"/>
                    <a:pt x="0" y="9885"/>
                  </a:cubicBezTo>
                  <a:cubicBezTo>
                    <a:pt x="0" y="4436"/>
                    <a:pt x="5576" y="0"/>
                    <a:pt x="12420" y="0"/>
                  </a:cubicBezTo>
                  <a:cubicBezTo>
                    <a:pt x="19264" y="0"/>
                    <a:pt x="24713" y="4436"/>
                    <a:pt x="24713" y="988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3" name="Freeform: Shape 3232">
              <a:extLst>
                <a:ext uri="{FF2B5EF4-FFF2-40B4-BE49-F238E27FC236}">
                  <a16:creationId xmlns:a16="http://schemas.microsoft.com/office/drawing/2014/main" id="{7BBEB20E-8406-35EB-65B5-3B36B358243F}"/>
                </a:ext>
              </a:extLst>
            </p:cNvPr>
            <p:cNvSpPr/>
            <p:nvPr/>
          </p:nvSpPr>
          <p:spPr>
            <a:xfrm>
              <a:off x="2016750" y="3434067"/>
              <a:ext cx="24079" cy="19010"/>
            </a:xfrm>
            <a:custGeom>
              <a:avLst/>
              <a:gdLst>
                <a:gd name="connsiteX0" fmla="*/ 24080 w 24079"/>
                <a:gd name="connsiteY0" fmla="*/ 9505 h 19010"/>
                <a:gd name="connsiteX1" fmla="*/ 12040 w 24079"/>
                <a:gd name="connsiteY1" fmla="*/ 19010 h 19010"/>
                <a:gd name="connsiteX2" fmla="*/ 0 w 24079"/>
                <a:gd name="connsiteY2" fmla="*/ 9505 h 19010"/>
                <a:gd name="connsiteX3" fmla="*/ 12040 w 24079"/>
                <a:gd name="connsiteY3" fmla="*/ 0 h 19010"/>
                <a:gd name="connsiteX4" fmla="*/ 24080 w 24079"/>
                <a:gd name="connsiteY4" fmla="*/ 9505 h 19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79" h="19010">
                  <a:moveTo>
                    <a:pt x="24080" y="9505"/>
                  </a:moveTo>
                  <a:cubicBezTo>
                    <a:pt x="24080" y="14701"/>
                    <a:pt x="18757" y="19010"/>
                    <a:pt x="12040" y="19010"/>
                  </a:cubicBezTo>
                  <a:cubicBezTo>
                    <a:pt x="5323" y="19010"/>
                    <a:pt x="0" y="14701"/>
                    <a:pt x="0" y="9505"/>
                  </a:cubicBezTo>
                  <a:cubicBezTo>
                    <a:pt x="0" y="4309"/>
                    <a:pt x="5323" y="0"/>
                    <a:pt x="12040" y="0"/>
                  </a:cubicBezTo>
                  <a:cubicBezTo>
                    <a:pt x="18757" y="0"/>
                    <a:pt x="24080" y="4183"/>
                    <a:pt x="24080" y="950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4" name="Freeform: Shape 3233">
              <a:extLst>
                <a:ext uri="{FF2B5EF4-FFF2-40B4-BE49-F238E27FC236}">
                  <a16:creationId xmlns:a16="http://schemas.microsoft.com/office/drawing/2014/main" id="{7CE20351-72BE-F787-08A7-F84F0BDD3B56}"/>
                </a:ext>
              </a:extLst>
            </p:cNvPr>
            <p:cNvSpPr/>
            <p:nvPr/>
          </p:nvSpPr>
          <p:spPr>
            <a:xfrm>
              <a:off x="2019285" y="3330397"/>
              <a:ext cx="23319" cy="18503"/>
            </a:xfrm>
            <a:custGeom>
              <a:avLst/>
              <a:gdLst>
                <a:gd name="connsiteX0" fmla="*/ 23319 w 23319"/>
                <a:gd name="connsiteY0" fmla="*/ 9252 h 18503"/>
                <a:gd name="connsiteX1" fmla="*/ 11660 w 23319"/>
                <a:gd name="connsiteY1" fmla="*/ 18503 h 18503"/>
                <a:gd name="connsiteX2" fmla="*/ 0 w 23319"/>
                <a:gd name="connsiteY2" fmla="*/ 9252 h 18503"/>
                <a:gd name="connsiteX3" fmla="*/ 11660 w 23319"/>
                <a:gd name="connsiteY3" fmla="*/ 0 h 18503"/>
                <a:gd name="connsiteX4" fmla="*/ 23319 w 23319"/>
                <a:gd name="connsiteY4" fmla="*/ 9252 h 18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319" h="18503">
                  <a:moveTo>
                    <a:pt x="23319" y="9252"/>
                  </a:moveTo>
                  <a:cubicBezTo>
                    <a:pt x="23319" y="14321"/>
                    <a:pt x="18123" y="18503"/>
                    <a:pt x="11660" y="18503"/>
                  </a:cubicBezTo>
                  <a:cubicBezTo>
                    <a:pt x="5196" y="18503"/>
                    <a:pt x="0" y="14321"/>
                    <a:pt x="0" y="9252"/>
                  </a:cubicBezTo>
                  <a:cubicBezTo>
                    <a:pt x="0" y="4182"/>
                    <a:pt x="5196" y="0"/>
                    <a:pt x="11660" y="0"/>
                  </a:cubicBezTo>
                  <a:cubicBezTo>
                    <a:pt x="18123" y="0"/>
                    <a:pt x="23319" y="4182"/>
                    <a:pt x="23319" y="925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5" name="Freeform: Shape 3234">
              <a:extLst>
                <a:ext uri="{FF2B5EF4-FFF2-40B4-BE49-F238E27FC236}">
                  <a16:creationId xmlns:a16="http://schemas.microsoft.com/office/drawing/2014/main" id="{FE2C3548-8797-32FE-7264-30C4A6DCE0C7}"/>
                </a:ext>
              </a:extLst>
            </p:cNvPr>
            <p:cNvSpPr/>
            <p:nvPr/>
          </p:nvSpPr>
          <p:spPr>
            <a:xfrm>
              <a:off x="2025875" y="3226854"/>
              <a:ext cx="22558" cy="17869"/>
            </a:xfrm>
            <a:custGeom>
              <a:avLst/>
              <a:gdLst>
                <a:gd name="connsiteX0" fmla="*/ 22559 w 22558"/>
                <a:gd name="connsiteY0" fmla="*/ 8871 h 17869"/>
                <a:gd name="connsiteX1" fmla="*/ 11279 w 22558"/>
                <a:gd name="connsiteY1" fmla="*/ 17870 h 17869"/>
                <a:gd name="connsiteX2" fmla="*/ 0 w 22558"/>
                <a:gd name="connsiteY2" fmla="*/ 8871 h 17869"/>
                <a:gd name="connsiteX3" fmla="*/ 11279 w 22558"/>
                <a:gd name="connsiteY3" fmla="*/ 0 h 17869"/>
                <a:gd name="connsiteX4" fmla="*/ 22559 w 22558"/>
                <a:gd name="connsiteY4" fmla="*/ 8871 h 1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8" h="17869">
                  <a:moveTo>
                    <a:pt x="22559" y="8871"/>
                  </a:moveTo>
                  <a:cubicBezTo>
                    <a:pt x="22559" y="13814"/>
                    <a:pt x="17489" y="17870"/>
                    <a:pt x="11279" y="17870"/>
                  </a:cubicBezTo>
                  <a:cubicBezTo>
                    <a:pt x="5069" y="17870"/>
                    <a:pt x="0" y="13814"/>
                    <a:pt x="0" y="8871"/>
                  </a:cubicBezTo>
                  <a:cubicBezTo>
                    <a:pt x="0" y="3929"/>
                    <a:pt x="5069" y="0"/>
                    <a:pt x="11279" y="0"/>
                  </a:cubicBezTo>
                  <a:cubicBezTo>
                    <a:pt x="17489" y="0"/>
                    <a:pt x="22559" y="4055"/>
                    <a:pt x="22559" y="887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6" name="Freeform: Shape 3235">
              <a:extLst>
                <a:ext uri="{FF2B5EF4-FFF2-40B4-BE49-F238E27FC236}">
                  <a16:creationId xmlns:a16="http://schemas.microsoft.com/office/drawing/2014/main" id="{CBD5E051-8CF0-3EFF-17B4-C926436860D7}"/>
                </a:ext>
              </a:extLst>
            </p:cNvPr>
            <p:cNvSpPr/>
            <p:nvPr/>
          </p:nvSpPr>
          <p:spPr>
            <a:xfrm>
              <a:off x="2036647" y="3123438"/>
              <a:ext cx="21798" cy="17236"/>
            </a:xfrm>
            <a:custGeom>
              <a:avLst/>
              <a:gdLst>
                <a:gd name="connsiteX0" fmla="*/ 21799 w 21798"/>
                <a:gd name="connsiteY0" fmla="*/ 8618 h 17236"/>
                <a:gd name="connsiteX1" fmla="*/ 10899 w 21798"/>
                <a:gd name="connsiteY1" fmla="*/ 17236 h 17236"/>
                <a:gd name="connsiteX2" fmla="*/ 0 w 21798"/>
                <a:gd name="connsiteY2" fmla="*/ 8618 h 17236"/>
                <a:gd name="connsiteX3" fmla="*/ 10899 w 21798"/>
                <a:gd name="connsiteY3" fmla="*/ 0 h 17236"/>
                <a:gd name="connsiteX4" fmla="*/ 21799 w 21798"/>
                <a:gd name="connsiteY4" fmla="*/ 8618 h 17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798" h="17236">
                  <a:moveTo>
                    <a:pt x="21799" y="8618"/>
                  </a:moveTo>
                  <a:cubicBezTo>
                    <a:pt x="21799" y="13434"/>
                    <a:pt x="16856" y="17236"/>
                    <a:pt x="10899" y="17236"/>
                  </a:cubicBezTo>
                  <a:cubicBezTo>
                    <a:pt x="4943" y="17236"/>
                    <a:pt x="0" y="13307"/>
                    <a:pt x="0" y="8618"/>
                  </a:cubicBezTo>
                  <a:cubicBezTo>
                    <a:pt x="0" y="3929"/>
                    <a:pt x="4943" y="0"/>
                    <a:pt x="10899" y="0"/>
                  </a:cubicBezTo>
                  <a:cubicBezTo>
                    <a:pt x="16856" y="0"/>
                    <a:pt x="21799" y="3929"/>
                    <a:pt x="21799" y="86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7" name="Freeform: Shape 3236">
              <a:extLst>
                <a:ext uri="{FF2B5EF4-FFF2-40B4-BE49-F238E27FC236}">
                  <a16:creationId xmlns:a16="http://schemas.microsoft.com/office/drawing/2014/main" id="{9C7549BA-543A-C615-4E4C-920ADF1B4CFA}"/>
                </a:ext>
              </a:extLst>
            </p:cNvPr>
            <p:cNvSpPr/>
            <p:nvPr/>
          </p:nvSpPr>
          <p:spPr>
            <a:xfrm>
              <a:off x="2051983" y="3020655"/>
              <a:ext cx="20277" cy="16222"/>
            </a:xfrm>
            <a:custGeom>
              <a:avLst/>
              <a:gdLst>
                <a:gd name="connsiteX0" fmla="*/ 20278 w 20277"/>
                <a:gd name="connsiteY0" fmla="*/ 8111 h 16222"/>
                <a:gd name="connsiteX1" fmla="*/ 10139 w 20277"/>
                <a:gd name="connsiteY1" fmla="*/ 16222 h 16222"/>
                <a:gd name="connsiteX2" fmla="*/ 0 w 20277"/>
                <a:gd name="connsiteY2" fmla="*/ 8111 h 16222"/>
                <a:gd name="connsiteX3" fmla="*/ 10139 w 20277"/>
                <a:gd name="connsiteY3" fmla="*/ 0 h 16222"/>
                <a:gd name="connsiteX4" fmla="*/ 20278 w 20277"/>
                <a:gd name="connsiteY4" fmla="*/ 8111 h 1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277" h="16222">
                  <a:moveTo>
                    <a:pt x="20278" y="8111"/>
                  </a:moveTo>
                  <a:cubicBezTo>
                    <a:pt x="20278" y="12547"/>
                    <a:pt x="15715" y="16222"/>
                    <a:pt x="10139" y="16222"/>
                  </a:cubicBezTo>
                  <a:cubicBezTo>
                    <a:pt x="4563" y="16222"/>
                    <a:pt x="0" y="12674"/>
                    <a:pt x="0" y="8111"/>
                  </a:cubicBezTo>
                  <a:cubicBezTo>
                    <a:pt x="0" y="3549"/>
                    <a:pt x="4563" y="0"/>
                    <a:pt x="10139" y="0"/>
                  </a:cubicBezTo>
                  <a:cubicBezTo>
                    <a:pt x="15715" y="0"/>
                    <a:pt x="20278" y="3675"/>
                    <a:pt x="20278" y="811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8" name="Freeform: Shape 3237">
              <a:extLst>
                <a:ext uri="{FF2B5EF4-FFF2-40B4-BE49-F238E27FC236}">
                  <a16:creationId xmlns:a16="http://schemas.microsoft.com/office/drawing/2014/main" id="{FEB5EBFB-B79D-7293-3CAD-C5535DB370FF}"/>
                </a:ext>
              </a:extLst>
            </p:cNvPr>
            <p:cNvSpPr/>
            <p:nvPr/>
          </p:nvSpPr>
          <p:spPr>
            <a:xfrm>
              <a:off x="2070866" y="2917999"/>
              <a:ext cx="19644" cy="15588"/>
            </a:xfrm>
            <a:custGeom>
              <a:avLst/>
              <a:gdLst>
                <a:gd name="connsiteX0" fmla="*/ 19644 w 19644"/>
                <a:gd name="connsiteY0" fmla="*/ 7858 h 15588"/>
                <a:gd name="connsiteX1" fmla="*/ 9885 w 19644"/>
                <a:gd name="connsiteY1" fmla="*/ 15589 h 15588"/>
                <a:gd name="connsiteX2" fmla="*/ 0 w 19644"/>
                <a:gd name="connsiteY2" fmla="*/ 7858 h 15588"/>
                <a:gd name="connsiteX3" fmla="*/ 9885 w 19644"/>
                <a:gd name="connsiteY3" fmla="*/ 0 h 15588"/>
                <a:gd name="connsiteX4" fmla="*/ 19644 w 19644"/>
                <a:gd name="connsiteY4" fmla="*/ 7858 h 1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44" h="15588">
                  <a:moveTo>
                    <a:pt x="19644" y="7858"/>
                  </a:moveTo>
                  <a:cubicBezTo>
                    <a:pt x="19644" y="12167"/>
                    <a:pt x="15208" y="15589"/>
                    <a:pt x="9885" y="15589"/>
                  </a:cubicBezTo>
                  <a:cubicBezTo>
                    <a:pt x="4563" y="15589"/>
                    <a:pt x="0" y="12167"/>
                    <a:pt x="0" y="7858"/>
                  </a:cubicBezTo>
                  <a:cubicBezTo>
                    <a:pt x="0" y="3549"/>
                    <a:pt x="4436" y="0"/>
                    <a:pt x="9885" y="0"/>
                  </a:cubicBezTo>
                  <a:cubicBezTo>
                    <a:pt x="15335" y="0"/>
                    <a:pt x="19644" y="3422"/>
                    <a:pt x="19644" y="785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9" name="Freeform: Shape 3238">
              <a:extLst>
                <a:ext uri="{FF2B5EF4-FFF2-40B4-BE49-F238E27FC236}">
                  <a16:creationId xmlns:a16="http://schemas.microsoft.com/office/drawing/2014/main" id="{0B5D123F-56F0-54AC-DE5F-E33BA7AD986C}"/>
                </a:ext>
              </a:extLst>
            </p:cNvPr>
            <p:cNvSpPr/>
            <p:nvPr/>
          </p:nvSpPr>
          <p:spPr>
            <a:xfrm>
              <a:off x="2094312" y="2816103"/>
              <a:ext cx="18250" cy="14447"/>
            </a:xfrm>
            <a:custGeom>
              <a:avLst/>
              <a:gdLst>
                <a:gd name="connsiteX0" fmla="*/ 18250 w 18250"/>
                <a:gd name="connsiteY0" fmla="*/ 7224 h 14447"/>
                <a:gd name="connsiteX1" fmla="*/ 9125 w 18250"/>
                <a:gd name="connsiteY1" fmla="*/ 14448 h 14447"/>
                <a:gd name="connsiteX2" fmla="*/ 0 w 18250"/>
                <a:gd name="connsiteY2" fmla="*/ 7224 h 14447"/>
                <a:gd name="connsiteX3" fmla="*/ 9125 w 18250"/>
                <a:gd name="connsiteY3" fmla="*/ 0 h 14447"/>
                <a:gd name="connsiteX4" fmla="*/ 18250 w 18250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7">
                  <a:moveTo>
                    <a:pt x="18250" y="7224"/>
                  </a:moveTo>
                  <a:cubicBezTo>
                    <a:pt x="18250" y="11279"/>
                    <a:pt x="14194" y="14448"/>
                    <a:pt x="9125" y="14448"/>
                  </a:cubicBezTo>
                  <a:cubicBezTo>
                    <a:pt x="4056" y="14448"/>
                    <a:pt x="0" y="11279"/>
                    <a:pt x="0" y="7224"/>
                  </a:cubicBezTo>
                  <a:cubicBezTo>
                    <a:pt x="0" y="3168"/>
                    <a:pt x="4056" y="0"/>
                    <a:pt x="9125" y="0"/>
                  </a:cubicBezTo>
                  <a:cubicBezTo>
                    <a:pt x="14194" y="0"/>
                    <a:pt x="18250" y="3168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0" name="Freeform: Shape 3239">
              <a:extLst>
                <a:ext uri="{FF2B5EF4-FFF2-40B4-BE49-F238E27FC236}">
                  <a16:creationId xmlns:a16="http://schemas.microsoft.com/office/drawing/2014/main" id="{358CE392-9111-928B-6FE3-477350772F37}"/>
                </a:ext>
              </a:extLst>
            </p:cNvPr>
            <p:cNvSpPr/>
            <p:nvPr/>
          </p:nvSpPr>
          <p:spPr>
            <a:xfrm>
              <a:off x="2121561" y="2714588"/>
              <a:ext cx="17489" cy="13940"/>
            </a:xfrm>
            <a:custGeom>
              <a:avLst/>
              <a:gdLst>
                <a:gd name="connsiteX0" fmla="*/ 17490 w 17489"/>
                <a:gd name="connsiteY0" fmla="*/ 6970 h 13940"/>
                <a:gd name="connsiteX1" fmla="*/ 8745 w 17489"/>
                <a:gd name="connsiteY1" fmla="*/ 13941 h 13940"/>
                <a:gd name="connsiteX2" fmla="*/ 0 w 17489"/>
                <a:gd name="connsiteY2" fmla="*/ 6970 h 13940"/>
                <a:gd name="connsiteX3" fmla="*/ 8745 w 17489"/>
                <a:gd name="connsiteY3" fmla="*/ 0 h 13940"/>
                <a:gd name="connsiteX4" fmla="*/ 17490 w 17489"/>
                <a:gd name="connsiteY4" fmla="*/ 6970 h 13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89" h="13940">
                  <a:moveTo>
                    <a:pt x="17490" y="6970"/>
                  </a:moveTo>
                  <a:cubicBezTo>
                    <a:pt x="17490" y="10772"/>
                    <a:pt x="13561" y="13941"/>
                    <a:pt x="8745" y="13941"/>
                  </a:cubicBezTo>
                  <a:cubicBezTo>
                    <a:pt x="3929" y="13941"/>
                    <a:pt x="0" y="10899"/>
                    <a:pt x="0" y="6970"/>
                  </a:cubicBezTo>
                  <a:cubicBezTo>
                    <a:pt x="0" y="3042"/>
                    <a:pt x="3929" y="0"/>
                    <a:pt x="8745" y="0"/>
                  </a:cubicBezTo>
                  <a:cubicBezTo>
                    <a:pt x="13561" y="0"/>
                    <a:pt x="17490" y="3042"/>
                    <a:pt x="17490" y="69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1" name="Freeform: Shape 3240">
              <a:extLst>
                <a:ext uri="{FF2B5EF4-FFF2-40B4-BE49-F238E27FC236}">
                  <a16:creationId xmlns:a16="http://schemas.microsoft.com/office/drawing/2014/main" id="{7E69F8C8-5799-4F0D-AD25-347AFFBD60A9}"/>
                </a:ext>
              </a:extLst>
            </p:cNvPr>
            <p:cNvSpPr/>
            <p:nvPr/>
          </p:nvSpPr>
          <p:spPr>
            <a:xfrm>
              <a:off x="2152864" y="2613959"/>
              <a:ext cx="16729" cy="13180"/>
            </a:xfrm>
            <a:custGeom>
              <a:avLst/>
              <a:gdLst>
                <a:gd name="connsiteX0" fmla="*/ 16729 w 16729"/>
                <a:gd name="connsiteY0" fmla="*/ 6590 h 13180"/>
                <a:gd name="connsiteX1" fmla="*/ 8365 w 16729"/>
                <a:gd name="connsiteY1" fmla="*/ 13180 h 13180"/>
                <a:gd name="connsiteX2" fmla="*/ 0 w 16729"/>
                <a:gd name="connsiteY2" fmla="*/ 6590 h 13180"/>
                <a:gd name="connsiteX3" fmla="*/ 8365 w 16729"/>
                <a:gd name="connsiteY3" fmla="*/ 0 h 13180"/>
                <a:gd name="connsiteX4" fmla="*/ 16729 w 16729"/>
                <a:gd name="connsiteY4" fmla="*/ 6590 h 13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9" h="13180">
                  <a:moveTo>
                    <a:pt x="16729" y="6590"/>
                  </a:moveTo>
                  <a:cubicBezTo>
                    <a:pt x="16729" y="10266"/>
                    <a:pt x="12927" y="13180"/>
                    <a:pt x="8365" y="13180"/>
                  </a:cubicBezTo>
                  <a:cubicBezTo>
                    <a:pt x="3802" y="13180"/>
                    <a:pt x="0" y="10266"/>
                    <a:pt x="0" y="6590"/>
                  </a:cubicBezTo>
                  <a:cubicBezTo>
                    <a:pt x="0" y="2915"/>
                    <a:pt x="3675" y="0"/>
                    <a:pt x="8365" y="0"/>
                  </a:cubicBezTo>
                  <a:cubicBezTo>
                    <a:pt x="13054" y="0"/>
                    <a:pt x="16729" y="2915"/>
                    <a:pt x="16729" y="659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2" name="Freeform: Shape 3241">
              <a:extLst>
                <a:ext uri="{FF2B5EF4-FFF2-40B4-BE49-F238E27FC236}">
                  <a16:creationId xmlns:a16="http://schemas.microsoft.com/office/drawing/2014/main" id="{AA1334E6-7A44-F06C-FC03-B01E339E76B4}"/>
                </a:ext>
              </a:extLst>
            </p:cNvPr>
            <p:cNvSpPr/>
            <p:nvPr/>
          </p:nvSpPr>
          <p:spPr>
            <a:xfrm>
              <a:off x="2188097" y="2513964"/>
              <a:ext cx="15968" cy="12673"/>
            </a:xfrm>
            <a:custGeom>
              <a:avLst/>
              <a:gdLst>
                <a:gd name="connsiteX0" fmla="*/ 15969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9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9" y="6337"/>
                  </a:moveTo>
                  <a:cubicBezTo>
                    <a:pt x="15969" y="9759"/>
                    <a:pt x="12420" y="12674"/>
                    <a:pt x="7984" y="12674"/>
                  </a:cubicBezTo>
                  <a:cubicBezTo>
                    <a:pt x="3549" y="12674"/>
                    <a:pt x="0" y="9885"/>
                    <a:pt x="0" y="6337"/>
                  </a:cubicBezTo>
                  <a:cubicBezTo>
                    <a:pt x="0" y="2788"/>
                    <a:pt x="3549" y="0"/>
                    <a:pt x="7984" y="0"/>
                  </a:cubicBezTo>
                  <a:cubicBezTo>
                    <a:pt x="12420" y="0"/>
                    <a:pt x="15969" y="2788"/>
                    <a:pt x="15969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3" name="Freeform: Shape 3242">
              <a:extLst>
                <a:ext uri="{FF2B5EF4-FFF2-40B4-BE49-F238E27FC236}">
                  <a16:creationId xmlns:a16="http://schemas.microsoft.com/office/drawing/2014/main" id="{1A51E0C5-EC01-747C-8C5D-2DA29CAD699D}"/>
                </a:ext>
              </a:extLst>
            </p:cNvPr>
            <p:cNvSpPr/>
            <p:nvPr/>
          </p:nvSpPr>
          <p:spPr>
            <a:xfrm>
              <a:off x="2227892" y="2415110"/>
              <a:ext cx="14447" cy="11533"/>
            </a:xfrm>
            <a:custGeom>
              <a:avLst/>
              <a:gdLst>
                <a:gd name="connsiteX0" fmla="*/ 14448 w 14447"/>
                <a:gd name="connsiteY0" fmla="*/ 5830 h 11533"/>
                <a:gd name="connsiteX1" fmla="*/ 7224 w 14447"/>
                <a:gd name="connsiteY1" fmla="*/ 11533 h 11533"/>
                <a:gd name="connsiteX2" fmla="*/ 0 w 14447"/>
                <a:gd name="connsiteY2" fmla="*/ 5830 h 11533"/>
                <a:gd name="connsiteX3" fmla="*/ 7224 w 14447"/>
                <a:gd name="connsiteY3" fmla="*/ 0 h 11533"/>
                <a:gd name="connsiteX4" fmla="*/ 14448 w 14447"/>
                <a:gd name="connsiteY4" fmla="*/ 5830 h 11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47" h="11533">
                  <a:moveTo>
                    <a:pt x="14448" y="5830"/>
                  </a:moveTo>
                  <a:cubicBezTo>
                    <a:pt x="14448" y="8998"/>
                    <a:pt x="11153" y="11533"/>
                    <a:pt x="7224" y="11533"/>
                  </a:cubicBezTo>
                  <a:cubicBezTo>
                    <a:pt x="3295" y="11533"/>
                    <a:pt x="0" y="8998"/>
                    <a:pt x="0" y="5830"/>
                  </a:cubicBezTo>
                  <a:cubicBezTo>
                    <a:pt x="0" y="2662"/>
                    <a:pt x="3295" y="0"/>
                    <a:pt x="7224" y="0"/>
                  </a:cubicBezTo>
                  <a:cubicBezTo>
                    <a:pt x="11153" y="0"/>
                    <a:pt x="14448" y="2535"/>
                    <a:pt x="14448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4" name="Freeform: Shape 3243">
              <a:extLst>
                <a:ext uri="{FF2B5EF4-FFF2-40B4-BE49-F238E27FC236}">
                  <a16:creationId xmlns:a16="http://schemas.microsoft.com/office/drawing/2014/main" id="{4A38051D-A950-03FC-D456-466C762CBC10}"/>
                </a:ext>
              </a:extLst>
            </p:cNvPr>
            <p:cNvSpPr/>
            <p:nvPr/>
          </p:nvSpPr>
          <p:spPr>
            <a:xfrm>
              <a:off x="2271236" y="2317270"/>
              <a:ext cx="13687" cy="10899"/>
            </a:xfrm>
            <a:custGeom>
              <a:avLst/>
              <a:gdLst>
                <a:gd name="connsiteX0" fmla="*/ 13687 w 13687"/>
                <a:gd name="connsiteY0" fmla="*/ 5450 h 10899"/>
                <a:gd name="connsiteX1" fmla="*/ 6844 w 13687"/>
                <a:gd name="connsiteY1" fmla="*/ 10899 h 10899"/>
                <a:gd name="connsiteX2" fmla="*/ 0 w 13687"/>
                <a:gd name="connsiteY2" fmla="*/ 5450 h 10899"/>
                <a:gd name="connsiteX3" fmla="*/ 6844 w 13687"/>
                <a:gd name="connsiteY3" fmla="*/ 0 h 10899"/>
                <a:gd name="connsiteX4" fmla="*/ 13687 w 13687"/>
                <a:gd name="connsiteY4" fmla="*/ 5450 h 10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87" h="10899">
                  <a:moveTo>
                    <a:pt x="13687" y="5450"/>
                  </a:moveTo>
                  <a:cubicBezTo>
                    <a:pt x="13687" y="8491"/>
                    <a:pt x="10519" y="10899"/>
                    <a:pt x="6844" y="10899"/>
                  </a:cubicBezTo>
                  <a:cubicBezTo>
                    <a:pt x="3168" y="10899"/>
                    <a:pt x="0" y="8491"/>
                    <a:pt x="0" y="5450"/>
                  </a:cubicBezTo>
                  <a:cubicBezTo>
                    <a:pt x="0" y="2408"/>
                    <a:pt x="3042" y="0"/>
                    <a:pt x="6844" y="0"/>
                  </a:cubicBezTo>
                  <a:cubicBezTo>
                    <a:pt x="10646" y="0"/>
                    <a:pt x="13687" y="2408"/>
                    <a:pt x="13687" y="545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5" name="Freeform: Shape 3244">
              <a:extLst>
                <a:ext uri="{FF2B5EF4-FFF2-40B4-BE49-F238E27FC236}">
                  <a16:creationId xmlns:a16="http://schemas.microsoft.com/office/drawing/2014/main" id="{59E1F623-C1F6-14CE-6756-D14C9390A9EF}"/>
                </a:ext>
              </a:extLst>
            </p:cNvPr>
            <p:cNvSpPr/>
            <p:nvPr/>
          </p:nvSpPr>
          <p:spPr>
            <a:xfrm>
              <a:off x="2318255" y="2220317"/>
              <a:ext cx="13053" cy="10519"/>
            </a:xfrm>
            <a:custGeom>
              <a:avLst/>
              <a:gdLst>
                <a:gd name="connsiteX0" fmla="*/ 13054 w 13053"/>
                <a:gd name="connsiteY0" fmla="*/ 5323 h 10519"/>
                <a:gd name="connsiteX1" fmla="*/ 6463 w 13053"/>
                <a:gd name="connsiteY1" fmla="*/ 10519 h 10519"/>
                <a:gd name="connsiteX2" fmla="*/ 0 w 13053"/>
                <a:gd name="connsiteY2" fmla="*/ 5323 h 10519"/>
                <a:gd name="connsiteX3" fmla="*/ 6463 w 13053"/>
                <a:gd name="connsiteY3" fmla="*/ 0 h 10519"/>
                <a:gd name="connsiteX4" fmla="*/ 13054 w 13053"/>
                <a:gd name="connsiteY4" fmla="*/ 5323 h 10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53" h="10519">
                  <a:moveTo>
                    <a:pt x="13054" y="5323"/>
                  </a:moveTo>
                  <a:lnTo>
                    <a:pt x="6463" y="10519"/>
                  </a:lnTo>
                  <a:lnTo>
                    <a:pt x="0" y="5323"/>
                  </a:lnTo>
                  <a:lnTo>
                    <a:pt x="6463" y="0"/>
                  </a:lnTo>
                  <a:lnTo>
                    <a:pt x="13054" y="532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6" name="Freeform: Shape 3245">
              <a:extLst>
                <a:ext uri="{FF2B5EF4-FFF2-40B4-BE49-F238E27FC236}">
                  <a16:creationId xmlns:a16="http://schemas.microsoft.com/office/drawing/2014/main" id="{98D01112-B24D-4900-02CB-AE95ECF87EA5}"/>
                </a:ext>
              </a:extLst>
            </p:cNvPr>
            <p:cNvSpPr/>
            <p:nvPr/>
          </p:nvSpPr>
          <p:spPr>
            <a:xfrm>
              <a:off x="2369710" y="2125138"/>
              <a:ext cx="11533" cy="9125"/>
            </a:xfrm>
            <a:custGeom>
              <a:avLst/>
              <a:gdLst>
                <a:gd name="connsiteX0" fmla="*/ 11533 w 11533"/>
                <a:gd name="connsiteY0" fmla="*/ 4563 h 9125"/>
                <a:gd name="connsiteX1" fmla="*/ 5703 w 11533"/>
                <a:gd name="connsiteY1" fmla="*/ 9125 h 9125"/>
                <a:gd name="connsiteX2" fmla="*/ 0 w 11533"/>
                <a:gd name="connsiteY2" fmla="*/ 4563 h 9125"/>
                <a:gd name="connsiteX3" fmla="*/ 5703 w 11533"/>
                <a:gd name="connsiteY3" fmla="*/ 0 h 9125"/>
                <a:gd name="connsiteX4" fmla="*/ 11533 w 11533"/>
                <a:gd name="connsiteY4" fmla="*/ 4563 h 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33" h="9125">
                  <a:moveTo>
                    <a:pt x="11533" y="4563"/>
                  </a:moveTo>
                  <a:lnTo>
                    <a:pt x="5703" y="9125"/>
                  </a:lnTo>
                  <a:lnTo>
                    <a:pt x="0" y="4563"/>
                  </a:lnTo>
                  <a:lnTo>
                    <a:pt x="5703" y="0"/>
                  </a:lnTo>
                  <a:lnTo>
                    <a:pt x="11533" y="456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7" name="Freeform: Shape 3246">
              <a:extLst>
                <a:ext uri="{FF2B5EF4-FFF2-40B4-BE49-F238E27FC236}">
                  <a16:creationId xmlns:a16="http://schemas.microsoft.com/office/drawing/2014/main" id="{2F1FC521-4E02-6F68-1BA4-32F3F6FE1B20}"/>
                </a:ext>
              </a:extLst>
            </p:cNvPr>
            <p:cNvSpPr/>
            <p:nvPr/>
          </p:nvSpPr>
          <p:spPr>
            <a:xfrm>
              <a:off x="2424460" y="2030720"/>
              <a:ext cx="10899" cy="8744"/>
            </a:xfrm>
            <a:custGeom>
              <a:avLst/>
              <a:gdLst>
                <a:gd name="connsiteX0" fmla="*/ 10899 w 10899"/>
                <a:gd name="connsiteY0" fmla="*/ 4309 h 8744"/>
                <a:gd name="connsiteX1" fmla="*/ 5450 w 10899"/>
                <a:gd name="connsiteY1" fmla="*/ 8745 h 8744"/>
                <a:gd name="connsiteX2" fmla="*/ 0 w 10899"/>
                <a:gd name="connsiteY2" fmla="*/ 4309 h 8744"/>
                <a:gd name="connsiteX3" fmla="*/ 5450 w 10899"/>
                <a:gd name="connsiteY3" fmla="*/ 0 h 8744"/>
                <a:gd name="connsiteX4" fmla="*/ 10899 w 10899"/>
                <a:gd name="connsiteY4" fmla="*/ 4309 h 8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899" h="8744">
                  <a:moveTo>
                    <a:pt x="10899" y="4309"/>
                  </a:moveTo>
                  <a:lnTo>
                    <a:pt x="5450" y="8745"/>
                  </a:lnTo>
                  <a:lnTo>
                    <a:pt x="0" y="4309"/>
                  </a:lnTo>
                  <a:lnTo>
                    <a:pt x="5450" y="0"/>
                  </a:lnTo>
                  <a:lnTo>
                    <a:pt x="10899" y="430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8" name="Freeform: Shape 3247">
              <a:extLst>
                <a:ext uri="{FF2B5EF4-FFF2-40B4-BE49-F238E27FC236}">
                  <a16:creationId xmlns:a16="http://schemas.microsoft.com/office/drawing/2014/main" id="{7D9D1462-8827-5B14-3E69-E9FBCA24176F}"/>
                </a:ext>
              </a:extLst>
            </p:cNvPr>
            <p:cNvSpPr/>
            <p:nvPr/>
          </p:nvSpPr>
          <p:spPr>
            <a:xfrm>
              <a:off x="2483012" y="1937823"/>
              <a:ext cx="10265" cy="8111"/>
            </a:xfrm>
            <a:custGeom>
              <a:avLst/>
              <a:gdLst>
                <a:gd name="connsiteX0" fmla="*/ 10266 w 10265"/>
                <a:gd name="connsiteY0" fmla="*/ 4056 h 8111"/>
                <a:gd name="connsiteX1" fmla="*/ 5070 w 10265"/>
                <a:gd name="connsiteY1" fmla="*/ 8111 h 8111"/>
                <a:gd name="connsiteX2" fmla="*/ 0 w 10265"/>
                <a:gd name="connsiteY2" fmla="*/ 4056 h 8111"/>
                <a:gd name="connsiteX3" fmla="*/ 5070 w 10265"/>
                <a:gd name="connsiteY3" fmla="*/ 0 h 8111"/>
                <a:gd name="connsiteX4" fmla="*/ 10266 w 10265"/>
                <a:gd name="connsiteY4" fmla="*/ 4056 h 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5" h="8111">
                  <a:moveTo>
                    <a:pt x="10266" y="4056"/>
                  </a:moveTo>
                  <a:lnTo>
                    <a:pt x="5070" y="8111"/>
                  </a:lnTo>
                  <a:lnTo>
                    <a:pt x="0" y="4056"/>
                  </a:lnTo>
                  <a:lnTo>
                    <a:pt x="5070" y="0"/>
                  </a:lnTo>
                  <a:lnTo>
                    <a:pt x="10266" y="405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9" name="Freeform: Shape 3248">
              <a:extLst>
                <a:ext uri="{FF2B5EF4-FFF2-40B4-BE49-F238E27FC236}">
                  <a16:creationId xmlns:a16="http://schemas.microsoft.com/office/drawing/2014/main" id="{E65DC01A-6259-2D7A-D058-FCBAA291312D}"/>
                </a:ext>
              </a:extLst>
            </p:cNvPr>
            <p:cNvSpPr/>
            <p:nvPr/>
          </p:nvSpPr>
          <p:spPr>
            <a:xfrm>
              <a:off x="2545366" y="1846446"/>
              <a:ext cx="9378" cy="7604"/>
            </a:xfrm>
            <a:custGeom>
              <a:avLst/>
              <a:gdLst>
                <a:gd name="connsiteX0" fmla="*/ 9379 w 9378"/>
                <a:gd name="connsiteY0" fmla="*/ 3802 h 7604"/>
                <a:gd name="connsiteX1" fmla="*/ 4689 w 9378"/>
                <a:gd name="connsiteY1" fmla="*/ 7604 h 7604"/>
                <a:gd name="connsiteX2" fmla="*/ 0 w 9378"/>
                <a:gd name="connsiteY2" fmla="*/ 3802 h 7604"/>
                <a:gd name="connsiteX3" fmla="*/ 4689 w 9378"/>
                <a:gd name="connsiteY3" fmla="*/ 0 h 7604"/>
                <a:gd name="connsiteX4" fmla="*/ 9379 w 9378"/>
                <a:gd name="connsiteY4" fmla="*/ 3802 h 7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78" h="7604">
                  <a:moveTo>
                    <a:pt x="9379" y="3802"/>
                  </a:moveTo>
                  <a:lnTo>
                    <a:pt x="4689" y="7604"/>
                  </a:lnTo>
                  <a:lnTo>
                    <a:pt x="0" y="3802"/>
                  </a:lnTo>
                  <a:lnTo>
                    <a:pt x="4689" y="0"/>
                  </a:lnTo>
                  <a:lnTo>
                    <a:pt x="9379" y="380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0" name="Freeform: Shape 3249">
              <a:extLst>
                <a:ext uri="{FF2B5EF4-FFF2-40B4-BE49-F238E27FC236}">
                  <a16:creationId xmlns:a16="http://schemas.microsoft.com/office/drawing/2014/main" id="{EBC5F353-71FB-6C92-1E94-4CEEFA2ED75B}"/>
                </a:ext>
              </a:extLst>
            </p:cNvPr>
            <p:cNvSpPr/>
            <p:nvPr/>
          </p:nvSpPr>
          <p:spPr>
            <a:xfrm>
              <a:off x="2611649" y="1756971"/>
              <a:ext cx="7984" cy="6463"/>
            </a:xfrm>
            <a:custGeom>
              <a:avLst/>
              <a:gdLst>
                <a:gd name="connsiteX0" fmla="*/ 7984 w 7984"/>
                <a:gd name="connsiteY0" fmla="*/ 3168 h 6463"/>
                <a:gd name="connsiteX1" fmla="*/ 3929 w 7984"/>
                <a:gd name="connsiteY1" fmla="*/ 6463 h 6463"/>
                <a:gd name="connsiteX2" fmla="*/ 0 w 7984"/>
                <a:gd name="connsiteY2" fmla="*/ 3168 h 6463"/>
                <a:gd name="connsiteX3" fmla="*/ 3929 w 7984"/>
                <a:gd name="connsiteY3" fmla="*/ 0 h 6463"/>
                <a:gd name="connsiteX4" fmla="*/ 7984 w 7984"/>
                <a:gd name="connsiteY4" fmla="*/ 3168 h 6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84" h="6463">
                  <a:moveTo>
                    <a:pt x="7984" y="3168"/>
                  </a:moveTo>
                  <a:lnTo>
                    <a:pt x="3929" y="6463"/>
                  </a:lnTo>
                  <a:lnTo>
                    <a:pt x="0" y="3168"/>
                  </a:lnTo>
                  <a:lnTo>
                    <a:pt x="3929" y="0"/>
                  </a:lnTo>
                  <a:lnTo>
                    <a:pt x="7984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1" name="Freeform: Shape 3250">
              <a:extLst>
                <a:ext uri="{FF2B5EF4-FFF2-40B4-BE49-F238E27FC236}">
                  <a16:creationId xmlns:a16="http://schemas.microsoft.com/office/drawing/2014/main" id="{401A0298-1317-E4EC-08D2-ABB3F9C866F0}"/>
                </a:ext>
              </a:extLst>
            </p:cNvPr>
            <p:cNvSpPr/>
            <p:nvPr/>
          </p:nvSpPr>
          <p:spPr>
            <a:xfrm>
              <a:off x="2681100" y="1668889"/>
              <a:ext cx="7223" cy="5829"/>
            </a:xfrm>
            <a:custGeom>
              <a:avLst/>
              <a:gdLst>
                <a:gd name="connsiteX0" fmla="*/ 7224 w 7223"/>
                <a:gd name="connsiteY0" fmla="*/ 2915 h 5829"/>
                <a:gd name="connsiteX1" fmla="*/ 3675 w 7223"/>
                <a:gd name="connsiteY1" fmla="*/ 5830 h 5829"/>
                <a:gd name="connsiteX2" fmla="*/ 0 w 7223"/>
                <a:gd name="connsiteY2" fmla="*/ 2915 h 5829"/>
                <a:gd name="connsiteX3" fmla="*/ 3675 w 7223"/>
                <a:gd name="connsiteY3" fmla="*/ 0 h 5829"/>
                <a:gd name="connsiteX4" fmla="*/ 7224 w 7223"/>
                <a:gd name="connsiteY4" fmla="*/ 2915 h 5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23" h="5829">
                  <a:moveTo>
                    <a:pt x="7224" y="2915"/>
                  </a:moveTo>
                  <a:lnTo>
                    <a:pt x="3675" y="5830"/>
                  </a:lnTo>
                  <a:lnTo>
                    <a:pt x="0" y="2915"/>
                  </a:lnTo>
                  <a:lnTo>
                    <a:pt x="3675" y="0"/>
                  </a:lnTo>
                  <a:lnTo>
                    <a:pt x="7224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2" name="Freeform: Shape 3251">
              <a:extLst>
                <a:ext uri="{FF2B5EF4-FFF2-40B4-BE49-F238E27FC236}">
                  <a16:creationId xmlns:a16="http://schemas.microsoft.com/office/drawing/2014/main" id="{812960F6-EF13-7DDD-C120-144128EE64CD}"/>
                </a:ext>
              </a:extLst>
            </p:cNvPr>
            <p:cNvSpPr/>
            <p:nvPr/>
          </p:nvSpPr>
          <p:spPr>
            <a:xfrm>
              <a:off x="2754480" y="1582962"/>
              <a:ext cx="5703" cy="4562"/>
            </a:xfrm>
            <a:custGeom>
              <a:avLst/>
              <a:gdLst>
                <a:gd name="connsiteX0" fmla="*/ 5703 w 5703"/>
                <a:gd name="connsiteY0" fmla="*/ 2281 h 4562"/>
                <a:gd name="connsiteX1" fmla="*/ 2915 w 5703"/>
                <a:gd name="connsiteY1" fmla="*/ 4563 h 4562"/>
                <a:gd name="connsiteX2" fmla="*/ 0 w 5703"/>
                <a:gd name="connsiteY2" fmla="*/ 2281 h 4562"/>
                <a:gd name="connsiteX3" fmla="*/ 2915 w 5703"/>
                <a:gd name="connsiteY3" fmla="*/ 0 h 4562"/>
                <a:gd name="connsiteX4" fmla="*/ 5703 w 5703"/>
                <a:gd name="connsiteY4" fmla="*/ 2281 h 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03" h="4562">
                  <a:moveTo>
                    <a:pt x="5703" y="2281"/>
                  </a:moveTo>
                  <a:lnTo>
                    <a:pt x="2915" y="4563"/>
                  </a:lnTo>
                  <a:lnTo>
                    <a:pt x="0" y="2281"/>
                  </a:lnTo>
                  <a:lnTo>
                    <a:pt x="2915" y="0"/>
                  </a:lnTo>
                  <a:lnTo>
                    <a:pt x="5703" y="22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3" name="Freeform: Shape 3252">
              <a:extLst>
                <a:ext uri="{FF2B5EF4-FFF2-40B4-BE49-F238E27FC236}">
                  <a16:creationId xmlns:a16="http://schemas.microsoft.com/office/drawing/2014/main" id="{A299AC19-7EB6-B949-4039-D2785442665E}"/>
                </a:ext>
              </a:extLst>
            </p:cNvPr>
            <p:cNvSpPr/>
            <p:nvPr/>
          </p:nvSpPr>
          <p:spPr>
            <a:xfrm>
              <a:off x="2830902" y="1498429"/>
              <a:ext cx="5069" cy="4182"/>
            </a:xfrm>
            <a:custGeom>
              <a:avLst/>
              <a:gdLst>
                <a:gd name="connsiteX0" fmla="*/ 5070 w 5069"/>
                <a:gd name="connsiteY0" fmla="*/ 2028 h 4182"/>
                <a:gd name="connsiteX1" fmla="*/ 2535 w 5069"/>
                <a:gd name="connsiteY1" fmla="*/ 4182 h 4182"/>
                <a:gd name="connsiteX2" fmla="*/ 0 w 5069"/>
                <a:gd name="connsiteY2" fmla="*/ 2028 h 4182"/>
                <a:gd name="connsiteX3" fmla="*/ 2535 w 5069"/>
                <a:gd name="connsiteY3" fmla="*/ 0 h 4182"/>
                <a:gd name="connsiteX4" fmla="*/ 5070 w 5069"/>
                <a:gd name="connsiteY4" fmla="*/ 2028 h 4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9" h="4182">
                  <a:moveTo>
                    <a:pt x="5070" y="2028"/>
                  </a:moveTo>
                  <a:lnTo>
                    <a:pt x="2535" y="4182"/>
                  </a:lnTo>
                  <a:lnTo>
                    <a:pt x="0" y="2028"/>
                  </a:lnTo>
                  <a:lnTo>
                    <a:pt x="2535" y="0"/>
                  </a:lnTo>
                  <a:lnTo>
                    <a:pt x="5070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4" name="Freeform: Shape 3253">
              <a:extLst>
                <a:ext uri="{FF2B5EF4-FFF2-40B4-BE49-F238E27FC236}">
                  <a16:creationId xmlns:a16="http://schemas.microsoft.com/office/drawing/2014/main" id="{E68F5E17-8681-2388-953B-79888C04B8C7}"/>
                </a:ext>
              </a:extLst>
            </p:cNvPr>
            <p:cNvSpPr/>
            <p:nvPr/>
          </p:nvSpPr>
          <p:spPr>
            <a:xfrm>
              <a:off x="2910999" y="1416304"/>
              <a:ext cx="3548" cy="2914"/>
            </a:xfrm>
            <a:custGeom>
              <a:avLst/>
              <a:gdLst>
                <a:gd name="connsiteX0" fmla="*/ 3549 w 3548"/>
                <a:gd name="connsiteY0" fmla="*/ 1394 h 2914"/>
                <a:gd name="connsiteX1" fmla="*/ 1774 w 3548"/>
                <a:gd name="connsiteY1" fmla="*/ 2915 h 2914"/>
                <a:gd name="connsiteX2" fmla="*/ 0 w 3548"/>
                <a:gd name="connsiteY2" fmla="*/ 1394 h 2914"/>
                <a:gd name="connsiteX3" fmla="*/ 1774 w 3548"/>
                <a:gd name="connsiteY3" fmla="*/ 0 h 2914"/>
                <a:gd name="connsiteX4" fmla="*/ 3549 w 3548"/>
                <a:gd name="connsiteY4" fmla="*/ 1394 h 2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914">
                  <a:moveTo>
                    <a:pt x="3549" y="1394"/>
                  </a:moveTo>
                  <a:lnTo>
                    <a:pt x="1774" y="2915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9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5" name="Freeform: Shape 3254">
              <a:extLst>
                <a:ext uri="{FF2B5EF4-FFF2-40B4-BE49-F238E27FC236}">
                  <a16:creationId xmlns:a16="http://schemas.microsoft.com/office/drawing/2014/main" id="{3650B822-C05C-5D3F-4C1C-F45B76FEA7DD}"/>
                </a:ext>
              </a:extLst>
            </p:cNvPr>
            <p:cNvSpPr/>
            <p:nvPr/>
          </p:nvSpPr>
          <p:spPr>
            <a:xfrm>
              <a:off x="2994391" y="1336207"/>
              <a:ext cx="2154" cy="1647"/>
            </a:xfrm>
            <a:custGeom>
              <a:avLst/>
              <a:gdLst>
                <a:gd name="connsiteX0" fmla="*/ 2154 w 2154"/>
                <a:gd name="connsiteY0" fmla="*/ 887 h 1647"/>
                <a:gd name="connsiteX1" fmla="*/ 1141 w 2154"/>
                <a:gd name="connsiteY1" fmla="*/ 1648 h 1647"/>
                <a:gd name="connsiteX2" fmla="*/ 0 w 2154"/>
                <a:gd name="connsiteY2" fmla="*/ 887 h 1647"/>
                <a:gd name="connsiteX3" fmla="*/ 1141 w 2154"/>
                <a:gd name="connsiteY3" fmla="*/ 0 h 1647"/>
                <a:gd name="connsiteX4" fmla="*/ 2154 w 2154"/>
                <a:gd name="connsiteY4" fmla="*/ 887 h 1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4" h="1647">
                  <a:moveTo>
                    <a:pt x="2154" y="887"/>
                  </a:moveTo>
                  <a:lnTo>
                    <a:pt x="1141" y="1648"/>
                  </a:lnTo>
                  <a:lnTo>
                    <a:pt x="0" y="887"/>
                  </a:lnTo>
                  <a:lnTo>
                    <a:pt x="1141" y="0"/>
                  </a:lnTo>
                  <a:lnTo>
                    <a:pt x="2154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6" name="Freeform: Shape 3255">
              <a:extLst>
                <a:ext uri="{FF2B5EF4-FFF2-40B4-BE49-F238E27FC236}">
                  <a16:creationId xmlns:a16="http://schemas.microsoft.com/office/drawing/2014/main" id="{4ED493B8-F6DE-B19A-2094-D2ACD0F6D7E6}"/>
                </a:ext>
              </a:extLst>
            </p:cNvPr>
            <p:cNvSpPr/>
            <p:nvPr/>
          </p:nvSpPr>
          <p:spPr>
            <a:xfrm>
              <a:off x="3080191" y="1257631"/>
              <a:ext cx="2154" cy="1647"/>
            </a:xfrm>
            <a:custGeom>
              <a:avLst/>
              <a:gdLst>
                <a:gd name="connsiteX0" fmla="*/ 2155 w 2154"/>
                <a:gd name="connsiteY0" fmla="*/ 760 h 1647"/>
                <a:gd name="connsiteX1" fmla="*/ 1141 w 2154"/>
                <a:gd name="connsiteY1" fmla="*/ 1648 h 1647"/>
                <a:gd name="connsiteX2" fmla="*/ 0 w 2154"/>
                <a:gd name="connsiteY2" fmla="*/ 760 h 1647"/>
                <a:gd name="connsiteX3" fmla="*/ 1141 w 2154"/>
                <a:gd name="connsiteY3" fmla="*/ 0 h 1647"/>
                <a:gd name="connsiteX4" fmla="*/ 2155 w 2154"/>
                <a:gd name="connsiteY4" fmla="*/ 760 h 1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4" h="1647">
                  <a:moveTo>
                    <a:pt x="2155" y="760"/>
                  </a:moveTo>
                  <a:lnTo>
                    <a:pt x="1141" y="1648"/>
                  </a:lnTo>
                  <a:lnTo>
                    <a:pt x="0" y="760"/>
                  </a:lnTo>
                  <a:lnTo>
                    <a:pt x="1141" y="0"/>
                  </a:lnTo>
                  <a:lnTo>
                    <a:pt x="2155" y="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7" name="Freeform: Shape 3256">
              <a:extLst>
                <a:ext uri="{FF2B5EF4-FFF2-40B4-BE49-F238E27FC236}">
                  <a16:creationId xmlns:a16="http://schemas.microsoft.com/office/drawing/2014/main" id="{020A0CE5-FEDB-DEF4-3B18-FC1A779C7C7D}"/>
                </a:ext>
              </a:extLst>
            </p:cNvPr>
            <p:cNvSpPr/>
            <p:nvPr/>
          </p:nvSpPr>
          <p:spPr>
            <a:xfrm>
              <a:off x="3169920" y="1181843"/>
              <a:ext cx="633" cy="506"/>
            </a:xfrm>
            <a:custGeom>
              <a:avLst/>
              <a:gdLst>
                <a:gd name="connsiteX0" fmla="*/ 634 w 633"/>
                <a:gd name="connsiteY0" fmla="*/ 253 h 506"/>
                <a:gd name="connsiteX1" fmla="*/ 380 w 633"/>
                <a:gd name="connsiteY1" fmla="*/ 507 h 506"/>
                <a:gd name="connsiteX2" fmla="*/ 0 w 633"/>
                <a:gd name="connsiteY2" fmla="*/ 253 h 506"/>
                <a:gd name="connsiteX3" fmla="*/ 380 w 633"/>
                <a:gd name="connsiteY3" fmla="*/ 0 h 506"/>
                <a:gd name="connsiteX4" fmla="*/ 634 w 633"/>
                <a:gd name="connsiteY4" fmla="*/ 253 h 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" h="506">
                  <a:moveTo>
                    <a:pt x="634" y="253"/>
                  </a:moveTo>
                  <a:lnTo>
                    <a:pt x="380" y="507"/>
                  </a:lnTo>
                  <a:lnTo>
                    <a:pt x="0" y="253"/>
                  </a:lnTo>
                  <a:lnTo>
                    <a:pt x="380" y="0"/>
                  </a:lnTo>
                  <a:lnTo>
                    <a:pt x="634" y="25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8" name="Freeform: Shape 3257">
              <a:extLst>
                <a:ext uri="{FF2B5EF4-FFF2-40B4-BE49-F238E27FC236}">
                  <a16:creationId xmlns:a16="http://schemas.microsoft.com/office/drawing/2014/main" id="{8D2E32C0-52D7-3338-0210-B36AE90D8C48}"/>
                </a:ext>
              </a:extLst>
            </p:cNvPr>
            <p:cNvSpPr/>
            <p:nvPr/>
          </p:nvSpPr>
          <p:spPr>
            <a:xfrm>
              <a:off x="3262058" y="1107829"/>
              <a:ext cx="380" cy="253"/>
            </a:xfrm>
            <a:custGeom>
              <a:avLst/>
              <a:gdLst>
                <a:gd name="connsiteX0" fmla="*/ 380 w 380"/>
                <a:gd name="connsiteY0" fmla="*/ 127 h 253"/>
                <a:gd name="connsiteX1" fmla="*/ 253 w 380"/>
                <a:gd name="connsiteY1" fmla="*/ 254 h 253"/>
                <a:gd name="connsiteX2" fmla="*/ 0 w 380"/>
                <a:gd name="connsiteY2" fmla="*/ 127 h 253"/>
                <a:gd name="connsiteX3" fmla="*/ 253 w 380"/>
                <a:gd name="connsiteY3" fmla="*/ 0 h 253"/>
                <a:gd name="connsiteX4" fmla="*/ 380 w 380"/>
                <a:gd name="connsiteY4" fmla="*/ 127 h 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" h="253">
                  <a:moveTo>
                    <a:pt x="380" y="127"/>
                  </a:moveTo>
                  <a:lnTo>
                    <a:pt x="253" y="254"/>
                  </a:lnTo>
                  <a:lnTo>
                    <a:pt x="0" y="127"/>
                  </a:lnTo>
                  <a:lnTo>
                    <a:pt x="253" y="0"/>
                  </a:lnTo>
                  <a:lnTo>
                    <a:pt x="380" y="12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9" name="Freeform: Shape 3258">
              <a:extLst>
                <a:ext uri="{FF2B5EF4-FFF2-40B4-BE49-F238E27FC236}">
                  <a16:creationId xmlns:a16="http://schemas.microsoft.com/office/drawing/2014/main" id="{96D9F3BE-99D7-B65D-2918-7302C4A5838B}"/>
                </a:ext>
              </a:extLst>
            </p:cNvPr>
            <p:cNvSpPr/>
            <p:nvPr/>
          </p:nvSpPr>
          <p:spPr>
            <a:xfrm>
              <a:off x="3356476" y="1035590"/>
              <a:ext cx="1267" cy="1140"/>
            </a:xfrm>
            <a:custGeom>
              <a:avLst/>
              <a:gdLst>
                <a:gd name="connsiteX0" fmla="*/ 1267 w 1267"/>
                <a:gd name="connsiteY0" fmla="*/ 634 h 1140"/>
                <a:gd name="connsiteX1" fmla="*/ 634 w 1267"/>
                <a:gd name="connsiteY1" fmla="*/ 1141 h 1140"/>
                <a:gd name="connsiteX2" fmla="*/ 0 w 1267"/>
                <a:gd name="connsiteY2" fmla="*/ 634 h 1140"/>
                <a:gd name="connsiteX3" fmla="*/ 634 w 1267"/>
                <a:gd name="connsiteY3" fmla="*/ 0 h 1140"/>
                <a:gd name="connsiteX4" fmla="*/ 1267 w 1267"/>
                <a:gd name="connsiteY4" fmla="*/ 634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7" h="1140">
                  <a:moveTo>
                    <a:pt x="1267" y="634"/>
                  </a:moveTo>
                  <a:lnTo>
                    <a:pt x="634" y="1141"/>
                  </a:lnTo>
                  <a:lnTo>
                    <a:pt x="0" y="634"/>
                  </a:lnTo>
                  <a:lnTo>
                    <a:pt x="634" y="0"/>
                  </a:lnTo>
                  <a:lnTo>
                    <a:pt x="1267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0" name="Freeform: Shape 3259">
              <a:extLst>
                <a:ext uri="{FF2B5EF4-FFF2-40B4-BE49-F238E27FC236}">
                  <a16:creationId xmlns:a16="http://schemas.microsoft.com/office/drawing/2014/main" id="{B6658D29-78D6-363E-5D98-062FA03144A6}"/>
                </a:ext>
              </a:extLst>
            </p:cNvPr>
            <p:cNvSpPr/>
            <p:nvPr/>
          </p:nvSpPr>
          <p:spPr>
            <a:xfrm>
              <a:off x="3454189" y="966265"/>
              <a:ext cx="1267" cy="1140"/>
            </a:xfrm>
            <a:custGeom>
              <a:avLst/>
              <a:gdLst>
                <a:gd name="connsiteX0" fmla="*/ 1267 w 1267"/>
                <a:gd name="connsiteY0" fmla="*/ 634 h 1140"/>
                <a:gd name="connsiteX1" fmla="*/ 634 w 1267"/>
                <a:gd name="connsiteY1" fmla="*/ 1141 h 1140"/>
                <a:gd name="connsiteX2" fmla="*/ 0 w 1267"/>
                <a:gd name="connsiteY2" fmla="*/ 634 h 1140"/>
                <a:gd name="connsiteX3" fmla="*/ 634 w 1267"/>
                <a:gd name="connsiteY3" fmla="*/ 0 h 1140"/>
                <a:gd name="connsiteX4" fmla="*/ 1267 w 1267"/>
                <a:gd name="connsiteY4" fmla="*/ 634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7" h="1140">
                  <a:moveTo>
                    <a:pt x="1267" y="634"/>
                  </a:moveTo>
                  <a:lnTo>
                    <a:pt x="634" y="1141"/>
                  </a:lnTo>
                  <a:lnTo>
                    <a:pt x="0" y="634"/>
                  </a:lnTo>
                  <a:lnTo>
                    <a:pt x="634" y="0"/>
                  </a:lnTo>
                  <a:lnTo>
                    <a:pt x="1267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1" name="Freeform: Shape 3260">
              <a:extLst>
                <a:ext uri="{FF2B5EF4-FFF2-40B4-BE49-F238E27FC236}">
                  <a16:creationId xmlns:a16="http://schemas.microsoft.com/office/drawing/2014/main" id="{71AF3406-5FF5-9C8B-9BD5-D744472143F9}"/>
                </a:ext>
              </a:extLst>
            </p:cNvPr>
            <p:cNvSpPr/>
            <p:nvPr/>
          </p:nvSpPr>
          <p:spPr>
            <a:xfrm>
              <a:off x="3554057" y="899095"/>
              <a:ext cx="2408" cy="1901"/>
            </a:xfrm>
            <a:custGeom>
              <a:avLst/>
              <a:gdLst>
                <a:gd name="connsiteX0" fmla="*/ 2408 w 2408"/>
                <a:gd name="connsiteY0" fmla="*/ 887 h 1901"/>
                <a:gd name="connsiteX1" fmla="*/ 1267 w 2408"/>
                <a:gd name="connsiteY1" fmla="*/ 1901 h 1901"/>
                <a:gd name="connsiteX2" fmla="*/ 0 w 2408"/>
                <a:gd name="connsiteY2" fmla="*/ 887 h 1901"/>
                <a:gd name="connsiteX3" fmla="*/ 1267 w 2408"/>
                <a:gd name="connsiteY3" fmla="*/ 0 h 1901"/>
                <a:gd name="connsiteX4" fmla="*/ 2408 w 2408"/>
                <a:gd name="connsiteY4" fmla="*/ 887 h 1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8" h="1901">
                  <a:moveTo>
                    <a:pt x="2408" y="887"/>
                  </a:moveTo>
                  <a:lnTo>
                    <a:pt x="1267" y="1901"/>
                  </a:lnTo>
                  <a:lnTo>
                    <a:pt x="0" y="887"/>
                  </a:lnTo>
                  <a:lnTo>
                    <a:pt x="1267" y="0"/>
                  </a:lnTo>
                  <a:lnTo>
                    <a:pt x="2408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2" name="Freeform: Shape 3261">
              <a:extLst>
                <a:ext uri="{FF2B5EF4-FFF2-40B4-BE49-F238E27FC236}">
                  <a16:creationId xmlns:a16="http://schemas.microsoft.com/office/drawing/2014/main" id="{A5BE5546-D1D1-EB5A-203F-18CEBD10B44C}"/>
                </a:ext>
              </a:extLst>
            </p:cNvPr>
            <p:cNvSpPr/>
            <p:nvPr/>
          </p:nvSpPr>
          <p:spPr>
            <a:xfrm>
              <a:off x="3656586" y="834333"/>
              <a:ext cx="3548" cy="2788"/>
            </a:xfrm>
            <a:custGeom>
              <a:avLst/>
              <a:gdLst>
                <a:gd name="connsiteX0" fmla="*/ 3549 w 3548"/>
                <a:gd name="connsiteY0" fmla="*/ 1394 h 2788"/>
                <a:gd name="connsiteX1" fmla="*/ 1774 w 3548"/>
                <a:gd name="connsiteY1" fmla="*/ 2788 h 2788"/>
                <a:gd name="connsiteX2" fmla="*/ 0 w 3548"/>
                <a:gd name="connsiteY2" fmla="*/ 1394 h 2788"/>
                <a:gd name="connsiteX3" fmla="*/ 1774 w 3548"/>
                <a:gd name="connsiteY3" fmla="*/ 0 h 2788"/>
                <a:gd name="connsiteX4" fmla="*/ 3549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9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9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3" name="Freeform: Shape 3262">
              <a:extLst>
                <a:ext uri="{FF2B5EF4-FFF2-40B4-BE49-F238E27FC236}">
                  <a16:creationId xmlns:a16="http://schemas.microsoft.com/office/drawing/2014/main" id="{38D2B427-27E5-BD2E-A8F6-0069980AFBBC}"/>
                </a:ext>
              </a:extLst>
            </p:cNvPr>
            <p:cNvSpPr/>
            <p:nvPr/>
          </p:nvSpPr>
          <p:spPr>
            <a:xfrm>
              <a:off x="3761904" y="772486"/>
              <a:ext cx="4055" cy="3168"/>
            </a:xfrm>
            <a:custGeom>
              <a:avLst/>
              <a:gdLst>
                <a:gd name="connsiteX0" fmla="*/ 4056 w 4055"/>
                <a:gd name="connsiteY0" fmla="*/ 1521 h 3168"/>
                <a:gd name="connsiteX1" fmla="*/ 2028 w 4055"/>
                <a:gd name="connsiteY1" fmla="*/ 3168 h 3168"/>
                <a:gd name="connsiteX2" fmla="*/ 0 w 4055"/>
                <a:gd name="connsiteY2" fmla="*/ 1521 h 3168"/>
                <a:gd name="connsiteX3" fmla="*/ 2028 w 4055"/>
                <a:gd name="connsiteY3" fmla="*/ 0 h 3168"/>
                <a:gd name="connsiteX4" fmla="*/ 4056 w 4055"/>
                <a:gd name="connsiteY4" fmla="*/ 1521 h 3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5" h="3168">
                  <a:moveTo>
                    <a:pt x="4056" y="1521"/>
                  </a:moveTo>
                  <a:lnTo>
                    <a:pt x="2028" y="3168"/>
                  </a:lnTo>
                  <a:lnTo>
                    <a:pt x="0" y="1521"/>
                  </a:lnTo>
                  <a:lnTo>
                    <a:pt x="2028" y="0"/>
                  </a:lnTo>
                  <a:lnTo>
                    <a:pt x="4056" y="152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4" name="Freeform: Shape 3263">
              <a:extLst>
                <a:ext uri="{FF2B5EF4-FFF2-40B4-BE49-F238E27FC236}">
                  <a16:creationId xmlns:a16="http://schemas.microsoft.com/office/drawing/2014/main" id="{3372F9F8-CF16-9AAC-9E6B-5DDF08805B1C}"/>
                </a:ext>
              </a:extLst>
            </p:cNvPr>
            <p:cNvSpPr/>
            <p:nvPr/>
          </p:nvSpPr>
          <p:spPr>
            <a:xfrm>
              <a:off x="3869249" y="713047"/>
              <a:ext cx="5323" cy="4182"/>
            </a:xfrm>
            <a:custGeom>
              <a:avLst/>
              <a:gdLst>
                <a:gd name="connsiteX0" fmla="*/ 5323 w 5323"/>
                <a:gd name="connsiteY0" fmla="*/ 2028 h 4182"/>
                <a:gd name="connsiteX1" fmla="*/ 2662 w 5323"/>
                <a:gd name="connsiteY1" fmla="*/ 4182 h 4182"/>
                <a:gd name="connsiteX2" fmla="*/ 0 w 5323"/>
                <a:gd name="connsiteY2" fmla="*/ 2028 h 4182"/>
                <a:gd name="connsiteX3" fmla="*/ 2662 w 5323"/>
                <a:gd name="connsiteY3" fmla="*/ 0 h 4182"/>
                <a:gd name="connsiteX4" fmla="*/ 5323 w 5323"/>
                <a:gd name="connsiteY4" fmla="*/ 2028 h 4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23" h="4182">
                  <a:moveTo>
                    <a:pt x="5323" y="2028"/>
                  </a:moveTo>
                  <a:lnTo>
                    <a:pt x="2662" y="4182"/>
                  </a:lnTo>
                  <a:lnTo>
                    <a:pt x="0" y="2028"/>
                  </a:lnTo>
                  <a:lnTo>
                    <a:pt x="2662" y="0"/>
                  </a:lnTo>
                  <a:lnTo>
                    <a:pt x="5323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5" name="Freeform: Shape 3264">
              <a:extLst>
                <a:ext uri="{FF2B5EF4-FFF2-40B4-BE49-F238E27FC236}">
                  <a16:creationId xmlns:a16="http://schemas.microsoft.com/office/drawing/2014/main" id="{BE692227-53E0-86C8-E2EB-0137E92A54E9}"/>
                </a:ext>
              </a:extLst>
            </p:cNvPr>
            <p:cNvSpPr/>
            <p:nvPr/>
          </p:nvSpPr>
          <p:spPr>
            <a:xfrm>
              <a:off x="3979257" y="656522"/>
              <a:ext cx="5956" cy="4689"/>
            </a:xfrm>
            <a:custGeom>
              <a:avLst/>
              <a:gdLst>
                <a:gd name="connsiteX0" fmla="*/ 5957 w 5956"/>
                <a:gd name="connsiteY0" fmla="*/ 2408 h 4689"/>
                <a:gd name="connsiteX1" fmla="*/ 2915 w 5956"/>
                <a:gd name="connsiteY1" fmla="*/ 4689 h 4689"/>
                <a:gd name="connsiteX2" fmla="*/ 0 w 5956"/>
                <a:gd name="connsiteY2" fmla="*/ 2408 h 4689"/>
                <a:gd name="connsiteX3" fmla="*/ 2915 w 5956"/>
                <a:gd name="connsiteY3" fmla="*/ 0 h 4689"/>
                <a:gd name="connsiteX4" fmla="*/ 5957 w 5956"/>
                <a:gd name="connsiteY4" fmla="*/ 2408 h 4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6" h="4689">
                  <a:moveTo>
                    <a:pt x="5957" y="2408"/>
                  </a:moveTo>
                  <a:lnTo>
                    <a:pt x="2915" y="4689"/>
                  </a:lnTo>
                  <a:lnTo>
                    <a:pt x="0" y="2408"/>
                  </a:lnTo>
                  <a:lnTo>
                    <a:pt x="2915" y="0"/>
                  </a:lnTo>
                  <a:lnTo>
                    <a:pt x="5957" y="240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6" name="Freeform: Shape 3265">
              <a:extLst>
                <a:ext uri="{FF2B5EF4-FFF2-40B4-BE49-F238E27FC236}">
                  <a16:creationId xmlns:a16="http://schemas.microsoft.com/office/drawing/2014/main" id="{BF7BAE25-D4A5-11B0-EC5C-2BE614186827}"/>
                </a:ext>
              </a:extLst>
            </p:cNvPr>
            <p:cNvSpPr/>
            <p:nvPr/>
          </p:nvSpPr>
          <p:spPr>
            <a:xfrm>
              <a:off x="4091037" y="602533"/>
              <a:ext cx="7350" cy="5829"/>
            </a:xfrm>
            <a:custGeom>
              <a:avLst/>
              <a:gdLst>
                <a:gd name="connsiteX0" fmla="*/ 7351 w 7350"/>
                <a:gd name="connsiteY0" fmla="*/ 2915 h 5829"/>
                <a:gd name="connsiteX1" fmla="*/ 3675 w 7350"/>
                <a:gd name="connsiteY1" fmla="*/ 5830 h 5829"/>
                <a:gd name="connsiteX2" fmla="*/ 0 w 7350"/>
                <a:gd name="connsiteY2" fmla="*/ 2915 h 5829"/>
                <a:gd name="connsiteX3" fmla="*/ 3675 w 7350"/>
                <a:gd name="connsiteY3" fmla="*/ 0 h 5829"/>
                <a:gd name="connsiteX4" fmla="*/ 7351 w 7350"/>
                <a:gd name="connsiteY4" fmla="*/ 2915 h 5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0" h="5829">
                  <a:moveTo>
                    <a:pt x="7351" y="2915"/>
                  </a:moveTo>
                  <a:lnTo>
                    <a:pt x="3675" y="5830"/>
                  </a:lnTo>
                  <a:lnTo>
                    <a:pt x="0" y="2915"/>
                  </a:lnTo>
                  <a:lnTo>
                    <a:pt x="3675" y="0"/>
                  </a:lnTo>
                  <a:lnTo>
                    <a:pt x="7351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7" name="Freeform: Shape 3266">
              <a:extLst>
                <a:ext uri="{FF2B5EF4-FFF2-40B4-BE49-F238E27FC236}">
                  <a16:creationId xmlns:a16="http://schemas.microsoft.com/office/drawing/2014/main" id="{ED082D7C-4DBE-09A1-D867-93AD298D1C7C}"/>
                </a:ext>
              </a:extLst>
            </p:cNvPr>
            <p:cNvSpPr/>
            <p:nvPr/>
          </p:nvSpPr>
          <p:spPr>
            <a:xfrm>
              <a:off x="4205607" y="552092"/>
              <a:ext cx="7350" cy="5703"/>
            </a:xfrm>
            <a:custGeom>
              <a:avLst/>
              <a:gdLst>
                <a:gd name="connsiteX0" fmla="*/ 7351 w 7350"/>
                <a:gd name="connsiteY0" fmla="*/ 2788 h 5703"/>
                <a:gd name="connsiteX1" fmla="*/ 3675 w 7350"/>
                <a:gd name="connsiteY1" fmla="*/ 5703 h 5703"/>
                <a:gd name="connsiteX2" fmla="*/ 0 w 7350"/>
                <a:gd name="connsiteY2" fmla="*/ 2788 h 5703"/>
                <a:gd name="connsiteX3" fmla="*/ 3675 w 7350"/>
                <a:gd name="connsiteY3" fmla="*/ 0 h 5703"/>
                <a:gd name="connsiteX4" fmla="*/ 7351 w 7350"/>
                <a:gd name="connsiteY4" fmla="*/ 2788 h 5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0" h="5703">
                  <a:moveTo>
                    <a:pt x="7351" y="2788"/>
                  </a:moveTo>
                  <a:lnTo>
                    <a:pt x="3675" y="5703"/>
                  </a:lnTo>
                  <a:lnTo>
                    <a:pt x="0" y="2788"/>
                  </a:lnTo>
                  <a:lnTo>
                    <a:pt x="3675" y="0"/>
                  </a:lnTo>
                  <a:lnTo>
                    <a:pt x="7351" y="278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8" name="Freeform: Shape 3267">
              <a:extLst>
                <a:ext uri="{FF2B5EF4-FFF2-40B4-BE49-F238E27FC236}">
                  <a16:creationId xmlns:a16="http://schemas.microsoft.com/office/drawing/2014/main" id="{E41D1C1C-72B7-15F6-23C4-84B57FAFD1F5}"/>
                </a:ext>
              </a:extLst>
            </p:cNvPr>
            <p:cNvSpPr/>
            <p:nvPr/>
          </p:nvSpPr>
          <p:spPr>
            <a:xfrm>
              <a:off x="4321570" y="503932"/>
              <a:ext cx="8491" cy="6716"/>
            </a:xfrm>
            <a:custGeom>
              <a:avLst/>
              <a:gdLst>
                <a:gd name="connsiteX0" fmla="*/ 8491 w 8491"/>
                <a:gd name="connsiteY0" fmla="*/ 3295 h 6716"/>
                <a:gd name="connsiteX1" fmla="*/ 4309 w 8491"/>
                <a:gd name="connsiteY1" fmla="*/ 6717 h 6716"/>
                <a:gd name="connsiteX2" fmla="*/ 0 w 8491"/>
                <a:gd name="connsiteY2" fmla="*/ 3295 h 6716"/>
                <a:gd name="connsiteX3" fmla="*/ 4309 w 8491"/>
                <a:gd name="connsiteY3" fmla="*/ 0 h 6716"/>
                <a:gd name="connsiteX4" fmla="*/ 8491 w 8491"/>
                <a:gd name="connsiteY4" fmla="*/ 3295 h 6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91" h="6716">
                  <a:moveTo>
                    <a:pt x="8491" y="3295"/>
                  </a:moveTo>
                  <a:lnTo>
                    <a:pt x="4309" y="6717"/>
                  </a:lnTo>
                  <a:lnTo>
                    <a:pt x="0" y="3295"/>
                  </a:lnTo>
                  <a:lnTo>
                    <a:pt x="4309" y="0"/>
                  </a:lnTo>
                  <a:lnTo>
                    <a:pt x="8491" y="32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9" name="Freeform: Shape 3268">
              <a:extLst>
                <a:ext uri="{FF2B5EF4-FFF2-40B4-BE49-F238E27FC236}">
                  <a16:creationId xmlns:a16="http://schemas.microsoft.com/office/drawing/2014/main" id="{AE131AC5-8AA1-B578-9806-0B244C4F8E4F}"/>
                </a:ext>
              </a:extLst>
            </p:cNvPr>
            <p:cNvSpPr/>
            <p:nvPr/>
          </p:nvSpPr>
          <p:spPr>
            <a:xfrm>
              <a:off x="4439561" y="458941"/>
              <a:ext cx="9251" cy="7223"/>
            </a:xfrm>
            <a:custGeom>
              <a:avLst/>
              <a:gdLst>
                <a:gd name="connsiteX0" fmla="*/ 9252 w 9251"/>
                <a:gd name="connsiteY0" fmla="*/ 3675 h 7223"/>
                <a:gd name="connsiteX1" fmla="*/ 4690 w 9251"/>
                <a:gd name="connsiteY1" fmla="*/ 7224 h 7223"/>
                <a:gd name="connsiteX2" fmla="*/ 0 w 9251"/>
                <a:gd name="connsiteY2" fmla="*/ 3675 h 7223"/>
                <a:gd name="connsiteX3" fmla="*/ 4690 w 9251"/>
                <a:gd name="connsiteY3" fmla="*/ 0 h 7223"/>
                <a:gd name="connsiteX4" fmla="*/ 9252 w 9251"/>
                <a:gd name="connsiteY4" fmla="*/ 3675 h 7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51" h="7223">
                  <a:moveTo>
                    <a:pt x="9252" y="3675"/>
                  </a:moveTo>
                  <a:lnTo>
                    <a:pt x="4690" y="7224"/>
                  </a:lnTo>
                  <a:lnTo>
                    <a:pt x="0" y="3675"/>
                  </a:lnTo>
                  <a:lnTo>
                    <a:pt x="4690" y="0"/>
                  </a:lnTo>
                  <a:lnTo>
                    <a:pt x="9252" y="367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0" name="Freeform: Shape 3269">
              <a:extLst>
                <a:ext uri="{FF2B5EF4-FFF2-40B4-BE49-F238E27FC236}">
                  <a16:creationId xmlns:a16="http://schemas.microsoft.com/office/drawing/2014/main" id="{ADDAA55B-E123-0320-6AF8-0CF8938A53CA}"/>
                </a:ext>
              </a:extLst>
            </p:cNvPr>
            <p:cNvSpPr/>
            <p:nvPr/>
          </p:nvSpPr>
          <p:spPr>
            <a:xfrm>
              <a:off x="4558947" y="416611"/>
              <a:ext cx="10645" cy="8491"/>
            </a:xfrm>
            <a:custGeom>
              <a:avLst/>
              <a:gdLst>
                <a:gd name="connsiteX0" fmla="*/ 10646 w 10645"/>
                <a:gd name="connsiteY0" fmla="*/ 4309 h 8491"/>
                <a:gd name="connsiteX1" fmla="*/ 5323 w 10645"/>
                <a:gd name="connsiteY1" fmla="*/ 8491 h 8491"/>
                <a:gd name="connsiteX2" fmla="*/ 0 w 10645"/>
                <a:gd name="connsiteY2" fmla="*/ 4309 h 8491"/>
                <a:gd name="connsiteX3" fmla="*/ 5323 w 10645"/>
                <a:gd name="connsiteY3" fmla="*/ 0 h 8491"/>
                <a:gd name="connsiteX4" fmla="*/ 10646 w 10645"/>
                <a:gd name="connsiteY4" fmla="*/ 4309 h 8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45" h="8491">
                  <a:moveTo>
                    <a:pt x="10646" y="4309"/>
                  </a:moveTo>
                  <a:lnTo>
                    <a:pt x="5323" y="8491"/>
                  </a:lnTo>
                  <a:lnTo>
                    <a:pt x="0" y="4309"/>
                  </a:lnTo>
                  <a:lnTo>
                    <a:pt x="5323" y="0"/>
                  </a:lnTo>
                  <a:lnTo>
                    <a:pt x="10646" y="430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1" name="Freeform: Shape 3270">
              <a:extLst>
                <a:ext uri="{FF2B5EF4-FFF2-40B4-BE49-F238E27FC236}">
                  <a16:creationId xmlns:a16="http://schemas.microsoft.com/office/drawing/2014/main" id="{9C0DD4EA-D14A-A637-1ABE-6B272E1D1244}"/>
                </a:ext>
              </a:extLst>
            </p:cNvPr>
            <p:cNvSpPr/>
            <p:nvPr/>
          </p:nvSpPr>
          <p:spPr>
            <a:xfrm>
              <a:off x="4680486" y="377830"/>
              <a:ext cx="11152" cy="8871"/>
            </a:xfrm>
            <a:custGeom>
              <a:avLst/>
              <a:gdLst>
                <a:gd name="connsiteX0" fmla="*/ 11153 w 11152"/>
                <a:gd name="connsiteY0" fmla="*/ 4309 h 8871"/>
                <a:gd name="connsiteX1" fmla="*/ 5576 w 11152"/>
                <a:gd name="connsiteY1" fmla="*/ 8872 h 8871"/>
                <a:gd name="connsiteX2" fmla="*/ 0 w 11152"/>
                <a:gd name="connsiteY2" fmla="*/ 4309 h 8871"/>
                <a:gd name="connsiteX3" fmla="*/ 5576 w 11152"/>
                <a:gd name="connsiteY3" fmla="*/ 0 h 8871"/>
                <a:gd name="connsiteX4" fmla="*/ 11153 w 11152"/>
                <a:gd name="connsiteY4" fmla="*/ 4309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52" h="8871">
                  <a:moveTo>
                    <a:pt x="11153" y="4309"/>
                  </a:moveTo>
                  <a:lnTo>
                    <a:pt x="5576" y="8872"/>
                  </a:lnTo>
                  <a:lnTo>
                    <a:pt x="0" y="4309"/>
                  </a:lnTo>
                  <a:lnTo>
                    <a:pt x="5576" y="0"/>
                  </a:lnTo>
                  <a:lnTo>
                    <a:pt x="11153" y="430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2" name="Freeform: Shape 3271">
              <a:extLst>
                <a:ext uri="{FF2B5EF4-FFF2-40B4-BE49-F238E27FC236}">
                  <a16:creationId xmlns:a16="http://schemas.microsoft.com/office/drawing/2014/main" id="{1508DCD5-97DF-B869-005B-272452516F5A}"/>
                </a:ext>
              </a:extLst>
            </p:cNvPr>
            <p:cNvSpPr/>
            <p:nvPr/>
          </p:nvSpPr>
          <p:spPr>
            <a:xfrm>
              <a:off x="4802913" y="341710"/>
              <a:ext cx="12546" cy="9885"/>
            </a:xfrm>
            <a:custGeom>
              <a:avLst/>
              <a:gdLst>
                <a:gd name="connsiteX0" fmla="*/ 12547 w 12546"/>
                <a:gd name="connsiteY0" fmla="*/ 4943 h 9885"/>
                <a:gd name="connsiteX1" fmla="*/ 6337 w 12546"/>
                <a:gd name="connsiteY1" fmla="*/ 9885 h 9885"/>
                <a:gd name="connsiteX2" fmla="*/ 0 w 12546"/>
                <a:gd name="connsiteY2" fmla="*/ 4943 h 9885"/>
                <a:gd name="connsiteX3" fmla="*/ 6337 w 12546"/>
                <a:gd name="connsiteY3" fmla="*/ 0 h 9885"/>
                <a:gd name="connsiteX4" fmla="*/ 12547 w 12546"/>
                <a:gd name="connsiteY4" fmla="*/ 4943 h 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46" h="9885">
                  <a:moveTo>
                    <a:pt x="12547" y="4943"/>
                  </a:moveTo>
                  <a:lnTo>
                    <a:pt x="6337" y="9885"/>
                  </a:lnTo>
                  <a:lnTo>
                    <a:pt x="0" y="4943"/>
                  </a:lnTo>
                  <a:lnTo>
                    <a:pt x="6337" y="0"/>
                  </a:lnTo>
                  <a:lnTo>
                    <a:pt x="12547" y="494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3" name="Freeform: Shape 3272">
              <a:extLst>
                <a:ext uri="{FF2B5EF4-FFF2-40B4-BE49-F238E27FC236}">
                  <a16:creationId xmlns:a16="http://schemas.microsoft.com/office/drawing/2014/main" id="{8EF40B18-ABB2-BF03-DCC0-19FBE017412E}"/>
                </a:ext>
              </a:extLst>
            </p:cNvPr>
            <p:cNvSpPr/>
            <p:nvPr/>
          </p:nvSpPr>
          <p:spPr>
            <a:xfrm>
              <a:off x="4926988" y="308886"/>
              <a:ext cx="13433" cy="10645"/>
            </a:xfrm>
            <a:custGeom>
              <a:avLst/>
              <a:gdLst>
                <a:gd name="connsiteX0" fmla="*/ 13434 w 13433"/>
                <a:gd name="connsiteY0" fmla="*/ 5323 h 10645"/>
                <a:gd name="connsiteX1" fmla="*/ 6717 w 13433"/>
                <a:gd name="connsiteY1" fmla="*/ 10646 h 10645"/>
                <a:gd name="connsiteX2" fmla="*/ 0 w 13433"/>
                <a:gd name="connsiteY2" fmla="*/ 5323 h 10645"/>
                <a:gd name="connsiteX3" fmla="*/ 6717 w 13433"/>
                <a:gd name="connsiteY3" fmla="*/ 0 h 10645"/>
                <a:gd name="connsiteX4" fmla="*/ 13434 w 13433"/>
                <a:gd name="connsiteY4" fmla="*/ 5323 h 1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33" h="10645">
                  <a:moveTo>
                    <a:pt x="13434" y="5323"/>
                  </a:moveTo>
                  <a:cubicBezTo>
                    <a:pt x="13434" y="8238"/>
                    <a:pt x="10392" y="10646"/>
                    <a:pt x="6717" y="10646"/>
                  </a:cubicBezTo>
                  <a:cubicBezTo>
                    <a:pt x="3042" y="10646"/>
                    <a:pt x="0" y="8238"/>
                    <a:pt x="0" y="5323"/>
                  </a:cubicBezTo>
                  <a:cubicBezTo>
                    <a:pt x="0" y="2408"/>
                    <a:pt x="3042" y="0"/>
                    <a:pt x="6717" y="0"/>
                  </a:cubicBezTo>
                  <a:cubicBezTo>
                    <a:pt x="10392" y="0"/>
                    <a:pt x="13434" y="2408"/>
                    <a:pt x="13434" y="532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4" name="Freeform: Shape 3273">
              <a:extLst>
                <a:ext uri="{FF2B5EF4-FFF2-40B4-BE49-F238E27FC236}">
                  <a16:creationId xmlns:a16="http://schemas.microsoft.com/office/drawing/2014/main" id="{00F85B1C-869A-833A-1ECB-69E93A3EA6AC}"/>
                </a:ext>
              </a:extLst>
            </p:cNvPr>
            <p:cNvSpPr/>
            <p:nvPr/>
          </p:nvSpPr>
          <p:spPr>
            <a:xfrm>
              <a:off x="5052583" y="279356"/>
              <a:ext cx="13940" cy="11152"/>
            </a:xfrm>
            <a:custGeom>
              <a:avLst/>
              <a:gdLst>
                <a:gd name="connsiteX0" fmla="*/ 13941 w 13940"/>
                <a:gd name="connsiteY0" fmla="*/ 5576 h 11152"/>
                <a:gd name="connsiteX1" fmla="*/ 6970 w 13940"/>
                <a:gd name="connsiteY1" fmla="*/ 11153 h 11152"/>
                <a:gd name="connsiteX2" fmla="*/ 0 w 13940"/>
                <a:gd name="connsiteY2" fmla="*/ 5576 h 11152"/>
                <a:gd name="connsiteX3" fmla="*/ 6970 w 13940"/>
                <a:gd name="connsiteY3" fmla="*/ 0 h 11152"/>
                <a:gd name="connsiteX4" fmla="*/ 13941 w 13940"/>
                <a:gd name="connsiteY4" fmla="*/ 5576 h 11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0" h="11152">
                  <a:moveTo>
                    <a:pt x="13941" y="5576"/>
                  </a:moveTo>
                  <a:cubicBezTo>
                    <a:pt x="13941" y="8618"/>
                    <a:pt x="10772" y="11153"/>
                    <a:pt x="6970" y="11153"/>
                  </a:cubicBezTo>
                  <a:cubicBezTo>
                    <a:pt x="3168" y="11153"/>
                    <a:pt x="0" y="8745"/>
                    <a:pt x="0" y="5576"/>
                  </a:cubicBezTo>
                  <a:cubicBezTo>
                    <a:pt x="0" y="2408"/>
                    <a:pt x="3168" y="0"/>
                    <a:pt x="6970" y="0"/>
                  </a:cubicBezTo>
                  <a:cubicBezTo>
                    <a:pt x="10772" y="0"/>
                    <a:pt x="13941" y="2408"/>
                    <a:pt x="13941" y="55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5" name="Freeform: Shape 3274">
              <a:extLst>
                <a:ext uri="{FF2B5EF4-FFF2-40B4-BE49-F238E27FC236}">
                  <a16:creationId xmlns:a16="http://schemas.microsoft.com/office/drawing/2014/main" id="{E4E0400F-1A25-FF5A-5B2F-C1769457F411}"/>
                </a:ext>
              </a:extLst>
            </p:cNvPr>
            <p:cNvSpPr/>
            <p:nvPr/>
          </p:nvSpPr>
          <p:spPr>
            <a:xfrm>
              <a:off x="5179193" y="252995"/>
              <a:ext cx="14701" cy="11659"/>
            </a:xfrm>
            <a:custGeom>
              <a:avLst/>
              <a:gdLst>
                <a:gd name="connsiteX0" fmla="*/ 14701 w 14701"/>
                <a:gd name="connsiteY0" fmla="*/ 5830 h 11659"/>
                <a:gd name="connsiteX1" fmla="*/ 7351 w 14701"/>
                <a:gd name="connsiteY1" fmla="*/ 11660 h 11659"/>
                <a:gd name="connsiteX2" fmla="*/ 0 w 14701"/>
                <a:gd name="connsiteY2" fmla="*/ 5830 h 11659"/>
                <a:gd name="connsiteX3" fmla="*/ 7351 w 14701"/>
                <a:gd name="connsiteY3" fmla="*/ 0 h 11659"/>
                <a:gd name="connsiteX4" fmla="*/ 14701 w 14701"/>
                <a:gd name="connsiteY4" fmla="*/ 5830 h 11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01" h="11659">
                  <a:moveTo>
                    <a:pt x="14701" y="5830"/>
                  </a:moveTo>
                  <a:cubicBezTo>
                    <a:pt x="14701" y="8998"/>
                    <a:pt x="11406" y="11660"/>
                    <a:pt x="7351" y="11660"/>
                  </a:cubicBezTo>
                  <a:cubicBezTo>
                    <a:pt x="3295" y="11660"/>
                    <a:pt x="0" y="8998"/>
                    <a:pt x="0" y="5830"/>
                  </a:cubicBezTo>
                  <a:cubicBezTo>
                    <a:pt x="0" y="2661"/>
                    <a:pt x="3295" y="0"/>
                    <a:pt x="7351" y="0"/>
                  </a:cubicBezTo>
                  <a:cubicBezTo>
                    <a:pt x="11406" y="0"/>
                    <a:pt x="14701" y="2661"/>
                    <a:pt x="14701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6" name="Freeform: Shape 3275">
              <a:extLst>
                <a:ext uri="{FF2B5EF4-FFF2-40B4-BE49-F238E27FC236}">
                  <a16:creationId xmlns:a16="http://schemas.microsoft.com/office/drawing/2014/main" id="{D0B8028E-E127-90C6-D770-EA650DB8FF1D}"/>
                </a:ext>
              </a:extLst>
            </p:cNvPr>
            <p:cNvSpPr/>
            <p:nvPr/>
          </p:nvSpPr>
          <p:spPr>
            <a:xfrm>
              <a:off x="5306436" y="229549"/>
              <a:ext cx="15968" cy="12673"/>
            </a:xfrm>
            <a:custGeom>
              <a:avLst/>
              <a:gdLst>
                <a:gd name="connsiteX0" fmla="*/ 15968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8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8" y="6337"/>
                  </a:moveTo>
                  <a:cubicBezTo>
                    <a:pt x="15968" y="9885"/>
                    <a:pt x="12420" y="12674"/>
                    <a:pt x="7984" y="12674"/>
                  </a:cubicBezTo>
                  <a:cubicBezTo>
                    <a:pt x="3549" y="12674"/>
                    <a:pt x="0" y="9759"/>
                    <a:pt x="0" y="6337"/>
                  </a:cubicBezTo>
                  <a:cubicBezTo>
                    <a:pt x="0" y="2915"/>
                    <a:pt x="3549" y="0"/>
                    <a:pt x="7984" y="0"/>
                  </a:cubicBezTo>
                  <a:cubicBezTo>
                    <a:pt x="12420" y="0"/>
                    <a:pt x="15968" y="2788"/>
                    <a:pt x="15968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7" name="Freeform: Shape 3276">
              <a:extLst>
                <a:ext uri="{FF2B5EF4-FFF2-40B4-BE49-F238E27FC236}">
                  <a16:creationId xmlns:a16="http://schemas.microsoft.com/office/drawing/2014/main" id="{CEE67492-E74D-9FF1-B518-0E2650FA6062}"/>
                </a:ext>
              </a:extLst>
            </p:cNvPr>
            <p:cNvSpPr/>
            <p:nvPr/>
          </p:nvSpPr>
          <p:spPr>
            <a:xfrm>
              <a:off x="5434565" y="209525"/>
              <a:ext cx="16982" cy="13434"/>
            </a:xfrm>
            <a:custGeom>
              <a:avLst/>
              <a:gdLst>
                <a:gd name="connsiteX0" fmla="*/ 16983 w 16982"/>
                <a:gd name="connsiteY0" fmla="*/ 6717 h 13434"/>
                <a:gd name="connsiteX1" fmla="*/ 8491 w 16982"/>
                <a:gd name="connsiteY1" fmla="*/ 13434 h 13434"/>
                <a:gd name="connsiteX2" fmla="*/ 0 w 16982"/>
                <a:gd name="connsiteY2" fmla="*/ 6717 h 13434"/>
                <a:gd name="connsiteX3" fmla="*/ 8491 w 16982"/>
                <a:gd name="connsiteY3" fmla="*/ 0 h 13434"/>
                <a:gd name="connsiteX4" fmla="*/ 16983 w 16982"/>
                <a:gd name="connsiteY4" fmla="*/ 6717 h 13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82" h="13434">
                  <a:moveTo>
                    <a:pt x="16983" y="6717"/>
                  </a:moveTo>
                  <a:cubicBezTo>
                    <a:pt x="16983" y="10392"/>
                    <a:pt x="13181" y="13434"/>
                    <a:pt x="8491" y="13434"/>
                  </a:cubicBezTo>
                  <a:cubicBezTo>
                    <a:pt x="3802" y="13434"/>
                    <a:pt x="0" y="10392"/>
                    <a:pt x="0" y="6717"/>
                  </a:cubicBezTo>
                  <a:cubicBezTo>
                    <a:pt x="0" y="3042"/>
                    <a:pt x="3802" y="0"/>
                    <a:pt x="8491" y="0"/>
                  </a:cubicBezTo>
                  <a:cubicBezTo>
                    <a:pt x="13181" y="0"/>
                    <a:pt x="16983" y="3042"/>
                    <a:pt x="16983" y="671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8" name="Freeform: Shape 3277">
              <a:extLst>
                <a:ext uri="{FF2B5EF4-FFF2-40B4-BE49-F238E27FC236}">
                  <a16:creationId xmlns:a16="http://schemas.microsoft.com/office/drawing/2014/main" id="{DCF06EA8-DBD8-1943-779F-2CD5380C49E3}"/>
                </a:ext>
              </a:extLst>
            </p:cNvPr>
            <p:cNvSpPr/>
            <p:nvPr/>
          </p:nvSpPr>
          <p:spPr>
            <a:xfrm>
              <a:off x="5563709" y="192795"/>
              <a:ext cx="17742" cy="13940"/>
            </a:xfrm>
            <a:custGeom>
              <a:avLst/>
              <a:gdLst>
                <a:gd name="connsiteX0" fmla="*/ 17743 w 17742"/>
                <a:gd name="connsiteY0" fmla="*/ 6970 h 13940"/>
                <a:gd name="connsiteX1" fmla="*/ 8872 w 17742"/>
                <a:gd name="connsiteY1" fmla="*/ 13941 h 13940"/>
                <a:gd name="connsiteX2" fmla="*/ 0 w 17742"/>
                <a:gd name="connsiteY2" fmla="*/ 6970 h 13940"/>
                <a:gd name="connsiteX3" fmla="*/ 8872 w 17742"/>
                <a:gd name="connsiteY3" fmla="*/ 0 h 13940"/>
                <a:gd name="connsiteX4" fmla="*/ 17743 w 17742"/>
                <a:gd name="connsiteY4" fmla="*/ 6970 h 13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2" h="13940">
                  <a:moveTo>
                    <a:pt x="17743" y="6970"/>
                  </a:moveTo>
                  <a:cubicBezTo>
                    <a:pt x="17743" y="10773"/>
                    <a:pt x="13814" y="13941"/>
                    <a:pt x="8872" y="13941"/>
                  </a:cubicBezTo>
                  <a:cubicBezTo>
                    <a:pt x="3929" y="13941"/>
                    <a:pt x="0" y="10773"/>
                    <a:pt x="0" y="6970"/>
                  </a:cubicBezTo>
                  <a:cubicBezTo>
                    <a:pt x="0" y="3168"/>
                    <a:pt x="3929" y="0"/>
                    <a:pt x="8872" y="0"/>
                  </a:cubicBezTo>
                  <a:cubicBezTo>
                    <a:pt x="13814" y="0"/>
                    <a:pt x="17743" y="3168"/>
                    <a:pt x="17743" y="69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9" name="Freeform: Shape 3278">
              <a:extLst>
                <a:ext uri="{FF2B5EF4-FFF2-40B4-BE49-F238E27FC236}">
                  <a16:creationId xmlns:a16="http://schemas.microsoft.com/office/drawing/2014/main" id="{7A6D6BBB-0A00-B758-0912-9D72291C9B48}"/>
                </a:ext>
              </a:extLst>
            </p:cNvPr>
            <p:cNvSpPr/>
            <p:nvPr/>
          </p:nvSpPr>
          <p:spPr>
            <a:xfrm>
              <a:off x="5693487" y="179361"/>
              <a:ext cx="18250" cy="14447"/>
            </a:xfrm>
            <a:custGeom>
              <a:avLst/>
              <a:gdLst>
                <a:gd name="connsiteX0" fmla="*/ 18250 w 18250"/>
                <a:gd name="connsiteY0" fmla="*/ 7224 h 14447"/>
                <a:gd name="connsiteX1" fmla="*/ 9125 w 18250"/>
                <a:gd name="connsiteY1" fmla="*/ 14448 h 14447"/>
                <a:gd name="connsiteX2" fmla="*/ 0 w 18250"/>
                <a:gd name="connsiteY2" fmla="*/ 7224 h 14447"/>
                <a:gd name="connsiteX3" fmla="*/ 9125 w 18250"/>
                <a:gd name="connsiteY3" fmla="*/ 0 h 14447"/>
                <a:gd name="connsiteX4" fmla="*/ 18250 w 18250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7">
                  <a:moveTo>
                    <a:pt x="18250" y="7224"/>
                  </a:moveTo>
                  <a:cubicBezTo>
                    <a:pt x="18250" y="11153"/>
                    <a:pt x="14194" y="14448"/>
                    <a:pt x="9125" y="14448"/>
                  </a:cubicBezTo>
                  <a:cubicBezTo>
                    <a:pt x="4056" y="14448"/>
                    <a:pt x="0" y="11153"/>
                    <a:pt x="0" y="7224"/>
                  </a:cubicBezTo>
                  <a:cubicBezTo>
                    <a:pt x="0" y="3295"/>
                    <a:pt x="4056" y="0"/>
                    <a:pt x="9125" y="0"/>
                  </a:cubicBezTo>
                  <a:cubicBezTo>
                    <a:pt x="14194" y="0"/>
                    <a:pt x="18250" y="3295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0" name="Freeform: Shape 3279">
              <a:extLst>
                <a:ext uri="{FF2B5EF4-FFF2-40B4-BE49-F238E27FC236}">
                  <a16:creationId xmlns:a16="http://schemas.microsoft.com/office/drawing/2014/main" id="{F8CF4D20-0350-4778-CEA3-46B934FB0FD8}"/>
                </a:ext>
              </a:extLst>
            </p:cNvPr>
            <p:cNvSpPr/>
            <p:nvPr/>
          </p:nvSpPr>
          <p:spPr>
            <a:xfrm>
              <a:off x="5823645" y="169096"/>
              <a:ext cx="19010" cy="15208"/>
            </a:xfrm>
            <a:custGeom>
              <a:avLst/>
              <a:gdLst>
                <a:gd name="connsiteX0" fmla="*/ 19010 w 19010"/>
                <a:gd name="connsiteY0" fmla="*/ 7604 h 15208"/>
                <a:gd name="connsiteX1" fmla="*/ 9505 w 19010"/>
                <a:gd name="connsiteY1" fmla="*/ 15208 h 15208"/>
                <a:gd name="connsiteX2" fmla="*/ 0 w 19010"/>
                <a:gd name="connsiteY2" fmla="*/ 7604 h 15208"/>
                <a:gd name="connsiteX3" fmla="*/ 9505 w 19010"/>
                <a:gd name="connsiteY3" fmla="*/ 0 h 15208"/>
                <a:gd name="connsiteX4" fmla="*/ 19010 w 19010"/>
                <a:gd name="connsiteY4" fmla="*/ 7604 h 15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10" h="15208">
                  <a:moveTo>
                    <a:pt x="19010" y="7604"/>
                  </a:moveTo>
                  <a:cubicBezTo>
                    <a:pt x="19010" y="11786"/>
                    <a:pt x="14701" y="15208"/>
                    <a:pt x="9505" y="15208"/>
                  </a:cubicBezTo>
                  <a:cubicBezTo>
                    <a:pt x="4309" y="15208"/>
                    <a:pt x="0" y="11786"/>
                    <a:pt x="0" y="7604"/>
                  </a:cubicBezTo>
                  <a:cubicBezTo>
                    <a:pt x="0" y="3422"/>
                    <a:pt x="4309" y="0"/>
                    <a:pt x="9505" y="0"/>
                  </a:cubicBezTo>
                  <a:cubicBezTo>
                    <a:pt x="14701" y="0"/>
                    <a:pt x="19010" y="3422"/>
                    <a:pt x="19010" y="760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1" name="Freeform: Shape 3280">
              <a:extLst>
                <a:ext uri="{FF2B5EF4-FFF2-40B4-BE49-F238E27FC236}">
                  <a16:creationId xmlns:a16="http://schemas.microsoft.com/office/drawing/2014/main" id="{DAA04E2C-E3F9-7D65-DC53-A9175BF41E32}"/>
                </a:ext>
              </a:extLst>
            </p:cNvPr>
            <p:cNvSpPr/>
            <p:nvPr/>
          </p:nvSpPr>
          <p:spPr>
            <a:xfrm>
              <a:off x="5954183" y="162252"/>
              <a:ext cx="19770" cy="15715"/>
            </a:xfrm>
            <a:custGeom>
              <a:avLst/>
              <a:gdLst>
                <a:gd name="connsiteX0" fmla="*/ 19771 w 19770"/>
                <a:gd name="connsiteY0" fmla="*/ 7858 h 15715"/>
                <a:gd name="connsiteX1" fmla="*/ 9885 w 19770"/>
                <a:gd name="connsiteY1" fmla="*/ 15715 h 15715"/>
                <a:gd name="connsiteX2" fmla="*/ 0 w 19770"/>
                <a:gd name="connsiteY2" fmla="*/ 7858 h 15715"/>
                <a:gd name="connsiteX3" fmla="*/ 9885 w 19770"/>
                <a:gd name="connsiteY3" fmla="*/ 0 h 15715"/>
                <a:gd name="connsiteX4" fmla="*/ 19771 w 19770"/>
                <a:gd name="connsiteY4" fmla="*/ 7858 h 1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70" h="15715">
                  <a:moveTo>
                    <a:pt x="19771" y="7858"/>
                  </a:moveTo>
                  <a:cubicBezTo>
                    <a:pt x="19771" y="12167"/>
                    <a:pt x="15335" y="15715"/>
                    <a:pt x="9885" y="15715"/>
                  </a:cubicBezTo>
                  <a:cubicBezTo>
                    <a:pt x="4436" y="15715"/>
                    <a:pt x="0" y="12167"/>
                    <a:pt x="0" y="7858"/>
                  </a:cubicBezTo>
                  <a:cubicBezTo>
                    <a:pt x="0" y="3549"/>
                    <a:pt x="4436" y="0"/>
                    <a:pt x="9885" y="0"/>
                  </a:cubicBezTo>
                  <a:cubicBezTo>
                    <a:pt x="15335" y="0"/>
                    <a:pt x="19771" y="3549"/>
                    <a:pt x="19771" y="785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2" name="Freeform: Shape 3281">
              <a:extLst>
                <a:ext uri="{FF2B5EF4-FFF2-40B4-BE49-F238E27FC236}">
                  <a16:creationId xmlns:a16="http://schemas.microsoft.com/office/drawing/2014/main" id="{CD1D53F8-53E6-2B74-EB1E-B91667C38B51}"/>
                </a:ext>
              </a:extLst>
            </p:cNvPr>
            <p:cNvSpPr/>
            <p:nvPr/>
          </p:nvSpPr>
          <p:spPr>
            <a:xfrm>
              <a:off x="6084848" y="158577"/>
              <a:ext cx="20531" cy="16475"/>
            </a:xfrm>
            <a:custGeom>
              <a:avLst/>
              <a:gdLst>
                <a:gd name="connsiteX0" fmla="*/ 20531 w 20531"/>
                <a:gd name="connsiteY0" fmla="*/ 8238 h 16475"/>
                <a:gd name="connsiteX1" fmla="*/ 10266 w 20531"/>
                <a:gd name="connsiteY1" fmla="*/ 16476 h 16475"/>
                <a:gd name="connsiteX2" fmla="*/ 0 w 20531"/>
                <a:gd name="connsiteY2" fmla="*/ 8238 h 16475"/>
                <a:gd name="connsiteX3" fmla="*/ 10266 w 20531"/>
                <a:gd name="connsiteY3" fmla="*/ 0 h 16475"/>
                <a:gd name="connsiteX4" fmla="*/ 20531 w 20531"/>
                <a:gd name="connsiteY4" fmla="*/ 8238 h 16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31" h="16475">
                  <a:moveTo>
                    <a:pt x="20531" y="8238"/>
                  </a:moveTo>
                  <a:cubicBezTo>
                    <a:pt x="20531" y="12800"/>
                    <a:pt x="15969" y="16476"/>
                    <a:pt x="10266" y="16476"/>
                  </a:cubicBezTo>
                  <a:cubicBezTo>
                    <a:pt x="4563" y="16476"/>
                    <a:pt x="0" y="12800"/>
                    <a:pt x="0" y="8238"/>
                  </a:cubicBezTo>
                  <a:cubicBezTo>
                    <a:pt x="0" y="3675"/>
                    <a:pt x="4563" y="0"/>
                    <a:pt x="10266" y="0"/>
                  </a:cubicBezTo>
                  <a:cubicBezTo>
                    <a:pt x="15969" y="0"/>
                    <a:pt x="20531" y="3675"/>
                    <a:pt x="20531" y="823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3" name="Freeform: Shape 3282">
              <a:extLst>
                <a:ext uri="{FF2B5EF4-FFF2-40B4-BE49-F238E27FC236}">
                  <a16:creationId xmlns:a16="http://schemas.microsoft.com/office/drawing/2014/main" id="{1D774203-2BB8-2220-DBDE-0EB57F14B4C5}"/>
                </a:ext>
              </a:extLst>
            </p:cNvPr>
            <p:cNvSpPr/>
            <p:nvPr/>
          </p:nvSpPr>
          <p:spPr>
            <a:xfrm>
              <a:off x="6215132" y="158070"/>
              <a:ext cx="22052" cy="17489"/>
            </a:xfrm>
            <a:custGeom>
              <a:avLst/>
              <a:gdLst>
                <a:gd name="connsiteX0" fmla="*/ 22052 w 22052"/>
                <a:gd name="connsiteY0" fmla="*/ 8745 h 17489"/>
                <a:gd name="connsiteX1" fmla="*/ 11026 w 22052"/>
                <a:gd name="connsiteY1" fmla="*/ 17490 h 17489"/>
                <a:gd name="connsiteX2" fmla="*/ 0 w 22052"/>
                <a:gd name="connsiteY2" fmla="*/ 8745 h 17489"/>
                <a:gd name="connsiteX3" fmla="*/ 11026 w 22052"/>
                <a:gd name="connsiteY3" fmla="*/ 0 h 17489"/>
                <a:gd name="connsiteX4" fmla="*/ 22052 w 22052"/>
                <a:gd name="connsiteY4" fmla="*/ 8745 h 1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052" h="17489">
                  <a:moveTo>
                    <a:pt x="22052" y="8745"/>
                  </a:moveTo>
                  <a:cubicBezTo>
                    <a:pt x="22052" y="13561"/>
                    <a:pt x="17109" y="17490"/>
                    <a:pt x="11026" y="17490"/>
                  </a:cubicBezTo>
                  <a:cubicBezTo>
                    <a:pt x="4943" y="17490"/>
                    <a:pt x="0" y="13561"/>
                    <a:pt x="0" y="8745"/>
                  </a:cubicBezTo>
                  <a:cubicBezTo>
                    <a:pt x="0" y="3929"/>
                    <a:pt x="4943" y="0"/>
                    <a:pt x="11026" y="0"/>
                  </a:cubicBezTo>
                  <a:cubicBezTo>
                    <a:pt x="17109" y="0"/>
                    <a:pt x="22052" y="3929"/>
                    <a:pt x="22052" y="874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4" name="Freeform: Shape 3283">
              <a:extLst>
                <a:ext uri="{FF2B5EF4-FFF2-40B4-BE49-F238E27FC236}">
                  <a16:creationId xmlns:a16="http://schemas.microsoft.com/office/drawing/2014/main" id="{15DA6156-B88C-F414-2D45-9F292E3193EC}"/>
                </a:ext>
              </a:extLst>
            </p:cNvPr>
            <p:cNvSpPr/>
            <p:nvPr/>
          </p:nvSpPr>
          <p:spPr>
            <a:xfrm>
              <a:off x="6345797" y="161111"/>
              <a:ext cx="22812" cy="17996"/>
            </a:xfrm>
            <a:custGeom>
              <a:avLst/>
              <a:gdLst>
                <a:gd name="connsiteX0" fmla="*/ 22813 w 22812"/>
                <a:gd name="connsiteY0" fmla="*/ 8998 h 17996"/>
                <a:gd name="connsiteX1" fmla="*/ 11406 w 22812"/>
                <a:gd name="connsiteY1" fmla="*/ 17997 h 17996"/>
                <a:gd name="connsiteX2" fmla="*/ 0 w 22812"/>
                <a:gd name="connsiteY2" fmla="*/ 8998 h 17996"/>
                <a:gd name="connsiteX3" fmla="*/ 11406 w 22812"/>
                <a:gd name="connsiteY3" fmla="*/ 0 h 17996"/>
                <a:gd name="connsiteX4" fmla="*/ 22813 w 22812"/>
                <a:gd name="connsiteY4" fmla="*/ 8998 h 17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12" h="17996">
                  <a:moveTo>
                    <a:pt x="22813" y="8998"/>
                  </a:moveTo>
                  <a:cubicBezTo>
                    <a:pt x="22813" y="13941"/>
                    <a:pt x="17743" y="17997"/>
                    <a:pt x="11406" y="17997"/>
                  </a:cubicBezTo>
                  <a:cubicBezTo>
                    <a:pt x="5069" y="17997"/>
                    <a:pt x="0" y="13941"/>
                    <a:pt x="0" y="8998"/>
                  </a:cubicBezTo>
                  <a:cubicBezTo>
                    <a:pt x="0" y="4056"/>
                    <a:pt x="5069" y="0"/>
                    <a:pt x="11406" y="0"/>
                  </a:cubicBezTo>
                  <a:cubicBezTo>
                    <a:pt x="17743" y="0"/>
                    <a:pt x="22813" y="4056"/>
                    <a:pt x="22813" y="89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5" name="Freeform: Shape 3284">
              <a:extLst>
                <a:ext uri="{FF2B5EF4-FFF2-40B4-BE49-F238E27FC236}">
                  <a16:creationId xmlns:a16="http://schemas.microsoft.com/office/drawing/2014/main" id="{3401774F-6947-7FAB-84E9-505D571F58A7}"/>
                </a:ext>
              </a:extLst>
            </p:cNvPr>
            <p:cNvSpPr/>
            <p:nvPr/>
          </p:nvSpPr>
          <p:spPr>
            <a:xfrm>
              <a:off x="6476208" y="167322"/>
              <a:ext cx="23572" cy="18756"/>
            </a:xfrm>
            <a:custGeom>
              <a:avLst/>
              <a:gdLst>
                <a:gd name="connsiteX0" fmla="*/ 23573 w 23572"/>
                <a:gd name="connsiteY0" fmla="*/ 9378 h 18756"/>
                <a:gd name="connsiteX1" fmla="*/ 11786 w 23572"/>
                <a:gd name="connsiteY1" fmla="*/ 18757 h 18756"/>
                <a:gd name="connsiteX2" fmla="*/ 0 w 23572"/>
                <a:gd name="connsiteY2" fmla="*/ 9378 h 18756"/>
                <a:gd name="connsiteX3" fmla="*/ 11786 w 23572"/>
                <a:gd name="connsiteY3" fmla="*/ 0 h 18756"/>
                <a:gd name="connsiteX4" fmla="*/ 23573 w 23572"/>
                <a:gd name="connsiteY4" fmla="*/ 9378 h 1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572" h="18756">
                  <a:moveTo>
                    <a:pt x="23573" y="9378"/>
                  </a:moveTo>
                  <a:cubicBezTo>
                    <a:pt x="23573" y="14575"/>
                    <a:pt x="18377" y="18757"/>
                    <a:pt x="11786" y="18757"/>
                  </a:cubicBezTo>
                  <a:cubicBezTo>
                    <a:pt x="5196" y="18757"/>
                    <a:pt x="0" y="14575"/>
                    <a:pt x="0" y="9378"/>
                  </a:cubicBezTo>
                  <a:cubicBezTo>
                    <a:pt x="0" y="4182"/>
                    <a:pt x="5196" y="0"/>
                    <a:pt x="11786" y="0"/>
                  </a:cubicBezTo>
                  <a:cubicBezTo>
                    <a:pt x="18377" y="0"/>
                    <a:pt x="23573" y="4182"/>
                    <a:pt x="23573" y="937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6" name="Freeform: Shape 3285">
              <a:extLst>
                <a:ext uri="{FF2B5EF4-FFF2-40B4-BE49-F238E27FC236}">
                  <a16:creationId xmlns:a16="http://schemas.microsoft.com/office/drawing/2014/main" id="{51F6BB7F-649A-A56E-1C3D-A3AFEDAFF291}"/>
                </a:ext>
              </a:extLst>
            </p:cNvPr>
            <p:cNvSpPr/>
            <p:nvPr/>
          </p:nvSpPr>
          <p:spPr>
            <a:xfrm>
              <a:off x="6606366" y="176953"/>
              <a:ext cx="24333" cy="19263"/>
            </a:xfrm>
            <a:custGeom>
              <a:avLst/>
              <a:gdLst>
                <a:gd name="connsiteX0" fmla="*/ 24333 w 24333"/>
                <a:gd name="connsiteY0" fmla="*/ 9632 h 19263"/>
                <a:gd name="connsiteX1" fmla="*/ 12166 w 24333"/>
                <a:gd name="connsiteY1" fmla="*/ 19264 h 19263"/>
                <a:gd name="connsiteX2" fmla="*/ 0 w 24333"/>
                <a:gd name="connsiteY2" fmla="*/ 9632 h 19263"/>
                <a:gd name="connsiteX3" fmla="*/ 12166 w 24333"/>
                <a:gd name="connsiteY3" fmla="*/ 0 h 19263"/>
                <a:gd name="connsiteX4" fmla="*/ 24333 w 24333"/>
                <a:gd name="connsiteY4" fmla="*/ 9632 h 19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33" h="19263">
                  <a:moveTo>
                    <a:pt x="24333" y="9632"/>
                  </a:moveTo>
                  <a:cubicBezTo>
                    <a:pt x="24333" y="14955"/>
                    <a:pt x="18884" y="19264"/>
                    <a:pt x="12166" y="19264"/>
                  </a:cubicBezTo>
                  <a:cubicBezTo>
                    <a:pt x="5450" y="19264"/>
                    <a:pt x="0" y="14955"/>
                    <a:pt x="0" y="9632"/>
                  </a:cubicBezTo>
                  <a:cubicBezTo>
                    <a:pt x="0" y="4309"/>
                    <a:pt x="5450" y="0"/>
                    <a:pt x="12166" y="0"/>
                  </a:cubicBezTo>
                  <a:cubicBezTo>
                    <a:pt x="18884" y="0"/>
                    <a:pt x="24333" y="4309"/>
                    <a:pt x="24333" y="963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7" name="Freeform: Shape 3286">
              <a:extLst>
                <a:ext uri="{FF2B5EF4-FFF2-40B4-BE49-F238E27FC236}">
                  <a16:creationId xmlns:a16="http://schemas.microsoft.com/office/drawing/2014/main" id="{5AA1E9E3-D7D1-0985-F2A1-5FDB052070A5}"/>
                </a:ext>
              </a:extLst>
            </p:cNvPr>
            <p:cNvSpPr/>
            <p:nvPr/>
          </p:nvSpPr>
          <p:spPr>
            <a:xfrm>
              <a:off x="6736144" y="189881"/>
              <a:ext cx="25093" cy="19897"/>
            </a:xfrm>
            <a:custGeom>
              <a:avLst/>
              <a:gdLst>
                <a:gd name="connsiteX0" fmla="*/ 25093 w 25093"/>
                <a:gd name="connsiteY0" fmla="*/ 9885 h 19897"/>
                <a:gd name="connsiteX1" fmla="*/ 12547 w 25093"/>
                <a:gd name="connsiteY1" fmla="*/ 19898 h 19897"/>
                <a:gd name="connsiteX2" fmla="*/ 0 w 25093"/>
                <a:gd name="connsiteY2" fmla="*/ 9885 h 19897"/>
                <a:gd name="connsiteX3" fmla="*/ 12547 w 25093"/>
                <a:gd name="connsiteY3" fmla="*/ 0 h 19897"/>
                <a:gd name="connsiteX4" fmla="*/ 25093 w 25093"/>
                <a:gd name="connsiteY4" fmla="*/ 9885 h 19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93" h="19897">
                  <a:moveTo>
                    <a:pt x="25093" y="9885"/>
                  </a:moveTo>
                  <a:cubicBezTo>
                    <a:pt x="25093" y="15462"/>
                    <a:pt x="19517" y="19898"/>
                    <a:pt x="12547" y="19898"/>
                  </a:cubicBezTo>
                  <a:cubicBezTo>
                    <a:pt x="5576" y="19898"/>
                    <a:pt x="0" y="15462"/>
                    <a:pt x="0" y="9885"/>
                  </a:cubicBezTo>
                  <a:cubicBezTo>
                    <a:pt x="0" y="4309"/>
                    <a:pt x="5576" y="0"/>
                    <a:pt x="12547" y="0"/>
                  </a:cubicBezTo>
                  <a:cubicBezTo>
                    <a:pt x="19517" y="0"/>
                    <a:pt x="25093" y="4436"/>
                    <a:pt x="25093" y="988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8" name="Freeform: Shape 3287">
              <a:extLst>
                <a:ext uri="{FF2B5EF4-FFF2-40B4-BE49-F238E27FC236}">
                  <a16:creationId xmlns:a16="http://schemas.microsoft.com/office/drawing/2014/main" id="{B9BAE02A-F5CF-5604-4845-BC186D472A58}"/>
                </a:ext>
              </a:extLst>
            </p:cNvPr>
            <p:cNvSpPr/>
            <p:nvPr/>
          </p:nvSpPr>
          <p:spPr>
            <a:xfrm>
              <a:off x="6865161" y="205849"/>
              <a:ext cx="25853" cy="20531"/>
            </a:xfrm>
            <a:custGeom>
              <a:avLst/>
              <a:gdLst>
                <a:gd name="connsiteX0" fmla="*/ 25854 w 25853"/>
                <a:gd name="connsiteY0" fmla="*/ 10266 h 20531"/>
                <a:gd name="connsiteX1" fmla="*/ 12927 w 25853"/>
                <a:gd name="connsiteY1" fmla="*/ 20531 h 20531"/>
                <a:gd name="connsiteX2" fmla="*/ 0 w 25853"/>
                <a:gd name="connsiteY2" fmla="*/ 10266 h 20531"/>
                <a:gd name="connsiteX3" fmla="*/ 12927 w 25853"/>
                <a:gd name="connsiteY3" fmla="*/ 0 h 20531"/>
                <a:gd name="connsiteX4" fmla="*/ 25854 w 25853"/>
                <a:gd name="connsiteY4" fmla="*/ 10266 h 20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853" h="20531">
                  <a:moveTo>
                    <a:pt x="25854" y="10266"/>
                  </a:moveTo>
                  <a:cubicBezTo>
                    <a:pt x="25854" y="15969"/>
                    <a:pt x="20025" y="20531"/>
                    <a:pt x="12927" y="20531"/>
                  </a:cubicBezTo>
                  <a:cubicBezTo>
                    <a:pt x="5830" y="20531"/>
                    <a:pt x="0" y="15969"/>
                    <a:pt x="0" y="10266"/>
                  </a:cubicBezTo>
                  <a:cubicBezTo>
                    <a:pt x="0" y="4563"/>
                    <a:pt x="5830" y="0"/>
                    <a:pt x="12927" y="0"/>
                  </a:cubicBezTo>
                  <a:cubicBezTo>
                    <a:pt x="20025" y="0"/>
                    <a:pt x="25854" y="4563"/>
                    <a:pt x="25854" y="1026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9" name="Freeform: Shape 3288">
              <a:extLst>
                <a:ext uri="{FF2B5EF4-FFF2-40B4-BE49-F238E27FC236}">
                  <a16:creationId xmlns:a16="http://schemas.microsoft.com/office/drawing/2014/main" id="{8D57BDF8-4503-C4AE-8852-7F39822255D7}"/>
                </a:ext>
              </a:extLst>
            </p:cNvPr>
            <p:cNvSpPr/>
            <p:nvPr/>
          </p:nvSpPr>
          <p:spPr>
            <a:xfrm>
              <a:off x="6993545" y="225240"/>
              <a:ext cx="26614" cy="21291"/>
            </a:xfrm>
            <a:custGeom>
              <a:avLst/>
              <a:gdLst>
                <a:gd name="connsiteX0" fmla="*/ 26614 w 26614"/>
                <a:gd name="connsiteY0" fmla="*/ 10646 h 21291"/>
                <a:gd name="connsiteX1" fmla="*/ 13307 w 26614"/>
                <a:gd name="connsiteY1" fmla="*/ 21292 h 21291"/>
                <a:gd name="connsiteX2" fmla="*/ 0 w 26614"/>
                <a:gd name="connsiteY2" fmla="*/ 10646 h 21291"/>
                <a:gd name="connsiteX3" fmla="*/ 13307 w 26614"/>
                <a:gd name="connsiteY3" fmla="*/ 0 h 21291"/>
                <a:gd name="connsiteX4" fmla="*/ 26614 w 26614"/>
                <a:gd name="connsiteY4" fmla="*/ 10646 h 2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614" h="21291">
                  <a:moveTo>
                    <a:pt x="26614" y="10646"/>
                  </a:moveTo>
                  <a:cubicBezTo>
                    <a:pt x="26614" y="16476"/>
                    <a:pt x="20658" y="21292"/>
                    <a:pt x="13307" y="21292"/>
                  </a:cubicBezTo>
                  <a:cubicBezTo>
                    <a:pt x="5956" y="21292"/>
                    <a:pt x="0" y="16602"/>
                    <a:pt x="0" y="10646"/>
                  </a:cubicBezTo>
                  <a:cubicBezTo>
                    <a:pt x="0" y="4689"/>
                    <a:pt x="5956" y="0"/>
                    <a:pt x="13307" y="0"/>
                  </a:cubicBezTo>
                  <a:cubicBezTo>
                    <a:pt x="20658" y="0"/>
                    <a:pt x="26614" y="4689"/>
                    <a:pt x="26614" y="1064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0" name="Freeform: Shape 3289">
              <a:extLst>
                <a:ext uri="{FF2B5EF4-FFF2-40B4-BE49-F238E27FC236}">
                  <a16:creationId xmlns:a16="http://schemas.microsoft.com/office/drawing/2014/main" id="{CA224D1D-5941-0848-EC72-96291F4B90B0}"/>
                </a:ext>
              </a:extLst>
            </p:cNvPr>
            <p:cNvSpPr/>
            <p:nvPr/>
          </p:nvSpPr>
          <p:spPr>
            <a:xfrm>
              <a:off x="7121295" y="248179"/>
              <a:ext cx="26741" cy="21291"/>
            </a:xfrm>
            <a:custGeom>
              <a:avLst/>
              <a:gdLst>
                <a:gd name="connsiteX0" fmla="*/ 26741 w 26741"/>
                <a:gd name="connsiteY0" fmla="*/ 10646 h 21291"/>
                <a:gd name="connsiteX1" fmla="*/ 13434 w 26741"/>
                <a:gd name="connsiteY1" fmla="*/ 21292 h 21291"/>
                <a:gd name="connsiteX2" fmla="*/ 0 w 26741"/>
                <a:gd name="connsiteY2" fmla="*/ 10646 h 21291"/>
                <a:gd name="connsiteX3" fmla="*/ 13434 w 26741"/>
                <a:gd name="connsiteY3" fmla="*/ 0 h 21291"/>
                <a:gd name="connsiteX4" fmla="*/ 26741 w 26741"/>
                <a:gd name="connsiteY4" fmla="*/ 10646 h 2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741" h="21291">
                  <a:moveTo>
                    <a:pt x="26741" y="10646"/>
                  </a:moveTo>
                  <a:cubicBezTo>
                    <a:pt x="26741" y="16476"/>
                    <a:pt x="20784" y="21292"/>
                    <a:pt x="13434" y="21292"/>
                  </a:cubicBezTo>
                  <a:cubicBezTo>
                    <a:pt x="6083" y="21292"/>
                    <a:pt x="0" y="16602"/>
                    <a:pt x="0" y="10646"/>
                  </a:cubicBezTo>
                  <a:cubicBezTo>
                    <a:pt x="0" y="4689"/>
                    <a:pt x="5956" y="0"/>
                    <a:pt x="13434" y="0"/>
                  </a:cubicBezTo>
                  <a:cubicBezTo>
                    <a:pt x="20911" y="0"/>
                    <a:pt x="26741" y="4689"/>
                    <a:pt x="26741" y="1064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1" name="Freeform: Shape 3290">
              <a:extLst>
                <a:ext uri="{FF2B5EF4-FFF2-40B4-BE49-F238E27FC236}">
                  <a16:creationId xmlns:a16="http://schemas.microsoft.com/office/drawing/2014/main" id="{EFDED26F-4490-8AB1-2ECD-D576BAA4D309}"/>
                </a:ext>
              </a:extLst>
            </p:cNvPr>
            <p:cNvSpPr/>
            <p:nvPr/>
          </p:nvSpPr>
          <p:spPr>
            <a:xfrm>
              <a:off x="7247904" y="274033"/>
              <a:ext cx="27501" cy="21798"/>
            </a:xfrm>
            <a:custGeom>
              <a:avLst/>
              <a:gdLst>
                <a:gd name="connsiteX0" fmla="*/ 27501 w 27501"/>
                <a:gd name="connsiteY0" fmla="*/ 10899 h 21798"/>
                <a:gd name="connsiteX1" fmla="*/ 13814 w 27501"/>
                <a:gd name="connsiteY1" fmla="*/ 21799 h 21798"/>
                <a:gd name="connsiteX2" fmla="*/ 0 w 27501"/>
                <a:gd name="connsiteY2" fmla="*/ 10899 h 21798"/>
                <a:gd name="connsiteX3" fmla="*/ 13814 w 27501"/>
                <a:gd name="connsiteY3" fmla="*/ 0 h 21798"/>
                <a:gd name="connsiteX4" fmla="*/ 27501 w 27501"/>
                <a:gd name="connsiteY4" fmla="*/ 10899 h 21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501" h="21798">
                  <a:moveTo>
                    <a:pt x="27501" y="10899"/>
                  </a:moveTo>
                  <a:cubicBezTo>
                    <a:pt x="27501" y="16983"/>
                    <a:pt x="21292" y="21799"/>
                    <a:pt x="13814" y="21799"/>
                  </a:cubicBezTo>
                  <a:cubicBezTo>
                    <a:pt x="6337" y="21799"/>
                    <a:pt x="0" y="16983"/>
                    <a:pt x="0" y="10899"/>
                  </a:cubicBezTo>
                  <a:cubicBezTo>
                    <a:pt x="0" y="4816"/>
                    <a:pt x="6210" y="0"/>
                    <a:pt x="13814" y="0"/>
                  </a:cubicBezTo>
                  <a:cubicBezTo>
                    <a:pt x="21418" y="0"/>
                    <a:pt x="27501" y="4816"/>
                    <a:pt x="27501" y="1089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2" name="Freeform: Shape 3291">
              <a:extLst>
                <a:ext uri="{FF2B5EF4-FFF2-40B4-BE49-F238E27FC236}">
                  <a16:creationId xmlns:a16="http://schemas.microsoft.com/office/drawing/2014/main" id="{54A2FAAF-E48F-C0AE-E690-14F82E205243}"/>
                </a:ext>
              </a:extLst>
            </p:cNvPr>
            <p:cNvSpPr/>
            <p:nvPr/>
          </p:nvSpPr>
          <p:spPr>
            <a:xfrm>
              <a:off x="7373119" y="302929"/>
              <a:ext cx="28388" cy="22432"/>
            </a:xfrm>
            <a:custGeom>
              <a:avLst/>
              <a:gdLst>
                <a:gd name="connsiteX0" fmla="*/ 28389 w 28388"/>
                <a:gd name="connsiteY0" fmla="*/ 11279 h 22432"/>
                <a:gd name="connsiteX1" fmla="*/ 14194 w 28388"/>
                <a:gd name="connsiteY1" fmla="*/ 22432 h 22432"/>
                <a:gd name="connsiteX2" fmla="*/ 0 w 28388"/>
                <a:gd name="connsiteY2" fmla="*/ 11279 h 22432"/>
                <a:gd name="connsiteX3" fmla="*/ 14194 w 28388"/>
                <a:gd name="connsiteY3" fmla="*/ 0 h 22432"/>
                <a:gd name="connsiteX4" fmla="*/ 28389 w 28388"/>
                <a:gd name="connsiteY4" fmla="*/ 11279 h 22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388" h="22432">
                  <a:moveTo>
                    <a:pt x="28389" y="11279"/>
                  </a:moveTo>
                  <a:cubicBezTo>
                    <a:pt x="28389" y="17490"/>
                    <a:pt x="22052" y="22432"/>
                    <a:pt x="14194" y="22432"/>
                  </a:cubicBezTo>
                  <a:cubicBezTo>
                    <a:pt x="6337" y="22432"/>
                    <a:pt x="0" y="17363"/>
                    <a:pt x="0" y="11279"/>
                  </a:cubicBezTo>
                  <a:cubicBezTo>
                    <a:pt x="0" y="5196"/>
                    <a:pt x="6337" y="0"/>
                    <a:pt x="14194" y="0"/>
                  </a:cubicBezTo>
                  <a:cubicBezTo>
                    <a:pt x="22052" y="0"/>
                    <a:pt x="28389" y="5069"/>
                    <a:pt x="28389" y="1127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3" name="Freeform: Shape 3292">
              <a:extLst>
                <a:ext uri="{FF2B5EF4-FFF2-40B4-BE49-F238E27FC236}">
                  <a16:creationId xmlns:a16="http://schemas.microsoft.com/office/drawing/2014/main" id="{AF916B77-3EF7-47DE-2DFE-56DF5FFD671C}"/>
                </a:ext>
              </a:extLst>
            </p:cNvPr>
            <p:cNvSpPr/>
            <p:nvPr/>
          </p:nvSpPr>
          <p:spPr>
            <a:xfrm>
              <a:off x="7497320" y="335120"/>
              <a:ext cx="29149" cy="23065"/>
            </a:xfrm>
            <a:custGeom>
              <a:avLst/>
              <a:gdLst>
                <a:gd name="connsiteX0" fmla="*/ 29149 w 29149"/>
                <a:gd name="connsiteY0" fmla="*/ 11533 h 23065"/>
                <a:gd name="connsiteX1" fmla="*/ 14574 w 29149"/>
                <a:gd name="connsiteY1" fmla="*/ 23066 h 23065"/>
                <a:gd name="connsiteX2" fmla="*/ 0 w 29149"/>
                <a:gd name="connsiteY2" fmla="*/ 11533 h 23065"/>
                <a:gd name="connsiteX3" fmla="*/ 14574 w 29149"/>
                <a:gd name="connsiteY3" fmla="*/ 0 h 23065"/>
                <a:gd name="connsiteX4" fmla="*/ 29149 w 29149"/>
                <a:gd name="connsiteY4" fmla="*/ 11533 h 23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9" h="23065">
                  <a:moveTo>
                    <a:pt x="29149" y="11533"/>
                  </a:moveTo>
                  <a:cubicBezTo>
                    <a:pt x="29149" y="17870"/>
                    <a:pt x="22685" y="23066"/>
                    <a:pt x="14574" y="23066"/>
                  </a:cubicBezTo>
                  <a:cubicBezTo>
                    <a:pt x="6464" y="23066"/>
                    <a:pt x="0" y="17870"/>
                    <a:pt x="0" y="11533"/>
                  </a:cubicBezTo>
                  <a:cubicBezTo>
                    <a:pt x="0" y="5196"/>
                    <a:pt x="6591" y="0"/>
                    <a:pt x="14574" y="0"/>
                  </a:cubicBezTo>
                  <a:cubicBezTo>
                    <a:pt x="22559" y="0"/>
                    <a:pt x="29149" y="5196"/>
                    <a:pt x="29149" y="1153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4" name="Freeform: Shape 3293">
              <a:extLst>
                <a:ext uri="{FF2B5EF4-FFF2-40B4-BE49-F238E27FC236}">
                  <a16:creationId xmlns:a16="http://schemas.microsoft.com/office/drawing/2014/main" id="{95D9959C-A644-7058-26CF-793853575E2A}"/>
                </a:ext>
              </a:extLst>
            </p:cNvPr>
            <p:cNvSpPr/>
            <p:nvPr/>
          </p:nvSpPr>
          <p:spPr>
            <a:xfrm>
              <a:off x="7620507" y="370606"/>
              <a:ext cx="29149" cy="23065"/>
            </a:xfrm>
            <a:custGeom>
              <a:avLst/>
              <a:gdLst>
                <a:gd name="connsiteX0" fmla="*/ 29150 w 29149"/>
                <a:gd name="connsiteY0" fmla="*/ 11533 h 23065"/>
                <a:gd name="connsiteX1" fmla="*/ 14575 w 29149"/>
                <a:gd name="connsiteY1" fmla="*/ 23066 h 23065"/>
                <a:gd name="connsiteX2" fmla="*/ 0 w 29149"/>
                <a:gd name="connsiteY2" fmla="*/ 11533 h 23065"/>
                <a:gd name="connsiteX3" fmla="*/ 14575 w 29149"/>
                <a:gd name="connsiteY3" fmla="*/ 0 h 23065"/>
                <a:gd name="connsiteX4" fmla="*/ 29150 w 29149"/>
                <a:gd name="connsiteY4" fmla="*/ 11533 h 23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9" h="23065">
                  <a:moveTo>
                    <a:pt x="29150" y="11533"/>
                  </a:moveTo>
                  <a:cubicBezTo>
                    <a:pt x="29150" y="17870"/>
                    <a:pt x="22559" y="23066"/>
                    <a:pt x="14575" y="23066"/>
                  </a:cubicBezTo>
                  <a:cubicBezTo>
                    <a:pt x="6591" y="23066"/>
                    <a:pt x="0" y="17870"/>
                    <a:pt x="0" y="11533"/>
                  </a:cubicBezTo>
                  <a:cubicBezTo>
                    <a:pt x="0" y="5196"/>
                    <a:pt x="6464" y="0"/>
                    <a:pt x="14575" y="0"/>
                  </a:cubicBezTo>
                  <a:cubicBezTo>
                    <a:pt x="22686" y="0"/>
                    <a:pt x="29150" y="5196"/>
                    <a:pt x="29150" y="1153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5" name="Freeform: Shape 3294">
              <a:extLst>
                <a:ext uri="{FF2B5EF4-FFF2-40B4-BE49-F238E27FC236}">
                  <a16:creationId xmlns:a16="http://schemas.microsoft.com/office/drawing/2014/main" id="{B58E0EB3-325E-8F43-1B5B-EB67E0B02FDC}"/>
                </a:ext>
              </a:extLst>
            </p:cNvPr>
            <p:cNvSpPr/>
            <p:nvPr/>
          </p:nvSpPr>
          <p:spPr>
            <a:xfrm>
              <a:off x="7741920" y="409134"/>
              <a:ext cx="29909" cy="23572"/>
            </a:xfrm>
            <a:custGeom>
              <a:avLst/>
              <a:gdLst>
                <a:gd name="connsiteX0" fmla="*/ 29910 w 29909"/>
                <a:gd name="connsiteY0" fmla="*/ 11786 h 23572"/>
                <a:gd name="connsiteX1" fmla="*/ 14955 w 29909"/>
                <a:gd name="connsiteY1" fmla="*/ 23573 h 23572"/>
                <a:gd name="connsiteX2" fmla="*/ 0 w 29909"/>
                <a:gd name="connsiteY2" fmla="*/ 11786 h 23572"/>
                <a:gd name="connsiteX3" fmla="*/ 14955 w 29909"/>
                <a:gd name="connsiteY3" fmla="*/ 0 h 23572"/>
                <a:gd name="connsiteX4" fmla="*/ 29910 w 29909"/>
                <a:gd name="connsiteY4" fmla="*/ 11786 h 2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909" h="23572">
                  <a:moveTo>
                    <a:pt x="29910" y="11786"/>
                  </a:moveTo>
                  <a:cubicBezTo>
                    <a:pt x="29910" y="18377"/>
                    <a:pt x="23193" y="23573"/>
                    <a:pt x="14955" y="23573"/>
                  </a:cubicBezTo>
                  <a:cubicBezTo>
                    <a:pt x="6717" y="23573"/>
                    <a:pt x="0" y="18250"/>
                    <a:pt x="0" y="11786"/>
                  </a:cubicBezTo>
                  <a:cubicBezTo>
                    <a:pt x="0" y="5323"/>
                    <a:pt x="6717" y="0"/>
                    <a:pt x="14955" y="0"/>
                  </a:cubicBezTo>
                  <a:cubicBezTo>
                    <a:pt x="23193" y="0"/>
                    <a:pt x="29910" y="5323"/>
                    <a:pt x="29910" y="1178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6" name="Freeform: Shape 3295">
              <a:extLst>
                <a:ext uri="{FF2B5EF4-FFF2-40B4-BE49-F238E27FC236}">
                  <a16:creationId xmlns:a16="http://schemas.microsoft.com/office/drawing/2014/main" id="{B23DB08C-809E-72F7-1E86-EBA2943EC14F}"/>
                </a:ext>
              </a:extLst>
            </p:cNvPr>
            <p:cNvSpPr/>
            <p:nvPr/>
          </p:nvSpPr>
          <p:spPr>
            <a:xfrm>
              <a:off x="7862066" y="450830"/>
              <a:ext cx="29910" cy="23572"/>
            </a:xfrm>
            <a:custGeom>
              <a:avLst/>
              <a:gdLst>
                <a:gd name="connsiteX0" fmla="*/ 29910 w 29910"/>
                <a:gd name="connsiteY0" fmla="*/ 11786 h 23572"/>
                <a:gd name="connsiteX1" fmla="*/ 14956 w 29910"/>
                <a:gd name="connsiteY1" fmla="*/ 23573 h 23572"/>
                <a:gd name="connsiteX2" fmla="*/ 0 w 29910"/>
                <a:gd name="connsiteY2" fmla="*/ 11786 h 23572"/>
                <a:gd name="connsiteX3" fmla="*/ 14956 w 29910"/>
                <a:gd name="connsiteY3" fmla="*/ 0 h 23572"/>
                <a:gd name="connsiteX4" fmla="*/ 29910 w 29910"/>
                <a:gd name="connsiteY4" fmla="*/ 11786 h 2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910" h="23572">
                  <a:moveTo>
                    <a:pt x="29910" y="11786"/>
                  </a:moveTo>
                  <a:cubicBezTo>
                    <a:pt x="29910" y="18377"/>
                    <a:pt x="23193" y="23573"/>
                    <a:pt x="14956" y="23573"/>
                  </a:cubicBezTo>
                  <a:cubicBezTo>
                    <a:pt x="6717" y="23573"/>
                    <a:pt x="0" y="18250"/>
                    <a:pt x="0" y="11786"/>
                  </a:cubicBezTo>
                  <a:cubicBezTo>
                    <a:pt x="0" y="5323"/>
                    <a:pt x="6717" y="0"/>
                    <a:pt x="14956" y="0"/>
                  </a:cubicBezTo>
                  <a:cubicBezTo>
                    <a:pt x="23193" y="0"/>
                    <a:pt x="29910" y="5323"/>
                    <a:pt x="29910" y="1178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7" name="Freeform: Shape 3296">
              <a:extLst>
                <a:ext uri="{FF2B5EF4-FFF2-40B4-BE49-F238E27FC236}">
                  <a16:creationId xmlns:a16="http://schemas.microsoft.com/office/drawing/2014/main" id="{9C508E79-F237-F27A-C818-F297ACBB43B9}"/>
                </a:ext>
              </a:extLst>
            </p:cNvPr>
            <p:cNvSpPr/>
            <p:nvPr/>
          </p:nvSpPr>
          <p:spPr>
            <a:xfrm>
              <a:off x="7980057" y="495061"/>
              <a:ext cx="30670" cy="24333"/>
            </a:xfrm>
            <a:custGeom>
              <a:avLst/>
              <a:gdLst>
                <a:gd name="connsiteX0" fmla="*/ 30671 w 30670"/>
                <a:gd name="connsiteY0" fmla="*/ 12167 h 24333"/>
                <a:gd name="connsiteX1" fmla="*/ 15335 w 30670"/>
                <a:gd name="connsiteY1" fmla="*/ 24333 h 24333"/>
                <a:gd name="connsiteX2" fmla="*/ 0 w 30670"/>
                <a:gd name="connsiteY2" fmla="*/ 12167 h 24333"/>
                <a:gd name="connsiteX3" fmla="*/ 15335 w 30670"/>
                <a:gd name="connsiteY3" fmla="*/ 0 h 24333"/>
                <a:gd name="connsiteX4" fmla="*/ 30671 w 30670"/>
                <a:gd name="connsiteY4" fmla="*/ 12167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70" h="24333">
                  <a:moveTo>
                    <a:pt x="30671" y="12167"/>
                  </a:moveTo>
                  <a:cubicBezTo>
                    <a:pt x="30671" y="18884"/>
                    <a:pt x="23826" y="24333"/>
                    <a:pt x="15335" y="24333"/>
                  </a:cubicBezTo>
                  <a:cubicBezTo>
                    <a:pt x="6844" y="24333"/>
                    <a:pt x="0" y="18884"/>
                    <a:pt x="0" y="12167"/>
                  </a:cubicBezTo>
                  <a:cubicBezTo>
                    <a:pt x="0" y="5450"/>
                    <a:pt x="6844" y="0"/>
                    <a:pt x="15335" y="0"/>
                  </a:cubicBezTo>
                  <a:cubicBezTo>
                    <a:pt x="23826" y="0"/>
                    <a:pt x="30671" y="5450"/>
                    <a:pt x="30671" y="121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8" name="Freeform: Shape 3297">
              <a:extLst>
                <a:ext uri="{FF2B5EF4-FFF2-40B4-BE49-F238E27FC236}">
                  <a16:creationId xmlns:a16="http://schemas.microsoft.com/office/drawing/2014/main" id="{720519EA-046C-798A-E232-4166B8EBBBAD}"/>
                </a:ext>
              </a:extLst>
            </p:cNvPr>
            <p:cNvSpPr/>
            <p:nvPr/>
          </p:nvSpPr>
          <p:spPr>
            <a:xfrm>
              <a:off x="8096654" y="542713"/>
              <a:ext cx="30670" cy="24333"/>
            </a:xfrm>
            <a:custGeom>
              <a:avLst/>
              <a:gdLst>
                <a:gd name="connsiteX0" fmla="*/ 30671 w 30670"/>
                <a:gd name="connsiteY0" fmla="*/ 12167 h 24333"/>
                <a:gd name="connsiteX1" fmla="*/ 15335 w 30670"/>
                <a:gd name="connsiteY1" fmla="*/ 24333 h 24333"/>
                <a:gd name="connsiteX2" fmla="*/ 0 w 30670"/>
                <a:gd name="connsiteY2" fmla="*/ 12167 h 24333"/>
                <a:gd name="connsiteX3" fmla="*/ 15335 w 30670"/>
                <a:gd name="connsiteY3" fmla="*/ 0 h 24333"/>
                <a:gd name="connsiteX4" fmla="*/ 30671 w 30670"/>
                <a:gd name="connsiteY4" fmla="*/ 12167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70" h="24333">
                  <a:moveTo>
                    <a:pt x="30671" y="12167"/>
                  </a:moveTo>
                  <a:cubicBezTo>
                    <a:pt x="30671" y="18884"/>
                    <a:pt x="23826" y="24333"/>
                    <a:pt x="15335" y="24333"/>
                  </a:cubicBezTo>
                  <a:cubicBezTo>
                    <a:pt x="6844" y="24333"/>
                    <a:pt x="0" y="18884"/>
                    <a:pt x="0" y="12167"/>
                  </a:cubicBezTo>
                  <a:cubicBezTo>
                    <a:pt x="0" y="5450"/>
                    <a:pt x="6844" y="0"/>
                    <a:pt x="15335" y="0"/>
                  </a:cubicBezTo>
                  <a:cubicBezTo>
                    <a:pt x="23826" y="0"/>
                    <a:pt x="30671" y="5450"/>
                    <a:pt x="30671" y="121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9" name="Freeform: Shape 3298">
              <a:extLst>
                <a:ext uri="{FF2B5EF4-FFF2-40B4-BE49-F238E27FC236}">
                  <a16:creationId xmlns:a16="http://schemas.microsoft.com/office/drawing/2014/main" id="{649BDCF1-CCE4-54E9-8711-D76F2EBDA465}"/>
                </a:ext>
              </a:extLst>
            </p:cNvPr>
            <p:cNvSpPr/>
            <p:nvPr/>
          </p:nvSpPr>
          <p:spPr>
            <a:xfrm>
              <a:off x="8211224" y="593281"/>
              <a:ext cx="30669" cy="24333"/>
            </a:xfrm>
            <a:custGeom>
              <a:avLst/>
              <a:gdLst>
                <a:gd name="connsiteX0" fmla="*/ 30670 w 30669"/>
                <a:gd name="connsiteY0" fmla="*/ 12167 h 24333"/>
                <a:gd name="connsiteX1" fmla="*/ 15335 w 30669"/>
                <a:gd name="connsiteY1" fmla="*/ 24333 h 24333"/>
                <a:gd name="connsiteX2" fmla="*/ 0 w 30669"/>
                <a:gd name="connsiteY2" fmla="*/ 12167 h 24333"/>
                <a:gd name="connsiteX3" fmla="*/ 15335 w 30669"/>
                <a:gd name="connsiteY3" fmla="*/ 0 h 24333"/>
                <a:gd name="connsiteX4" fmla="*/ 30670 w 30669"/>
                <a:gd name="connsiteY4" fmla="*/ 12167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9" h="24333">
                  <a:moveTo>
                    <a:pt x="30670" y="12167"/>
                  </a:moveTo>
                  <a:cubicBezTo>
                    <a:pt x="30670" y="18884"/>
                    <a:pt x="23826" y="24333"/>
                    <a:pt x="15335" y="24333"/>
                  </a:cubicBezTo>
                  <a:cubicBezTo>
                    <a:pt x="6843" y="24333"/>
                    <a:pt x="0" y="18884"/>
                    <a:pt x="0" y="12167"/>
                  </a:cubicBezTo>
                  <a:cubicBezTo>
                    <a:pt x="0" y="5450"/>
                    <a:pt x="6843" y="0"/>
                    <a:pt x="15335" y="0"/>
                  </a:cubicBezTo>
                  <a:cubicBezTo>
                    <a:pt x="23826" y="0"/>
                    <a:pt x="30670" y="5450"/>
                    <a:pt x="30670" y="121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0" name="Freeform: Shape 3299">
              <a:extLst>
                <a:ext uri="{FF2B5EF4-FFF2-40B4-BE49-F238E27FC236}">
                  <a16:creationId xmlns:a16="http://schemas.microsoft.com/office/drawing/2014/main" id="{E0B23A57-08BC-8F5F-1652-0FD646554C71}"/>
                </a:ext>
              </a:extLst>
            </p:cNvPr>
            <p:cNvSpPr/>
            <p:nvPr/>
          </p:nvSpPr>
          <p:spPr>
            <a:xfrm>
              <a:off x="8323639" y="646764"/>
              <a:ext cx="30669" cy="24333"/>
            </a:xfrm>
            <a:custGeom>
              <a:avLst/>
              <a:gdLst>
                <a:gd name="connsiteX0" fmla="*/ 30670 w 30669"/>
                <a:gd name="connsiteY0" fmla="*/ 12167 h 24333"/>
                <a:gd name="connsiteX1" fmla="*/ 15335 w 30669"/>
                <a:gd name="connsiteY1" fmla="*/ 24333 h 24333"/>
                <a:gd name="connsiteX2" fmla="*/ 0 w 30669"/>
                <a:gd name="connsiteY2" fmla="*/ 12167 h 24333"/>
                <a:gd name="connsiteX3" fmla="*/ 15335 w 30669"/>
                <a:gd name="connsiteY3" fmla="*/ 0 h 24333"/>
                <a:gd name="connsiteX4" fmla="*/ 30670 w 30669"/>
                <a:gd name="connsiteY4" fmla="*/ 12167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9" h="24333">
                  <a:moveTo>
                    <a:pt x="30670" y="12167"/>
                  </a:moveTo>
                  <a:cubicBezTo>
                    <a:pt x="30670" y="18884"/>
                    <a:pt x="23826" y="24333"/>
                    <a:pt x="15335" y="24333"/>
                  </a:cubicBezTo>
                  <a:cubicBezTo>
                    <a:pt x="6843" y="24333"/>
                    <a:pt x="0" y="18884"/>
                    <a:pt x="0" y="12167"/>
                  </a:cubicBezTo>
                  <a:cubicBezTo>
                    <a:pt x="0" y="5450"/>
                    <a:pt x="6843" y="0"/>
                    <a:pt x="15335" y="0"/>
                  </a:cubicBezTo>
                  <a:cubicBezTo>
                    <a:pt x="23826" y="0"/>
                    <a:pt x="30670" y="5450"/>
                    <a:pt x="30670" y="121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1" name="Freeform: Shape 3300">
              <a:extLst>
                <a:ext uri="{FF2B5EF4-FFF2-40B4-BE49-F238E27FC236}">
                  <a16:creationId xmlns:a16="http://schemas.microsoft.com/office/drawing/2014/main" id="{0C20F27F-E54C-D1AB-9827-C2118689A983}"/>
                </a:ext>
              </a:extLst>
            </p:cNvPr>
            <p:cNvSpPr/>
            <p:nvPr/>
          </p:nvSpPr>
          <p:spPr>
            <a:xfrm>
              <a:off x="8433519" y="702654"/>
              <a:ext cx="31430" cy="24840"/>
            </a:xfrm>
            <a:custGeom>
              <a:avLst/>
              <a:gdLst>
                <a:gd name="connsiteX0" fmla="*/ 31430 w 31430"/>
                <a:gd name="connsiteY0" fmla="*/ 12420 h 24840"/>
                <a:gd name="connsiteX1" fmla="*/ 15715 w 31430"/>
                <a:gd name="connsiteY1" fmla="*/ 24840 h 24840"/>
                <a:gd name="connsiteX2" fmla="*/ 0 w 31430"/>
                <a:gd name="connsiteY2" fmla="*/ 12420 h 24840"/>
                <a:gd name="connsiteX3" fmla="*/ 15715 w 31430"/>
                <a:gd name="connsiteY3" fmla="*/ 0 h 24840"/>
                <a:gd name="connsiteX4" fmla="*/ 31430 w 31430"/>
                <a:gd name="connsiteY4" fmla="*/ 12420 h 2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30" h="24840">
                  <a:moveTo>
                    <a:pt x="31430" y="12420"/>
                  </a:moveTo>
                  <a:cubicBezTo>
                    <a:pt x="31430" y="19264"/>
                    <a:pt x="24460" y="24840"/>
                    <a:pt x="15715" y="24840"/>
                  </a:cubicBezTo>
                  <a:cubicBezTo>
                    <a:pt x="6970" y="24840"/>
                    <a:pt x="0" y="19264"/>
                    <a:pt x="0" y="12420"/>
                  </a:cubicBezTo>
                  <a:cubicBezTo>
                    <a:pt x="0" y="5576"/>
                    <a:pt x="7097" y="0"/>
                    <a:pt x="15715" y="0"/>
                  </a:cubicBezTo>
                  <a:cubicBezTo>
                    <a:pt x="24333" y="0"/>
                    <a:pt x="31430" y="5576"/>
                    <a:pt x="31430" y="1242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2" name="Freeform: Shape 3301">
              <a:extLst>
                <a:ext uri="{FF2B5EF4-FFF2-40B4-BE49-F238E27FC236}">
                  <a16:creationId xmlns:a16="http://schemas.microsoft.com/office/drawing/2014/main" id="{FF6ADEC9-E699-D2FE-AB1B-DF7B73BCF56F}"/>
                </a:ext>
              </a:extLst>
            </p:cNvPr>
            <p:cNvSpPr/>
            <p:nvPr/>
          </p:nvSpPr>
          <p:spPr>
            <a:xfrm>
              <a:off x="8541498" y="761586"/>
              <a:ext cx="31430" cy="24840"/>
            </a:xfrm>
            <a:custGeom>
              <a:avLst/>
              <a:gdLst>
                <a:gd name="connsiteX0" fmla="*/ 31430 w 31430"/>
                <a:gd name="connsiteY0" fmla="*/ 12420 h 24840"/>
                <a:gd name="connsiteX1" fmla="*/ 15715 w 31430"/>
                <a:gd name="connsiteY1" fmla="*/ 24840 h 24840"/>
                <a:gd name="connsiteX2" fmla="*/ 0 w 31430"/>
                <a:gd name="connsiteY2" fmla="*/ 12420 h 24840"/>
                <a:gd name="connsiteX3" fmla="*/ 15715 w 31430"/>
                <a:gd name="connsiteY3" fmla="*/ 0 h 24840"/>
                <a:gd name="connsiteX4" fmla="*/ 31430 w 31430"/>
                <a:gd name="connsiteY4" fmla="*/ 12420 h 2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30" h="24840">
                  <a:moveTo>
                    <a:pt x="31430" y="12420"/>
                  </a:moveTo>
                  <a:cubicBezTo>
                    <a:pt x="31430" y="19264"/>
                    <a:pt x="24460" y="24840"/>
                    <a:pt x="15715" y="24840"/>
                  </a:cubicBezTo>
                  <a:cubicBezTo>
                    <a:pt x="6970" y="24840"/>
                    <a:pt x="0" y="19264"/>
                    <a:pt x="0" y="12420"/>
                  </a:cubicBezTo>
                  <a:cubicBezTo>
                    <a:pt x="0" y="5576"/>
                    <a:pt x="7097" y="0"/>
                    <a:pt x="15715" y="0"/>
                  </a:cubicBezTo>
                  <a:cubicBezTo>
                    <a:pt x="24333" y="0"/>
                    <a:pt x="31430" y="5576"/>
                    <a:pt x="31430" y="1242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3" name="Freeform: Shape 3302">
              <a:extLst>
                <a:ext uri="{FF2B5EF4-FFF2-40B4-BE49-F238E27FC236}">
                  <a16:creationId xmlns:a16="http://schemas.microsoft.com/office/drawing/2014/main" id="{2088B568-1296-BBCB-BF87-570A19C7D425}"/>
                </a:ext>
              </a:extLst>
            </p:cNvPr>
            <p:cNvSpPr/>
            <p:nvPr/>
          </p:nvSpPr>
          <p:spPr>
            <a:xfrm>
              <a:off x="8646689" y="822927"/>
              <a:ext cx="32190" cy="25600"/>
            </a:xfrm>
            <a:custGeom>
              <a:avLst/>
              <a:gdLst>
                <a:gd name="connsiteX0" fmla="*/ 32191 w 32190"/>
                <a:gd name="connsiteY0" fmla="*/ 12800 h 25600"/>
                <a:gd name="connsiteX1" fmla="*/ 16096 w 32190"/>
                <a:gd name="connsiteY1" fmla="*/ 25601 h 25600"/>
                <a:gd name="connsiteX2" fmla="*/ 0 w 32190"/>
                <a:gd name="connsiteY2" fmla="*/ 12800 h 25600"/>
                <a:gd name="connsiteX3" fmla="*/ 16096 w 32190"/>
                <a:gd name="connsiteY3" fmla="*/ 0 h 25600"/>
                <a:gd name="connsiteX4" fmla="*/ 32191 w 32190"/>
                <a:gd name="connsiteY4" fmla="*/ 12800 h 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90" h="25600">
                  <a:moveTo>
                    <a:pt x="32191" y="12800"/>
                  </a:moveTo>
                  <a:cubicBezTo>
                    <a:pt x="32191" y="19898"/>
                    <a:pt x="24967" y="25601"/>
                    <a:pt x="16096" y="25601"/>
                  </a:cubicBezTo>
                  <a:cubicBezTo>
                    <a:pt x="7224" y="25601"/>
                    <a:pt x="0" y="19898"/>
                    <a:pt x="0" y="12800"/>
                  </a:cubicBezTo>
                  <a:cubicBezTo>
                    <a:pt x="0" y="5703"/>
                    <a:pt x="7224" y="0"/>
                    <a:pt x="16096" y="0"/>
                  </a:cubicBezTo>
                  <a:cubicBezTo>
                    <a:pt x="24967" y="0"/>
                    <a:pt x="32191" y="5703"/>
                    <a:pt x="32191" y="1280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4" name="Freeform: Shape 3303">
              <a:extLst>
                <a:ext uri="{FF2B5EF4-FFF2-40B4-BE49-F238E27FC236}">
                  <a16:creationId xmlns:a16="http://schemas.microsoft.com/office/drawing/2014/main" id="{63EAEFEA-D731-05CC-95C3-BADD20668A0F}"/>
                </a:ext>
              </a:extLst>
            </p:cNvPr>
            <p:cNvSpPr/>
            <p:nvPr/>
          </p:nvSpPr>
          <p:spPr>
            <a:xfrm>
              <a:off x="8749852" y="887182"/>
              <a:ext cx="32190" cy="25600"/>
            </a:xfrm>
            <a:custGeom>
              <a:avLst/>
              <a:gdLst>
                <a:gd name="connsiteX0" fmla="*/ 32191 w 32190"/>
                <a:gd name="connsiteY0" fmla="*/ 12800 h 25600"/>
                <a:gd name="connsiteX1" fmla="*/ 16095 w 32190"/>
                <a:gd name="connsiteY1" fmla="*/ 25601 h 25600"/>
                <a:gd name="connsiteX2" fmla="*/ 0 w 32190"/>
                <a:gd name="connsiteY2" fmla="*/ 12800 h 25600"/>
                <a:gd name="connsiteX3" fmla="*/ 16095 w 32190"/>
                <a:gd name="connsiteY3" fmla="*/ 0 h 25600"/>
                <a:gd name="connsiteX4" fmla="*/ 32191 w 32190"/>
                <a:gd name="connsiteY4" fmla="*/ 12800 h 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90" h="25600">
                  <a:moveTo>
                    <a:pt x="32191" y="12800"/>
                  </a:moveTo>
                  <a:cubicBezTo>
                    <a:pt x="32191" y="19898"/>
                    <a:pt x="24967" y="25601"/>
                    <a:pt x="16095" y="25601"/>
                  </a:cubicBezTo>
                  <a:cubicBezTo>
                    <a:pt x="7223" y="25601"/>
                    <a:pt x="0" y="19898"/>
                    <a:pt x="0" y="12800"/>
                  </a:cubicBezTo>
                  <a:cubicBezTo>
                    <a:pt x="0" y="5703"/>
                    <a:pt x="7223" y="0"/>
                    <a:pt x="16095" y="0"/>
                  </a:cubicBezTo>
                  <a:cubicBezTo>
                    <a:pt x="24967" y="0"/>
                    <a:pt x="32191" y="5703"/>
                    <a:pt x="32191" y="1280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5" name="Freeform: Shape 3304">
              <a:extLst>
                <a:ext uri="{FF2B5EF4-FFF2-40B4-BE49-F238E27FC236}">
                  <a16:creationId xmlns:a16="http://schemas.microsoft.com/office/drawing/2014/main" id="{C91BE300-D800-60CD-9966-2B9883BE5D96}"/>
                </a:ext>
              </a:extLst>
            </p:cNvPr>
            <p:cNvSpPr/>
            <p:nvPr/>
          </p:nvSpPr>
          <p:spPr>
            <a:xfrm>
              <a:off x="8850227" y="954098"/>
              <a:ext cx="32190" cy="25600"/>
            </a:xfrm>
            <a:custGeom>
              <a:avLst/>
              <a:gdLst>
                <a:gd name="connsiteX0" fmla="*/ 32191 w 32190"/>
                <a:gd name="connsiteY0" fmla="*/ 12800 h 25600"/>
                <a:gd name="connsiteX1" fmla="*/ 16096 w 32190"/>
                <a:gd name="connsiteY1" fmla="*/ 25601 h 25600"/>
                <a:gd name="connsiteX2" fmla="*/ 0 w 32190"/>
                <a:gd name="connsiteY2" fmla="*/ 12800 h 25600"/>
                <a:gd name="connsiteX3" fmla="*/ 16096 w 32190"/>
                <a:gd name="connsiteY3" fmla="*/ 0 h 25600"/>
                <a:gd name="connsiteX4" fmla="*/ 32191 w 32190"/>
                <a:gd name="connsiteY4" fmla="*/ 12800 h 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90" h="25600">
                  <a:moveTo>
                    <a:pt x="32191" y="12800"/>
                  </a:moveTo>
                  <a:cubicBezTo>
                    <a:pt x="32191" y="19898"/>
                    <a:pt x="24967" y="25601"/>
                    <a:pt x="16096" y="25601"/>
                  </a:cubicBezTo>
                  <a:cubicBezTo>
                    <a:pt x="7224" y="25601"/>
                    <a:pt x="0" y="19898"/>
                    <a:pt x="0" y="12800"/>
                  </a:cubicBezTo>
                  <a:cubicBezTo>
                    <a:pt x="0" y="5703"/>
                    <a:pt x="7224" y="0"/>
                    <a:pt x="16096" y="0"/>
                  </a:cubicBezTo>
                  <a:cubicBezTo>
                    <a:pt x="24967" y="0"/>
                    <a:pt x="32191" y="5703"/>
                    <a:pt x="32191" y="1280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6" name="Freeform: Shape 3305">
              <a:extLst>
                <a:ext uri="{FF2B5EF4-FFF2-40B4-BE49-F238E27FC236}">
                  <a16:creationId xmlns:a16="http://schemas.microsoft.com/office/drawing/2014/main" id="{98100A33-FAFB-F057-87AA-9CA4D9F50716}"/>
                </a:ext>
              </a:extLst>
            </p:cNvPr>
            <p:cNvSpPr/>
            <p:nvPr/>
          </p:nvSpPr>
          <p:spPr>
            <a:xfrm>
              <a:off x="8947940" y="1023423"/>
              <a:ext cx="32190" cy="25473"/>
            </a:xfrm>
            <a:custGeom>
              <a:avLst/>
              <a:gdLst>
                <a:gd name="connsiteX0" fmla="*/ 32191 w 32190"/>
                <a:gd name="connsiteY0" fmla="*/ 12674 h 25473"/>
                <a:gd name="connsiteX1" fmla="*/ 16095 w 32190"/>
                <a:gd name="connsiteY1" fmla="*/ 25474 h 25473"/>
                <a:gd name="connsiteX2" fmla="*/ 0 w 32190"/>
                <a:gd name="connsiteY2" fmla="*/ 12674 h 25473"/>
                <a:gd name="connsiteX3" fmla="*/ 16095 w 32190"/>
                <a:gd name="connsiteY3" fmla="*/ 0 h 25473"/>
                <a:gd name="connsiteX4" fmla="*/ 32191 w 32190"/>
                <a:gd name="connsiteY4" fmla="*/ 12674 h 25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90" h="25473">
                  <a:moveTo>
                    <a:pt x="32191" y="12674"/>
                  </a:moveTo>
                  <a:cubicBezTo>
                    <a:pt x="32191" y="19771"/>
                    <a:pt x="24967" y="25474"/>
                    <a:pt x="16095" y="25474"/>
                  </a:cubicBezTo>
                  <a:cubicBezTo>
                    <a:pt x="7223" y="25474"/>
                    <a:pt x="0" y="19771"/>
                    <a:pt x="0" y="12674"/>
                  </a:cubicBezTo>
                  <a:cubicBezTo>
                    <a:pt x="0" y="5576"/>
                    <a:pt x="7223" y="0"/>
                    <a:pt x="16095" y="0"/>
                  </a:cubicBezTo>
                  <a:cubicBezTo>
                    <a:pt x="24967" y="0"/>
                    <a:pt x="32191" y="5703"/>
                    <a:pt x="32191" y="1267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7" name="Freeform: Shape 3306">
              <a:extLst>
                <a:ext uri="{FF2B5EF4-FFF2-40B4-BE49-F238E27FC236}">
                  <a16:creationId xmlns:a16="http://schemas.microsoft.com/office/drawing/2014/main" id="{FF0B028D-5409-2DDF-1B34-9FD832AB1863}"/>
                </a:ext>
              </a:extLst>
            </p:cNvPr>
            <p:cNvSpPr/>
            <p:nvPr/>
          </p:nvSpPr>
          <p:spPr>
            <a:xfrm>
              <a:off x="9042865" y="1095155"/>
              <a:ext cx="32190" cy="25600"/>
            </a:xfrm>
            <a:custGeom>
              <a:avLst/>
              <a:gdLst>
                <a:gd name="connsiteX0" fmla="*/ 32191 w 32190"/>
                <a:gd name="connsiteY0" fmla="*/ 12800 h 25600"/>
                <a:gd name="connsiteX1" fmla="*/ 16095 w 32190"/>
                <a:gd name="connsiteY1" fmla="*/ 25601 h 25600"/>
                <a:gd name="connsiteX2" fmla="*/ 0 w 32190"/>
                <a:gd name="connsiteY2" fmla="*/ 12800 h 25600"/>
                <a:gd name="connsiteX3" fmla="*/ 16095 w 32190"/>
                <a:gd name="connsiteY3" fmla="*/ 0 h 25600"/>
                <a:gd name="connsiteX4" fmla="*/ 32191 w 32190"/>
                <a:gd name="connsiteY4" fmla="*/ 12800 h 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90" h="25600">
                  <a:moveTo>
                    <a:pt x="32191" y="12800"/>
                  </a:moveTo>
                  <a:cubicBezTo>
                    <a:pt x="32191" y="19898"/>
                    <a:pt x="24967" y="25601"/>
                    <a:pt x="16095" y="25601"/>
                  </a:cubicBezTo>
                  <a:cubicBezTo>
                    <a:pt x="7224" y="25601"/>
                    <a:pt x="0" y="19898"/>
                    <a:pt x="0" y="12800"/>
                  </a:cubicBezTo>
                  <a:cubicBezTo>
                    <a:pt x="0" y="5703"/>
                    <a:pt x="7224" y="0"/>
                    <a:pt x="16095" y="0"/>
                  </a:cubicBezTo>
                  <a:cubicBezTo>
                    <a:pt x="24967" y="0"/>
                    <a:pt x="32191" y="5703"/>
                    <a:pt x="32191" y="1280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8" name="Freeform: Shape 3307">
              <a:extLst>
                <a:ext uri="{FF2B5EF4-FFF2-40B4-BE49-F238E27FC236}">
                  <a16:creationId xmlns:a16="http://schemas.microsoft.com/office/drawing/2014/main" id="{8A5102D7-3560-486C-72D1-4D7F45001308}"/>
                </a:ext>
              </a:extLst>
            </p:cNvPr>
            <p:cNvSpPr/>
            <p:nvPr/>
          </p:nvSpPr>
          <p:spPr>
            <a:xfrm>
              <a:off x="9134749" y="1169296"/>
              <a:ext cx="32190" cy="25600"/>
            </a:xfrm>
            <a:custGeom>
              <a:avLst/>
              <a:gdLst>
                <a:gd name="connsiteX0" fmla="*/ 32191 w 32190"/>
                <a:gd name="connsiteY0" fmla="*/ 12800 h 25600"/>
                <a:gd name="connsiteX1" fmla="*/ 16095 w 32190"/>
                <a:gd name="connsiteY1" fmla="*/ 25601 h 25600"/>
                <a:gd name="connsiteX2" fmla="*/ 0 w 32190"/>
                <a:gd name="connsiteY2" fmla="*/ 12800 h 25600"/>
                <a:gd name="connsiteX3" fmla="*/ 16095 w 32190"/>
                <a:gd name="connsiteY3" fmla="*/ 0 h 25600"/>
                <a:gd name="connsiteX4" fmla="*/ 32191 w 32190"/>
                <a:gd name="connsiteY4" fmla="*/ 12800 h 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90" h="25600">
                  <a:moveTo>
                    <a:pt x="32191" y="12800"/>
                  </a:moveTo>
                  <a:cubicBezTo>
                    <a:pt x="32191" y="19898"/>
                    <a:pt x="24967" y="25601"/>
                    <a:pt x="16095" y="25601"/>
                  </a:cubicBezTo>
                  <a:cubicBezTo>
                    <a:pt x="7224" y="25601"/>
                    <a:pt x="0" y="19898"/>
                    <a:pt x="0" y="12800"/>
                  </a:cubicBezTo>
                  <a:cubicBezTo>
                    <a:pt x="0" y="5703"/>
                    <a:pt x="7224" y="0"/>
                    <a:pt x="16095" y="0"/>
                  </a:cubicBezTo>
                  <a:cubicBezTo>
                    <a:pt x="24967" y="0"/>
                    <a:pt x="32191" y="5703"/>
                    <a:pt x="32191" y="1280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9" name="Freeform: Shape 3308">
              <a:extLst>
                <a:ext uri="{FF2B5EF4-FFF2-40B4-BE49-F238E27FC236}">
                  <a16:creationId xmlns:a16="http://schemas.microsoft.com/office/drawing/2014/main" id="{E7E7B256-97C1-8478-B3ED-F3C8F4A949AD}"/>
                </a:ext>
              </a:extLst>
            </p:cNvPr>
            <p:cNvSpPr/>
            <p:nvPr/>
          </p:nvSpPr>
          <p:spPr>
            <a:xfrm>
              <a:off x="9223844" y="1245591"/>
              <a:ext cx="32191" cy="25600"/>
            </a:xfrm>
            <a:custGeom>
              <a:avLst/>
              <a:gdLst>
                <a:gd name="connsiteX0" fmla="*/ 32191 w 32191"/>
                <a:gd name="connsiteY0" fmla="*/ 12800 h 25600"/>
                <a:gd name="connsiteX1" fmla="*/ 16096 w 32191"/>
                <a:gd name="connsiteY1" fmla="*/ 25601 h 25600"/>
                <a:gd name="connsiteX2" fmla="*/ 0 w 32191"/>
                <a:gd name="connsiteY2" fmla="*/ 12800 h 25600"/>
                <a:gd name="connsiteX3" fmla="*/ 16096 w 32191"/>
                <a:gd name="connsiteY3" fmla="*/ 0 h 25600"/>
                <a:gd name="connsiteX4" fmla="*/ 32191 w 32191"/>
                <a:gd name="connsiteY4" fmla="*/ 12800 h 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91" h="25600">
                  <a:moveTo>
                    <a:pt x="32191" y="12800"/>
                  </a:moveTo>
                  <a:cubicBezTo>
                    <a:pt x="32191" y="19898"/>
                    <a:pt x="24967" y="25601"/>
                    <a:pt x="16096" y="25601"/>
                  </a:cubicBezTo>
                  <a:cubicBezTo>
                    <a:pt x="7224" y="25601"/>
                    <a:pt x="0" y="19898"/>
                    <a:pt x="0" y="12800"/>
                  </a:cubicBezTo>
                  <a:cubicBezTo>
                    <a:pt x="0" y="5703"/>
                    <a:pt x="7224" y="0"/>
                    <a:pt x="16096" y="0"/>
                  </a:cubicBezTo>
                  <a:cubicBezTo>
                    <a:pt x="24967" y="0"/>
                    <a:pt x="32191" y="5703"/>
                    <a:pt x="32191" y="1280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0" name="Freeform: Shape 3309">
              <a:extLst>
                <a:ext uri="{FF2B5EF4-FFF2-40B4-BE49-F238E27FC236}">
                  <a16:creationId xmlns:a16="http://schemas.microsoft.com/office/drawing/2014/main" id="{628816C2-B67E-2011-FB70-7B890C404152}"/>
                </a:ext>
              </a:extLst>
            </p:cNvPr>
            <p:cNvSpPr/>
            <p:nvPr/>
          </p:nvSpPr>
          <p:spPr>
            <a:xfrm>
              <a:off x="9309645" y="1324167"/>
              <a:ext cx="32190" cy="25600"/>
            </a:xfrm>
            <a:custGeom>
              <a:avLst/>
              <a:gdLst>
                <a:gd name="connsiteX0" fmla="*/ 32191 w 32190"/>
                <a:gd name="connsiteY0" fmla="*/ 12800 h 25600"/>
                <a:gd name="connsiteX1" fmla="*/ 16096 w 32190"/>
                <a:gd name="connsiteY1" fmla="*/ 25601 h 25600"/>
                <a:gd name="connsiteX2" fmla="*/ 0 w 32190"/>
                <a:gd name="connsiteY2" fmla="*/ 12800 h 25600"/>
                <a:gd name="connsiteX3" fmla="*/ 16096 w 32190"/>
                <a:gd name="connsiteY3" fmla="*/ 0 h 25600"/>
                <a:gd name="connsiteX4" fmla="*/ 32191 w 32190"/>
                <a:gd name="connsiteY4" fmla="*/ 12800 h 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90" h="25600">
                  <a:moveTo>
                    <a:pt x="32191" y="12800"/>
                  </a:moveTo>
                  <a:cubicBezTo>
                    <a:pt x="32191" y="19898"/>
                    <a:pt x="24967" y="25601"/>
                    <a:pt x="16096" y="25601"/>
                  </a:cubicBezTo>
                  <a:cubicBezTo>
                    <a:pt x="7224" y="25601"/>
                    <a:pt x="0" y="19898"/>
                    <a:pt x="0" y="12800"/>
                  </a:cubicBezTo>
                  <a:cubicBezTo>
                    <a:pt x="0" y="5703"/>
                    <a:pt x="7224" y="0"/>
                    <a:pt x="16096" y="0"/>
                  </a:cubicBezTo>
                  <a:cubicBezTo>
                    <a:pt x="24967" y="0"/>
                    <a:pt x="32191" y="5703"/>
                    <a:pt x="32191" y="1280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1" name="Freeform: Shape 3310">
              <a:extLst>
                <a:ext uri="{FF2B5EF4-FFF2-40B4-BE49-F238E27FC236}">
                  <a16:creationId xmlns:a16="http://schemas.microsoft.com/office/drawing/2014/main" id="{2B67125D-CA3D-88D7-34EB-114A6B3187F5}"/>
                </a:ext>
              </a:extLst>
            </p:cNvPr>
            <p:cNvSpPr/>
            <p:nvPr/>
          </p:nvSpPr>
          <p:spPr>
            <a:xfrm>
              <a:off x="9392277" y="1404898"/>
              <a:ext cx="32190" cy="25600"/>
            </a:xfrm>
            <a:custGeom>
              <a:avLst/>
              <a:gdLst>
                <a:gd name="connsiteX0" fmla="*/ 32191 w 32190"/>
                <a:gd name="connsiteY0" fmla="*/ 12800 h 25600"/>
                <a:gd name="connsiteX1" fmla="*/ 16095 w 32190"/>
                <a:gd name="connsiteY1" fmla="*/ 25601 h 25600"/>
                <a:gd name="connsiteX2" fmla="*/ 0 w 32190"/>
                <a:gd name="connsiteY2" fmla="*/ 12800 h 25600"/>
                <a:gd name="connsiteX3" fmla="*/ 16095 w 32190"/>
                <a:gd name="connsiteY3" fmla="*/ 0 h 25600"/>
                <a:gd name="connsiteX4" fmla="*/ 32191 w 32190"/>
                <a:gd name="connsiteY4" fmla="*/ 12800 h 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90" h="25600">
                  <a:moveTo>
                    <a:pt x="32191" y="12800"/>
                  </a:moveTo>
                  <a:cubicBezTo>
                    <a:pt x="32191" y="19898"/>
                    <a:pt x="24967" y="25601"/>
                    <a:pt x="16095" y="25601"/>
                  </a:cubicBezTo>
                  <a:cubicBezTo>
                    <a:pt x="7223" y="25601"/>
                    <a:pt x="0" y="19898"/>
                    <a:pt x="0" y="12800"/>
                  </a:cubicBezTo>
                  <a:cubicBezTo>
                    <a:pt x="0" y="5703"/>
                    <a:pt x="7223" y="0"/>
                    <a:pt x="16095" y="0"/>
                  </a:cubicBezTo>
                  <a:cubicBezTo>
                    <a:pt x="24967" y="0"/>
                    <a:pt x="32191" y="5703"/>
                    <a:pt x="32191" y="1280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2" name="Freeform: Shape 3311">
              <a:extLst>
                <a:ext uri="{FF2B5EF4-FFF2-40B4-BE49-F238E27FC236}">
                  <a16:creationId xmlns:a16="http://schemas.microsoft.com/office/drawing/2014/main" id="{7C306959-473A-DC94-1B0F-85881962D4C7}"/>
                </a:ext>
              </a:extLst>
            </p:cNvPr>
            <p:cNvSpPr/>
            <p:nvPr/>
          </p:nvSpPr>
          <p:spPr>
            <a:xfrm>
              <a:off x="9471740" y="1487657"/>
              <a:ext cx="32191" cy="25600"/>
            </a:xfrm>
            <a:custGeom>
              <a:avLst/>
              <a:gdLst>
                <a:gd name="connsiteX0" fmla="*/ 32191 w 32191"/>
                <a:gd name="connsiteY0" fmla="*/ 12800 h 25600"/>
                <a:gd name="connsiteX1" fmla="*/ 16096 w 32191"/>
                <a:gd name="connsiteY1" fmla="*/ 25601 h 25600"/>
                <a:gd name="connsiteX2" fmla="*/ 0 w 32191"/>
                <a:gd name="connsiteY2" fmla="*/ 12800 h 25600"/>
                <a:gd name="connsiteX3" fmla="*/ 16096 w 32191"/>
                <a:gd name="connsiteY3" fmla="*/ 0 h 25600"/>
                <a:gd name="connsiteX4" fmla="*/ 32191 w 32191"/>
                <a:gd name="connsiteY4" fmla="*/ 12800 h 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91" h="25600">
                  <a:moveTo>
                    <a:pt x="32191" y="12800"/>
                  </a:moveTo>
                  <a:cubicBezTo>
                    <a:pt x="32191" y="19898"/>
                    <a:pt x="24967" y="25601"/>
                    <a:pt x="16096" y="25601"/>
                  </a:cubicBezTo>
                  <a:cubicBezTo>
                    <a:pt x="7224" y="25601"/>
                    <a:pt x="0" y="19898"/>
                    <a:pt x="0" y="12800"/>
                  </a:cubicBezTo>
                  <a:cubicBezTo>
                    <a:pt x="0" y="5703"/>
                    <a:pt x="7224" y="0"/>
                    <a:pt x="16096" y="0"/>
                  </a:cubicBezTo>
                  <a:cubicBezTo>
                    <a:pt x="24967" y="0"/>
                    <a:pt x="32191" y="5703"/>
                    <a:pt x="32191" y="1280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3" name="Freeform: Shape 3312">
              <a:extLst>
                <a:ext uri="{FF2B5EF4-FFF2-40B4-BE49-F238E27FC236}">
                  <a16:creationId xmlns:a16="http://schemas.microsoft.com/office/drawing/2014/main" id="{94F01CC9-E05D-BC47-C7CD-67F65435225B}"/>
                </a:ext>
              </a:extLst>
            </p:cNvPr>
            <p:cNvSpPr/>
            <p:nvPr/>
          </p:nvSpPr>
          <p:spPr>
            <a:xfrm>
              <a:off x="9548162" y="1572823"/>
              <a:ext cx="31430" cy="24840"/>
            </a:xfrm>
            <a:custGeom>
              <a:avLst/>
              <a:gdLst>
                <a:gd name="connsiteX0" fmla="*/ 31430 w 31430"/>
                <a:gd name="connsiteY0" fmla="*/ 12420 h 24840"/>
                <a:gd name="connsiteX1" fmla="*/ 15715 w 31430"/>
                <a:gd name="connsiteY1" fmla="*/ 24840 h 24840"/>
                <a:gd name="connsiteX2" fmla="*/ 0 w 31430"/>
                <a:gd name="connsiteY2" fmla="*/ 12420 h 24840"/>
                <a:gd name="connsiteX3" fmla="*/ 15715 w 31430"/>
                <a:gd name="connsiteY3" fmla="*/ 0 h 24840"/>
                <a:gd name="connsiteX4" fmla="*/ 31430 w 31430"/>
                <a:gd name="connsiteY4" fmla="*/ 12420 h 2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30" h="24840">
                  <a:moveTo>
                    <a:pt x="31430" y="12420"/>
                  </a:moveTo>
                  <a:cubicBezTo>
                    <a:pt x="31430" y="19264"/>
                    <a:pt x="24460" y="24840"/>
                    <a:pt x="15715" y="24840"/>
                  </a:cubicBezTo>
                  <a:cubicBezTo>
                    <a:pt x="6970" y="24840"/>
                    <a:pt x="0" y="19264"/>
                    <a:pt x="0" y="12420"/>
                  </a:cubicBezTo>
                  <a:cubicBezTo>
                    <a:pt x="0" y="5576"/>
                    <a:pt x="7097" y="0"/>
                    <a:pt x="15715" y="0"/>
                  </a:cubicBezTo>
                  <a:cubicBezTo>
                    <a:pt x="24333" y="0"/>
                    <a:pt x="31430" y="5576"/>
                    <a:pt x="31430" y="1242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4" name="Freeform: Shape 3313">
              <a:extLst>
                <a:ext uri="{FF2B5EF4-FFF2-40B4-BE49-F238E27FC236}">
                  <a16:creationId xmlns:a16="http://schemas.microsoft.com/office/drawing/2014/main" id="{B5DE1FC0-71F2-D22C-0FC2-5474D98F2707}"/>
                </a:ext>
              </a:extLst>
            </p:cNvPr>
            <p:cNvSpPr/>
            <p:nvPr/>
          </p:nvSpPr>
          <p:spPr>
            <a:xfrm>
              <a:off x="9620781" y="1659384"/>
              <a:ext cx="31430" cy="24840"/>
            </a:xfrm>
            <a:custGeom>
              <a:avLst/>
              <a:gdLst>
                <a:gd name="connsiteX0" fmla="*/ 31430 w 31430"/>
                <a:gd name="connsiteY0" fmla="*/ 12420 h 24840"/>
                <a:gd name="connsiteX1" fmla="*/ 15715 w 31430"/>
                <a:gd name="connsiteY1" fmla="*/ 24840 h 24840"/>
                <a:gd name="connsiteX2" fmla="*/ 0 w 31430"/>
                <a:gd name="connsiteY2" fmla="*/ 12420 h 24840"/>
                <a:gd name="connsiteX3" fmla="*/ 15715 w 31430"/>
                <a:gd name="connsiteY3" fmla="*/ 0 h 24840"/>
                <a:gd name="connsiteX4" fmla="*/ 31430 w 31430"/>
                <a:gd name="connsiteY4" fmla="*/ 12420 h 2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30" h="24840">
                  <a:moveTo>
                    <a:pt x="31430" y="12420"/>
                  </a:moveTo>
                  <a:cubicBezTo>
                    <a:pt x="31430" y="19264"/>
                    <a:pt x="24460" y="24840"/>
                    <a:pt x="15715" y="24840"/>
                  </a:cubicBezTo>
                  <a:cubicBezTo>
                    <a:pt x="6970" y="24840"/>
                    <a:pt x="0" y="19264"/>
                    <a:pt x="0" y="12420"/>
                  </a:cubicBezTo>
                  <a:cubicBezTo>
                    <a:pt x="0" y="5576"/>
                    <a:pt x="7097" y="0"/>
                    <a:pt x="15715" y="0"/>
                  </a:cubicBezTo>
                  <a:cubicBezTo>
                    <a:pt x="24333" y="0"/>
                    <a:pt x="31430" y="5576"/>
                    <a:pt x="31430" y="1242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5" name="Freeform: Shape 3314">
              <a:extLst>
                <a:ext uri="{FF2B5EF4-FFF2-40B4-BE49-F238E27FC236}">
                  <a16:creationId xmlns:a16="http://schemas.microsoft.com/office/drawing/2014/main" id="{5A617BDE-ACA6-053E-C100-5A5349D4ADA7}"/>
                </a:ext>
              </a:extLst>
            </p:cNvPr>
            <p:cNvSpPr/>
            <p:nvPr/>
          </p:nvSpPr>
          <p:spPr>
            <a:xfrm>
              <a:off x="9690232" y="1747972"/>
              <a:ext cx="30670" cy="24333"/>
            </a:xfrm>
            <a:custGeom>
              <a:avLst/>
              <a:gdLst>
                <a:gd name="connsiteX0" fmla="*/ 30671 w 30670"/>
                <a:gd name="connsiteY0" fmla="*/ 12167 h 24333"/>
                <a:gd name="connsiteX1" fmla="*/ 15335 w 30670"/>
                <a:gd name="connsiteY1" fmla="*/ 24333 h 24333"/>
                <a:gd name="connsiteX2" fmla="*/ 0 w 30670"/>
                <a:gd name="connsiteY2" fmla="*/ 12167 h 24333"/>
                <a:gd name="connsiteX3" fmla="*/ 15335 w 30670"/>
                <a:gd name="connsiteY3" fmla="*/ 0 h 24333"/>
                <a:gd name="connsiteX4" fmla="*/ 30671 w 30670"/>
                <a:gd name="connsiteY4" fmla="*/ 12167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70" h="24333">
                  <a:moveTo>
                    <a:pt x="30671" y="12167"/>
                  </a:moveTo>
                  <a:cubicBezTo>
                    <a:pt x="30671" y="18884"/>
                    <a:pt x="23826" y="24333"/>
                    <a:pt x="15335" y="24333"/>
                  </a:cubicBezTo>
                  <a:cubicBezTo>
                    <a:pt x="6844" y="24333"/>
                    <a:pt x="0" y="18884"/>
                    <a:pt x="0" y="12167"/>
                  </a:cubicBezTo>
                  <a:cubicBezTo>
                    <a:pt x="0" y="5450"/>
                    <a:pt x="6844" y="0"/>
                    <a:pt x="15335" y="0"/>
                  </a:cubicBezTo>
                  <a:cubicBezTo>
                    <a:pt x="23826" y="0"/>
                    <a:pt x="30671" y="5450"/>
                    <a:pt x="30671" y="121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6" name="Freeform: Shape 3315">
              <a:extLst>
                <a:ext uri="{FF2B5EF4-FFF2-40B4-BE49-F238E27FC236}">
                  <a16:creationId xmlns:a16="http://schemas.microsoft.com/office/drawing/2014/main" id="{72A76175-91D7-BED5-1C7D-90B8D92EAE5B}"/>
                </a:ext>
              </a:extLst>
            </p:cNvPr>
            <p:cNvSpPr/>
            <p:nvPr/>
          </p:nvSpPr>
          <p:spPr>
            <a:xfrm>
              <a:off x="9755882" y="1838082"/>
              <a:ext cx="30669" cy="24333"/>
            </a:xfrm>
            <a:custGeom>
              <a:avLst/>
              <a:gdLst>
                <a:gd name="connsiteX0" fmla="*/ 30670 w 30669"/>
                <a:gd name="connsiteY0" fmla="*/ 12167 h 24333"/>
                <a:gd name="connsiteX1" fmla="*/ 15335 w 30669"/>
                <a:gd name="connsiteY1" fmla="*/ 24333 h 24333"/>
                <a:gd name="connsiteX2" fmla="*/ 0 w 30669"/>
                <a:gd name="connsiteY2" fmla="*/ 12167 h 24333"/>
                <a:gd name="connsiteX3" fmla="*/ 15335 w 30669"/>
                <a:gd name="connsiteY3" fmla="*/ 0 h 24333"/>
                <a:gd name="connsiteX4" fmla="*/ 30670 w 30669"/>
                <a:gd name="connsiteY4" fmla="*/ 12167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9" h="24333">
                  <a:moveTo>
                    <a:pt x="30670" y="12167"/>
                  </a:moveTo>
                  <a:cubicBezTo>
                    <a:pt x="30670" y="18884"/>
                    <a:pt x="23826" y="24333"/>
                    <a:pt x="15335" y="24333"/>
                  </a:cubicBezTo>
                  <a:cubicBezTo>
                    <a:pt x="6843" y="24333"/>
                    <a:pt x="0" y="18884"/>
                    <a:pt x="0" y="12167"/>
                  </a:cubicBezTo>
                  <a:cubicBezTo>
                    <a:pt x="0" y="5450"/>
                    <a:pt x="6843" y="0"/>
                    <a:pt x="15335" y="0"/>
                  </a:cubicBezTo>
                  <a:cubicBezTo>
                    <a:pt x="23826" y="0"/>
                    <a:pt x="30670" y="5450"/>
                    <a:pt x="30670" y="121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7" name="Freeform: Shape 3316">
              <a:extLst>
                <a:ext uri="{FF2B5EF4-FFF2-40B4-BE49-F238E27FC236}">
                  <a16:creationId xmlns:a16="http://schemas.microsoft.com/office/drawing/2014/main" id="{688C06D5-10B5-423C-8135-2E7D62F179E6}"/>
                </a:ext>
              </a:extLst>
            </p:cNvPr>
            <p:cNvSpPr/>
            <p:nvPr/>
          </p:nvSpPr>
          <p:spPr>
            <a:xfrm>
              <a:off x="9818236" y="1929965"/>
              <a:ext cx="29782" cy="23699"/>
            </a:xfrm>
            <a:custGeom>
              <a:avLst/>
              <a:gdLst>
                <a:gd name="connsiteX0" fmla="*/ 29783 w 29782"/>
                <a:gd name="connsiteY0" fmla="*/ 11913 h 23699"/>
                <a:gd name="connsiteX1" fmla="*/ 14955 w 29782"/>
                <a:gd name="connsiteY1" fmla="*/ 23700 h 23699"/>
                <a:gd name="connsiteX2" fmla="*/ 0 w 29782"/>
                <a:gd name="connsiteY2" fmla="*/ 11913 h 23699"/>
                <a:gd name="connsiteX3" fmla="*/ 14955 w 29782"/>
                <a:gd name="connsiteY3" fmla="*/ 0 h 23699"/>
                <a:gd name="connsiteX4" fmla="*/ 29783 w 29782"/>
                <a:gd name="connsiteY4" fmla="*/ 11913 h 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782" h="23699">
                  <a:moveTo>
                    <a:pt x="29783" y="11913"/>
                  </a:moveTo>
                  <a:cubicBezTo>
                    <a:pt x="29783" y="18503"/>
                    <a:pt x="23193" y="23700"/>
                    <a:pt x="14955" y="23700"/>
                  </a:cubicBezTo>
                  <a:cubicBezTo>
                    <a:pt x="6717" y="23700"/>
                    <a:pt x="0" y="18377"/>
                    <a:pt x="0" y="11913"/>
                  </a:cubicBezTo>
                  <a:cubicBezTo>
                    <a:pt x="0" y="5450"/>
                    <a:pt x="6717" y="0"/>
                    <a:pt x="14955" y="0"/>
                  </a:cubicBezTo>
                  <a:cubicBezTo>
                    <a:pt x="23193" y="0"/>
                    <a:pt x="29783" y="5323"/>
                    <a:pt x="29783" y="1191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8" name="Freeform: Shape 3317">
              <a:extLst>
                <a:ext uri="{FF2B5EF4-FFF2-40B4-BE49-F238E27FC236}">
                  <a16:creationId xmlns:a16="http://schemas.microsoft.com/office/drawing/2014/main" id="{FD735146-3D0B-C856-10F5-0B534BD1CB33}"/>
                </a:ext>
              </a:extLst>
            </p:cNvPr>
            <p:cNvSpPr/>
            <p:nvPr/>
          </p:nvSpPr>
          <p:spPr>
            <a:xfrm>
              <a:off x="9876028" y="2022863"/>
              <a:ext cx="30669" cy="24333"/>
            </a:xfrm>
            <a:custGeom>
              <a:avLst/>
              <a:gdLst>
                <a:gd name="connsiteX0" fmla="*/ 30670 w 30669"/>
                <a:gd name="connsiteY0" fmla="*/ 12167 h 24333"/>
                <a:gd name="connsiteX1" fmla="*/ 15335 w 30669"/>
                <a:gd name="connsiteY1" fmla="*/ 24333 h 24333"/>
                <a:gd name="connsiteX2" fmla="*/ 0 w 30669"/>
                <a:gd name="connsiteY2" fmla="*/ 12167 h 24333"/>
                <a:gd name="connsiteX3" fmla="*/ 15335 w 30669"/>
                <a:gd name="connsiteY3" fmla="*/ 0 h 24333"/>
                <a:gd name="connsiteX4" fmla="*/ 30670 w 30669"/>
                <a:gd name="connsiteY4" fmla="*/ 12167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9" h="24333">
                  <a:moveTo>
                    <a:pt x="30670" y="12167"/>
                  </a:moveTo>
                  <a:cubicBezTo>
                    <a:pt x="30670" y="18884"/>
                    <a:pt x="23826" y="24333"/>
                    <a:pt x="15335" y="24333"/>
                  </a:cubicBezTo>
                  <a:cubicBezTo>
                    <a:pt x="6843" y="24333"/>
                    <a:pt x="0" y="18884"/>
                    <a:pt x="0" y="12167"/>
                  </a:cubicBezTo>
                  <a:cubicBezTo>
                    <a:pt x="0" y="5450"/>
                    <a:pt x="6843" y="0"/>
                    <a:pt x="15335" y="0"/>
                  </a:cubicBezTo>
                  <a:cubicBezTo>
                    <a:pt x="23826" y="0"/>
                    <a:pt x="30670" y="5450"/>
                    <a:pt x="30670" y="121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9" name="Freeform: Shape 3318">
              <a:extLst>
                <a:ext uri="{FF2B5EF4-FFF2-40B4-BE49-F238E27FC236}">
                  <a16:creationId xmlns:a16="http://schemas.microsoft.com/office/drawing/2014/main" id="{75863919-0FE7-115F-A46C-D581E4E5E2FF}"/>
                </a:ext>
              </a:extLst>
            </p:cNvPr>
            <p:cNvSpPr/>
            <p:nvPr/>
          </p:nvSpPr>
          <p:spPr>
            <a:xfrm>
              <a:off x="9930904" y="2117915"/>
              <a:ext cx="29782" cy="23572"/>
            </a:xfrm>
            <a:custGeom>
              <a:avLst/>
              <a:gdLst>
                <a:gd name="connsiteX0" fmla="*/ 29783 w 29782"/>
                <a:gd name="connsiteY0" fmla="*/ 11786 h 23572"/>
                <a:gd name="connsiteX1" fmla="*/ 14955 w 29782"/>
                <a:gd name="connsiteY1" fmla="*/ 23573 h 23572"/>
                <a:gd name="connsiteX2" fmla="*/ 0 w 29782"/>
                <a:gd name="connsiteY2" fmla="*/ 11786 h 23572"/>
                <a:gd name="connsiteX3" fmla="*/ 14955 w 29782"/>
                <a:gd name="connsiteY3" fmla="*/ 0 h 23572"/>
                <a:gd name="connsiteX4" fmla="*/ 29783 w 29782"/>
                <a:gd name="connsiteY4" fmla="*/ 11786 h 2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782" h="23572">
                  <a:moveTo>
                    <a:pt x="29783" y="11786"/>
                  </a:moveTo>
                  <a:cubicBezTo>
                    <a:pt x="29783" y="18377"/>
                    <a:pt x="23192" y="23573"/>
                    <a:pt x="14955" y="23573"/>
                  </a:cubicBezTo>
                  <a:cubicBezTo>
                    <a:pt x="6717" y="23573"/>
                    <a:pt x="0" y="18250"/>
                    <a:pt x="0" y="11786"/>
                  </a:cubicBezTo>
                  <a:cubicBezTo>
                    <a:pt x="0" y="5323"/>
                    <a:pt x="6717" y="0"/>
                    <a:pt x="14955" y="0"/>
                  </a:cubicBezTo>
                  <a:cubicBezTo>
                    <a:pt x="23192" y="0"/>
                    <a:pt x="29783" y="5323"/>
                    <a:pt x="29783" y="1178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0" name="Freeform: Shape 3319">
              <a:extLst>
                <a:ext uri="{FF2B5EF4-FFF2-40B4-BE49-F238E27FC236}">
                  <a16:creationId xmlns:a16="http://schemas.microsoft.com/office/drawing/2014/main" id="{92081877-0D76-2582-D497-C82AA91C65A8}"/>
                </a:ext>
              </a:extLst>
            </p:cNvPr>
            <p:cNvSpPr/>
            <p:nvPr/>
          </p:nvSpPr>
          <p:spPr>
            <a:xfrm>
              <a:off x="9981472" y="2213727"/>
              <a:ext cx="29909" cy="23699"/>
            </a:xfrm>
            <a:custGeom>
              <a:avLst/>
              <a:gdLst>
                <a:gd name="connsiteX0" fmla="*/ 29910 w 29909"/>
                <a:gd name="connsiteY0" fmla="*/ 11786 h 23699"/>
                <a:gd name="connsiteX1" fmla="*/ 14955 w 29909"/>
                <a:gd name="connsiteY1" fmla="*/ 23700 h 23699"/>
                <a:gd name="connsiteX2" fmla="*/ 0 w 29909"/>
                <a:gd name="connsiteY2" fmla="*/ 11786 h 23699"/>
                <a:gd name="connsiteX3" fmla="*/ 14955 w 29909"/>
                <a:gd name="connsiteY3" fmla="*/ 0 h 23699"/>
                <a:gd name="connsiteX4" fmla="*/ 29910 w 29909"/>
                <a:gd name="connsiteY4" fmla="*/ 11786 h 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909" h="23699">
                  <a:moveTo>
                    <a:pt x="29910" y="11786"/>
                  </a:moveTo>
                  <a:cubicBezTo>
                    <a:pt x="29910" y="18377"/>
                    <a:pt x="23192" y="23700"/>
                    <a:pt x="14955" y="23700"/>
                  </a:cubicBezTo>
                  <a:cubicBezTo>
                    <a:pt x="6717" y="23700"/>
                    <a:pt x="0" y="18377"/>
                    <a:pt x="0" y="11786"/>
                  </a:cubicBezTo>
                  <a:cubicBezTo>
                    <a:pt x="0" y="5196"/>
                    <a:pt x="6590" y="0"/>
                    <a:pt x="14955" y="0"/>
                  </a:cubicBezTo>
                  <a:cubicBezTo>
                    <a:pt x="23319" y="0"/>
                    <a:pt x="29910" y="5323"/>
                    <a:pt x="29910" y="1178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1" name="Freeform: Shape 3320">
              <a:extLst>
                <a:ext uri="{FF2B5EF4-FFF2-40B4-BE49-F238E27FC236}">
                  <a16:creationId xmlns:a16="http://schemas.microsoft.com/office/drawing/2014/main" id="{D2D6D40F-CA36-5F00-2DDF-7343CCB6F541}"/>
                </a:ext>
              </a:extLst>
            </p:cNvPr>
            <p:cNvSpPr/>
            <p:nvPr/>
          </p:nvSpPr>
          <p:spPr>
            <a:xfrm>
              <a:off x="10028617" y="2311187"/>
              <a:ext cx="29149" cy="23065"/>
            </a:xfrm>
            <a:custGeom>
              <a:avLst/>
              <a:gdLst>
                <a:gd name="connsiteX0" fmla="*/ 29149 w 29149"/>
                <a:gd name="connsiteY0" fmla="*/ 11533 h 23065"/>
                <a:gd name="connsiteX1" fmla="*/ 14575 w 29149"/>
                <a:gd name="connsiteY1" fmla="*/ 23066 h 23065"/>
                <a:gd name="connsiteX2" fmla="*/ 0 w 29149"/>
                <a:gd name="connsiteY2" fmla="*/ 11533 h 23065"/>
                <a:gd name="connsiteX3" fmla="*/ 14575 w 29149"/>
                <a:gd name="connsiteY3" fmla="*/ 0 h 23065"/>
                <a:gd name="connsiteX4" fmla="*/ 29149 w 29149"/>
                <a:gd name="connsiteY4" fmla="*/ 11533 h 23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9" h="23065">
                  <a:moveTo>
                    <a:pt x="29149" y="11533"/>
                  </a:moveTo>
                  <a:cubicBezTo>
                    <a:pt x="29149" y="17870"/>
                    <a:pt x="22686" y="23066"/>
                    <a:pt x="14575" y="23066"/>
                  </a:cubicBezTo>
                  <a:cubicBezTo>
                    <a:pt x="6464" y="23066"/>
                    <a:pt x="0" y="17870"/>
                    <a:pt x="0" y="11533"/>
                  </a:cubicBezTo>
                  <a:cubicBezTo>
                    <a:pt x="0" y="5196"/>
                    <a:pt x="6464" y="0"/>
                    <a:pt x="14575" y="0"/>
                  </a:cubicBezTo>
                  <a:cubicBezTo>
                    <a:pt x="22686" y="0"/>
                    <a:pt x="29149" y="5196"/>
                    <a:pt x="29149" y="1153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2" name="Freeform: Shape 3321">
              <a:extLst>
                <a:ext uri="{FF2B5EF4-FFF2-40B4-BE49-F238E27FC236}">
                  <a16:creationId xmlns:a16="http://schemas.microsoft.com/office/drawing/2014/main" id="{01A4B383-C073-77B4-C349-7F6EFEEBEB81}"/>
                </a:ext>
              </a:extLst>
            </p:cNvPr>
            <p:cNvSpPr/>
            <p:nvPr/>
          </p:nvSpPr>
          <p:spPr>
            <a:xfrm>
              <a:off x="10071835" y="2409787"/>
              <a:ext cx="28388" cy="22305"/>
            </a:xfrm>
            <a:custGeom>
              <a:avLst/>
              <a:gdLst>
                <a:gd name="connsiteX0" fmla="*/ 28389 w 28388"/>
                <a:gd name="connsiteY0" fmla="*/ 11153 h 22305"/>
                <a:gd name="connsiteX1" fmla="*/ 14194 w 28388"/>
                <a:gd name="connsiteY1" fmla="*/ 22305 h 22305"/>
                <a:gd name="connsiteX2" fmla="*/ 0 w 28388"/>
                <a:gd name="connsiteY2" fmla="*/ 11153 h 22305"/>
                <a:gd name="connsiteX3" fmla="*/ 14194 w 28388"/>
                <a:gd name="connsiteY3" fmla="*/ 0 h 22305"/>
                <a:gd name="connsiteX4" fmla="*/ 28389 w 28388"/>
                <a:gd name="connsiteY4" fmla="*/ 11153 h 22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388" h="22305">
                  <a:moveTo>
                    <a:pt x="28389" y="11153"/>
                  </a:moveTo>
                  <a:cubicBezTo>
                    <a:pt x="28389" y="17363"/>
                    <a:pt x="22052" y="22305"/>
                    <a:pt x="14194" y="22305"/>
                  </a:cubicBezTo>
                  <a:cubicBezTo>
                    <a:pt x="6337" y="22305"/>
                    <a:pt x="0" y="17236"/>
                    <a:pt x="0" y="11153"/>
                  </a:cubicBezTo>
                  <a:cubicBezTo>
                    <a:pt x="0" y="5069"/>
                    <a:pt x="6337" y="0"/>
                    <a:pt x="14194" y="0"/>
                  </a:cubicBezTo>
                  <a:cubicBezTo>
                    <a:pt x="22052" y="0"/>
                    <a:pt x="28389" y="5069"/>
                    <a:pt x="28389" y="1115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3" name="Freeform: Shape 3322">
              <a:extLst>
                <a:ext uri="{FF2B5EF4-FFF2-40B4-BE49-F238E27FC236}">
                  <a16:creationId xmlns:a16="http://schemas.microsoft.com/office/drawing/2014/main" id="{F87DD515-4B76-3FB9-928E-E21A14AFF3D0}"/>
                </a:ext>
              </a:extLst>
            </p:cNvPr>
            <p:cNvSpPr/>
            <p:nvPr/>
          </p:nvSpPr>
          <p:spPr>
            <a:xfrm>
              <a:off x="10110743" y="2509148"/>
              <a:ext cx="28388" cy="22305"/>
            </a:xfrm>
            <a:custGeom>
              <a:avLst/>
              <a:gdLst>
                <a:gd name="connsiteX0" fmla="*/ 28389 w 28388"/>
                <a:gd name="connsiteY0" fmla="*/ 11153 h 22305"/>
                <a:gd name="connsiteX1" fmla="*/ 14194 w 28388"/>
                <a:gd name="connsiteY1" fmla="*/ 22305 h 22305"/>
                <a:gd name="connsiteX2" fmla="*/ 0 w 28388"/>
                <a:gd name="connsiteY2" fmla="*/ 11153 h 22305"/>
                <a:gd name="connsiteX3" fmla="*/ 14194 w 28388"/>
                <a:gd name="connsiteY3" fmla="*/ 0 h 22305"/>
                <a:gd name="connsiteX4" fmla="*/ 28389 w 28388"/>
                <a:gd name="connsiteY4" fmla="*/ 11153 h 22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388" h="22305">
                  <a:moveTo>
                    <a:pt x="28389" y="11153"/>
                  </a:moveTo>
                  <a:cubicBezTo>
                    <a:pt x="28389" y="17363"/>
                    <a:pt x="22052" y="22305"/>
                    <a:pt x="14194" y="22305"/>
                  </a:cubicBezTo>
                  <a:cubicBezTo>
                    <a:pt x="6337" y="22305"/>
                    <a:pt x="0" y="17236"/>
                    <a:pt x="0" y="11153"/>
                  </a:cubicBezTo>
                  <a:cubicBezTo>
                    <a:pt x="0" y="5070"/>
                    <a:pt x="6337" y="0"/>
                    <a:pt x="14194" y="0"/>
                  </a:cubicBezTo>
                  <a:cubicBezTo>
                    <a:pt x="22052" y="0"/>
                    <a:pt x="28389" y="5070"/>
                    <a:pt x="28389" y="1115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4" name="Freeform: Shape 3323">
              <a:extLst>
                <a:ext uri="{FF2B5EF4-FFF2-40B4-BE49-F238E27FC236}">
                  <a16:creationId xmlns:a16="http://schemas.microsoft.com/office/drawing/2014/main" id="{2F7420D4-C216-68A2-9E6A-6EBE74F4E510}"/>
                </a:ext>
              </a:extLst>
            </p:cNvPr>
            <p:cNvSpPr/>
            <p:nvPr/>
          </p:nvSpPr>
          <p:spPr>
            <a:xfrm>
              <a:off x="10146229" y="2609523"/>
              <a:ext cx="27501" cy="21798"/>
            </a:xfrm>
            <a:custGeom>
              <a:avLst/>
              <a:gdLst>
                <a:gd name="connsiteX0" fmla="*/ 27501 w 27501"/>
                <a:gd name="connsiteY0" fmla="*/ 10899 h 21798"/>
                <a:gd name="connsiteX1" fmla="*/ 13687 w 27501"/>
                <a:gd name="connsiteY1" fmla="*/ 21799 h 21798"/>
                <a:gd name="connsiteX2" fmla="*/ 0 w 27501"/>
                <a:gd name="connsiteY2" fmla="*/ 10899 h 21798"/>
                <a:gd name="connsiteX3" fmla="*/ 13687 w 27501"/>
                <a:gd name="connsiteY3" fmla="*/ 0 h 21798"/>
                <a:gd name="connsiteX4" fmla="*/ 27501 w 27501"/>
                <a:gd name="connsiteY4" fmla="*/ 10899 h 21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501" h="21798">
                  <a:moveTo>
                    <a:pt x="27501" y="10899"/>
                  </a:moveTo>
                  <a:cubicBezTo>
                    <a:pt x="27501" y="16983"/>
                    <a:pt x="21292" y="21799"/>
                    <a:pt x="13687" y="21799"/>
                  </a:cubicBezTo>
                  <a:cubicBezTo>
                    <a:pt x="6083" y="21799"/>
                    <a:pt x="0" y="16856"/>
                    <a:pt x="0" y="10899"/>
                  </a:cubicBezTo>
                  <a:cubicBezTo>
                    <a:pt x="0" y="4943"/>
                    <a:pt x="6083" y="0"/>
                    <a:pt x="13687" y="0"/>
                  </a:cubicBezTo>
                  <a:cubicBezTo>
                    <a:pt x="21292" y="0"/>
                    <a:pt x="27501" y="4943"/>
                    <a:pt x="27501" y="1089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5" name="Freeform: Shape 3324">
              <a:extLst>
                <a:ext uri="{FF2B5EF4-FFF2-40B4-BE49-F238E27FC236}">
                  <a16:creationId xmlns:a16="http://schemas.microsoft.com/office/drawing/2014/main" id="{F950F3F7-7DAB-31EA-7F67-A735255E8CE7}"/>
                </a:ext>
              </a:extLst>
            </p:cNvPr>
            <p:cNvSpPr/>
            <p:nvPr/>
          </p:nvSpPr>
          <p:spPr>
            <a:xfrm>
              <a:off x="10177532" y="2710912"/>
              <a:ext cx="26741" cy="21291"/>
            </a:xfrm>
            <a:custGeom>
              <a:avLst/>
              <a:gdLst>
                <a:gd name="connsiteX0" fmla="*/ 26741 w 26741"/>
                <a:gd name="connsiteY0" fmla="*/ 10646 h 21291"/>
                <a:gd name="connsiteX1" fmla="*/ 13434 w 26741"/>
                <a:gd name="connsiteY1" fmla="*/ 21292 h 21291"/>
                <a:gd name="connsiteX2" fmla="*/ 0 w 26741"/>
                <a:gd name="connsiteY2" fmla="*/ 10646 h 21291"/>
                <a:gd name="connsiteX3" fmla="*/ 13434 w 26741"/>
                <a:gd name="connsiteY3" fmla="*/ 0 h 21291"/>
                <a:gd name="connsiteX4" fmla="*/ 26741 w 26741"/>
                <a:gd name="connsiteY4" fmla="*/ 10646 h 2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741" h="21291">
                  <a:moveTo>
                    <a:pt x="26741" y="10646"/>
                  </a:moveTo>
                  <a:cubicBezTo>
                    <a:pt x="26741" y="16476"/>
                    <a:pt x="20785" y="21292"/>
                    <a:pt x="13434" y="21292"/>
                  </a:cubicBezTo>
                  <a:cubicBezTo>
                    <a:pt x="6084" y="21292"/>
                    <a:pt x="0" y="16476"/>
                    <a:pt x="0" y="10646"/>
                  </a:cubicBezTo>
                  <a:cubicBezTo>
                    <a:pt x="0" y="4816"/>
                    <a:pt x="5957" y="0"/>
                    <a:pt x="13434" y="0"/>
                  </a:cubicBezTo>
                  <a:cubicBezTo>
                    <a:pt x="20912" y="0"/>
                    <a:pt x="26741" y="4689"/>
                    <a:pt x="26741" y="1064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6" name="Freeform: Shape 3325">
              <a:extLst>
                <a:ext uri="{FF2B5EF4-FFF2-40B4-BE49-F238E27FC236}">
                  <a16:creationId xmlns:a16="http://schemas.microsoft.com/office/drawing/2014/main" id="{A2FE77BB-3E76-5852-9BD6-325996206E84}"/>
                </a:ext>
              </a:extLst>
            </p:cNvPr>
            <p:cNvSpPr/>
            <p:nvPr/>
          </p:nvSpPr>
          <p:spPr>
            <a:xfrm>
              <a:off x="10204908" y="2813061"/>
              <a:ext cx="25853" cy="20531"/>
            </a:xfrm>
            <a:custGeom>
              <a:avLst/>
              <a:gdLst>
                <a:gd name="connsiteX0" fmla="*/ 25854 w 25853"/>
                <a:gd name="connsiteY0" fmla="*/ 10266 h 20531"/>
                <a:gd name="connsiteX1" fmla="*/ 12927 w 25853"/>
                <a:gd name="connsiteY1" fmla="*/ 20531 h 20531"/>
                <a:gd name="connsiteX2" fmla="*/ 0 w 25853"/>
                <a:gd name="connsiteY2" fmla="*/ 10266 h 20531"/>
                <a:gd name="connsiteX3" fmla="*/ 12927 w 25853"/>
                <a:gd name="connsiteY3" fmla="*/ 0 h 20531"/>
                <a:gd name="connsiteX4" fmla="*/ 25854 w 25853"/>
                <a:gd name="connsiteY4" fmla="*/ 10266 h 20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853" h="20531">
                  <a:moveTo>
                    <a:pt x="25854" y="10266"/>
                  </a:moveTo>
                  <a:cubicBezTo>
                    <a:pt x="25854" y="15969"/>
                    <a:pt x="20024" y="20531"/>
                    <a:pt x="12927" y="20531"/>
                  </a:cubicBezTo>
                  <a:cubicBezTo>
                    <a:pt x="5829" y="20531"/>
                    <a:pt x="0" y="15969"/>
                    <a:pt x="0" y="10266"/>
                  </a:cubicBezTo>
                  <a:cubicBezTo>
                    <a:pt x="0" y="4563"/>
                    <a:pt x="5829" y="0"/>
                    <a:pt x="12927" y="0"/>
                  </a:cubicBezTo>
                  <a:cubicBezTo>
                    <a:pt x="20024" y="0"/>
                    <a:pt x="25854" y="4563"/>
                    <a:pt x="25854" y="1026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7" name="Freeform: Shape 3326">
              <a:extLst>
                <a:ext uri="{FF2B5EF4-FFF2-40B4-BE49-F238E27FC236}">
                  <a16:creationId xmlns:a16="http://schemas.microsoft.com/office/drawing/2014/main" id="{6B37B2F0-A68E-7BC3-A83A-71FEBFDD6D19}"/>
                </a:ext>
              </a:extLst>
            </p:cNvPr>
            <p:cNvSpPr/>
            <p:nvPr/>
          </p:nvSpPr>
          <p:spPr>
            <a:xfrm>
              <a:off x="10227593" y="2915464"/>
              <a:ext cx="25853" cy="20531"/>
            </a:xfrm>
            <a:custGeom>
              <a:avLst/>
              <a:gdLst>
                <a:gd name="connsiteX0" fmla="*/ 25854 w 25853"/>
                <a:gd name="connsiteY0" fmla="*/ 10266 h 20531"/>
                <a:gd name="connsiteX1" fmla="*/ 12927 w 25853"/>
                <a:gd name="connsiteY1" fmla="*/ 20531 h 20531"/>
                <a:gd name="connsiteX2" fmla="*/ 0 w 25853"/>
                <a:gd name="connsiteY2" fmla="*/ 10266 h 20531"/>
                <a:gd name="connsiteX3" fmla="*/ 12927 w 25853"/>
                <a:gd name="connsiteY3" fmla="*/ 0 h 20531"/>
                <a:gd name="connsiteX4" fmla="*/ 25854 w 25853"/>
                <a:gd name="connsiteY4" fmla="*/ 10266 h 20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853" h="20531">
                  <a:moveTo>
                    <a:pt x="25854" y="10266"/>
                  </a:moveTo>
                  <a:cubicBezTo>
                    <a:pt x="25854" y="15969"/>
                    <a:pt x="20025" y="20531"/>
                    <a:pt x="12927" y="20531"/>
                  </a:cubicBezTo>
                  <a:cubicBezTo>
                    <a:pt x="5830" y="20531"/>
                    <a:pt x="0" y="15969"/>
                    <a:pt x="0" y="10266"/>
                  </a:cubicBezTo>
                  <a:cubicBezTo>
                    <a:pt x="0" y="4563"/>
                    <a:pt x="5830" y="0"/>
                    <a:pt x="12927" y="0"/>
                  </a:cubicBezTo>
                  <a:cubicBezTo>
                    <a:pt x="20025" y="0"/>
                    <a:pt x="25854" y="4563"/>
                    <a:pt x="25854" y="1026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8" name="Freeform: Shape 3327">
              <a:extLst>
                <a:ext uri="{FF2B5EF4-FFF2-40B4-BE49-F238E27FC236}">
                  <a16:creationId xmlns:a16="http://schemas.microsoft.com/office/drawing/2014/main" id="{B94BEC45-20C5-3C8C-A734-E872AC831220}"/>
                </a:ext>
              </a:extLst>
            </p:cNvPr>
            <p:cNvSpPr/>
            <p:nvPr/>
          </p:nvSpPr>
          <p:spPr>
            <a:xfrm>
              <a:off x="10246603" y="3018627"/>
              <a:ext cx="25093" cy="19897"/>
            </a:xfrm>
            <a:custGeom>
              <a:avLst/>
              <a:gdLst>
                <a:gd name="connsiteX0" fmla="*/ 25093 w 25093"/>
                <a:gd name="connsiteY0" fmla="*/ 10012 h 19897"/>
                <a:gd name="connsiteX1" fmla="*/ 12547 w 25093"/>
                <a:gd name="connsiteY1" fmla="*/ 19898 h 19897"/>
                <a:gd name="connsiteX2" fmla="*/ 0 w 25093"/>
                <a:gd name="connsiteY2" fmla="*/ 10012 h 19897"/>
                <a:gd name="connsiteX3" fmla="*/ 12547 w 25093"/>
                <a:gd name="connsiteY3" fmla="*/ 0 h 19897"/>
                <a:gd name="connsiteX4" fmla="*/ 25093 w 25093"/>
                <a:gd name="connsiteY4" fmla="*/ 10012 h 19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93" h="19897">
                  <a:moveTo>
                    <a:pt x="25093" y="10012"/>
                  </a:moveTo>
                  <a:cubicBezTo>
                    <a:pt x="25093" y="15462"/>
                    <a:pt x="19391" y="19898"/>
                    <a:pt x="12547" y="19898"/>
                  </a:cubicBezTo>
                  <a:cubicBezTo>
                    <a:pt x="5703" y="19898"/>
                    <a:pt x="0" y="15462"/>
                    <a:pt x="0" y="10012"/>
                  </a:cubicBezTo>
                  <a:cubicBezTo>
                    <a:pt x="0" y="4563"/>
                    <a:pt x="5576" y="0"/>
                    <a:pt x="12547" y="0"/>
                  </a:cubicBezTo>
                  <a:cubicBezTo>
                    <a:pt x="19517" y="0"/>
                    <a:pt x="25093" y="4436"/>
                    <a:pt x="25093" y="1001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9" name="Freeform: Shape 3328">
              <a:extLst>
                <a:ext uri="{FF2B5EF4-FFF2-40B4-BE49-F238E27FC236}">
                  <a16:creationId xmlns:a16="http://schemas.microsoft.com/office/drawing/2014/main" id="{68F9C434-E0AB-00DC-9341-63578997C7E1}"/>
                </a:ext>
              </a:extLst>
            </p:cNvPr>
            <p:cNvSpPr/>
            <p:nvPr/>
          </p:nvSpPr>
          <p:spPr>
            <a:xfrm>
              <a:off x="10261939" y="3122677"/>
              <a:ext cx="23572" cy="18756"/>
            </a:xfrm>
            <a:custGeom>
              <a:avLst/>
              <a:gdLst>
                <a:gd name="connsiteX0" fmla="*/ 23573 w 23572"/>
                <a:gd name="connsiteY0" fmla="*/ 9379 h 18756"/>
                <a:gd name="connsiteX1" fmla="*/ 11786 w 23572"/>
                <a:gd name="connsiteY1" fmla="*/ 18757 h 18756"/>
                <a:gd name="connsiteX2" fmla="*/ 0 w 23572"/>
                <a:gd name="connsiteY2" fmla="*/ 9379 h 18756"/>
                <a:gd name="connsiteX3" fmla="*/ 11786 w 23572"/>
                <a:gd name="connsiteY3" fmla="*/ 0 h 18756"/>
                <a:gd name="connsiteX4" fmla="*/ 23573 w 23572"/>
                <a:gd name="connsiteY4" fmla="*/ 9379 h 1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572" h="18756">
                  <a:moveTo>
                    <a:pt x="23573" y="9379"/>
                  </a:moveTo>
                  <a:cubicBezTo>
                    <a:pt x="23573" y="14575"/>
                    <a:pt x="18376" y="18757"/>
                    <a:pt x="11786" y="18757"/>
                  </a:cubicBezTo>
                  <a:cubicBezTo>
                    <a:pt x="5196" y="18757"/>
                    <a:pt x="0" y="14575"/>
                    <a:pt x="0" y="9379"/>
                  </a:cubicBezTo>
                  <a:cubicBezTo>
                    <a:pt x="0" y="4182"/>
                    <a:pt x="5196" y="0"/>
                    <a:pt x="11786" y="0"/>
                  </a:cubicBezTo>
                  <a:cubicBezTo>
                    <a:pt x="18376" y="0"/>
                    <a:pt x="23573" y="4182"/>
                    <a:pt x="23573" y="937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0" name="Freeform: Shape 3329">
              <a:extLst>
                <a:ext uri="{FF2B5EF4-FFF2-40B4-BE49-F238E27FC236}">
                  <a16:creationId xmlns:a16="http://schemas.microsoft.com/office/drawing/2014/main" id="{71994B34-7098-5E58-7421-C5A80B4D4D46}"/>
                </a:ext>
              </a:extLst>
            </p:cNvPr>
            <p:cNvSpPr/>
            <p:nvPr/>
          </p:nvSpPr>
          <p:spPr>
            <a:xfrm>
              <a:off x="10272711" y="3226727"/>
              <a:ext cx="22812" cy="17996"/>
            </a:xfrm>
            <a:custGeom>
              <a:avLst/>
              <a:gdLst>
                <a:gd name="connsiteX0" fmla="*/ 22812 w 22812"/>
                <a:gd name="connsiteY0" fmla="*/ 8998 h 17996"/>
                <a:gd name="connsiteX1" fmla="*/ 11407 w 22812"/>
                <a:gd name="connsiteY1" fmla="*/ 17997 h 17996"/>
                <a:gd name="connsiteX2" fmla="*/ 0 w 22812"/>
                <a:gd name="connsiteY2" fmla="*/ 8998 h 17996"/>
                <a:gd name="connsiteX3" fmla="*/ 11407 w 22812"/>
                <a:gd name="connsiteY3" fmla="*/ 0 h 17996"/>
                <a:gd name="connsiteX4" fmla="*/ 22812 w 22812"/>
                <a:gd name="connsiteY4" fmla="*/ 8998 h 17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12" h="17996">
                  <a:moveTo>
                    <a:pt x="22812" y="8998"/>
                  </a:moveTo>
                  <a:cubicBezTo>
                    <a:pt x="22812" y="13941"/>
                    <a:pt x="17743" y="17997"/>
                    <a:pt x="11407" y="17997"/>
                  </a:cubicBezTo>
                  <a:cubicBezTo>
                    <a:pt x="5070" y="17997"/>
                    <a:pt x="0" y="13941"/>
                    <a:pt x="0" y="8998"/>
                  </a:cubicBezTo>
                  <a:cubicBezTo>
                    <a:pt x="0" y="4056"/>
                    <a:pt x="5070" y="0"/>
                    <a:pt x="11407" y="0"/>
                  </a:cubicBezTo>
                  <a:cubicBezTo>
                    <a:pt x="17743" y="0"/>
                    <a:pt x="22812" y="4056"/>
                    <a:pt x="22812" y="89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1" name="Freeform: Shape 3330">
              <a:extLst>
                <a:ext uri="{FF2B5EF4-FFF2-40B4-BE49-F238E27FC236}">
                  <a16:creationId xmlns:a16="http://schemas.microsoft.com/office/drawing/2014/main" id="{EF1103B4-3F17-3540-AE82-6BA5B7285CB3}"/>
                </a:ext>
              </a:extLst>
            </p:cNvPr>
            <p:cNvSpPr/>
            <p:nvPr/>
          </p:nvSpPr>
          <p:spPr>
            <a:xfrm>
              <a:off x="10279302" y="3330778"/>
              <a:ext cx="22051" cy="17489"/>
            </a:xfrm>
            <a:custGeom>
              <a:avLst/>
              <a:gdLst>
                <a:gd name="connsiteX0" fmla="*/ 22052 w 22051"/>
                <a:gd name="connsiteY0" fmla="*/ 8745 h 17489"/>
                <a:gd name="connsiteX1" fmla="*/ 11026 w 22051"/>
                <a:gd name="connsiteY1" fmla="*/ 17490 h 17489"/>
                <a:gd name="connsiteX2" fmla="*/ 0 w 22051"/>
                <a:gd name="connsiteY2" fmla="*/ 8745 h 17489"/>
                <a:gd name="connsiteX3" fmla="*/ 11026 w 22051"/>
                <a:gd name="connsiteY3" fmla="*/ 0 h 17489"/>
                <a:gd name="connsiteX4" fmla="*/ 22052 w 22051"/>
                <a:gd name="connsiteY4" fmla="*/ 8745 h 1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051" h="17489">
                  <a:moveTo>
                    <a:pt x="22052" y="8745"/>
                  </a:moveTo>
                  <a:cubicBezTo>
                    <a:pt x="22052" y="13561"/>
                    <a:pt x="17109" y="17490"/>
                    <a:pt x="11026" y="17490"/>
                  </a:cubicBezTo>
                  <a:cubicBezTo>
                    <a:pt x="4942" y="17490"/>
                    <a:pt x="0" y="13561"/>
                    <a:pt x="0" y="8745"/>
                  </a:cubicBezTo>
                  <a:cubicBezTo>
                    <a:pt x="0" y="3929"/>
                    <a:pt x="4942" y="0"/>
                    <a:pt x="11026" y="0"/>
                  </a:cubicBezTo>
                  <a:cubicBezTo>
                    <a:pt x="17109" y="0"/>
                    <a:pt x="22052" y="3929"/>
                    <a:pt x="22052" y="874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2" name="Freeform: Shape 3331">
              <a:extLst>
                <a:ext uri="{FF2B5EF4-FFF2-40B4-BE49-F238E27FC236}">
                  <a16:creationId xmlns:a16="http://schemas.microsoft.com/office/drawing/2014/main" id="{BD10536C-8379-233A-CB93-9835039A025C}"/>
                </a:ext>
              </a:extLst>
            </p:cNvPr>
            <p:cNvSpPr/>
            <p:nvPr/>
          </p:nvSpPr>
          <p:spPr>
            <a:xfrm>
              <a:off x="10406544" y="3434828"/>
              <a:ext cx="22051" cy="17489"/>
            </a:xfrm>
            <a:custGeom>
              <a:avLst/>
              <a:gdLst>
                <a:gd name="connsiteX0" fmla="*/ 22052 w 22051"/>
                <a:gd name="connsiteY0" fmla="*/ 8745 h 17489"/>
                <a:gd name="connsiteX1" fmla="*/ 11026 w 22051"/>
                <a:gd name="connsiteY1" fmla="*/ 17490 h 17489"/>
                <a:gd name="connsiteX2" fmla="*/ 0 w 22051"/>
                <a:gd name="connsiteY2" fmla="*/ 8745 h 17489"/>
                <a:gd name="connsiteX3" fmla="*/ 11026 w 22051"/>
                <a:gd name="connsiteY3" fmla="*/ 0 h 17489"/>
                <a:gd name="connsiteX4" fmla="*/ 22052 w 22051"/>
                <a:gd name="connsiteY4" fmla="*/ 8745 h 1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051" h="17489">
                  <a:moveTo>
                    <a:pt x="22052" y="8745"/>
                  </a:moveTo>
                  <a:cubicBezTo>
                    <a:pt x="22052" y="13561"/>
                    <a:pt x="17109" y="17490"/>
                    <a:pt x="11026" y="17490"/>
                  </a:cubicBezTo>
                  <a:cubicBezTo>
                    <a:pt x="4943" y="17490"/>
                    <a:pt x="0" y="13561"/>
                    <a:pt x="0" y="8745"/>
                  </a:cubicBezTo>
                  <a:cubicBezTo>
                    <a:pt x="0" y="3929"/>
                    <a:pt x="4943" y="0"/>
                    <a:pt x="11026" y="0"/>
                  </a:cubicBezTo>
                  <a:cubicBezTo>
                    <a:pt x="17109" y="0"/>
                    <a:pt x="22052" y="3929"/>
                    <a:pt x="22052" y="874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3" name="Freeform: Shape 3332">
              <a:extLst>
                <a:ext uri="{FF2B5EF4-FFF2-40B4-BE49-F238E27FC236}">
                  <a16:creationId xmlns:a16="http://schemas.microsoft.com/office/drawing/2014/main" id="{FCF3DED6-180B-8F8A-1ACD-3F6D75CB8752}"/>
                </a:ext>
              </a:extLst>
            </p:cNvPr>
            <p:cNvSpPr/>
            <p:nvPr/>
          </p:nvSpPr>
          <p:spPr>
            <a:xfrm>
              <a:off x="10404897" y="3539132"/>
              <a:ext cx="21418" cy="16982"/>
            </a:xfrm>
            <a:custGeom>
              <a:avLst/>
              <a:gdLst>
                <a:gd name="connsiteX0" fmla="*/ 21418 w 21418"/>
                <a:gd name="connsiteY0" fmla="*/ 8491 h 16982"/>
                <a:gd name="connsiteX1" fmla="*/ 10773 w 21418"/>
                <a:gd name="connsiteY1" fmla="*/ 16983 h 16982"/>
                <a:gd name="connsiteX2" fmla="*/ 0 w 21418"/>
                <a:gd name="connsiteY2" fmla="*/ 8491 h 16982"/>
                <a:gd name="connsiteX3" fmla="*/ 10773 w 21418"/>
                <a:gd name="connsiteY3" fmla="*/ 0 h 16982"/>
                <a:gd name="connsiteX4" fmla="*/ 21418 w 21418"/>
                <a:gd name="connsiteY4" fmla="*/ 8491 h 1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18" h="16982">
                  <a:moveTo>
                    <a:pt x="21418" y="8491"/>
                  </a:moveTo>
                  <a:cubicBezTo>
                    <a:pt x="21418" y="13181"/>
                    <a:pt x="16602" y="16983"/>
                    <a:pt x="10773" y="16983"/>
                  </a:cubicBezTo>
                  <a:cubicBezTo>
                    <a:pt x="4943" y="16983"/>
                    <a:pt x="0" y="13181"/>
                    <a:pt x="0" y="8491"/>
                  </a:cubicBezTo>
                  <a:cubicBezTo>
                    <a:pt x="0" y="3802"/>
                    <a:pt x="4816" y="0"/>
                    <a:pt x="10773" y="0"/>
                  </a:cubicBezTo>
                  <a:cubicBezTo>
                    <a:pt x="16729" y="0"/>
                    <a:pt x="21418" y="3802"/>
                    <a:pt x="21418" y="84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4" name="Freeform: Shape 3333">
              <a:extLst>
                <a:ext uri="{FF2B5EF4-FFF2-40B4-BE49-F238E27FC236}">
                  <a16:creationId xmlns:a16="http://schemas.microsoft.com/office/drawing/2014/main" id="{527021D6-A00D-1A6A-DC06-80D72D90E80C}"/>
                </a:ext>
              </a:extLst>
            </p:cNvPr>
            <p:cNvSpPr/>
            <p:nvPr/>
          </p:nvSpPr>
          <p:spPr>
            <a:xfrm>
              <a:off x="10399320" y="3643182"/>
              <a:ext cx="20531" cy="16475"/>
            </a:xfrm>
            <a:custGeom>
              <a:avLst/>
              <a:gdLst>
                <a:gd name="connsiteX0" fmla="*/ 20531 w 20531"/>
                <a:gd name="connsiteY0" fmla="*/ 8238 h 16475"/>
                <a:gd name="connsiteX1" fmla="*/ 10266 w 20531"/>
                <a:gd name="connsiteY1" fmla="*/ 16476 h 16475"/>
                <a:gd name="connsiteX2" fmla="*/ 0 w 20531"/>
                <a:gd name="connsiteY2" fmla="*/ 8238 h 16475"/>
                <a:gd name="connsiteX3" fmla="*/ 10266 w 20531"/>
                <a:gd name="connsiteY3" fmla="*/ 0 h 16475"/>
                <a:gd name="connsiteX4" fmla="*/ 20531 w 20531"/>
                <a:gd name="connsiteY4" fmla="*/ 8238 h 16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31" h="16475">
                  <a:moveTo>
                    <a:pt x="20531" y="8238"/>
                  </a:moveTo>
                  <a:cubicBezTo>
                    <a:pt x="20531" y="12800"/>
                    <a:pt x="15969" y="16476"/>
                    <a:pt x="10266" y="16476"/>
                  </a:cubicBezTo>
                  <a:cubicBezTo>
                    <a:pt x="4562" y="16476"/>
                    <a:pt x="0" y="12800"/>
                    <a:pt x="0" y="8238"/>
                  </a:cubicBezTo>
                  <a:cubicBezTo>
                    <a:pt x="0" y="3675"/>
                    <a:pt x="4562" y="0"/>
                    <a:pt x="10266" y="0"/>
                  </a:cubicBezTo>
                  <a:cubicBezTo>
                    <a:pt x="15969" y="0"/>
                    <a:pt x="20531" y="3675"/>
                    <a:pt x="20531" y="823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5" name="Freeform: Shape 3334">
              <a:extLst>
                <a:ext uri="{FF2B5EF4-FFF2-40B4-BE49-F238E27FC236}">
                  <a16:creationId xmlns:a16="http://schemas.microsoft.com/office/drawing/2014/main" id="{B2A812C8-9843-EFE5-18AE-36AD199FC1A3}"/>
                </a:ext>
              </a:extLst>
            </p:cNvPr>
            <p:cNvSpPr/>
            <p:nvPr/>
          </p:nvSpPr>
          <p:spPr>
            <a:xfrm>
              <a:off x="10389688" y="3747359"/>
              <a:ext cx="19770" cy="15715"/>
            </a:xfrm>
            <a:custGeom>
              <a:avLst/>
              <a:gdLst>
                <a:gd name="connsiteX0" fmla="*/ 19771 w 19770"/>
                <a:gd name="connsiteY0" fmla="*/ 7858 h 15715"/>
                <a:gd name="connsiteX1" fmla="*/ 9886 w 19770"/>
                <a:gd name="connsiteY1" fmla="*/ 15715 h 15715"/>
                <a:gd name="connsiteX2" fmla="*/ 0 w 19770"/>
                <a:gd name="connsiteY2" fmla="*/ 7858 h 15715"/>
                <a:gd name="connsiteX3" fmla="*/ 9886 w 19770"/>
                <a:gd name="connsiteY3" fmla="*/ 0 h 15715"/>
                <a:gd name="connsiteX4" fmla="*/ 19771 w 19770"/>
                <a:gd name="connsiteY4" fmla="*/ 7858 h 1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70" h="15715">
                  <a:moveTo>
                    <a:pt x="19771" y="7858"/>
                  </a:moveTo>
                  <a:cubicBezTo>
                    <a:pt x="19771" y="12167"/>
                    <a:pt x="15335" y="15715"/>
                    <a:pt x="9886" y="15715"/>
                  </a:cubicBezTo>
                  <a:cubicBezTo>
                    <a:pt x="4436" y="15715"/>
                    <a:pt x="0" y="12167"/>
                    <a:pt x="0" y="7858"/>
                  </a:cubicBezTo>
                  <a:cubicBezTo>
                    <a:pt x="0" y="3549"/>
                    <a:pt x="4436" y="0"/>
                    <a:pt x="9886" y="0"/>
                  </a:cubicBezTo>
                  <a:cubicBezTo>
                    <a:pt x="15335" y="0"/>
                    <a:pt x="19771" y="3549"/>
                    <a:pt x="19771" y="785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6" name="Freeform: Shape 3335">
              <a:extLst>
                <a:ext uri="{FF2B5EF4-FFF2-40B4-BE49-F238E27FC236}">
                  <a16:creationId xmlns:a16="http://schemas.microsoft.com/office/drawing/2014/main" id="{EB324760-9F4D-BEBD-D1F9-AB88CA4239B6}"/>
                </a:ext>
              </a:extLst>
            </p:cNvPr>
            <p:cNvSpPr/>
            <p:nvPr/>
          </p:nvSpPr>
          <p:spPr>
            <a:xfrm>
              <a:off x="10375874" y="3851029"/>
              <a:ext cx="19010" cy="15208"/>
            </a:xfrm>
            <a:custGeom>
              <a:avLst/>
              <a:gdLst>
                <a:gd name="connsiteX0" fmla="*/ 19010 w 19010"/>
                <a:gd name="connsiteY0" fmla="*/ 7604 h 15208"/>
                <a:gd name="connsiteX1" fmla="*/ 9505 w 19010"/>
                <a:gd name="connsiteY1" fmla="*/ 15208 h 15208"/>
                <a:gd name="connsiteX2" fmla="*/ 0 w 19010"/>
                <a:gd name="connsiteY2" fmla="*/ 7604 h 15208"/>
                <a:gd name="connsiteX3" fmla="*/ 9505 w 19010"/>
                <a:gd name="connsiteY3" fmla="*/ 0 h 15208"/>
                <a:gd name="connsiteX4" fmla="*/ 19010 w 19010"/>
                <a:gd name="connsiteY4" fmla="*/ 7604 h 15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10" h="15208">
                  <a:moveTo>
                    <a:pt x="19010" y="7604"/>
                  </a:moveTo>
                  <a:cubicBezTo>
                    <a:pt x="19010" y="11787"/>
                    <a:pt x="14701" y="15208"/>
                    <a:pt x="9505" y="15208"/>
                  </a:cubicBezTo>
                  <a:cubicBezTo>
                    <a:pt x="4309" y="15208"/>
                    <a:pt x="0" y="11787"/>
                    <a:pt x="0" y="7604"/>
                  </a:cubicBezTo>
                  <a:cubicBezTo>
                    <a:pt x="0" y="3422"/>
                    <a:pt x="4309" y="0"/>
                    <a:pt x="9505" y="0"/>
                  </a:cubicBezTo>
                  <a:cubicBezTo>
                    <a:pt x="14701" y="0"/>
                    <a:pt x="19010" y="3295"/>
                    <a:pt x="19010" y="760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7" name="Freeform: Shape 3336">
              <a:extLst>
                <a:ext uri="{FF2B5EF4-FFF2-40B4-BE49-F238E27FC236}">
                  <a16:creationId xmlns:a16="http://schemas.microsoft.com/office/drawing/2014/main" id="{754F7BF1-01A5-8279-3F54-4919C0382F42}"/>
                </a:ext>
              </a:extLst>
            </p:cNvPr>
            <p:cNvSpPr/>
            <p:nvPr/>
          </p:nvSpPr>
          <p:spPr>
            <a:xfrm>
              <a:off x="10358131" y="3954319"/>
              <a:ext cx="18250" cy="14447"/>
            </a:xfrm>
            <a:custGeom>
              <a:avLst/>
              <a:gdLst>
                <a:gd name="connsiteX0" fmla="*/ 18250 w 18250"/>
                <a:gd name="connsiteY0" fmla="*/ 7224 h 14447"/>
                <a:gd name="connsiteX1" fmla="*/ 9125 w 18250"/>
                <a:gd name="connsiteY1" fmla="*/ 14448 h 14447"/>
                <a:gd name="connsiteX2" fmla="*/ 0 w 18250"/>
                <a:gd name="connsiteY2" fmla="*/ 7224 h 14447"/>
                <a:gd name="connsiteX3" fmla="*/ 9125 w 18250"/>
                <a:gd name="connsiteY3" fmla="*/ 0 h 14447"/>
                <a:gd name="connsiteX4" fmla="*/ 18250 w 18250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7">
                  <a:moveTo>
                    <a:pt x="18250" y="7224"/>
                  </a:moveTo>
                  <a:cubicBezTo>
                    <a:pt x="18250" y="11152"/>
                    <a:pt x="14194" y="14448"/>
                    <a:pt x="9125" y="14448"/>
                  </a:cubicBezTo>
                  <a:cubicBezTo>
                    <a:pt x="4056" y="14448"/>
                    <a:pt x="0" y="11152"/>
                    <a:pt x="0" y="7224"/>
                  </a:cubicBezTo>
                  <a:cubicBezTo>
                    <a:pt x="0" y="3295"/>
                    <a:pt x="4056" y="0"/>
                    <a:pt x="9125" y="0"/>
                  </a:cubicBezTo>
                  <a:cubicBezTo>
                    <a:pt x="14194" y="0"/>
                    <a:pt x="18250" y="3295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8" name="Freeform: Shape 3337">
              <a:extLst>
                <a:ext uri="{FF2B5EF4-FFF2-40B4-BE49-F238E27FC236}">
                  <a16:creationId xmlns:a16="http://schemas.microsoft.com/office/drawing/2014/main" id="{B10E960F-D167-1EB4-CD3A-1AE1484AEFCE}"/>
                </a:ext>
              </a:extLst>
            </p:cNvPr>
            <p:cNvSpPr/>
            <p:nvPr/>
          </p:nvSpPr>
          <p:spPr>
            <a:xfrm>
              <a:off x="10336586" y="4057355"/>
              <a:ext cx="16982" cy="13434"/>
            </a:xfrm>
            <a:custGeom>
              <a:avLst/>
              <a:gdLst>
                <a:gd name="connsiteX0" fmla="*/ 16983 w 16982"/>
                <a:gd name="connsiteY0" fmla="*/ 6717 h 13434"/>
                <a:gd name="connsiteX1" fmla="*/ 8492 w 16982"/>
                <a:gd name="connsiteY1" fmla="*/ 13434 h 13434"/>
                <a:gd name="connsiteX2" fmla="*/ 0 w 16982"/>
                <a:gd name="connsiteY2" fmla="*/ 6717 h 13434"/>
                <a:gd name="connsiteX3" fmla="*/ 8492 w 16982"/>
                <a:gd name="connsiteY3" fmla="*/ 0 h 13434"/>
                <a:gd name="connsiteX4" fmla="*/ 16983 w 16982"/>
                <a:gd name="connsiteY4" fmla="*/ 6717 h 13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82" h="13434">
                  <a:moveTo>
                    <a:pt x="16983" y="6717"/>
                  </a:moveTo>
                  <a:cubicBezTo>
                    <a:pt x="16983" y="10392"/>
                    <a:pt x="13181" y="13434"/>
                    <a:pt x="8492" y="13434"/>
                  </a:cubicBezTo>
                  <a:cubicBezTo>
                    <a:pt x="3803" y="13434"/>
                    <a:pt x="0" y="10392"/>
                    <a:pt x="0" y="6717"/>
                  </a:cubicBezTo>
                  <a:cubicBezTo>
                    <a:pt x="0" y="3042"/>
                    <a:pt x="3803" y="0"/>
                    <a:pt x="8492" y="0"/>
                  </a:cubicBezTo>
                  <a:cubicBezTo>
                    <a:pt x="13181" y="0"/>
                    <a:pt x="16983" y="3042"/>
                    <a:pt x="16983" y="671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9" name="Freeform: Shape 3338">
              <a:extLst>
                <a:ext uri="{FF2B5EF4-FFF2-40B4-BE49-F238E27FC236}">
                  <a16:creationId xmlns:a16="http://schemas.microsoft.com/office/drawing/2014/main" id="{C9575FDD-E2E9-C74E-30E6-94B43BD0F807}"/>
                </a:ext>
              </a:extLst>
            </p:cNvPr>
            <p:cNvSpPr/>
            <p:nvPr/>
          </p:nvSpPr>
          <p:spPr>
            <a:xfrm>
              <a:off x="10310985" y="4159631"/>
              <a:ext cx="16094" cy="12673"/>
            </a:xfrm>
            <a:custGeom>
              <a:avLst/>
              <a:gdLst>
                <a:gd name="connsiteX0" fmla="*/ 16095 w 16094"/>
                <a:gd name="connsiteY0" fmla="*/ 6337 h 12673"/>
                <a:gd name="connsiteX1" fmla="*/ 8111 w 16094"/>
                <a:gd name="connsiteY1" fmla="*/ 12674 h 12673"/>
                <a:gd name="connsiteX2" fmla="*/ 0 w 16094"/>
                <a:gd name="connsiteY2" fmla="*/ 6337 h 12673"/>
                <a:gd name="connsiteX3" fmla="*/ 8111 w 16094"/>
                <a:gd name="connsiteY3" fmla="*/ 0 h 12673"/>
                <a:gd name="connsiteX4" fmla="*/ 16095 w 16094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94" h="12673">
                  <a:moveTo>
                    <a:pt x="16095" y="6337"/>
                  </a:moveTo>
                  <a:cubicBezTo>
                    <a:pt x="16095" y="9885"/>
                    <a:pt x="12420" y="12674"/>
                    <a:pt x="8111" y="12674"/>
                  </a:cubicBezTo>
                  <a:cubicBezTo>
                    <a:pt x="3802" y="12674"/>
                    <a:pt x="0" y="9885"/>
                    <a:pt x="0" y="6337"/>
                  </a:cubicBezTo>
                  <a:cubicBezTo>
                    <a:pt x="0" y="2788"/>
                    <a:pt x="3675" y="0"/>
                    <a:pt x="8111" y="0"/>
                  </a:cubicBezTo>
                  <a:cubicBezTo>
                    <a:pt x="12547" y="0"/>
                    <a:pt x="16095" y="2788"/>
                    <a:pt x="16095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0" name="Freeform: Shape 3339">
              <a:extLst>
                <a:ext uri="{FF2B5EF4-FFF2-40B4-BE49-F238E27FC236}">
                  <a16:creationId xmlns:a16="http://schemas.microsoft.com/office/drawing/2014/main" id="{7ED68BD4-32C4-0DC8-2180-9075CC20352E}"/>
                </a:ext>
              </a:extLst>
            </p:cNvPr>
            <p:cNvSpPr/>
            <p:nvPr/>
          </p:nvSpPr>
          <p:spPr>
            <a:xfrm>
              <a:off x="10281329" y="4261019"/>
              <a:ext cx="15462" cy="12420"/>
            </a:xfrm>
            <a:custGeom>
              <a:avLst/>
              <a:gdLst>
                <a:gd name="connsiteX0" fmla="*/ 15462 w 15462"/>
                <a:gd name="connsiteY0" fmla="*/ 6210 h 12420"/>
                <a:gd name="connsiteX1" fmla="*/ 7731 w 15462"/>
                <a:gd name="connsiteY1" fmla="*/ 12420 h 12420"/>
                <a:gd name="connsiteX2" fmla="*/ 0 w 15462"/>
                <a:gd name="connsiteY2" fmla="*/ 6210 h 12420"/>
                <a:gd name="connsiteX3" fmla="*/ 7731 w 15462"/>
                <a:gd name="connsiteY3" fmla="*/ 0 h 12420"/>
                <a:gd name="connsiteX4" fmla="*/ 15462 w 15462"/>
                <a:gd name="connsiteY4" fmla="*/ 6210 h 12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62" h="12420">
                  <a:moveTo>
                    <a:pt x="15462" y="6210"/>
                  </a:moveTo>
                  <a:cubicBezTo>
                    <a:pt x="15462" y="9632"/>
                    <a:pt x="11913" y="12420"/>
                    <a:pt x="7731" y="12420"/>
                  </a:cubicBezTo>
                  <a:cubicBezTo>
                    <a:pt x="3549" y="12420"/>
                    <a:pt x="0" y="9632"/>
                    <a:pt x="0" y="6210"/>
                  </a:cubicBezTo>
                  <a:cubicBezTo>
                    <a:pt x="0" y="2788"/>
                    <a:pt x="3422" y="0"/>
                    <a:pt x="7731" y="0"/>
                  </a:cubicBezTo>
                  <a:cubicBezTo>
                    <a:pt x="12040" y="0"/>
                    <a:pt x="15462" y="2788"/>
                    <a:pt x="15462" y="621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1" name="Freeform: Shape 3340">
              <a:extLst>
                <a:ext uri="{FF2B5EF4-FFF2-40B4-BE49-F238E27FC236}">
                  <a16:creationId xmlns:a16="http://schemas.microsoft.com/office/drawing/2014/main" id="{F7FB98C2-EB12-91EE-294F-38F5F2A389B4}"/>
                </a:ext>
              </a:extLst>
            </p:cNvPr>
            <p:cNvSpPr/>
            <p:nvPr/>
          </p:nvSpPr>
          <p:spPr>
            <a:xfrm>
              <a:off x="10247744" y="4361775"/>
              <a:ext cx="14701" cy="11659"/>
            </a:xfrm>
            <a:custGeom>
              <a:avLst/>
              <a:gdLst>
                <a:gd name="connsiteX0" fmla="*/ 14701 w 14701"/>
                <a:gd name="connsiteY0" fmla="*/ 5830 h 11659"/>
                <a:gd name="connsiteX1" fmla="*/ 7350 w 14701"/>
                <a:gd name="connsiteY1" fmla="*/ 11659 h 11659"/>
                <a:gd name="connsiteX2" fmla="*/ 0 w 14701"/>
                <a:gd name="connsiteY2" fmla="*/ 5830 h 11659"/>
                <a:gd name="connsiteX3" fmla="*/ 7350 w 14701"/>
                <a:gd name="connsiteY3" fmla="*/ 0 h 11659"/>
                <a:gd name="connsiteX4" fmla="*/ 14701 w 14701"/>
                <a:gd name="connsiteY4" fmla="*/ 5830 h 11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01" h="11659">
                  <a:moveTo>
                    <a:pt x="14701" y="5830"/>
                  </a:moveTo>
                  <a:cubicBezTo>
                    <a:pt x="14701" y="9125"/>
                    <a:pt x="11406" y="11659"/>
                    <a:pt x="7350" y="11659"/>
                  </a:cubicBezTo>
                  <a:cubicBezTo>
                    <a:pt x="3294" y="11659"/>
                    <a:pt x="0" y="9125"/>
                    <a:pt x="0" y="5830"/>
                  </a:cubicBezTo>
                  <a:cubicBezTo>
                    <a:pt x="0" y="2534"/>
                    <a:pt x="3294" y="0"/>
                    <a:pt x="7350" y="0"/>
                  </a:cubicBezTo>
                  <a:cubicBezTo>
                    <a:pt x="11406" y="0"/>
                    <a:pt x="14701" y="2534"/>
                    <a:pt x="14701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2" name="Freeform: Shape 3341">
              <a:extLst>
                <a:ext uri="{FF2B5EF4-FFF2-40B4-BE49-F238E27FC236}">
                  <a16:creationId xmlns:a16="http://schemas.microsoft.com/office/drawing/2014/main" id="{29787C1F-6AB6-5277-5BBC-17B7F6C8E6C7}"/>
                </a:ext>
              </a:extLst>
            </p:cNvPr>
            <p:cNvSpPr/>
            <p:nvPr/>
          </p:nvSpPr>
          <p:spPr>
            <a:xfrm>
              <a:off x="10210610" y="4461896"/>
              <a:ext cx="13433" cy="10645"/>
            </a:xfrm>
            <a:custGeom>
              <a:avLst/>
              <a:gdLst>
                <a:gd name="connsiteX0" fmla="*/ 13434 w 13433"/>
                <a:gd name="connsiteY0" fmla="*/ 5323 h 10645"/>
                <a:gd name="connsiteX1" fmla="*/ 6717 w 13433"/>
                <a:gd name="connsiteY1" fmla="*/ 10646 h 10645"/>
                <a:gd name="connsiteX2" fmla="*/ 0 w 13433"/>
                <a:gd name="connsiteY2" fmla="*/ 5323 h 10645"/>
                <a:gd name="connsiteX3" fmla="*/ 6717 w 13433"/>
                <a:gd name="connsiteY3" fmla="*/ 0 h 10645"/>
                <a:gd name="connsiteX4" fmla="*/ 13434 w 13433"/>
                <a:gd name="connsiteY4" fmla="*/ 5323 h 1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33" h="10645">
                  <a:moveTo>
                    <a:pt x="13434" y="5323"/>
                  </a:moveTo>
                  <a:cubicBezTo>
                    <a:pt x="13434" y="8238"/>
                    <a:pt x="10392" y="10646"/>
                    <a:pt x="6717" y="10646"/>
                  </a:cubicBezTo>
                  <a:cubicBezTo>
                    <a:pt x="3042" y="10646"/>
                    <a:pt x="0" y="8238"/>
                    <a:pt x="0" y="5323"/>
                  </a:cubicBezTo>
                  <a:cubicBezTo>
                    <a:pt x="0" y="2408"/>
                    <a:pt x="3042" y="0"/>
                    <a:pt x="6717" y="0"/>
                  </a:cubicBezTo>
                  <a:cubicBezTo>
                    <a:pt x="10392" y="0"/>
                    <a:pt x="13434" y="2408"/>
                    <a:pt x="13434" y="532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3" name="Freeform: Shape 3342">
              <a:extLst>
                <a:ext uri="{FF2B5EF4-FFF2-40B4-BE49-F238E27FC236}">
                  <a16:creationId xmlns:a16="http://schemas.microsoft.com/office/drawing/2014/main" id="{9521B454-C4EB-8E13-E698-D80842DBDF6C}"/>
                </a:ext>
              </a:extLst>
            </p:cNvPr>
            <p:cNvSpPr/>
            <p:nvPr/>
          </p:nvSpPr>
          <p:spPr>
            <a:xfrm>
              <a:off x="10169421" y="4560877"/>
              <a:ext cx="12547" cy="9885"/>
            </a:xfrm>
            <a:custGeom>
              <a:avLst/>
              <a:gdLst>
                <a:gd name="connsiteX0" fmla="*/ 12548 w 12547"/>
                <a:gd name="connsiteY0" fmla="*/ 4943 h 9885"/>
                <a:gd name="connsiteX1" fmla="*/ 6211 w 12547"/>
                <a:gd name="connsiteY1" fmla="*/ 9885 h 9885"/>
                <a:gd name="connsiteX2" fmla="*/ 0 w 12547"/>
                <a:gd name="connsiteY2" fmla="*/ 4943 h 9885"/>
                <a:gd name="connsiteX3" fmla="*/ 6211 w 12547"/>
                <a:gd name="connsiteY3" fmla="*/ 0 h 9885"/>
                <a:gd name="connsiteX4" fmla="*/ 12548 w 12547"/>
                <a:gd name="connsiteY4" fmla="*/ 4943 h 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47" h="9885">
                  <a:moveTo>
                    <a:pt x="12548" y="4943"/>
                  </a:moveTo>
                  <a:lnTo>
                    <a:pt x="6211" y="9885"/>
                  </a:lnTo>
                  <a:lnTo>
                    <a:pt x="0" y="4943"/>
                  </a:lnTo>
                  <a:lnTo>
                    <a:pt x="6211" y="0"/>
                  </a:lnTo>
                  <a:lnTo>
                    <a:pt x="12548" y="494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4" name="Freeform: Shape 3343">
              <a:extLst>
                <a:ext uri="{FF2B5EF4-FFF2-40B4-BE49-F238E27FC236}">
                  <a16:creationId xmlns:a16="http://schemas.microsoft.com/office/drawing/2014/main" id="{49E3ECFC-6526-5D8F-7A07-25D7431227D0}"/>
                </a:ext>
              </a:extLst>
            </p:cNvPr>
            <p:cNvSpPr/>
            <p:nvPr/>
          </p:nvSpPr>
          <p:spPr>
            <a:xfrm>
              <a:off x="10124177" y="4658590"/>
              <a:ext cx="12039" cy="9505"/>
            </a:xfrm>
            <a:custGeom>
              <a:avLst/>
              <a:gdLst>
                <a:gd name="connsiteX0" fmla="*/ 12039 w 12039"/>
                <a:gd name="connsiteY0" fmla="*/ 4690 h 9505"/>
                <a:gd name="connsiteX1" fmla="*/ 5956 w 12039"/>
                <a:gd name="connsiteY1" fmla="*/ 9505 h 9505"/>
                <a:gd name="connsiteX2" fmla="*/ 0 w 12039"/>
                <a:gd name="connsiteY2" fmla="*/ 4690 h 9505"/>
                <a:gd name="connsiteX3" fmla="*/ 5956 w 12039"/>
                <a:gd name="connsiteY3" fmla="*/ 0 h 9505"/>
                <a:gd name="connsiteX4" fmla="*/ 12039 w 12039"/>
                <a:gd name="connsiteY4" fmla="*/ 4690 h 9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39" h="9505">
                  <a:moveTo>
                    <a:pt x="12039" y="4690"/>
                  </a:moveTo>
                  <a:lnTo>
                    <a:pt x="5956" y="9505"/>
                  </a:lnTo>
                  <a:lnTo>
                    <a:pt x="0" y="4690"/>
                  </a:lnTo>
                  <a:lnTo>
                    <a:pt x="5956" y="0"/>
                  </a:lnTo>
                  <a:lnTo>
                    <a:pt x="12039" y="469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5" name="Freeform: Shape 3344">
              <a:extLst>
                <a:ext uri="{FF2B5EF4-FFF2-40B4-BE49-F238E27FC236}">
                  <a16:creationId xmlns:a16="http://schemas.microsoft.com/office/drawing/2014/main" id="{B87288FE-0984-7851-523D-FCBC4E21A7B6}"/>
                </a:ext>
              </a:extLst>
            </p:cNvPr>
            <p:cNvSpPr/>
            <p:nvPr/>
          </p:nvSpPr>
          <p:spPr>
            <a:xfrm>
              <a:off x="10075637" y="4755543"/>
              <a:ext cx="10645" cy="8364"/>
            </a:xfrm>
            <a:custGeom>
              <a:avLst/>
              <a:gdLst>
                <a:gd name="connsiteX0" fmla="*/ 10645 w 10645"/>
                <a:gd name="connsiteY0" fmla="*/ 4182 h 8364"/>
                <a:gd name="connsiteX1" fmla="*/ 5196 w 10645"/>
                <a:gd name="connsiteY1" fmla="*/ 8364 h 8364"/>
                <a:gd name="connsiteX2" fmla="*/ 0 w 10645"/>
                <a:gd name="connsiteY2" fmla="*/ 4182 h 8364"/>
                <a:gd name="connsiteX3" fmla="*/ 5196 w 10645"/>
                <a:gd name="connsiteY3" fmla="*/ 0 h 8364"/>
                <a:gd name="connsiteX4" fmla="*/ 10645 w 10645"/>
                <a:gd name="connsiteY4" fmla="*/ 4182 h 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45" h="8364">
                  <a:moveTo>
                    <a:pt x="10645" y="4182"/>
                  </a:moveTo>
                  <a:lnTo>
                    <a:pt x="5196" y="8364"/>
                  </a:lnTo>
                  <a:lnTo>
                    <a:pt x="0" y="4182"/>
                  </a:lnTo>
                  <a:lnTo>
                    <a:pt x="5196" y="0"/>
                  </a:lnTo>
                  <a:lnTo>
                    <a:pt x="10645" y="41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6" name="Freeform: Shape 3345">
              <a:extLst>
                <a:ext uri="{FF2B5EF4-FFF2-40B4-BE49-F238E27FC236}">
                  <a16:creationId xmlns:a16="http://schemas.microsoft.com/office/drawing/2014/main" id="{F407C7D4-3A37-0DD3-F03E-81ABC31B8C42}"/>
                </a:ext>
              </a:extLst>
            </p:cNvPr>
            <p:cNvSpPr/>
            <p:nvPr/>
          </p:nvSpPr>
          <p:spPr>
            <a:xfrm>
              <a:off x="10023041" y="4850976"/>
              <a:ext cx="9885" cy="7730"/>
            </a:xfrm>
            <a:custGeom>
              <a:avLst/>
              <a:gdLst>
                <a:gd name="connsiteX0" fmla="*/ 9886 w 9885"/>
                <a:gd name="connsiteY0" fmla="*/ 3929 h 7730"/>
                <a:gd name="connsiteX1" fmla="*/ 4943 w 9885"/>
                <a:gd name="connsiteY1" fmla="*/ 7731 h 7730"/>
                <a:gd name="connsiteX2" fmla="*/ 0 w 9885"/>
                <a:gd name="connsiteY2" fmla="*/ 3929 h 7730"/>
                <a:gd name="connsiteX3" fmla="*/ 4943 w 9885"/>
                <a:gd name="connsiteY3" fmla="*/ 0 h 7730"/>
                <a:gd name="connsiteX4" fmla="*/ 9886 w 9885"/>
                <a:gd name="connsiteY4" fmla="*/ 3929 h 7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85" h="7730">
                  <a:moveTo>
                    <a:pt x="9886" y="3929"/>
                  </a:moveTo>
                  <a:lnTo>
                    <a:pt x="4943" y="7731"/>
                  </a:lnTo>
                  <a:lnTo>
                    <a:pt x="0" y="3929"/>
                  </a:lnTo>
                  <a:lnTo>
                    <a:pt x="4943" y="0"/>
                  </a:lnTo>
                  <a:lnTo>
                    <a:pt x="9886" y="392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7" name="Freeform: Shape 3346">
              <a:extLst>
                <a:ext uri="{FF2B5EF4-FFF2-40B4-BE49-F238E27FC236}">
                  <a16:creationId xmlns:a16="http://schemas.microsoft.com/office/drawing/2014/main" id="{CB92C783-10A6-2735-3EEF-AECB66E76CDB}"/>
                </a:ext>
              </a:extLst>
            </p:cNvPr>
            <p:cNvSpPr/>
            <p:nvPr/>
          </p:nvSpPr>
          <p:spPr>
            <a:xfrm>
              <a:off x="9967151" y="4945267"/>
              <a:ext cx="8364" cy="6716"/>
            </a:xfrm>
            <a:custGeom>
              <a:avLst/>
              <a:gdLst>
                <a:gd name="connsiteX0" fmla="*/ 8364 w 8364"/>
                <a:gd name="connsiteY0" fmla="*/ 3422 h 6716"/>
                <a:gd name="connsiteX1" fmla="*/ 4183 w 8364"/>
                <a:gd name="connsiteY1" fmla="*/ 6717 h 6716"/>
                <a:gd name="connsiteX2" fmla="*/ 0 w 8364"/>
                <a:gd name="connsiteY2" fmla="*/ 3422 h 6716"/>
                <a:gd name="connsiteX3" fmla="*/ 4183 w 8364"/>
                <a:gd name="connsiteY3" fmla="*/ 0 h 6716"/>
                <a:gd name="connsiteX4" fmla="*/ 8364 w 8364"/>
                <a:gd name="connsiteY4" fmla="*/ 3422 h 6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64" h="6716">
                  <a:moveTo>
                    <a:pt x="8364" y="3422"/>
                  </a:moveTo>
                  <a:lnTo>
                    <a:pt x="4183" y="6717"/>
                  </a:lnTo>
                  <a:lnTo>
                    <a:pt x="0" y="3422"/>
                  </a:lnTo>
                  <a:lnTo>
                    <a:pt x="4183" y="0"/>
                  </a:lnTo>
                  <a:lnTo>
                    <a:pt x="8364" y="342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8" name="Freeform: Shape 3347">
              <a:extLst>
                <a:ext uri="{FF2B5EF4-FFF2-40B4-BE49-F238E27FC236}">
                  <a16:creationId xmlns:a16="http://schemas.microsoft.com/office/drawing/2014/main" id="{8EBBC2A6-DA50-97B1-372B-5E5627EB63B1}"/>
                </a:ext>
              </a:extLst>
            </p:cNvPr>
            <p:cNvSpPr/>
            <p:nvPr/>
          </p:nvSpPr>
          <p:spPr>
            <a:xfrm>
              <a:off x="9907204" y="5037911"/>
              <a:ext cx="7858" cy="6209"/>
            </a:xfrm>
            <a:custGeom>
              <a:avLst/>
              <a:gdLst>
                <a:gd name="connsiteX0" fmla="*/ 7858 w 7858"/>
                <a:gd name="connsiteY0" fmla="*/ 3168 h 6209"/>
                <a:gd name="connsiteX1" fmla="*/ 3930 w 7858"/>
                <a:gd name="connsiteY1" fmla="*/ 6210 h 6209"/>
                <a:gd name="connsiteX2" fmla="*/ 0 w 7858"/>
                <a:gd name="connsiteY2" fmla="*/ 3168 h 6209"/>
                <a:gd name="connsiteX3" fmla="*/ 3930 w 7858"/>
                <a:gd name="connsiteY3" fmla="*/ 0 h 6209"/>
                <a:gd name="connsiteX4" fmla="*/ 7858 w 7858"/>
                <a:gd name="connsiteY4" fmla="*/ 3168 h 6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58" h="6209">
                  <a:moveTo>
                    <a:pt x="7858" y="3168"/>
                  </a:moveTo>
                  <a:lnTo>
                    <a:pt x="3930" y="6210"/>
                  </a:lnTo>
                  <a:lnTo>
                    <a:pt x="0" y="3168"/>
                  </a:lnTo>
                  <a:lnTo>
                    <a:pt x="3930" y="0"/>
                  </a:lnTo>
                  <a:lnTo>
                    <a:pt x="7858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9" name="Freeform: Shape 3348">
              <a:extLst>
                <a:ext uri="{FF2B5EF4-FFF2-40B4-BE49-F238E27FC236}">
                  <a16:creationId xmlns:a16="http://schemas.microsoft.com/office/drawing/2014/main" id="{A969C07B-419C-464A-114C-D10826C9AB8F}"/>
                </a:ext>
              </a:extLst>
            </p:cNvPr>
            <p:cNvSpPr/>
            <p:nvPr/>
          </p:nvSpPr>
          <p:spPr>
            <a:xfrm>
              <a:off x="9844090" y="5129288"/>
              <a:ext cx="6463" cy="5196"/>
            </a:xfrm>
            <a:custGeom>
              <a:avLst/>
              <a:gdLst>
                <a:gd name="connsiteX0" fmla="*/ 6464 w 6463"/>
                <a:gd name="connsiteY0" fmla="*/ 2661 h 5196"/>
                <a:gd name="connsiteX1" fmla="*/ 3168 w 6463"/>
                <a:gd name="connsiteY1" fmla="*/ 5196 h 5196"/>
                <a:gd name="connsiteX2" fmla="*/ 0 w 6463"/>
                <a:gd name="connsiteY2" fmla="*/ 2661 h 5196"/>
                <a:gd name="connsiteX3" fmla="*/ 3168 w 6463"/>
                <a:gd name="connsiteY3" fmla="*/ 0 h 5196"/>
                <a:gd name="connsiteX4" fmla="*/ 6464 w 6463"/>
                <a:gd name="connsiteY4" fmla="*/ 2661 h 5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196">
                  <a:moveTo>
                    <a:pt x="6464" y="2661"/>
                  </a:moveTo>
                  <a:lnTo>
                    <a:pt x="3168" y="5196"/>
                  </a:lnTo>
                  <a:lnTo>
                    <a:pt x="0" y="2661"/>
                  </a:lnTo>
                  <a:lnTo>
                    <a:pt x="3168" y="0"/>
                  </a:lnTo>
                  <a:lnTo>
                    <a:pt x="6464" y="266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0" name="Freeform: Shape 3349">
              <a:extLst>
                <a:ext uri="{FF2B5EF4-FFF2-40B4-BE49-F238E27FC236}">
                  <a16:creationId xmlns:a16="http://schemas.microsoft.com/office/drawing/2014/main" id="{1E863076-48A2-2714-8537-12C06D51030A}"/>
                </a:ext>
              </a:extLst>
            </p:cNvPr>
            <p:cNvSpPr/>
            <p:nvPr/>
          </p:nvSpPr>
          <p:spPr>
            <a:xfrm>
              <a:off x="9777047" y="5218763"/>
              <a:ext cx="5956" cy="4689"/>
            </a:xfrm>
            <a:custGeom>
              <a:avLst/>
              <a:gdLst>
                <a:gd name="connsiteX0" fmla="*/ 5956 w 5956"/>
                <a:gd name="connsiteY0" fmla="*/ 2408 h 4689"/>
                <a:gd name="connsiteX1" fmla="*/ 2915 w 5956"/>
                <a:gd name="connsiteY1" fmla="*/ 4689 h 4689"/>
                <a:gd name="connsiteX2" fmla="*/ 0 w 5956"/>
                <a:gd name="connsiteY2" fmla="*/ 2408 h 4689"/>
                <a:gd name="connsiteX3" fmla="*/ 2915 w 5956"/>
                <a:gd name="connsiteY3" fmla="*/ 0 h 4689"/>
                <a:gd name="connsiteX4" fmla="*/ 5956 w 5956"/>
                <a:gd name="connsiteY4" fmla="*/ 2408 h 4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6" h="4689">
                  <a:moveTo>
                    <a:pt x="5956" y="2408"/>
                  </a:moveTo>
                  <a:lnTo>
                    <a:pt x="2915" y="4689"/>
                  </a:lnTo>
                  <a:lnTo>
                    <a:pt x="0" y="2408"/>
                  </a:lnTo>
                  <a:lnTo>
                    <a:pt x="2915" y="0"/>
                  </a:lnTo>
                  <a:lnTo>
                    <a:pt x="5956" y="240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1" name="Freeform: Shape 3350">
              <a:extLst>
                <a:ext uri="{FF2B5EF4-FFF2-40B4-BE49-F238E27FC236}">
                  <a16:creationId xmlns:a16="http://schemas.microsoft.com/office/drawing/2014/main" id="{DBF764C1-E7D5-6B7F-C8AF-284E8AB2C8F6}"/>
                </a:ext>
              </a:extLst>
            </p:cNvPr>
            <p:cNvSpPr/>
            <p:nvPr/>
          </p:nvSpPr>
          <p:spPr>
            <a:xfrm>
              <a:off x="9706582" y="5306591"/>
              <a:ext cx="5322" cy="4182"/>
            </a:xfrm>
            <a:custGeom>
              <a:avLst/>
              <a:gdLst>
                <a:gd name="connsiteX0" fmla="*/ 5323 w 5322"/>
                <a:gd name="connsiteY0" fmla="*/ 2155 h 4182"/>
                <a:gd name="connsiteX1" fmla="*/ 2661 w 5322"/>
                <a:gd name="connsiteY1" fmla="*/ 4183 h 4182"/>
                <a:gd name="connsiteX2" fmla="*/ 0 w 5322"/>
                <a:gd name="connsiteY2" fmla="*/ 2155 h 4182"/>
                <a:gd name="connsiteX3" fmla="*/ 2661 w 5322"/>
                <a:gd name="connsiteY3" fmla="*/ 0 h 4182"/>
                <a:gd name="connsiteX4" fmla="*/ 5323 w 5322"/>
                <a:gd name="connsiteY4" fmla="*/ 2155 h 4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22" h="4182">
                  <a:moveTo>
                    <a:pt x="5323" y="2155"/>
                  </a:moveTo>
                  <a:lnTo>
                    <a:pt x="2661" y="4183"/>
                  </a:lnTo>
                  <a:lnTo>
                    <a:pt x="0" y="2155"/>
                  </a:lnTo>
                  <a:lnTo>
                    <a:pt x="2661" y="0"/>
                  </a:lnTo>
                  <a:lnTo>
                    <a:pt x="5323" y="215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2" name="Freeform: Shape 3351">
              <a:extLst>
                <a:ext uri="{FF2B5EF4-FFF2-40B4-BE49-F238E27FC236}">
                  <a16:creationId xmlns:a16="http://schemas.microsoft.com/office/drawing/2014/main" id="{7DEE141B-3B5F-F0BD-99EE-030BF8B3CC36}"/>
                </a:ext>
              </a:extLst>
            </p:cNvPr>
            <p:cNvSpPr/>
            <p:nvPr/>
          </p:nvSpPr>
          <p:spPr>
            <a:xfrm>
              <a:off x="9632821" y="5392645"/>
              <a:ext cx="4689" cy="3675"/>
            </a:xfrm>
            <a:custGeom>
              <a:avLst/>
              <a:gdLst>
                <a:gd name="connsiteX0" fmla="*/ 4689 w 4689"/>
                <a:gd name="connsiteY0" fmla="*/ 1901 h 3675"/>
                <a:gd name="connsiteX1" fmla="*/ 2281 w 4689"/>
                <a:gd name="connsiteY1" fmla="*/ 3675 h 3675"/>
                <a:gd name="connsiteX2" fmla="*/ 0 w 4689"/>
                <a:gd name="connsiteY2" fmla="*/ 1901 h 3675"/>
                <a:gd name="connsiteX3" fmla="*/ 2281 w 4689"/>
                <a:gd name="connsiteY3" fmla="*/ 0 h 3675"/>
                <a:gd name="connsiteX4" fmla="*/ 4689 w 4689"/>
                <a:gd name="connsiteY4" fmla="*/ 1901 h 3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89" h="3675">
                  <a:moveTo>
                    <a:pt x="4689" y="1901"/>
                  </a:moveTo>
                  <a:lnTo>
                    <a:pt x="2281" y="3675"/>
                  </a:lnTo>
                  <a:lnTo>
                    <a:pt x="0" y="1901"/>
                  </a:lnTo>
                  <a:lnTo>
                    <a:pt x="2281" y="0"/>
                  </a:lnTo>
                  <a:lnTo>
                    <a:pt x="4689" y="190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3" name="Freeform: Shape 3352">
              <a:extLst>
                <a:ext uri="{FF2B5EF4-FFF2-40B4-BE49-F238E27FC236}">
                  <a16:creationId xmlns:a16="http://schemas.microsoft.com/office/drawing/2014/main" id="{308861E0-99AE-90C6-1A4D-D4C00DA19F80}"/>
                </a:ext>
              </a:extLst>
            </p:cNvPr>
            <p:cNvSpPr/>
            <p:nvPr/>
          </p:nvSpPr>
          <p:spPr>
            <a:xfrm>
              <a:off x="9556019" y="5477051"/>
              <a:ext cx="3548" cy="2788"/>
            </a:xfrm>
            <a:custGeom>
              <a:avLst/>
              <a:gdLst>
                <a:gd name="connsiteX0" fmla="*/ 3548 w 3548"/>
                <a:gd name="connsiteY0" fmla="*/ 1394 h 2788"/>
                <a:gd name="connsiteX1" fmla="*/ 1774 w 3548"/>
                <a:gd name="connsiteY1" fmla="*/ 2788 h 2788"/>
                <a:gd name="connsiteX2" fmla="*/ 0 w 3548"/>
                <a:gd name="connsiteY2" fmla="*/ 1394 h 2788"/>
                <a:gd name="connsiteX3" fmla="*/ 1774 w 3548"/>
                <a:gd name="connsiteY3" fmla="*/ 0 h 2788"/>
                <a:gd name="connsiteX4" fmla="*/ 3548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8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8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4" name="Freeform: Shape 3353">
              <a:extLst>
                <a:ext uri="{FF2B5EF4-FFF2-40B4-BE49-F238E27FC236}">
                  <a16:creationId xmlns:a16="http://schemas.microsoft.com/office/drawing/2014/main" id="{C45B3ECB-471F-318C-E26D-DA8FEAB3F696}"/>
                </a:ext>
              </a:extLst>
            </p:cNvPr>
            <p:cNvSpPr/>
            <p:nvPr/>
          </p:nvSpPr>
          <p:spPr>
            <a:xfrm>
              <a:off x="9476049" y="5559429"/>
              <a:ext cx="2281" cy="1900"/>
            </a:xfrm>
            <a:custGeom>
              <a:avLst/>
              <a:gdLst>
                <a:gd name="connsiteX0" fmla="*/ 2281 w 2281"/>
                <a:gd name="connsiteY0" fmla="*/ 1014 h 1900"/>
                <a:gd name="connsiteX1" fmla="*/ 1140 w 2281"/>
                <a:gd name="connsiteY1" fmla="*/ 1901 h 1900"/>
                <a:gd name="connsiteX2" fmla="*/ 0 w 2281"/>
                <a:gd name="connsiteY2" fmla="*/ 1014 h 1900"/>
                <a:gd name="connsiteX3" fmla="*/ 1140 w 2281"/>
                <a:gd name="connsiteY3" fmla="*/ 0 h 1900"/>
                <a:gd name="connsiteX4" fmla="*/ 2281 w 2281"/>
                <a:gd name="connsiteY4" fmla="*/ 1014 h 1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1" h="1900">
                  <a:moveTo>
                    <a:pt x="2281" y="1014"/>
                  </a:moveTo>
                  <a:lnTo>
                    <a:pt x="1140" y="1901"/>
                  </a:lnTo>
                  <a:lnTo>
                    <a:pt x="0" y="1014"/>
                  </a:lnTo>
                  <a:lnTo>
                    <a:pt x="1140" y="0"/>
                  </a:lnTo>
                  <a:lnTo>
                    <a:pt x="2281" y="101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5" name="Freeform: Shape 3354">
              <a:extLst>
                <a:ext uri="{FF2B5EF4-FFF2-40B4-BE49-F238E27FC236}">
                  <a16:creationId xmlns:a16="http://schemas.microsoft.com/office/drawing/2014/main" id="{25ACB3A7-D7D5-9281-D570-244CCEDA4F1F}"/>
                </a:ext>
              </a:extLst>
            </p:cNvPr>
            <p:cNvSpPr/>
            <p:nvPr/>
          </p:nvSpPr>
          <p:spPr>
            <a:xfrm>
              <a:off x="9392530" y="5639780"/>
              <a:ext cx="1774" cy="1393"/>
            </a:xfrm>
            <a:custGeom>
              <a:avLst/>
              <a:gdLst>
                <a:gd name="connsiteX0" fmla="*/ 1774 w 1774"/>
                <a:gd name="connsiteY0" fmla="*/ 634 h 1393"/>
                <a:gd name="connsiteX1" fmla="*/ 887 w 1774"/>
                <a:gd name="connsiteY1" fmla="*/ 1394 h 1393"/>
                <a:gd name="connsiteX2" fmla="*/ 0 w 1774"/>
                <a:gd name="connsiteY2" fmla="*/ 634 h 1393"/>
                <a:gd name="connsiteX3" fmla="*/ 887 w 1774"/>
                <a:gd name="connsiteY3" fmla="*/ 0 h 1393"/>
                <a:gd name="connsiteX4" fmla="*/ 1774 w 1774"/>
                <a:gd name="connsiteY4" fmla="*/ 634 h 1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" h="1393">
                  <a:moveTo>
                    <a:pt x="1774" y="634"/>
                  </a:moveTo>
                  <a:lnTo>
                    <a:pt x="887" y="1394"/>
                  </a:lnTo>
                  <a:lnTo>
                    <a:pt x="0" y="634"/>
                  </a:lnTo>
                  <a:lnTo>
                    <a:pt x="887" y="0"/>
                  </a:lnTo>
                  <a:lnTo>
                    <a:pt x="1774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6" name="Freeform: Shape 3355">
              <a:extLst>
                <a:ext uri="{FF2B5EF4-FFF2-40B4-BE49-F238E27FC236}">
                  <a16:creationId xmlns:a16="http://schemas.microsoft.com/office/drawing/2014/main" id="{8E8CCFD2-ACFC-6DF2-77AC-511E4294E7E1}"/>
                </a:ext>
              </a:extLst>
            </p:cNvPr>
            <p:cNvSpPr/>
            <p:nvPr/>
          </p:nvSpPr>
          <p:spPr>
            <a:xfrm>
              <a:off x="9306222" y="5717976"/>
              <a:ext cx="760" cy="633"/>
            </a:xfrm>
            <a:custGeom>
              <a:avLst/>
              <a:gdLst>
                <a:gd name="connsiteX0" fmla="*/ 760 w 760"/>
                <a:gd name="connsiteY0" fmla="*/ 381 h 633"/>
                <a:gd name="connsiteX1" fmla="*/ 381 w 760"/>
                <a:gd name="connsiteY1" fmla="*/ 634 h 633"/>
                <a:gd name="connsiteX2" fmla="*/ 0 w 760"/>
                <a:gd name="connsiteY2" fmla="*/ 381 h 633"/>
                <a:gd name="connsiteX3" fmla="*/ 381 w 760"/>
                <a:gd name="connsiteY3" fmla="*/ 0 h 633"/>
                <a:gd name="connsiteX4" fmla="*/ 760 w 760"/>
                <a:gd name="connsiteY4" fmla="*/ 381 h 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0" h="633">
                  <a:moveTo>
                    <a:pt x="760" y="381"/>
                  </a:moveTo>
                  <a:lnTo>
                    <a:pt x="381" y="634"/>
                  </a:lnTo>
                  <a:lnTo>
                    <a:pt x="0" y="381"/>
                  </a:lnTo>
                  <a:lnTo>
                    <a:pt x="381" y="0"/>
                  </a:lnTo>
                  <a:lnTo>
                    <a:pt x="760" y="3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7" name="Freeform: Shape 3356">
              <a:extLst>
                <a:ext uri="{FF2B5EF4-FFF2-40B4-BE49-F238E27FC236}">
                  <a16:creationId xmlns:a16="http://schemas.microsoft.com/office/drawing/2014/main" id="{5446559F-3B11-89F4-B84E-A169E62F87D7}"/>
                </a:ext>
              </a:extLst>
            </p:cNvPr>
            <p:cNvSpPr/>
            <p:nvPr/>
          </p:nvSpPr>
          <p:spPr>
            <a:xfrm>
              <a:off x="9216493" y="5794017"/>
              <a:ext cx="507" cy="253"/>
            </a:xfrm>
            <a:custGeom>
              <a:avLst/>
              <a:gdLst>
                <a:gd name="connsiteX0" fmla="*/ 507 w 507"/>
                <a:gd name="connsiteY0" fmla="*/ 127 h 253"/>
                <a:gd name="connsiteX1" fmla="*/ 254 w 507"/>
                <a:gd name="connsiteY1" fmla="*/ 254 h 253"/>
                <a:gd name="connsiteX2" fmla="*/ 0 w 507"/>
                <a:gd name="connsiteY2" fmla="*/ 127 h 253"/>
                <a:gd name="connsiteX3" fmla="*/ 254 w 507"/>
                <a:gd name="connsiteY3" fmla="*/ 0 h 253"/>
                <a:gd name="connsiteX4" fmla="*/ 507 w 507"/>
                <a:gd name="connsiteY4" fmla="*/ 127 h 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7" h="253">
                  <a:moveTo>
                    <a:pt x="507" y="127"/>
                  </a:moveTo>
                  <a:lnTo>
                    <a:pt x="254" y="254"/>
                  </a:lnTo>
                  <a:lnTo>
                    <a:pt x="0" y="127"/>
                  </a:lnTo>
                  <a:lnTo>
                    <a:pt x="254" y="0"/>
                  </a:lnTo>
                  <a:lnTo>
                    <a:pt x="507" y="12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8" name="Freeform: Shape 3357">
              <a:extLst>
                <a:ext uri="{FF2B5EF4-FFF2-40B4-BE49-F238E27FC236}">
                  <a16:creationId xmlns:a16="http://schemas.microsoft.com/office/drawing/2014/main" id="{67DAB69D-FC34-85F1-7B44-3248B851F315}"/>
                </a:ext>
              </a:extLst>
            </p:cNvPr>
            <p:cNvSpPr/>
            <p:nvPr/>
          </p:nvSpPr>
          <p:spPr>
            <a:xfrm>
              <a:off x="9027784" y="5938370"/>
              <a:ext cx="1393" cy="1013"/>
            </a:xfrm>
            <a:custGeom>
              <a:avLst/>
              <a:gdLst>
                <a:gd name="connsiteX0" fmla="*/ 1394 w 1393"/>
                <a:gd name="connsiteY0" fmla="*/ 507 h 1013"/>
                <a:gd name="connsiteX1" fmla="*/ 760 w 1393"/>
                <a:gd name="connsiteY1" fmla="*/ 1014 h 1013"/>
                <a:gd name="connsiteX2" fmla="*/ 0 w 1393"/>
                <a:gd name="connsiteY2" fmla="*/ 507 h 1013"/>
                <a:gd name="connsiteX3" fmla="*/ 760 w 1393"/>
                <a:gd name="connsiteY3" fmla="*/ 0 h 1013"/>
                <a:gd name="connsiteX4" fmla="*/ 1394 w 1393"/>
                <a:gd name="connsiteY4" fmla="*/ 507 h 1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3" h="1013">
                  <a:moveTo>
                    <a:pt x="1394" y="507"/>
                  </a:moveTo>
                  <a:lnTo>
                    <a:pt x="760" y="1014"/>
                  </a:lnTo>
                  <a:lnTo>
                    <a:pt x="0" y="507"/>
                  </a:lnTo>
                  <a:lnTo>
                    <a:pt x="760" y="0"/>
                  </a:lnTo>
                  <a:lnTo>
                    <a:pt x="1394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9" name="Freeform: Shape 3358">
              <a:extLst>
                <a:ext uri="{FF2B5EF4-FFF2-40B4-BE49-F238E27FC236}">
                  <a16:creationId xmlns:a16="http://schemas.microsoft.com/office/drawing/2014/main" id="{9366A040-B05A-550C-0DE6-D99CEE55F5FA}"/>
                </a:ext>
              </a:extLst>
            </p:cNvPr>
            <p:cNvSpPr/>
            <p:nvPr/>
          </p:nvSpPr>
          <p:spPr>
            <a:xfrm>
              <a:off x="8929183" y="6006934"/>
              <a:ext cx="2154" cy="1647"/>
            </a:xfrm>
            <a:custGeom>
              <a:avLst/>
              <a:gdLst>
                <a:gd name="connsiteX0" fmla="*/ 2154 w 2154"/>
                <a:gd name="connsiteY0" fmla="*/ 760 h 1647"/>
                <a:gd name="connsiteX1" fmla="*/ 1141 w 2154"/>
                <a:gd name="connsiteY1" fmla="*/ 1648 h 1647"/>
                <a:gd name="connsiteX2" fmla="*/ 0 w 2154"/>
                <a:gd name="connsiteY2" fmla="*/ 760 h 1647"/>
                <a:gd name="connsiteX3" fmla="*/ 1141 w 2154"/>
                <a:gd name="connsiteY3" fmla="*/ 0 h 1647"/>
                <a:gd name="connsiteX4" fmla="*/ 2154 w 2154"/>
                <a:gd name="connsiteY4" fmla="*/ 760 h 1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4" h="1647">
                  <a:moveTo>
                    <a:pt x="2154" y="760"/>
                  </a:moveTo>
                  <a:lnTo>
                    <a:pt x="1141" y="1648"/>
                  </a:lnTo>
                  <a:lnTo>
                    <a:pt x="0" y="760"/>
                  </a:lnTo>
                  <a:lnTo>
                    <a:pt x="1141" y="0"/>
                  </a:lnTo>
                  <a:lnTo>
                    <a:pt x="2154" y="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0" name="Freeform: Shape 3359">
              <a:extLst>
                <a:ext uri="{FF2B5EF4-FFF2-40B4-BE49-F238E27FC236}">
                  <a16:creationId xmlns:a16="http://schemas.microsoft.com/office/drawing/2014/main" id="{82565339-0EF2-A66E-4749-10FBC554625A}"/>
                </a:ext>
              </a:extLst>
            </p:cNvPr>
            <p:cNvSpPr/>
            <p:nvPr/>
          </p:nvSpPr>
          <p:spPr>
            <a:xfrm>
              <a:off x="8827667" y="6072837"/>
              <a:ext cx="3548" cy="2788"/>
            </a:xfrm>
            <a:custGeom>
              <a:avLst/>
              <a:gdLst>
                <a:gd name="connsiteX0" fmla="*/ 3549 w 3548"/>
                <a:gd name="connsiteY0" fmla="*/ 1394 h 2788"/>
                <a:gd name="connsiteX1" fmla="*/ 1774 w 3548"/>
                <a:gd name="connsiteY1" fmla="*/ 2788 h 2788"/>
                <a:gd name="connsiteX2" fmla="*/ 0 w 3548"/>
                <a:gd name="connsiteY2" fmla="*/ 1394 h 2788"/>
                <a:gd name="connsiteX3" fmla="*/ 1774 w 3548"/>
                <a:gd name="connsiteY3" fmla="*/ 0 h 2788"/>
                <a:gd name="connsiteX4" fmla="*/ 3549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9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9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1" name="Freeform: Shape 3360">
              <a:extLst>
                <a:ext uri="{FF2B5EF4-FFF2-40B4-BE49-F238E27FC236}">
                  <a16:creationId xmlns:a16="http://schemas.microsoft.com/office/drawing/2014/main" id="{A6999CD0-D522-A486-FFAE-6B0A230C36AA}"/>
                </a:ext>
              </a:extLst>
            </p:cNvPr>
            <p:cNvSpPr/>
            <p:nvPr/>
          </p:nvSpPr>
          <p:spPr>
            <a:xfrm>
              <a:off x="8723491" y="6136078"/>
              <a:ext cx="5068" cy="4055"/>
            </a:xfrm>
            <a:custGeom>
              <a:avLst/>
              <a:gdLst>
                <a:gd name="connsiteX0" fmla="*/ 5069 w 5068"/>
                <a:gd name="connsiteY0" fmla="*/ 2028 h 4055"/>
                <a:gd name="connsiteX1" fmla="*/ 2535 w 5068"/>
                <a:gd name="connsiteY1" fmla="*/ 4056 h 4055"/>
                <a:gd name="connsiteX2" fmla="*/ 0 w 5068"/>
                <a:gd name="connsiteY2" fmla="*/ 2028 h 4055"/>
                <a:gd name="connsiteX3" fmla="*/ 2535 w 5068"/>
                <a:gd name="connsiteY3" fmla="*/ 0 h 4055"/>
                <a:gd name="connsiteX4" fmla="*/ 5069 w 5068"/>
                <a:gd name="connsiteY4" fmla="*/ 2028 h 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8" h="4055">
                  <a:moveTo>
                    <a:pt x="5069" y="2028"/>
                  </a:moveTo>
                  <a:lnTo>
                    <a:pt x="2535" y="4056"/>
                  </a:lnTo>
                  <a:lnTo>
                    <a:pt x="0" y="2028"/>
                  </a:lnTo>
                  <a:lnTo>
                    <a:pt x="2535" y="0"/>
                  </a:lnTo>
                  <a:lnTo>
                    <a:pt x="5069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2" name="Freeform: Shape 3361">
              <a:extLst>
                <a:ext uri="{FF2B5EF4-FFF2-40B4-BE49-F238E27FC236}">
                  <a16:creationId xmlns:a16="http://schemas.microsoft.com/office/drawing/2014/main" id="{3E3E87DF-8404-D428-48C6-2789447547CD}"/>
                </a:ext>
              </a:extLst>
            </p:cNvPr>
            <p:cNvSpPr/>
            <p:nvPr/>
          </p:nvSpPr>
          <p:spPr>
            <a:xfrm>
              <a:off x="8617666" y="6197418"/>
              <a:ext cx="5069" cy="4055"/>
            </a:xfrm>
            <a:custGeom>
              <a:avLst/>
              <a:gdLst>
                <a:gd name="connsiteX0" fmla="*/ 5070 w 5069"/>
                <a:gd name="connsiteY0" fmla="*/ 2028 h 4055"/>
                <a:gd name="connsiteX1" fmla="*/ 2535 w 5069"/>
                <a:gd name="connsiteY1" fmla="*/ 4056 h 4055"/>
                <a:gd name="connsiteX2" fmla="*/ 0 w 5069"/>
                <a:gd name="connsiteY2" fmla="*/ 2028 h 4055"/>
                <a:gd name="connsiteX3" fmla="*/ 2535 w 5069"/>
                <a:gd name="connsiteY3" fmla="*/ 0 h 4055"/>
                <a:gd name="connsiteX4" fmla="*/ 5070 w 5069"/>
                <a:gd name="connsiteY4" fmla="*/ 2028 h 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9" h="4055">
                  <a:moveTo>
                    <a:pt x="5070" y="2028"/>
                  </a:moveTo>
                  <a:lnTo>
                    <a:pt x="2535" y="4056"/>
                  </a:lnTo>
                  <a:lnTo>
                    <a:pt x="0" y="2028"/>
                  </a:lnTo>
                  <a:lnTo>
                    <a:pt x="2535" y="0"/>
                  </a:lnTo>
                  <a:lnTo>
                    <a:pt x="5070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3" name="Freeform: Shape 3362">
              <a:extLst>
                <a:ext uri="{FF2B5EF4-FFF2-40B4-BE49-F238E27FC236}">
                  <a16:creationId xmlns:a16="http://schemas.microsoft.com/office/drawing/2014/main" id="{97554DD5-B2D0-4811-D44E-2C4285058016}"/>
                </a:ext>
              </a:extLst>
            </p:cNvPr>
            <p:cNvSpPr/>
            <p:nvPr/>
          </p:nvSpPr>
          <p:spPr>
            <a:xfrm>
              <a:off x="8508800" y="6255717"/>
              <a:ext cx="6463" cy="5069"/>
            </a:xfrm>
            <a:custGeom>
              <a:avLst/>
              <a:gdLst>
                <a:gd name="connsiteX0" fmla="*/ 6464 w 6463"/>
                <a:gd name="connsiteY0" fmla="*/ 2534 h 5069"/>
                <a:gd name="connsiteX1" fmla="*/ 3295 w 6463"/>
                <a:gd name="connsiteY1" fmla="*/ 5069 h 5069"/>
                <a:gd name="connsiteX2" fmla="*/ 0 w 6463"/>
                <a:gd name="connsiteY2" fmla="*/ 2534 h 5069"/>
                <a:gd name="connsiteX3" fmla="*/ 3295 w 6463"/>
                <a:gd name="connsiteY3" fmla="*/ 0 h 5069"/>
                <a:gd name="connsiteX4" fmla="*/ 6464 w 6463"/>
                <a:gd name="connsiteY4" fmla="*/ 2534 h 5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069">
                  <a:moveTo>
                    <a:pt x="6464" y="2534"/>
                  </a:moveTo>
                  <a:lnTo>
                    <a:pt x="3295" y="5069"/>
                  </a:lnTo>
                  <a:lnTo>
                    <a:pt x="0" y="2534"/>
                  </a:lnTo>
                  <a:lnTo>
                    <a:pt x="3295" y="0"/>
                  </a:lnTo>
                  <a:lnTo>
                    <a:pt x="6464" y="25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4" name="Freeform: Shape 3363">
              <a:extLst>
                <a:ext uri="{FF2B5EF4-FFF2-40B4-BE49-F238E27FC236}">
                  <a16:creationId xmlns:a16="http://schemas.microsoft.com/office/drawing/2014/main" id="{7547BBF9-D7BE-C938-2FFD-6112E26A9BF1}"/>
                </a:ext>
              </a:extLst>
            </p:cNvPr>
            <p:cNvSpPr/>
            <p:nvPr/>
          </p:nvSpPr>
          <p:spPr>
            <a:xfrm>
              <a:off x="8397652" y="6311227"/>
              <a:ext cx="7984" cy="6336"/>
            </a:xfrm>
            <a:custGeom>
              <a:avLst/>
              <a:gdLst>
                <a:gd name="connsiteX0" fmla="*/ 7984 w 7984"/>
                <a:gd name="connsiteY0" fmla="*/ 3168 h 6336"/>
                <a:gd name="connsiteX1" fmla="*/ 4056 w 7984"/>
                <a:gd name="connsiteY1" fmla="*/ 6337 h 6336"/>
                <a:gd name="connsiteX2" fmla="*/ 0 w 7984"/>
                <a:gd name="connsiteY2" fmla="*/ 3168 h 6336"/>
                <a:gd name="connsiteX3" fmla="*/ 4056 w 7984"/>
                <a:gd name="connsiteY3" fmla="*/ 0 h 6336"/>
                <a:gd name="connsiteX4" fmla="*/ 7984 w 7984"/>
                <a:gd name="connsiteY4" fmla="*/ 3168 h 6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84" h="6336">
                  <a:moveTo>
                    <a:pt x="7984" y="3168"/>
                  </a:moveTo>
                  <a:lnTo>
                    <a:pt x="4056" y="6337"/>
                  </a:lnTo>
                  <a:lnTo>
                    <a:pt x="0" y="3168"/>
                  </a:lnTo>
                  <a:lnTo>
                    <a:pt x="4056" y="0"/>
                  </a:lnTo>
                  <a:lnTo>
                    <a:pt x="7984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5" name="Freeform: Shape 3364">
              <a:extLst>
                <a:ext uri="{FF2B5EF4-FFF2-40B4-BE49-F238E27FC236}">
                  <a16:creationId xmlns:a16="http://schemas.microsoft.com/office/drawing/2014/main" id="{8647C5C5-FC97-A6FD-0AD4-C34F0BA9BC4E}"/>
                </a:ext>
              </a:extLst>
            </p:cNvPr>
            <p:cNvSpPr/>
            <p:nvPr/>
          </p:nvSpPr>
          <p:spPr>
            <a:xfrm>
              <a:off x="8284858" y="6364329"/>
              <a:ext cx="8617" cy="6843"/>
            </a:xfrm>
            <a:custGeom>
              <a:avLst/>
              <a:gdLst>
                <a:gd name="connsiteX0" fmla="*/ 8618 w 8617"/>
                <a:gd name="connsiteY0" fmla="*/ 3422 h 6843"/>
                <a:gd name="connsiteX1" fmla="*/ 4309 w 8617"/>
                <a:gd name="connsiteY1" fmla="*/ 6844 h 6843"/>
                <a:gd name="connsiteX2" fmla="*/ 0 w 8617"/>
                <a:gd name="connsiteY2" fmla="*/ 3422 h 6843"/>
                <a:gd name="connsiteX3" fmla="*/ 4309 w 8617"/>
                <a:gd name="connsiteY3" fmla="*/ 0 h 6843"/>
                <a:gd name="connsiteX4" fmla="*/ 8618 w 8617"/>
                <a:gd name="connsiteY4" fmla="*/ 3422 h 6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7" h="6843">
                  <a:moveTo>
                    <a:pt x="8618" y="3422"/>
                  </a:moveTo>
                  <a:lnTo>
                    <a:pt x="4309" y="6844"/>
                  </a:lnTo>
                  <a:lnTo>
                    <a:pt x="0" y="3422"/>
                  </a:lnTo>
                  <a:lnTo>
                    <a:pt x="4309" y="0"/>
                  </a:lnTo>
                  <a:lnTo>
                    <a:pt x="8618" y="342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6" name="Freeform: Shape 3365">
              <a:extLst>
                <a:ext uri="{FF2B5EF4-FFF2-40B4-BE49-F238E27FC236}">
                  <a16:creationId xmlns:a16="http://schemas.microsoft.com/office/drawing/2014/main" id="{E8F97E4B-98B7-88B9-1A71-9F02AE408C81}"/>
                </a:ext>
              </a:extLst>
            </p:cNvPr>
            <p:cNvSpPr/>
            <p:nvPr/>
          </p:nvSpPr>
          <p:spPr>
            <a:xfrm>
              <a:off x="8169527" y="6414263"/>
              <a:ext cx="10138" cy="8111"/>
            </a:xfrm>
            <a:custGeom>
              <a:avLst/>
              <a:gdLst>
                <a:gd name="connsiteX0" fmla="*/ 10139 w 10138"/>
                <a:gd name="connsiteY0" fmla="*/ 4056 h 8111"/>
                <a:gd name="connsiteX1" fmla="*/ 5070 w 10138"/>
                <a:gd name="connsiteY1" fmla="*/ 8111 h 8111"/>
                <a:gd name="connsiteX2" fmla="*/ 0 w 10138"/>
                <a:gd name="connsiteY2" fmla="*/ 4056 h 8111"/>
                <a:gd name="connsiteX3" fmla="*/ 5070 w 10138"/>
                <a:gd name="connsiteY3" fmla="*/ 0 h 8111"/>
                <a:gd name="connsiteX4" fmla="*/ 10139 w 10138"/>
                <a:gd name="connsiteY4" fmla="*/ 4056 h 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38" h="8111">
                  <a:moveTo>
                    <a:pt x="10139" y="4056"/>
                  </a:moveTo>
                  <a:lnTo>
                    <a:pt x="5070" y="8111"/>
                  </a:lnTo>
                  <a:lnTo>
                    <a:pt x="0" y="4056"/>
                  </a:lnTo>
                  <a:lnTo>
                    <a:pt x="5070" y="0"/>
                  </a:lnTo>
                  <a:lnTo>
                    <a:pt x="10139" y="405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7" name="Freeform: Shape 3366">
              <a:extLst>
                <a:ext uri="{FF2B5EF4-FFF2-40B4-BE49-F238E27FC236}">
                  <a16:creationId xmlns:a16="http://schemas.microsoft.com/office/drawing/2014/main" id="{53939EA4-6864-B819-2E5E-5244B4F2DAA8}"/>
                </a:ext>
              </a:extLst>
            </p:cNvPr>
            <p:cNvSpPr/>
            <p:nvPr/>
          </p:nvSpPr>
          <p:spPr>
            <a:xfrm>
              <a:off x="8052677" y="6461789"/>
              <a:ext cx="11025" cy="8744"/>
            </a:xfrm>
            <a:custGeom>
              <a:avLst/>
              <a:gdLst>
                <a:gd name="connsiteX0" fmla="*/ 11026 w 11025"/>
                <a:gd name="connsiteY0" fmla="*/ 4436 h 8744"/>
                <a:gd name="connsiteX1" fmla="*/ 5450 w 11025"/>
                <a:gd name="connsiteY1" fmla="*/ 8745 h 8744"/>
                <a:gd name="connsiteX2" fmla="*/ 0 w 11025"/>
                <a:gd name="connsiteY2" fmla="*/ 4436 h 8744"/>
                <a:gd name="connsiteX3" fmla="*/ 5450 w 11025"/>
                <a:gd name="connsiteY3" fmla="*/ 0 h 8744"/>
                <a:gd name="connsiteX4" fmla="*/ 11026 w 11025"/>
                <a:gd name="connsiteY4" fmla="*/ 4436 h 8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25" h="8744">
                  <a:moveTo>
                    <a:pt x="11026" y="4436"/>
                  </a:moveTo>
                  <a:lnTo>
                    <a:pt x="5450" y="8745"/>
                  </a:lnTo>
                  <a:lnTo>
                    <a:pt x="0" y="4436"/>
                  </a:lnTo>
                  <a:lnTo>
                    <a:pt x="5450" y="0"/>
                  </a:lnTo>
                  <a:lnTo>
                    <a:pt x="11026" y="44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8" name="Freeform: Shape 3367">
              <a:extLst>
                <a:ext uri="{FF2B5EF4-FFF2-40B4-BE49-F238E27FC236}">
                  <a16:creationId xmlns:a16="http://schemas.microsoft.com/office/drawing/2014/main" id="{032A8F55-B2E4-1111-9B52-5B119F1EA808}"/>
                </a:ext>
              </a:extLst>
            </p:cNvPr>
            <p:cNvSpPr/>
            <p:nvPr/>
          </p:nvSpPr>
          <p:spPr>
            <a:xfrm>
              <a:off x="7933672" y="6506147"/>
              <a:ext cx="12419" cy="9885"/>
            </a:xfrm>
            <a:custGeom>
              <a:avLst/>
              <a:gdLst>
                <a:gd name="connsiteX0" fmla="*/ 12420 w 12419"/>
                <a:gd name="connsiteY0" fmla="*/ 4943 h 9885"/>
                <a:gd name="connsiteX1" fmla="*/ 6210 w 12419"/>
                <a:gd name="connsiteY1" fmla="*/ 9886 h 9885"/>
                <a:gd name="connsiteX2" fmla="*/ 0 w 12419"/>
                <a:gd name="connsiteY2" fmla="*/ 4943 h 9885"/>
                <a:gd name="connsiteX3" fmla="*/ 6210 w 12419"/>
                <a:gd name="connsiteY3" fmla="*/ 0 h 9885"/>
                <a:gd name="connsiteX4" fmla="*/ 12420 w 12419"/>
                <a:gd name="connsiteY4" fmla="*/ 4943 h 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19" h="9885">
                  <a:moveTo>
                    <a:pt x="12420" y="4943"/>
                  </a:moveTo>
                  <a:lnTo>
                    <a:pt x="6210" y="9886"/>
                  </a:lnTo>
                  <a:lnTo>
                    <a:pt x="0" y="4943"/>
                  </a:lnTo>
                  <a:lnTo>
                    <a:pt x="6210" y="0"/>
                  </a:lnTo>
                  <a:lnTo>
                    <a:pt x="12420" y="494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9" name="Freeform: Shape 3368">
              <a:extLst>
                <a:ext uri="{FF2B5EF4-FFF2-40B4-BE49-F238E27FC236}">
                  <a16:creationId xmlns:a16="http://schemas.microsoft.com/office/drawing/2014/main" id="{D5233A94-464A-A91F-19FB-6B631C041DAE}"/>
                </a:ext>
              </a:extLst>
            </p:cNvPr>
            <p:cNvSpPr/>
            <p:nvPr/>
          </p:nvSpPr>
          <p:spPr>
            <a:xfrm>
              <a:off x="7813400" y="6547843"/>
              <a:ext cx="13053" cy="10391"/>
            </a:xfrm>
            <a:custGeom>
              <a:avLst/>
              <a:gdLst>
                <a:gd name="connsiteX0" fmla="*/ 13053 w 13053"/>
                <a:gd name="connsiteY0" fmla="*/ 5196 h 10391"/>
                <a:gd name="connsiteX1" fmla="*/ 6591 w 13053"/>
                <a:gd name="connsiteY1" fmla="*/ 10392 h 10391"/>
                <a:gd name="connsiteX2" fmla="*/ 0 w 13053"/>
                <a:gd name="connsiteY2" fmla="*/ 5196 h 10391"/>
                <a:gd name="connsiteX3" fmla="*/ 6591 w 13053"/>
                <a:gd name="connsiteY3" fmla="*/ 0 h 10391"/>
                <a:gd name="connsiteX4" fmla="*/ 13053 w 13053"/>
                <a:gd name="connsiteY4" fmla="*/ 5196 h 1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53" h="10391">
                  <a:moveTo>
                    <a:pt x="13053" y="5196"/>
                  </a:moveTo>
                  <a:lnTo>
                    <a:pt x="6591" y="10392"/>
                  </a:lnTo>
                  <a:lnTo>
                    <a:pt x="0" y="5196"/>
                  </a:lnTo>
                  <a:lnTo>
                    <a:pt x="6591" y="0"/>
                  </a:lnTo>
                  <a:lnTo>
                    <a:pt x="13053" y="519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0" name="Freeform: Shape 3369">
              <a:extLst>
                <a:ext uri="{FF2B5EF4-FFF2-40B4-BE49-F238E27FC236}">
                  <a16:creationId xmlns:a16="http://schemas.microsoft.com/office/drawing/2014/main" id="{CD71B638-1FD2-2234-AF54-D34CBB11CC3C}"/>
                </a:ext>
              </a:extLst>
            </p:cNvPr>
            <p:cNvSpPr/>
            <p:nvPr/>
          </p:nvSpPr>
          <p:spPr>
            <a:xfrm>
              <a:off x="7691607" y="6586625"/>
              <a:ext cx="13686" cy="10899"/>
            </a:xfrm>
            <a:custGeom>
              <a:avLst/>
              <a:gdLst>
                <a:gd name="connsiteX0" fmla="*/ 13687 w 13686"/>
                <a:gd name="connsiteY0" fmla="*/ 5450 h 10899"/>
                <a:gd name="connsiteX1" fmla="*/ 6843 w 13686"/>
                <a:gd name="connsiteY1" fmla="*/ 10899 h 10899"/>
                <a:gd name="connsiteX2" fmla="*/ 0 w 13686"/>
                <a:gd name="connsiteY2" fmla="*/ 5450 h 10899"/>
                <a:gd name="connsiteX3" fmla="*/ 6843 w 13686"/>
                <a:gd name="connsiteY3" fmla="*/ 0 h 10899"/>
                <a:gd name="connsiteX4" fmla="*/ 13687 w 13686"/>
                <a:gd name="connsiteY4" fmla="*/ 5450 h 10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86" h="10899">
                  <a:moveTo>
                    <a:pt x="13687" y="5450"/>
                  </a:moveTo>
                  <a:cubicBezTo>
                    <a:pt x="13687" y="8491"/>
                    <a:pt x="10645" y="10899"/>
                    <a:pt x="6843" y="10899"/>
                  </a:cubicBezTo>
                  <a:cubicBezTo>
                    <a:pt x="3042" y="10899"/>
                    <a:pt x="0" y="8491"/>
                    <a:pt x="0" y="5450"/>
                  </a:cubicBezTo>
                  <a:cubicBezTo>
                    <a:pt x="0" y="2408"/>
                    <a:pt x="3042" y="0"/>
                    <a:pt x="6843" y="0"/>
                  </a:cubicBezTo>
                  <a:cubicBezTo>
                    <a:pt x="10645" y="0"/>
                    <a:pt x="13687" y="2408"/>
                    <a:pt x="13687" y="545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1" name="Freeform: Shape 3370">
              <a:extLst>
                <a:ext uri="{FF2B5EF4-FFF2-40B4-BE49-F238E27FC236}">
                  <a16:creationId xmlns:a16="http://schemas.microsoft.com/office/drawing/2014/main" id="{2E5CFE47-4554-FD88-A986-6A7B857FE070}"/>
                </a:ext>
              </a:extLst>
            </p:cNvPr>
            <p:cNvSpPr/>
            <p:nvPr/>
          </p:nvSpPr>
          <p:spPr>
            <a:xfrm>
              <a:off x="7567785" y="6622110"/>
              <a:ext cx="15335" cy="12166"/>
            </a:xfrm>
            <a:custGeom>
              <a:avLst/>
              <a:gdLst>
                <a:gd name="connsiteX0" fmla="*/ 15335 w 15335"/>
                <a:gd name="connsiteY0" fmla="*/ 6083 h 12166"/>
                <a:gd name="connsiteX1" fmla="*/ 7604 w 15335"/>
                <a:gd name="connsiteY1" fmla="*/ 12166 h 12166"/>
                <a:gd name="connsiteX2" fmla="*/ 0 w 15335"/>
                <a:gd name="connsiteY2" fmla="*/ 6083 h 12166"/>
                <a:gd name="connsiteX3" fmla="*/ 7604 w 15335"/>
                <a:gd name="connsiteY3" fmla="*/ 0 h 12166"/>
                <a:gd name="connsiteX4" fmla="*/ 15335 w 15335"/>
                <a:gd name="connsiteY4" fmla="*/ 6083 h 1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35" h="12166">
                  <a:moveTo>
                    <a:pt x="15335" y="6083"/>
                  </a:moveTo>
                  <a:cubicBezTo>
                    <a:pt x="15335" y="9505"/>
                    <a:pt x="11913" y="12166"/>
                    <a:pt x="7604" y="12166"/>
                  </a:cubicBezTo>
                  <a:cubicBezTo>
                    <a:pt x="3295" y="12166"/>
                    <a:pt x="0" y="9505"/>
                    <a:pt x="0" y="6083"/>
                  </a:cubicBezTo>
                  <a:cubicBezTo>
                    <a:pt x="0" y="2661"/>
                    <a:pt x="3422" y="0"/>
                    <a:pt x="7604" y="0"/>
                  </a:cubicBezTo>
                  <a:cubicBezTo>
                    <a:pt x="11786" y="0"/>
                    <a:pt x="15335" y="2661"/>
                    <a:pt x="15335" y="60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2" name="Freeform: Shape 3371">
              <a:extLst>
                <a:ext uri="{FF2B5EF4-FFF2-40B4-BE49-F238E27FC236}">
                  <a16:creationId xmlns:a16="http://schemas.microsoft.com/office/drawing/2014/main" id="{2E374D01-A18B-1E79-1019-10AFFD49A931}"/>
                </a:ext>
              </a:extLst>
            </p:cNvPr>
            <p:cNvSpPr/>
            <p:nvPr/>
          </p:nvSpPr>
          <p:spPr>
            <a:xfrm>
              <a:off x="7443077" y="6654935"/>
              <a:ext cx="15968" cy="12673"/>
            </a:xfrm>
            <a:custGeom>
              <a:avLst/>
              <a:gdLst>
                <a:gd name="connsiteX0" fmla="*/ 15969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9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9" y="6337"/>
                  </a:moveTo>
                  <a:cubicBezTo>
                    <a:pt x="15969" y="9759"/>
                    <a:pt x="12421" y="12674"/>
                    <a:pt x="7984" y="12674"/>
                  </a:cubicBezTo>
                  <a:cubicBezTo>
                    <a:pt x="3549" y="12674"/>
                    <a:pt x="0" y="9886"/>
                    <a:pt x="0" y="6337"/>
                  </a:cubicBezTo>
                  <a:cubicBezTo>
                    <a:pt x="0" y="2789"/>
                    <a:pt x="3549" y="0"/>
                    <a:pt x="7984" y="0"/>
                  </a:cubicBezTo>
                  <a:cubicBezTo>
                    <a:pt x="12421" y="0"/>
                    <a:pt x="15969" y="2789"/>
                    <a:pt x="15969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3" name="Freeform: Shape 3372">
              <a:extLst>
                <a:ext uri="{FF2B5EF4-FFF2-40B4-BE49-F238E27FC236}">
                  <a16:creationId xmlns:a16="http://schemas.microsoft.com/office/drawing/2014/main" id="{5B74BCEA-EAD0-68F7-860E-801F0596773B}"/>
                </a:ext>
              </a:extLst>
            </p:cNvPr>
            <p:cNvSpPr/>
            <p:nvPr/>
          </p:nvSpPr>
          <p:spPr>
            <a:xfrm>
              <a:off x="7317228" y="6684718"/>
              <a:ext cx="16729" cy="13180"/>
            </a:xfrm>
            <a:custGeom>
              <a:avLst/>
              <a:gdLst>
                <a:gd name="connsiteX0" fmla="*/ 16729 w 16729"/>
                <a:gd name="connsiteY0" fmla="*/ 6590 h 13180"/>
                <a:gd name="connsiteX1" fmla="*/ 8365 w 16729"/>
                <a:gd name="connsiteY1" fmla="*/ 13180 h 13180"/>
                <a:gd name="connsiteX2" fmla="*/ 0 w 16729"/>
                <a:gd name="connsiteY2" fmla="*/ 6590 h 13180"/>
                <a:gd name="connsiteX3" fmla="*/ 8365 w 16729"/>
                <a:gd name="connsiteY3" fmla="*/ 0 h 13180"/>
                <a:gd name="connsiteX4" fmla="*/ 16729 w 16729"/>
                <a:gd name="connsiteY4" fmla="*/ 6590 h 13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9" h="13180">
                  <a:moveTo>
                    <a:pt x="16729" y="6590"/>
                  </a:moveTo>
                  <a:cubicBezTo>
                    <a:pt x="16729" y="10266"/>
                    <a:pt x="12927" y="13180"/>
                    <a:pt x="8365" y="13180"/>
                  </a:cubicBezTo>
                  <a:cubicBezTo>
                    <a:pt x="3802" y="13180"/>
                    <a:pt x="0" y="10266"/>
                    <a:pt x="0" y="6590"/>
                  </a:cubicBezTo>
                  <a:cubicBezTo>
                    <a:pt x="0" y="2915"/>
                    <a:pt x="3802" y="0"/>
                    <a:pt x="8365" y="0"/>
                  </a:cubicBezTo>
                  <a:cubicBezTo>
                    <a:pt x="12927" y="0"/>
                    <a:pt x="16729" y="2915"/>
                    <a:pt x="16729" y="659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4" name="Freeform: Shape 3373">
              <a:extLst>
                <a:ext uri="{FF2B5EF4-FFF2-40B4-BE49-F238E27FC236}">
                  <a16:creationId xmlns:a16="http://schemas.microsoft.com/office/drawing/2014/main" id="{02476002-BCA6-CF7F-A249-17F8F189A4AC}"/>
                </a:ext>
              </a:extLst>
            </p:cNvPr>
            <p:cNvSpPr/>
            <p:nvPr/>
          </p:nvSpPr>
          <p:spPr>
            <a:xfrm>
              <a:off x="7189859" y="6710952"/>
              <a:ext cx="18250" cy="14447"/>
            </a:xfrm>
            <a:custGeom>
              <a:avLst/>
              <a:gdLst>
                <a:gd name="connsiteX0" fmla="*/ 18250 w 18250"/>
                <a:gd name="connsiteY0" fmla="*/ 7224 h 14447"/>
                <a:gd name="connsiteX1" fmla="*/ 9125 w 18250"/>
                <a:gd name="connsiteY1" fmla="*/ 14447 h 14447"/>
                <a:gd name="connsiteX2" fmla="*/ 0 w 18250"/>
                <a:gd name="connsiteY2" fmla="*/ 7224 h 14447"/>
                <a:gd name="connsiteX3" fmla="*/ 9125 w 18250"/>
                <a:gd name="connsiteY3" fmla="*/ 0 h 14447"/>
                <a:gd name="connsiteX4" fmla="*/ 18250 w 18250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7">
                  <a:moveTo>
                    <a:pt x="18250" y="7224"/>
                  </a:moveTo>
                  <a:cubicBezTo>
                    <a:pt x="18250" y="11279"/>
                    <a:pt x="14194" y="14447"/>
                    <a:pt x="9125" y="14447"/>
                  </a:cubicBezTo>
                  <a:cubicBezTo>
                    <a:pt x="4056" y="14447"/>
                    <a:pt x="0" y="11279"/>
                    <a:pt x="0" y="7224"/>
                  </a:cubicBezTo>
                  <a:cubicBezTo>
                    <a:pt x="0" y="3168"/>
                    <a:pt x="4056" y="0"/>
                    <a:pt x="9125" y="0"/>
                  </a:cubicBezTo>
                  <a:cubicBezTo>
                    <a:pt x="14194" y="0"/>
                    <a:pt x="18250" y="3294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5" name="Freeform: Shape 3374">
              <a:extLst>
                <a:ext uri="{FF2B5EF4-FFF2-40B4-BE49-F238E27FC236}">
                  <a16:creationId xmlns:a16="http://schemas.microsoft.com/office/drawing/2014/main" id="{A7C6C7A0-88DF-CD6B-CE06-B1C419B6D949}"/>
                </a:ext>
              </a:extLst>
            </p:cNvPr>
            <p:cNvSpPr/>
            <p:nvPr/>
          </p:nvSpPr>
          <p:spPr>
            <a:xfrm>
              <a:off x="7061856" y="6734525"/>
              <a:ext cx="18883" cy="14954"/>
            </a:xfrm>
            <a:custGeom>
              <a:avLst/>
              <a:gdLst>
                <a:gd name="connsiteX0" fmla="*/ 18884 w 18883"/>
                <a:gd name="connsiteY0" fmla="*/ 7477 h 14954"/>
                <a:gd name="connsiteX1" fmla="*/ 9505 w 18883"/>
                <a:gd name="connsiteY1" fmla="*/ 14955 h 14954"/>
                <a:gd name="connsiteX2" fmla="*/ 0 w 18883"/>
                <a:gd name="connsiteY2" fmla="*/ 7477 h 14954"/>
                <a:gd name="connsiteX3" fmla="*/ 9505 w 18883"/>
                <a:gd name="connsiteY3" fmla="*/ 0 h 14954"/>
                <a:gd name="connsiteX4" fmla="*/ 18884 w 18883"/>
                <a:gd name="connsiteY4" fmla="*/ 7477 h 14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83" h="14954">
                  <a:moveTo>
                    <a:pt x="18884" y="7477"/>
                  </a:moveTo>
                  <a:cubicBezTo>
                    <a:pt x="18884" y="11659"/>
                    <a:pt x="14701" y="14955"/>
                    <a:pt x="9505" y="14955"/>
                  </a:cubicBezTo>
                  <a:cubicBezTo>
                    <a:pt x="4309" y="14955"/>
                    <a:pt x="0" y="11659"/>
                    <a:pt x="0" y="7477"/>
                  </a:cubicBezTo>
                  <a:cubicBezTo>
                    <a:pt x="0" y="3295"/>
                    <a:pt x="4309" y="0"/>
                    <a:pt x="9505" y="0"/>
                  </a:cubicBezTo>
                  <a:cubicBezTo>
                    <a:pt x="14701" y="0"/>
                    <a:pt x="18884" y="3422"/>
                    <a:pt x="18884" y="747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6" name="Freeform: Shape 3375">
              <a:extLst>
                <a:ext uri="{FF2B5EF4-FFF2-40B4-BE49-F238E27FC236}">
                  <a16:creationId xmlns:a16="http://schemas.microsoft.com/office/drawing/2014/main" id="{514E5099-FF4B-2682-4352-3C813C9523BF}"/>
                </a:ext>
              </a:extLst>
            </p:cNvPr>
            <p:cNvSpPr/>
            <p:nvPr/>
          </p:nvSpPr>
          <p:spPr>
            <a:xfrm>
              <a:off x="6932965" y="6754803"/>
              <a:ext cx="19644" cy="15715"/>
            </a:xfrm>
            <a:custGeom>
              <a:avLst/>
              <a:gdLst>
                <a:gd name="connsiteX0" fmla="*/ 19645 w 19644"/>
                <a:gd name="connsiteY0" fmla="*/ 7858 h 15715"/>
                <a:gd name="connsiteX1" fmla="*/ 9886 w 19644"/>
                <a:gd name="connsiteY1" fmla="*/ 15715 h 15715"/>
                <a:gd name="connsiteX2" fmla="*/ 0 w 19644"/>
                <a:gd name="connsiteY2" fmla="*/ 7858 h 15715"/>
                <a:gd name="connsiteX3" fmla="*/ 9886 w 19644"/>
                <a:gd name="connsiteY3" fmla="*/ 0 h 15715"/>
                <a:gd name="connsiteX4" fmla="*/ 19645 w 19644"/>
                <a:gd name="connsiteY4" fmla="*/ 7858 h 1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44" h="15715">
                  <a:moveTo>
                    <a:pt x="19645" y="7858"/>
                  </a:moveTo>
                  <a:cubicBezTo>
                    <a:pt x="19645" y="12167"/>
                    <a:pt x="15335" y="15715"/>
                    <a:pt x="9886" y="15715"/>
                  </a:cubicBezTo>
                  <a:cubicBezTo>
                    <a:pt x="4436" y="15715"/>
                    <a:pt x="0" y="12167"/>
                    <a:pt x="0" y="7858"/>
                  </a:cubicBezTo>
                  <a:cubicBezTo>
                    <a:pt x="0" y="3549"/>
                    <a:pt x="4436" y="0"/>
                    <a:pt x="9886" y="0"/>
                  </a:cubicBezTo>
                  <a:cubicBezTo>
                    <a:pt x="15335" y="0"/>
                    <a:pt x="19645" y="3549"/>
                    <a:pt x="19645" y="785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7" name="Freeform: Shape 3376">
              <a:extLst>
                <a:ext uri="{FF2B5EF4-FFF2-40B4-BE49-F238E27FC236}">
                  <a16:creationId xmlns:a16="http://schemas.microsoft.com/office/drawing/2014/main" id="{16D8F0DA-DBD8-827A-F230-B7DF3A6349B4}"/>
                </a:ext>
              </a:extLst>
            </p:cNvPr>
            <p:cNvSpPr/>
            <p:nvPr/>
          </p:nvSpPr>
          <p:spPr>
            <a:xfrm>
              <a:off x="6803441" y="6772039"/>
              <a:ext cx="20404" cy="16221"/>
            </a:xfrm>
            <a:custGeom>
              <a:avLst/>
              <a:gdLst>
                <a:gd name="connsiteX0" fmla="*/ 20404 w 20404"/>
                <a:gd name="connsiteY0" fmla="*/ 8111 h 16221"/>
                <a:gd name="connsiteX1" fmla="*/ 10266 w 20404"/>
                <a:gd name="connsiteY1" fmla="*/ 16222 h 16221"/>
                <a:gd name="connsiteX2" fmla="*/ 0 w 20404"/>
                <a:gd name="connsiteY2" fmla="*/ 8111 h 16221"/>
                <a:gd name="connsiteX3" fmla="*/ 10266 w 20404"/>
                <a:gd name="connsiteY3" fmla="*/ 0 h 16221"/>
                <a:gd name="connsiteX4" fmla="*/ 20404 w 20404"/>
                <a:gd name="connsiteY4" fmla="*/ 8111 h 16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04" h="16221">
                  <a:moveTo>
                    <a:pt x="20404" y="8111"/>
                  </a:moveTo>
                  <a:cubicBezTo>
                    <a:pt x="20404" y="12547"/>
                    <a:pt x="15842" y="16222"/>
                    <a:pt x="10266" y="16222"/>
                  </a:cubicBezTo>
                  <a:cubicBezTo>
                    <a:pt x="4689" y="16222"/>
                    <a:pt x="0" y="12547"/>
                    <a:pt x="0" y="8111"/>
                  </a:cubicBezTo>
                  <a:cubicBezTo>
                    <a:pt x="0" y="3675"/>
                    <a:pt x="4562" y="0"/>
                    <a:pt x="10266" y="0"/>
                  </a:cubicBezTo>
                  <a:cubicBezTo>
                    <a:pt x="15969" y="0"/>
                    <a:pt x="20404" y="3675"/>
                    <a:pt x="20404" y="811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8" name="Freeform: Shape 3377">
              <a:extLst>
                <a:ext uri="{FF2B5EF4-FFF2-40B4-BE49-F238E27FC236}">
                  <a16:creationId xmlns:a16="http://schemas.microsoft.com/office/drawing/2014/main" id="{1179CF43-C0DC-D098-A8DB-FCBC7CF6AB41}"/>
                </a:ext>
              </a:extLst>
            </p:cNvPr>
            <p:cNvSpPr/>
            <p:nvPr/>
          </p:nvSpPr>
          <p:spPr>
            <a:xfrm>
              <a:off x="6673030" y="6786234"/>
              <a:ext cx="21291" cy="16728"/>
            </a:xfrm>
            <a:custGeom>
              <a:avLst/>
              <a:gdLst>
                <a:gd name="connsiteX0" fmla="*/ 21292 w 21291"/>
                <a:gd name="connsiteY0" fmla="*/ 8364 h 16728"/>
                <a:gd name="connsiteX1" fmla="*/ 10645 w 21291"/>
                <a:gd name="connsiteY1" fmla="*/ 16728 h 16728"/>
                <a:gd name="connsiteX2" fmla="*/ 0 w 21291"/>
                <a:gd name="connsiteY2" fmla="*/ 8364 h 16728"/>
                <a:gd name="connsiteX3" fmla="*/ 10645 w 21291"/>
                <a:gd name="connsiteY3" fmla="*/ 0 h 16728"/>
                <a:gd name="connsiteX4" fmla="*/ 21292 w 21291"/>
                <a:gd name="connsiteY4" fmla="*/ 8364 h 16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291" h="16728">
                  <a:moveTo>
                    <a:pt x="21292" y="8364"/>
                  </a:moveTo>
                  <a:cubicBezTo>
                    <a:pt x="21292" y="13053"/>
                    <a:pt x="16476" y="16728"/>
                    <a:pt x="10645" y="16728"/>
                  </a:cubicBezTo>
                  <a:cubicBezTo>
                    <a:pt x="4815" y="16728"/>
                    <a:pt x="0" y="12927"/>
                    <a:pt x="0" y="8364"/>
                  </a:cubicBezTo>
                  <a:cubicBezTo>
                    <a:pt x="0" y="3802"/>
                    <a:pt x="4689" y="0"/>
                    <a:pt x="10645" y="0"/>
                  </a:cubicBezTo>
                  <a:cubicBezTo>
                    <a:pt x="16602" y="0"/>
                    <a:pt x="21292" y="3802"/>
                    <a:pt x="21292" y="836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9" name="Freeform: Shape 3378">
              <a:extLst>
                <a:ext uri="{FF2B5EF4-FFF2-40B4-BE49-F238E27FC236}">
                  <a16:creationId xmlns:a16="http://schemas.microsoft.com/office/drawing/2014/main" id="{709A0E07-AA03-FA56-3CB3-95C2868C227B}"/>
                </a:ext>
              </a:extLst>
            </p:cNvPr>
            <p:cNvSpPr/>
            <p:nvPr/>
          </p:nvSpPr>
          <p:spPr>
            <a:xfrm>
              <a:off x="6542111" y="6796879"/>
              <a:ext cx="22558" cy="17870"/>
            </a:xfrm>
            <a:custGeom>
              <a:avLst/>
              <a:gdLst>
                <a:gd name="connsiteX0" fmla="*/ 22559 w 22558"/>
                <a:gd name="connsiteY0" fmla="*/ 8872 h 17870"/>
                <a:gd name="connsiteX1" fmla="*/ 11280 w 22558"/>
                <a:gd name="connsiteY1" fmla="*/ 17870 h 17870"/>
                <a:gd name="connsiteX2" fmla="*/ 0 w 22558"/>
                <a:gd name="connsiteY2" fmla="*/ 8872 h 17870"/>
                <a:gd name="connsiteX3" fmla="*/ 11280 w 22558"/>
                <a:gd name="connsiteY3" fmla="*/ 0 h 17870"/>
                <a:gd name="connsiteX4" fmla="*/ 22559 w 22558"/>
                <a:gd name="connsiteY4" fmla="*/ 8872 h 17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8" h="17870">
                  <a:moveTo>
                    <a:pt x="22559" y="8872"/>
                  </a:moveTo>
                  <a:cubicBezTo>
                    <a:pt x="22559" y="13815"/>
                    <a:pt x="17490" y="17870"/>
                    <a:pt x="11280" y="17870"/>
                  </a:cubicBezTo>
                  <a:cubicBezTo>
                    <a:pt x="5069" y="17870"/>
                    <a:pt x="0" y="13815"/>
                    <a:pt x="0" y="8872"/>
                  </a:cubicBezTo>
                  <a:cubicBezTo>
                    <a:pt x="0" y="3929"/>
                    <a:pt x="5069" y="0"/>
                    <a:pt x="11280" y="0"/>
                  </a:cubicBezTo>
                  <a:cubicBezTo>
                    <a:pt x="17490" y="0"/>
                    <a:pt x="22559" y="4056"/>
                    <a:pt x="22559" y="887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0" name="Freeform: Shape 3379">
              <a:extLst>
                <a:ext uri="{FF2B5EF4-FFF2-40B4-BE49-F238E27FC236}">
                  <a16:creationId xmlns:a16="http://schemas.microsoft.com/office/drawing/2014/main" id="{58013683-3783-E0A4-B8FA-C425D42A33DC}"/>
                </a:ext>
              </a:extLst>
            </p:cNvPr>
            <p:cNvSpPr/>
            <p:nvPr/>
          </p:nvSpPr>
          <p:spPr>
            <a:xfrm>
              <a:off x="6411066" y="6804484"/>
              <a:ext cx="23319" cy="18502"/>
            </a:xfrm>
            <a:custGeom>
              <a:avLst/>
              <a:gdLst>
                <a:gd name="connsiteX0" fmla="*/ 23320 w 23319"/>
                <a:gd name="connsiteY0" fmla="*/ 9251 h 18502"/>
                <a:gd name="connsiteX1" fmla="*/ 11660 w 23319"/>
                <a:gd name="connsiteY1" fmla="*/ 18503 h 18502"/>
                <a:gd name="connsiteX2" fmla="*/ 0 w 23319"/>
                <a:gd name="connsiteY2" fmla="*/ 9251 h 18502"/>
                <a:gd name="connsiteX3" fmla="*/ 11660 w 23319"/>
                <a:gd name="connsiteY3" fmla="*/ 0 h 18502"/>
                <a:gd name="connsiteX4" fmla="*/ 23320 w 23319"/>
                <a:gd name="connsiteY4" fmla="*/ 9251 h 18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319" h="18502">
                  <a:moveTo>
                    <a:pt x="23320" y="9251"/>
                  </a:moveTo>
                  <a:cubicBezTo>
                    <a:pt x="23320" y="14320"/>
                    <a:pt x="18124" y="18503"/>
                    <a:pt x="11660" y="18503"/>
                  </a:cubicBezTo>
                  <a:cubicBezTo>
                    <a:pt x="5196" y="18503"/>
                    <a:pt x="0" y="14320"/>
                    <a:pt x="0" y="9251"/>
                  </a:cubicBezTo>
                  <a:cubicBezTo>
                    <a:pt x="0" y="4182"/>
                    <a:pt x="5196" y="0"/>
                    <a:pt x="11660" y="0"/>
                  </a:cubicBezTo>
                  <a:cubicBezTo>
                    <a:pt x="18124" y="0"/>
                    <a:pt x="23320" y="4182"/>
                    <a:pt x="23320" y="925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1" name="Freeform: Shape 3380">
              <a:extLst>
                <a:ext uri="{FF2B5EF4-FFF2-40B4-BE49-F238E27FC236}">
                  <a16:creationId xmlns:a16="http://schemas.microsoft.com/office/drawing/2014/main" id="{ED2408D2-8CF0-F204-55D4-1DC59D704F89}"/>
                </a:ext>
              </a:extLst>
            </p:cNvPr>
            <p:cNvSpPr/>
            <p:nvPr/>
          </p:nvSpPr>
          <p:spPr>
            <a:xfrm>
              <a:off x="6279641" y="6809046"/>
              <a:ext cx="23953" cy="15841"/>
            </a:xfrm>
            <a:custGeom>
              <a:avLst/>
              <a:gdLst>
                <a:gd name="connsiteX0" fmla="*/ 12040 w 23953"/>
                <a:gd name="connsiteY0" fmla="*/ 0 h 15841"/>
                <a:gd name="connsiteX1" fmla="*/ 0 w 23953"/>
                <a:gd name="connsiteY1" fmla="*/ 9505 h 15841"/>
                <a:gd name="connsiteX2" fmla="*/ 3295 w 23953"/>
                <a:gd name="connsiteY2" fmla="*/ 15842 h 15841"/>
                <a:gd name="connsiteX3" fmla="*/ 20658 w 23953"/>
                <a:gd name="connsiteY3" fmla="*/ 15842 h 15841"/>
                <a:gd name="connsiteX4" fmla="*/ 23953 w 23953"/>
                <a:gd name="connsiteY4" fmla="*/ 9505 h 15841"/>
                <a:gd name="connsiteX5" fmla="*/ 11913 w 23953"/>
                <a:gd name="connsiteY5" fmla="*/ 0 h 15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953" h="15841">
                  <a:moveTo>
                    <a:pt x="12040" y="0"/>
                  </a:moveTo>
                  <a:cubicBezTo>
                    <a:pt x="5450" y="0"/>
                    <a:pt x="0" y="4183"/>
                    <a:pt x="0" y="9505"/>
                  </a:cubicBezTo>
                  <a:lnTo>
                    <a:pt x="3295" y="15842"/>
                  </a:lnTo>
                  <a:lnTo>
                    <a:pt x="20658" y="15842"/>
                  </a:lnTo>
                  <a:lnTo>
                    <a:pt x="23953" y="9505"/>
                  </a:lnTo>
                  <a:cubicBezTo>
                    <a:pt x="23953" y="4183"/>
                    <a:pt x="18630" y="0"/>
                    <a:pt x="11913" y="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2" name="Freeform: Shape 3381">
              <a:extLst>
                <a:ext uri="{FF2B5EF4-FFF2-40B4-BE49-F238E27FC236}">
                  <a16:creationId xmlns:a16="http://schemas.microsoft.com/office/drawing/2014/main" id="{7144627D-5C9E-F075-1CF7-D169E0A5F115}"/>
                </a:ext>
              </a:extLst>
            </p:cNvPr>
            <p:cNvSpPr/>
            <p:nvPr/>
          </p:nvSpPr>
          <p:spPr>
            <a:xfrm>
              <a:off x="6148216" y="6810313"/>
              <a:ext cx="24713" cy="14448"/>
            </a:xfrm>
            <a:custGeom>
              <a:avLst/>
              <a:gdLst>
                <a:gd name="connsiteX0" fmla="*/ 12420 w 24713"/>
                <a:gd name="connsiteY0" fmla="*/ 0 h 14448"/>
                <a:gd name="connsiteX1" fmla="*/ 0 w 24713"/>
                <a:gd name="connsiteY1" fmla="*/ 9759 h 14448"/>
                <a:gd name="connsiteX2" fmla="*/ 2408 w 24713"/>
                <a:gd name="connsiteY2" fmla="*/ 14448 h 14448"/>
                <a:gd name="connsiteX3" fmla="*/ 22306 w 24713"/>
                <a:gd name="connsiteY3" fmla="*/ 14448 h 14448"/>
                <a:gd name="connsiteX4" fmla="*/ 24714 w 24713"/>
                <a:gd name="connsiteY4" fmla="*/ 9759 h 14448"/>
                <a:gd name="connsiteX5" fmla="*/ 12293 w 24713"/>
                <a:gd name="connsiteY5" fmla="*/ 0 h 14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713" h="14448">
                  <a:moveTo>
                    <a:pt x="12420" y="0"/>
                  </a:moveTo>
                  <a:cubicBezTo>
                    <a:pt x="5576" y="0"/>
                    <a:pt x="0" y="4436"/>
                    <a:pt x="0" y="9759"/>
                  </a:cubicBezTo>
                  <a:lnTo>
                    <a:pt x="2408" y="14448"/>
                  </a:lnTo>
                  <a:lnTo>
                    <a:pt x="22306" y="14448"/>
                  </a:lnTo>
                  <a:lnTo>
                    <a:pt x="24714" y="9759"/>
                  </a:lnTo>
                  <a:cubicBezTo>
                    <a:pt x="24714" y="4309"/>
                    <a:pt x="19137" y="0"/>
                    <a:pt x="12293" y="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3" name="Freeform: Shape 3382">
              <a:extLst>
                <a:ext uri="{FF2B5EF4-FFF2-40B4-BE49-F238E27FC236}">
                  <a16:creationId xmlns:a16="http://schemas.microsoft.com/office/drawing/2014/main" id="{EC88A34C-45D1-618C-D9A6-B64EA786DDB6}"/>
                </a:ext>
              </a:extLst>
            </p:cNvPr>
            <p:cNvSpPr/>
            <p:nvPr/>
          </p:nvSpPr>
          <p:spPr>
            <a:xfrm>
              <a:off x="6016664" y="6808412"/>
              <a:ext cx="25600" cy="16475"/>
            </a:xfrm>
            <a:custGeom>
              <a:avLst/>
              <a:gdLst>
                <a:gd name="connsiteX0" fmla="*/ 12800 w 25600"/>
                <a:gd name="connsiteY0" fmla="*/ 0 h 16475"/>
                <a:gd name="connsiteX1" fmla="*/ 0 w 25600"/>
                <a:gd name="connsiteY1" fmla="*/ 10139 h 16475"/>
                <a:gd name="connsiteX2" fmla="*/ 3295 w 25600"/>
                <a:gd name="connsiteY2" fmla="*/ 16476 h 16475"/>
                <a:gd name="connsiteX3" fmla="*/ 22306 w 25600"/>
                <a:gd name="connsiteY3" fmla="*/ 16476 h 16475"/>
                <a:gd name="connsiteX4" fmla="*/ 25601 w 25600"/>
                <a:gd name="connsiteY4" fmla="*/ 10139 h 16475"/>
                <a:gd name="connsiteX5" fmla="*/ 12800 w 25600"/>
                <a:gd name="connsiteY5" fmla="*/ 0 h 16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600" h="16475">
                  <a:moveTo>
                    <a:pt x="12800" y="0"/>
                  </a:moveTo>
                  <a:cubicBezTo>
                    <a:pt x="5703" y="0"/>
                    <a:pt x="0" y="4562"/>
                    <a:pt x="0" y="10139"/>
                  </a:cubicBezTo>
                  <a:lnTo>
                    <a:pt x="3295" y="16476"/>
                  </a:lnTo>
                  <a:lnTo>
                    <a:pt x="22306" y="16476"/>
                  </a:lnTo>
                  <a:lnTo>
                    <a:pt x="25601" y="10139"/>
                  </a:lnTo>
                  <a:cubicBezTo>
                    <a:pt x="25601" y="4562"/>
                    <a:pt x="19898" y="0"/>
                    <a:pt x="12800" y="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4" name="Freeform: Shape 3383">
              <a:extLst>
                <a:ext uri="{FF2B5EF4-FFF2-40B4-BE49-F238E27FC236}">
                  <a16:creationId xmlns:a16="http://schemas.microsoft.com/office/drawing/2014/main" id="{88ADDCDE-C4E9-0A1A-C0F5-53FCB1B7C676}"/>
                </a:ext>
              </a:extLst>
            </p:cNvPr>
            <p:cNvSpPr/>
            <p:nvPr/>
          </p:nvSpPr>
          <p:spPr>
            <a:xfrm>
              <a:off x="5885365" y="6803343"/>
              <a:ext cx="26360" cy="20784"/>
            </a:xfrm>
            <a:custGeom>
              <a:avLst/>
              <a:gdLst>
                <a:gd name="connsiteX0" fmla="*/ 26361 w 26360"/>
                <a:gd name="connsiteY0" fmla="*/ 10392 h 20784"/>
                <a:gd name="connsiteX1" fmla="*/ 13181 w 26360"/>
                <a:gd name="connsiteY1" fmla="*/ 20785 h 20784"/>
                <a:gd name="connsiteX2" fmla="*/ 0 w 26360"/>
                <a:gd name="connsiteY2" fmla="*/ 10392 h 20784"/>
                <a:gd name="connsiteX3" fmla="*/ 13181 w 26360"/>
                <a:gd name="connsiteY3" fmla="*/ 0 h 20784"/>
                <a:gd name="connsiteX4" fmla="*/ 26361 w 26360"/>
                <a:gd name="connsiteY4" fmla="*/ 10392 h 20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60" h="20784">
                  <a:moveTo>
                    <a:pt x="26361" y="10392"/>
                  </a:moveTo>
                  <a:cubicBezTo>
                    <a:pt x="26361" y="16096"/>
                    <a:pt x="20404" y="20785"/>
                    <a:pt x="13181" y="20785"/>
                  </a:cubicBezTo>
                  <a:cubicBezTo>
                    <a:pt x="5957" y="20785"/>
                    <a:pt x="0" y="16096"/>
                    <a:pt x="0" y="10392"/>
                  </a:cubicBezTo>
                  <a:cubicBezTo>
                    <a:pt x="0" y="4689"/>
                    <a:pt x="5830" y="0"/>
                    <a:pt x="13181" y="0"/>
                  </a:cubicBezTo>
                  <a:cubicBezTo>
                    <a:pt x="20531" y="0"/>
                    <a:pt x="26361" y="4689"/>
                    <a:pt x="26361" y="1039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5" name="Freeform: Shape 3384">
              <a:extLst>
                <a:ext uri="{FF2B5EF4-FFF2-40B4-BE49-F238E27FC236}">
                  <a16:creationId xmlns:a16="http://schemas.microsoft.com/office/drawing/2014/main" id="{D7DC463C-D4C3-F5D9-7369-ADAA94E20309}"/>
                </a:ext>
              </a:extLst>
            </p:cNvPr>
            <p:cNvSpPr/>
            <p:nvPr/>
          </p:nvSpPr>
          <p:spPr>
            <a:xfrm>
              <a:off x="5754447" y="6795105"/>
              <a:ext cx="26868" cy="21292"/>
            </a:xfrm>
            <a:custGeom>
              <a:avLst/>
              <a:gdLst>
                <a:gd name="connsiteX0" fmla="*/ 26868 w 26868"/>
                <a:gd name="connsiteY0" fmla="*/ 10646 h 21292"/>
                <a:gd name="connsiteX1" fmla="*/ 13434 w 26868"/>
                <a:gd name="connsiteY1" fmla="*/ 21292 h 21292"/>
                <a:gd name="connsiteX2" fmla="*/ 0 w 26868"/>
                <a:gd name="connsiteY2" fmla="*/ 10646 h 21292"/>
                <a:gd name="connsiteX3" fmla="*/ 13434 w 26868"/>
                <a:gd name="connsiteY3" fmla="*/ 0 h 21292"/>
                <a:gd name="connsiteX4" fmla="*/ 26868 w 26868"/>
                <a:gd name="connsiteY4" fmla="*/ 10646 h 21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68" h="21292">
                  <a:moveTo>
                    <a:pt x="26868" y="10646"/>
                  </a:moveTo>
                  <a:cubicBezTo>
                    <a:pt x="26868" y="16602"/>
                    <a:pt x="20912" y="21292"/>
                    <a:pt x="13434" y="21292"/>
                  </a:cubicBezTo>
                  <a:cubicBezTo>
                    <a:pt x="5957" y="21292"/>
                    <a:pt x="0" y="16476"/>
                    <a:pt x="0" y="10646"/>
                  </a:cubicBezTo>
                  <a:cubicBezTo>
                    <a:pt x="0" y="4816"/>
                    <a:pt x="6083" y="0"/>
                    <a:pt x="13434" y="0"/>
                  </a:cubicBezTo>
                  <a:cubicBezTo>
                    <a:pt x="20785" y="0"/>
                    <a:pt x="26868" y="4816"/>
                    <a:pt x="26868" y="1064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6" name="Freeform: Shape 3385">
              <a:extLst>
                <a:ext uri="{FF2B5EF4-FFF2-40B4-BE49-F238E27FC236}">
                  <a16:creationId xmlns:a16="http://schemas.microsoft.com/office/drawing/2014/main" id="{655392C3-1B7B-C2A8-0340-EDFA93AE6F85}"/>
                </a:ext>
              </a:extLst>
            </p:cNvPr>
            <p:cNvSpPr/>
            <p:nvPr/>
          </p:nvSpPr>
          <p:spPr>
            <a:xfrm>
              <a:off x="5624036" y="6783952"/>
              <a:ext cx="26867" cy="21292"/>
            </a:xfrm>
            <a:custGeom>
              <a:avLst/>
              <a:gdLst>
                <a:gd name="connsiteX0" fmla="*/ 26868 w 26867"/>
                <a:gd name="connsiteY0" fmla="*/ 10646 h 21292"/>
                <a:gd name="connsiteX1" fmla="*/ 13434 w 26867"/>
                <a:gd name="connsiteY1" fmla="*/ 21292 h 21292"/>
                <a:gd name="connsiteX2" fmla="*/ 0 w 26867"/>
                <a:gd name="connsiteY2" fmla="*/ 10646 h 21292"/>
                <a:gd name="connsiteX3" fmla="*/ 13434 w 26867"/>
                <a:gd name="connsiteY3" fmla="*/ 0 h 21292"/>
                <a:gd name="connsiteX4" fmla="*/ 26868 w 26867"/>
                <a:gd name="connsiteY4" fmla="*/ 10646 h 21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67" h="21292">
                  <a:moveTo>
                    <a:pt x="26868" y="10646"/>
                  </a:moveTo>
                  <a:cubicBezTo>
                    <a:pt x="26868" y="16603"/>
                    <a:pt x="20784" y="21292"/>
                    <a:pt x="13434" y="21292"/>
                  </a:cubicBezTo>
                  <a:cubicBezTo>
                    <a:pt x="6083" y="21292"/>
                    <a:pt x="0" y="16476"/>
                    <a:pt x="0" y="10646"/>
                  </a:cubicBezTo>
                  <a:cubicBezTo>
                    <a:pt x="0" y="4816"/>
                    <a:pt x="5957" y="0"/>
                    <a:pt x="13434" y="0"/>
                  </a:cubicBezTo>
                  <a:cubicBezTo>
                    <a:pt x="20911" y="0"/>
                    <a:pt x="26868" y="4816"/>
                    <a:pt x="26868" y="1064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7" name="Freeform: Shape 3386">
              <a:extLst>
                <a:ext uri="{FF2B5EF4-FFF2-40B4-BE49-F238E27FC236}">
                  <a16:creationId xmlns:a16="http://schemas.microsoft.com/office/drawing/2014/main" id="{86E34BB3-009B-4A1C-4CD8-9D9E1618C90E}"/>
                </a:ext>
              </a:extLst>
            </p:cNvPr>
            <p:cNvSpPr/>
            <p:nvPr/>
          </p:nvSpPr>
          <p:spPr>
            <a:xfrm>
              <a:off x="5493878" y="6769251"/>
              <a:ext cx="27628" cy="21925"/>
            </a:xfrm>
            <a:custGeom>
              <a:avLst/>
              <a:gdLst>
                <a:gd name="connsiteX0" fmla="*/ 27629 w 27628"/>
                <a:gd name="connsiteY0" fmla="*/ 10899 h 21925"/>
                <a:gd name="connsiteX1" fmla="*/ 13814 w 27628"/>
                <a:gd name="connsiteY1" fmla="*/ 21925 h 21925"/>
                <a:gd name="connsiteX2" fmla="*/ 0 w 27628"/>
                <a:gd name="connsiteY2" fmla="*/ 10899 h 21925"/>
                <a:gd name="connsiteX3" fmla="*/ 13814 w 27628"/>
                <a:gd name="connsiteY3" fmla="*/ 0 h 21925"/>
                <a:gd name="connsiteX4" fmla="*/ 27629 w 27628"/>
                <a:gd name="connsiteY4" fmla="*/ 10899 h 2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28" h="21925">
                  <a:moveTo>
                    <a:pt x="27629" y="10899"/>
                  </a:moveTo>
                  <a:cubicBezTo>
                    <a:pt x="27629" y="16983"/>
                    <a:pt x="21418" y="21925"/>
                    <a:pt x="13814" y="21925"/>
                  </a:cubicBezTo>
                  <a:cubicBezTo>
                    <a:pt x="6210" y="21925"/>
                    <a:pt x="0" y="16983"/>
                    <a:pt x="0" y="10899"/>
                  </a:cubicBezTo>
                  <a:cubicBezTo>
                    <a:pt x="0" y="4816"/>
                    <a:pt x="6210" y="0"/>
                    <a:pt x="13814" y="0"/>
                  </a:cubicBezTo>
                  <a:cubicBezTo>
                    <a:pt x="21418" y="0"/>
                    <a:pt x="27629" y="4943"/>
                    <a:pt x="27629" y="1089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8" name="Freeform: Shape 3387">
              <a:extLst>
                <a:ext uri="{FF2B5EF4-FFF2-40B4-BE49-F238E27FC236}">
                  <a16:creationId xmlns:a16="http://schemas.microsoft.com/office/drawing/2014/main" id="{307F9CEF-2954-8C0F-7F54-6ACEBFCAD273}"/>
                </a:ext>
              </a:extLst>
            </p:cNvPr>
            <p:cNvSpPr/>
            <p:nvPr/>
          </p:nvSpPr>
          <p:spPr>
            <a:xfrm>
              <a:off x="5364100" y="6751381"/>
              <a:ext cx="28515" cy="22558"/>
            </a:xfrm>
            <a:custGeom>
              <a:avLst/>
              <a:gdLst>
                <a:gd name="connsiteX0" fmla="*/ 28516 w 28515"/>
                <a:gd name="connsiteY0" fmla="*/ 11279 h 22558"/>
                <a:gd name="connsiteX1" fmla="*/ 14194 w 28515"/>
                <a:gd name="connsiteY1" fmla="*/ 22559 h 22558"/>
                <a:gd name="connsiteX2" fmla="*/ 0 w 28515"/>
                <a:gd name="connsiteY2" fmla="*/ 11279 h 22558"/>
                <a:gd name="connsiteX3" fmla="*/ 14194 w 28515"/>
                <a:gd name="connsiteY3" fmla="*/ 0 h 22558"/>
                <a:gd name="connsiteX4" fmla="*/ 28516 w 28515"/>
                <a:gd name="connsiteY4" fmla="*/ 11279 h 22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15" h="22558">
                  <a:moveTo>
                    <a:pt x="28516" y="11279"/>
                  </a:moveTo>
                  <a:cubicBezTo>
                    <a:pt x="28516" y="17490"/>
                    <a:pt x="22179" y="22559"/>
                    <a:pt x="14194" y="22559"/>
                  </a:cubicBezTo>
                  <a:cubicBezTo>
                    <a:pt x="6210" y="22559"/>
                    <a:pt x="0" y="17490"/>
                    <a:pt x="0" y="11279"/>
                  </a:cubicBezTo>
                  <a:cubicBezTo>
                    <a:pt x="0" y="5069"/>
                    <a:pt x="6337" y="0"/>
                    <a:pt x="14194" y="0"/>
                  </a:cubicBezTo>
                  <a:cubicBezTo>
                    <a:pt x="22052" y="0"/>
                    <a:pt x="28516" y="5069"/>
                    <a:pt x="28516" y="1127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9" name="Freeform: Shape 3388">
              <a:extLst>
                <a:ext uri="{FF2B5EF4-FFF2-40B4-BE49-F238E27FC236}">
                  <a16:creationId xmlns:a16="http://schemas.microsoft.com/office/drawing/2014/main" id="{51506FDF-8909-2A33-6990-92998A77A516}"/>
                </a:ext>
              </a:extLst>
            </p:cNvPr>
            <p:cNvSpPr/>
            <p:nvPr/>
          </p:nvSpPr>
          <p:spPr>
            <a:xfrm>
              <a:off x="5235210" y="6730343"/>
              <a:ext cx="29276" cy="23319"/>
            </a:xfrm>
            <a:custGeom>
              <a:avLst/>
              <a:gdLst>
                <a:gd name="connsiteX0" fmla="*/ 29276 w 29276"/>
                <a:gd name="connsiteY0" fmla="*/ 11659 h 23319"/>
                <a:gd name="connsiteX1" fmla="*/ 14575 w 29276"/>
                <a:gd name="connsiteY1" fmla="*/ 23320 h 23319"/>
                <a:gd name="connsiteX2" fmla="*/ 0 w 29276"/>
                <a:gd name="connsiteY2" fmla="*/ 11659 h 23319"/>
                <a:gd name="connsiteX3" fmla="*/ 14575 w 29276"/>
                <a:gd name="connsiteY3" fmla="*/ 0 h 23319"/>
                <a:gd name="connsiteX4" fmla="*/ 29276 w 29276"/>
                <a:gd name="connsiteY4" fmla="*/ 11659 h 23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276" h="23319">
                  <a:moveTo>
                    <a:pt x="29276" y="11659"/>
                  </a:moveTo>
                  <a:cubicBezTo>
                    <a:pt x="29276" y="18123"/>
                    <a:pt x="22686" y="23320"/>
                    <a:pt x="14575" y="23320"/>
                  </a:cubicBezTo>
                  <a:cubicBezTo>
                    <a:pt x="6464" y="23320"/>
                    <a:pt x="0" y="18123"/>
                    <a:pt x="0" y="11659"/>
                  </a:cubicBezTo>
                  <a:cubicBezTo>
                    <a:pt x="0" y="5197"/>
                    <a:pt x="6591" y="0"/>
                    <a:pt x="14575" y="0"/>
                  </a:cubicBezTo>
                  <a:cubicBezTo>
                    <a:pt x="22559" y="0"/>
                    <a:pt x="29276" y="5197"/>
                    <a:pt x="29276" y="1165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0" name="Freeform: Shape 3389">
              <a:extLst>
                <a:ext uri="{FF2B5EF4-FFF2-40B4-BE49-F238E27FC236}">
                  <a16:creationId xmlns:a16="http://schemas.microsoft.com/office/drawing/2014/main" id="{A3E9684F-5FAD-BD7C-8AE4-A14AB57CD214}"/>
                </a:ext>
              </a:extLst>
            </p:cNvPr>
            <p:cNvSpPr/>
            <p:nvPr/>
          </p:nvSpPr>
          <p:spPr>
            <a:xfrm>
              <a:off x="5107207" y="6706389"/>
              <a:ext cx="29909" cy="23573"/>
            </a:xfrm>
            <a:custGeom>
              <a:avLst/>
              <a:gdLst>
                <a:gd name="connsiteX0" fmla="*/ 29910 w 29909"/>
                <a:gd name="connsiteY0" fmla="*/ 11787 h 23573"/>
                <a:gd name="connsiteX1" fmla="*/ 14955 w 29909"/>
                <a:gd name="connsiteY1" fmla="*/ 23573 h 23573"/>
                <a:gd name="connsiteX2" fmla="*/ 0 w 29909"/>
                <a:gd name="connsiteY2" fmla="*/ 11787 h 23573"/>
                <a:gd name="connsiteX3" fmla="*/ 14955 w 29909"/>
                <a:gd name="connsiteY3" fmla="*/ 0 h 23573"/>
                <a:gd name="connsiteX4" fmla="*/ 29910 w 29909"/>
                <a:gd name="connsiteY4" fmla="*/ 11787 h 23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909" h="23573">
                  <a:moveTo>
                    <a:pt x="29910" y="11787"/>
                  </a:moveTo>
                  <a:cubicBezTo>
                    <a:pt x="29910" y="18377"/>
                    <a:pt x="23193" y="23573"/>
                    <a:pt x="14955" y="23573"/>
                  </a:cubicBezTo>
                  <a:cubicBezTo>
                    <a:pt x="6717" y="23573"/>
                    <a:pt x="0" y="18250"/>
                    <a:pt x="0" y="11787"/>
                  </a:cubicBezTo>
                  <a:cubicBezTo>
                    <a:pt x="0" y="5323"/>
                    <a:pt x="6717" y="0"/>
                    <a:pt x="14955" y="0"/>
                  </a:cubicBezTo>
                  <a:cubicBezTo>
                    <a:pt x="23193" y="0"/>
                    <a:pt x="29910" y="5323"/>
                    <a:pt x="29910" y="1178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1" name="Freeform: Shape 3390">
              <a:extLst>
                <a:ext uri="{FF2B5EF4-FFF2-40B4-BE49-F238E27FC236}">
                  <a16:creationId xmlns:a16="http://schemas.microsoft.com/office/drawing/2014/main" id="{9C1721CB-2BCC-03DA-B706-4E371EAD5B53}"/>
                </a:ext>
              </a:extLst>
            </p:cNvPr>
            <p:cNvSpPr/>
            <p:nvPr/>
          </p:nvSpPr>
          <p:spPr>
            <a:xfrm>
              <a:off x="4980597" y="6679395"/>
              <a:ext cx="29909" cy="23573"/>
            </a:xfrm>
            <a:custGeom>
              <a:avLst/>
              <a:gdLst>
                <a:gd name="connsiteX0" fmla="*/ 29910 w 29909"/>
                <a:gd name="connsiteY0" fmla="*/ 11787 h 23573"/>
                <a:gd name="connsiteX1" fmla="*/ 14955 w 29909"/>
                <a:gd name="connsiteY1" fmla="*/ 23573 h 23573"/>
                <a:gd name="connsiteX2" fmla="*/ 0 w 29909"/>
                <a:gd name="connsiteY2" fmla="*/ 11787 h 23573"/>
                <a:gd name="connsiteX3" fmla="*/ 14955 w 29909"/>
                <a:gd name="connsiteY3" fmla="*/ 0 h 23573"/>
                <a:gd name="connsiteX4" fmla="*/ 29910 w 29909"/>
                <a:gd name="connsiteY4" fmla="*/ 11787 h 23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909" h="23573">
                  <a:moveTo>
                    <a:pt x="29910" y="11787"/>
                  </a:moveTo>
                  <a:cubicBezTo>
                    <a:pt x="29910" y="18377"/>
                    <a:pt x="23193" y="23573"/>
                    <a:pt x="14955" y="23573"/>
                  </a:cubicBezTo>
                  <a:cubicBezTo>
                    <a:pt x="6717" y="23573"/>
                    <a:pt x="0" y="18250"/>
                    <a:pt x="0" y="11787"/>
                  </a:cubicBezTo>
                  <a:cubicBezTo>
                    <a:pt x="0" y="5323"/>
                    <a:pt x="6717" y="0"/>
                    <a:pt x="14955" y="0"/>
                  </a:cubicBezTo>
                  <a:cubicBezTo>
                    <a:pt x="23193" y="0"/>
                    <a:pt x="29910" y="5323"/>
                    <a:pt x="29910" y="1178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2" name="Freeform: Shape 3391">
              <a:extLst>
                <a:ext uri="{FF2B5EF4-FFF2-40B4-BE49-F238E27FC236}">
                  <a16:creationId xmlns:a16="http://schemas.microsoft.com/office/drawing/2014/main" id="{10B0C329-DDCB-D7FD-7384-8FACFB0A91EB}"/>
                </a:ext>
              </a:extLst>
            </p:cNvPr>
            <p:cNvSpPr/>
            <p:nvPr/>
          </p:nvSpPr>
          <p:spPr>
            <a:xfrm>
              <a:off x="4854748" y="6649105"/>
              <a:ext cx="30670" cy="24333"/>
            </a:xfrm>
            <a:custGeom>
              <a:avLst/>
              <a:gdLst>
                <a:gd name="connsiteX0" fmla="*/ 30670 w 30670"/>
                <a:gd name="connsiteY0" fmla="*/ 12166 h 24333"/>
                <a:gd name="connsiteX1" fmla="*/ 15335 w 30670"/>
                <a:gd name="connsiteY1" fmla="*/ 24333 h 24333"/>
                <a:gd name="connsiteX2" fmla="*/ 0 w 30670"/>
                <a:gd name="connsiteY2" fmla="*/ 12166 h 24333"/>
                <a:gd name="connsiteX3" fmla="*/ 15335 w 30670"/>
                <a:gd name="connsiteY3" fmla="*/ 0 h 24333"/>
                <a:gd name="connsiteX4" fmla="*/ 30670 w 30670"/>
                <a:gd name="connsiteY4" fmla="*/ 12166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70" h="24333">
                  <a:moveTo>
                    <a:pt x="30670" y="12166"/>
                  </a:moveTo>
                  <a:cubicBezTo>
                    <a:pt x="30670" y="18884"/>
                    <a:pt x="23826" y="24333"/>
                    <a:pt x="15335" y="24333"/>
                  </a:cubicBezTo>
                  <a:cubicBezTo>
                    <a:pt x="6844" y="24333"/>
                    <a:pt x="0" y="18884"/>
                    <a:pt x="0" y="12166"/>
                  </a:cubicBezTo>
                  <a:cubicBezTo>
                    <a:pt x="0" y="5450"/>
                    <a:pt x="6844" y="0"/>
                    <a:pt x="15335" y="0"/>
                  </a:cubicBezTo>
                  <a:cubicBezTo>
                    <a:pt x="23826" y="0"/>
                    <a:pt x="30670" y="5450"/>
                    <a:pt x="30670" y="1216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3" name="Freeform: Shape 3392">
              <a:extLst>
                <a:ext uri="{FF2B5EF4-FFF2-40B4-BE49-F238E27FC236}">
                  <a16:creationId xmlns:a16="http://schemas.microsoft.com/office/drawing/2014/main" id="{25D6174B-FBA3-DAC7-2B01-83CD03459800}"/>
                </a:ext>
              </a:extLst>
            </p:cNvPr>
            <p:cNvSpPr/>
            <p:nvPr/>
          </p:nvSpPr>
          <p:spPr>
            <a:xfrm>
              <a:off x="4730040" y="6615774"/>
              <a:ext cx="31430" cy="24839"/>
            </a:xfrm>
            <a:custGeom>
              <a:avLst/>
              <a:gdLst>
                <a:gd name="connsiteX0" fmla="*/ 31431 w 31430"/>
                <a:gd name="connsiteY0" fmla="*/ 12420 h 24839"/>
                <a:gd name="connsiteX1" fmla="*/ 15715 w 31430"/>
                <a:gd name="connsiteY1" fmla="*/ 24840 h 24839"/>
                <a:gd name="connsiteX2" fmla="*/ 0 w 31430"/>
                <a:gd name="connsiteY2" fmla="*/ 12420 h 24839"/>
                <a:gd name="connsiteX3" fmla="*/ 15715 w 31430"/>
                <a:gd name="connsiteY3" fmla="*/ 0 h 24839"/>
                <a:gd name="connsiteX4" fmla="*/ 31431 w 31430"/>
                <a:gd name="connsiteY4" fmla="*/ 12420 h 24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30" h="24839">
                  <a:moveTo>
                    <a:pt x="31431" y="12420"/>
                  </a:moveTo>
                  <a:cubicBezTo>
                    <a:pt x="31431" y="19263"/>
                    <a:pt x="24333" y="24840"/>
                    <a:pt x="15715" y="24840"/>
                  </a:cubicBezTo>
                  <a:cubicBezTo>
                    <a:pt x="7097" y="24840"/>
                    <a:pt x="0" y="19263"/>
                    <a:pt x="0" y="12420"/>
                  </a:cubicBezTo>
                  <a:cubicBezTo>
                    <a:pt x="0" y="5576"/>
                    <a:pt x="6970" y="0"/>
                    <a:pt x="15715" y="0"/>
                  </a:cubicBezTo>
                  <a:cubicBezTo>
                    <a:pt x="24460" y="0"/>
                    <a:pt x="31431" y="5576"/>
                    <a:pt x="31431" y="1242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4" name="Freeform: Shape 3393">
              <a:extLst>
                <a:ext uri="{FF2B5EF4-FFF2-40B4-BE49-F238E27FC236}">
                  <a16:creationId xmlns:a16="http://schemas.microsoft.com/office/drawing/2014/main" id="{57E80E82-574E-A886-B8D2-6F5F99127789}"/>
                </a:ext>
              </a:extLst>
            </p:cNvPr>
            <p:cNvSpPr/>
            <p:nvPr/>
          </p:nvSpPr>
          <p:spPr>
            <a:xfrm>
              <a:off x="4607106" y="6579653"/>
              <a:ext cx="31430" cy="24840"/>
            </a:xfrm>
            <a:custGeom>
              <a:avLst/>
              <a:gdLst>
                <a:gd name="connsiteX0" fmla="*/ 31431 w 31430"/>
                <a:gd name="connsiteY0" fmla="*/ 12421 h 24840"/>
                <a:gd name="connsiteX1" fmla="*/ 15716 w 31430"/>
                <a:gd name="connsiteY1" fmla="*/ 24841 h 24840"/>
                <a:gd name="connsiteX2" fmla="*/ 0 w 31430"/>
                <a:gd name="connsiteY2" fmla="*/ 12421 h 24840"/>
                <a:gd name="connsiteX3" fmla="*/ 15716 w 31430"/>
                <a:gd name="connsiteY3" fmla="*/ 0 h 24840"/>
                <a:gd name="connsiteX4" fmla="*/ 31431 w 31430"/>
                <a:gd name="connsiteY4" fmla="*/ 12421 h 2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30" h="24840">
                  <a:moveTo>
                    <a:pt x="31431" y="12421"/>
                  </a:moveTo>
                  <a:cubicBezTo>
                    <a:pt x="31431" y="19264"/>
                    <a:pt x="24460" y="24841"/>
                    <a:pt x="15716" y="24841"/>
                  </a:cubicBezTo>
                  <a:cubicBezTo>
                    <a:pt x="6971" y="24841"/>
                    <a:pt x="0" y="19264"/>
                    <a:pt x="0" y="12421"/>
                  </a:cubicBezTo>
                  <a:cubicBezTo>
                    <a:pt x="0" y="5576"/>
                    <a:pt x="7097" y="0"/>
                    <a:pt x="15716" y="0"/>
                  </a:cubicBezTo>
                  <a:cubicBezTo>
                    <a:pt x="24333" y="0"/>
                    <a:pt x="31431" y="5576"/>
                    <a:pt x="31431" y="1242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5" name="Freeform: Shape 3394">
              <a:extLst>
                <a:ext uri="{FF2B5EF4-FFF2-40B4-BE49-F238E27FC236}">
                  <a16:creationId xmlns:a16="http://schemas.microsoft.com/office/drawing/2014/main" id="{8901CCEE-520A-9108-1420-E700F649A9C3}"/>
                </a:ext>
              </a:extLst>
            </p:cNvPr>
            <p:cNvSpPr/>
            <p:nvPr/>
          </p:nvSpPr>
          <p:spPr>
            <a:xfrm>
              <a:off x="4485313" y="6540366"/>
              <a:ext cx="31937" cy="25347"/>
            </a:xfrm>
            <a:custGeom>
              <a:avLst/>
              <a:gdLst>
                <a:gd name="connsiteX0" fmla="*/ 31937 w 31937"/>
                <a:gd name="connsiteY0" fmla="*/ 12674 h 25347"/>
                <a:gd name="connsiteX1" fmla="*/ 15969 w 31937"/>
                <a:gd name="connsiteY1" fmla="*/ 25347 h 25347"/>
                <a:gd name="connsiteX2" fmla="*/ 0 w 31937"/>
                <a:gd name="connsiteY2" fmla="*/ 12674 h 25347"/>
                <a:gd name="connsiteX3" fmla="*/ 15969 w 31937"/>
                <a:gd name="connsiteY3" fmla="*/ 0 h 25347"/>
                <a:gd name="connsiteX4" fmla="*/ 31937 w 31937"/>
                <a:gd name="connsiteY4" fmla="*/ 12674 h 25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937" h="25347">
                  <a:moveTo>
                    <a:pt x="31937" y="12674"/>
                  </a:moveTo>
                  <a:cubicBezTo>
                    <a:pt x="31937" y="19644"/>
                    <a:pt x="24713" y="25347"/>
                    <a:pt x="15969" y="25347"/>
                  </a:cubicBezTo>
                  <a:cubicBezTo>
                    <a:pt x="7224" y="25347"/>
                    <a:pt x="0" y="19644"/>
                    <a:pt x="0" y="12674"/>
                  </a:cubicBezTo>
                  <a:cubicBezTo>
                    <a:pt x="0" y="5703"/>
                    <a:pt x="7224" y="0"/>
                    <a:pt x="15969" y="0"/>
                  </a:cubicBezTo>
                  <a:cubicBezTo>
                    <a:pt x="24713" y="0"/>
                    <a:pt x="31937" y="5703"/>
                    <a:pt x="31937" y="1267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6" name="Freeform: Shape 3395">
              <a:extLst>
                <a:ext uri="{FF2B5EF4-FFF2-40B4-BE49-F238E27FC236}">
                  <a16:creationId xmlns:a16="http://schemas.microsoft.com/office/drawing/2014/main" id="{CA8AA6B3-AE08-81FF-0950-766058EAA613}"/>
                </a:ext>
              </a:extLst>
            </p:cNvPr>
            <p:cNvSpPr/>
            <p:nvPr/>
          </p:nvSpPr>
          <p:spPr>
            <a:xfrm>
              <a:off x="4365041" y="6498035"/>
              <a:ext cx="32697" cy="26107"/>
            </a:xfrm>
            <a:custGeom>
              <a:avLst/>
              <a:gdLst>
                <a:gd name="connsiteX0" fmla="*/ 32698 w 32697"/>
                <a:gd name="connsiteY0" fmla="*/ 13054 h 26107"/>
                <a:gd name="connsiteX1" fmla="*/ 16349 w 32697"/>
                <a:gd name="connsiteY1" fmla="*/ 26108 h 26107"/>
                <a:gd name="connsiteX2" fmla="*/ 0 w 32697"/>
                <a:gd name="connsiteY2" fmla="*/ 13054 h 26107"/>
                <a:gd name="connsiteX3" fmla="*/ 16349 w 32697"/>
                <a:gd name="connsiteY3" fmla="*/ 0 h 26107"/>
                <a:gd name="connsiteX4" fmla="*/ 32698 w 32697"/>
                <a:gd name="connsiteY4" fmla="*/ 13054 h 2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97" h="26107">
                  <a:moveTo>
                    <a:pt x="32698" y="13054"/>
                  </a:moveTo>
                  <a:cubicBezTo>
                    <a:pt x="32698" y="20278"/>
                    <a:pt x="25347" y="26108"/>
                    <a:pt x="16349" y="26108"/>
                  </a:cubicBezTo>
                  <a:cubicBezTo>
                    <a:pt x="7351" y="26108"/>
                    <a:pt x="0" y="20278"/>
                    <a:pt x="0" y="13054"/>
                  </a:cubicBezTo>
                  <a:cubicBezTo>
                    <a:pt x="0" y="5830"/>
                    <a:pt x="7351" y="0"/>
                    <a:pt x="16349" y="0"/>
                  </a:cubicBezTo>
                  <a:cubicBezTo>
                    <a:pt x="25347" y="0"/>
                    <a:pt x="32698" y="5830"/>
                    <a:pt x="32698" y="1305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7" name="Freeform: Shape 3396">
              <a:extLst>
                <a:ext uri="{FF2B5EF4-FFF2-40B4-BE49-F238E27FC236}">
                  <a16:creationId xmlns:a16="http://schemas.microsoft.com/office/drawing/2014/main" id="{E616C7AA-AC8F-01C9-271A-A56D5D01B840}"/>
                </a:ext>
              </a:extLst>
            </p:cNvPr>
            <p:cNvSpPr/>
            <p:nvPr/>
          </p:nvSpPr>
          <p:spPr>
            <a:xfrm>
              <a:off x="4246796" y="6453171"/>
              <a:ext cx="32698" cy="26107"/>
            </a:xfrm>
            <a:custGeom>
              <a:avLst/>
              <a:gdLst>
                <a:gd name="connsiteX0" fmla="*/ 32698 w 32698"/>
                <a:gd name="connsiteY0" fmla="*/ 13054 h 26107"/>
                <a:gd name="connsiteX1" fmla="*/ 16349 w 32698"/>
                <a:gd name="connsiteY1" fmla="*/ 26108 h 26107"/>
                <a:gd name="connsiteX2" fmla="*/ 0 w 32698"/>
                <a:gd name="connsiteY2" fmla="*/ 13054 h 26107"/>
                <a:gd name="connsiteX3" fmla="*/ 16349 w 32698"/>
                <a:gd name="connsiteY3" fmla="*/ 0 h 26107"/>
                <a:gd name="connsiteX4" fmla="*/ 32698 w 32698"/>
                <a:gd name="connsiteY4" fmla="*/ 13054 h 2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98" h="26107">
                  <a:moveTo>
                    <a:pt x="32698" y="13054"/>
                  </a:moveTo>
                  <a:cubicBezTo>
                    <a:pt x="32698" y="20278"/>
                    <a:pt x="25347" y="26108"/>
                    <a:pt x="16349" y="26108"/>
                  </a:cubicBezTo>
                  <a:cubicBezTo>
                    <a:pt x="7351" y="26108"/>
                    <a:pt x="0" y="20278"/>
                    <a:pt x="0" y="13054"/>
                  </a:cubicBezTo>
                  <a:cubicBezTo>
                    <a:pt x="0" y="5830"/>
                    <a:pt x="7351" y="0"/>
                    <a:pt x="16349" y="0"/>
                  </a:cubicBezTo>
                  <a:cubicBezTo>
                    <a:pt x="25347" y="0"/>
                    <a:pt x="32698" y="5830"/>
                    <a:pt x="32698" y="1305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8" name="Freeform: Shape 3397">
              <a:extLst>
                <a:ext uri="{FF2B5EF4-FFF2-40B4-BE49-F238E27FC236}">
                  <a16:creationId xmlns:a16="http://schemas.microsoft.com/office/drawing/2014/main" id="{AAAC137D-BA16-5356-0381-384E7512D7E7}"/>
                </a:ext>
              </a:extLst>
            </p:cNvPr>
            <p:cNvSpPr/>
            <p:nvPr/>
          </p:nvSpPr>
          <p:spPr>
            <a:xfrm>
              <a:off x="4129819" y="6405012"/>
              <a:ext cx="33585" cy="26614"/>
            </a:xfrm>
            <a:custGeom>
              <a:avLst/>
              <a:gdLst>
                <a:gd name="connsiteX0" fmla="*/ 33585 w 33585"/>
                <a:gd name="connsiteY0" fmla="*/ 13307 h 26614"/>
                <a:gd name="connsiteX1" fmla="*/ 16729 w 33585"/>
                <a:gd name="connsiteY1" fmla="*/ 26615 h 26614"/>
                <a:gd name="connsiteX2" fmla="*/ 0 w 33585"/>
                <a:gd name="connsiteY2" fmla="*/ 13307 h 26614"/>
                <a:gd name="connsiteX3" fmla="*/ 16729 w 33585"/>
                <a:gd name="connsiteY3" fmla="*/ 0 h 26614"/>
                <a:gd name="connsiteX4" fmla="*/ 33585 w 33585"/>
                <a:gd name="connsiteY4" fmla="*/ 13307 h 26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85" h="26614">
                  <a:moveTo>
                    <a:pt x="33585" y="13307"/>
                  </a:moveTo>
                  <a:cubicBezTo>
                    <a:pt x="33585" y="20658"/>
                    <a:pt x="26108" y="26615"/>
                    <a:pt x="16729" y="26615"/>
                  </a:cubicBezTo>
                  <a:cubicBezTo>
                    <a:pt x="7351" y="26615"/>
                    <a:pt x="0" y="20658"/>
                    <a:pt x="0" y="13307"/>
                  </a:cubicBezTo>
                  <a:cubicBezTo>
                    <a:pt x="0" y="5957"/>
                    <a:pt x="7478" y="0"/>
                    <a:pt x="16729" y="0"/>
                  </a:cubicBezTo>
                  <a:cubicBezTo>
                    <a:pt x="25981" y="0"/>
                    <a:pt x="33585" y="5957"/>
                    <a:pt x="33585" y="1330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9" name="Freeform: Shape 3398">
              <a:extLst>
                <a:ext uri="{FF2B5EF4-FFF2-40B4-BE49-F238E27FC236}">
                  <a16:creationId xmlns:a16="http://schemas.microsoft.com/office/drawing/2014/main" id="{87852968-6162-8CAD-E1E8-FEBB8D6E0A0C}"/>
                </a:ext>
              </a:extLst>
            </p:cNvPr>
            <p:cNvSpPr/>
            <p:nvPr/>
          </p:nvSpPr>
          <p:spPr>
            <a:xfrm>
              <a:off x="4015249" y="6354444"/>
              <a:ext cx="33584" cy="26614"/>
            </a:xfrm>
            <a:custGeom>
              <a:avLst/>
              <a:gdLst>
                <a:gd name="connsiteX0" fmla="*/ 33585 w 33584"/>
                <a:gd name="connsiteY0" fmla="*/ 13308 h 26614"/>
                <a:gd name="connsiteX1" fmla="*/ 16856 w 33584"/>
                <a:gd name="connsiteY1" fmla="*/ 26615 h 26614"/>
                <a:gd name="connsiteX2" fmla="*/ 0 w 33584"/>
                <a:gd name="connsiteY2" fmla="*/ 13308 h 26614"/>
                <a:gd name="connsiteX3" fmla="*/ 16856 w 33584"/>
                <a:gd name="connsiteY3" fmla="*/ 0 h 26614"/>
                <a:gd name="connsiteX4" fmla="*/ 33585 w 33584"/>
                <a:gd name="connsiteY4" fmla="*/ 13308 h 26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84" h="26614">
                  <a:moveTo>
                    <a:pt x="33585" y="13308"/>
                  </a:moveTo>
                  <a:cubicBezTo>
                    <a:pt x="33585" y="20658"/>
                    <a:pt x="26108" y="26615"/>
                    <a:pt x="16856" y="26615"/>
                  </a:cubicBezTo>
                  <a:cubicBezTo>
                    <a:pt x="7604" y="26615"/>
                    <a:pt x="0" y="20658"/>
                    <a:pt x="0" y="13308"/>
                  </a:cubicBezTo>
                  <a:cubicBezTo>
                    <a:pt x="0" y="5957"/>
                    <a:pt x="7477" y="0"/>
                    <a:pt x="16856" y="0"/>
                  </a:cubicBezTo>
                  <a:cubicBezTo>
                    <a:pt x="26234" y="0"/>
                    <a:pt x="33585" y="5957"/>
                    <a:pt x="33585" y="1330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0" name="Freeform: Shape 3399">
              <a:extLst>
                <a:ext uri="{FF2B5EF4-FFF2-40B4-BE49-F238E27FC236}">
                  <a16:creationId xmlns:a16="http://schemas.microsoft.com/office/drawing/2014/main" id="{3ED09FCE-C314-B716-25E0-9B24B60769E7}"/>
                </a:ext>
              </a:extLst>
            </p:cNvPr>
            <p:cNvSpPr/>
            <p:nvPr/>
          </p:nvSpPr>
          <p:spPr>
            <a:xfrm>
              <a:off x="3902455" y="6300835"/>
              <a:ext cx="34218" cy="27121"/>
            </a:xfrm>
            <a:custGeom>
              <a:avLst/>
              <a:gdLst>
                <a:gd name="connsiteX0" fmla="*/ 34218 w 34218"/>
                <a:gd name="connsiteY0" fmla="*/ 13561 h 27121"/>
                <a:gd name="connsiteX1" fmla="*/ 17109 w 34218"/>
                <a:gd name="connsiteY1" fmla="*/ 27121 h 27121"/>
                <a:gd name="connsiteX2" fmla="*/ 0 w 34218"/>
                <a:gd name="connsiteY2" fmla="*/ 13561 h 27121"/>
                <a:gd name="connsiteX3" fmla="*/ 17109 w 34218"/>
                <a:gd name="connsiteY3" fmla="*/ 0 h 27121"/>
                <a:gd name="connsiteX4" fmla="*/ 34218 w 34218"/>
                <a:gd name="connsiteY4" fmla="*/ 13561 h 27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218" h="27121">
                  <a:moveTo>
                    <a:pt x="34218" y="13561"/>
                  </a:moveTo>
                  <a:cubicBezTo>
                    <a:pt x="34218" y="21038"/>
                    <a:pt x="26614" y="27121"/>
                    <a:pt x="17109" y="27121"/>
                  </a:cubicBezTo>
                  <a:cubicBezTo>
                    <a:pt x="7604" y="27121"/>
                    <a:pt x="0" y="21038"/>
                    <a:pt x="0" y="13561"/>
                  </a:cubicBezTo>
                  <a:cubicBezTo>
                    <a:pt x="0" y="6083"/>
                    <a:pt x="7604" y="0"/>
                    <a:pt x="17109" y="0"/>
                  </a:cubicBezTo>
                  <a:cubicBezTo>
                    <a:pt x="26614" y="0"/>
                    <a:pt x="34218" y="6083"/>
                    <a:pt x="34218" y="1356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1" name="Freeform: Shape 3400">
              <a:extLst>
                <a:ext uri="{FF2B5EF4-FFF2-40B4-BE49-F238E27FC236}">
                  <a16:creationId xmlns:a16="http://schemas.microsoft.com/office/drawing/2014/main" id="{88B915F9-E1BF-1BA5-7E49-6E270FAAF391}"/>
                </a:ext>
              </a:extLst>
            </p:cNvPr>
            <p:cNvSpPr/>
            <p:nvPr/>
          </p:nvSpPr>
          <p:spPr>
            <a:xfrm>
              <a:off x="3792067" y="6244691"/>
              <a:ext cx="34218" cy="27121"/>
            </a:xfrm>
            <a:custGeom>
              <a:avLst/>
              <a:gdLst>
                <a:gd name="connsiteX0" fmla="*/ 34219 w 34218"/>
                <a:gd name="connsiteY0" fmla="*/ 13560 h 27121"/>
                <a:gd name="connsiteX1" fmla="*/ 17109 w 34218"/>
                <a:gd name="connsiteY1" fmla="*/ 27121 h 27121"/>
                <a:gd name="connsiteX2" fmla="*/ 0 w 34218"/>
                <a:gd name="connsiteY2" fmla="*/ 13560 h 27121"/>
                <a:gd name="connsiteX3" fmla="*/ 17109 w 34218"/>
                <a:gd name="connsiteY3" fmla="*/ 0 h 27121"/>
                <a:gd name="connsiteX4" fmla="*/ 34219 w 34218"/>
                <a:gd name="connsiteY4" fmla="*/ 13560 h 27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218" h="27121">
                  <a:moveTo>
                    <a:pt x="34219" y="13560"/>
                  </a:moveTo>
                  <a:cubicBezTo>
                    <a:pt x="34219" y="21038"/>
                    <a:pt x="26488" y="27121"/>
                    <a:pt x="17109" y="27121"/>
                  </a:cubicBezTo>
                  <a:cubicBezTo>
                    <a:pt x="7731" y="27121"/>
                    <a:pt x="0" y="21038"/>
                    <a:pt x="0" y="13560"/>
                  </a:cubicBezTo>
                  <a:cubicBezTo>
                    <a:pt x="0" y="6083"/>
                    <a:pt x="7731" y="0"/>
                    <a:pt x="17109" y="0"/>
                  </a:cubicBezTo>
                  <a:cubicBezTo>
                    <a:pt x="26488" y="0"/>
                    <a:pt x="34219" y="6083"/>
                    <a:pt x="34219" y="1356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2" name="Freeform: Shape 3401">
              <a:extLst>
                <a:ext uri="{FF2B5EF4-FFF2-40B4-BE49-F238E27FC236}">
                  <a16:creationId xmlns:a16="http://schemas.microsoft.com/office/drawing/2014/main" id="{E851EA8D-F8D6-957E-8EC8-1C7DC68AB367}"/>
                </a:ext>
              </a:extLst>
            </p:cNvPr>
            <p:cNvSpPr/>
            <p:nvPr/>
          </p:nvSpPr>
          <p:spPr>
            <a:xfrm>
              <a:off x="3683835" y="6185885"/>
              <a:ext cx="34218" cy="27121"/>
            </a:xfrm>
            <a:custGeom>
              <a:avLst/>
              <a:gdLst>
                <a:gd name="connsiteX0" fmla="*/ 34218 w 34218"/>
                <a:gd name="connsiteY0" fmla="*/ 13561 h 27121"/>
                <a:gd name="connsiteX1" fmla="*/ 17109 w 34218"/>
                <a:gd name="connsiteY1" fmla="*/ 27122 h 27121"/>
                <a:gd name="connsiteX2" fmla="*/ 0 w 34218"/>
                <a:gd name="connsiteY2" fmla="*/ 13561 h 27121"/>
                <a:gd name="connsiteX3" fmla="*/ 17109 w 34218"/>
                <a:gd name="connsiteY3" fmla="*/ 0 h 27121"/>
                <a:gd name="connsiteX4" fmla="*/ 34218 w 34218"/>
                <a:gd name="connsiteY4" fmla="*/ 13561 h 27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218" h="27121">
                  <a:moveTo>
                    <a:pt x="34218" y="13561"/>
                  </a:moveTo>
                  <a:cubicBezTo>
                    <a:pt x="34218" y="21038"/>
                    <a:pt x="26614" y="27122"/>
                    <a:pt x="17109" y="27122"/>
                  </a:cubicBezTo>
                  <a:cubicBezTo>
                    <a:pt x="7604" y="27122"/>
                    <a:pt x="0" y="21038"/>
                    <a:pt x="0" y="13561"/>
                  </a:cubicBezTo>
                  <a:cubicBezTo>
                    <a:pt x="0" y="6083"/>
                    <a:pt x="7604" y="0"/>
                    <a:pt x="17109" y="0"/>
                  </a:cubicBezTo>
                  <a:cubicBezTo>
                    <a:pt x="26614" y="0"/>
                    <a:pt x="34218" y="6083"/>
                    <a:pt x="34218" y="1356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3" name="Freeform: Shape 3402">
              <a:extLst>
                <a:ext uri="{FF2B5EF4-FFF2-40B4-BE49-F238E27FC236}">
                  <a16:creationId xmlns:a16="http://schemas.microsoft.com/office/drawing/2014/main" id="{316EA0FA-A2DC-B6E9-7A72-34C7ECDB23AD}"/>
                </a:ext>
              </a:extLst>
            </p:cNvPr>
            <p:cNvSpPr/>
            <p:nvPr/>
          </p:nvSpPr>
          <p:spPr>
            <a:xfrm>
              <a:off x="3578010" y="6124545"/>
              <a:ext cx="34218" cy="27121"/>
            </a:xfrm>
            <a:custGeom>
              <a:avLst/>
              <a:gdLst>
                <a:gd name="connsiteX0" fmla="*/ 34218 w 34218"/>
                <a:gd name="connsiteY0" fmla="*/ 13561 h 27121"/>
                <a:gd name="connsiteX1" fmla="*/ 17109 w 34218"/>
                <a:gd name="connsiteY1" fmla="*/ 27121 h 27121"/>
                <a:gd name="connsiteX2" fmla="*/ 0 w 34218"/>
                <a:gd name="connsiteY2" fmla="*/ 13561 h 27121"/>
                <a:gd name="connsiteX3" fmla="*/ 17109 w 34218"/>
                <a:gd name="connsiteY3" fmla="*/ 0 h 27121"/>
                <a:gd name="connsiteX4" fmla="*/ 34218 w 34218"/>
                <a:gd name="connsiteY4" fmla="*/ 13561 h 27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218" h="27121">
                  <a:moveTo>
                    <a:pt x="34218" y="13561"/>
                  </a:moveTo>
                  <a:cubicBezTo>
                    <a:pt x="34218" y="21038"/>
                    <a:pt x="26615" y="27121"/>
                    <a:pt x="17109" y="27121"/>
                  </a:cubicBezTo>
                  <a:cubicBezTo>
                    <a:pt x="7604" y="27121"/>
                    <a:pt x="0" y="21038"/>
                    <a:pt x="0" y="13561"/>
                  </a:cubicBezTo>
                  <a:cubicBezTo>
                    <a:pt x="0" y="6083"/>
                    <a:pt x="7604" y="0"/>
                    <a:pt x="17109" y="0"/>
                  </a:cubicBezTo>
                  <a:cubicBezTo>
                    <a:pt x="26615" y="0"/>
                    <a:pt x="34218" y="6083"/>
                    <a:pt x="34218" y="1356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4" name="Freeform: Shape 3403">
              <a:extLst>
                <a:ext uri="{FF2B5EF4-FFF2-40B4-BE49-F238E27FC236}">
                  <a16:creationId xmlns:a16="http://schemas.microsoft.com/office/drawing/2014/main" id="{4490E6DF-1C6F-1E93-539B-3C89E6EF4CC1}"/>
                </a:ext>
              </a:extLst>
            </p:cNvPr>
            <p:cNvSpPr/>
            <p:nvPr/>
          </p:nvSpPr>
          <p:spPr>
            <a:xfrm>
              <a:off x="3474594" y="6060670"/>
              <a:ext cx="34218" cy="27121"/>
            </a:xfrm>
            <a:custGeom>
              <a:avLst/>
              <a:gdLst>
                <a:gd name="connsiteX0" fmla="*/ 34218 w 34218"/>
                <a:gd name="connsiteY0" fmla="*/ 13561 h 27121"/>
                <a:gd name="connsiteX1" fmla="*/ 17109 w 34218"/>
                <a:gd name="connsiteY1" fmla="*/ 27122 h 27121"/>
                <a:gd name="connsiteX2" fmla="*/ 0 w 34218"/>
                <a:gd name="connsiteY2" fmla="*/ 13561 h 27121"/>
                <a:gd name="connsiteX3" fmla="*/ 17109 w 34218"/>
                <a:gd name="connsiteY3" fmla="*/ 0 h 27121"/>
                <a:gd name="connsiteX4" fmla="*/ 34218 w 34218"/>
                <a:gd name="connsiteY4" fmla="*/ 13561 h 27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218" h="27121">
                  <a:moveTo>
                    <a:pt x="34218" y="13561"/>
                  </a:moveTo>
                  <a:cubicBezTo>
                    <a:pt x="34218" y="21038"/>
                    <a:pt x="26615" y="27122"/>
                    <a:pt x="17109" y="27122"/>
                  </a:cubicBezTo>
                  <a:cubicBezTo>
                    <a:pt x="7604" y="27122"/>
                    <a:pt x="0" y="21038"/>
                    <a:pt x="0" y="13561"/>
                  </a:cubicBezTo>
                  <a:cubicBezTo>
                    <a:pt x="0" y="6083"/>
                    <a:pt x="7731" y="0"/>
                    <a:pt x="17109" y="0"/>
                  </a:cubicBezTo>
                  <a:cubicBezTo>
                    <a:pt x="26488" y="0"/>
                    <a:pt x="34218" y="6083"/>
                    <a:pt x="34218" y="1356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5" name="Freeform: Shape 3404">
              <a:extLst>
                <a:ext uri="{FF2B5EF4-FFF2-40B4-BE49-F238E27FC236}">
                  <a16:creationId xmlns:a16="http://schemas.microsoft.com/office/drawing/2014/main" id="{4913C671-4CA9-82D8-2021-9B60083CE2A6}"/>
                </a:ext>
              </a:extLst>
            </p:cNvPr>
            <p:cNvSpPr/>
            <p:nvPr/>
          </p:nvSpPr>
          <p:spPr>
            <a:xfrm>
              <a:off x="3373712" y="5994134"/>
              <a:ext cx="34218" cy="27121"/>
            </a:xfrm>
            <a:custGeom>
              <a:avLst/>
              <a:gdLst>
                <a:gd name="connsiteX0" fmla="*/ 34218 w 34218"/>
                <a:gd name="connsiteY0" fmla="*/ 13561 h 27121"/>
                <a:gd name="connsiteX1" fmla="*/ 17109 w 34218"/>
                <a:gd name="connsiteY1" fmla="*/ 27122 h 27121"/>
                <a:gd name="connsiteX2" fmla="*/ 0 w 34218"/>
                <a:gd name="connsiteY2" fmla="*/ 13561 h 27121"/>
                <a:gd name="connsiteX3" fmla="*/ 17109 w 34218"/>
                <a:gd name="connsiteY3" fmla="*/ 0 h 27121"/>
                <a:gd name="connsiteX4" fmla="*/ 34218 w 34218"/>
                <a:gd name="connsiteY4" fmla="*/ 13561 h 27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218" h="27121">
                  <a:moveTo>
                    <a:pt x="34218" y="13561"/>
                  </a:moveTo>
                  <a:cubicBezTo>
                    <a:pt x="34218" y="21038"/>
                    <a:pt x="26614" y="27122"/>
                    <a:pt x="17109" y="27122"/>
                  </a:cubicBezTo>
                  <a:cubicBezTo>
                    <a:pt x="7604" y="27122"/>
                    <a:pt x="0" y="21038"/>
                    <a:pt x="0" y="13561"/>
                  </a:cubicBezTo>
                  <a:cubicBezTo>
                    <a:pt x="0" y="6083"/>
                    <a:pt x="7604" y="0"/>
                    <a:pt x="17109" y="0"/>
                  </a:cubicBezTo>
                  <a:cubicBezTo>
                    <a:pt x="26614" y="0"/>
                    <a:pt x="34218" y="6083"/>
                    <a:pt x="34218" y="1356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6" name="Freeform: Shape 3405">
              <a:extLst>
                <a:ext uri="{FF2B5EF4-FFF2-40B4-BE49-F238E27FC236}">
                  <a16:creationId xmlns:a16="http://schemas.microsoft.com/office/drawing/2014/main" id="{FF66AC96-F75A-4EBA-175C-110E44FCF07A}"/>
                </a:ext>
              </a:extLst>
            </p:cNvPr>
            <p:cNvSpPr/>
            <p:nvPr/>
          </p:nvSpPr>
          <p:spPr>
            <a:xfrm>
              <a:off x="3275112" y="5925063"/>
              <a:ext cx="34978" cy="27755"/>
            </a:xfrm>
            <a:custGeom>
              <a:avLst/>
              <a:gdLst>
                <a:gd name="connsiteX0" fmla="*/ 34979 w 34978"/>
                <a:gd name="connsiteY0" fmla="*/ 13814 h 27755"/>
                <a:gd name="connsiteX1" fmla="*/ 17489 w 34978"/>
                <a:gd name="connsiteY1" fmla="*/ 27755 h 27755"/>
                <a:gd name="connsiteX2" fmla="*/ 0 w 34978"/>
                <a:gd name="connsiteY2" fmla="*/ 13814 h 27755"/>
                <a:gd name="connsiteX3" fmla="*/ 17489 w 34978"/>
                <a:gd name="connsiteY3" fmla="*/ 0 h 27755"/>
                <a:gd name="connsiteX4" fmla="*/ 34979 w 34978"/>
                <a:gd name="connsiteY4" fmla="*/ 13814 h 27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978" h="27755">
                  <a:moveTo>
                    <a:pt x="34979" y="13814"/>
                  </a:moveTo>
                  <a:cubicBezTo>
                    <a:pt x="34979" y="21545"/>
                    <a:pt x="27121" y="27755"/>
                    <a:pt x="17489" y="27755"/>
                  </a:cubicBezTo>
                  <a:cubicBezTo>
                    <a:pt x="7858" y="27755"/>
                    <a:pt x="0" y="21545"/>
                    <a:pt x="0" y="13814"/>
                  </a:cubicBezTo>
                  <a:cubicBezTo>
                    <a:pt x="0" y="6083"/>
                    <a:pt x="7858" y="0"/>
                    <a:pt x="17489" y="0"/>
                  </a:cubicBezTo>
                  <a:cubicBezTo>
                    <a:pt x="27121" y="0"/>
                    <a:pt x="34979" y="6210"/>
                    <a:pt x="34979" y="1381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7" name="Freeform: Shape 3406">
              <a:extLst>
                <a:ext uri="{FF2B5EF4-FFF2-40B4-BE49-F238E27FC236}">
                  <a16:creationId xmlns:a16="http://schemas.microsoft.com/office/drawing/2014/main" id="{C011F6E5-F62C-8808-B62C-CC051FC3EA07}"/>
                </a:ext>
              </a:extLst>
            </p:cNvPr>
            <p:cNvSpPr/>
            <p:nvPr/>
          </p:nvSpPr>
          <p:spPr>
            <a:xfrm>
              <a:off x="3179679" y="5853837"/>
              <a:ext cx="34979" cy="27628"/>
            </a:xfrm>
            <a:custGeom>
              <a:avLst/>
              <a:gdLst>
                <a:gd name="connsiteX0" fmla="*/ 34979 w 34979"/>
                <a:gd name="connsiteY0" fmla="*/ 13815 h 27628"/>
                <a:gd name="connsiteX1" fmla="*/ 17490 w 34979"/>
                <a:gd name="connsiteY1" fmla="*/ 27629 h 27628"/>
                <a:gd name="connsiteX2" fmla="*/ 0 w 34979"/>
                <a:gd name="connsiteY2" fmla="*/ 13815 h 27628"/>
                <a:gd name="connsiteX3" fmla="*/ 17490 w 34979"/>
                <a:gd name="connsiteY3" fmla="*/ 0 h 27628"/>
                <a:gd name="connsiteX4" fmla="*/ 34979 w 34979"/>
                <a:gd name="connsiteY4" fmla="*/ 13815 h 27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979" h="27628">
                  <a:moveTo>
                    <a:pt x="34979" y="13815"/>
                  </a:moveTo>
                  <a:cubicBezTo>
                    <a:pt x="34979" y="21545"/>
                    <a:pt x="27121" y="27629"/>
                    <a:pt x="17490" y="27629"/>
                  </a:cubicBezTo>
                  <a:cubicBezTo>
                    <a:pt x="7858" y="27629"/>
                    <a:pt x="0" y="21418"/>
                    <a:pt x="0" y="13815"/>
                  </a:cubicBezTo>
                  <a:cubicBezTo>
                    <a:pt x="0" y="6210"/>
                    <a:pt x="7858" y="0"/>
                    <a:pt x="17490" y="0"/>
                  </a:cubicBezTo>
                  <a:cubicBezTo>
                    <a:pt x="27121" y="0"/>
                    <a:pt x="34979" y="6210"/>
                    <a:pt x="34979" y="1381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8" name="Freeform: Shape 3407">
              <a:extLst>
                <a:ext uri="{FF2B5EF4-FFF2-40B4-BE49-F238E27FC236}">
                  <a16:creationId xmlns:a16="http://schemas.microsoft.com/office/drawing/2014/main" id="{D33F2F1B-2BFE-C912-269E-54C4E1F5453E}"/>
                </a:ext>
              </a:extLst>
            </p:cNvPr>
            <p:cNvSpPr/>
            <p:nvPr/>
          </p:nvSpPr>
          <p:spPr>
            <a:xfrm>
              <a:off x="3087289" y="5780583"/>
              <a:ext cx="34218" cy="27121"/>
            </a:xfrm>
            <a:custGeom>
              <a:avLst/>
              <a:gdLst>
                <a:gd name="connsiteX0" fmla="*/ 34219 w 34218"/>
                <a:gd name="connsiteY0" fmla="*/ 13561 h 27121"/>
                <a:gd name="connsiteX1" fmla="*/ 17109 w 34218"/>
                <a:gd name="connsiteY1" fmla="*/ 27122 h 27121"/>
                <a:gd name="connsiteX2" fmla="*/ 0 w 34218"/>
                <a:gd name="connsiteY2" fmla="*/ 13561 h 27121"/>
                <a:gd name="connsiteX3" fmla="*/ 17109 w 34218"/>
                <a:gd name="connsiteY3" fmla="*/ 0 h 27121"/>
                <a:gd name="connsiteX4" fmla="*/ 34219 w 34218"/>
                <a:gd name="connsiteY4" fmla="*/ 13561 h 27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218" h="27121">
                  <a:moveTo>
                    <a:pt x="34219" y="13561"/>
                  </a:moveTo>
                  <a:cubicBezTo>
                    <a:pt x="34219" y="21038"/>
                    <a:pt x="26614" y="27122"/>
                    <a:pt x="17109" y="27122"/>
                  </a:cubicBezTo>
                  <a:cubicBezTo>
                    <a:pt x="7604" y="27122"/>
                    <a:pt x="0" y="21038"/>
                    <a:pt x="0" y="13561"/>
                  </a:cubicBezTo>
                  <a:cubicBezTo>
                    <a:pt x="0" y="6083"/>
                    <a:pt x="7604" y="0"/>
                    <a:pt x="17109" y="0"/>
                  </a:cubicBezTo>
                  <a:cubicBezTo>
                    <a:pt x="26614" y="0"/>
                    <a:pt x="34219" y="6083"/>
                    <a:pt x="34219" y="1356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9" name="Freeform: Shape 3408">
              <a:extLst>
                <a:ext uri="{FF2B5EF4-FFF2-40B4-BE49-F238E27FC236}">
                  <a16:creationId xmlns:a16="http://schemas.microsoft.com/office/drawing/2014/main" id="{17C3A61E-F477-9645-F6DA-6A212BE31457}"/>
                </a:ext>
              </a:extLst>
            </p:cNvPr>
            <p:cNvSpPr/>
            <p:nvPr/>
          </p:nvSpPr>
          <p:spPr>
            <a:xfrm>
              <a:off x="2997179" y="5704542"/>
              <a:ext cx="34979" cy="27628"/>
            </a:xfrm>
            <a:custGeom>
              <a:avLst/>
              <a:gdLst>
                <a:gd name="connsiteX0" fmla="*/ 34979 w 34979"/>
                <a:gd name="connsiteY0" fmla="*/ 13815 h 27628"/>
                <a:gd name="connsiteX1" fmla="*/ 17489 w 34979"/>
                <a:gd name="connsiteY1" fmla="*/ 27629 h 27628"/>
                <a:gd name="connsiteX2" fmla="*/ 0 w 34979"/>
                <a:gd name="connsiteY2" fmla="*/ 13815 h 27628"/>
                <a:gd name="connsiteX3" fmla="*/ 17489 w 34979"/>
                <a:gd name="connsiteY3" fmla="*/ 0 h 27628"/>
                <a:gd name="connsiteX4" fmla="*/ 34979 w 34979"/>
                <a:gd name="connsiteY4" fmla="*/ 13815 h 27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979" h="27628">
                  <a:moveTo>
                    <a:pt x="34979" y="13815"/>
                  </a:moveTo>
                  <a:cubicBezTo>
                    <a:pt x="34979" y="21418"/>
                    <a:pt x="27121" y="27629"/>
                    <a:pt x="17489" y="27629"/>
                  </a:cubicBezTo>
                  <a:cubicBezTo>
                    <a:pt x="7858" y="27629"/>
                    <a:pt x="0" y="21418"/>
                    <a:pt x="0" y="13815"/>
                  </a:cubicBezTo>
                  <a:cubicBezTo>
                    <a:pt x="0" y="6210"/>
                    <a:pt x="7858" y="0"/>
                    <a:pt x="17489" y="0"/>
                  </a:cubicBezTo>
                  <a:cubicBezTo>
                    <a:pt x="27121" y="0"/>
                    <a:pt x="34979" y="6210"/>
                    <a:pt x="34979" y="1381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0" name="Freeform: Shape 3409">
              <a:extLst>
                <a:ext uri="{FF2B5EF4-FFF2-40B4-BE49-F238E27FC236}">
                  <a16:creationId xmlns:a16="http://schemas.microsoft.com/office/drawing/2014/main" id="{AD9F1901-91CA-A8CE-E784-FBD2FEEA7FA9}"/>
                </a:ext>
              </a:extLst>
            </p:cNvPr>
            <p:cNvSpPr/>
            <p:nvPr/>
          </p:nvSpPr>
          <p:spPr>
            <a:xfrm>
              <a:off x="2910365" y="5626473"/>
              <a:ext cx="34979" cy="27754"/>
            </a:xfrm>
            <a:custGeom>
              <a:avLst/>
              <a:gdLst>
                <a:gd name="connsiteX0" fmla="*/ 34979 w 34979"/>
                <a:gd name="connsiteY0" fmla="*/ 13941 h 27754"/>
                <a:gd name="connsiteX1" fmla="*/ 17490 w 34979"/>
                <a:gd name="connsiteY1" fmla="*/ 27755 h 27754"/>
                <a:gd name="connsiteX2" fmla="*/ 0 w 34979"/>
                <a:gd name="connsiteY2" fmla="*/ 13941 h 27754"/>
                <a:gd name="connsiteX3" fmla="*/ 17490 w 34979"/>
                <a:gd name="connsiteY3" fmla="*/ 0 h 27754"/>
                <a:gd name="connsiteX4" fmla="*/ 34979 w 34979"/>
                <a:gd name="connsiteY4" fmla="*/ 13941 h 27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979" h="27754">
                  <a:moveTo>
                    <a:pt x="34979" y="13941"/>
                  </a:moveTo>
                  <a:cubicBezTo>
                    <a:pt x="34979" y="21545"/>
                    <a:pt x="27121" y="27755"/>
                    <a:pt x="17490" y="27755"/>
                  </a:cubicBezTo>
                  <a:cubicBezTo>
                    <a:pt x="7858" y="27755"/>
                    <a:pt x="0" y="21545"/>
                    <a:pt x="0" y="13941"/>
                  </a:cubicBezTo>
                  <a:cubicBezTo>
                    <a:pt x="0" y="6337"/>
                    <a:pt x="7858" y="0"/>
                    <a:pt x="17490" y="0"/>
                  </a:cubicBezTo>
                  <a:cubicBezTo>
                    <a:pt x="27121" y="0"/>
                    <a:pt x="34979" y="6210"/>
                    <a:pt x="34979" y="139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1" name="Freeform: Shape 3410">
              <a:extLst>
                <a:ext uri="{FF2B5EF4-FFF2-40B4-BE49-F238E27FC236}">
                  <a16:creationId xmlns:a16="http://schemas.microsoft.com/office/drawing/2014/main" id="{B03D44D7-7F5F-0C8D-8D6C-C2CA81CCD35C}"/>
                </a:ext>
              </a:extLst>
            </p:cNvPr>
            <p:cNvSpPr/>
            <p:nvPr/>
          </p:nvSpPr>
          <p:spPr>
            <a:xfrm>
              <a:off x="2826973" y="5546882"/>
              <a:ext cx="34218" cy="27121"/>
            </a:xfrm>
            <a:custGeom>
              <a:avLst/>
              <a:gdLst>
                <a:gd name="connsiteX0" fmla="*/ 34219 w 34218"/>
                <a:gd name="connsiteY0" fmla="*/ 13561 h 27121"/>
                <a:gd name="connsiteX1" fmla="*/ 17109 w 34218"/>
                <a:gd name="connsiteY1" fmla="*/ 27122 h 27121"/>
                <a:gd name="connsiteX2" fmla="*/ 0 w 34218"/>
                <a:gd name="connsiteY2" fmla="*/ 13561 h 27121"/>
                <a:gd name="connsiteX3" fmla="*/ 17109 w 34218"/>
                <a:gd name="connsiteY3" fmla="*/ 0 h 27121"/>
                <a:gd name="connsiteX4" fmla="*/ 34219 w 34218"/>
                <a:gd name="connsiteY4" fmla="*/ 13561 h 27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218" h="27121">
                  <a:moveTo>
                    <a:pt x="34219" y="13561"/>
                  </a:moveTo>
                  <a:cubicBezTo>
                    <a:pt x="34219" y="21038"/>
                    <a:pt x="26615" y="27122"/>
                    <a:pt x="17109" y="27122"/>
                  </a:cubicBezTo>
                  <a:cubicBezTo>
                    <a:pt x="7604" y="27122"/>
                    <a:pt x="0" y="21038"/>
                    <a:pt x="0" y="13561"/>
                  </a:cubicBezTo>
                  <a:cubicBezTo>
                    <a:pt x="0" y="6083"/>
                    <a:pt x="7604" y="0"/>
                    <a:pt x="17109" y="0"/>
                  </a:cubicBezTo>
                  <a:cubicBezTo>
                    <a:pt x="26615" y="0"/>
                    <a:pt x="34219" y="6083"/>
                    <a:pt x="34219" y="1356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2" name="Freeform: Shape 3411">
              <a:extLst>
                <a:ext uri="{FF2B5EF4-FFF2-40B4-BE49-F238E27FC236}">
                  <a16:creationId xmlns:a16="http://schemas.microsoft.com/office/drawing/2014/main" id="{53601B03-B7F4-4B3E-D8D8-81B95F0C7F79}"/>
                </a:ext>
              </a:extLst>
            </p:cNvPr>
            <p:cNvSpPr/>
            <p:nvPr/>
          </p:nvSpPr>
          <p:spPr>
            <a:xfrm>
              <a:off x="2746369" y="5464885"/>
              <a:ext cx="34218" cy="27121"/>
            </a:xfrm>
            <a:custGeom>
              <a:avLst/>
              <a:gdLst>
                <a:gd name="connsiteX0" fmla="*/ 34219 w 34218"/>
                <a:gd name="connsiteY0" fmla="*/ 13560 h 27121"/>
                <a:gd name="connsiteX1" fmla="*/ 17109 w 34218"/>
                <a:gd name="connsiteY1" fmla="*/ 27121 h 27121"/>
                <a:gd name="connsiteX2" fmla="*/ 0 w 34218"/>
                <a:gd name="connsiteY2" fmla="*/ 13560 h 27121"/>
                <a:gd name="connsiteX3" fmla="*/ 17109 w 34218"/>
                <a:gd name="connsiteY3" fmla="*/ 0 h 27121"/>
                <a:gd name="connsiteX4" fmla="*/ 34219 w 34218"/>
                <a:gd name="connsiteY4" fmla="*/ 13560 h 27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218" h="27121">
                  <a:moveTo>
                    <a:pt x="34219" y="13560"/>
                  </a:moveTo>
                  <a:cubicBezTo>
                    <a:pt x="34219" y="21038"/>
                    <a:pt x="26488" y="27121"/>
                    <a:pt x="17109" y="27121"/>
                  </a:cubicBezTo>
                  <a:cubicBezTo>
                    <a:pt x="7731" y="27121"/>
                    <a:pt x="0" y="21038"/>
                    <a:pt x="0" y="13560"/>
                  </a:cubicBezTo>
                  <a:cubicBezTo>
                    <a:pt x="0" y="6083"/>
                    <a:pt x="7731" y="0"/>
                    <a:pt x="17109" y="0"/>
                  </a:cubicBezTo>
                  <a:cubicBezTo>
                    <a:pt x="26488" y="0"/>
                    <a:pt x="34219" y="6083"/>
                    <a:pt x="34219" y="1356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3" name="Freeform: Shape 3412">
              <a:extLst>
                <a:ext uri="{FF2B5EF4-FFF2-40B4-BE49-F238E27FC236}">
                  <a16:creationId xmlns:a16="http://schemas.microsoft.com/office/drawing/2014/main" id="{5D515C56-F89D-A2E7-72D1-81AF49BA7CCF}"/>
                </a:ext>
              </a:extLst>
            </p:cNvPr>
            <p:cNvSpPr/>
            <p:nvPr/>
          </p:nvSpPr>
          <p:spPr>
            <a:xfrm>
              <a:off x="2668933" y="5380985"/>
              <a:ext cx="34218" cy="27121"/>
            </a:xfrm>
            <a:custGeom>
              <a:avLst/>
              <a:gdLst>
                <a:gd name="connsiteX0" fmla="*/ 34219 w 34218"/>
                <a:gd name="connsiteY0" fmla="*/ 13561 h 27121"/>
                <a:gd name="connsiteX1" fmla="*/ 17109 w 34218"/>
                <a:gd name="connsiteY1" fmla="*/ 27122 h 27121"/>
                <a:gd name="connsiteX2" fmla="*/ 0 w 34218"/>
                <a:gd name="connsiteY2" fmla="*/ 13561 h 27121"/>
                <a:gd name="connsiteX3" fmla="*/ 17109 w 34218"/>
                <a:gd name="connsiteY3" fmla="*/ 0 h 27121"/>
                <a:gd name="connsiteX4" fmla="*/ 34219 w 34218"/>
                <a:gd name="connsiteY4" fmla="*/ 13561 h 27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218" h="27121">
                  <a:moveTo>
                    <a:pt x="34219" y="13561"/>
                  </a:moveTo>
                  <a:cubicBezTo>
                    <a:pt x="34219" y="21038"/>
                    <a:pt x="26615" y="27122"/>
                    <a:pt x="17109" y="27122"/>
                  </a:cubicBezTo>
                  <a:cubicBezTo>
                    <a:pt x="7604" y="27122"/>
                    <a:pt x="0" y="21038"/>
                    <a:pt x="0" y="13561"/>
                  </a:cubicBezTo>
                  <a:cubicBezTo>
                    <a:pt x="0" y="6083"/>
                    <a:pt x="7604" y="0"/>
                    <a:pt x="17109" y="0"/>
                  </a:cubicBezTo>
                  <a:cubicBezTo>
                    <a:pt x="26615" y="0"/>
                    <a:pt x="34219" y="6083"/>
                    <a:pt x="34219" y="1356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4" name="Freeform: Shape 3413">
              <a:extLst>
                <a:ext uri="{FF2B5EF4-FFF2-40B4-BE49-F238E27FC236}">
                  <a16:creationId xmlns:a16="http://schemas.microsoft.com/office/drawing/2014/main" id="{3C7A57F4-AC48-6BCF-BEE1-083EA1AF75B5}"/>
                </a:ext>
              </a:extLst>
            </p:cNvPr>
            <p:cNvSpPr/>
            <p:nvPr/>
          </p:nvSpPr>
          <p:spPr>
            <a:xfrm>
              <a:off x="2595046" y="5295438"/>
              <a:ext cx="33711" cy="26614"/>
            </a:xfrm>
            <a:custGeom>
              <a:avLst/>
              <a:gdLst>
                <a:gd name="connsiteX0" fmla="*/ 33712 w 33711"/>
                <a:gd name="connsiteY0" fmla="*/ 13308 h 26614"/>
                <a:gd name="connsiteX1" fmla="*/ 16856 w 33711"/>
                <a:gd name="connsiteY1" fmla="*/ 26615 h 26614"/>
                <a:gd name="connsiteX2" fmla="*/ 0 w 33711"/>
                <a:gd name="connsiteY2" fmla="*/ 13308 h 26614"/>
                <a:gd name="connsiteX3" fmla="*/ 16856 w 33711"/>
                <a:gd name="connsiteY3" fmla="*/ 0 h 26614"/>
                <a:gd name="connsiteX4" fmla="*/ 33712 w 33711"/>
                <a:gd name="connsiteY4" fmla="*/ 13308 h 26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1" h="26614">
                  <a:moveTo>
                    <a:pt x="33712" y="13308"/>
                  </a:moveTo>
                  <a:cubicBezTo>
                    <a:pt x="33712" y="20658"/>
                    <a:pt x="26234" y="26615"/>
                    <a:pt x="16856" y="26615"/>
                  </a:cubicBezTo>
                  <a:cubicBezTo>
                    <a:pt x="7478" y="26615"/>
                    <a:pt x="0" y="20658"/>
                    <a:pt x="0" y="13308"/>
                  </a:cubicBezTo>
                  <a:cubicBezTo>
                    <a:pt x="0" y="5957"/>
                    <a:pt x="7478" y="0"/>
                    <a:pt x="16856" y="0"/>
                  </a:cubicBezTo>
                  <a:cubicBezTo>
                    <a:pt x="26234" y="0"/>
                    <a:pt x="33712" y="5957"/>
                    <a:pt x="33712" y="1330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5" name="Freeform: Shape 3414">
              <a:extLst>
                <a:ext uri="{FF2B5EF4-FFF2-40B4-BE49-F238E27FC236}">
                  <a16:creationId xmlns:a16="http://schemas.microsoft.com/office/drawing/2014/main" id="{448C67BD-3D9D-92F1-11CF-A3D44F525875}"/>
                </a:ext>
              </a:extLst>
            </p:cNvPr>
            <p:cNvSpPr/>
            <p:nvPr/>
          </p:nvSpPr>
          <p:spPr>
            <a:xfrm>
              <a:off x="2524074" y="5207610"/>
              <a:ext cx="34218" cy="27121"/>
            </a:xfrm>
            <a:custGeom>
              <a:avLst/>
              <a:gdLst>
                <a:gd name="connsiteX0" fmla="*/ 34219 w 34218"/>
                <a:gd name="connsiteY0" fmla="*/ 13561 h 27121"/>
                <a:gd name="connsiteX1" fmla="*/ 17109 w 34218"/>
                <a:gd name="connsiteY1" fmla="*/ 27122 h 27121"/>
                <a:gd name="connsiteX2" fmla="*/ 0 w 34218"/>
                <a:gd name="connsiteY2" fmla="*/ 13561 h 27121"/>
                <a:gd name="connsiteX3" fmla="*/ 17109 w 34218"/>
                <a:gd name="connsiteY3" fmla="*/ 0 h 27121"/>
                <a:gd name="connsiteX4" fmla="*/ 34219 w 34218"/>
                <a:gd name="connsiteY4" fmla="*/ 13561 h 27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218" h="27121">
                  <a:moveTo>
                    <a:pt x="34219" y="13561"/>
                  </a:moveTo>
                  <a:cubicBezTo>
                    <a:pt x="34219" y="21038"/>
                    <a:pt x="26614" y="27122"/>
                    <a:pt x="17109" y="27122"/>
                  </a:cubicBezTo>
                  <a:cubicBezTo>
                    <a:pt x="7604" y="27122"/>
                    <a:pt x="0" y="21038"/>
                    <a:pt x="0" y="13561"/>
                  </a:cubicBezTo>
                  <a:cubicBezTo>
                    <a:pt x="0" y="6083"/>
                    <a:pt x="7604" y="0"/>
                    <a:pt x="17109" y="0"/>
                  </a:cubicBezTo>
                  <a:cubicBezTo>
                    <a:pt x="26614" y="0"/>
                    <a:pt x="34219" y="6083"/>
                    <a:pt x="34219" y="1356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6" name="Freeform: Shape 3415">
              <a:extLst>
                <a:ext uri="{FF2B5EF4-FFF2-40B4-BE49-F238E27FC236}">
                  <a16:creationId xmlns:a16="http://schemas.microsoft.com/office/drawing/2014/main" id="{E168ACCF-AC13-EE48-E838-6835350A990D}"/>
                </a:ext>
              </a:extLst>
            </p:cNvPr>
            <p:cNvSpPr/>
            <p:nvPr/>
          </p:nvSpPr>
          <p:spPr>
            <a:xfrm>
              <a:off x="2457157" y="5118642"/>
              <a:ext cx="33584" cy="26614"/>
            </a:xfrm>
            <a:custGeom>
              <a:avLst/>
              <a:gdLst>
                <a:gd name="connsiteX0" fmla="*/ 33585 w 33584"/>
                <a:gd name="connsiteY0" fmla="*/ 13307 h 26614"/>
                <a:gd name="connsiteX1" fmla="*/ 16856 w 33584"/>
                <a:gd name="connsiteY1" fmla="*/ 26615 h 26614"/>
                <a:gd name="connsiteX2" fmla="*/ 0 w 33584"/>
                <a:gd name="connsiteY2" fmla="*/ 13307 h 26614"/>
                <a:gd name="connsiteX3" fmla="*/ 16856 w 33584"/>
                <a:gd name="connsiteY3" fmla="*/ 0 h 26614"/>
                <a:gd name="connsiteX4" fmla="*/ 33585 w 33584"/>
                <a:gd name="connsiteY4" fmla="*/ 13307 h 26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84" h="26614">
                  <a:moveTo>
                    <a:pt x="33585" y="13307"/>
                  </a:moveTo>
                  <a:cubicBezTo>
                    <a:pt x="33585" y="20658"/>
                    <a:pt x="26108" y="26615"/>
                    <a:pt x="16856" y="26615"/>
                  </a:cubicBezTo>
                  <a:cubicBezTo>
                    <a:pt x="7604" y="26615"/>
                    <a:pt x="0" y="20658"/>
                    <a:pt x="0" y="13307"/>
                  </a:cubicBezTo>
                  <a:cubicBezTo>
                    <a:pt x="0" y="5957"/>
                    <a:pt x="7477" y="0"/>
                    <a:pt x="16856" y="0"/>
                  </a:cubicBezTo>
                  <a:cubicBezTo>
                    <a:pt x="26234" y="0"/>
                    <a:pt x="33585" y="5957"/>
                    <a:pt x="33585" y="1330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7" name="Freeform: Shape 3416">
              <a:extLst>
                <a:ext uri="{FF2B5EF4-FFF2-40B4-BE49-F238E27FC236}">
                  <a16:creationId xmlns:a16="http://schemas.microsoft.com/office/drawing/2014/main" id="{745414B0-2FCB-E1F1-709C-3CE7C530EDB6}"/>
                </a:ext>
              </a:extLst>
            </p:cNvPr>
            <p:cNvSpPr/>
            <p:nvPr/>
          </p:nvSpPr>
          <p:spPr>
            <a:xfrm>
              <a:off x="2393282" y="5027772"/>
              <a:ext cx="33585" cy="26614"/>
            </a:xfrm>
            <a:custGeom>
              <a:avLst/>
              <a:gdLst>
                <a:gd name="connsiteX0" fmla="*/ 33585 w 33585"/>
                <a:gd name="connsiteY0" fmla="*/ 13308 h 26614"/>
                <a:gd name="connsiteX1" fmla="*/ 16856 w 33585"/>
                <a:gd name="connsiteY1" fmla="*/ 26615 h 26614"/>
                <a:gd name="connsiteX2" fmla="*/ 0 w 33585"/>
                <a:gd name="connsiteY2" fmla="*/ 13308 h 26614"/>
                <a:gd name="connsiteX3" fmla="*/ 16856 w 33585"/>
                <a:gd name="connsiteY3" fmla="*/ 0 h 26614"/>
                <a:gd name="connsiteX4" fmla="*/ 33585 w 33585"/>
                <a:gd name="connsiteY4" fmla="*/ 13308 h 26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85" h="26614">
                  <a:moveTo>
                    <a:pt x="33585" y="13308"/>
                  </a:moveTo>
                  <a:cubicBezTo>
                    <a:pt x="33585" y="20658"/>
                    <a:pt x="26108" y="26615"/>
                    <a:pt x="16856" y="26615"/>
                  </a:cubicBezTo>
                  <a:cubicBezTo>
                    <a:pt x="7604" y="26615"/>
                    <a:pt x="0" y="20658"/>
                    <a:pt x="0" y="13308"/>
                  </a:cubicBezTo>
                  <a:cubicBezTo>
                    <a:pt x="0" y="5957"/>
                    <a:pt x="7477" y="0"/>
                    <a:pt x="16856" y="0"/>
                  </a:cubicBezTo>
                  <a:cubicBezTo>
                    <a:pt x="26234" y="0"/>
                    <a:pt x="33585" y="5957"/>
                    <a:pt x="33585" y="1330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8" name="Freeform: Shape 3417">
              <a:extLst>
                <a:ext uri="{FF2B5EF4-FFF2-40B4-BE49-F238E27FC236}">
                  <a16:creationId xmlns:a16="http://schemas.microsoft.com/office/drawing/2014/main" id="{2D86B181-4F05-4BEF-06C7-3D4616325A99}"/>
                </a:ext>
              </a:extLst>
            </p:cNvPr>
            <p:cNvSpPr/>
            <p:nvPr/>
          </p:nvSpPr>
          <p:spPr>
            <a:xfrm>
              <a:off x="2333590" y="4935635"/>
              <a:ext cx="32697" cy="26107"/>
            </a:xfrm>
            <a:custGeom>
              <a:avLst/>
              <a:gdLst>
                <a:gd name="connsiteX0" fmla="*/ 32698 w 32697"/>
                <a:gd name="connsiteY0" fmla="*/ 13054 h 26107"/>
                <a:gd name="connsiteX1" fmla="*/ 16349 w 32697"/>
                <a:gd name="connsiteY1" fmla="*/ 26108 h 26107"/>
                <a:gd name="connsiteX2" fmla="*/ 0 w 32697"/>
                <a:gd name="connsiteY2" fmla="*/ 13054 h 26107"/>
                <a:gd name="connsiteX3" fmla="*/ 16349 w 32697"/>
                <a:gd name="connsiteY3" fmla="*/ 0 h 26107"/>
                <a:gd name="connsiteX4" fmla="*/ 32698 w 32697"/>
                <a:gd name="connsiteY4" fmla="*/ 13054 h 2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97" h="26107">
                  <a:moveTo>
                    <a:pt x="32698" y="13054"/>
                  </a:moveTo>
                  <a:cubicBezTo>
                    <a:pt x="32698" y="20278"/>
                    <a:pt x="25347" y="26108"/>
                    <a:pt x="16349" y="26108"/>
                  </a:cubicBezTo>
                  <a:cubicBezTo>
                    <a:pt x="7351" y="26108"/>
                    <a:pt x="0" y="20278"/>
                    <a:pt x="0" y="13054"/>
                  </a:cubicBezTo>
                  <a:cubicBezTo>
                    <a:pt x="0" y="5830"/>
                    <a:pt x="7351" y="0"/>
                    <a:pt x="16349" y="0"/>
                  </a:cubicBezTo>
                  <a:cubicBezTo>
                    <a:pt x="25347" y="0"/>
                    <a:pt x="32698" y="5830"/>
                    <a:pt x="32698" y="1305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9" name="Freeform: Shape 3418">
              <a:extLst>
                <a:ext uri="{FF2B5EF4-FFF2-40B4-BE49-F238E27FC236}">
                  <a16:creationId xmlns:a16="http://schemas.microsoft.com/office/drawing/2014/main" id="{D6B4DEBE-AFFD-1A9A-852C-3CFA4F8F47D9}"/>
                </a:ext>
              </a:extLst>
            </p:cNvPr>
            <p:cNvSpPr/>
            <p:nvPr/>
          </p:nvSpPr>
          <p:spPr>
            <a:xfrm>
              <a:off x="2276939" y="4841851"/>
              <a:ext cx="32697" cy="26107"/>
            </a:xfrm>
            <a:custGeom>
              <a:avLst/>
              <a:gdLst>
                <a:gd name="connsiteX0" fmla="*/ 32698 w 32697"/>
                <a:gd name="connsiteY0" fmla="*/ 13054 h 26107"/>
                <a:gd name="connsiteX1" fmla="*/ 16349 w 32697"/>
                <a:gd name="connsiteY1" fmla="*/ 26108 h 26107"/>
                <a:gd name="connsiteX2" fmla="*/ 0 w 32697"/>
                <a:gd name="connsiteY2" fmla="*/ 13054 h 26107"/>
                <a:gd name="connsiteX3" fmla="*/ 16349 w 32697"/>
                <a:gd name="connsiteY3" fmla="*/ 0 h 26107"/>
                <a:gd name="connsiteX4" fmla="*/ 32698 w 32697"/>
                <a:gd name="connsiteY4" fmla="*/ 13054 h 2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97" h="26107">
                  <a:moveTo>
                    <a:pt x="32698" y="13054"/>
                  </a:moveTo>
                  <a:cubicBezTo>
                    <a:pt x="32698" y="20277"/>
                    <a:pt x="25347" y="26108"/>
                    <a:pt x="16349" y="26108"/>
                  </a:cubicBezTo>
                  <a:cubicBezTo>
                    <a:pt x="7351" y="26108"/>
                    <a:pt x="0" y="20277"/>
                    <a:pt x="0" y="13054"/>
                  </a:cubicBezTo>
                  <a:cubicBezTo>
                    <a:pt x="0" y="5830"/>
                    <a:pt x="7351" y="0"/>
                    <a:pt x="16349" y="0"/>
                  </a:cubicBezTo>
                  <a:cubicBezTo>
                    <a:pt x="25347" y="0"/>
                    <a:pt x="32698" y="5830"/>
                    <a:pt x="32698" y="1305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0" name="Freeform: Shape 3419">
              <a:extLst>
                <a:ext uri="{FF2B5EF4-FFF2-40B4-BE49-F238E27FC236}">
                  <a16:creationId xmlns:a16="http://schemas.microsoft.com/office/drawing/2014/main" id="{5DFCA68F-1CCB-5093-8B15-E678178A412C}"/>
                </a:ext>
              </a:extLst>
            </p:cNvPr>
            <p:cNvSpPr/>
            <p:nvPr/>
          </p:nvSpPr>
          <p:spPr>
            <a:xfrm>
              <a:off x="2224343" y="4747052"/>
              <a:ext cx="31937" cy="25347"/>
            </a:xfrm>
            <a:custGeom>
              <a:avLst/>
              <a:gdLst>
                <a:gd name="connsiteX0" fmla="*/ 31938 w 31937"/>
                <a:gd name="connsiteY0" fmla="*/ 12674 h 25347"/>
                <a:gd name="connsiteX1" fmla="*/ 15969 w 31937"/>
                <a:gd name="connsiteY1" fmla="*/ 25347 h 25347"/>
                <a:gd name="connsiteX2" fmla="*/ 0 w 31937"/>
                <a:gd name="connsiteY2" fmla="*/ 12674 h 25347"/>
                <a:gd name="connsiteX3" fmla="*/ 15969 w 31937"/>
                <a:gd name="connsiteY3" fmla="*/ 0 h 25347"/>
                <a:gd name="connsiteX4" fmla="*/ 31938 w 31937"/>
                <a:gd name="connsiteY4" fmla="*/ 12674 h 25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937" h="25347">
                  <a:moveTo>
                    <a:pt x="31938" y="12674"/>
                  </a:moveTo>
                  <a:cubicBezTo>
                    <a:pt x="31938" y="19644"/>
                    <a:pt x="24714" y="25347"/>
                    <a:pt x="15969" y="25347"/>
                  </a:cubicBezTo>
                  <a:cubicBezTo>
                    <a:pt x="7224" y="25347"/>
                    <a:pt x="0" y="19644"/>
                    <a:pt x="0" y="12674"/>
                  </a:cubicBezTo>
                  <a:cubicBezTo>
                    <a:pt x="0" y="5703"/>
                    <a:pt x="7224" y="0"/>
                    <a:pt x="15969" y="0"/>
                  </a:cubicBezTo>
                  <a:cubicBezTo>
                    <a:pt x="24714" y="0"/>
                    <a:pt x="31938" y="5703"/>
                    <a:pt x="31938" y="1267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1" name="Freeform: Shape 3420">
              <a:extLst>
                <a:ext uri="{FF2B5EF4-FFF2-40B4-BE49-F238E27FC236}">
                  <a16:creationId xmlns:a16="http://schemas.microsoft.com/office/drawing/2014/main" id="{6561DCE6-D1BB-CB64-BB67-064AA0C9B4E7}"/>
                </a:ext>
              </a:extLst>
            </p:cNvPr>
            <p:cNvSpPr/>
            <p:nvPr/>
          </p:nvSpPr>
          <p:spPr>
            <a:xfrm>
              <a:off x="2175170" y="4650606"/>
              <a:ext cx="31937" cy="25347"/>
            </a:xfrm>
            <a:custGeom>
              <a:avLst/>
              <a:gdLst>
                <a:gd name="connsiteX0" fmla="*/ 31937 w 31937"/>
                <a:gd name="connsiteY0" fmla="*/ 12674 h 25347"/>
                <a:gd name="connsiteX1" fmla="*/ 15969 w 31937"/>
                <a:gd name="connsiteY1" fmla="*/ 25347 h 25347"/>
                <a:gd name="connsiteX2" fmla="*/ 0 w 31937"/>
                <a:gd name="connsiteY2" fmla="*/ 12674 h 25347"/>
                <a:gd name="connsiteX3" fmla="*/ 15969 w 31937"/>
                <a:gd name="connsiteY3" fmla="*/ 0 h 25347"/>
                <a:gd name="connsiteX4" fmla="*/ 31937 w 31937"/>
                <a:gd name="connsiteY4" fmla="*/ 12674 h 25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937" h="25347">
                  <a:moveTo>
                    <a:pt x="31937" y="12674"/>
                  </a:moveTo>
                  <a:cubicBezTo>
                    <a:pt x="31937" y="19644"/>
                    <a:pt x="24713" y="25347"/>
                    <a:pt x="15969" y="25347"/>
                  </a:cubicBezTo>
                  <a:cubicBezTo>
                    <a:pt x="7224" y="25347"/>
                    <a:pt x="0" y="19644"/>
                    <a:pt x="0" y="12674"/>
                  </a:cubicBezTo>
                  <a:cubicBezTo>
                    <a:pt x="0" y="5703"/>
                    <a:pt x="7224" y="0"/>
                    <a:pt x="15969" y="0"/>
                  </a:cubicBezTo>
                  <a:cubicBezTo>
                    <a:pt x="24713" y="0"/>
                    <a:pt x="31937" y="5703"/>
                    <a:pt x="31937" y="1267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2" name="Freeform: Shape 3421">
              <a:extLst>
                <a:ext uri="{FF2B5EF4-FFF2-40B4-BE49-F238E27FC236}">
                  <a16:creationId xmlns:a16="http://schemas.microsoft.com/office/drawing/2014/main" id="{36DD9BC5-B59E-0D9F-5319-5A105356BB58}"/>
                </a:ext>
              </a:extLst>
            </p:cNvPr>
            <p:cNvSpPr/>
            <p:nvPr/>
          </p:nvSpPr>
          <p:spPr>
            <a:xfrm>
              <a:off x="2129925" y="4553399"/>
              <a:ext cx="31430" cy="24840"/>
            </a:xfrm>
            <a:custGeom>
              <a:avLst/>
              <a:gdLst>
                <a:gd name="connsiteX0" fmla="*/ 31430 w 31430"/>
                <a:gd name="connsiteY0" fmla="*/ 12420 h 24840"/>
                <a:gd name="connsiteX1" fmla="*/ 15715 w 31430"/>
                <a:gd name="connsiteY1" fmla="*/ 24840 h 24840"/>
                <a:gd name="connsiteX2" fmla="*/ 0 w 31430"/>
                <a:gd name="connsiteY2" fmla="*/ 12420 h 24840"/>
                <a:gd name="connsiteX3" fmla="*/ 15715 w 31430"/>
                <a:gd name="connsiteY3" fmla="*/ 0 h 24840"/>
                <a:gd name="connsiteX4" fmla="*/ 31430 w 31430"/>
                <a:gd name="connsiteY4" fmla="*/ 12420 h 2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30" h="24840">
                  <a:moveTo>
                    <a:pt x="31430" y="12420"/>
                  </a:moveTo>
                  <a:cubicBezTo>
                    <a:pt x="31430" y="19264"/>
                    <a:pt x="24333" y="24840"/>
                    <a:pt x="15715" y="24840"/>
                  </a:cubicBezTo>
                  <a:cubicBezTo>
                    <a:pt x="7097" y="24840"/>
                    <a:pt x="0" y="19264"/>
                    <a:pt x="0" y="12420"/>
                  </a:cubicBezTo>
                  <a:cubicBezTo>
                    <a:pt x="0" y="5576"/>
                    <a:pt x="6971" y="0"/>
                    <a:pt x="15715" y="0"/>
                  </a:cubicBezTo>
                  <a:cubicBezTo>
                    <a:pt x="24460" y="0"/>
                    <a:pt x="31430" y="5576"/>
                    <a:pt x="31430" y="1242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3" name="Freeform: Shape 3422">
              <a:extLst>
                <a:ext uri="{FF2B5EF4-FFF2-40B4-BE49-F238E27FC236}">
                  <a16:creationId xmlns:a16="http://schemas.microsoft.com/office/drawing/2014/main" id="{C96EA7D3-D3B3-70B2-5C90-15BC276B7AA3}"/>
                </a:ext>
              </a:extLst>
            </p:cNvPr>
            <p:cNvSpPr/>
            <p:nvPr/>
          </p:nvSpPr>
          <p:spPr>
            <a:xfrm>
              <a:off x="2088609" y="4455052"/>
              <a:ext cx="30670" cy="24333"/>
            </a:xfrm>
            <a:custGeom>
              <a:avLst/>
              <a:gdLst>
                <a:gd name="connsiteX0" fmla="*/ 30670 w 30670"/>
                <a:gd name="connsiteY0" fmla="*/ 12167 h 24333"/>
                <a:gd name="connsiteX1" fmla="*/ 15335 w 30670"/>
                <a:gd name="connsiteY1" fmla="*/ 24333 h 24333"/>
                <a:gd name="connsiteX2" fmla="*/ 0 w 30670"/>
                <a:gd name="connsiteY2" fmla="*/ 12167 h 24333"/>
                <a:gd name="connsiteX3" fmla="*/ 15335 w 30670"/>
                <a:gd name="connsiteY3" fmla="*/ 0 h 24333"/>
                <a:gd name="connsiteX4" fmla="*/ 30670 w 30670"/>
                <a:gd name="connsiteY4" fmla="*/ 12167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70" h="24333">
                  <a:moveTo>
                    <a:pt x="30670" y="12167"/>
                  </a:moveTo>
                  <a:cubicBezTo>
                    <a:pt x="30670" y="18884"/>
                    <a:pt x="23826" y="24333"/>
                    <a:pt x="15335" y="24333"/>
                  </a:cubicBezTo>
                  <a:cubicBezTo>
                    <a:pt x="6844" y="24333"/>
                    <a:pt x="0" y="18884"/>
                    <a:pt x="0" y="12167"/>
                  </a:cubicBezTo>
                  <a:cubicBezTo>
                    <a:pt x="0" y="5450"/>
                    <a:pt x="6844" y="0"/>
                    <a:pt x="15335" y="0"/>
                  </a:cubicBezTo>
                  <a:cubicBezTo>
                    <a:pt x="23826" y="0"/>
                    <a:pt x="30670" y="5450"/>
                    <a:pt x="30670" y="121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4" name="Freeform: Shape 3423">
              <a:extLst>
                <a:ext uri="{FF2B5EF4-FFF2-40B4-BE49-F238E27FC236}">
                  <a16:creationId xmlns:a16="http://schemas.microsoft.com/office/drawing/2014/main" id="{5C1AA1E3-EF6B-DE45-7DFA-CE2FF4D1885A}"/>
                </a:ext>
              </a:extLst>
            </p:cNvPr>
            <p:cNvSpPr/>
            <p:nvPr/>
          </p:nvSpPr>
          <p:spPr>
            <a:xfrm>
              <a:off x="2050715" y="4355438"/>
              <a:ext cx="30670" cy="24333"/>
            </a:xfrm>
            <a:custGeom>
              <a:avLst/>
              <a:gdLst>
                <a:gd name="connsiteX0" fmla="*/ 30670 w 30670"/>
                <a:gd name="connsiteY0" fmla="*/ 12167 h 24333"/>
                <a:gd name="connsiteX1" fmla="*/ 15335 w 30670"/>
                <a:gd name="connsiteY1" fmla="*/ 24333 h 24333"/>
                <a:gd name="connsiteX2" fmla="*/ 0 w 30670"/>
                <a:gd name="connsiteY2" fmla="*/ 12167 h 24333"/>
                <a:gd name="connsiteX3" fmla="*/ 15335 w 30670"/>
                <a:gd name="connsiteY3" fmla="*/ 0 h 24333"/>
                <a:gd name="connsiteX4" fmla="*/ 30670 w 30670"/>
                <a:gd name="connsiteY4" fmla="*/ 12167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70" h="24333">
                  <a:moveTo>
                    <a:pt x="30670" y="12167"/>
                  </a:moveTo>
                  <a:cubicBezTo>
                    <a:pt x="30670" y="18884"/>
                    <a:pt x="23826" y="24333"/>
                    <a:pt x="15335" y="24333"/>
                  </a:cubicBezTo>
                  <a:cubicBezTo>
                    <a:pt x="6844" y="24333"/>
                    <a:pt x="0" y="18884"/>
                    <a:pt x="0" y="12167"/>
                  </a:cubicBezTo>
                  <a:cubicBezTo>
                    <a:pt x="0" y="5450"/>
                    <a:pt x="6844" y="0"/>
                    <a:pt x="15335" y="0"/>
                  </a:cubicBezTo>
                  <a:cubicBezTo>
                    <a:pt x="23826" y="0"/>
                    <a:pt x="30670" y="5450"/>
                    <a:pt x="30670" y="121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5" name="Freeform: Shape 3424">
              <a:extLst>
                <a:ext uri="{FF2B5EF4-FFF2-40B4-BE49-F238E27FC236}">
                  <a16:creationId xmlns:a16="http://schemas.microsoft.com/office/drawing/2014/main" id="{351D77A6-34F1-7741-0114-44DBB94602D4}"/>
                </a:ext>
              </a:extLst>
            </p:cNvPr>
            <p:cNvSpPr/>
            <p:nvPr/>
          </p:nvSpPr>
          <p:spPr>
            <a:xfrm>
              <a:off x="2017257" y="4255443"/>
              <a:ext cx="29909" cy="23573"/>
            </a:xfrm>
            <a:custGeom>
              <a:avLst/>
              <a:gdLst>
                <a:gd name="connsiteX0" fmla="*/ 29910 w 29909"/>
                <a:gd name="connsiteY0" fmla="*/ 11787 h 23573"/>
                <a:gd name="connsiteX1" fmla="*/ 14955 w 29909"/>
                <a:gd name="connsiteY1" fmla="*/ 23573 h 23573"/>
                <a:gd name="connsiteX2" fmla="*/ 0 w 29909"/>
                <a:gd name="connsiteY2" fmla="*/ 11787 h 23573"/>
                <a:gd name="connsiteX3" fmla="*/ 14955 w 29909"/>
                <a:gd name="connsiteY3" fmla="*/ 0 h 23573"/>
                <a:gd name="connsiteX4" fmla="*/ 29910 w 29909"/>
                <a:gd name="connsiteY4" fmla="*/ 11787 h 23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909" h="23573">
                  <a:moveTo>
                    <a:pt x="29910" y="11787"/>
                  </a:moveTo>
                  <a:cubicBezTo>
                    <a:pt x="29910" y="18377"/>
                    <a:pt x="23193" y="23573"/>
                    <a:pt x="14955" y="23573"/>
                  </a:cubicBezTo>
                  <a:cubicBezTo>
                    <a:pt x="6717" y="23573"/>
                    <a:pt x="0" y="18250"/>
                    <a:pt x="0" y="11787"/>
                  </a:cubicBezTo>
                  <a:cubicBezTo>
                    <a:pt x="0" y="5323"/>
                    <a:pt x="6717" y="0"/>
                    <a:pt x="14955" y="0"/>
                  </a:cubicBezTo>
                  <a:cubicBezTo>
                    <a:pt x="23193" y="0"/>
                    <a:pt x="29910" y="5323"/>
                    <a:pt x="29910" y="1178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6" name="Freeform: Shape 3425">
              <a:extLst>
                <a:ext uri="{FF2B5EF4-FFF2-40B4-BE49-F238E27FC236}">
                  <a16:creationId xmlns:a16="http://schemas.microsoft.com/office/drawing/2014/main" id="{9B151616-4B49-1F55-4316-4D460ECC9220}"/>
                </a:ext>
              </a:extLst>
            </p:cNvPr>
            <p:cNvSpPr/>
            <p:nvPr/>
          </p:nvSpPr>
          <p:spPr>
            <a:xfrm>
              <a:off x="1987474" y="4154434"/>
              <a:ext cx="29275" cy="23066"/>
            </a:xfrm>
            <a:custGeom>
              <a:avLst/>
              <a:gdLst>
                <a:gd name="connsiteX0" fmla="*/ 29276 w 29275"/>
                <a:gd name="connsiteY0" fmla="*/ 11533 h 23066"/>
                <a:gd name="connsiteX1" fmla="*/ 14575 w 29275"/>
                <a:gd name="connsiteY1" fmla="*/ 23066 h 23066"/>
                <a:gd name="connsiteX2" fmla="*/ 0 w 29275"/>
                <a:gd name="connsiteY2" fmla="*/ 11533 h 23066"/>
                <a:gd name="connsiteX3" fmla="*/ 14575 w 29275"/>
                <a:gd name="connsiteY3" fmla="*/ 0 h 23066"/>
                <a:gd name="connsiteX4" fmla="*/ 29276 w 29275"/>
                <a:gd name="connsiteY4" fmla="*/ 11533 h 23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275" h="23066">
                  <a:moveTo>
                    <a:pt x="29276" y="11533"/>
                  </a:moveTo>
                  <a:cubicBezTo>
                    <a:pt x="29276" y="17997"/>
                    <a:pt x="22686" y="23066"/>
                    <a:pt x="14575" y="23066"/>
                  </a:cubicBezTo>
                  <a:cubicBezTo>
                    <a:pt x="6463" y="23066"/>
                    <a:pt x="0" y="17870"/>
                    <a:pt x="0" y="11533"/>
                  </a:cubicBezTo>
                  <a:cubicBezTo>
                    <a:pt x="0" y="5196"/>
                    <a:pt x="6590" y="0"/>
                    <a:pt x="14575" y="0"/>
                  </a:cubicBezTo>
                  <a:cubicBezTo>
                    <a:pt x="22559" y="0"/>
                    <a:pt x="29276" y="5196"/>
                    <a:pt x="29276" y="1153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7" name="Freeform: Shape 3426">
              <a:extLst>
                <a:ext uri="{FF2B5EF4-FFF2-40B4-BE49-F238E27FC236}">
                  <a16:creationId xmlns:a16="http://schemas.microsoft.com/office/drawing/2014/main" id="{492DEB6A-0914-0F17-3A59-20B76F512D9A}"/>
                </a:ext>
              </a:extLst>
            </p:cNvPr>
            <p:cNvSpPr/>
            <p:nvPr/>
          </p:nvSpPr>
          <p:spPr>
            <a:xfrm>
              <a:off x="1961873" y="4052792"/>
              <a:ext cx="28515" cy="22558"/>
            </a:xfrm>
            <a:custGeom>
              <a:avLst/>
              <a:gdLst>
                <a:gd name="connsiteX0" fmla="*/ 28516 w 28515"/>
                <a:gd name="connsiteY0" fmla="*/ 11279 h 22558"/>
                <a:gd name="connsiteX1" fmla="*/ 14194 w 28515"/>
                <a:gd name="connsiteY1" fmla="*/ 22559 h 22558"/>
                <a:gd name="connsiteX2" fmla="*/ 0 w 28515"/>
                <a:gd name="connsiteY2" fmla="*/ 11279 h 22558"/>
                <a:gd name="connsiteX3" fmla="*/ 14194 w 28515"/>
                <a:gd name="connsiteY3" fmla="*/ 0 h 22558"/>
                <a:gd name="connsiteX4" fmla="*/ 28516 w 28515"/>
                <a:gd name="connsiteY4" fmla="*/ 11279 h 22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15" h="22558">
                  <a:moveTo>
                    <a:pt x="28516" y="11279"/>
                  </a:moveTo>
                  <a:cubicBezTo>
                    <a:pt x="28516" y="17490"/>
                    <a:pt x="22179" y="22559"/>
                    <a:pt x="14194" y="22559"/>
                  </a:cubicBezTo>
                  <a:cubicBezTo>
                    <a:pt x="6210" y="22559"/>
                    <a:pt x="0" y="17490"/>
                    <a:pt x="0" y="11279"/>
                  </a:cubicBezTo>
                  <a:cubicBezTo>
                    <a:pt x="0" y="5069"/>
                    <a:pt x="6337" y="0"/>
                    <a:pt x="14194" y="0"/>
                  </a:cubicBezTo>
                  <a:cubicBezTo>
                    <a:pt x="22052" y="0"/>
                    <a:pt x="28516" y="5069"/>
                    <a:pt x="28516" y="1127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8" name="Freeform: Shape 3427">
              <a:extLst>
                <a:ext uri="{FF2B5EF4-FFF2-40B4-BE49-F238E27FC236}">
                  <a16:creationId xmlns:a16="http://schemas.microsoft.com/office/drawing/2014/main" id="{231F3C34-B4FC-2E0F-2BFE-B3D1D675F1BF}"/>
                </a:ext>
              </a:extLst>
            </p:cNvPr>
            <p:cNvSpPr/>
            <p:nvPr/>
          </p:nvSpPr>
          <p:spPr>
            <a:xfrm>
              <a:off x="1939695" y="3950263"/>
              <a:ext cx="28515" cy="22558"/>
            </a:xfrm>
            <a:custGeom>
              <a:avLst/>
              <a:gdLst>
                <a:gd name="connsiteX0" fmla="*/ 28516 w 28515"/>
                <a:gd name="connsiteY0" fmla="*/ 11279 h 22558"/>
                <a:gd name="connsiteX1" fmla="*/ 14194 w 28515"/>
                <a:gd name="connsiteY1" fmla="*/ 22559 h 22558"/>
                <a:gd name="connsiteX2" fmla="*/ 0 w 28515"/>
                <a:gd name="connsiteY2" fmla="*/ 11279 h 22558"/>
                <a:gd name="connsiteX3" fmla="*/ 14194 w 28515"/>
                <a:gd name="connsiteY3" fmla="*/ 0 h 22558"/>
                <a:gd name="connsiteX4" fmla="*/ 28516 w 28515"/>
                <a:gd name="connsiteY4" fmla="*/ 11279 h 22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15" h="22558">
                  <a:moveTo>
                    <a:pt x="28516" y="11279"/>
                  </a:moveTo>
                  <a:cubicBezTo>
                    <a:pt x="28516" y="17490"/>
                    <a:pt x="22179" y="22559"/>
                    <a:pt x="14194" y="22559"/>
                  </a:cubicBezTo>
                  <a:cubicBezTo>
                    <a:pt x="6210" y="22559"/>
                    <a:pt x="0" y="17490"/>
                    <a:pt x="0" y="11279"/>
                  </a:cubicBezTo>
                  <a:cubicBezTo>
                    <a:pt x="0" y="5069"/>
                    <a:pt x="6337" y="0"/>
                    <a:pt x="14194" y="0"/>
                  </a:cubicBezTo>
                  <a:cubicBezTo>
                    <a:pt x="22052" y="0"/>
                    <a:pt x="28516" y="5069"/>
                    <a:pt x="28516" y="1127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9" name="Freeform: Shape 3428">
              <a:extLst>
                <a:ext uri="{FF2B5EF4-FFF2-40B4-BE49-F238E27FC236}">
                  <a16:creationId xmlns:a16="http://schemas.microsoft.com/office/drawing/2014/main" id="{40AF480E-5163-3AB9-741E-1407386378EC}"/>
                </a:ext>
              </a:extLst>
            </p:cNvPr>
            <p:cNvSpPr/>
            <p:nvPr/>
          </p:nvSpPr>
          <p:spPr>
            <a:xfrm>
              <a:off x="1922078" y="3847607"/>
              <a:ext cx="27628" cy="21925"/>
            </a:xfrm>
            <a:custGeom>
              <a:avLst/>
              <a:gdLst>
                <a:gd name="connsiteX0" fmla="*/ 27628 w 27628"/>
                <a:gd name="connsiteY0" fmla="*/ 11026 h 21925"/>
                <a:gd name="connsiteX1" fmla="*/ 13814 w 27628"/>
                <a:gd name="connsiteY1" fmla="*/ 21925 h 21925"/>
                <a:gd name="connsiteX2" fmla="*/ 0 w 27628"/>
                <a:gd name="connsiteY2" fmla="*/ 11026 h 21925"/>
                <a:gd name="connsiteX3" fmla="*/ 13814 w 27628"/>
                <a:gd name="connsiteY3" fmla="*/ 0 h 21925"/>
                <a:gd name="connsiteX4" fmla="*/ 27628 w 27628"/>
                <a:gd name="connsiteY4" fmla="*/ 11026 h 2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28" h="21925">
                  <a:moveTo>
                    <a:pt x="27628" y="11026"/>
                  </a:moveTo>
                  <a:cubicBezTo>
                    <a:pt x="27628" y="17109"/>
                    <a:pt x="21418" y="21925"/>
                    <a:pt x="13814" y="21925"/>
                  </a:cubicBezTo>
                  <a:cubicBezTo>
                    <a:pt x="6210" y="21925"/>
                    <a:pt x="0" y="16983"/>
                    <a:pt x="0" y="11026"/>
                  </a:cubicBezTo>
                  <a:cubicBezTo>
                    <a:pt x="0" y="5069"/>
                    <a:pt x="6210" y="0"/>
                    <a:pt x="13814" y="0"/>
                  </a:cubicBezTo>
                  <a:cubicBezTo>
                    <a:pt x="21418" y="0"/>
                    <a:pt x="27628" y="4943"/>
                    <a:pt x="27628" y="1102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0" name="Freeform: Shape 3429">
              <a:extLst>
                <a:ext uri="{FF2B5EF4-FFF2-40B4-BE49-F238E27FC236}">
                  <a16:creationId xmlns:a16="http://schemas.microsoft.com/office/drawing/2014/main" id="{D752DD04-DEC8-349B-353C-A1EFF9008F53}"/>
                </a:ext>
              </a:extLst>
            </p:cNvPr>
            <p:cNvSpPr/>
            <p:nvPr/>
          </p:nvSpPr>
          <p:spPr>
            <a:xfrm>
              <a:off x="1908391" y="3744570"/>
              <a:ext cx="26867" cy="21291"/>
            </a:xfrm>
            <a:custGeom>
              <a:avLst/>
              <a:gdLst>
                <a:gd name="connsiteX0" fmla="*/ 26868 w 26867"/>
                <a:gd name="connsiteY0" fmla="*/ 10646 h 21291"/>
                <a:gd name="connsiteX1" fmla="*/ 13434 w 26867"/>
                <a:gd name="connsiteY1" fmla="*/ 21292 h 21291"/>
                <a:gd name="connsiteX2" fmla="*/ 0 w 26867"/>
                <a:gd name="connsiteY2" fmla="*/ 10646 h 21291"/>
                <a:gd name="connsiteX3" fmla="*/ 13434 w 26867"/>
                <a:gd name="connsiteY3" fmla="*/ 0 h 21291"/>
                <a:gd name="connsiteX4" fmla="*/ 26868 w 26867"/>
                <a:gd name="connsiteY4" fmla="*/ 10646 h 2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67" h="21291">
                  <a:moveTo>
                    <a:pt x="26868" y="10646"/>
                  </a:moveTo>
                  <a:cubicBezTo>
                    <a:pt x="26868" y="16602"/>
                    <a:pt x="20785" y="21292"/>
                    <a:pt x="13434" y="21292"/>
                  </a:cubicBezTo>
                  <a:cubicBezTo>
                    <a:pt x="6083" y="21292"/>
                    <a:pt x="0" y="16476"/>
                    <a:pt x="0" y="10646"/>
                  </a:cubicBezTo>
                  <a:cubicBezTo>
                    <a:pt x="0" y="4816"/>
                    <a:pt x="5957" y="0"/>
                    <a:pt x="13434" y="0"/>
                  </a:cubicBezTo>
                  <a:cubicBezTo>
                    <a:pt x="20911" y="0"/>
                    <a:pt x="26868" y="4816"/>
                    <a:pt x="26868" y="1064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1" name="Freeform: Shape 3430">
              <a:extLst>
                <a:ext uri="{FF2B5EF4-FFF2-40B4-BE49-F238E27FC236}">
                  <a16:creationId xmlns:a16="http://schemas.microsoft.com/office/drawing/2014/main" id="{37746CA9-49DE-D294-3E0A-85076B757B4F}"/>
                </a:ext>
              </a:extLst>
            </p:cNvPr>
            <p:cNvSpPr/>
            <p:nvPr/>
          </p:nvSpPr>
          <p:spPr>
            <a:xfrm>
              <a:off x="1898505" y="3641027"/>
              <a:ext cx="26361" cy="20784"/>
            </a:xfrm>
            <a:custGeom>
              <a:avLst/>
              <a:gdLst>
                <a:gd name="connsiteX0" fmla="*/ 26361 w 26361"/>
                <a:gd name="connsiteY0" fmla="*/ 10392 h 20784"/>
                <a:gd name="connsiteX1" fmla="*/ 13180 w 26361"/>
                <a:gd name="connsiteY1" fmla="*/ 20784 h 20784"/>
                <a:gd name="connsiteX2" fmla="*/ 0 w 26361"/>
                <a:gd name="connsiteY2" fmla="*/ 10392 h 20784"/>
                <a:gd name="connsiteX3" fmla="*/ 13180 w 26361"/>
                <a:gd name="connsiteY3" fmla="*/ 0 h 20784"/>
                <a:gd name="connsiteX4" fmla="*/ 26361 w 26361"/>
                <a:gd name="connsiteY4" fmla="*/ 10392 h 20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61" h="20784">
                  <a:moveTo>
                    <a:pt x="26361" y="10392"/>
                  </a:moveTo>
                  <a:cubicBezTo>
                    <a:pt x="26361" y="16222"/>
                    <a:pt x="20404" y="20784"/>
                    <a:pt x="13180" y="20784"/>
                  </a:cubicBezTo>
                  <a:cubicBezTo>
                    <a:pt x="5957" y="20784"/>
                    <a:pt x="0" y="16095"/>
                    <a:pt x="0" y="10392"/>
                  </a:cubicBezTo>
                  <a:cubicBezTo>
                    <a:pt x="0" y="4689"/>
                    <a:pt x="5830" y="0"/>
                    <a:pt x="13180" y="0"/>
                  </a:cubicBezTo>
                  <a:cubicBezTo>
                    <a:pt x="20531" y="0"/>
                    <a:pt x="26361" y="4689"/>
                    <a:pt x="26361" y="1039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2" name="Freeform: Shape 3431">
              <a:extLst>
                <a:ext uri="{FF2B5EF4-FFF2-40B4-BE49-F238E27FC236}">
                  <a16:creationId xmlns:a16="http://schemas.microsoft.com/office/drawing/2014/main" id="{3BF648F2-B33A-61A4-E0C8-D5F6E1687406}"/>
                </a:ext>
              </a:extLst>
            </p:cNvPr>
            <p:cNvSpPr/>
            <p:nvPr/>
          </p:nvSpPr>
          <p:spPr>
            <a:xfrm>
              <a:off x="1892929" y="3537484"/>
              <a:ext cx="25473" cy="20277"/>
            </a:xfrm>
            <a:custGeom>
              <a:avLst/>
              <a:gdLst>
                <a:gd name="connsiteX0" fmla="*/ 25474 w 25473"/>
                <a:gd name="connsiteY0" fmla="*/ 10139 h 20277"/>
                <a:gd name="connsiteX1" fmla="*/ 12800 w 25473"/>
                <a:gd name="connsiteY1" fmla="*/ 20278 h 20277"/>
                <a:gd name="connsiteX2" fmla="*/ 0 w 25473"/>
                <a:gd name="connsiteY2" fmla="*/ 10139 h 20277"/>
                <a:gd name="connsiteX3" fmla="*/ 12800 w 25473"/>
                <a:gd name="connsiteY3" fmla="*/ 0 h 20277"/>
                <a:gd name="connsiteX4" fmla="*/ 25474 w 25473"/>
                <a:gd name="connsiteY4" fmla="*/ 10139 h 2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73" h="20277">
                  <a:moveTo>
                    <a:pt x="25474" y="10139"/>
                  </a:moveTo>
                  <a:cubicBezTo>
                    <a:pt x="25474" y="15715"/>
                    <a:pt x="19771" y="20278"/>
                    <a:pt x="12800" y="20278"/>
                  </a:cubicBezTo>
                  <a:cubicBezTo>
                    <a:pt x="5830" y="20278"/>
                    <a:pt x="0" y="15715"/>
                    <a:pt x="0" y="10139"/>
                  </a:cubicBezTo>
                  <a:cubicBezTo>
                    <a:pt x="0" y="4563"/>
                    <a:pt x="5703" y="0"/>
                    <a:pt x="12800" y="0"/>
                  </a:cubicBezTo>
                  <a:cubicBezTo>
                    <a:pt x="19897" y="0"/>
                    <a:pt x="25474" y="4563"/>
                    <a:pt x="25474" y="1013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3" name="Freeform: Shape 3432">
              <a:extLst>
                <a:ext uri="{FF2B5EF4-FFF2-40B4-BE49-F238E27FC236}">
                  <a16:creationId xmlns:a16="http://schemas.microsoft.com/office/drawing/2014/main" id="{0B2071D6-266D-469A-7F26-922EAE473253}"/>
                </a:ext>
              </a:extLst>
            </p:cNvPr>
            <p:cNvSpPr/>
            <p:nvPr/>
          </p:nvSpPr>
          <p:spPr>
            <a:xfrm>
              <a:off x="1891155" y="3433687"/>
              <a:ext cx="24840" cy="19644"/>
            </a:xfrm>
            <a:custGeom>
              <a:avLst/>
              <a:gdLst>
                <a:gd name="connsiteX0" fmla="*/ 24840 w 24840"/>
                <a:gd name="connsiteY0" fmla="*/ 9885 h 19644"/>
                <a:gd name="connsiteX1" fmla="*/ 12420 w 24840"/>
                <a:gd name="connsiteY1" fmla="*/ 19644 h 19644"/>
                <a:gd name="connsiteX2" fmla="*/ 0 w 24840"/>
                <a:gd name="connsiteY2" fmla="*/ 9885 h 19644"/>
                <a:gd name="connsiteX3" fmla="*/ 12420 w 24840"/>
                <a:gd name="connsiteY3" fmla="*/ 0 h 19644"/>
                <a:gd name="connsiteX4" fmla="*/ 24840 w 24840"/>
                <a:gd name="connsiteY4" fmla="*/ 9885 h 19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840" h="19644">
                  <a:moveTo>
                    <a:pt x="24840" y="9885"/>
                  </a:moveTo>
                  <a:cubicBezTo>
                    <a:pt x="24840" y="15335"/>
                    <a:pt x="19264" y="19644"/>
                    <a:pt x="12420" y="19644"/>
                  </a:cubicBezTo>
                  <a:cubicBezTo>
                    <a:pt x="5576" y="19644"/>
                    <a:pt x="0" y="15335"/>
                    <a:pt x="0" y="9885"/>
                  </a:cubicBezTo>
                  <a:cubicBezTo>
                    <a:pt x="0" y="4436"/>
                    <a:pt x="5576" y="0"/>
                    <a:pt x="12420" y="0"/>
                  </a:cubicBezTo>
                  <a:cubicBezTo>
                    <a:pt x="19264" y="0"/>
                    <a:pt x="24840" y="4436"/>
                    <a:pt x="24840" y="988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4" name="Freeform: Shape 3433">
              <a:extLst>
                <a:ext uri="{FF2B5EF4-FFF2-40B4-BE49-F238E27FC236}">
                  <a16:creationId xmlns:a16="http://schemas.microsoft.com/office/drawing/2014/main" id="{10014D09-457F-37E5-61A4-D7C4AEB97064}"/>
                </a:ext>
              </a:extLst>
            </p:cNvPr>
            <p:cNvSpPr/>
            <p:nvPr/>
          </p:nvSpPr>
          <p:spPr>
            <a:xfrm>
              <a:off x="1893563" y="3330144"/>
              <a:ext cx="24079" cy="19010"/>
            </a:xfrm>
            <a:custGeom>
              <a:avLst/>
              <a:gdLst>
                <a:gd name="connsiteX0" fmla="*/ 24080 w 24079"/>
                <a:gd name="connsiteY0" fmla="*/ 9505 h 19010"/>
                <a:gd name="connsiteX1" fmla="*/ 12040 w 24079"/>
                <a:gd name="connsiteY1" fmla="*/ 19010 h 19010"/>
                <a:gd name="connsiteX2" fmla="*/ 0 w 24079"/>
                <a:gd name="connsiteY2" fmla="*/ 9505 h 19010"/>
                <a:gd name="connsiteX3" fmla="*/ 12040 w 24079"/>
                <a:gd name="connsiteY3" fmla="*/ 0 h 19010"/>
                <a:gd name="connsiteX4" fmla="*/ 24080 w 24079"/>
                <a:gd name="connsiteY4" fmla="*/ 9505 h 19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79" h="19010">
                  <a:moveTo>
                    <a:pt x="24080" y="9505"/>
                  </a:moveTo>
                  <a:cubicBezTo>
                    <a:pt x="24080" y="14701"/>
                    <a:pt x="18757" y="19010"/>
                    <a:pt x="12040" y="19010"/>
                  </a:cubicBezTo>
                  <a:cubicBezTo>
                    <a:pt x="5323" y="19010"/>
                    <a:pt x="0" y="14701"/>
                    <a:pt x="0" y="9505"/>
                  </a:cubicBezTo>
                  <a:cubicBezTo>
                    <a:pt x="0" y="4309"/>
                    <a:pt x="5323" y="0"/>
                    <a:pt x="12040" y="0"/>
                  </a:cubicBezTo>
                  <a:cubicBezTo>
                    <a:pt x="18757" y="0"/>
                    <a:pt x="24080" y="4309"/>
                    <a:pt x="24080" y="950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5" name="Freeform: Shape 3434">
              <a:extLst>
                <a:ext uri="{FF2B5EF4-FFF2-40B4-BE49-F238E27FC236}">
                  <a16:creationId xmlns:a16="http://schemas.microsoft.com/office/drawing/2014/main" id="{0CE93C11-13B2-9232-AEE4-5B6E67E8E7C8}"/>
                </a:ext>
              </a:extLst>
            </p:cNvPr>
            <p:cNvSpPr/>
            <p:nvPr/>
          </p:nvSpPr>
          <p:spPr>
            <a:xfrm>
              <a:off x="1900026" y="3226474"/>
              <a:ext cx="23319" cy="18503"/>
            </a:xfrm>
            <a:custGeom>
              <a:avLst/>
              <a:gdLst>
                <a:gd name="connsiteX0" fmla="*/ 23319 w 23319"/>
                <a:gd name="connsiteY0" fmla="*/ 9252 h 18503"/>
                <a:gd name="connsiteX1" fmla="*/ 11660 w 23319"/>
                <a:gd name="connsiteY1" fmla="*/ 18503 h 18503"/>
                <a:gd name="connsiteX2" fmla="*/ 0 w 23319"/>
                <a:gd name="connsiteY2" fmla="*/ 9252 h 18503"/>
                <a:gd name="connsiteX3" fmla="*/ 11660 w 23319"/>
                <a:gd name="connsiteY3" fmla="*/ 0 h 18503"/>
                <a:gd name="connsiteX4" fmla="*/ 23319 w 23319"/>
                <a:gd name="connsiteY4" fmla="*/ 9252 h 18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319" h="18503">
                  <a:moveTo>
                    <a:pt x="23319" y="9252"/>
                  </a:moveTo>
                  <a:cubicBezTo>
                    <a:pt x="23319" y="14321"/>
                    <a:pt x="18123" y="18503"/>
                    <a:pt x="11660" y="18503"/>
                  </a:cubicBezTo>
                  <a:cubicBezTo>
                    <a:pt x="5196" y="18503"/>
                    <a:pt x="0" y="14321"/>
                    <a:pt x="0" y="9252"/>
                  </a:cubicBezTo>
                  <a:cubicBezTo>
                    <a:pt x="0" y="4182"/>
                    <a:pt x="5196" y="0"/>
                    <a:pt x="11660" y="0"/>
                  </a:cubicBezTo>
                  <a:cubicBezTo>
                    <a:pt x="18123" y="0"/>
                    <a:pt x="23319" y="4182"/>
                    <a:pt x="23319" y="925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6" name="Freeform: Shape 3435">
              <a:extLst>
                <a:ext uri="{FF2B5EF4-FFF2-40B4-BE49-F238E27FC236}">
                  <a16:creationId xmlns:a16="http://schemas.microsoft.com/office/drawing/2014/main" id="{83543B1F-C5DF-8A4F-B909-4AD22F7A1577}"/>
                </a:ext>
              </a:extLst>
            </p:cNvPr>
            <p:cNvSpPr/>
            <p:nvPr/>
          </p:nvSpPr>
          <p:spPr>
            <a:xfrm>
              <a:off x="1910545" y="3123057"/>
              <a:ext cx="22558" cy="17996"/>
            </a:xfrm>
            <a:custGeom>
              <a:avLst/>
              <a:gdLst>
                <a:gd name="connsiteX0" fmla="*/ 22559 w 22558"/>
                <a:gd name="connsiteY0" fmla="*/ 8998 h 17996"/>
                <a:gd name="connsiteX1" fmla="*/ 11279 w 22558"/>
                <a:gd name="connsiteY1" fmla="*/ 17996 h 17996"/>
                <a:gd name="connsiteX2" fmla="*/ 0 w 22558"/>
                <a:gd name="connsiteY2" fmla="*/ 8998 h 17996"/>
                <a:gd name="connsiteX3" fmla="*/ 11279 w 22558"/>
                <a:gd name="connsiteY3" fmla="*/ 0 h 17996"/>
                <a:gd name="connsiteX4" fmla="*/ 22559 w 22558"/>
                <a:gd name="connsiteY4" fmla="*/ 8998 h 17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8" h="17996">
                  <a:moveTo>
                    <a:pt x="22559" y="8998"/>
                  </a:moveTo>
                  <a:cubicBezTo>
                    <a:pt x="22559" y="13941"/>
                    <a:pt x="17490" y="17996"/>
                    <a:pt x="11279" y="17996"/>
                  </a:cubicBezTo>
                  <a:cubicBezTo>
                    <a:pt x="5069" y="17996"/>
                    <a:pt x="0" y="13941"/>
                    <a:pt x="0" y="8998"/>
                  </a:cubicBezTo>
                  <a:cubicBezTo>
                    <a:pt x="0" y="4055"/>
                    <a:pt x="5069" y="0"/>
                    <a:pt x="11279" y="0"/>
                  </a:cubicBezTo>
                  <a:cubicBezTo>
                    <a:pt x="17490" y="0"/>
                    <a:pt x="22559" y="4055"/>
                    <a:pt x="22559" y="89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7" name="Freeform: Shape 3436">
              <a:extLst>
                <a:ext uri="{FF2B5EF4-FFF2-40B4-BE49-F238E27FC236}">
                  <a16:creationId xmlns:a16="http://schemas.microsoft.com/office/drawing/2014/main" id="{F0D5EA1E-A893-C07E-DB14-69BE2572A885}"/>
                </a:ext>
              </a:extLst>
            </p:cNvPr>
            <p:cNvSpPr/>
            <p:nvPr/>
          </p:nvSpPr>
          <p:spPr>
            <a:xfrm>
              <a:off x="1925247" y="3020275"/>
              <a:ext cx="21291" cy="16729"/>
            </a:xfrm>
            <a:custGeom>
              <a:avLst/>
              <a:gdLst>
                <a:gd name="connsiteX0" fmla="*/ 21292 w 21291"/>
                <a:gd name="connsiteY0" fmla="*/ 8365 h 16729"/>
                <a:gd name="connsiteX1" fmla="*/ 10646 w 21291"/>
                <a:gd name="connsiteY1" fmla="*/ 16729 h 16729"/>
                <a:gd name="connsiteX2" fmla="*/ 0 w 21291"/>
                <a:gd name="connsiteY2" fmla="*/ 8365 h 16729"/>
                <a:gd name="connsiteX3" fmla="*/ 10646 w 21291"/>
                <a:gd name="connsiteY3" fmla="*/ 0 h 16729"/>
                <a:gd name="connsiteX4" fmla="*/ 21292 w 21291"/>
                <a:gd name="connsiteY4" fmla="*/ 8365 h 16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291" h="16729">
                  <a:moveTo>
                    <a:pt x="21292" y="8365"/>
                  </a:moveTo>
                  <a:cubicBezTo>
                    <a:pt x="21292" y="13054"/>
                    <a:pt x="16602" y="16729"/>
                    <a:pt x="10646" y="16729"/>
                  </a:cubicBezTo>
                  <a:cubicBezTo>
                    <a:pt x="4689" y="16729"/>
                    <a:pt x="0" y="12927"/>
                    <a:pt x="0" y="8365"/>
                  </a:cubicBezTo>
                  <a:cubicBezTo>
                    <a:pt x="0" y="3802"/>
                    <a:pt x="4689" y="0"/>
                    <a:pt x="10646" y="0"/>
                  </a:cubicBezTo>
                  <a:cubicBezTo>
                    <a:pt x="16602" y="0"/>
                    <a:pt x="21292" y="3802"/>
                    <a:pt x="21292" y="836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8" name="Freeform: Shape 3437">
              <a:extLst>
                <a:ext uri="{FF2B5EF4-FFF2-40B4-BE49-F238E27FC236}">
                  <a16:creationId xmlns:a16="http://schemas.microsoft.com/office/drawing/2014/main" id="{7A231158-BD2C-F33C-1CFD-2210F5A64582}"/>
                </a:ext>
              </a:extLst>
            </p:cNvPr>
            <p:cNvSpPr/>
            <p:nvPr/>
          </p:nvSpPr>
          <p:spPr>
            <a:xfrm>
              <a:off x="1943877" y="2917618"/>
              <a:ext cx="20277" cy="16222"/>
            </a:xfrm>
            <a:custGeom>
              <a:avLst/>
              <a:gdLst>
                <a:gd name="connsiteX0" fmla="*/ 20278 w 20277"/>
                <a:gd name="connsiteY0" fmla="*/ 8111 h 16222"/>
                <a:gd name="connsiteX1" fmla="*/ 10139 w 20277"/>
                <a:gd name="connsiteY1" fmla="*/ 16222 h 16222"/>
                <a:gd name="connsiteX2" fmla="*/ 0 w 20277"/>
                <a:gd name="connsiteY2" fmla="*/ 8111 h 16222"/>
                <a:gd name="connsiteX3" fmla="*/ 10139 w 20277"/>
                <a:gd name="connsiteY3" fmla="*/ 0 h 16222"/>
                <a:gd name="connsiteX4" fmla="*/ 20278 w 20277"/>
                <a:gd name="connsiteY4" fmla="*/ 8111 h 1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277" h="16222">
                  <a:moveTo>
                    <a:pt x="20278" y="8111"/>
                  </a:moveTo>
                  <a:cubicBezTo>
                    <a:pt x="20278" y="12547"/>
                    <a:pt x="15715" y="16222"/>
                    <a:pt x="10139" y="16222"/>
                  </a:cubicBezTo>
                  <a:cubicBezTo>
                    <a:pt x="4563" y="16222"/>
                    <a:pt x="0" y="12674"/>
                    <a:pt x="0" y="8111"/>
                  </a:cubicBezTo>
                  <a:cubicBezTo>
                    <a:pt x="0" y="3549"/>
                    <a:pt x="4563" y="0"/>
                    <a:pt x="10139" y="0"/>
                  </a:cubicBezTo>
                  <a:cubicBezTo>
                    <a:pt x="15715" y="0"/>
                    <a:pt x="20278" y="3549"/>
                    <a:pt x="20278" y="811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9" name="Freeform: Shape 3438">
              <a:extLst>
                <a:ext uri="{FF2B5EF4-FFF2-40B4-BE49-F238E27FC236}">
                  <a16:creationId xmlns:a16="http://schemas.microsoft.com/office/drawing/2014/main" id="{D9C3CA38-263A-3298-D1C9-7292F4B3F4FD}"/>
                </a:ext>
              </a:extLst>
            </p:cNvPr>
            <p:cNvSpPr/>
            <p:nvPr/>
          </p:nvSpPr>
          <p:spPr>
            <a:xfrm>
              <a:off x="1966816" y="2815723"/>
              <a:ext cx="18756" cy="14954"/>
            </a:xfrm>
            <a:custGeom>
              <a:avLst/>
              <a:gdLst>
                <a:gd name="connsiteX0" fmla="*/ 18757 w 18756"/>
                <a:gd name="connsiteY0" fmla="*/ 7477 h 14954"/>
                <a:gd name="connsiteX1" fmla="*/ 9378 w 18756"/>
                <a:gd name="connsiteY1" fmla="*/ 14955 h 14954"/>
                <a:gd name="connsiteX2" fmla="*/ 0 w 18756"/>
                <a:gd name="connsiteY2" fmla="*/ 7477 h 14954"/>
                <a:gd name="connsiteX3" fmla="*/ 9378 w 18756"/>
                <a:gd name="connsiteY3" fmla="*/ 0 h 14954"/>
                <a:gd name="connsiteX4" fmla="*/ 18757 w 18756"/>
                <a:gd name="connsiteY4" fmla="*/ 7477 h 14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56" h="14954">
                  <a:moveTo>
                    <a:pt x="18757" y="7477"/>
                  </a:moveTo>
                  <a:cubicBezTo>
                    <a:pt x="18757" y="11660"/>
                    <a:pt x="14575" y="14955"/>
                    <a:pt x="9378" y="14955"/>
                  </a:cubicBezTo>
                  <a:cubicBezTo>
                    <a:pt x="4182" y="14955"/>
                    <a:pt x="0" y="11660"/>
                    <a:pt x="0" y="7477"/>
                  </a:cubicBezTo>
                  <a:cubicBezTo>
                    <a:pt x="0" y="3295"/>
                    <a:pt x="4182" y="0"/>
                    <a:pt x="9378" y="0"/>
                  </a:cubicBezTo>
                  <a:cubicBezTo>
                    <a:pt x="14575" y="0"/>
                    <a:pt x="18757" y="3295"/>
                    <a:pt x="18757" y="747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0" name="Freeform: Shape 3439">
              <a:extLst>
                <a:ext uri="{FF2B5EF4-FFF2-40B4-BE49-F238E27FC236}">
                  <a16:creationId xmlns:a16="http://schemas.microsoft.com/office/drawing/2014/main" id="{643D8014-45CA-C8B4-5AE1-D31D92128B35}"/>
                </a:ext>
              </a:extLst>
            </p:cNvPr>
            <p:cNvSpPr/>
            <p:nvPr/>
          </p:nvSpPr>
          <p:spPr>
            <a:xfrm>
              <a:off x="1993050" y="2714080"/>
              <a:ext cx="18250" cy="14447"/>
            </a:xfrm>
            <a:custGeom>
              <a:avLst/>
              <a:gdLst>
                <a:gd name="connsiteX0" fmla="*/ 18250 w 18250"/>
                <a:gd name="connsiteY0" fmla="*/ 7224 h 14447"/>
                <a:gd name="connsiteX1" fmla="*/ 9125 w 18250"/>
                <a:gd name="connsiteY1" fmla="*/ 14448 h 14447"/>
                <a:gd name="connsiteX2" fmla="*/ 0 w 18250"/>
                <a:gd name="connsiteY2" fmla="*/ 7224 h 14447"/>
                <a:gd name="connsiteX3" fmla="*/ 9125 w 18250"/>
                <a:gd name="connsiteY3" fmla="*/ 0 h 14447"/>
                <a:gd name="connsiteX4" fmla="*/ 18250 w 18250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7">
                  <a:moveTo>
                    <a:pt x="18250" y="7224"/>
                  </a:moveTo>
                  <a:cubicBezTo>
                    <a:pt x="18250" y="11153"/>
                    <a:pt x="14195" y="14448"/>
                    <a:pt x="9125" y="14448"/>
                  </a:cubicBezTo>
                  <a:cubicBezTo>
                    <a:pt x="4056" y="14448"/>
                    <a:pt x="0" y="11153"/>
                    <a:pt x="0" y="7224"/>
                  </a:cubicBezTo>
                  <a:cubicBezTo>
                    <a:pt x="0" y="3295"/>
                    <a:pt x="4056" y="0"/>
                    <a:pt x="9125" y="0"/>
                  </a:cubicBezTo>
                  <a:cubicBezTo>
                    <a:pt x="14195" y="0"/>
                    <a:pt x="18250" y="3295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1" name="Freeform: Shape 3440">
              <a:extLst>
                <a:ext uri="{FF2B5EF4-FFF2-40B4-BE49-F238E27FC236}">
                  <a16:creationId xmlns:a16="http://schemas.microsoft.com/office/drawing/2014/main" id="{4EE800C6-5D32-60CB-A0DC-B6DAE60B71F9}"/>
                </a:ext>
              </a:extLst>
            </p:cNvPr>
            <p:cNvSpPr/>
            <p:nvPr/>
          </p:nvSpPr>
          <p:spPr>
            <a:xfrm>
              <a:off x="2023467" y="2613072"/>
              <a:ext cx="17489" cy="13941"/>
            </a:xfrm>
            <a:custGeom>
              <a:avLst/>
              <a:gdLst>
                <a:gd name="connsiteX0" fmla="*/ 17489 w 17489"/>
                <a:gd name="connsiteY0" fmla="*/ 6971 h 13941"/>
                <a:gd name="connsiteX1" fmla="*/ 8745 w 17489"/>
                <a:gd name="connsiteY1" fmla="*/ 13941 h 13941"/>
                <a:gd name="connsiteX2" fmla="*/ 0 w 17489"/>
                <a:gd name="connsiteY2" fmla="*/ 6971 h 13941"/>
                <a:gd name="connsiteX3" fmla="*/ 8745 w 17489"/>
                <a:gd name="connsiteY3" fmla="*/ 0 h 13941"/>
                <a:gd name="connsiteX4" fmla="*/ 17489 w 17489"/>
                <a:gd name="connsiteY4" fmla="*/ 6971 h 1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89" h="13941">
                  <a:moveTo>
                    <a:pt x="17489" y="6971"/>
                  </a:moveTo>
                  <a:cubicBezTo>
                    <a:pt x="17489" y="10773"/>
                    <a:pt x="13561" y="13941"/>
                    <a:pt x="8745" y="13941"/>
                  </a:cubicBezTo>
                  <a:cubicBezTo>
                    <a:pt x="3929" y="13941"/>
                    <a:pt x="0" y="10899"/>
                    <a:pt x="0" y="6971"/>
                  </a:cubicBezTo>
                  <a:cubicBezTo>
                    <a:pt x="0" y="3042"/>
                    <a:pt x="3929" y="0"/>
                    <a:pt x="8745" y="0"/>
                  </a:cubicBezTo>
                  <a:cubicBezTo>
                    <a:pt x="13561" y="0"/>
                    <a:pt x="17489" y="3042"/>
                    <a:pt x="17489" y="697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2" name="Freeform: Shape 3441">
              <a:extLst>
                <a:ext uri="{FF2B5EF4-FFF2-40B4-BE49-F238E27FC236}">
                  <a16:creationId xmlns:a16="http://schemas.microsoft.com/office/drawing/2014/main" id="{BC2DFA7A-4E18-DA48-7D0A-9A6C429311F4}"/>
                </a:ext>
              </a:extLst>
            </p:cNvPr>
            <p:cNvSpPr/>
            <p:nvPr/>
          </p:nvSpPr>
          <p:spPr>
            <a:xfrm>
              <a:off x="2057686" y="2512951"/>
              <a:ext cx="16729" cy="13180"/>
            </a:xfrm>
            <a:custGeom>
              <a:avLst/>
              <a:gdLst>
                <a:gd name="connsiteX0" fmla="*/ 16729 w 16729"/>
                <a:gd name="connsiteY0" fmla="*/ 6590 h 13180"/>
                <a:gd name="connsiteX1" fmla="*/ 8365 w 16729"/>
                <a:gd name="connsiteY1" fmla="*/ 13180 h 13180"/>
                <a:gd name="connsiteX2" fmla="*/ 0 w 16729"/>
                <a:gd name="connsiteY2" fmla="*/ 6590 h 13180"/>
                <a:gd name="connsiteX3" fmla="*/ 8365 w 16729"/>
                <a:gd name="connsiteY3" fmla="*/ 0 h 13180"/>
                <a:gd name="connsiteX4" fmla="*/ 16729 w 16729"/>
                <a:gd name="connsiteY4" fmla="*/ 6590 h 13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9" h="13180">
                  <a:moveTo>
                    <a:pt x="16729" y="6590"/>
                  </a:moveTo>
                  <a:cubicBezTo>
                    <a:pt x="16729" y="10266"/>
                    <a:pt x="12927" y="13180"/>
                    <a:pt x="8365" y="13180"/>
                  </a:cubicBezTo>
                  <a:cubicBezTo>
                    <a:pt x="3802" y="13180"/>
                    <a:pt x="0" y="10266"/>
                    <a:pt x="0" y="6590"/>
                  </a:cubicBezTo>
                  <a:cubicBezTo>
                    <a:pt x="0" y="2915"/>
                    <a:pt x="3675" y="0"/>
                    <a:pt x="8365" y="0"/>
                  </a:cubicBezTo>
                  <a:cubicBezTo>
                    <a:pt x="13054" y="0"/>
                    <a:pt x="16729" y="2915"/>
                    <a:pt x="16729" y="659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3" name="Freeform: Shape 3442">
              <a:extLst>
                <a:ext uri="{FF2B5EF4-FFF2-40B4-BE49-F238E27FC236}">
                  <a16:creationId xmlns:a16="http://schemas.microsoft.com/office/drawing/2014/main" id="{36DBEB55-39F0-0632-3576-39EBB31C5D32}"/>
                </a:ext>
              </a:extLst>
            </p:cNvPr>
            <p:cNvSpPr/>
            <p:nvPr/>
          </p:nvSpPr>
          <p:spPr>
            <a:xfrm>
              <a:off x="2096213" y="2413843"/>
              <a:ext cx="15335" cy="12166"/>
            </a:xfrm>
            <a:custGeom>
              <a:avLst/>
              <a:gdLst>
                <a:gd name="connsiteX0" fmla="*/ 15335 w 15335"/>
                <a:gd name="connsiteY0" fmla="*/ 6083 h 12166"/>
                <a:gd name="connsiteX1" fmla="*/ 7731 w 15335"/>
                <a:gd name="connsiteY1" fmla="*/ 12167 h 12166"/>
                <a:gd name="connsiteX2" fmla="*/ 0 w 15335"/>
                <a:gd name="connsiteY2" fmla="*/ 6083 h 12166"/>
                <a:gd name="connsiteX3" fmla="*/ 7731 w 15335"/>
                <a:gd name="connsiteY3" fmla="*/ 0 h 12166"/>
                <a:gd name="connsiteX4" fmla="*/ 15335 w 15335"/>
                <a:gd name="connsiteY4" fmla="*/ 6083 h 1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35" h="12166">
                  <a:moveTo>
                    <a:pt x="15335" y="6083"/>
                  </a:moveTo>
                  <a:cubicBezTo>
                    <a:pt x="15335" y="9505"/>
                    <a:pt x="11913" y="12167"/>
                    <a:pt x="7731" y="12167"/>
                  </a:cubicBezTo>
                  <a:cubicBezTo>
                    <a:pt x="3549" y="12167"/>
                    <a:pt x="0" y="9505"/>
                    <a:pt x="0" y="6083"/>
                  </a:cubicBezTo>
                  <a:cubicBezTo>
                    <a:pt x="0" y="2662"/>
                    <a:pt x="3422" y="0"/>
                    <a:pt x="7731" y="0"/>
                  </a:cubicBezTo>
                  <a:cubicBezTo>
                    <a:pt x="12040" y="0"/>
                    <a:pt x="15335" y="2662"/>
                    <a:pt x="15335" y="60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4" name="Freeform: Shape 3443">
              <a:extLst>
                <a:ext uri="{FF2B5EF4-FFF2-40B4-BE49-F238E27FC236}">
                  <a16:creationId xmlns:a16="http://schemas.microsoft.com/office/drawing/2014/main" id="{A3ACA5E3-460C-123E-8C72-1D041F6FE866}"/>
                </a:ext>
              </a:extLst>
            </p:cNvPr>
            <p:cNvSpPr/>
            <p:nvPr/>
          </p:nvSpPr>
          <p:spPr>
            <a:xfrm>
              <a:off x="2138290" y="2315749"/>
              <a:ext cx="14574" cy="11533"/>
            </a:xfrm>
            <a:custGeom>
              <a:avLst/>
              <a:gdLst>
                <a:gd name="connsiteX0" fmla="*/ 14575 w 14574"/>
                <a:gd name="connsiteY0" fmla="*/ 5703 h 11533"/>
                <a:gd name="connsiteX1" fmla="*/ 7224 w 14574"/>
                <a:gd name="connsiteY1" fmla="*/ 11533 h 11533"/>
                <a:gd name="connsiteX2" fmla="*/ 0 w 14574"/>
                <a:gd name="connsiteY2" fmla="*/ 5703 h 11533"/>
                <a:gd name="connsiteX3" fmla="*/ 7224 w 14574"/>
                <a:gd name="connsiteY3" fmla="*/ 0 h 11533"/>
                <a:gd name="connsiteX4" fmla="*/ 14575 w 14574"/>
                <a:gd name="connsiteY4" fmla="*/ 5703 h 11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574" h="11533">
                  <a:moveTo>
                    <a:pt x="14575" y="5703"/>
                  </a:moveTo>
                  <a:cubicBezTo>
                    <a:pt x="14575" y="8871"/>
                    <a:pt x="11279" y="11533"/>
                    <a:pt x="7224" y="11533"/>
                  </a:cubicBezTo>
                  <a:cubicBezTo>
                    <a:pt x="3168" y="11533"/>
                    <a:pt x="0" y="8998"/>
                    <a:pt x="0" y="5703"/>
                  </a:cubicBezTo>
                  <a:cubicBezTo>
                    <a:pt x="0" y="2408"/>
                    <a:pt x="3295" y="0"/>
                    <a:pt x="7224" y="0"/>
                  </a:cubicBezTo>
                  <a:cubicBezTo>
                    <a:pt x="11153" y="0"/>
                    <a:pt x="14575" y="2535"/>
                    <a:pt x="14575" y="570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5" name="Freeform: Shape 3444">
              <a:extLst>
                <a:ext uri="{FF2B5EF4-FFF2-40B4-BE49-F238E27FC236}">
                  <a16:creationId xmlns:a16="http://schemas.microsoft.com/office/drawing/2014/main" id="{8BF8CEE6-6344-B45A-1A66-30CC4DE5779A}"/>
                </a:ext>
              </a:extLst>
            </p:cNvPr>
            <p:cNvSpPr/>
            <p:nvPr/>
          </p:nvSpPr>
          <p:spPr>
            <a:xfrm>
              <a:off x="2184295" y="2218416"/>
              <a:ext cx="13687" cy="10899"/>
            </a:xfrm>
            <a:custGeom>
              <a:avLst/>
              <a:gdLst>
                <a:gd name="connsiteX0" fmla="*/ 13687 w 13687"/>
                <a:gd name="connsiteY0" fmla="*/ 5450 h 10899"/>
                <a:gd name="connsiteX1" fmla="*/ 6844 w 13687"/>
                <a:gd name="connsiteY1" fmla="*/ 10899 h 10899"/>
                <a:gd name="connsiteX2" fmla="*/ 0 w 13687"/>
                <a:gd name="connsiteY2" fmla="*/ 5450 h 10899"/>
                <a:gd name="connsiteX3" fmla="*/ 6844 w 13687"/>
                <a:gd name="connsiteY3" fmla="*/ 0 h 10899"/>
                <a:gd name="connsiteX4" fmla="*/ 13687 w 13687"/>
                <a:gd name="connsiteY4" fmla="*/ 5450 h 10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87" h="10899">
                  <a:moveTo>
                    <a:pt x="13687" y="5450"/>
                  </a:moveTo>
                  <a:cubicBezTo>
                    <a:pt x="13687" y="8491"/>
                    <a:pt x="10646" y="10899"/>
                    <a:pt x="6844" y="10899"/>
                  </a:cubicBezTo>
                  <a:cubicBezTo>
                    <a:pt x="3042" y="10899"/>
                    <a:pt x="0" y="8491"/>
                    <a:pt x="0" y="5450"/>
                  </a:cubicBezTo>
                  <a:cubicBezTo>
                    <a:pt x="0" y="2408"/>
                    <a:pt x="3168" y="0"/>
                    <a:pt x="6844" y="0"/>
                  </a:cubicBezTo>
                  <a:cubicBezTo>
                    <a:pt x="10519" y="0"/>
                    <a:pt x="13687" y="2408"/>
                    <a:pt x="13687" y="545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6" name="Freeform: Shape 3445">
              <a:extLst>
                <a:ext uri="{FF2B5EF4-FFF2-40B4-BE49-F238E27FC236}">
                  <a16:creationId xmlns:a16="http://schemas.microsoft.com/office/drawing/2014/main" id="{0E6BE011-D39A-9851-0972-D854F4782055}"/>
                </a:ext>
              </a:extLst>
            </p:cNvPr>
            <p:cNvSpPr/>
            <p:nvPr/>
          </p:nvSpPr>
          <p:spPr>
            <a:xfrm>
              <a:off x="2234102" y="2122604"/>
              <a:ext cx="12420" cy="9758"/>
            </a:xfrm>
            <a:custGeom>
              <a:avLst/>
              <a:gdLst>
                <a:gd name="connsiteX0" fmla="*/ 12420 w 12420"/>
                <a:gd name="connsiteY0" fmla="*/ 4943 h 9758"/>
                <a:gd name="connsiteX1" fmla="*/ 6210 w 12420"/>
                <a:gd name="connsiteY1" fmla="*/ 9759 h 9758"/>
                <a:gd name="connsiteX2" fmla="*/ 0 w 12420"/>
                <a:gd name="connsiteY2" fmla="*/ 4943 h 9758"/>
                <a:gd name="connsiteX3" fmla="*/ 6210 w 12420"/>
                <a:gd name="connsiteY3" fmla="*/ 0 h 9758"/>
                <a:gd name="connsiteX4" fmla="*/ 12420 w 12420"/>
                <a:gd name="connsiteY4" fmla="*/ 4943 h 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20" h="9758">
                  <a:moveTo>
                    <a:pt x="12420" y="4943"/>
                  </a:moveTo>
                  <a:lnTo>
                    <a:pt x="6210" y="9759"/>
                  </a:lnTo>
                  <a:lnTo>
                    <a:pt x="0" y="4943"/>
                  </a:lnTo>
                  <a:lnTo>
                    <a:pt x="6210" y="0"/>
                  </a:lnTo>
                  <a:lnTo>
                    <a:pt x="12420" y="494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7" name="Freeform: Shape 3446">
              <a:extLst>
                <a:ext uri="{FF2B5EF4-FFF2-40B4-BE49-F238E27FC236}">
                  <a16:creationId xmlns:a16="http://schemas.microsoft.com/office/drawing/2014/main" id="{7F8D1C85-E535-F042-EEF2-498A39C6735B}"/>
                </a:ext>
              </a:extLst>
            </p:cNvPr>
            <p:cNvSpPr/>
            <p:nvPr/>
          </p:nvSpPr>
          <p:spPr>
            <a:xfrm>
              <a:off x="2287458" y="2027805"/>
              <a:ext cx="11659" cy="9125"/>
            </a:xfrm>
            <a:custGeom>
              <a:avLst/>
              <a:gdLst>
                <a:gd name="connsiteX0" fmla="*/ 11660 w 11659"/>
                <a:gd name="connsiteY0" fmla="*/ 4563 h 9125"/>
                <a:gd name="connsiteX1" fmla="*/ 5830 w 11659"/>
                <a:gd name="connsiteY1" fmla="*/ 9125 h 9125"/>
                <a:gd name="connsiteX2" fmla="*/ 0 w 11659"/>
                <a:gd name="connsiteY2" fmla="*/ 4563 h 9125"/>
                <a:gd name="connsiteX3" fmla="*/ 5830 w 11659"/>
                <a:gd name="connsiteY3" fmla="*/ 0 h 9125"/>
                <a:gd name="connsiteX4" fmla="*/ 11660 w 11659"/>
                <a:gd name="connsiteY4" fmla="*/ 4563 h 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59" h="9125">
                  <a:moveTo>
                    <a:pt x="11660" y="4563"/>
                  </a:moveTo>
                  <a:lnTo>
                    <a:pt x="5830" y="9125"/>
                  </a:lnTo>
                  <a:lnTo>
                    <a:pt x="0" y="4563"/>
                  </a:lnTo>
                  <a:lnTo>
                    <a:pt x="5830" y="0"/>
                  </a:lnTo>
                  <a:lnTo>
                    <a:pt x="11660" y="456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8" name="Freeform: Shape 3447">
              <a:extLst>
                <a:ext uri="{FF2B5EF4-FFF2-40B4-BE49-F238E27FC236}">
                  <a16:creationId xmlns:a16="http://schemas.microsoft.com/office/drawing/2014/main" id="{A0C1265E-75F5-D239-1008-5E5776FA9DB9}"/>
                </a:ext>
              </a:extLst>
            </p:cNvPr>
            <p:cNvSpPr/>
            <p:nvPr/>
          </p:nvSpPr>
          <p:spPr>
            <a:xfrm>
              <a:off x="2344362" y="1934274"/>
              <a:ext cx="11026" cy="8618"/>
            </a:xfrm>
            <a:custGeom>
              <a:avLst/>
              <a:gdLst>
                <a:gd name="connsiteX0" fmla="*/ 11026 w 11026"/>
                <a:gd name="connsiteY0" fmla="*/ 4309 h 8618"/>
                <a:gd name="connsiteX1" fmla="*/ 5576 w 11026"/>
                <a:gd name="connsiteY1" fmla="*/ 8618 h 8618"/>
                <a:gd name="connsiteX2" fmla="*/ 0 w 11026"/>
                <a:gd name="connsiteY2" fmla="*/ 4309 h 8618"/>
                <a:gd name="connsiteX3" fmla="*/ 5576 w 11026"/>
                <a:gd name="connsiteY3" fmla="*/ 0 h 8618"/>
                <a:gd name="connsiteX4" fmla="*/ 11026 w 11026"/>
                <a:gd name="connsiteY4" fmla="*/ 4309 h 8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26" h="8618">
                  <a:moveTo>
                    <a:pt x="11026" y="4309"/>
                  </a:moveTo>
                  <a:lnTo>
                    <a:pt x="5576" y="8618"/>
                  </a:lnTo>
                  <a:lnTo>
                    <a:pt x="0" y="4309"/>
                  </a:lnTo>
                  <a:lnTo>
                    <a:pt x="5576" y="0"/>
                  </a:lnTo>
                  <a:lnTo>
                    <a:pt x="11026" y="430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9" name="Freeform: Shape 3448">
              <a:extLst>
                <a:ext uri="{FF2B5EF4-FFF2-40B4-BE49-F238E27FC236}">
                  <a16:creationId xmlns:a16="http://schemas.microsoft.com/office/drawing/2014/main" id="{F8AAAB09-BA72-6D7E-3500-17CB094D0EC9}"/>
                </a:ext>
              </a:extLst>
            </p:cNvPr>
            <p:cNvSpPr/>
            <p:nvPr/>
          </p:nvSpPr>
          <p:spPr>
            <a:xfrm>
              <a:off x="2405069" y="1842137"/>
              <a:ext cx="10138" cy="8111"/>
            </a:xfrm>
            <a:custGeom>
              <a:avLst/>
              <a:gdLst>
                <a:gd name="connsiteX0" fmla="*/ 10139 w 10138"/>
                <a:gd name="connsiteY0" fmla="*/ 4056 h 8111"/>
                <a:gd name="connsiteX1" fmla="*/ 5069 w 10138"/>
                <a:gd name="connsiteY1" fmla="*/ 8111 h 8111"/>
                <a:gd name="connsiteX2" fmla="*/ 0 w 10138"/>
                <a:gd name="connsiteY2" fmla="*/ 4056 h 8111"/>
                <a:gd name="connsiteX3" fmla="*/ 5069 w 10138"/>
                <a:gd name="connsiteY3" fmla="*/ 0 h 8111"/>
                <a:gd name="connsiteX4" fmla="*/ 10139 w 10138"/>
                <a:gd name="connsiteY4" fmla="*/ 4056 h 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38" h="8111">
                  <a:moveTo>
                    <a:pt x="10139" y="4056"/>
                  </a:moveTo>
                  <a:lnTo>
                    <a:pt x="5069" y="8111"/>
                  </a:lnTo>
                  <a:lnTo>
                    <a:pt x="0" y="4056"/>
                  </a:lnTo>
                  <a:lnTo>
                    <a:pt x="5069" y="0"/>
                  </a:lnTo>
                  <a:lnTo>
                    <a:pt x="10139" y="405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0" name="Freeform: Shape 3449">
              <a:extLst>
                <a:ext uri="{FF2B5EF4-FFF2-40B4-BE49-F238E27FC236}">
                  <a16:creationId xmlns:a16="http://schemas.microsoft.com/office/drawing/2014/main" id="{6E6A21D4-22E4-F44A-C521-96848FD2AF5B}"/>
                </a:ext>
              </a:extLst>
            </p:cNvPr>
            <p:cNvSpPr/>
            <p:nvPr/>
          </p:nvSpPr>
          <p:spPr>
            <a:xfrm>
              <a:off x="2469578" y="1751901"/>
              <a:ext cx="8617" cy="6843"/>
            </a:xfrm>
            <a:custGeom>
              <a:avLst/>
              <a:gdLst>
                <a:gd name="connsiteX0" fmla="*/ 8618 w 8617"/>
                <a:gd name="connsiteY0" fmla="*/ 3422 h 6843"/>
                <a:gd name="connsiteX1" fmla="*/ 4309 w 8617"/>
                <a:gd name="connsiteY1" fmla="*/ 6844 h 6843"/>
                <a:gd name="connsiteX2" fmla="*/ 0 w 8617"/>
                <a:gd name="connsiteY2" fmla="*/ 3422 h 6843"/>
                <a:gd name="connsiteX3" fmla="*/ 4309 w 8617"/>
                <a:gd name="connsiteY3" fmla="*/ 0 h 6843"/>
                <a:gd name="connsiteX4" fmla="*/ 8618 w 8617"/>
                <a:gd name="connsiteY4" fmla="*/ 3422 h 6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7" h="6843">
                  <a:moveTo>
                    <a:pt x="8618" y="3422"/>
                  </a:moveTo>
                  <a:lnTo>
                    <a:pt x="4309" y="6844"/>
                  </a:lnTo>
                  <a:lnTo>
                    <a:pt x="0" y="3422"/>
                  </a:lnTo>
                  <a:lnTo>
                    <a:pt x="4309" y="0"/>
                  </a:lnTo>
                  <a:lnTo>
                    <a:pt x="8618" y="342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1" name="Freeform: Shape 3450">
              <a:extLst>
                <a:ext uri="{FF2B5EF4-FFF2-40B4-BE49-F238E27FC236}">
                  <a16:creationId xmlns:a16="http://schemas.microsoft.com/office/drawing/2014/main" id="{D198AD91-DBC6-EE4C-E419-BD8A695FA9DE}"/>
                </a:ext>
              </a:extLst>
            </p:cNvPr>
            <p:cNvSpPr/>
            <p:nvPr/>
          </p:nvSpPr>
          <p:spPr>
            <a:xfrm>
              <a:off x="2537255" y="1662932"/>
              <a:ext cx="7984" cy="6336"/>
            </a:xfrm>
            <a:custGeom>
              <a:avLst/>
              <a:gdLst>
                <a:gd name="connsiteX0" fmla="*/ 7984 w 7984"/>
                <a:gd name="connsiteY0" fmla="*/ 3168 h 6336"/>
                <a:gd name="connsiteX1" fmla="*/ 3929 w 7984"/>
                <a:gd name="connsiteY1" fmla="*/ 6337 h 6336"/>
                <a:gd name="connsiteX2" fmla="*/ 0 w 7984"/>
                <a:gd name="connsiteY2" fmla="*/ 3168 h 6336"/>
                <a:gd name="connsiteX3" fmla="*/ 3929 w 7984"/>
                <a:gd name="connsiteY3" fmla="*/ 0 h 6336"/>
                <a:gd name="connsiteX4" fmla="*/ 7984 w 7984"/>
                <a:gd name="connsiteY4" fmla="*/ 3168 h 6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84" h="6336">
                  <a:moveTo>
                    <a:pt x="7984" y="3168"/>
                  </a:moveTo>
                  <a:lnTo>
                    <a:pt x="3929" y="6337"/>
                  </a:lnTo>
                  <a:lnTo>
                    <a:pt x="0" y="3168"/>
                  </a:lnTo>
                  <a:lnTo>
                    <a:pt x="3929" y="0"/>
                  </a:lnTo>
                  <a:lnTo>
                    <a:pt x="7984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2" name="Freeform: Shape 3451">
              <a:extLst>
                <a:ext uri="{FF2B5EF4-FFF2-40B4-BE49-F238E27FC236}">
                  <a16:creationId xmlns:a16="http://schemas.microsoft.com/office/drawing/2014/main" id="{D713B2B4-5C44-1FC6-E3AB-AFD4B03446A5}"/>
                </a:ext>
              </a:extLst>
            </p:cNvPr>
            <p:cNvSpPr/>
            <p:nvPr/>
          </p:nvSpPr>
          <p:spPr>
            <a:xfrm>
              <a:off x="2608734" y="1575992"/>
              <a:ext cx="6463" cy="5069"/>
            </a:xfrm>
            <a:custGeom>
              <a:avLst/>
              <a:gdLst>
                <a:gd name="connsiteX0" fmla="*/ 6464 w 6463"/>
                <a:gd name="connsiteY0" fmla="*/ 2535 h 5069"/>
                <a:gd name="connsiteX1" fmla="*/ 3295 w 6463"/>
                <a:gd name="connsiteY1" fmla="*/ 5069 h 5069"/>
                <a:gd name="connsiteX2" fmla="*/ 0 w 6463"/>
                <a:gd name="connsiteY2" fmla="*/ 2535 h 5069"/>
                <a:gd name="connsiteX3" fmla="*/ 3295 w 6463"/>
                <a:gd name="connsiteY3" fmla="*/ 0 h 5069"/>
                <a:gd name="connsiteX4" fmla="*/ 6464 w 6463"/>
                <a:gd name="connsiteY4" fmla="*/ 2535 h 5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069">
                  <a:moveTo>
                    <a:pt x="6464" y="2535"/>
                  </a:moveTo>
                  <a:lnTo>
                    <a:pt x="3295" y="5069"/>
                  </a:lnTo>
                  <a:lnTo>
                    <a:pt x="0" y="2535"/>
                  </a:lnTo>
                  <a:lnTo>
                    <a:pt x="3295" y="0"/>
                  </a:lnTo>
                  <a:lnTo>
                    <a:pt x="6464" y="253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3" name="Freeform: Shape 3452">
              <a:extLst>
                <a:ext uri="{FF2B5EF4-FFF2-40B4-BE49-F238E27FC236}">
                  <a16:creationId xmlns:a16="http://schemas.microsoft.com/office/drawing/2014/main" id="{ECB88C2E-8403-031E-903F-09D615709C03}"/>
                </a:ext>
              </a:extLst>
            </p:cNvPr>
            <p:cNvSpPr/>
            <p:nvPr/>
          </p:nvSpPr>
          <p:spPr>
            <a:xfrm>
              <a:off x="2683254" y="1490445"/>
              <a:ext cx="5703" cy="4562"/>
            </a:xfrm>
            <a:custGeom>
              <a:avLst/>
              <a:gdLst>
                <a:gd name="connsiteX0" fmla="*/ 5703 w 5703"/>
                <a:gd name="connsiteY0" fmla="*/ 2281 h 4562"/>
                <a:gd name="connsiteX1" fmla="*/ 2788 w 5703"/>
                <a:gd name="connsiteY1" fmla="*/ 4563 h 4562"/>
                <a:gd name="connsiteX2" fmla="*/ 0 w 5703"/>
                <a:gd name="connsiteY2" fmla="*/ 2281 h 4562"/>
                <a:gd name="connsiteX3" fmla="*/ 2788 w 5703"/>
                <a:gd name="connsiteY3" fmla="*/ 0 h 4562"/>
                <a:gd name="connsiteX4" fmla="*/ 5703 w 5703"/>
                <a:gd name="connsiteY4" fmla="*/ 2281 h 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03" h="4562">
                  <a:moveTo>
                    <a:pt x="5703" y="2281"/>
                  </a:moveTo>
                  <a:lnTo>
                    <a:pt x="2788" y="4563"/>
                  </a:lnTo>
                  <a:lnTo>
                    <a:pt x="0" y="2281"/>
                  </a:lnTo>
                  <a:lnTo>
                    <a:pt x="2788" y="0"/>
                  </a:lnTo>
                  <a:lnTo>
                    <a:pt x="5703" y="22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4" name="Freeform: Shape 3453">
              <a:extLst>
                <a:ext uri="{FF2B5EF4-FFF2-40B4-BE49-F238E27FC236}">
                  <a16:creationId xmlns:a16="http://schemas.microsoft.com/office/drawing/2014/main" id="{1E687AF1-8E80-2396-3517-6DFD48BDCAE7}"/>
                </a:ext>
              </a:extLst>
            </p:cNvPr>
            <p:cNvSpPr/>
            <p:nvPr/>
          </p:nvSpPr>
          <p:spPr>
            <a:xfrm>
              <a:off x="2761324" y="1407053"/>
              <a:ext cx="4308" cy="3421"/>
            </a:xfrm>
            <a:custGeom>
              <a:avLst/>
              <a:gdLst>
                <a:gd name="connsiteX0" fmla="*/ 4309 w 4308"/>
                <a:gd name="connsiteY0" fmla="*/ 1774 h 3421"/>
                <a:gd name="connsiteX1" fmla="*/ 2154 w 4308"/>
                <a:gd name="connsiteY1" fmla="*/ 3422 h 3421"/>
                <a:gd name="connsiteX2" fmla="*/ 0 w 4308"/>
                <a:gd name="connsiteY2" fmla="*/ 1774 h 3421"/>
                <a:gd name="connsiteX3" fmla="*/ 2154 w 4308"/>
                <a:gd name="connsiteY3" fmla="*/ 0 h 3421"/>
                <a:gd name="connsiteX4" fmla="*/ 4309 w 4308"/>
                <a:gd name="connsiteY4" fmla="*/ 1774 h 3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8" h="3421">
                  <a:moveTo>
                    <a:pt x="4309" y="1774"/>
                  </a:moveTo>
                  <a:lnTo>
                    <a:pt x="2154" y="3422"/>
                  </a:lnTo>
                  <a:lnTo>
                    <a:pt x="0" y="1774"/>
                  </a:lnTo>
                  <a:lnTo>
                    <a:pt x="2154" y="0"/>
                  </a:lnTo>
                  <a:lnTo>
                    <a:pt x="4309" y="177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5" name="Freeform: Shape 3454">
              <a:extLst>
                <a:ext uri="{FF2B5EF4-FFF2-40B4-BE49-F238E27FC236}">
                  <a16:creationId xmlns:a16="http://schemas.microsoft.com/office/drawing/2014/main" id="{8283E200-0A13-57D4-80C0-E4B36FC3F08F}"/>
                </a:ext>
              </a:extLst>
            </p:cNvPr>
            <p:cNvSpPr/>
            <p:nvPr/>
          </p:nvSpPr>
          <p:spPr>
            <a:xfrm>
              <a:off x="2842561" y="1325561"/>
              <a:ext cx="3041" cy="2408"/>
            </a:xfrm>
            <a:custGeom>
              <a:avLst/>
              <a:gdLst>
                <a:gd name="connsiteX0" fmla="*/ 3042 w 3041"/>
                <a:gd name="connsiteY0" fmla="*/ 1267 h 2408"/>
                <a:gd name="connsiteX1" fmla="*/ 1521 w 3041"/>
                <a:gd name="connsiteY1" fmla="*/ 2408 h 2408"/>
                <a:gd name="connsiteX2" fmla="*/ 0 w 3041"/>
                <a:gd name="connsiteY2" fmla="*/ 1267 h 2408"/>
                <a:gd name="connsiteX3" fmla="*/ 1521 w 3041"/>
                <a:gd name="connsiteY3" fmla="*/ 0 h 2408"/>
                <a:gd name="connsiteX4" fmla="*/ 3042 w 3041"/>
                <a:gd name="connsiteY4" fmla="*/ 1267 h 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1" h="2408">
                  <a:moveTo>
                    <a:pt x="3042" y="1267"/>
                  </a:moveTo>
                  <a:lnTo>
                    <a:pt x="1521" y="2408"/>
                  </a:lnTo>
                  <a:lnTo>
                    <a:pt x="0" y="1267"/>
                  </a:lnTo>
                  <a:lnTo>
                    <a:pt x="1521" y="0"/>
                  </a:lnTo>
                  <a:lnTo>
                    <a:pt x="3042" y="126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6" name="Freeform: Shape 3455">
              <a:extLst>
                <a:ext uri="{FF2B5EF4-FFF2-40B4-BE49-F238E27FC236}">
                  <a16:creationId xmlns:a16="http://schemas.microsoft.com/office/drawing/2014/main" id="{BEC488A0-0BF5-2D78-9DFF-688EC105C9FF}"/>
                </a:ext>
              </a:extLst>
            </p:cNvPr>
            <p:cNvSpPr/>
            <p:nvPr/>
          </p:nvSpPr>
          <p:spPr>
            <a:xfrm>
              <a:off x="2926334" y="1245591"/>
              <a:ext cx="2915" cy="2408"/>
            </a:xfrm>
            <a:custGeom>
              <a:avLst/>
              <a:gdLst>
                <a:gd name="connsiteX0" fmla="*/ 2915 w 2915"/>
                <a:gd name="connsiteY0" fmla="*/ 1141 h 2408"/>
                <a:gd name="connsiteX1" fmla="*/ 1521 w 2915"/>
                <a:gd name="connsiteY1" fmla="*/ 2408 h 2408"/>
                <a:gd name="connsiteX2" fmla="*/ 0 w 2915"/>
                <a:gd name="connsiteY2" fmla="*/ 1141 h 2408"/>
                <a:gd name="connsiteX3" fmla="*/ 1521 w 2915"/>
                <a:gd name="connsiteY3" fmla="*/ 0 h 2408"/>
                <a:gd name="connsiteX4" fmla="*/ 2915 w 2915"/>
                <a:gd name="connsiteY4" fmla="*/ 1141 h 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5" h="2408">
                  <a:moveTo>
                    <a:pt x="2915" y="1141"/>
                  </a:moveTo>
                  <a:lnTo>
                    <a:pt x="1521" y="2408"/>
                  </a:lnTo>
                  <a:lnTo>
                    <a:pt x="0" y="1141"/>
                  </a:lnTo>
                  <a:lnTo>
                    <a:pt x="1521" y="0"/>
                  </a:lnTo>
                  <a:lnTo>
                    <a:pt x="2915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7" name="Freeform: Shape 3456">
              <a:extLst>
                <a:ext uri="{FF2B5EF4-FFF2-40B4-BE49-F238E27FC236}">
                  <a16:creationId xmlns:a16="http://schemas.microsoft.com/office/drawing/2014/main" id="{9F379121-DB77-D577-EF96-13A91308792B}"/>
                </a:ext>
              </a:extLst>
            </p:cNvPr>
            <p:cNvSpPr/>
            <p:nvPr/>
          </p:nvSpPr>
          <p:spPr>
            <a:xfrm>
              <a:off x="3014035" y="1168282"/>
              <a:ext cx="1267" cy="1140"/>
            </a:xfrm>
            <a:custGeom>
              <a:avLst/>
              <a:gdLst>
                <a:gd name="connsiteX0" fmla="*/ 1267 w 1267"/>
                <a:gd name="connsiteY0" fmla="*/ 507 h 1140"/>
                <a:gd name="connsiteX1" fmla="*/ 634 w 1267"/>
                <a:gd name="connsiteY1" fmla="*/ 1141 h 1140"/>
                <a:gd name="connsiteX2" fmla="*/ 0 w 1267"/>
                <a:gd name="connsiteY2" fmla="*/ 507 h 1140"/>
                <a:gd name="connsiteX3" fmla="*/ 634 w 1267"/>
                <a:gd name="connsiteY3" fmla="*/ 0 h 1140"/>
                <a:gd name="connsiteX4" fmla="*/ 1267 w 1267"/>
                <a:gd name="connsiteY4" fmla="*/ 507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7" h="1140">
                  <a:moveTo>
                    <a:pt x="1267" y="507"/>
                  </a:moveTo>
                  <a:lnTo>
                    <a:pt x="634" y="1141"/>
                  </a:lnTo>
                  <a:lnTo>
                    <a:pt x="0" y="507"/>
                  </a:lnTo>
                  <a:lnTo>
                    <a:pt x="634" y="0"/>
                  </a:lnTo>
                  <a:lnTo>
                    <a:pt x="1267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8" name="Freeform: Shape 3457">
              <a:extLst>
                <a:ext uri="{FF2B5EF4-FFF2-40B4-BE49-F238E27FC236}">
                  <a16:creationId xmlns:a16="http://schemas.microsoft.com/office/drawing/2014/main" id="{70D45E92-959A-7CC8-F04B-60B8E1CEC46C}"/>
                </a:ext>
              </a:extLst>
            </p:cNvPr>
            <p:cNvSpPr/>
            <p:nvPr/>
          </p:nvSpPr>
          <p:spPr>
            <a:xfrm>
              <a:off x="3196915" y="1019494"/>
              <a:ext cx="380" cy="253"/>
            </a:xfrm>
            <a:custGeom>
              <a:avLst/>
              <a:gdLst>
                <a:gd name="connsiteX0" fmla="*/ 380 w 380"/>
                <a:gd name="connsiteY0" fmla="*/ 127 h 253"/>
                <a:gd name="connsiteX1" fmla="*/ 254 w 380"/>
                <a:gd name="connsiteY1" fmla="*/ 254 h 253"/>
                <a:gd name="connsiteX2" fmla="*/ 0 w 380"/>
                <a:gd name="connsiteY2" fmla="*/ 127 h 253"/>
                <a:gd name="connsiteX3" fmla="*/ 254 w 380"/>
                <a:gd name="connsiteY3" fmla="*/ 0 h 253"/>
                <a:gd name="connsiteX4" fmla="*/ 380 w 380"/>
                <a:gd name="connsiteY4" fmla="*/ 127 h 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" h="253">
                  <a:moveTo>
                    <a:pt x="380" y="127"/>
                  </a:moveTo>
                  <a:lnTo>
                    <a:pt x="254" y="254"/>
                  </a:lnTo>
                  <a:lnTo>
                    <a:pt x="0" y="127"/>
                  </a:lnTo>
                  <a:lnTo>
                    <a:pt x="254" y="0"/>
                  </a:lnTo>
                  <a:lnTo>
                    <a:pt x="380" y="12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9" name="Freeform: Shape 3458">
              <a:extLst>
                <a:ext uri="{FF2B5EF4-FFF2-40B4-BE49-F238E27FC236}">
                  <a16:creationId xmlns:a16="http://schemas.microsoft.com/office/drawing/2014/main" id="{2314BE2E-02A4-824D-1410-2D30C42B456A}"/>
                </a:ext>
              </a:extLst>
            </p:cNvPr>
            <p:cNvSpPr/>
            <p:nvPr/>
          </p:nvSpPr>
          <p:spPr>
            <a:xfrm>
              <a:off x="3292221" y="948015"/>
              <a:ext cx="887" cy="633"/>
            </a:xfrm>
            <a:custGeom>
              <a:avLst/>
              <a:gdLst>
                <a:gd name="connsiteX0" fmla="*/ 887 w 887"/>
                <a:gd name="connsiteY0" fmla="*/ 380 h 633"/>
                <a:gd name="connsiteX1" fmla="*/ 380 w 887"/>
                <a:gd name="connsiteY1" fmla="*/ 634 h 633"/>
                <a:gd name="connsiteX2" fmla="*/ 0 w 887"/>
                <a:gd name="connsiteY2" fmla="*/ 380 h 633"/>
                <a:gd name="connsiteX3" fmla="*/ 380 w 887"/>
                <a:gd name="connsiteY3" fmla="*/ 0 h 633"/>
                <a:gd name="connsiteX4" fmla="*/ 887 w 887"/>
                <a:gd name="connsiteY4" fmla="*/ 380 h 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7" h="633">
                  <a:moveTo>
                    <a:pt x="887" y="380"/>
                  </a:moveTo>
                  <a:lnTo>
                    <a:pt x="380" y="634"/>
                  </a:lnTo>
                  <a:lnTo>
                    <a:pt x="0" y="380"/>
                  </a:lnTo>
                  <a:lnTo>
                    <a:pt x="380" y="0"/>
                  </a:lnTo>
                  <a:lnTo>
                    <a:pt x="887" y="38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0" name="Freeform: Shape 3459">
              <a:extLst>
                <a:ext uri="{FF2B5EF4-FFF2-40B4-BE49-F238E27FC236}">
                  <a16:creationId xmlns:a16="http://schemas.microsoft.com/office/drawing/2014/main" id="{A49EEC03-0C8E-7E2F-C2D6-1E0A4003526E}"/>
                </a:ext>
              </a:extLst>
            </p:cNvPr>
            <p:cNvSpPr/>
            <p:nvPr/>
          </p:nvSpPr>
          <p:spPr>
            <a:xfrm>
              <a:off x="3390061" y="878817"/>
              <a:ext cx="1774" cy="1394"/>
            </a:xfrm>
            <a:custGeom>
              <a:avLst/>
              <a:gdLst>
                <a:gd name="connsiteX0" fmla="*/ 1774 w 1774"/>
                <a:gd name="connsiteY0" fmla="*/ 634 h 1394"/>
                <a:gd name="connsiteX1" fmla="*/ 887 w 1774"/>
                <a:gd name="connsiteY1" fmla="*/ 1394 h 1394"/>
                <a:gd name="connsiteX2" fmla="*/ 0 w 1774"/>
                <a:gd name="connsiteY2" fmla="*/ 634 h 1394"/>
                <a:gd name="connsiteX3" fmla="*/ 887 w 1774"/>
                <a:gd name="connsiteY3" fmla="*/ 0 h 1394"/>
                <a:gd name="connsiteX4" fmla="*/ 1774 w 1774"/>
                <a:gd name="connsiteY4" fmla="*/ 634 h 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" h="1394">
                  <a:moveTo>
                    <a:pt x="1774" y="634"/>
                  </a:moveTo>
                  <a:lnTo>
                    <a:pt x="887" y="1394"/>
                  </a:lnTo>
                  <a:lnTo>
                    <a:pt x="0" y="634"/>
                  </a:lnTo>
                  <a:lnTo>
                    <a:pt x="887" y="0"/>
                  </a:lnTo>
                  <a:lnTo>
                    <a:pt x="1774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1" name="Freeform: Shape 3460">
              <a:extLst>
                <a:ext uri="{FF2B5EF4-FFF2-40B4-BE49-F238E27FC236}">
                  <a16:creationId xmlns:a16="http://schemas.microsoft.com/office/drawing/2014/main" id="{29D74650-E984-2E6F-3152-E0529A0A1AF3}"/>
                </a:ext>
              </a:extLst>
            </p:cNvPr>
            <p:cNvSpPr/>
            <p:nvPr/>
          </p:nvSpPr>
          <p:spPr>
            <a:xfrm>
              <a:off x="3490309" y="811901"/>
              <a:ext cx="2915" cy="2281"/>
            </a:xfrm>
            <a:custGeom>
              <a:avLst/>
              <a:gdLst>
                <a:gd name="connsiteX0" fmla="*/ 2915 w 2915"/>
                <a:gd name="connsiteY0" fmla="*/ 1141 h 2281"/>
                <a:gd name="connsiteX1" fmla="*/ 1394 w 2915"/>
                <a:gd name="connsiteY1" fmla="*/ 2281 h 2281"/>
                <a:gd name="connsiteX2" fmla="*/ 0 w 2915"/>
                <a:gd name="connsiteY2" fmla="*/ 1141 h 2281"/>
                <a:gd name="connsiteX3" fmla="*/ 1394 w 2915"/>
                <a:gd name="connsiteY3" fmla="*/ 0 h 2281"/>
                <a:gd name="connsiteX4" fmla="*/ 2915 w 2915"/>
                <a:gd name="connsiteY4" fmla="*/ 1141 h 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5" h="2281">
                  <a:moveTo>
                    <a:pt x="2915" y="1141"/>
                  </a:moveTo>
                  <a:lnTo>
                    <a:pt x="1394" y="2281"/>
                  </a:lnTo>
                  <a:lnTo>
                    <a:pt x="0" y="1141"/>
                  </a:lnTo>
                  <a:lnTo>
                    <a:pt x="1394" y="0"/>
                  </a:lnTo>
                  <a:lnTo>
                    <a:pt x="2915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2" name="Freeform: Shape 3461">
              <a:extLst>
                <a:ext uri="{FF2B5EF4-FFF2-40B4-BE49-F238E27FC236}">
                  <a16:creationId xmlns:a16="http://schemas.microsoft.com/office/drawing/2014/main" id="{A899BB71-17A7-396D-49F2-5467096132CD}"/>
                </a:ext>
              </a:extLst>
            </p:cNvPr>
            <p:cNvSpPr/>
            <p:nvPr/>
          </p:nvSpPr>
          <p:spPr>
            <a:xfrm>
              <a:off x="3593472" y="747645"/>
              <a:ext cx="3421" cy="2914"/>
            </a:xfrm>
            <a:custGeom>
              <a:avLst/>
              <a:gdLst>
                <a:gd name="connsiteX0" fmla="*/ 3422 w 3421"/>
                <a:gd name="connsiteY0" fmla="*/ 1394 h 2914"/>
                <a:gd name="connsiteX1" fmla="*/ 1648 w 3421"/>
                <a:gd name="connsiteY1" fmla="*/ 2915 h 2914"/>
                <a:gd name="connsiteX2" fmla="*/ 0 w 3421"/>
                <a:gd name="connsiteY2" fmla="*/ 1394 h 2914"/>
                <a:gd name="connsiteX3" fmla="*/ 1648 w 3421"/>
                <a:gd name="connsiteY3" fmla="*/ 0 h 2914"/>
                <a:gd name="connsiteX4" fmla="*/ 3422 w 3421"/>
                <a:gd name="connsiteY4" fmla="*/ 1394 h 2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21" h="2914">
                  <a:moveTo>
                    <a:pt x="3422" y="1394"/>
                  </a:moveTo>
                  <a:lnTo>
                    <a:pt x="1648" y="2915"/>
                  </a:lnTo>
                  <a:lnTo>
                    <a:pt x="0" y="1394"/>
                  </a:lnTo>
                  <a:lnTo>
                    <a:pt x="1648" y="0"/>
                  </a:lnTo>
                  <a:lnTo>
                    <a:pt x="3422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3" name="Freeform: Shape 3462">
              <a:extLst>
                <a:ext uri="{FF2B5EF4-FFF2-40B4-BE49-F238E27FC236}">
                  <a16:creationId xmlns:a16="http://schemas.microsoft.com/office/drawing/2014/main" id="{A382FB3F-5A9D-03DB-478A-967EA1A6DBD2}"/>
                </a:ext>
              </a:extLst>
            </p:cNvPr>
            <p:cNvSpPr/>
            <p:nvPr/>
          </p:nvSpPr>
          <p:spPr>
            <a:xfrm>
              <a:off x="3698916" y="686052"/>
              <a:ext cx="4182" cy="3295"/>
            </a:xfrm>
            <a:custGeom>
              <a:avLst/>
              <a:gdLst>
                <a:gd name="connsiteX0" fmla="*/ 4183 w 4182"/>
                <a:gd name="connsiteY0" fmla="*/ 1648 h 3295"/>
                <a:gd name="connsiteX1" fmla="*/ 2155 w 4182"/>
                <a:gd name="connsiteY1" fmla="*/ 3295 h 3295"/>
                <a:gd name="connsiteX2" fmla="*/ 0 w 4182"/>
                <a:gd name="connsiteY2" fmla="*/ 1648 h 3295"/>
                <a:gd name="connsiteX3" fmla="*/ 2155 w 4182"/>
                <a:gd name="connsiteY3" fmla="*/ 0 h 3295"/>
                <a:gd name="connsiteX4" fmla="*/ 4183 w 4182"/>
                <a:gd name="connsiteY4" fmla="*/ 1648 h 3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2" h="3295">
                  <a:moveTo>
                    <a:pt x="4183" y="1648"/>
                  </a:moveTo>
                  <a:lnTo>
                    <a:pt x="2155" y="3295"/>
                  </a:lnTo>
                  <a:lnTo>
                    <a:pt x="0" y="1648"/>
                  </a:lnTo>
                  <a:lnTo>
                    <a:pt x="2155" y="0"/>
                  </a:lnTo>
                  <a:lnTo>
                    <a:pt x="4183" y="164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4" name="Freeform: Shape 3463">
              <a:extLst>
                <a:ext uri="{FF2B5EF4-FFF2-40B4-BE49-F238E27FC236}">
                  <a16:creationId xmlns:a16="http://schemas.microsoft.com/office/drawing/2014/main" id="{F03A7984-927F-9AFD-0502-3D7DCAB60C7F}"/>
                </a:ext>
              </a:extLst>
            </p:cNvPr>
            <p:cNvSpPr/>
            <p:nvPr/>
          </p:nvSpPr>
          <p:spPr>
            <a:xfrm>
              <a:off x="3806515" y="626866"/>
              <a:ext cx="5322" cy="4182"/>
            </a:xfrm>
            <a:custGeom>
              <a:avLst/>
              <a:gdLst>
                <a:gd name="connsiteX0" fmla="*/ 5323 w 5322"/>
                <a:gd name="connsiteY0" fmla="*/ 2028 h 4182"/>
                <a:gd name="connsiteX1" fmla="*/ 2661 w 5322"/>
                <a:gd name="connsiteY1" fmla="*/ 4182 h 4182"/>
                <a:gd name="connsiteX2" fmla="*/ 0 w 5322"/>
                <a:gd name="connsiteY2" fmla="*/ 2028 h 4182"/>
                <a:gd name="connsiteX3" fmla="*/ 2661 w 5322"/>
                <a:gd name="connsiteY3" fmla="*/ 0 h 4182"/>
                <a:gd name="connsiteX4" fmla="*/ 5323 w 5322"/>
                <a:gd name="connsiteY4" fmla="*/ 2028 h 4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22" h="4182">
                  <a:moveTo>
                    <a:pt x="5323" y="2028"/>
                  </a:moveTo>
                  <a:lnTo>
                    <a:pt x="2661" y="4182"/>
                  </a:lnTo>
                  <a:lnTo>
                    <a:pt x="0" y="2028"/>
                  </a:lnTo>
                  <a:lnTo>
                    <a:pt x="2661" y="0"/>
                  </a:lnTo>
                  <a:lnTo>
                    <a:pt x="5323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5" name="Freeform: Shape 3464">
              <a:extLst>
                <a:ext uri="{FF2B5EF4-FFF2-40B4-BE49-F238E27FC236}">
                  <a16:creationId xmlns:a16="http://schemas.microsoft.com/office/drawing/2014/main" id="{EA498181-3E83-F2A6-61A0-8BF2D4BCADE5}"/>
                </a:ext>
              </a:extLst>
            </p:cNvPr>
            <p:cNvSpPr/>
            <p:nvPr/>
          </p:nvSpPr>
          <p:spPr>
            <a:xfrm>
              <a:off x="3916649" y="570469"/>
              <a:ext cx="5829" cy="4689"/>
            </a:xfrm>
            <a:custGeom>
              <a:avLst/>
              <a:gdLst>
                <a:gd name="connsiteX0" fmla="*/ 5830 w 5829"/>
                <a:gd name="connsiteY0" fmla="*/ 2408 h 4689"/>
                <a:gd name="connsiteX1" fmla="*/ 2915 w 5829"/>
                <a:gd name="connsiteY1" fmla="*/ 4689 h 4689"/>
                <a:gd name="connsiteX2" fmla="*/ 0 w 5829"/>
                <a:gd name="connsiteY2" fmla="*/ 2408 h 4689"/>
                <a:gd name="connsiteX3" fmla="*/ 2915 w 5829"/>
                <a:gd name="connsiteY3" fmla="*/ 0 h 4689"/>
                <a:gd name="connsiteX4" fmla="*/ 5830 w 5829"/>
                <a:gd name="connsiteY4" fmla="*/ 2408 h 4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29" h="4689">
                  <a:moveTo>
                    <a:pt x="5830" y="2408"/>
                  </a:moveTo>
                  <a:lnTo>
                    <a:pt x="2915" y="4689"/>
                  </a:lnTo>
                  <a:lnTo>
                    <a:pt x="0" y="2408"/>
                  </a:lnTo>
                  <a:lnTo>
                    <a:pt x="2915" y="0"/>
                  </a:lnTo>
                  <a:lnTo>
                    <a:pt x="5830" y="240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6" name="Freeform: Shape 3465">
              <a:extLst>
                <a:ext uri="{FF2B5EF4-FFF2-40B4-BE49-F238E27FC236}">
                  <a16:creationId xmlns:a16="http://schemas.microsoft.com/office/drawing/2014/main" id="{14E0FF5C-0353-2BCE-F703-2239BB434443}"/>
                </a:ext>
              </a:extLst>
            </p:cNvPr>
            <p:cNvSpPr/>
            <p:nvPr/>
          </p:nvSpPr>
          <p:spPr>
            <a:xfrm>
              <a:off x="4028430" y="516606"/>
              <a:ext cx="7350" cy="5703"/>
            </a:xfrm>
            <a:custGeom>
              <a:avLst/>
              <a:gdLst>
                <a:gd name="connsiteX0" fmla="*/ 7351 w 7350"/>
                <a:gd name="connsiteY0" fmla="*/ 2915 h 5703"/>
                <a:gd name="connsiteX1" fmla="*/ 3675 w 7350"/>
                <a:gd name="connsiteY1" fmla="*/ 5703 h 5703"/>
                <a:gd name="connsiteX2" fmla="*/ 0 w 7350"/>
                <a:gd name="connsiteY2" fmla="*/ 2915 h 5703"/>
                <a:gd name="connsiteX3" fmla="*/ 3675 w 7350"/>
                <a:gd name="connsiteY3" fmla="*/ 0 h 5703"/>
                <a:gd name="connsiteX4" fmla="*/ 7351 w 7350"/>
                <a:gd name="connsiteY4" fmla="*/ 2915 h 5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0" h="5703">
                  <a:moveTo>
                    <a:pt x="7351" y="2915"/>
                  </a:moveTo>
                  <a:lnTo>
                    <a:pt x="3675" y="5703"/>
                  </a:lnTo>
                  <a:lnTo>
                    <a:pt x="0" y="2915"/>
                  </a:lnTo>
                  <a:lnTo>
                    <a:pt x="3675" y="0"/>
                  </a:lnTo>
                  <a:lnTo>
                    <a:pt x="7351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7" name="Freeform: Shape 3466">
              <a:extLst>
                <a:ext uri="{FF2B5EF4-FFF2-40B4-BE49-F238E27FC236}">
                  <a16:creationId xmlns:a16="http://schemas.microsoft.com/office/drawing/2014/main" id="{A69C1608-8196-AA7E-963B-8223DCDDA585}"/>
                </a:ext>
              </a:extLst>
            </p:cNvPr>
            <p:cNvSpPr/>
            <p:nvPr/>
          </p:nvSpPr>
          <p:spPr>
            <a:xfrm>
              <a:off x="4142746" y="465785"/>
              <a:ext cx="7857" cy="6210"/>
            </a:xfrm>
            <a:custGeom>
              <a:avLst/>
              <a:gdLst>
                <a:gd name="connsiteX0" fmla="*/ 7858 w 7857"/>
                <a:gd name="connsiteY0" fmla="*/ 3042 h 6210"/>
                <a:gd name="connsiteX1" fmla="*/ 3929 w 7857"/>
                <a:gd name="connsiteY1" fmla="*/ 6210 h 6210"/>
                <a:gd name="connsiteX2" fmla="*/ 0 w 7857"/>
                <a:gd name="connsiteY2" fmla="*/ 3042 h 6210"/>
                <a:gd name="connsiteX3" fmla="*/ 3929 w 7857"/>
                <a:gd name="connsiteY3" fmla="*/ 0 h 6210"/>
                <a:gd name="connsiteX4" fmla="*/ 7858 w 7857"/>
                <a:gd name="connsiteY4" fmla="*/ 3042 h 6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57" h="6210">
                  <a:moveTo>
                    <a:pt x="7858" y="3042"/>
                  </a:moveTo>
                  <a:lnTo>
                    <a:pt x="3929" y="6210"/>
                  </a:lnTo>
                  <a:lnTo>
                    <a:pt x="0" y="3042"/>
                  </a:lnTo>
                  <a:lnTo>
                    <a:pt x="3929" y="0"/>
                  </a:lnTo>
                  <a:lnTo>
                    <a:pt x="7858" y="30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8" name="Freeform: Shape 3467">
              <a:extLst>
                <a:ext uri="{FF2B5EF4-FFF2-40B4-BE49-F238E27FC236}">
                  <a16:creationId xmlns:a16="http://schemas.microsoft.com/office/drawing/2014/main" id="{F3A8CF4F-0782-2209-1F3F-1F7B00B15944}"/>
                </a:ext>
              </a:extLst>
            </p:cNvPr>
            <p:cNvSpPr/>
            <p:nvPr/>
          </p:nvSpPr>
          <p:spPr>
            <a:xfrm>
              <a:off x="4258456" y="417372"/>
              <a:ext cx="9251" cy="7350"/>
            </a:xfrm>
            <a:custGeom>
              <a:avLst/>
              <a:gdLst>
                <a:gd name="connsiteX0" fmla="*/ 9251 w 9251"/>
                <a:gd name="connsiteY0" fmla="*/ 3675 h 7350"/>
                <a:gd name="connsiteX1" fmla="*/ 4689 w 9251"/>
                <a:gd name="connsiteY1" fmla="*/ 7351 h 7350"/>
                <a:gd name="connsiteX2" fmla="*/ 0 w 9251"/>
                <a:gd name="connsiteY2" fmla="*/ 3675 h 7350"/>
                <a:gd name="connsiteX3" fmla="*/ 4689 w 9251"/>
                <a:gd name="connsiteY3" fmla="*/ 0 h 7350"/>
                <a:gd name="connsiteX4" fmla="*/ 9251 w 9251"/>
                <a:gd name="connsiteY4" fmla="*/ 3675 h 7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51" h="7350">
                  <a:moveTo>
                    <a:pt x="9251" y="3675"/>
                  </a:moveTo>
                  <a:lnTo>
                    <a:pt x="4689" y="7351"/>
                  </a:lnTo>
                  <a:lnTo>
                    <a:pt x="0" y="3675"/>
                  </a:lnTo>
                  <a:lnTo>
                    <a:pt x="4689" y="0"/>
                  </a:lnTo>
                  <a:lnTo>
                    <a:pt x="9251" y="367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9" name="Freeform: Shape 3468">
              <a:extLst>
                <a:ext uri="{FF2B5EF4-FFF2-40B4-BE49-F238E27FC236}">
                  <a16:creationId xmlns:a16="http://schemas.microsoft.com/office/drawing/2014/main" id="{B8234D73-ADBB-B22A-961E-5C8EE177CFB1}"/>
                </a:ext>
              </a:extLst>
            </p:cNvPr>
            <p:cNvSpPr/>
            <p:nvPr/>
          </p:nvSpPr>
          <p:spPr>
            <a:xfrm>
              <a:off x="4376447" y="372254"/>
              <a:ext cx="9758" cy="7857"/>
            </a:xfrm>
            <a:custGeom>
              <a:avLst/>
              <a:gdLst>
                <a:gd name="connsiteX0" fmla="*/ 9759 w 9758"/>
                <a:gd name="connsiteY0" fmla="*/ 3929 h 7857"/>
                <a:gd name="connsiteX1" fmla="*/ 4943 w 9758"/>
                <a:gd name="connsiteY1" fmla="*/ 7858 h 7857"/>
                <a:gd name="connsiteX2" fmla="*/ 0 w 9758"/>
                <a:gd name="connsiteY2" fmla="*/ 3929 h 7857"/>
                <a:gd name="connsiteX3" fmla="*/ 4943 w 9758"/>
                <a:gd name="connsiteY3" fmla="*/ 0 h 7857"/>
                <a:gd name="connsiteX4" fmla="*/ 9759 w 9758"/>
                <a:gd name="connsiteY4" fmla="*/ 3929 h 7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58" h="7857">
                  <a:moveTo>
                    <a:pt x="9759" y="3929"/>
                  </a:moveTo>
                  <a:lnTo>
                    <a:pt x="4943" y="7858"/>
                  </a:lnTo>
                  <a:lnTo>
                    <a:pt x="0" y="3929"/>
                  </a:lnTo>
                  <a:lnTo>
                    <a:pt x="4943" y="0"/>
                  </a:lnTo>
                  <a:lnTo>
                    <a:pt x="9759" y="392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0" name="Freeform: Shape 3469">
              <a:extLst>
                <a:ext uri="{FF2B5EF4-FFF2-40B4-BE49-F238E27FC236}">
                  <a16:creationId xmlns:a16="http://schemas.microsoft.com/office/drawing/2014/main" id="{C5C13996-9A85-F6E5-D1F3-B49D1722EEBA}"/>
                </a:ext>
              </a:extLst>
            </p:cNvPr>
            <p:cNvSpPr/>
            <p:nvPr/>
          </p:nvSpPr>
          <p:spPr>
            <a:xfrm>
              <a:off x="4495706" y="329670"/>
              <a:ext cx="11152" cy="8871"/>
            </a:xfrm>
            <a:custGeom>
              <a:avLst/>
              <a:gdLst>
                <a:gd name="connsiteX0" fmla="*/ 11152 w 11152"/>
                <a:gd name="connsiteY0" fmla="*/ 4436 h 8871"/>
                <a:gd name="connsiteX1" fmla="*/ 5576 w 11152"/>
                <a:gd name="connsiteY1" fmla="*/ 8872 h 8871"/>
                <a:gd name="connsiteX2" fmla="*/ 0 w 11152"/>
                <a:gd name="connsiteY2" fmla="*/ 4436 h 8871"/>
                <a:gd name="connsiteX3" fmla="*/ 5576 w 11152"/>
                <a:gd name="connsiteY3" fmla="*/ 0 h 8871"/>
                <a:gd name="connsiteX4" fmla="*/ 11152 w 11152"/>
                <a:gd name="connsiteY4" fmla="*/ 4436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52" h="8871">
                  <a:moveTo>
                    <a:pt x="11152" y="4436"/>
                  </a:moveTo>
                  <a:lnTo>
                    <a:pt x="5576" y="8872"/>
                  </a:lnTo>
                  <a:lnTo>
                    <a:pt x="0" y="4436"/>
                  </a:lnTo>
                  <a:lnTo>
                    <a:pt x="5576" y="0"/>
                  </a:lnTo>
                  <a:lnTo>
                    <a:pt x="11152" y="44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1" name="Freeform: Shape 3470">
              <a:extLst>
                <a:ext uri="{FF2B5EF4-FFF2-40B4-BE49-F238E27FC236}">
                  <a16:creationId xmlns:a16="http://schemas.microsoft.com/office/drawing/2014/main" id="{211C19D7-6D8A-9F82-B74F-BA16A733826D}"/>
                </a:ext>
              </a:extLst>
            </p:cNvPr>
            <p:cNvSpPr/>
            <p:nvPr/>
          </p:nvSpPr>
          <p:spPr>
            <a:xfrm>
              <a:off x="4616738" y="290382"/>
              <a:ext cx="12040" cy="9505"/>
            </a:xfrm>
            <a:custGeom>
              <a:avLst/>
              <a:gdLst>
                <a:gd name="connsiteX0" fmla="*/ 12040 w 12040"/>
                <a:gd name="connsiteY0" fmla="*/ 4689 h 9505"/>
                <a:gd name="connsiteX1" fmla="*/ 6083 w 12040"/>
                <a:gd name="connsiteY1" fmla="*/ 9505 h 9505"/>
                <a:gd name="connsiteX2" fmla="*/ 0 w 12040"/>
                <a:gd name="connsiteY2" fmla="*/ 4689 h 9505"/>
                <a:gd name="connsiteX3" fmla="*/ 6083 w 12040"/>
                <a:gd name="connsiteY3" fmla="*/ 0 h 9505"/>
                <a:gd name="connsiteX4" fmla="*/ 12040 w 12040"/>
                <a:gd name="connsiteY4" fmla="*/ 4689 h 9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40" h="9505">
                  <a:moveTo>
                    <a:pt x="12040" y="4689"/>
                  </a:moveTo>
                  <a:lnTo>
                    <a:pt x="6083" y="9505"/>
                  </a:lnTo>
                  <a:lnTo>
                    <a:pt x="0" y="4689"/>
                  </a:lnTo>
                  <a:lnTo>
                    <a:pt x="6083" y="0"/>
                  </a:lnTo>
                  <a:lnTo>
                    <a:pt x="12040" y="468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2" name="Freeform: Shape 3471">
              <a:extLst>
                <a:ext uri="{FF2B5EF4-FFF2-40B4-BE49-F238E27FC236}">
                  <a16:creationId xmlns:a16="http://schemas.microsoft.com/office/drawing/2014/main" id="{FD9753BA-A699-10E5-98E8-A01CF7EFB88D}"/>
                </a:ext>
              </a:extLst>
            </p:cNvPr>
            <p:cNvSpPr/>
            <p:nvPr/>
          </p:nvSpPr>
          <p:spPr>
            <a:xfrm>
              <a:off x="4739545" y="254009"/>
              <a:ext cx="12546" cy="10012"/>
            </a:xfrm>
            <a:custGeom>
              <a:avLst/>
              <a:gdLst>
                <a:gd name="connsiteX0" fmla="*/ 12547 w 12546"/>
                <a:gd name="connsiteY0" fmla="*/ 5069 h 10012"/>
                <a:gd name="connsiteX1" fmla="*/ 6210 w 12546"/>
                <a:gd name="connsiteY1" fmla="*/ 10012 h 10012"/>
                <a:gd name="connsiteX2" fmla="*/ 0 w 12546"/>
                <a:gd name="connsiteY2" fmla="*/ 5069 h 10012"/>
                <a:gd name="connsiteX3" fmla="*/ 6210 w 12546"/>
                <a:gd name="connsiteY3" fmla="*/ 0 h 10012"/>
                <a:gd name="connsiteX4" fmla="*/ 12547 w 12546"/>
                <a:gd name="connsiteY4" fmla="*/ 5069 h 1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46" h="10012">
                  <a:moveTo>
                    <a:pt x="12547" y="5069"/>
                  </a:moveTo>
                  <a:lnTo>
                    <a:pt x="6210" y="10012"/>
                  </a:lnTo>
                  <a:lnTo>
                    <a:pt x="0" y="5069"/>
                  </a:lnTo>
                  <a:lnTo>
                    <a:pt x="6210" y="0"/>
                  </a:lnTo>
                  <a:lnTo>
                    <a:pt x="12547" y="506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3" name="Freeform: Shape 3472">
              <a:extLst>
                <a:ext uri="{FF2B5EF4-FFF2-40B4-BE49-F238E27FC236}">
                  <a16:creationId xmlns:a16="http://schemas.microsoft.com/office/drawing/2014/main" id="{7E541F22-5F30-8901-AF40-D3CE3491D9EE}"/>
                </a:ext>
              </a:extLst>
            </p:cNvPr>
            <p:cNvSpPr/>
            <p:nvPr/>
          </p:nvSpPr>
          <p:spPr>
            <a:xfrm>
              <a:off x="4863113" y="220424"/>
              <a:ext cx="13941" cy="11152"/>
            </a:xfrm>
            <a:custGeom>
              <a:avLst/>
              <a:gdLst>
                <a:gd name="connsiteX0" fmla="*/ 13941 w 13941"/>
                <a:gd name="connsiteY0" fmla="*/ 5576 h 11152"/>
                <a:gd name="connsiteX1" fmla="*/ 6970 w 13941"/>
                <a:gd name="connsiteY1" fmla="*/ 11153 h 11152"/>
                <a:gd name="connsiteX2" fmla="*/ 0 w 13941"/>
                <a:gd name="connsiteY2" fmla="*/ 5576 h 11152"/>
                <a:gd name="connsiteX3" fmla="*/ 6970 w 13941"/>
                <a:gd name="connsiteY3" fmla="*/ 0 h 11152"/>
                <a:gd name="connsiteX4" fmla="*/ 13941 w 13941"/>
                <a:gd name="connsiteY4" fmla="*/ 5576 h 11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1" h="11152">
                  <a:moveTo>
                    <a:pt x="13941" y="5576"/>
                  </a:moveTo>
                  <a:cubicBezTo>
                    <a:pt x="13941" y="8618"/>
                    <a:pt x="10773" y="11153"/>
                    <a:pt x="6970" y="11153"/>
                  </a:cubicBezTo>
                  <a:cubicBezTo>
                    <a:pt x="3168" y="11153"/>
                    <a:pt x="0" y="8745"/>
                    <a:pt x="0" y="5576"/>
                  </a:cubicBezTo>
                  <a:cubicBezTo>
                    <a:pt x="0" y="2408"/>
                    <a:pt x="3168" y="0"/>
                    <a:pt x="6970" y="0"/>
                  </a:cubicBezTo>
                  <a:cubicBezTo>
                    <a:pt x="10773" y="0"/>
                    <a:pt x="13941" y="2408"/>
                    <a:pt x="13941" y="55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4" name="Freeform: Shape 3473">
              <a:extLst>
                <a:ext uri="{FF2B5EF4-FFF2-40B4-BE49-F238E27FC236}">
                  <a16:creationId xmlns:a16="http://schemas.microsoft.com/office/drawing/2014/main" id="{5C4F48FD-FE21-22DB-127C-A1E5754C077F}"/>
                </a:ext>
              </a:extLst>
            </p:cNvPr>
            <p:cNvSpPr/>
            <p:nvPr/>
          </p:nvSpPr>
          <p:spPr>
            <a:xfrm>
              <a:off x="4988328" y="190134"/>
              <a:ext cx="14701" cy="11659"/>
            </a:xfrm>
            <a:custGeom>
              <a:avLst/>
              <a:gdLst>
                <a:gd name="connsiteX0" fmla="*/ 14701 w 14701"/>
                <a:gd name="connsiteY0" fmla="*/ 5830 h 11659"/>
                <a:gd name="connsiteX1" fmla="*/ 7351 w 14701"/>
                <a:gd name="connsiteY1" fmla="*/ 11660 h 11659"/>
                <a:gd name="connsiteX2" fmla="*/ 0 w 14701"/>
                <a:gd name="connsiteY2" fmla="*/ 5830 h 11659"/>
                <a:gd name="connsiteX3" fmla="*/ 7351 w 14701"/>
                <a:gd name="connsiteY3" fmla="*/ 0 h 11659"/>
                <a:gd name="connsiteX4" fmla="*/ 14701 w 14701"/>
                <a:gd name="connsiteY4" fmla="*/ 5830 h 11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01" h="11659">
                  <a:moveTo>
                    <a:pt x="14701" y="5830"/>
                  </a:moveTo>
                  <a:cubicBezTo>
                    <a:pt x="14701" y="8998"/>
                    <a:pt x="11406" y="11660"/>
                    <a:pt x="7351" y="11660"/>
                  </a:cubicBezTo>
                  <a:cubicBezTo>
                    <a:pt x="3295" y="11660"/>
                    <a:pt x="0" y="8998"/>
                    <a:pt x="0" y="5830"/>
                  </a:cubicBezTo>
                  <a:cubicBezTo>
                    <a:pt x="0" y="2661"/>
                    <a:pt x="3295" y="0"/>
                    <a:pt x="7351" y="0"/>
                  </a:cubicBezTo>
                  <a:cubicBezTo>
                    <a:pt x="11406" y="0"/>
                    <a:pt x="14701" y="2661"/>
                    <a:pt x="14701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5" name="Freeform: Shape 3474">
              <a:extLst>
                <a:ext uri="{FF2B5EF4-FFF2-40B4-BE49-F238E27FC236}">
                  <a16:creationId xmlns:a16="http://schemas.microsoft.com/office/drawing/2014/main" id="{C4F9B940-76A1-4DC3-FE22-B0F39E2290F6}"/>
                </a:ext>
              </a:extLst>
            </p:cNvPr>
            <p:cNvSpPr/>
            <p:nvPr/>
          </p:nvSpPr>
          <p:spPr>
            <a:xfrm>
              <a:off x="5114557" y="162886"/>
              <a:ext cx="15461" cy="12420"/>
            </a:xfrm>
            <a:custGeom>
              <a:avLst/>
              <a:gdLst>
                <a:gd name="connsiteX0" fmla="*/ 15462 w 15461"/>
                <a:gd name="connsiteY0" fmla="*/ 6210 h 12420"/>
                <a:gd name="connsiteX1" fmla="*/ 7731 w 15461"/>
                <a:gd name="connsiteY1" fmla="*/ 12420 h 12420"/>
                <a:gd name="connsiteX2" fmla="*/ 0 w 15461"/>
                <a:gd name="connsiteY2" fmla="*/ 6210 h 12420"/>
                <a:gd name="connsiteX3" fmla="*/ 7731 w 15461"/>
                <a:gd name="connsiteY3" fmla="*/ 0 h 12420"/>
                <a:gd name="connsiteX4" fmla="*/ 15462 w 15461"/>
                <a:gd name="connsiteY4" fmla="*/ 6210 h 12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61" h="12420">
                  <a:moveTo>
                    <a:pt x="15462" y="6210"/>
                  </a:moveTo>
                  <a:cubicBezTo>
                    <a:pt x="15462" y="9632"/>
                    <a:pt x="11913" y="12420"/>
                    <a:pt x="7731" y="12420"/>
                  </a:cubicBezTo>
                  <a:cubicBezTo>
                    <a:pt x="3549" y="12420"/>
                    <a:pt x="0" y="9632"/>
                    <a:pt x="0" y="6210"/>
                  </a:cubicBezTo>
                  <a:cubicBezTo>
                    <a:pt x="0" y="2788"/>
                    <a:pt x="3422" y="0"/>
                    <a:pt x="7731" y="0"/>
                  </a:cubicBezTo>
                  <a:cubicBezTo>
                    <a:pt x="12040" y="0"/>
                    <a:pt x="15462" y="2788"/>
                    <a:pt x="15462" y="621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6" name="Freeform: Shape 3475">
              <a:extLst>
                <a:ext uri="{FF2B5EF4-FFF2-40B4-BE49-F238E27FC236}">
                  <a16:creationId xmlns:a16="http://schemas.microsoft.com/office/drawing/2014/main" id="{F3B6040F-C702-1679-B573-14136F03BCD7}"/>
                </a:ext>
              </a:extLst>
            </p:cNvPr>
            <p:cNvSpPr/>
            <p:nvPr/>
          </p:nvSpPr>
          <p:spPr>
            <a:xfrm>
              <a:off x="5241293" y="138552"/>
              <a:ext cx="16982" cy="13434"/>
            </a:xfrm>
            <a:custGeom>
              <a:avLst/>
              <a:gdLst>
                <a:gd name="connsiteX0" fmla="*/ 16983 w 16982"/>
                <a:gd name="connsiteY0" fmla="*/ 6717 h 13434"/>
                <a:gd name="connsiteX1" fmla="*/ 8491 w 16982"/>
                <a:gd name="connsiteY1" fmla="*/ 13434 h 13434"/>
                <a:gd name="connsiteX2" fmla="*/ 0 w 16982"/>
                <a:gd name="connsiteY2" fmla="*/ 6717 h 13434"/>
                <a:gd name="connsiteX3" fmla="*/ 8491 w 16982"/>
                <a:gd name="connsiteY3" fmla="*/ 0 h 13434"/>
                <a:gd name="connsiteX4" fmla="*/ 16983 w 16982"/>
                <a:gd name="connsiteY4" fmla="*/ 6717 h 13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82" h="13434">
                  <a:moveTo>
                    <a:pt x="16983" y="6717"/>
                  </a:moveTo>
                  <a:cubicBezTo>
                    <a:pt x="16983" y="10392"/>
                    <a:pt x="13181" y="13434"/>
                    <a:pt x="8491" y="13434"/>
                  </a:cubicBezTo>
                  <a:cubicBezTo>
                    <a:pt x="3802" y="13434"/>
                    <a:pt x="0" y="10392"/>
                    <a:pt x="0" y="6717"/>
                  </a:cubicBezTo>
                  <a:cubicBezTo>
                    <a:pt x="0" y="3042"/>
                    <a:pt x="3802" y="0"/>
                    <a:pt x="8491" y="0"/>
                  </a:cubicBezTo>
                  <a:cubicBezTo>
                    <a:pt x="13181" y="0"/>
                    <a:pt x="16983" y="3042"/>
                    <a:pt x="16983" y="671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7" name="Freeform: Shape 3476">
              <a:extLst>
                <a:ext uri="{FF2B5EF4-FFF2-40B4-BE49-F238E27FC236}">
                  <a16:creationId xmlns:a16="http://schemas.microsoft.com/office/drawing/2014/main" id="{0B2E66F2-E683-8800-06BF-EB9881C9489D}"/>
                </a:ext>
              </a:extLst>
            </p:cNvPr>
            <p:cNvSpPr/>
            <p:nvPr/>
          </p:nvSpPr>
          <p:spPr>
            <a:xfrm>
              <a:off x="5369423" y="117641"/>
              <a:ext cx="17742" cy="13940"/>
            </a:xfrm>
            <a:custGeom>
              <a:avLst/>
              <a:gdLst>
                <a:gd name="connsiteX0" fmla="*/ 17743 w 17742"/>
                <a:gd name="connsiteY0" fmla="*/ 6970 h 13940"/>
                <a:gd name="connsiteX1" fmla="*/ 8871 w 17742"/>
                <a:gd name="connsiteY1" fmla="*/ 13941 h 13940"/>
                <a:gd name="connsiteX2" fmla="*/ 0 w 17742"/>
                <a:gd name="connsiteY2" fmla="*/ 6970 h 13940"/>
                <a:gd name="connsiteX3" fmla="*/ 8871 w 17742"/>
                <a:gd name="connsiteY3" fmla="*/ 0 h 13940"/>
                <a:gd name="connsiteX4" fmla="*/ 17743 w 17742"/>
                <a:gd name="connsiteY4" fmla="*/ 6970 h 13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2" h="13940">
                  <a:moveTo>
                    <a:pt x="17743" y="6970"/>
                  </a:moveTo>
                  <a:cubicBezTo>
                    <a:pt x="17743" y="10899"/>
                    <a:pt x="13814" y="13941"/>
                    <a:pt x="8871" y="13941"/>
                  </a:cubicBezTo>
                  <a:cubicBezTo>
                    <a:pt x="3929" y="13941"/>
                    <a:pt x="0" y="10773"/>
                    <a:pt x="0" y="6970"/>
                  </a:cubicBezTo>
                  <a:cubicBezTo>
                    <a:pt x="0" y="3168"/>
                    <a:pt x="4055" y="0"/>
                    <a:pt x="8871" y="0"/>
                  </a:cubicBezTo>
                  <a:cubicBezTo>
                    <a:pt x="13687" y="0"/>
                    <a:pt x="17743" y="3168"/>
                    <a:pt x="17743" y="69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8" name="Freeform: Shape 3477">
              <a:extLst>
                <a:ext uri="{FF2B5EF4-FFF2-40B4-BE49-F238E27FC236}">
                  <a16:creationId xmlns:a16="http://schemas.microsoft.com/office/drawing/2014/main" id="{D9AB772F-345A-0AFA-5AD9-00A6F26E4872}"/>
                </a:ext>
              </a:extLst>
            </p:cNvPr>
            <p:cNvSpPr/>
            <p:nvPr/>
          </p:nvSpPr>
          <p:spPr>
            <a:xfrm>
              <a:off x="5498440" y="99771"/>
              <a:ext cx="18250" cy="14447"/>
            </a:xfrm>
            <a:custGeom>
              <a:avLst/>
              <a:gdLst>
                <a:gd name="connsiteX0" fmla="*/ 18250 w 18250"/>
                <a:gd name="connsiteY0" fmla="*/ 7224 h 14447"/>
                <a:gd name="connsiteX1" fmla="*/ 9125 w 18250"/>
                <a:gd name="connsiteY1" fmla="*/ 14448 h 14447"/>
                <a:gd name="connsiteX2" fmla="*/ 0 w 18250"/>
                <a:gd name="connsiteY2" fmla="*/ 7224 h 14447"/>
                <a:gd name="connsiteX3" fmla="*/ 9125 w 18250"/>
                <a:gd name="connsiteY3" fmla="*/ 0 h 14447"/>
                <a:gd name="connsiteX4" fmla="*/ 18250 w 18250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7">
                  <a:moveTo>
                    <a:pt x="18250" y="7224"/>
                  </a:moveTo>
                  <a:cubicBezTo>
                    <a:pt x="18250" y="11279"/>
                    <a:pt x="14194" y="14448"/>
                    <a:pt x="9125" y="14448"/>
                  </a:cubicBezTo>
                  <a:cubicBezTo>
                    <a:pt x="4056" y="14448"/>
                    <a:pt x="0" y="11153"/>
                    <a:pt x="0" y="7224"/>
                  </a:cubicBezTo>
                  <a:cubicBezTo>
                    <a:pt x="0" y="3295"/>
                    <a:pt x="4056" y="0"/>
                    <a:pt x="9125" y="0"/>
                  </a:cubicBezTo>
                  <a:cubicBezTo>
                    <a:pt x="14194" y="0"/>
                    <a:pt x="18250" y="3295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9" name="Freeform: Shape 3478">
              <a:extLst>
                <a:ext uri="{FF2B5EF4-FFF2-40B4-BE49-F238E27FC236}">
                  <a16:creationId xmlns:a16="http://schemas.microsoft.com/office/drawing/2014/main" id="{61929EB3-136F-3E19-8784-5A0CE03926A7}"/>
                </a:ext>
              </a:extLst>
            </p:cNvPr>
            <p:cNvSpPr/>
            <p:nvPr/>
          </p:nvSpPr>
          <p:spPr>
            <a:xfrm>
              <a:off x="5627965" y="85070"/>
              <a:ext cx="19010" cy="15208"/>
            </a:xfrm>
            <a:custGeom>
              <a:avLst/>
              <a:gdLst>
                <a:gd name="connsiteX0" fmla="*/ 19010 w 19010"/>
                <a:gd name="connsiteY0" fmla="*/ 7604 h 15208"/>
                <a:gd name="connsiteX1" fmla="*/ 9505 w 19010"/>
                <a:gd name="connsiteY1" fmla="*/ 15208 h 15208"/>
                <a:gd name="connsiteX2" fmla="*/ 0 w 19010"/>
                <a:gd name="connsiteY2" fmla="*/ 7604 h 15208"/>
                <a:gd name="connsiteX3" fmla="*/ 9505 w 19010"/>
                <a:gd name="connsiteY3" fmla="*/ 0 h 15208"/>
                <a:gd name="connsiteX4" fmla="*/ 19010 w 19010"/>
                <a:gd name="connsiteY4" fmla="*/ 7604 h 15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10" h="15208">
                  <a:moveTo>
                    <a:pt x="19010" y="7604"/>
                  </a:moveTo>
                  <a:cubicBezTo>
                    <a:pt x="19010" y="11786"/>
                    <a:pt x="14701" y="15208"/>
                    <a:pt x="9505" y="15208"/>
                  </a:cubicBezTo>
                  <a:cubicBezTo>
                    <a:pt x="4309" y="15208"/>
                    <a:pt x="0" y="11786"/>
                    <a:pt x="0" y="7604"/>
                  </a:cubicBezTo>
                  <a:cubicBezTo>
                    <a:pt x="0" y="3422"/>
                    <a:pt x="4309" y="0"/>
                    <a:pt x="9505" y="0"/>
                  </a:cubicBezTo>
                  <a:cubicBezTo>
                    <a:pt x="14701" y="0"/>
                    <a:pt x="19010" y="3422"/>
                    <a:pt x="19010" y="760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0" name="Freeform: Shape 3479">
              <a:extLst>
                <a:ext uri="{FF2B5EF4-FFF2-40B4-BE49-F238E27FC236}">
                  <a16:creationId xmlns:a16="http://schemas.microsoft.com/office/drawing/2014/main" id="{DAA2D924-0ED7-8F5B-4ECF-A6117F365A82}"/>
                </a:ext>
              </a:extLst>
            </p:cNvPr>
            <p:cNvSpPr/>
            <p:nvPr/>
          </p:nvSpPr>
          <p:spPr>
            <a:xfrm>
              <a:off x="5757996" y="73664"/>
              <a:ext cx="19771" cy="15715"/>
            </a:xfrm>
            <a:custGeom>
              <a:avLst/>
              <a:gdLst>
                <a:gd name="connsiteX0" fmla="*/ 19771 w 19771"/>
                <a:gd name="connsiteY0" fmla="*/ 7858 h 15715"/>
                <a:gd name="connsiteX1" fmla="*/ 9885 w 19771"/>
                <a:gd name="connsiteY1" fmla="*/ 15715 h 15715"/>
                <a:gd name="connsiteX2" fmla="*/ 0 w 19771"/>
                <a:gd name="connsiteY2" fmla="*/ 7858 h 15715"/>
                <a:gd name="connsiteX3" fmla="*/ 9885 w 19771"/>
                <a:gd name="connsiteY3" fmla="*/ 0 h 15715"/>
                <a:gd name="connsiteX4" fmla="*/ 19771 w 19771"/>
                <a:gd name="connsiteY4" fmla="*/ 7858 h 1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71" h="15715">
                  <a:moveTo>
                    <a:pt x="19771" y="7858"/>
                  </a:moveTo>
                  <a:cubicBezTo>
                    <a:pt x="19771" y="12167"/>
                    <a:pt x="15335" y="15715"/>
                    <a:pt x="9885" y="15715"/>
                  </a:cubicBezTo>
                  <a:cubicBezTo>
                    <a:pt x="4436" y="15715"/>
                    <a:pt x="0" y="12167"/>
                    <a:pt x="0" y="7858"/>
                  </a:cubicBezTo>
                  <a:cubicBezTo>
                    <a:pt x="0" y="3549"/>
                    <a:pt x="4436" y="0"/>
                    <a:pt x="9885" y="0"/>
                  </a:cubicBezTo>
                  <a:cubicBezTo>
                    <a:pt x="15335" y="0"/>
                    <a:pt x="19771" y="3549"/>
                    <a:pt x="19771" y="785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1" name="Freeform: Shape 3480">
              <a:extLst>
                <a:ext uri="{FF2B5EF4-FFF2-40B4-BE49-F238E27FC236}">
                  <a16:creationId xmlns:a16="http://schemas.microsoft.com/office/drawing/2014/main" id="{A1404E87-1353-0C1F-E6D0-1E220F30887B}"/>
                </a:ext>
              </a:extLst>
            </p:cNvPr>
            <p:cNvSpPr/>
            <p:nvPr/>
          </p:nvSpPr>
          <p:spPr>
            <a:xfrm>
              <a:off x="5888280" y="65299"/>
              <a:ext cx="20531" cy="16475"/>
            </a:xfrm>
            <a:custGeom>
              <a:avLst/>
              <a:gdLst>
                <a:gd name="connsiteX0" fmla="*/ 20532 w 20531"/>
                <a:gd name="connsiteY0" fmla="*/ 8238 h 16475"/>
                <a:gd name="connsiteX1" fmla="*/ 10266 w 20531"/>
                <a:gd name="connsiteY1" fmla="*/ 16476 h 16475"/>
                <a:gd name="connsiteX2" fmla="*/ 0 w 20531"/>
                <a:gd name="connsiteY2" fmla="*/ 8238 h 16475"/>
                <a:gd name="connsiteX3" fmla="*/ 10266 w 20531"/>
                <a:gd name="connsiteY3" fmla="*/ 0 h 16475"/>
                <a:gd name="connsiteX4" fmla="*/ 20532 w 20531"/>
                <a:gd name="connsiteY4" fmla="*/ 8238 h 16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31" h="16475">
                  <a:moveTo>
                    <a:pt x="20532" y="8238"/>
                  </a:moveTo>
                  <a:cubicBezTo>
                    <a:pt x="20532" y="12800"/>
                    <a:pt x="15969" y="16476"/>
                    <a:pt x="10266" y="16476"/>
                  </a:cubicBezTo>
                  <a:cubicBezTo>
                    <a:pt x="4563" y="16476"/>
                    <a:pt x="0" y="12800"/>
                    <a:pt x="0" y="8238"/>
                  </a:cubicBezTo>
                  <a:cubicBezTo>
                    <a:pt x="0" y="3675"/>
                    <a:pt x="4563" y="0"/>
                    <a:pt x="10266" y="0"/>
                  </a:cubicBezTo>
                  <a:cubicBezTo>
                    <a:pt x="15969" y="0"/>
                    <a:pt x="20532" y="3675"/>
                    <a:pt x="20532" y="823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2" name="Freeform: Shape 3481">
              <a:extLst>
                <a:ext uri="{FF2B5EF4-FFF2-40B4-BE49-F238E27FC236}">
                  <a16:creationId xmlns:a16="http://schemas.microsoft.com/office/drawing/2014/main" id="{36BE4196-F905-55F6-BEF5-846EE8D8759B}"/>
                </a:ext>
              </a:extLst>
            </p:cNvPr>
            <p:cNvSpPr/>
            <p:nvPr/>
          </p:nvSpPr>
          <p:spPr>
            <a:xfrm>
              <a:off x="6018691" y="60230"/>
              <a:ext cx="21545" cy="16982"/>
            </a:xfrm>
            <a:custGeom>
              <a:avLst/>
              <a:gdLst>
                <a:gd name="connsiteX0" fmla="*/ 21545 w 21545"/>
                <a:gd name="connsiteY0" fmla="*/ 8491 h 16982"/>
                <a:gd name="connsiteX1" fmla="*/ 10773 w 21545"/>
                <a:gd name="connsiteY1" fmla="*/ 16983 h 16982"/>
                <a:gd name="connsiteX2" fmla="*/ 0 w 21545"/>
                <a:gd name="connsiteY2" fmla="*/ 8491 h 16982"/>
                <a:gd name="connsiteX3" fmla="*/ 10773 w 21545"/>
                <a:gd name="connsiteY3" fmla="*/ 0 h 16982"/>
                <a:gd name="connsiteX4" fmla="*/ 21545 w 21545"/>
                <a:gd name="connsiteY4" fmla="*/ 8491 h 1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45" h="16982">
                  <a:moveTo>
                    <a:pt x="21545" y="8491"/>
                  </a:moveTo>
                  <a:cubicBezTo>
                    <a:pt x="21545" y="13181"/>
                    <a:pt x="16729" y="16983"/>
                    <a:pt x="10773" y="16983"/>
                  </a:cubicBezTo>
                  <a:cubicBezTo>
                    <a:pt x="4816" y="16983"/>
                    <a:pt x="0" y="13181"/>
                    <a:pt x="0" y="8491"/>
                  </a:cubicBezTo>
                  <a:cubicBezTo>
                    <a:pt x="0" y="3802"/>
                    <a:pt x="4816" y="0"/>
                    <a:pt x="10773" y="0"/>
                  </a:cubicBezTo>
                  <a:cubicBezTo>
                    <a:pt x="16729" y="0"/>
                    <a:pt x="21545" y="3802"/>
                    <a:pt x="21545" y="84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3" name="Freeform: Shape 3482">
              <a:extLst>
                <a:ext uri="{FF2B5EF4-FFF2-40B4-BE49-F238E27FC236}">
                  <a16:creationId xmlns:a16="http://schemas.microsoft.com/office/drawing/2014/main" id="{8E500E34-C008-F296-48F3-ECC0D7CB7D55}"/>
                </a:ext>
              </a:extLst>
            </p:cNvPr>
            <p:cNvSpPr/>
            <p:nvPr/>
          </p:nvSpPr>
          <p:spPr>
            <a:xfrm>
              <a:off x="6149610" y="58329"/>
              <a:ext cx="21925" cy="17489"/>
            </a:xfrm>
            <a:custGeom>
              <a:avLst/>
              <a:gdLst>
                <a:gd name="connsiteX0" fmla="*/ 21925 w 21925"/>
                <a:gd name="connsiteY0" fmla="*/ 8745 h 17489"/>
                <a:gd name="connsiteX1" fmla="*/ 10899 w 21925"/>
                <a:gd name="connsiteY1" fmla="*/ 17490 h 17489"/>
                <a:gd name="connsiteX2" fmla="*/ 0 w 21925"/>
                <a:gd name="connsiteY2" fmla="*/ 8745 h 17489"/>
                <a:gd name="connsiteX3" fmla="*/ 10899 w 21925"/>
                <a:gd name="connsiteY3" fmla="*/ 0 h 17489"/>
                <a:gd name="connsiteX4" fmla="*/ 21925 w 21925"/>
                <a:gd name="connsiteY4" fmla="*/ 8745 h 1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925" h="17489">
                  <a:moveTo>
                    <a:pt x="21925" y="8745"/>
                  </a:moveTo>
                  <a:cubicBezTo>
                    <a:pt x="21925" y="13561"/>
                    <a:pt x="16983" y="17490"/>
                    <a:pt x="10899" y="17490"/>
                  </a:cubicBezTo>
                  <a:cubicBezTo>
                    <a:pt x="4816" y="17490"/>
                    <a:pt x="0" y="13561"/>
                    <a:pt x="0" y="8745"/>
                  </a:cubicBezTo>
                  <a:cubicBezTo>
                    <a:pt x="0" y="3929"/>
                    <a:pt x="4943" y="0"/>
                    <a:pt x="10899" y="0"/>
                  </a:cubicBezTo>
                  <a:cubicBezTo>
                    <a:pt x="16856" y="0"/>
                    <a:pt x="21925" y="3929"/>
                    <a:pt x="21925" y="874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4" name="Freeform: Shape 3483">
              <a:extLst>
                <a:ext uri="{FF2B5EF4-FFF2-40B4-BE49-F238E27FC236}">
                  <a16:creationId xmlns:a16="http://schemas.microsoft.com/office/drawing/2014/main" id="{81CDB468-C539-E05A-9B49-C73BDDDABEF0}"/>
                </a:ext>
              </a:extLst>
            </p:cNvPr>
            <p:cNvSpPr/>
            <p:nvPr/>
          </p:nvSpPr>
          <p:spPr>
            <a:xfrm>
              <a:off x="6280275" y="59596"/>
              <a:ext cx="22812" cy="18123"/>
            </a:xfrm>
            <a:custGeom>
              <a:avLst/>
              <a:gdLst>
                <a:gd name="connsiteX0" fmla="*/ 22812 w 22812"/>
                <a:gd name="connsiteY0" fmla="*/ 9125 h 18123"/>
                <a:gd name="connsiteX1" fmla="*/ 11406 w 22812"/>
                <a:gd name="connsiteY1" fmla="*/ 18123 h 18123"/>
                <a:gd name="connsiteX2" fmla="*/ 0 w 22812"/>
                <a:gd name="connsiteY2" fmla="*/ 9125 h 18123"/>
                <a:gd name="connsiteX3" fmla="*/ 11406 w 22812"/>
                <a:gd name="connsiteY3" fmla="*/ 0 h 18123"/>
                <a:gd name="connsiteX4" fmla="*/ 22812 w 22812"/>
                <a:gd name="connsiteY4" fmla="*/ 9125 h 18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12" h="18123">
                  <a:moveTo>
                    <a:pt x="22812" y="9125"/>
                  </a:moveTo>
                  <a:cubicBezTo>
                    <a:pt x="22812" y="14068"/>
                    <a:pt x="17743" y="18123"/>
                    <a:pt x="11406" y="18123"/>
                  </a:cubicBezTo>
                  <a:cubicBezTo>
                    <a:pt x="5069" y="18123"/>
                    <a:pt x="0" y="14068"/>
                    <a:pt x="0" y="9125"/>
                  </a:cubicBezTo>
                  <a:cubicBezTo>
                    <a:pt x="0" y="4182"/>
                    <a:pt x="5069" y="0"/>
                    <a:pt x="11406" y="0"/>
                  </a:cubicBezTo>
                  <a:cubicBezTo>
                    <a:pt x="17743" y="0"/>
                    <a:pt x="22812" y="4056"/>
                    <a:pt x="22812" y="912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5" name="Freeform: Shape 3484">
              <a:extLst>
                <a:ext uri="{FF2B5EF4-FFF2-40B4-BE49-F238E27FC236}">
                  <a16:creationId xmlns:a16="http://schemas.microsoft.com/office/drawing/2014/main" id="{D71F73CB-4703-2F31-02F5-F3BD41D7AD3D}"/>
                </a:ext>
              </a:extLst>
            </p:cNvPr>
            <p:cNvSpPr/>
            <p:nvPr/>
          </p:nvSpPr>
          <p:spPr>
            <a:xfrm>
              <a:off x="6410939" y="64158"/>
              <a:ext cx="23572" cy="18756"/>
            </a:xfrm>
            <a:custGeom>
              <a:avLst/>
              <a:gdLst>
                <a:gd name="connsiteX0" fmla="*/ 23573 w 23572"/>
                <a:gd name="connsiteY0" fmla="*/ 9378 h 18756"/>
                <a:gd name="connsiteX1" fmla="*/ 11786 w 23572"/>
                <a:gd name="connsiteY1" fmla="*/ 18757 h 18756"/>
                <a:gd name="connsiteX2" fmla="*/ 0 w 23572"/>
                <a:gd name="connsiteY2" fmla="*/ 9378 h 18756"/>
                <a:gd name="connsiteX3" fmla="*/ 11786 w 23572"/>
                <a:gd name="connsiteY3" fmla="*/ 0 h 18756"/>
                <a:gd name="connsiteX4" fmla="*/ 23573 w 23572"/>
                <a:gd name="connsiteY4" fmla="*/ 9378 h 1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572" h="18756">
                  <a:moveTo>
                    <a:pt x="23573" y="9378"/>
                  </a:moveTo>
                  <a:cubicBezTo>
                    <a:pt x="23573" y="14575"/>
                    <a:pt x="18250" y="18757"/>
                    <a:pt x="11786" y="18757"/>
                  </a:cubicBezTo>
                  <a:cubicBezTo>
                    <a:pt x="5323" y="18757"/>
                    <a:pt x="0" y="14575"/>
                    <a:pt x="0" y="9378"/>
                  </a:cubicBezTo>
                  <a:cubicBezTo>
                    <a:pt x="0" y="4182"/>
                    <a:pt x="5323" y="0"/>
                    <a:pt x="11786" y="0"/>
                  </a:cubicBezTo>
                  <a:cubicBezTo>
                    <a:pt x="18250" y="0"/>
                    <a:pt x="23573" y="4182"/>
                    <a:pt x="23573" y="937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6" name="Freeform: Shape 3485">
              <a:extLst>
                <a:ext uri="{FF2B5EF4-FFF2-40B4-BE49-F238E27FC236}">
                  <a16:creationId xmlns:a16="http://schemas.microsoft.com/office/drawing/2014/main" id="{D394734E-04CA-204E-A48B-8D13193E335E}"/>
                </a:ext>
              </a:extLst>
            </p:cNvPr>
            <p:cNvSpPr/>
            <p:nvPr/>
          </p:nvSpPr>
          <p:spPr>
            <a:xfrm>
              <a:off x="6541224" y="71889"/>
              <a:ext cx="24333" cy="19263"/>
            </a:xfrm>
            <a:custGeom>
              <a:avLst/>
              <a:gdLst>
                <a:gd name="connsiteX0" fmla="*/ 24333 w 24333"/>
                <a:gd name="connsiteY0" fmla="*/ 9632 h 19263"/>
                <a:gd name="connsiteX1" fmla="*/ 12167 w 24333"/>
                <a:gd name="connsiteY1" fmla="*/ 19264 h 19263"/>
                <a:gd name="connsiteX2" fmla="*/ 0 w 24333"/>
                <a:gd name="connsiteY2" fmla="*/ 9632 h 19263"/>
                <a:gd name="connsiteX3" fmla="*/ 12167 w 24333"/>
                <a:gd name="connsiteY3" fmla="*/ 0 h 19263"/>
                <a:gd name="connsiteX4" fmla="*/ 24333 w 24333"/>
                <a:gd name="connsiteY4" fmla="*/ 9632 h 19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33" h="19263">
                  <a:moveTo>
                    <a:pt x="24333" y="9632"/>
                  </a:moveTo>
                  <a:cubicBezTo>
                    <a:pt x="24333" y="14955"/>
                    <a:pt x="18884" y="19264"/>
                    <a:pt x="12167" y="19264"/>
                  </a:cubicBezTo>
                  <a:cubicBezTo>
                    <a:pt x="5450" y="19264"/>
                    <a:pt x="0" y="14955"/>
                    <a:pt x="0" y="9632"/>
                  </a:cubicBezTo>
                  <a:cubicBezTo>
                    <a:pt x="0" y="4309"/>
                    <a:pt x="5450" y="0"/>
                    <a:pt x="12167" y="0"/>
                  </a:cubicBezTo>
                  <a:cubicBezTo>
                    <a:pt x="18884" y="0"/>
                    <a:pt x="24333" y="4309"/>
                    <a:pt x="24333" y="963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7" name="Freeform: Shape 3486">
              <a:extLst>
                <a:ext uri="{FF2B5EF4-FFF2-40B4-BE49-F238E27FC236}">
                  <a16:creationId xmlns:a16="http://schemas.microsoft.com/office/drawing/2014/main" id="{3D672554-48B9-0D52-6469-1BBAAFCB2097}"/>
                </a:ext>
              </a:extLst>
            </p:cNvPr>
            <p:cNvSpPr/>
            <p:nvPr/>
          </p:nvSpPr>
          <p:spPr>
            <a:xfrm>
              <a:off x="6671255" y="82662"/>
              <a:ext cx="25093" cy="20024"/>
            </a:xfrm>
            <a:custGeom>
              <a:avLst/>
              <a:gdLst>
                <a:gd name="connsiteX0" fmla="*/ 25093 w 25093"/>
                <a:gd name="connsiteY0" fmla="*/ 10012 h 20024"/>
                <a:gd name="connsiteX1" fmla="*/ 12547 w 25093"/>
                <a:gd name="connsiteY1" fmla="*/ 20024 h 20024"/>
                <a:gd name="connsiteX2" fmla="*/ 0 w 25093"/>
                <a:gd name="connsiteY2" fmla="*/ 10012 h 20024"/>
                <a:gd name="connsiteX3" fmla="*/ 12547 w 25093"/>
                <a:gd name="connsiteY3" fmla="*/ 0 h 20024"/>
                <a:gd name="connsiteX4" fmla="*/ 25093 w 25093"/>
                <a:gd name="connsiteY4" fmla="*/ 10012 h 2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93" h="20024">
                  <a:moveTo>
                    <a:pt x="25093" y="10012"/>
                  </a:moveTo>
                  <a:cubicBezTo>
                    <a:pt x="25093" y="15462"/>
                    <a:pt x="19517" y="20024"/>
                    <a:pt x="12547" y="20024"/>
                  </a:cubicBezTo>
                  <a:cubicBezTo>
                    <a:pt x="5576" y="20024"/>
                    <a:pt x="0" y="15589"/>
                    <a:pt x="0" y="10012"/>
                  </a:cubicBezTo>
                  <a:cubicBezTo>
                    <a:pt x="0" y="4436"/>
                    <a:pt x="5703" y="0"/>
                    <a:pt x="12547" y="0"/>
                  </a:cubicBezTo>
                  <a:cubicBezTo>
                    <a:pt x="19390" y="0"/>
                    <a:pt x="25093" y="4436"/>
                    <a:pt x="25093" y="1001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8" name="Freeform: Shape 3487">
              <a:extLst>
                <a:ext uri="{FF2B5EF4-FFF2-40B4-BE49-F238E27FC236}">
                  <a16:creationId xmlns:a16="http://schemas.microsoft.com/office/drawing/2014/main" id="{3A6F2825-8DCA-F9CD-51B6-C65AA217BAC1}"/>
                </a:ext>
              </a:extLst>
            </p:cNvPr>
            <p:cNvSpPr/>
            <p:nvPr/>
          </p:nvSpPr>
          <p:spPr>
            <a:xfrm>
              <a:off x="6800779" y="96730"/>
              <a:ext cx="25854" cy="20531"/>
            </a:xfrm>
            <a:custGeom>
              <a:avLst/>
              <a:gdLst>
                <a:gd name="connsiteX0" fmla="*/ 25855 w 25854"/>
                <a:gd name="connsiteY0" fmla="*/ 10266 h 20531"/>
                <a:gd name="connsiteX1" fmla="*/ 12927 w 25854"/>
                <a:gd name="connsiteY1" fmla="*/ 20531 h 20531"/>
                <a:gd name="connsiteX2" fmla="*/ 0 w 25854"/>
                <a:gd name="connsiteY2" fmla="*/ 10266 h 20531"/>
                <a:gd name="connsiteX3" fmla="*/ 12927 w 25854"/>
                <a:gd name="connsiteY3" fmla="*/ 0 h 20531"/>
                <a:gd name="connsiteX4" fmla="*/ 25855 w 25854"/>
                <a:gd name="connsiteY4" fmla="*/ 10266 h 20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854" h="20531">
                  <a:moveTo>
                    <a:pt x="25855" y="10266"/>
                  </a:moveTo>
                  <a:cubicBezTo>
                    <a:pt x="25855" y="15969"/>
                    <a:pt x="20025" y="20531"/>
                    <a:pt x="12927" y="20531"/>
                  </a:cubicBezTo>
                  <a:cubicBezTo>
                    <a:pt x="5830" y="20531"/>
                    <a:pt x="0" y="15969"/>
                    <a:pt x="0" y="10266"/>
                  </a:cubicBezTo>
                  <a:cubicBezTo>
                    <a:pt x="0" y="4562"/>
                    <a:pt x="5830" y="0"/>
                    <a:pt x="12927" y="0"/>
                  </a:cubicBezTo>
                  <a:cubicBezTo>
                    <a:pt x="20025" y="0"/>
                    <a:pt x="25855" y="4562"/>
                    <a:pt x="25855" y="1026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9" name="Freeform: Shape 3488">
              <a:extLst>
                <a:ext uri="{FF2B5EF4-FFF2-40B4-BE49-F238E27FC236}">
                  <a16:creationId xmlns:a16="http://schemas.microsoft.com/office/drawing/2014/main" id="{29E2B398-9BBB-8643-B7D4-AD740A6768D5}"/>
                </a:ext>
              </a:extLst>
            </p:cNvPr>
            <p:cNvSpPr/>
            <p:nvPr/>
          </p:nvSpPr>
          <p:spPr>
            <a:xfrm>
              <a:off x="6929543" y="113966"/>
              <a:ext cx="26614" cy="21291"/>
            </a:xfrm>
            <a:custGeom>
              <a:avLst/>
              <a:gdLst>
                <a:gd name="connsiteX0" fmla="*/ 26614 w 26614"/>
                <a:gd name="connsiteY0" fmla="*/ 10646 h 21291"/>
                <a:gd name="connsiteX1" fmla="*/ 13307 w 26614"/>
                <a:gd name="connsiteY1" fmla="*/ 21292 h 21291"/>
                <a:gd name="connsiteX2" fmla="*/ 0 w 26614"/>
                <a:gd name="connsiteY2" fmla="*/ 10646 h 21291"/>
                <a:gd name="connsiteX3" fmla="*/ 13307 w 26614"/>
                <a:gd name="connsiteY3" fmla="*/ 0 h 21291"/>
                <a:gd name="connsiteX4" fmla="*/ 26614 w 26614"/>
                <a:gd name="connsiteY4" fmla="*/ 10646 h 2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614" h="21291">
                  <a:moveTo>
                    <a:pt x="26614" y="10646"/>
                  </a:moveTo>
                  <a:cubicBezTo>
                    <a:pt x="26614" y="16476"/>
                    <a:pt x="20658" y="21292"/>
                    <a:pt x="13307" y="21292"/>
                  </a:cubicBezTo>
                  <a:cubicBezTo>
                    <a:pt x="5956" y="21292"/>
                    <a:pt x="0" y="16602"/>
                    <a:pt x="0" y="10646"/>
                  </a:cubicBezTo>
                  <a:cubicBezTo>
                    <a:pt x="0" y="4689"/>
                    <a:pt x="5956" y="0"/>
                    <a:pt x="13307" y="0"/>
                  </a:cubicBezTo>
                  <a:cubicBezTo>
                    <a:pt x="20658" y="0"/>
                    <a:pt x="26614" y="4689"/>
                    <a:pt x="26614" y="1064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0" name="Freeform: Shape 3489">
              <a:extLst>
                <a:ext uri="{FF2B5EF4-FFF2-40B4-BE49-F238E27FC236}">
                  <a16:creationId xmlns:a16="http://schemas.microsoft.com/office/drawing/2014/main" id="{F50C22D8-0E7D-5E90-3441-F0C1EFA11E09}"/>
                </a:ext>
              </a:extLst>
            </p:cNvPr>
            <p:cNvSpPr/>
            <p:nvPr/>
          </p:nvSpPr>
          <p:spPr>
            <a:xfrm>
              <a:off x="7057546" y="134370"/>
              <a:ext cx="27501" cy="21798"/>
            </a:xfrm>
            <a:custGeom>
              <a:avLst/>
              <a:gdLst>
                <a:gd name="connsiteX0" fmla="*/ 27501 w 27501"/>
                <a:gd name="connsiteY0" fmla="*/ 10899 h 21798"/>
                <a:gd name="connsiteX1" fmla="*/ 13815 w 27501"/>
                <a:gd name="connsiteY1" fmla="*/ 21799 h 21798"/>
                <a:gd name="connsiteX2" fmla="*/ 0 w 27501"/>
                <a:gd name="connsiteY2" fmla="*/ 10899 h 21798"/>
                <a:gd name="connsiteX3" fmla="*/ 13815 w 27501"/>
                <a:gd name="connsiteY3" fmla="*/ 0 h 21798"/>
                <a:gd name="connsiteX4" fmla="*/ 27501 w 27501"/>
                <a:gd name="connsiteY4" fmla="*/ 10899 h 21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501" h="21798">
                  <a:moveTo>
                    <a:pt x="27501" y="10899"/>
                  </a:moveTo>
                  <a:cubicBezTo>
                    <a:pt x="27501" y="16856"/>
                    <a:pt x="21292" y="21799"/>
                    <a:pt x="13815" y="21799"/>
                  </a:cubicBezTo>
                  <a:cubicBezTo>
                    <a:pt x="6337" y="21799"/>
                    <a:pt x="0" y="16856"/>
                    <a:pt x="0" y="10899"/>
                  </a:cubicBezTo>
                  <a:cubicBezTo>
                    <a:pt x="0" y="4943"/>
                    <a:pt x="6210" y="0"/>
                    <a:pt x="13815" y="0"/>
                  </a:cubicBezTo>
                  <a:cubicBezTo>
                    <a:pt x="21418" y="0"/>
                    <a:pt x="27501" y="4816"/>
                    <a:pt x="27501" y="1089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1" name="Freeform: Shape 3490">
              <a:extLst>
                <a:ext uri="{FF2B5EF4-FFF2-40B4-BE49-F238E27FC236}">
                  <a16:creationId xmlns:a16="http://schemas.microsoft.com/office/drawing/2014/main" id="{5A03B45B-4EB6-121D-538D-1063E51F09DF}"/>
                </a:ext>
              </a:extLst>
            </p:cNvPr>
            <p:cNvSpPr/>
            <p:nvPr/>
          </p:nvSpPr>
          <p:spPr>
            <a:xfrm>
              <a:off x="7185169" y="158197"/>
              <a:ext cx="27501" cy="21798"/>
            </a:xfrm>
            <a:custGeom>
              <a:avLst/>
              <a:gdLst>
                <a:gd name="connsiteX0" fmla="*/ 27501 w 27501"/>
                <a:gd name="connsiteY0" fmla="*/ 10899 h 21798"/>
                <a:gd name="connsiteX1" fmla="*/ 13815 w 27501"/>
                <a:gd name="connsiteY1" fmla="*/ 21799 h 21798"/>
                <a:gd name="connsiteX2" fmla="*/ 0 w 27501"/>
                <a:gd name="connsiteY2" fmla="*/ 10899 h 21798"/>
                <a:gd name="connsiteX3" fmla="*/ 13815 w 27501"/>
                <a:gd name="connsiteY3" fmla="*/ 0 h 21798"/>
                <a:gd name="connsiteX4" fmla="*/ 27501 w 27501"/>
                <a:gd name="connsiteY4" fmla="*/ 10899 h 21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501" h="21798">
                  <a:moveTo>
                    <a:pt x="27501" y="10899"/>
                  </a:moveTo>
                  <a:cubicBezTo>
                    <a:pt x="27501" y="16856"/>
                    <a:pt x="21418" y="21799"/>
                    <a:pt x="13815" y="21799"/>
                  </a:cubicBezTo>
                  <a:cubicBezTo>
                    <a:pt x="6210" y="21799"/>
                    <a:pt x="0" y="16856"/>
                    <a:pt x="0" y="10899"/>
                  </a:cubicBezTo>
                  <a:cubicBezTo>
                    <a:pt x="0" y="4943"/>
                    <a:pt x="6210" y="0"/>
                    <a:pt x="13815" y="0"/>
                  </a:cubicBezTo>
                  <a:cubicBezTo>
                    <a:pt x="21418" y="0"/>
                    <a:pt x="27501" y="4943"/>
                    <a:pt x="27501" y="1089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2" name="Freeform: Shape 3491">
              <a:extLst>
                <a:ext uri="{FF2B5EF4-FFF2-40B4-BE49-F238E27FC236}">
                  <a16:creationId xmlns:a16="http://schemas.microsoft.com/office/drawing/2014/main" id="{1E801DF3-FD35-4A15-68F5-FE16654EF814}"/>
                </a:ext>
              </a:extLst>
            </p:cNvPr>
            <p:cNvSpPr/>
            <p:nvPr/>
          </p:nvSpPr>
          <p:spPr>
            <a:xfrm>
              <a:off x="7311272" y="184811"/>
              <a:ext cx="28388" cy="22305"/>
            </a:xfrm>
            <a:custGeom>
              <a:avLst/>
              <a:gdLst>
                <a:gd name="connsiteX0" fmla="*/ 28389 w 28388"/>
                <a:gd name="connsiteY0" fmla="*/ 11153 h 22305"/>
                <a:gd name="connsiteX1" fmla="*/ 14194 w 28388"/>
                <a:gd name="connsiteY1" fmla="*/ 22306 h 22305"/>
                <a:gd name="connsiteX2" fmla="*/ 0 w 28388"/>
                <a:gd name="connsiteY2" fmla="*/ 11153 h 22305"/>
                <a:gd name="connsiteX3" fmla="*/ 14194 w 28388"/>
                <a:gd name="connsiteY3" fmla="*/ 0 h 22305"/>
                <a:gd name="connsiteX4" fmla="*/ 28389 w 28388"/>
                <a:gd name="connsiteY4" fmla="*/ 11153 h 22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388" h="22305">
                  <a:moveTo>
                    <a:pt x="28389" y="11153"/>
                  </a:moveTo>
                  <a:cubicBezTo>
                    <a:pt x="28389" y="17363"/>
                    <a:pt x="22052" y="22306"/>
                    <a:pt x="14194" y="22306"/>
                  </a:cubicBezTo>
                  <a:cubicBezTo>
                    <a:pt x="6337" y="22306"/>
                    <a:pt x="0" y="17236"/>
                    <a:pt x="0" y="11153"/>
                  </a:cubicBezTo>
                  <a:cubicBezTo>
                    <a:pt x="0" y="5069"/>
                    <a:pt x="6337" y="0"/>
                    <a:pt x="14194" y="0"/>
                  </a:cubicBezTo>
                  <a:cubicBezTo>
                    <a:pt x="22052" y="0"/>
                    <a:pt x="28389" y="5069"/>
                    <a:pt x="28389" y="1115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3" name="Freeform: Shape 3492">
              <a:extLst>
                <a:ext uri="{FF2B5EF4-FFF2-40B4-BE49-F238E27FC236}">
                  <a16:creationId xmlns:a16="http://schemas.microsoft.com/office/drawing/2014/main" id="{8D737871-AD18-B00C-F9E9-8274B440FD02}"/>
                </a:ext>
              </a:extLst>
            </p:cNvPr>
            <p:cNvSpPr/>
            <p:nvPr/>
          </p:nvSpPr>
          <p:spPr>
            <a:xfrm>
              <a:off x="7436614" y="214467"/>
              <a:ext cx="29022" cy="23065"/>
            </a:xfrm>
            <a:custGeom>
              <a:avLst/>
              <a:gdLst>
                <a:gd name="connsiteX0" fmla="*/ 29022 w 29022"/>
                <a:gd name="connsiteY0" fmla="*/ 11533 h 23065"/>
                <a:gd name="connsiteX1" fmla="*/ 14447 w 29022"/>
                <a:gd name="connsiteY1" fmla="*/ 23066 h 23065"/>
                <a:gd name="connsiteX2" fmla="*/ 0 w 29022"/>
                <a:gd name="connsiteY2" fmla="*/ 11533 h 23065"/>
                <a:gd name="connsiteX3" fmla="*/ 14447 w 29022"/>
                <a:gd name="connsiteY3" fmla="*/ 0 h 23065"/>
                <a:gd name="connsiteX4" fmla="*/ 29022 w 29022"/>
                <a:gd name="connsiteY4" fmla="*/ 11533 h 23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022" h="23065">
                  <a:moveTo>
                    <a:pt x="29022" y="11533"/>
                  </a:moveTo>
                  <a:cubicBezTo>
                    <a:pt x="29022" y="17870"/>
                    <a:pt x="22559" y="23066"/>
                    <a:pt x="14447" y="23066"/>
                  </a:cubicBezTo>
                  <a:cubicBezTo>
                    <a:pt x="6337" y="23066"/>
                    <a:pt x="0" y="17870"/>
                    <a:pt x="0" y="11533"/>
                  </a:cubicBezTo>
                  <a:cubicBezTo>
                    <a:pt x="0" y="5196"/>
                    <a:pt x="6463" y="0"/>
                    <a:pt x="14447" y="0"/>
                  </a:cubicBezTo>
                  <a:cubicBezTo>
                    <a:pt x="22432" y="0"/>
                    <a:pt x="29022" y="5196"/>
                    <a:pt x="29022" y="1153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4" name="Freeform: Shape 3493">
              <a:extLst>
                <a:ext uri="{FF2B5EF4-FFF2-40B4-BE49-F238E27FC236}">
                  <a16:creationId xmlns:a16="http://schemas.microsoft.com/office/drawing/2014/main" id="{E1B34785-F77B-EBD3-7D3D-DFC9F882CC39}"/>
                </a:ext>
              </a:extLst>
            </p:cNvPr>
            <p:cNvSpPr/>
            <p:nvPr/>
          </p:nvSpPr>
          <p:spPr>
            <a:xfrm>
              <a:off x="7560815" y="247545"/>
              <a:ext cx="29149" cy="23065"/>
            </a:xfrm>
            <a:custGeom>
              <a:avLst/>
              <a:gdLst>
                <a:gd name="connsiteX0" fmla="*/ 29149 w 29149"/>
                <a:gd name="connsiteY0" fmla="*/ 11533 h 23065"/>
                <a:gd name="connsiteX1" fmla="*/ 14574 w 29149"/>
                <a:gd name="connsiteY1" fmla="*/ 23066 h 23065"/>
                <a:gd name="connsiteX2" fmla="*/ 0 w 29149"/>
                <a:gd name="connsiteY2" fmla="*/ 11533 h 23065"/>
                <a:gd name="connsiteX3" fmla="*/ 14574 w 29149"/>
                <a:gd name="connsiteY3" fmla="*/ 0 h 23065"/>
                <a:gd name="connsiteX4" fmla="*/ 29149 w 29149"/>
                <a:gd name="connsiteY4" fmla="*/ 11533 h 23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9" h="23065">
                  <a:moveTo>
                    <a:pt x="29149" y="11533"/>
                  </a:moveTo>
                  <a:cubicBezTo>
                    <a:pt x="29149" y="17870"/>
                    <a:pt x="22559" y="23066"/>
                    <a:pt x="14574" y="23066"/>
                  </a:cubicBezTo>
                  <a:cubicBezTo>
                    <a:pt x="6590" y="23066"/>
                    <a:pt x="0" y="17870"/>
                    <a:pt x="0" y="11533"/>
                  </a:cubicBezTo>
                  <a:cubicBezTo>
                    <a:pt x="0" y="5196"/>
                    <a:pt x="6464" y="0"/>
                    <a:pt x="14574" y="0"/>
                  </a:cubicBezTo>
                  <a:cubicBezTo>
                    <a:pt x="22685" y="0"/>
                    <a:pt x="29149" y="5196"/>
                    <a:pt x="29149" y="1153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5" name="Freeform: Shape 3494">
              <a:extLst>
                <a:ext uri="{FF2B5EF4-FFF2-40B4-BE49-F238E27FC236}">
                  <a16:creationId xmlns:a16="http://schemas.microsoft.com/office/drawing/2014/main" id="{CEC822EA-73B8-7168-274D-D19F1C82B4AD}"/>
                </a:ext>
              </a:extLst>
            </p:cNvPr>
            <p:cNvSpPr/>
            <p:nvPr/>
          </p:nvSpPr>
          <p:spPr>
            <a:xfrm>
              <a:off x="7683495" y="283285"/>
              <a:ext cx="29909" cy="23572"/>
            </a:xfrm>
            <a:custGeom>
              <a:avLst/>
              <a:gdLst>
                <a:gd name="connsiteX0" fmla="*/ 29910 w 29909"/>
                <a:gd name="connsiteY0" fmla="*/ 11786 h 23572"/>
                <a:gd name="connsiteX1" fmla="*/ 14955 w 29909"/>
                <a:gd name="connsiteY1" fmla="*/ 23573 h 23572"/>
                <a:gd name="connsiteX2" fmla="*/ 0 w 29909"/>
                <a:gd name="connsiteY2" fmla="*/ 11786 h 23572"/>
                <a:gd name="connsiteX3" fmla="*/ 14955 w 29909"/>
                <a:gd name="connsiteY3" fmla="*/ 0 h 23572"/>
                <a:gd name="connsiteX4" fmla="*/ 29910 w 29909"/>
                <a:gd name="connsiteY4" fmla="*/ 11786 h 2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909" h="23572">
                  <a:moveTo>
                    <a:pt x="29910" y="11786"/>
                  </a:moveTo>
                  <a:cubicBezTo>
                    <a:pt x="29910" y="18377"/>
                    <a:pt x="23193" y="23573"/>
                    <a:pt x="14955" y="23573"/>
                  </a:cubicBezTo>
                  <a:cubicBezTo>
                    <a:pt x="6717" y="23573"/>
                    <a:pt x="0" y="18250"/>
                    <a:pt x="0" y="11786"/>
                  </a:cubicBezTo>
                  <a:cubicBezTo>
                    <a:pt x="0" y="5323"/>
                    <a:pt x="6717" y="0"/>
                    <a:pt x="14955" y="0"/>
                  </a:cubicBezTo>
                  <a:cubicBezTo>
                    <a:pt x="23193" y="0"/>
                    <a:pt x="29910" y="5323"/>
                    <a:pt x="29910" y="1178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6" name="Freeform: Shape 3495">
              <a:extLst>
                <a:ext uri="{FF2B5EF4-FFF2-40B4-BE49-F238E27FC236}">
                  <a16:creationId xmlns:a16="http://schemas.microsoft.com/office/drawing/2014/main" id="{CDEFDFD7-A586-14D0-F7CF-9E31C329D3DE}"/>
                </a:ext>
              </a:extLst>
            </p:cNvPr>
            <p:cNvSpPr/>
            <p:nvPr/>
          </p:nvSpPr>
          <p:spPr>
            <a:xfrm>
              <a:off x="7804528" y="321939"/>
              <a:ext cx="30669" cy="24333"/>
            </a:xfrm>
            <a:custGeom>
              <a:avLst/>
              <a:gdLst>
                <a:gd name="connsiteX0" fmla="*/ 30670 w 30669"/>
                <a:gd name="connsiteY0" fmla="*/ 12167 h 24333"/>
                <a:gd name="connsiteX1" fmla="*/ 15335 w 30669"/>
                <a:gd name="connsiteY1" fmla="*/ 24333 h 24333"/>
                <a:gd name="connsiteX2" fmla="*/ 0 w 30669"/>
                <a:gd name="connsiteY2" fmla="*/ 12167 h 24333"/>
                <a:gd name="connsiteX3" fmla="*/ 15335 w 30669"/>
                <a:gd name="connsiteY3" fmla="*/ 0 h 24333"/>
                <a:gd name="connsiteX4" fmla="*/ 30670 w 30669"/>
                <a:gd name="connsiteY4" fmla="*/ 12167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9" h="24333">
                  <a:moveTo>
                    <a:pt x="30670" y="12167"/>
                  </a:moveTo>
                  <a:cubicBezTo>
                    <a:pt x="30670" y="18884"/>
                    <a:pt x="23826" y="24333"/>
                    <a:pt x="15335" y="24333"/>
                  </a:cubicBezTo>
                  <a:cubicBezTo>
                    <a:pt x="6843" y="24333"/>
                    <a:pt x="0" y="18884"/>
                    <a:pt x="0" y="12167"/>
                  </a:cubicBezTo>
                  <a:cubicBezTo>
                    <a:pt x="0" y="5450"/>
                    <a:pt x="6843" y="0"/>
                    <a:pt x="15335" y="0"/>
                  </a:cubicBezTo>
                  <a:cubicBezTo>
                    <a:pt x="23826" y="0"/>
                    <a:pt x="30670" y="5450"/>
                    <a:pt x="30670" y="121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7" name="Freeform: Shape 3496">
              <a:extLst>
                <a:ext uri="{FF2B5EF4-FFF2-40B4-BE49-F238E27FC236}">
                  <a16:creationId xmlns:a16="http://schemas.microsoft.com/office/drawing/2014/main" id="{CB2923B7-0837-3C99-A099-3D781EABF4D2}"/>
                </a:ext>
              </a:extLst>
            </p:cNvPr>
            <p:cNvSpPr/>
            <p:nvPr/>
          </p:nvSpPr>
          <p:spPr>
            <a:xfrm>
              <a:off x="7924547" y="364016"/>
              <a:ext cx="30669" cy="24333"/>
            </a:xfrm>
            <a:custGeom>
              <a:avLst/>
              <a:gdLst>
                <a:gd name="connsiteX0" fmla="*/ 30670 w 30669"/>
                <a:gd name="connsiteY0" fmla="*/ 12167 h 24333"/>
                <a:gd name="connsiteX1" fmla="*/ 15335 w 30669"/>
                <a:gd name="connsiteY1" fmla="*/ 24333 h 24333"/>
                <a:gd name="connsiteX2" fmla="*/ 0 w 30669"/>
                <a:gd name="connsiteY2" fmla="*/ 12167 h 24333"/>
                <a:gd name="connsiteX3" fmla="*/ 15335 w 30669"/>
                <a:gd name="connsiteY3" fmla="*/ 0 h 24333"/>
                <a:gd name="connsiteX4" fmla="*/ 30670 w 30669"/>
                <a:gd name="connsiteY4" fmla="*/ 12167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9" h="24333">
                  <a:moveTo>
                    <a:pt x="30670" y="12167"/>
                  </a:moveTo>
                  <a:cubicBezTo>
                    <a:pt x="30670" y="18884"/>
                    <a:pt x="23826" y="24333"/>
                    <a:pt x="15335" y="24333"/>
                  </a:cubicBezTo>
                  <a:cubicBezTo>
                    <a:pt x="6843" y="24333"/>
                    <a:pt x="0" y="18884"/>
                    <a:pt x="0" y="12167"/>
                  </a:cubicBezTo>
                  <a:cubicBezTo>
                    <a:pt x="0" y="5450"/>
                    <a:pt x="6843" y="0"/>
                    <a:pt x="15335" y="0"/>
                  </a:cubicBezTo>
                  <a:cubicBezTo>
                    <a:pt x="23826" y="0"/>
                    <a:pt x="30670" y="5450"/>
                    <a:pt x="30670" y="121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8" name="Freeform: Shape 3497">
              <a:extLst>
                <a:ext uri="{FF2B5EF4-FFF2-40B4-BE49-F238E27FC236}">
                  <a16:creationId xmlns:a16="http://schemas.microsoft.com/office/drawing/2014/main" id="{0BE9DFAA-C90F-7538-124D-F9C4E513CBE9}"/>
                </a:ext>
              </a:extLst>
            </p:cNvPr>
            <p:cNvSpPr/>
            <p:nvPr/>
          </p:nvSpPr>
          <p:spPr>
            <a:xfrm>
              <a:off x="8042412" y="408627"/>
              <a:ext cx="31430" cy="24840"/>
            </a:xfrm>
            <a:custGeom>
              <a:avLst/>
              <a:gdLst>
                <a:gd name="connsiteX0" fmla="*/ 31430 w 31430"/>
                <a:gd name="connsiteY0" fmla="*/ 12420 h 24840"/>
                <a:gd name="connsiteX1" fmla="*/ 15715 w 31430"/>
                <a:gd name="connsiteY1" fmla="*/ 24840 h 24840"/>
                <a:gd name="connsiteX2" fmla="*/ 0 w 31430"/>
                <a:gd name="connsiteY2" fmla="*/ 12420 h 24840"/>
                <a:gd name="connsiteX3" fmla="*/ 15715 w 31430"/>
                <a:gd name="connsiteY3" fmla="*/ 0 h 24840"/>
                <a:gd name="connsiteX4" fmla="*/ 31430 w 31430"/>
                <a:gd name="connsiteY4" fmla="*/ 12420 h 2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30" h="24840">
                  <a:moveTo>
                    <a:pt x="31430" y="12420"/>
                  </a:moveTo>
                  <a:cubicBezTo>
                    <a:pt x="31430" y="19391"/>
                    <a:pt x="24333" y="24840"/>
                    <a:pt x="15715" y="24840"/>
                  </a:cubicBezTo>
                  <a:cubicBezTo>
                    <a:pt x="7097" y="24840"/>
                    <a:pt x="0" y="19264"/>
                    <a:pt x="0" y="12420"/>
                  </a:cubicBezTo>
                  <a:cubicBezTo>
                    <a:pt x="0" y="5576"/>
                    <a:pt x="6970" y="0"/>
                    <a:pt x="15715" y="0"/>
                  </a:cubicBezTo>
                  <a:cubicBezTo>
                    <a:pt x="24460" y="0"/>
                    <a:pt x="31430" y="5576"/>
                    <a:pt x="31430" y="1242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9" name="Freeform: Shape 3498">
              <a:extLst>
                <a:ext uri="{FF2B5EF4-FFF2-40B4-BE49-F238E27FC236}">
                  <a16:creationId xmlns:a16="http://schemas.microsoft.com/office/drawing/2014/main" id="{C648CAE6-3045-EDEE-D51A-C4DE7D1AD60F}"/>
                </a:ext>
              </a:extLst>
            </p:cNvPr>
            <p:cNvSpPr/>
            <p:nvPr/>
          </p:nvSpPr>
          <p:spPr>
            <a:xfrm>
              <a:off x="8158882" y="456406"/>
              <a:ext cx="31430" cy="24840"/>
            </a:xfrm>
            <a:custGeom>
              <a:avLst/>
              <a:gdLst>
                <a:gd name="connsiteX0" fmla="*/ 31430 w 31430"/>
                <a:gd name="connsiteY0" fmla="*/ 12420 h 24840"/>
                <a:gd name="connsiteX1" fmla="*/ 15715 w 31430"/>
                <a:gd name="connsiteY1" fmla="*/ 24840 h 24840"/>
                <a:gd name="connsiteX2" fmla="*/ 0 w 31430"/>
                <a:gd name="connsiteY2" fmla="*/ 12420 h 24840"/>
                <a:gd name="connsiteX3" fmla="*/ 15715 w 31430"/>
                <a:gd name="connsiteY3" fmla="*/ 0 h 24840"/>
                <a:gd name="connsiteX4" fmla="*/ 31430 w 31430"/>
                <a:gd name="connsiteY4" fmla="*/ 12420 h 2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30" h="24840">
                  <a:moveTo>
                    <a:pt x="31430" y="12420"/>
                  </a:moveTo>
                  <a:cubicBezTo>
                    <a:pt x="31430" y="19264"/>
                    <a:pt x="24333" y="24840"/>
                    <a:pt x="15715" y="24840"/>
                  </a:cubicBezTo>
                  <a:cubicBezTo>
                    <a:pt x="7097" y="24840"/>
                    <a:pt x="0" y="19264"/>
                    <a:pt x="0" y="12420"/>
                  </a:cubicBezTo>
                  <a:cubicBezTo>
                    <a:pt x="0" y="5576"/>
                    <a:pt x="6970" y="0"/>
                    <a:pt x="15715" y="0"/>
                  </a:cubicBezTo>
                  <a:cubicBezTo>
                    <a:pt x="24460" y="0"/>
                    <a:pt x="31430" y="5576"/>
                    <a:pt x="31430" y="1242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0" name="Freeform: Shape 3499">
              <a:extLst>
                <a:ext uri="{FF2B5EF4-FFF2-40B4-BE49-F238E27FC236}">
                  <a16:creationId xmlns:a16="http://schemas.microsoft.com/office/drawing/2014/main" id="{4D1B02C9-1ECB-6190-685E-EC82425EC506}"/>
                </a:ext>
              </a:extLst>
            </p:cNvPr>
            <p:cNvSpPr/>
            <p:nvPr/>
          </p:nvSpPr>
          <p:spPr>
            <a:xfrm>
              <a:off x="8272944" y="506594"/>
              <a:ext cx="32190" cy="25600"/>
            </a:xfrm>
            <a:custGeom>
              <a:avLst/>
              <a:gdLst>
                <a:gd name="connsiteX0" fmla="*/ 32191 w 32190"/>
                <a:gd name="connsiteY0" fmla="*/ 12800 h 25600"/>
                <a:gd name="connsiteX1" fmla="*/ 16095 w 32190"/>
                <a:gd name="connsiteY1" fmla="*/ 25601 h 25600"/>
                <a:gd name="connsiteX2" fmla="*/ 0 w 32190"/>
                <a:gd name="connsiteY2" fmla="*/ 12800 h 25600"/>
                <a:gd name="connsiteX3" fmla="*/ 16095 w 32190"/>
                <a:gd name="connsiteY3" fmla="*/ 0 h 25600"/>
                <a:gd name="connsiteX4" fmla="*/ 32191 w 32190"/>
                <a:gd name="connsiteY4" fmla="*/ 12800 h 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90" h="25600">
                  <a:moveTo>
                    <a:pt x="32191" y="12800"/>
                  </a:moveTo>
                  <a:cubicBezTo>
                    <a:pt x="32191" y="19898"/>
                    <a:pt x="24967" y="25601"/>
                    <a:pt x="16095" y="25601"/>
                  </a:cubicBezTo>
                  <a:cubicBezTo>
                    <a:pt x="7224" y="25601"/>
                    <a:pt x="0" y="19898"/>
                    <a:pt x="0" y="12800"/>
                  </a:cubicBezTo>
                  <a:cubicBezTo>
                    <a:pt x="0" y="5703"/>
                    <a:pt x="7224" y="0"/>
                    <a:pt x="16095" y="0"/>
                  </a:cubicBezTo>
                  <a:cubicBezTo>
                    <a:pt x="24967" y="0"/>
                    <a:pt x="32191" y="5703"/>
                    <a:pt x="32191" y="1280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1" name="Freeform: Shape 3500">
              <a:extLst>
                <a:ext uri="{FF2B5EF4-FFF2-40B4-BE49-F238E27FC236}">
                  <a16:creationId xmlns:a16="http://schemas.microsoft.com/office/drawing/2014/main" id="{742F24AD-99C7-B1EC-1F63-13A0CF8ABE10}"/>
                </a:ext>
              </a:extLst>
            </p:cNvPr>
            <p:cNvSpPr/>
            <p:nvPr/>
          </p:nvSpPr>
          <p:spPr>
            <a:xfrm>
              <a:off x="8385486" y="560076"/>
              <a:ext cx="32190" cy="25600"/>
            </a:xfrm>
            <a:custGeom>
              <a:avLst/>
              <a:gdLst>
                <a:gd name="connsiteX0" fmla="*/ 32191 w 32190"/>
                <a:gd name="connsiteY0" fmla="*/ 12800 h 25600"/>
                <a:gd name="connsiteX1" fmla="*/ 16095 w 32190"/>
                <a:gd name="connsiteY1" fmla="*/ 25601 h 25600"/>
                <a:gd name="connsiteX2" fmla="*/ 0 w 32190"/>
                <a:gd name="connsiteY2" fmla="*/ 12800 h 25600"/>
                <a:gd name="connsiteX3" fmla="*/ 16095 w 32190"/>
                <a:gd name="connsiteY3" fmla="*/ 0 h 25600"/>
                <a:gd name="connsiteX4" fmla="*/ 32191 w 32190"/>
                <a:gd name="connsiteY4" fmla="*/ 12800 h 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90" h="25600">
                  <a:moveTo>
                    <a:pt x="32191" y="12800"/>
                  </a:moveTo>
                  <a:cubicBezTo>
                    <a:pt x="32191" y="19898"/>
                    <a:pt x="24967" y="25601"/>
                    <a:pt x="16095" y="25601"/>
                  </a:cubicBezTo>
                  <a:cubicBezTo>
                    <a:pt x="7223" y="25601"/>
                    <a:pt x="0" y="19898"/>
                    <a:pt x="0" y="12800"/>
                  </a:cubicBezTo>
                  <a:cubicBezTo>
                    <a:pt x="0" y="5703"/>
                    <a:pt x="7223" y="0"/>
                    <a:pt x="16095" y="0"/>
                  </a:cubicBezTo>
                  <a:cubicBezTo>
                    <a:pt x="24967" y="0"/>
                    <a:pt x="32191" y="5703"/>
                    <a:pt x="32191" y="1280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2" name="Freeform: Shape 3501">
              <a:extLst>
                <a:ext uri="{FF2B5EF4-FFF2-40B4-BE49-F238E27FC236}">
                  <a16:creationId xmlns:a16="http://schemas.microsoft.com/office/drawing/2014/main" id="{E3E9299B-60EE-3D1F-753A-81061D0C47DA}"/>
                </a:ext>
              </a:extLst>
            </p:cNvPr>
            <p:cNvSpPr/>
            <p:nvPr/>
          </p:nvSpPr>
          <p:spPr>
            <a:xfrm>
              <a:off x="8495620" y="615840"/>
              <a:ext cx="32951" cy="26107"/>
            </a:xfrm>
            <a:custGeom>
              <a:avLst/>
              <a:gdLst>
                <a:gd name="connsiteX0" fmla="*/ 32951 w 32951"/>
                <a:gd name="connsiteY0" fmla="*/ 13054 h 26107"/>
                <a:gd name="connsiteX1" fmla="*/ 16476 w 32951"/>
                <a:gd name="connsiteY1" fmla="*/ 26108 h 26107"/>
                <a:gd name="connsiteX2" fmla="*/ 0 w 32951"/>
                <a:gd name="connsiteY2" fmla="*/ 13054 h 26107"/>
                <a:gd name="connsiteX3" fmla="*/ 16476 w 32951"/>
                <a:gd name="connsiteY3" fmla="*/ 0 h 26107"/>
                <a:gd name="connsiteX4" fmla="*/ 32951 w 32951"/>
                <a:gd name="connsiteY4" fmla="*/ 13054 h 2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951" h="26107">
                  <a:moveTo>
                    <a:pt x="32951" y="13054"/>
                  </a:moveTo>
                  <a:cubicBezTo>
                    <a:pt x="32951" y="20278"/>
                    <a:pt x="25600" y="26108"/>
                    <a:pt x="16476" y="26108"/>
                  </a:cubicBezTo>
                  <a:cubicBezTo>
                    <a:pt x="7350" y="26108"/>
                    <a:pt x="0" y="20278"/>
                    <a:pt x="0" y="13054"/>
                  </a:cubicBezTo>
                  <a:cubicBezTo>
                    <a:pt x="0" y="5830"/>
                    <a:pt x="7350" y="0"/>
                    <a:pt x="16476" y="0"/>
                  </a:cubicBezTo>
                  <a:cubicBezTo>
                    <a:pt x="25600" y="0"/>
                    <a:pt x="32951" y="5830"/>
                    <a:pt x="32951" y="1305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3" name="Freeform: Shape 3502">
              <a:extLst>
                <a:ext uri="{FF2B5EF4-FFF2-40B4-BE49-F238E27FC236}">
                  <a16:creationId xmlns:a16="http://schemas.microsoft.com/office/drawing/2014/main" id="{A87DD955-3053-5860-4728-111A16E5188F}"/>
                </a:ext>
              </a:extLst>
            </p:cNvPr>
            <p:cNvSpPr/>
            <p:nvPr/>
          </p:nvSpPr>
          <p:spPr>
            <a:xfrm>
              <a:off x="8603725" y="674646"/>
              <a:ext cx="32951" cy="26107"/>
            </a:xfrm>
            <a:custGeom>
              <a:avLst/>
              <a:gdLst>
                <a:gd name="connsiteX0" fmla="*/ 32951 w 32951"/>
                <a:gd name="connsiteY0" fmla="*/ 13054 h 26107"/>
                <a:gd name="connsiteX1" fmla="*/ 16476 w 32951"/>
                <a:gd name="connsiteY1" fmla="*/ 26108 h 26107"/>
                <a:gd name="connsiteX2" fmla="*/ 0 w 32951"/>
                <a:gd name="connsiteY2" fmla="*/ 13054 h 26107"/>
                <a:gd name="connsiteX3" fmla="*/ 16476 w 32951"/>
                <a:gd name="connsiteY3" fmla="*/ 0 h 26107"/>
                <a:gd name="connsiteX4" fmla="*/ 32951 w 32951"/>
                <a:gd name="connsiteY4" fmla="*/ 13054 h 2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951" h="26107">
                  <a:moveTo>
                    <a:pt x="32951" y="13054"/>
                  </a:moveTo>
                  <a:cubicBezTo>
                    <a:pt x="32951" y="20278"/>
                    <a:pt x="25601" y="26108"/>
                    <a:pt x="16476" y="26108"/>
                  </a:cubicBezTo>
                  <a:cubicBezTo>
                    <a:pt x="7351" y="26108"/>
                    <a:pt x="0" y="20278"/>
                    <a:pt x="0" y="13054"/>
                  </a:cubicBezTo>
                  <a:cubicBezTo>
                    <a:pt x="0" y="5830"/>
                    <a:pt x="7351" y="0"/>
                    <a:pt x="16476" y="0"/>
                  </a:cubicBezTo>
                  <a:cubicBezTo>
                    <a:pt x="25601" y="0"/>
                    <a:pt x="32951" y="5830"/>
                    <a:pt x="32951" y="1305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4" name="Freeform: Shape 3503">
              <a:extLst>
                <a:ext uri="{FF2B5EF4-FFF2-40B4-BE49-F238E27FC236}">
                  <a16:creationId xmlns:a16="http://schemas.microsoft.com/office/drawing/2014/main" id="{B406A4E0-3F23-2C1A-64F0-680ED5CB202E}"/>
                </a:ext>
              </a:extLst>
            </p:cNvPr>
            <p:cNvSpPr/>
            <p:nvPr/>
          </p:nvSpPr>
          <p:spPr>
            <a:xfrm>
              <a:off x="8709930" y="736239"/>
              <a:ext cx="32190" cy="25600"/>
            </a:xfrm>
            <a:custGeom>
              <a:avLst/>
              <a:gdLst>
                <a:gd name="connsiteX0" fmla="*/ 32191 w 32190"/>
                <a:gd name="connsiteY0" fmla="*/ 12800 h 25600"/>
                <a:gd name="connsiteX1" fmla="*/ 16096 w 32190"/>
                <a:gd name="connsiteY1" fmla="*/ 25601 h 25600"/>
                <a:gd name="connsiteX2" fmla="*/ 0 w 32190"/>
                <a:gd name="connsiteY2" fmla="*/ 12800 h 25600"/>
                <a:gd name="connsiteX3" fmla="*/ 16096 w 32190"/>
                <a:gd name="connsiteY3" fmla="*/ 0 h 25600"/>
                <a:gd name="connsiteX4" fmla="*/ 32191 w 32190"/>
                <a:gd name="connsiteY4" fmla="*/ 12800 h 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90" h="25600">
                  <a:moveTo>
                    <a:pt x="32191" y="12800"/>
                  </a:moveTo>
                  <a:cubicBezTo>
                    <a:pt x="32191" y="19898"/>
                    <a:pt x="24967" y="25601"/>
                    <a:pt x="16096" y="25601"/>
                  </a:cubicBezTo>
                  <a:cubicBezTo>
                    <a:pt x="7224" y="25601"/>
                    <a:pt x="0" y="19898"/>
                    <a:pt x="0" y="12800"/>
                  </a:cubicBezTo>
                  <a:cubicBezTo>
                    <a:pt x="0" y="5703"/>
                    <a:pt x="7224" y="0"/>
                    <a:pt x="16096" y="0"/>
                  </a:cubicBezTo>
                  <a:cubicBezTo>
                    <a:pt x="24967" y="0"/>
                    <a:pt x="32191" y="5703"/>
                    <a:pt x="32191" y="1280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5" name="Freeform: Shape 3504">
              <a:extLst>
                <a:ext uri="{FF2B5EF4-FFF2-40B4-BE49-F238E27FC236}">
                  <a16:creationId xmlns:a16="http://schemas.microsoft.com/office/drawing/2014/main" id="{59A3B1CB-2BD8-5786-25C6-98C069E5EE34}"/>
                </a:ext>
              </a:extLst>
            </p:cNvPr>
            <p:cNvSpPr/>
            <p:nvPr/>
          </p:nvSpPr>
          <p:spPr>
            <a:xfrm>
              <a:off x="8812966" y="799987"/>
              <a:ext cx="32951" cy="26107"/>
            </a:xfrm>
            <a:custGeom>
              <a:avLst/>
              <a:gdLst>
                <a:gd name="connsiteX0" fmla="*/ 32951 w 32951"/>
                <a:gd name="connsiteY0" fmla="*/ 13054 h 26107"/>
                <a:gd name="connsiteX1" fmla="*/ 16476 w 32951"/>
                <a:gd name="connsiteY1" fmla="*/ 26108 h 26107"/>
                <a:gd name="connsiteX2" fmla="*/ 0 w 32951"/>
                <a:gd name="connsiteY2" fmla="*/ 13054 h 26107"/>
                <a:gd name="connsiteX3" fmla="*/ 16476 w 32951"/>
                <a:gd name="connsiteY3" fmla="*/ 0 h 26107"/>
                <a:gd name="connsiteX4" fmla="*/ 32951 w 32951"/>
                <a:gd name="connsiteY4" fmla="*/ 13054 h 2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951" h="26107">
                  <a:moveTo>
                    <a:pt x="32951" y="13054"/>
                  </a:moveTo>
                  <a:cubicBezTo>
                    <a:pt x="32951" y="20278"/>
                    <a:pt x="25601" y="26108"/>
                    <a:pt x="16476" y="26108"/>
                  </a:cubicBezTo>
                  <a:cubicBezTo>
                    <a:pt x="7351" y="26108"/>
                    <a:pt x="0" y="20278"/>
                    <a:pt x="0" y="13054"/>
                  </a:cubicBezTo>
                  <a:cubicBezTo>
                    <a:pt x="0" y="5830"/>
                    <a:pt x="7351" y="0"/>
                    <a:pt x="16476" y="0"/>
                  </a:cubicBezTo>
                  <a:cubicBezTo>
                    <a:pt x="25601" y="0"/>
                    <a:pt x="32951" y="5830"/>
                    <a:pt x="32951" y="1305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6" name="Freeform: Shape 3505">
              <a:extLst>
                <a:ext uri="{FF2B5EF4-FFF2-40B4-BE49-F238E27FC236}">
                  <a16:creationId xmlns:a16="http://schemas.microsoft.com/office/drawing/2014/main" id="{FE55AB8B-A519-4B99-C1DE-83D9E81AB371}"/>
                </a:ext>
              </a:extLst>
            </p:cNvPr>
            <p:cNvSpPr/>
            <p:nvPr/>
          </p:nvSpPr>
          <p:spPr>
            <a:xfrm>
              <a:off x="8913848" y="866397"/>
              <a:ext cx="32951" cy="26107"/>
            </a:xfrm>
            <a:custGeom>
              <a:avLst/>
              <a:gdLst>
                <a:gd name="connsiteX0" fmla="*/ 32951 w 32951"/>
                <a:gd name="connsiteY0" fmla="*/ 13054 h 26107"/>
                <a:gd name="connsiteX1" fmla="*/ 16476 w 32951"/>
                <a:gd name="connsiteY1" fmla="*/ 26108 h 26107"/>
                <a:gd name="connsiteX2" fmla="*/ 0 w 32951"/>
                <a:gd name="connsiteY2" fmla="*/ 13054 h 26107"/>
                <a:gd name="connsiteX3" fmla="*/ 16476 w 32951"/>
                <a:gd name="connsiteY3" fmla="*/ 0 h 26107"/>
                <a:gd name="connsiteX4" fmla="*/ 32951 w 32951"/>
                <a:gd name="connsiteY4" fmla="*/ 13054 h 2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951" h="26107">
                  <a:moveTo>
                    <a:pt x="32951" y="13054"/>
                  </a:moveTo>
                  <a:cubicBezTo>
                    <a:pt x="32951" y="20278"/>
                    <a:pt x="25600" y="26108"/>
                    <a:pt x="16476" y="26108"/>
                  </a:cubicBezTo>
                  <a:cubicBezTo>
                    <a:pt x="7350" y="26108"/>
                    <a:pt x="0" y="20278"/>
                    <a:pt x="0" y="13054"/>
                  </a:cubicBezTo>
                  <a:cubicBezTo>
                    <a:pt x="0" y="5830"/>
                    <a:pt x="7350" y="0"/>
                    <a:pt x="16476" y="0"/>
                  </a:cubicBezTo>
                  <a:cubicBezTo>
                    <a:pt x="25600" y="0"/>
                    <a:pt x="32951" y="5830"/>
                    <a:pt x="32951" y="1305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7" name="Freeform: Shape 3506">
              <a:extLst>
                <a:ext uri="{FF2B5EF4-FFF2-40B4-BE49-F238E27FC236}">
                  <a16:creationId xmlns:a16="http://schemas.microsoft.com/office/drawing/2014/main" id="{BED3724D-9115-A99F-9C26-17EE92DF0B83}"/>
                </a:ext>
              </a:extLst>
            </p:cNvPr>
            <p:cNvSpPr/>
            <p:nvPr/>
          </p:nvSpPr>
          <p:spPr>
            <a:xfrm>
              <a:off x="9012069" y="935215"/>
              <a:ext cx="32951" cy="26107"/>
            </a:xfrm>
            <a:custGeom>
              <a:avLst/>
              <a:gdLst>
                <a:gd name="connsiteX0" fmla="*/ 32951 w 32951"/>
                <a:gd name="connsiteY0" fmla="*/ 13054 h 26107"/>
                <a:gd name="connsiteX1" fmla="*/ 16476 w 32951"/>
                <a:gd name="connsiteY1" fmla="*/ 26108 h 26107"/>
                <a:gd name="connsiteX2" fmla="*/ 0 w 32951"/>
                <a:gd name="connsiteY2" fmla="*/ 13054 h 26107"/>
                <a:gd name="connsiteX3" fmla="*/ 16476 w 32951"/>
                <a:gd name="connsiteY3" fmla="*/ 0 h 26107"/>
                <a:gd name="connsiteX4" fmla="*/ 32951 w 32951"/>
                <a:gd name="connsiteY4" fmla="*/ 13054 h 2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951" h="26107">
                  <a:moveTo>
                    <a:pt x="32951" y="13054"/>
                  </a:moveTo>
                  <a:cubicBezTo>
                    <a:pt x="32951" y="20278"/>
                    <a:pt x="25600" y="26108"/>
                    <a:pt x="16476" y="26108"/>
                  </a:cubicBezTo>
                  <a:cubicBezTo>
                    <a:pt x="7350" y="26108"/>
                    <a:pt x="0" y="20278"/>
                    <a:pt x="0" y="13054"/>
                  </a:cubicBezTo>
                  <a:cubicBezTo>
                    <a:pt x="0" y="5830"/>
                    <a:pt x="7350" y="0"/>
                    <a:pt x="16476" y="0"/>
                  </a:cubicBezTo>
                  <a:cubicBezTo>
                    <a:pt x="25600" y="0"/>
                    <a:pt x="32951" y="5830"/>
                    <a:pt x="32951" y="1305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8" name="Freeform: Shape 3507">
              <a:extLst>
                <a:ext uri="{FF2B5EF4-FFF2-40B4-BE49-F238E27FC236}">
                  <a16:creationId xmlns:a16="http://schemas.microsoft.com/office/drawing/2014/main" id="{303D6A2F-3846-A2CE-4082-03EE240582A9}"/>
                </a:ext>
              </a:extLst>
            </p:cNvPr>
            <p:cNvSpPr/>
            <p:nvPr/>
          </p:nvSpPr>
          <p:spPr>
            <a:xfrm>
              <a:off x="9107121" y="1006187"/>
              <a:ext cx="33838" cy="26741"/>
            </a:xfrm>
            <a:custGeom>
              <a:avLst/>
              <a:gdLst>
                <a:gd name="connsiteX0" fmla="*/ 33838 w 33838"/>
                <a:gd name="connsiteY0" fmla="*/ 13434 h 26741"/>
                <a:gd name="connsiteX1" fmla="*/ 16982 w 33838"/>
                <a:gd name="connsiteY1" fmla="*/ 26741 h 26741"/>
                <a:gd name="connsiteX2" fmla="*/ 0 w 33838"/>
                <a:gd name="connsiteY2" fmla="*/ 13434 h 26741"/>
                <a:gd name="connsiteX3" fmla="*/ 16982 w 33838"/>
                <a:gd name="connsiteY3" fmla="*/ 0 h 26741"/>
                <a:gd name="connsiteX4" fmla="*/ 33838 w 33838"/>
                <a:gd name="connsiteY4" fmla="*/ 13434 h 26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838" h="26741">
                  <a:moveTo>
                    <a:pt x="33838" y="13434"/>
                  </a:moveTo>
                  <a:cubicBezTo>
                    <a:pt x="33838" y="20785"/>
                    <a:pt x="26234" y="26741"/>
                    <a:pt x="16982" y="26741"/>
                  </a:cubicBezTo>
                  <a:cubicBezTo>
                    <a:pt x="7731" y="26741"/>
                    <a:pt x="0" y="20785"/>
                    <a:pt x="0" y="13434"/>
                  </a:cubicBezTo>
                  <a:cubicBezTo>
                    <a:pt x="0" y="6083"/>
                    <a:pt x="7604" y="0"/>
                    <a:pt x="16982" y="0"/>
                  </a:cubicBezTo>
                  <a:cubicBezTo>
                    <a:pt x="26361" y="0"/>
                    <a:pt x="33838" y="5957"/>
                    <a:pt x="33838" y="1343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9" name="Freeform: Shape 3508">
              <a:extLst>
                <a:ext uri="{FF2B5EF4-FFF2-40B4-BE49-F238E27FC236}">
                  <a16:creationId xmlns:a16="http://schemas.microsoft.com/office/drawing/2014/main" id="{CCE4F30E-D331-7A00-D2F1-2F9682176522}"/>
                </a:ext>
              </a:extLst>
            </p:cNvPr>
            <p:cNvSpPr/>
            <p:nvPr/>
          </p:nvSpPr>
          <p:spPr>
            <a:xfrm>
              <a:off x="9200271" y="1080074"/>
              <a:ext cx="32951" cy="26107"/>
            </a:xfrm>
            <a:custGeom>
              <a:avLst/>
              <a:gdLst>
                <a:gd name="connsiteX0" fmla="*/ 32951 w 32951"/>
                <a:gd name="connsiteY0" fmla="*/ 13054 h 26107"/>
                <a:gd name="connsiteX1" fmla="*/ 16476 w 32951"/>
                <a:gd name="connsiteY1" fmla="*/ 26108 h 26107"/>
                <a:gd name="connsiteX2" fmla="*/ 0 w 32951"/>
                <a:gd name="connsiteY2" fmla="*/ 13054 h 26107"/>
                <a:gd name="connsiteX3" fmla="*/ 16476 w 32951"/>
                <a:gd name="connsiteY3" fmla="*/ 0 h 26107"/>
                <a:gd name="connsiteX4" fmla="*/ 32951 w 32951"/>
                <a:gd name="connsiteY4" fmla="*/ 13054 h 2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951" h="26107">
                  <a:moveTo>
                    <a:pt x="32951" y="13054"/>
                  </a:moveTo>
                  <a:cubicBezTo>
                    <a:pt x="32951" y="20278"/>
                    <a:pt x="25601" y="26108"/>
                    <a:pt x="16476" y="26108"/>
                  </a:cubicBezTo>
                  <a:cubicBezTo>
                    <a:pt x="7351" y="26108"/>
                    <a:pt x="0" y="20278"/>
                    <a:pt x="0" y="13054"/>
                  </a:cubicBezTo>
                  <a:cubicBezTo>
                    <a:pt x="0" y="5830"/>
                    <a:pt x="7351" y="0"/>
                    <a:pt x="16476" y="0"/>
                  </a:cubicBezTo>
                  <a:cubicBezTo>
                    <a:pt x="25601" y="0"/>
                    <a:pt x="32951" y="5830"/>
                    <a:pt x="32951" y="1305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0" name="Freeform: Shape 3509">
              <a:extLst>
                <a:ext uri="{FF2B5EF4-FFF2-40B4-BE49-F238E27FC236}">
                  <a16:creationId xmlns:a16="http://schemas.microsoft.com/office/drawing/2014/main" id="{FE8ABB28-4AC8-6DC0-2AB8-BADDBE28D11B}"/>
                </a:ext>
              </a:extLst>
            </p:cNvPr>
            <p:cNvSpPr/>
            <p:nvPr/>
          </p:nvSpPr>
          <p:spPr>
            <a:xfrm>
              <a:off x="9290127" y="1155735"/>
              <a:ext cx="32951" cy="26107"/>
            </a:xfrm>
            <a:custGeom>
              <a:avLst/>
              <a:gdLst>
                <a:gd name="connsiteX0" fmla="*/ 32951 w 32951"/>
                <a:gd name="connsiteY0" fmla="*/ 13054 h 26107"/>
                <a:gd name="connsiteX1" fmla="*/ 16476 w 32951"/>
                <a:gd name="connsiteY1" fmla="*/ 26108 h 26107"/>
                <a:gd name="connsiteX2" fmla="*/ 0 w 32951"/>
                <a:gd name="connsiteY2" fmla="*/ 13054 h 26107"/>
                <a:gd name="connsiteX3" fmla="*/ 16476 w 32951"/>
                <a:gd name="connsiteY3" fmla="*/ 0 h 26107"/>
                <a:gd name="connsiteX4" fmla="*/ 32951 w 32951"/>
                <a:gd name="connsiteY4" fmla="*/ 13054 h 2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951" h="26107">
                  <a:moveTo>
                    <a:pt x="32951" y="13054"/>
                  </a:moveTo>
                  <a:cubicBezTo>
                    <a:pt x="32951" y="20278"/>
                    <a:pt x="25600" y="26108"/>
                    <a:pt x="16476" y="26108"/>
                  </a:cubicBezTo>
                  <a:cubicBezTo>
                    <a:pt x="7350" y="26108"/>
                    <a:pt x="0" y="20278"/>
                    <a:pt x="0" y="13054"/>
                  </a:cubicBezTo>
                  <a:cubicBezTo>
                    <a:pt x="0" y="5830"/>
                    <a:pt x="7350" y="0"/>
                    <a:pt x="16476" y="0"/>
                  </a:cubicBezTo>
                  <a:cubicBezTo>
                    <a:pt x="25600" y="0"/>
                    <a:pt x="32951" y="5830"/>
                    <a:pt x="32951" y="1305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1" name="Freeform: Shape 3510">
              <a:extLst>
                <a:ext uri="{FF2B5EF4-FFF2-40B4-BE49-F238E27FC236}">
                  <a16:creationId xmlns:a16="http://schemas.microsoft.com/office/drawing/2014/main" id="{CDF64DE4-EBAC-48A9-45B8-A762642E62E4}"/>
                </a:ext>
              </a:extLst>
            </p:cNvPr>
            <p:cNvSpPr/>
            <p:nvPr/>
          </p:nvSpPr>
          <p:spPr>
            <a:xfrm>
              <a:off x="9376941" y="1233678"/>
              <a:ext cx="32951" cy="26107"/>
            </a:xfrm>
            <a:custGeom>
              <a:avLst/>
              <a:gdLst>
                <a:gd name="connsiteX0" fmla="*/ 32951 w 32951"/>
                <a:gd name="connsiteY0" fmla="*/ 13054 h 26107"/>
                <a:gd name="connsiteX1" fmla="*/ 16476 w 32951"/>
                <a:gd name="connsiteY1" fmla="*/ 26108 h 26107"/>
                <a:gd name="connsiteX2" fmla="*/ 0 w 32951"/>
                <a:gd name="connsiteY2" fmla="*/ 13054 h 26107"/>
                <a:gd name="connsiteX3" fmla="*/ 16476 w 32951"/>
                <a:gd name="connsiteY3" fmla="*/ 0 h 26107"/>
                <a:gd name="connsiteX4" fmla="*/ 32951 w 32951"/>
                <a:gd name="connsiteY4" fmla="*/ 13054 h 2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951" h="26107">
                  <a:moveTo>
                    <a:pt x="32951" y="13054"/>
                  </a:moveTo>
                  <a:cubicBezTo>
                    <a:pt x="32951" y="20278"/>
                    <a:pt x="25601" y="26108"/>
                    <a:pt x="16476" y="26108"/>
                  </a:cubicBezTo>
                  <a:cubicBezTo>
                    <a:pt x="7351" y="26108"/>
                    <a:pt x="0" y="20278"/>
                    <a:pt x="0" y="13054"/>
                  </a:cubicBezTo>
                  <a:cubicBezTo>
                    <a:pt x="0" y="5830"/>
                    <a:pt x="7351" y="0"/>
                    <a:pt x="16476" y="0"/>
                  </a:cubicBezTo>
                  <a:cubicBezTo>
                    <a:pt x="25601" y="0"/>
                    <a:pt x="32951" y="5830"/>
                    <a:pt x="32951" y="1305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2" name="Freeform: Shape 3511">
              <a:extLst>
                <a:ext uri="{FF2B5EF4-FFF2-40B4-BE49-F238E27FC236}">
                  <a16:creationId xmlns:a16="http://schemas.microsoft.com/office/drawing/2014/main" id="{6478EA4F-23A2-0DF1-B9E1-A10057F7AD28}"/>
                </a:ext>
              </a:extLst>
            </p:cNvPr>
            <p:cNvSpPr/>
            <p:nvPr/>
          </p:nvSpPr>
          <p:spPr>
            <a:xfrm>
              <a:off x="9460714" y="1313648"/>
              <a:ext cx="32951" cy="26107"/>
            </a:xfrm>
            <a:custGeom>
              <a:avLst/>
              <a:gdLst>
                <a:gd name="connsiteX0" fmla="*/ 32952 w 32951"/>
                <a:gd name="connsiteY0" fmla="*/ 13054 h 26107"/>
                <a:gd name="connsiteX1" fmla="*/ 16476 w 32951"/>
                <a:gd name="connsiteY1" fmla="*/ 26108 h 26107"/>
                <a:gd name="connsiteX2" fmla="*/ 0 w 32951"/>
                <a:gd name="connsiteY2" fmla="*/ 13054 h 26107"/>
                <a:gd name="connsiteX3" fmla="*/ 16476 w 32951"/>
                <a:gd name="connsiteY3" fmla="*/ 0 h 26107"/>
                <a:gd name="connsiteX4" fmla="*/ 32952 w 32951"/>
                <a:gd name="connsiteY4" fmla="*/ 13054 h 2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951" h="26107">
                  <a:moveTo>
                    <a:pt x="32952" y="13054"/>
                  </a:moveTo>
                  <a:cubicBezTo>
                    <a:pt x="32952" y="20278"/>
                    <a:pt x="25601" y="26108"/>
                    <a:pt x="16476" y="26108"/>
                  </a:cubicBezTo>
                  <a:cubicBezTo>
                    <a:pt x="7351" y="26108"/>
                    <a:pt x="0" y="20278"/>
                    <a:pt x="0" y="13054"/>
                  </a:cubicBezTo>
                  <a:cubicBezTo>
                    <a:pt x="0" y="5830"/>
                    <a:pt x="7351" y="0"/>
                    <a:pt x="16476" y="0"/>
                  </a:cubicBezTo>
                  <a:cubicBezTo>
                    <a:pt x="25601" y="0"/>
                    <a:pt x="32952" y="5830"/>
                    <a:pt x="32952" y="1305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3" name="Freeform: Shape 3512">
              <a:extLst>
                <a:ext uri="{FF2B5EF4-FFF2-40B4-BE49-F238E27FC236}">
                  <a16:creationId xmlns:a16="http://schemas.microsoft.com/office/drawing/2014/main" id="{6EDCD8A4-CB21-A0C6-8C5F-1ED435060681}"/>
                </a:ext>
              </a:extLst>
            </p:cNvPr>
            <p:cNvSpPr/>
            <p:nvPr/>
          </p:nvSpPr>
          <p:spPr>
            <a:xfrm>
              <a:off x="9541317" y="1395773"/>
              <a:ext cx="32951" cy="26107"/>
            </a:xfrm>
            <a:custGeom>
              <a:avLst/>
              <a:gdLst>
                <a:gd name="connsiteX0" fmla="*/ 32952 w 32951"/>
                <a:gd name="connsiteY0" fmla="*/ 13054 h 26107"/>
                <a:gd name="connsiteX1" fmla="*/ 16476 w 32951"/>
                <a:gd name="connsiteY1" fmla="*/ 26108 h 26107"/>
                <a:gd name="connsiteX2" fmla="*/ 0 w 32951"/>
                <a:gd name="connsiteY2" fmla="*/ 13054 h 26107"/>
                <a:gd name="connsiteX3" fmla="*/ 16476 w 32951"/>
                <a:gd name="connsiteY3" fmla="*/ 0 h 26107"/>
                <a:gd name="connsiteX4" fmla="*/ 32952 w 32951"/>
                <a:gd name="connsiteY4" fmla="*/ 13054 h 2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951" h="26107">
                  <a:moveTo>
                    <a:pt x="32952" y="13054"/>
                  </a:moveTo>
                  <a:cubicBezTo>
                    <a:pt x="32952" y="20278"/>
                    <a:pt x="25601" y="26108"/>
                    <a:pt x="16476" y="26108"/>
                  </a:cubicBezTo>
                  <a:cubicBezTo>
                    <a:pt x="7351" y="26108"/>
                    <a:pt x="0" y="20278"/>
                    <a:pt x="0" y="13054"/>
                  </a:cubicBezTo>
                  <a:cubicBezTo>
                    <a:pt x="0" y="5830"/>
                    <a:pt x="7351" y="0"/>
                    <a:pt x="16476" y="0"/>
                  </a:cubicBezTo>
                  <a:cubicBezTo>
                    <a:pt x="25601" y="0"/>
                    <a:pt x="32952" y="5830"/>
                    <a:pt x="32952" y="1305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4" name="Freeform: Shape 3513">
              <a:extLst>
                <a:ext uri="{FF2B5EF4-FFF2-40B4-BE49-F238E27FC236}">
                  <a16:creationId xmlns:a16="http://schemas.microsoft.com/office/drawing/2014/main" id="{00B303AA-F442-7AE5-F1D6-A3C0692CFCB2}"/>
                </a:ext>
              </a:extLst>
            </p:cNvPr>
            <p:cNvSpPr/>
            <p:nvPr/>
          </p:nvSpPr>
          <p:spPr>
            <a:xfrm>
              <a:off x="9618754" y="1479672"/>
              <a:ext cx="32951" cy="26107"/>
            </a:xfrm>
            <a:custGeom>
              <a:avLst/>
              <a:gdLst>
                <a:gd name="connsiteX0" fmla="*/ 32951 w 32951"/>
                <a:gd name="connsiteY0" fmla="*/ 13054 h 26107"/>
                <a:gd name="connsiteX1" fmla="*/ 16476 w 32951"/>
                <a:gd name="connsiteY1" fmla="*/ 26108 h 26107"/>
                <a:gd name="connsiteX2" fmla="*/ 0 w 32951"/>
                <a:gd name="connsiteY2" fmla="*/ 13054 h 26107"/>
                <a:gd name="connsiteX3" fmla="*/ 16476 w 32951"/>
                <a:gd name="connsiteY3" fmla="*/ 0 h 26107"/>
                <a:gd name="connsiteX4" fmla="*/ 32951 w 32951"/>
                <a:gd name="connsiteY4" fmla="*/ 13054 h 2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951" h="26107">
                  <a:moveTo>
                    <a:pt x="32951" y="13054"/>
                  </a:moveTo>
                  <a:cubicBezTo>
                    <a:pt x="32951" y="20278"/>
                    <a:pt x="25600" y="26108"/>
                    <a:pt x="16476" y="26108"/>
                  </a:cubicBezTo>
                  <a:cubicBezTo>
                    <a:pt x="7350" y="26108"/>
                    <a:pt x="0" y="20278"/>
                    <a:pt x="0" y="13054"/>
                  </a:cubicBezTo>
                  <a:cubicBezTo>
                    <a:pt x="0" y="5830"/>
                    <a:pt x="7350" y="0"/>
                    <a:pt x="16476" y="0"/>
                  </a:cubicBezTo>
                  <a:cubicBezTo>
                    <a:pt x="25600" y="0"/>
                    <a:pt x="32951" y="5830"/>
                    <a:pt x="32951" y="1305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5" name="Freeform: Shape 3514">
              <a:extLst>
                <a:ext uri="{FF2B5EF4-FFF2-40B4-BE49-F238E27FC236}">
                  <a16:creationId xmlns:a16="http://schemas.microsoft.com/office/drawing/2014/main" id="{8E9BE837-9C76-CB55-6289-A29F19C535EC}"/>
                </a:ext>
              </a:extLst>
            </p:cNvPr>
            <p:cNvSpPr/>
            <p:nvPr/>
          </p:nvSpPr>
          <p:spPr>
            <a:xfrm>
              <a:off x="9693148" y="1565726"/>
              <a:ext cx="32190" cy="25600"/>
            </a:xfrm>
            <a:custGeom>
              <a:avLst/>
              <a:gdLst>
                <a:gd name="connsiteX0" fmla="*/ 32191 w 32190"/>
                <a:gd name="connsiteY0" fmla="*/ 12800 h 25600"/>
                <a:gd name="connsiteX1" fmla="*/ 16095 w 32190"/>
                <a:gd name="connsiteY1" fmla="*/ 25601 h 25600"/>
                <a:gd name="connsiteX2" fmla="*/ 0 w 32190"/>
                <a:gd name="connsiteY2" fmla="*/ 12800 h 25600"/>
                <a:gd name="connsiteX3" fmla="*/ 16095 w 32190"/>
                <a:gd name="connsiteY3" fmla="*/ 0 h 25600"/>
                <a:gd name="connsiteX4" fmla="*/ 32191 w 32190"/>
                <a:gd name="connsiteY4" fmla="*/ 12800 h 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90" h="25600">
                  <a:moveTo>
                    <a:pt x="32191" y="12800"/>
                  </a:moveTo>
                  <a:cubicBezTo>
                    <a:pt x="32191" y="19898"/>
                    <a:pt x="24967" y="25601"/>
                    <a:pt x="16095" y="25601"/>
                  </a:cubicBezTo>
                  <a:cubicBezTo>
                    <a:pt x="7224" y="25601"/>
                    <a:pt x="0" y="19898"/>
                    <a:pt x="0" y="12800"/>
                  </a:cubicBezTo>
                  <a:cubicBezTo>
                    <a:pt x="0" y="5703"/>
                    <a:pt x="7224" y="0"/>
                    <a:pt x="16095" y="0"/>
                  </a:cubicBezTo>
                  <a:cubicBezTo>
                    <a:pt x="24967" y="0"/>
                    <a:pt x="32191" y="5703"/>
                    <a:pt x="32191" y="1280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6" name="Freeform: Shape 3515">
              <a:extLst>
                <a:ext uri="{FF2B5EF4-FFF2-40B4-BE49-F238E27FC236}">
                  <a16:creationId xmlns:a16="http://schemas.microsoft.com/office/drawing/2014/main" id="{3DD7C21B-F9C4-75D4-8994-87441B7547BD}"/>
                </a:ext>
              </a:extLst>
            </p:cNvPr>
            <p:cNvSpPr/>
            <p:nvPr/>
          </p:nvSpPr>
          <p:spPr>
            <a:xfrm>
              <a:off x="9763866" y="1653301"/>
              <a:ext cx="32191" cy="25600"/>
            </a:xfrm>
            <a:custGeom>
              <a:avLst/>
              <a:gdLst>
                <a:gd name="connsiteX0" fmla="*/ 32191 w 32191"/>
                <a:gd name="connsiteY0" fmla="*/ 12800 h 25600"/>
                <a:gd name="connsiteX1" fmla="*/ 16096 w 32191"/>
                <a:gd name="connsiteY1" fmla="*/ 25601 h 25600"/>
                <a:gd name="connsiteX2" fmla="*/ 0 w 32191"/>
                <a:gd name="connsiteY2" fmla="*/ 12800 h 25600"/>
                <a:gd name="connsiteX3" fmla="*/ 16096 w 32191"/>
                <a:gd name="connsiteY3" fmla="*/ 0 h 25600"/>
                <a:gd name="connsiteX4" fmla="*/ 32191 w 32191"/>
                <a:gd name="connsiteY4" fmla="*/ 12800 h 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91" h="25600">
                  <a:moveTo>
                    <a:pt x="32191" y="12800"/>
                  </a:moveTo>
                  <a:cubicBezTo>
                    <a:pt x="32191" y="19898"/>
                    <a:pt x="24967" y="25601"/>
                    <a:pt x="16096" y="25601"/>
                  </a:cubicBezTo>
                  <a:cubicBezTo>
                    <a:pt x="7224" y="25601"/>
                    <a:pt x="0" y="19898"/>
                    <a:pt x="0" y="12800"/>
                  </a:cubicBezTo>
                  <a:cubicBezTo>
                    <a:pt x="0" y="5703"/>
                    <a:pt x="7224" y="0"/>
                    <a:pt x="16096" y="0"/>
                  </a:cubicBezTo>
                  <a:cubicBezTo>
                    <a:pt x="24967" y="0"/>
                    <a:pt x="32191" y="5703"/>
                    <a:pt x="32191" y="1280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7" name="Freeform: Shape 3516">
              <a:extLst>
                <a:ext uri="{FF2B5EF4-FFF2-40B4-BE49-F238E27FC236}">
                  <a16:creationId xmlns:a16="http://schemas.microsoft.com/office/drawing/2014/main" id="{EEE30826-E376-8151-2514-549D151B7C54}"/>
                </a:ext>
              </a:extLst>
            </p:cNvPr>
            <p:cNvSpPr/>
            <p:nvPr/>
          </p:nvSpPr>
          <p:spPr>
            <a:xfrm>
              <a:off x="9831543" y="1742903"/>
              <a:ext cx="31430" cy="24840"/>
            </a:xfrm>
            <a:custGeom>
              <a:avLst/>
              <a:gdLst>
                <a:gd name="connsiteX0" fmla="*/ 31430 w 31430"/>
                <a:gd name="connsiteY0" fmla="*/ 12420 h 24840"/>
                <a:gd name="connsiteX1" fmla="*/ 15715 w 31430"/>
                <a:gd name="connsiteY1" fmla="*/ 24840 h 24840"/>
                <a:gd name="connsiteX2" fmla="*/ 0 w 31430"/>
                <a:gd name="connsiteY2" fmla="*/ 12420 h 24840"/>
                <a:gd name="connsiteX3" fmla="*/ 15715 w 31430"/>
                <a:gd name="connsiteY3" fmla="*/ 0 h 24840"/>
                <a:gd name="connsiteX4" fmla="*/ 31430 w 31430"/>
                <a:gd name="connsiteY4" fmla="*/ 12420 h 2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30" h="24840">
                  <a:moveTo>
                    <a:pt x="31430" y="12420"/>
                  </a:moveTo>
                  <a:cubicBezTo>
                    <a:pt x="31430" y="19264"/>
                    <a:pt x="24333" y="24840"/>
                    <a:pt x="15715" y="24840"/>
                  </a:cubicBezTo>
                  <a:cubicBezTo>
                    <a:pt x="7097" y="24840"/>
                    <a:pt x="0" y="19264"/>
                    <a:pt x="0" y="12420"/>
                  </a:cubicBezTo>
                  <a:cubicBezTo>
                    <a:pt x="0" y="5576"/>
                    <a:pt x="6970" y="0"/>
                    <a:pt x="15715" y="0"/>
                  </a:cubicBezTo>
                  <a:cubicBezTo>
                    <a:pt x="24460" y="0"/>
                    <a:pt x="31430" y="5576"/>
                    <a:pt x="31430" y="1242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8" name="Freeform: Shape 3517">
              <a:extLst>
                <a:ext uri="{FF2B5EF4-FFF2-40B4-BE49-F238E27FC236}">
                  <a16:creationId xmlns:a16="http://schemas.microsoft.com/office/drawing/2014/main" id="{BB99726F-AC29-0047-93B5-5CB967A3A8BE}"/>
                </a:ext>
              </a:extLst>
            </p:cNvPr>
            <p:cNvSpPr/>
            <p:nvPr/>
          </p:nvSpPr>
          <p:spPr>
            <a:xfrm>
              <a:off x="9895418" y="1833773"/>
              <a:ext cx="31431" cy="24840"/>
            </a:xfrm>
            <a:custGeom>
              <a:avLst/>
              <a:gdLst>
                <a:gd name="connsiteX0" fmla="*/ 31431 w 31431"/>
                <a:gd name="connsiteY0" fmla="*/ 12420 h 24840"/>
                <a:gd name="connsiteX1" fmla="*/ 15716 w 31431"/>
                <a:gd name="connsiteY1" fmla="*/ 24840 h 24840"/>
                <a:gd name="connsiteX2" fmla="*/ 0 w 31431"/>
                <a:gd name="connsiteY2" fmla="*/ 12420 h 24840"/>
                <a:gd name="connsiteX3" fmla="*/ 15716 w 31431"/>
                <a:gd name="connsiteY3" fmla="*/ 0 h 24840"/>
                <a:gd name="connsiteX4" fmla="*/ 31431 w 31431"/>
                <a:gd name="connsiteY4" fmla="*/ 12420 h 2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31" h="24840">
                  <a:moveTo>
                    <a:pt x="31431" y="12420"/>
                  </a:moveTo>
                  <a:cubicBezTo>
                    <a:pt x="31431" y="19264"/>
                    <a:pt x="24334" y="24840"/>
                    <a:pt x="15716" y="24840"/>
                  </a:cubicBezTo>
                  <a:cubicBezTo>
                    <a:pt x="7097" y="24840"/>
                    <a:pt x="0" y="19264"/>
                    <a:pt x="0" y="12420"/>
                  </a:cubicBezTo>
                  <a:cubicBezTo>
                    <a:pt x="0" y="5576"/>
                    <a:pt x="6971" y="0"/>
                    <a:pt x="15716" y="0"/>
                  </a:cubicBezTo>
                  <a:cubicBezTo>
                    <a:pt x="24460" y="0"/>
                    <a:pt x="31431" y="5576"/>
                    <a:pt x="31431" y="1242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9" name="Freeform: Shape 3518">
              <a:extLst>
                <a:ext uri="{FF2B5EF4-FFF2-40B4-BE49-F238E27FC236}">
                  <a16:creationId xmlns:a16="http://schemas.microsoft.com/office/drawing/2014/main" id="{8D5C46E0-CCA5-EC76-4C7E-CA50ABFF2809}"/>
                </a:ext>
              </a:extLst>
            </p:cNvPr>
            <p:cNvSpPr/>
            <p:nvPr/>
          </p:nvSpPr>
          <p:spPr>
            <a:xfrm>
              <a:off x="9955998" y="1926417"/>
              <a:ext cx="30669" cy="24333"/>
            </a:xfrm>
            <a:custGeom>
              <a:avLst/>
              <a:gdLst>
                <a:gd name="connsiteX0" fmla="*/ 30670 w 30669"/>
                <a:gd name="connsiteY0" fmla="*/ 12167 h 24333"/>
                <a:gd name="connsiteX1" fmla="*/ 15335 w 30669"/>
                <a:gd name="connsiteY1" fmla="*/ 24333 h 24333"/>
                <a:gd name="connsiteX2" fmla="*/ 0 w 30669"/>
                <a:gd name="connsiteY2" fmla="*/ 12167 h 24333"/>
                <a:gd name="connsiteX3" fmla="*/ 15335 w 30669"/>
                <a:gd name="connsiteY3" fmla="*/ 0 h 24333"/>
                <a:gd name="connsiteX4" fmla="*/ 30670 w 30669"/>
                <a:gd name="connsiteY4" fmla="*/ 12167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9" h="24333">
                  <a:moveTo>
                    <a:pt x="30670" y="12167"/>
                  </a:moveTo>
                  <a:cubicBezTo>
                    <a:pt x="30670" y="18884"/>
                    <a:pt x="23826" y="24333"/>
                    <a:pt x="15335" y="24333"/>
                  </a:cubicBezTo>
                  <a:cubicBezTo>
                    <a:pt x="6843" y="24333"/>
                    <a:pt x="0" y="18884"/>
                    <a:pt x="0" y="12167"/>
                  </a:cubicBezTo>
                  <a:cubicBezTo>
                    <a:pt x="0" y="5450"/>
                    <a:pt x="6843" y="0"/>
                    <a:pt x="15335" y="0"/>
                  </a:cubicBezTo>
                  <a:cubicBezTo>
                    <a:pt x="23826" y="0"/>
                    <a:pt x="30670" y="5450"/>
                    <a:pt x="30670" y="121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0" name="Freeform: Shape 3519">
              <a:extLst>
                <a:ext uri="{FF2B5EF4-FFF2-40B4-BE49-F238E27FC236}">
                  <a16:creationId xmlns:a16="http://schemas.microsoft.com/office/drawing/2014/main" id="{F3B2AA00-D8CF-A472-4D5F-7983567C147D}"/>
                </a:ext>
              </a:extLst>
            </p:cNvPr>
            <p:cNvSpPr/>
            <p:nvPr/>
          </p:nvSpPr>
          <p:spPr>
            <a:xfrm>
              <a:off x="10012269" y="2019948"/>
              <a:ext cx="31430" cy="24840"/>
            </a:xfrm>
            <a:custGeom>
              <a:avLst/>
              <a:gdLst>
                <a:gd name="connsiteX0" fmla="*/ 31430 w 31430"/>
                <a:gd name="connsiteY0" fmla="*/ 12420 h 24840"/>
                <a:gd name="connsiteX1" fmla="*/ 15715 w 31430"/>
                <a:gd name="connsiteY1" fmla="*/ 24840 h 24840"/>
                <a:gd name="connsiteX2" fmla="*/ 0 w 31430"/>
                <a:gd name="connsiteY2" fmla="*/ 12420 h 24840"/>
                <a:gd name="connsiteX3" fmla="*/ 15715 w 31430"/>
                <a:gd name="connsiteY3" fmla="*/ 0 h 24840"/>
                <a:gd name="connsiteX4" fmla="*/ 31430 w 31430"/>
                <a:gd name="connsiteY4" fmla="*/ 12420 h 2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30" h="24840">
                  <a:moveTo>
                    <a:pt x="31430" y="12420"/>
                  </a:moveTo>
                  <a:cubicBezTo>
                    <a:pt x="31430" y="19264"/>
                    <a:pt x="24333" y="24840"/>
                    <a:pt x="15715" y="24840"/>
                  </a:cubicBezTo>
                  <a:cubicBezTo>
                    <a:pt x="7097" y="24840"/>
                    <a:pt x="0" y="19264"/>
                    <a:pt x="0" y="12420"/>
                  </a:cubicBezTo>
                  <a:cubicBezTo>
                    <a:pt x="0" y="5576"/>
                    <a:pt x="6970" y="0"/>
                    <a:pt x="15715" y="0"/>
                  </a:cubicBezTo>
                  <a:cubicBezTo>
                    <a:pt x="24460" y="0"/>
                    <a:pt x="31430" y="5576"/>
                    <a:pt x="31430" y="1242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1" name="Freeform: Shape 3520">
              <a:extLst>
                <a:ext uri="{FF2B5EF4-FFF2-40B4-BE49-F238E27FC236}">
                  <a16:creationId xmlns:a16="http://schemas.microsoft.com/office/drawing/2014/main" id="{CCBDE423-059C-2CF4-A01F-D7580FC595AB}"/>
                </a:ext>
              </a:extLst>
            </p:cNvPr>
            <p:cNvSpPr/>
            <p:nvPr/>
          </p:nvSpPr>
          <p:spPr>
            <a:xfrm>
              <a:off x="10065498" y="2115253"/>
              <a:ext cx="30669" cy="24333"/>
            </a:xfrm>
            <a:custGeom>
              <a:avLst/>
              <a:gdLst>
                <a:gd name="connsiteX0" fmla="*/ 30670 w 30669"/>
                <a:gd name="connsiteY0" fmla="*/ 12167 h 24333"/>
                <a:gd name="connsiteX1" fmla="*/ 15335 w 30669"/>
                <a:gd name="connsiteY1" fmla="*/ 24333 h 24333"/>
                <a:gd name="connsiteX2" fmla="*/ 0 w 30669"/>
                <a:gd name="connsiteY2" fmla="*/ 12167 h 24333"/>
                <a:gd name="connsiteX3" fmla="*/ 15335 w 30669"/>
                <a:gd name="connsiteY3" fmla="*/ 0 h 24333"/>
                <a:gd name="connsiteX4" fmla="*/ 30670 w 30669"/>
                <a:gd name="connsiteY4" fmla="*/ 12167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9" h="24333">
                  <a:moveTo>
                    <a:pt x="30670" y="12167"/>
                  </a:moveTo>
                  <a:cubicBezTo>
                    <a:pt x="30670" y="18884"/>
                    <a:pt x="23826" y="24333"/>
                    <a:pt x="15335" y="24333"/>
                  </a:cubicBezTo>
                  <a:cubicBezTo>
                    <a:pt x="6843" y="24333"/>
                    <a:pt x="0" y="18884"/>
                    <a:pt x="0" y="12167"/>
                  </a:cubicBezTo>
                  <a:cubicBezTo>
                    <a:pt x="0" y="5450"/>
                    <a:pt x="6843" y="0"/>
                    <a:pt x="15335" y="0"/>
                  </a:cubicBezTo>
                  <a:cubicBezTo>
                    <a:pt x="23826" y="0"/>
                    <a:pt x="30670" y="5450"/>
                    <a:pt x="30670" y="121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2" name="Freeform: Shape 3521">
              <a:extLst>
                <a:ext uri="{FF2B5EF4-FFF2-40B4-BE49-F238E27FC236}">
                  <a16:creationId xmlns:a16="http://schemas.microsoft.com/office/drawing/2014/main" id="{F7CCE4AD-CC0E-FD60-E4A0-AC04292FAEA1}"/>
                </a:ext>
              </a:extLst>
            </p:cNvPr>
            <p:cNvSpPr/>
            <p:nvPr/>
          </p:nvSpPr>
          <p:spPr>
            <a:xfrm>
              <a:off x="10114798" y="2211699"/>
              <a:ext cx="30670" cy="24333"/>
            </a:xfrm>
            <a:custGeom>
              <a:avLst/>
              <a:gdLst>
                <a:gd name="connsiteX0" fmla="*/ 30671 w 30670"/>
                <a:gd name="connsiteY0" fmla="*/ 12167 h 24333"/>
                <a:gd name="connsiteX1" fmla="*/ 15335 w 30670"/>
                <a:gd name="connsiteY1" fmla="*/ 24333 h 24333"/>
                <a:gd name="connsiteX2" fmla="*/ 0 w 30670"/>
                <a:gd name="connsiteY2" fmla="*/ 12167 h 24333"/>
                <a:gd name="connsiteX3" fmla="*/ 15335 w 30670"/>
                <a:gd name="connsiteY3" fmla="*/ 0 h 24333"/>
                <a:gd name="connsiteX4" fmla="*/ 30671 w 30670"/>
                <a:gd name="connsiteY4" fmla="*/ 12167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70" h="24333">
                  <a:moveTo>
                    <a:pt x="30671" y="12167"/>
                  </a:moveTo>
                  <a:cubicBezTo>
                    <a:pt x="30671" y="18884"/>
                    <a:pt x="23826" y="24333"/>
                    <a:pt x="15335" y="24333"/>
                  </a:cubicBezTo>
                  <a:cubicBezTo>
                    <a:pt x="6844" y="24333"/>
                    <a:pt x="0" y="18884"/>
                    <a:pt x="0" y="12167"/>
                  </a:cubicBezTo>
                  <a:cubicBezTo>
                    <a:pt x="0" y="5450"/>
                    <a:pt x="6844" y="0"/>
                    <a:pt x="15335" y="0"/>
                  </a:cubicBezTo>
                  <a:cubicBezTo>
                    <a:pt x="23826" y="0"/>
                    <a:pt x="30671" y="5450"/>
                    <a:pt x="30671" y="121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3" name="Freeform: Shape 3522">
              <a:extLst>
                <a:ext uri="{FF2B5EF4-FFF2-40B4-BE49-F238E27FC236}">
                  <a16:creationId xmlns:a16="http://schemas.microsoft.com/office/drawing/2014/main" id="{605A74E3-757F-CBE6-AA68-FB6B66ACB90B}"/>
                </a:ext>
              </a:extLst>
            </p:cNvPr>
            <p:cNvSpPr/>
            <p:nvPr/>
          </p:nvSpPr>
          <p:spPr>
            <a:xfrm>
              <a:off x="10160676" y="2309666"/>
              <a:ext cx="29910" cy="23572"/>
            </a:xfrm>
            <a:custGeom>
              <a:avLst/>
              <a:gdLst>
                <a:gd name="connsiteX0" fmla="*/ 29910 w 29910"/>
                <a:gd name="connsiteY0" fmla="*/ 11787 h 23572"/>
                <a:gd name="connsiteX1" fmla="*/ 14956 w 29910"/>
                <a:gd name="connsiteY1" fmla="*/ 23573 h 23572"/>
                <a:gd name="connsiteX2" fmla="*/ 0 w 29910"/>
                <a:gd name="connsiteY2" fmla="*/ 11787 h 23572"/>
                <a:gd name="connsiteX3" fmla="*/ 14956 w 29910"/>
                <a:gd name="connsiteY3" fmla="*/ 0 h 23572"/>
                <a:gd name="connsiteX4" fmla="*/ 29910 w 29910"/>
                <a:gd name="connsiteY4" fmla="*/ 11787 h 2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910" h="23572">
                  <a:moveTo>
                    <a:pt x="29910" y="11787"/>
                  </a:moveTo>
                  <a:cubicBezTo>
                    <a:pt x="29910" y="18377"/>
                    <a:pt x="23193" y="23573"/>
                    <a:pt x="14956" y="23573"/>
                  </a:cubicBezTo>
                  <a:cubicBezTo>
                    <a:pt x="6717" y="23573"/>
                    <a:pt x="0" y="18250"/>
                    <a:pt x="0" y="11787"/>
                  </a:cubicBezTo>
                  <a:cubicBezTo>
                    <a:pt x="0" y="5323"/>
                    <a:pt x="6717" y="0"/>
                    <a:pt x="14956" y="0"/>
                  </a:cubicBezTo>
                  <a:cubicBezTo>
                    <a:pt x="23193" y="0"/>
                    <a:pt x="29910" y="5323"/>
                    <a:pt x="29910" y="1178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4" name="Freeform: Shape 3523">
              <a:extLst>
                <a:ext uri="{FF2B5EF4-FFF2-40B4-BE49-F238E27FC236}">
                  <a16:creationId xmlns:a16="http://schemas.microsoft.com/office/drawing/2014/main" id="{4939D61E-BF9F-D594-0A41-EC4B7F3845A2}"/>
                </a:ext>
              </a:extLst>
            </p:cNvPr>
            <p:cNvSpPr/>
            <p:nvPr/>
          </p:nvSpPr>
          <p:spPr>
            <a:xfrm>
              <a:off x="10202626" y="2408393"/>
              <a:ext cx="29149" cy="23065"/>
            </a:xfrm>
            <a:custGeom>
              <a:avLst/>
              <a:gdLst>
                <a:gd name="connsiteX0" fmla="*/ 29149 w 29149"/>
                <a:gd name="connsiteY0" fmla="*/ 11533 h 23065"/>
                <a:gd name="connsiteX1" fmla="*/ 14574 w 29149"/>
                <a:gd name="connsiteY1" fmla="*/ 23066 h 23065"/>
                <a:gd name="connsiteX2" fmla="*/ 0 w 29149"/>
                <a:gd name="connsiteY2" fmla="*/ 11533 h 23065"/>
                <a:gd name="connsiteX3" fmla="*/ 14574 w 29149"/>
                <a:gd name="connsiteY3" fmla="*/ 0 h 23065"/>
                <a:gd name="connsiteX4" fmla="*/ 29149 w 29149"/>
                <a:gd name="connsiteY4" fmla="*/ 11533 h 23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9" h="23065">
                  <a:moveTo>
                    <a:pt x="29149" y="11533"/>
                  </a:moveTo>
                  <a:cubicBezTo>
                    <a:pt x="29149" y="17870"/>
                    <a:pt x="22685" y="23066"/>
                    <a:pt x="14574" y="23066"/>
                  </a:cubicBezTo>
                  <a:cubicBezTo>
                    <a:pt x="6463" y="23066"/>
                    <a:pt x="0" y="17870"/>
                    <a:pt x="0" y="11533"/>
                  </a:cubicBezTo>
                  <a:cubicBezTo>
                    <a:pt x="0" y="5196"/>
                    <a:pt x="6590" y="0"/>
                    <a:pt x="14574" y="0"/>
                  </a:cubicBezTo>
                  <a:cubicBezTo>
                    <a:pt x="22559" y="0"/>
                    <a:pt x="29149" y="5069"/>
                    <a:pt x="29149" y="1153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5" name="Freeform: Shape 3524">
              <a:extLst>
                <a:ext uri="{FF2B5EF4-FFF2-40B4-BE49-F238E27FC236}">
                  <a16:creationId xmlns:a16="http://schemas.microsoft.com/office/drawing/2014/main" id="{B2ED12F8-762E-C896-AB15-799D5B62E02A}"/>
                </a:ext>
              </a:extLst>
            </p:cNvPr>
            <p:cNvSpPr/>
            <p:nvPr/>
          </p:nvSpPr>
          <p:spPr>
            <a:xfrm>
              <a:off x="10240520" y="2508008"/>
              <a:ext cx="29149" cy="23065"/>
            </a:xfrm>
            <a:custGeom>
              <a:avLst/>
              <a:gdLst>
                <a:gd name="connsiteX0" fmla="*/ 29149 w 29149"/>
                <a:gd name="connsiteY0" fmla="*/ 11533 h 23065"/>
                <a:gd name="connsiteX1" fmla="*/ 14574 w 29149"/>
                <a:gd name="connsiteY1" fmla="*/ 23066 h 23065"/>
                <a:gd name="connsiteX2" fmla="*/ 0 w 29149"/>
                <a:gd name="connsiteY2" fmla="*/ 11533 h 23065"/>
                <a:gd name="connsiteX3" fmla="*/ 14574 w 29149"/>
                <a:gd name="connsiteY3" fmla="*/ 0 h 23065"/>
                <a:gd name="connsiteX4" fmla="*/ 29149 w 29149"/>
                <a:gd name="connsiteY4" fmla="*/ 11533 h 23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9" h="23065">
                  <a:moveTo>
                    <a:pt x="29149" y="11533"/>
                  </a:moveTo>
                  <a:cubicBezTo>
                    <a:pt x="29149" y="17870"/>
                    <a:pt x="22685" y="23066"/>
                    <a:pt x="14574" y="23066"/>
                  </a:cubicBezTo>
                  <a:cubicBezTo>
                    <a:pt x="6464" y="23066"/>
                    <a:pt x="0" y="17870"/>
                    <a:pt x="0" y="11533"/>
                  </a:cubicBezTo>
                  <a:cubicBezTo>
                    <a:pt x="0" y="5196"/>
                    <a:pt x="6464" y="0"/>
                    <a:pt x="14574" y="0"/>
                  </a:cubicBezTo>
                  <a:cubicBezTo>
                    <a:pt x="22685" y="0"/>
                    <a:pt x="29149" y="5196"/>
                    <a:pt x="29149" y="1153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6" name="Freeform: Shape 3525">
              <a:extLst>
                <a:ext uri="{FF2B5EF4-FFF2-40B4-BE49-F238E27FC236}">
                  <a16:creationId xmlns:a16="http://schemas.microsoft.com/office/drawing/2014/main" id="{69D49148-D1B8-DD2E-C21B-08AA00F3E09D}"/>
                </a:ext>
              </a:extLst>
            </p:cNvPr>
            <p:cNvSpPr/>
            <p:nvPr/>
          </p:nvSpPr>
          <p:spPr>
            <a:xfrm>
              <a:off x="10274738" y="2608763"/>
              <a:ext cx="28389" cy="22432"/>
            </a:xfrm>
            <a:custGeom>
              <a:avLst/>
              <a:gdLst>
                <a:gd name="connsiteX0" fmla="*/ 28390 w 28389"/>
                <a:gd name="connsiteY0" fmla="*/ 11279 h 22432"/>
                <a:gd name="connsiteX1" fmla="*/ 14195 w 28389"/>
                <a:gd name="connsiteY1" fmla="*/ 22432 h 22432"/>
                <a:gd name="connsiteX2" fmla="*/ 0 w 28389"/>
                <a:gd name="connsiteY2" fmla="*/ 11279 h 22432"/>
                <a:gd name="connsiteX3" fmla="*/ 14195 w 28389"/>
                <a:gd name="connsiteY3" fmla="*/ 0 h 22432"/>
                <a:gd name="connsiteX4" fmla="*/ 28390 w 28389"/>
                <a:gd name="connsiteY4" fmla="*/ 11279 h 22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389" h="22432">
                  <a:moveTo>
                    <a:pt x="28390" y="11279"/>
                  </a:moveTo>
                  <a:cubicBezTo>
                    <a:pt x="28390" y="17490"/>
                    <a:pt x="22053" y="22432"/>
                    <a:pt x="14195" y="22432"/>
                  </a:cubicBezTo>
                  <a:cubicBezTo>
                    <a:pt x="6337" y="22432"/>
                    <a:pt x="0" y="17363"/>
                    <a:pt x="0" y="11279"/>
                  </a:cubicBezTo>
                  <a:cubicBezTo>
                    <a:pt x="0" y="5196"/>
                    <a:pt x="6337" y="0"/>
                    <a:pt x="14195" y="0"/>
                  </a:cubicBezTo>
                  <a:cubicBezTo>
                    <a:pt x="22053" y="0"/>
                    <a:pt x="28390" y="5069"/>
                    <a:pt x="28390" y="1127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7" name="Freeform: Shape 3526">
              <a:extLst>
                <a:ext uri="{FF2B5EF4-FFF2-40B4-BE49-F238E27FC236}">
                  <a16:creationId xmlns:a16="http://schemas.microsoft.com/office/drawing/2014/main" id="{F3DB5E9F-D56D-201E-E006-B7DF4DC29E69}"/>
                </a:ext>
              </a:extLst>
            </p:cNvPr>
            <p:cNvSpPr/>
            <p:nvPr/>
          </p:nvSpPr>
          <p:spPr>
            <a:xfrm>
              <a:off x="10305409" y="2710278"/>
              <a:ext cx="27374" cy="21798"/>
            </a:xfrm>
            <a:custGeom>
              <a:avLst/>
              <a:gdLst>
                <a:gd name="connsiteX0" fmla="*/ 27375 w 27374"/>
                <a:gd name="connsiteY0" fmla="*/ 10899 h 21798"/>
                <a:gd name="connsiteX1" fmla="*/ 13687 w 27374"/>
                <a:gd name="connsiteY1" fmla="*/ 21799 h 21798"/>
                <a:gd name="connsiteX2" fmla="*/ 0 w 27374"/>
                <a:gd name="connsiteY2" fmla="*/ 10899 h 21798"/>
                <a:gd name="connsiteX3" fmla="*/ 13687 w 27374"/>
                <a:gd name="connsiteY3" fmla="*/ 0 h 21798"/>
                <a:gd name="connsiteX4" fmla="*/ 27375 w 27374"/>
                <a:gd name="connsiteY4" fmla="*/ 10899 h 21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374" h="21798">
                  <a:moveTo>
                    <a:pt x="27375" y="10899"/>
                  </a:moveTo>
                  <a:cubicBezTo>
                    <a:pt x="27375" y="16856"/>
                    <a:pt x="21292" y="21799"/>
                    <a:pt x="13687" y="21799"/>
                  </a:cubicBezTo>
                  <a:cubicBezTo>
                    <a:pt x="6083" y="21799"/>
                    <a:pt x="0" y="16856"/>
                    <a:pt x="0" y="10899"/>
                  </a:cubicBezTo>
                  <a:cubicBezTo>
                    <a:pt x="0" y="4943"/>
                    <a:pt x="6083" y="0"/>
                    <a:pt x="13687" y="0"/>
                  </a:cubicBezTo>
                  <a:cubicBezTo>
                    <a:pt x="21292" y="0"/>
                    <a:pt x="27375" y="4816"/>
                    <a:pt x="27375" y="1089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8" name="Freeform: Shape 3527">
              <a:extLst>
                <a:ext uri="{FF2B5EF4-FFF2-40B4-BE49-F238E27FC236}">
                  <a16:creationId xmlns:a16="http://schemas.microsoft.com/office/drawing/2014/main" id="{228C26F1-FC09-E1D8-F147-B7BB41DEBA55}"/>
                </a:ext>
              </a:extLst>
            </p:cNvPr>
            <p:cNvSpPr/>
            <p:nvPr/>
          </p:nvSpPr>
          <p:spPr>
            <a:xfrm>
              <a:off x="10331896" y="2812554"/>
              <a:ext cx="26615" cy="21164"/>
            </a:xfrm>
            <a:custGeom>
              <a:avLst/>
              <a:gdLst>
                <a:gd name="connsiteX0" fmla="*/ 26615 w 26615"/>
                <a:gd name="connsiteY0" fmla="*/ 10646 h 21164"/>
                <a:gd name="connsiteX1" fmla="*/ 13308 w 26615"/>
                <a:gd name="connsiteY1" fmla="*/ 21165 h 21164"/>
                <a:gd name="connsiteX2" fmla="*/ 0 w 26615"/>
                <a:gd name="connsiteY2" fmla="*/ 10646 h 21164"/>
                <a:gd name="connsiteX3" fmla="*/ 13308 w 26615"/>
                <a:gd name="connsiteY3" fmla="*/ 0 h 21164"/>
                <a:gd name="connsiteX4" fmla="*/ 26615 w 26615"/>
                <a:gd name="connsiteY4" fmla="*/ 10646 h 21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615" h="21164">
                  <a:moveTo>
                    <a:pt x="26615" y="10646"/>
                  </a:moveTo>
                  <a:cubicBezTo>
                    <a:pt x="26615" y="16476"/>
                    <a:pt x="20658" y="21165"/>
                    <a:pt x="13308" y="21165"/>
                  </a:cubicBezTo>
                  <a:cubicBezTo>
                    <a:pt x="5957" y="21165"/>
                    <a:pt x="0" y="16476"/>
                    <a:pt x="0" y="10646"/>
                  </a:cubicBezTo>
                  <a:cubicBezTo>
                    <a:pt x="0" y="4816"/>
                    <a:pt x="5957" y="0"/>
                    <a:pt x="13308" y="0"/>
                  </a:cubicBezTo>
                  <a:cubicBezTo>
                    <a:pt x="20658" y="0"/>
                    <a:pt x="26615" y="4689"/>
                    <a:pt x="26615" y="1064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9" name="Freeform: Shape 3528">
              <a:extLst>
                <a:ext uri="{FF2B5EF4-FFF2-40B4-BE49-F238E27FC236}">
                  <a16:creationId xmlns:a16="http://schemas.microsoft.com/office/drawing/2014/main" id="{23D65CC7-E72D-87FE-2A6C-56FF2AF59332}"/>
                </a:ext>
              </a:extLst>
            </p:cNvPr>
            <p:cNvSpPr/>
            <p:nvPr/>
          </p:nvSpPr>
          <p:spPr>
            <a:xfrm>
              <a:off x="10353822" y="2914957"/>
              <a:ext cx="26741" cy="21291"/>
            </a:xfrm>
            <a:custGeom>
              <a:avLst/>
              <a:gdLst>
                <a:gd name="connsiteX0" fmla="*/ 26741 w 26741"/>
                <a:gd name="connsiteY0" fmla="*/ 10646 h 21291"/>
                <a:gd name="connsiteX1" fmla="*/ 13307 w 26741"/>
                <a:gd name="connsiteY1" fmla="*/ 21292 h 21291"/>
                <a:gd name="connsiteX2" fmla="*/ 0 w 26741"/>
                <a:gd name="connsiteY2" fmla="*/ 10646 h 21291"/>
                <a:gd name="connsiteX3" fmla="*/ 13307 w 26741"/>
                <a:gd name="connsiteY3" fmla="*/ 0 h 21291"/>
                <a:gd name="connsiteX4" fmla="*/ 26741 w 26741"/>
                <a:gd name="connsiteY4" fmla="*/ 10646 h 2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741" h="21291">
                  <a:moveTo>
                    <a:pt x="26741" y="10646"/>
                  </a:moveTo>
                  <a:cubicBezTo>
                    <a:pt x="26741" y="16476"/>
                    <a:pt x="20784" y="21292"/>
                    <a:pt x="13307" y="21292"/>
                  </a:cubicBezTo>
                  <a:cubicBezTo>
                    <a:pt x="5829" y="21292"/>
                    <a:pt x="0" y="16602"/>
                    <a:pt x="0" y="10646"/>
                  </a:cubicBezTo>
                  <a:cubicBezTo>
                    <a:pt x="0" y="4689"/>
                    <a:pt x="5956" y="0"/>
                    <a:pt x="13307" y="0"/>
                  </a:cubicBezTo>
                  <a:cubicBezTo>
                    <a:pt x="20658" y="0"/>
                    <a:pt x="26741" y="4816"/>
                    <a:pt x="26741" y="1064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0" name="Freeform: Shape 3529">
              <a:extLst>
                <a:ext uri="{FF2B5EF4-FFF2-40B4-BE49-F238E27FC236}">
                  <a16:creationId xmlns:a16="http://schemas.microsoft.com/office/drawing/2014/main" id="{9B41E537-190D-D7B4-A523-2F97727AA231}"/>
                </a:ext>
              </a:extLst>
            </p:cNvPr>
            <p:cNvSpPr/>
            <p:nvPr/>
          </p:nvSpPr>
          <p:spPr>
            <a:xfrm>
              <a:off x="10372452" y="3018374"/>
              <a:ext cx="25853" cy="20531"/>
            </a:xfrm>
            <a:custGeom>
              <a:avLst/>
              <a:gdLst>
                <a:gd name="connsiteX0" fmla="*/ 25854 w 25853"/>
                <a:gd name="connsiteY0" fmla="*/ 10266 h 20531"/>
                <a:gd name="connsiteX1" fmla="*/ 12927 w 25853"/>
                <a:gd name="connsiteY1" fmla="*/ 20531 h 20531"/>
                <a:gd name="connsiteX2" fmla="*/ 0 w 25853"/>
                <a:gd name="connsiteY2" fmla="*/ 10266 h 20531"/>
                <a:gd name="connsiteX3" fmla="*/ 12927 w 25853"/>
                <a:gd name="connsiteY3" fmla="*/ 0 h 20531"/>
                <a:gd name="connsiteX4" fmla="*/ 25854 w 25853"/>
                <a:gd name="connsiteY4" fmla="*/ 10266 h 20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853" h="20531">
                  <a:moveTo>
                    <a:pt x="25854" y="10266"/>
                  </a:moveTo>
                  <a:cubicBezTo>
                    <a:pt x="25854" y="15969"/>
                    <a:pt x="20025" y="20531"/>
                    <a:pt x="12927" y="20531"/>
                  </a:cubicBezTo>
                  <a:cubicBezTo>
                    <a:pt x="5830" y="20531"/>
                    <a:pt x="0" y="15969"/>
                    <a:pt x="0" y="10266"/>
                  </a:cubicBezTo>
                  <a:cubicBezTo>
                    <a:pt x="0" y="4563"/>
                    <a:pt x="5830" y="0"/>
                    <a:pt x="12927" y="0"/>
                  </a:cubicBezTo>
                  <a:cubicBezTo>
                    <a:pt x="20025" y="0"/>
                    <a:pt x="25854" y="4563"/>
                    <a:pt x="25854" y="1026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1" name="Freeform: Shape 3530">
              <a:extLst>
                <a:ext uri="{FF2B5EF4-FFF2-40B4-BE49-F238E27FC236}">
                  <a16:creationId xmlns:a16="http://schemas.microsoft.com/office/drawing/2014/main" id="{00781983-92C3-F49C-0026-67E2B46482F6}"/>
                </a:ext>
              </a:extLst>
            </p:cNvPr>
            <p:cNvSpPr/>
            <p:nvPr/>
          </p:nvSpPr>
          <p:spPr>
            <a:xfrm>
              <a:off x="10387407" y="3122424"/>
              <a:ext cx="24333" cy="19263"/>
            </a:xfrm>
            <a:custGeom>
              <a:avLst/>
              <a:gdLst>
                <a:gd name="connsiteX0" fmla="*/ 24334 w 24333"/>
                <a:gd name="connsiteY0" fmla="*/ 9632 h 19263"/>
                <a:gd name="connsiteX1" fmla="*/ 12167 w 24333"/>
                <a:gd name="connsiteY1" fmla="*/ 19264 h 19263"/>
                <a:gd name="connsiteX2" fmla="*/ 0 w 24333"/>
                <a:gd name="connsiteY2" fmla="*/ 9632 h 19263"/>
                <a:gd name="connsiteX3" fmla="*/ 12167 w 24333"/>
                <a:gd name="connsiteY3" fmla="*/ 0 h 19263"/>
                <a:gd name="connsiteX4" fmla="*/ 24334 w 24333"/>
                <a:gd name="connsiteY4" fmla="*/ 9632 h 19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33" h="19263">
                  <a:moveTo>
                    <a:pt x="24334" y="9632"/>
                  </a:moveTo>
                  <a:cubicBezTo>
                    <a:pt x="24334" y="14955"/>
                    <a:pt x="18884" y="19264"/>
                    <a:pt x="12167" y="19264"/>
                  </a:cubicBezTo>
                  <a:cubicBezTo>
                    <a:pt x="5450" y="19264"/>
                    <a:pt x="0" y="14955"/>
                    <a:pt x="0" y="9632"/>
                  </a:cubicBezTo>
                  <a:cubicBezTo>
                    <a:pt x="0" y="4309"/>
                    <a:pt x="5450" y="0"/>
                    <a:pt x="12167" y="0"/>
                  </a:cubicBezTo>
                  <a:cubicBezTo>
                    <a:pt x="18884" y="0"/>
                    <a:pt x="24334" y="4309"/>
                    <a:pt x="24334" y="963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2" name="Freeform: Shape 3531">
              <a:extLst>
                <a:ext uri="{FF2B5EF4-FFF2-40B4-BE49-F238E27FC236}">
                  <a16:creationId xmlns:a16="http://schemas.microsoft.com/office/drawing/2014/main" id="{4CBF5E6D-27F1-FD68-036B-6DE6CF2ABF25}"/>
                </a:ext>
              </a:extLst>
            </p:cNvPr>
            <p:cNvSpPr/>
            <p:nvPr/>
          </p:nvSpPr>
          <p:spPr>
            <a:xfrm>
              <a:off x="10397799" y="3226347"/>
              <a:ext cx="23572" cy="18757"/>
            </a:xfrm>
            <a:custGeom>
              <a:avLst/>
              <a:gdLst>
                <a:gd name="connsiteX0" fmla="*/ 23573 w 23572"/>
                <a:gd name="connsiteY0" fmla="*/ 9379 h 18757"/>
                <a:gd name="connsiteX1" fmla="*/ 11786 w 23572"/>
                <a:gd name="connsiteY1" fmla="*/ 18757 h 18757"/>
                <a:gd name="connsiteX2" fmla="*/ 0 w 23572"/>
                <a:gd name="connsiteY2" fmla="*/ 9379 h 18757"/>
                <a:gd name="connsiteX3" fmla="*/ 11786 w 23572"/>
                <a:gd name="connsiteY3" fmla="*/ 0 h 18757"/>
                <a:gd name="connsiteX4" fmla="*/ 23573 w 23572"/>
                <a:gd name="connsiteY4" fmla="*/ 9379 h 18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572" h="18757">
                  <a:moveTo>
                    <a:pt x="23573" y="9379"/>
                  </a:moveTo>
                  <a:cubicBezTo>
                    <a:pt x="23573" y="14575"/>
                    <a:pt x="18250" y="18757"/>
                    <a:pt x="11786" y="18757"/>
                  </a:cubicBezTo>
                  <a:cubicBezTo>
                    <a:pt x="5323" y="18757"/>
                    <a:pt x="0" y="14575"/>
                    <a:pt x="0" y="9379"/>
                  </a:cubicBezTo>
                  <a:cubicBezTo>
                    <a:pt x="0" y="4182"/>
                    <a:pt x="5323" y="0"/>
                    <a:pt x="11786" y="0"/>
                  </a:cubicBezTo>
                  <a:cubicBezTo>
                    <a:pt x="18250" y="0"/>
                    <a:pt x="23573" y="4182"/>
                    <a:pt x="23573" y="937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3" name="Freeform: Shape 3532">
              <a:extLst>
                <a:ext uri="{FF2B5EF4-FFF2-40B4-BE49-F238E27FC236}">
                  <a16:creationId xmlns:a16="http://schemas.microsoft.com/office/drawing/2014/main" id="{70843A52-6DCA-6A65-B37F-8CA37F201FE0}"/>
                </a:ext>
              </a:extLst>
            </p:cNvPr>
            <p:cNvSpPr/>
            <p:nvPr/>
          </p:nvSpPr>
          <p:spPr>
            <a:xfrm>
              <a:off x="10404136" y="3330651"/>
              <a:ext cx="22812" cy="17996"/>
            </a:xfrm>
            <a:custGeom>
              <a:avLst/>
              <a:gdLst>
                <a:gd name="connsiteX0" fmla="*/ 22812 w 22812"/>
                <a:gd name="connsiteY0" fmla="*/ 8999 h 17996"/>
                <a:gd name="connsiteX1" fmla="*/ 11407 w 22812"/>
                <a:gd name="connsiteY1" fmla="*/ 17997 h 17996"/>
                <a:gd name="connsiteX2" fmla="*/ 0 w 22812"/>
                <a:gd name="connsiteY2" fmla="*/ 8999 h 17996"/>
                <a:gd name="connsiteX3" fmla="*/ 11407 w 22812"/>
                <a:gd name="connsiteY3" fmla="*/ 0 h 17996"/>
                <a:gd name="connsiteX4" fmla="*/ 22812 w 22812"/>
                <a:gd name="connsiteY4" fmla="*/ 8999 h 17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12" h="17996">
                  <a:moveTo>
                    <a:pt x="22812" y="8999"/>
                  </a:moveTo>
                  <a:cubicBezTo>
                    <a:pt x="22812" y="13941"/>
                    <a:pt x="17743" y="17997"/>
                    <a:pt x="11407" y="17997"/>
                  </a:cubicBezTo>
                  <a:cubicBezTo>
                    <a:pt x="5070" y="17997"/>
                    <a:pt x="0" y="13941"/>
                    <a:pt x="0" y="8999"/>
                  </a:cubicBezTo>
                  <a:cubicBezTo>
                    <a:pt x="0" y="4056"/>
                    <a:pt x="5070" y="0"/>
                    <a:pt x="11407" y="0"/>
                  </a:cubicBezTo>
                  <a:cubicBezTo>
                    <a:pt x="17743" y="0"/>
                    <a:pt x="22812" y="4056"/>
                    <a:pt x="22812" y="899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4" name="Freeform: Shape 3533">
              <a:extLst>
                <a:ext uri="{FF2B5EF4-FFF2-40B4-BE49-F238E27FC236}">
                  <a16:creationId xmlns:a16="http://schemas.microsoft.com/office/drawing/2014/main" id="{ABC1538F-920C-45AD-30B5-7DEB73A1C479}"/>
                </a:ext>
              </a:extLst>
            </p:cNvPr>
            <p:cNvSpPr/>
            <p:nvPr/>
          </p:nvSpPr>
          <p:spPr>
            <a:xfrm>
              <a:off x="10531379" y="3434574"/>
              <a:ext cx="22813" cy="17996"/>
            </a:xfrm>
            <a:custGeom>
              <a:avLst/>
              <a:gdLst>
                <a:gd name="connsiteX0" fmla="*/ 22813 w 22813"/>
                <a:gd name="connsiteY0" fmla="*/ 8998 h 17996"/>
                <a:gd name="connsiteX1" fmla="*/ 11407 w 22813"/>
                <a:gd name="connsiteY1" fmla="*/ 17996 h 17996"/>
                <a:gd name="connsiteX2" fmla="*/ 0 w 22813"/>
                <a:gd name="connsiteY2" fmla="*/ 8998 h 17996"/>
                <a:gd name="connsiteX3" fmla="*/ 11407 w 22813"/>
                <a:gd name="connsiteY3" fmla="*/ 0 h 17996"/>
                <a:gd name="connsiteX4" fmla="*/ 22813 w 22813"/>
                <a:gd name="connsiteY4" fmla="*/ 8998 h 17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13" h="17996">
                  <a:moveTo>
                    <a:pt x="22813" y="8998"/>
                  </a:moveTo>
                  <a:cubicBezTo>
                    <a:pt x="22813" y="13941"/>
                    <a:pt x="17743" y="17996"/>
                    <a:pt x="11407" y="17996"/>
                  </a:cubicBezTo>
                  <a:cubicBezTo>
                    <a:pt x="5070" y="17996"/>
                    <a:pt x="0" y="13941"/>
                    <a:pt x="0" y="8998"/>
                  </a:cubicBezTo>
                  <a:cubicBezTo>
                    <a:pt x="0" y="4056"/>
                    <a:pt x="5070" y="0"/>
                    <a:pt x="11407" y="0"/>
                  </a:cubicBezTo>
                  <a:cubicBezTo>
                    <a:pt x="17743" y="0"/>
                    <a:pt x="22813" y="4056"/>
                    <a:pt x="22813" y="89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5" name="Freeform: Shape 3534">
              <a:extLst>
                <a:ext uri="{FF2B5EF4-FFF2-40B4-BE49-F238E27FC236}">
                  <a16:creationId xmlns:a16="http://schemas.microsoft.com/office/drawing/2014/main" id="{BCC1565A-12CA-5F75-55D7-D690F15BA857}"/>
                </a:ext>
              </a:extLst>
            </p:cNvPr>
            <p:cNvSpPr/>
            <p:nvPr/>
          </p:nvSpPr>
          <p:spPr>
            <a:xfrm>
              <a:off x="10529858" y="3538878"/>
              <a:ext cx="22052" cy="17489"/>
            </a:xfrm>
            <a:custGeom>
              <a:avLst/>
              <a:gdLst>
                <a:gd name="connsiteX0" fmla="*/ 22053 w 22052"/>
                <a:gd name="connsiteY0" fmla="*/ 8744 h 17489"/>
                <a:gd name="connsiteX1" fmla="*/ 11026 w 22052"/>
                <a:gd name="connsiteY1" fmla="*/ 17489 h 17489"/>
                <a:gd name="connsiteX2" fmla="*/ 0 w 22052"/>
                <a:gd name="connsiteY2" fmla="*/ 8744 h 17489"/>
                <a:gd name="connsiteX3" fmla="*/ 11026 w 22052"/>
                <a:gd name="connsiteY3" fmla="*/ 0 h 17489"/>
                <a:gd name="connsiteX4" fmla="*/ 22053 w 22052"/>
                <a:gd name="connsiteY4" fmla="*/ 8744 h 1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052" h="17489">
                  <a:moveTo>
                    <a:pt x="22053" y="8744"/>
                  </a:moveTo>
                  <a:cubicBezTo>
                    <a:pt x="22053" y="13560"/>
                    <a:pt x="17110" y="17489"/>
                    <a:pt x="11026" y="17489"/>
                  </a:cubicBezTo>
                  <a:cubicBezTo>
                    <a:pt x="4943" y="17489"/>
                    <a:pt x="0" y="13560"/>
                    <a:pt x="0" y="8744"/>
                  </a:cubicBezTo>
                  <a:cubicBezTo>
                    <a:pt x="0" y="3929"/>
                    <a:pt x="4943" y="0"/>
                    <a:pt x="11026" y="0"/>
                  </a:cubicBezTo>
                  <a:cubicBezTo>
                    <a:pt x="17110" y="0"/>
                    <a:pt x="22053" y="3929"/>
                    <a:pt x="22053" y="874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6" name="Freeform: Shape 3535">
              <a:extLst>
                <a:ext uri="{FF2B5EF4-FFF2-40B4-BE49-F238E27FC236}">
                  <a16:creationId xmlns:a16="http://schemas.microsoft.com/office/drawing/2014/main" id="{CEB217B6-E935-772E-6947-1D524FBB1B71}"/>
                </a:ext>
              </a:extLst>
            </p:cNvPr>
            <p:cNvSpPr/>
            <p:nvPr/>
          </p:nvSpPr>
          <p:spPr>
            <a:xfrm>
              <a:off x="10524155" y="3642928"/>
              <a:ext cx="21544" cy="16982"/>
            </a:xfrm>
            <a:custGeom>
              <a:avLst/>
              <a:gdLst>
                <a:gd name="connsiteX0" fmla="*/ 21544 w 21544"/>
                <a:gd name="connsiteY0" fmla="*/ 8491 h 16982"/>
                <a:gd name="connsiteX1" fmla="*/ 10772 w 21544"/>
                <a:gd name="connsiteY1" fmla="*/ 16983 h 16982"/>
                <a:gd name="connsiteX2" fmla="*/ 0 w 21544"/>
                <a:gd name="connsiteY2" fmla="*/ 8491 h 16982"/>
                <a:gd name="connsiteX3" fmla="*/ 10772 w 21544"/>
                <a:gd name="connsiteY3" fmla="*/ 0 h 16982"/>
                <a:gd name="connsiteX4" fmla="*/ 21544 w 21544"/>
                <a:gd name="connsiteY4" fmla="*/ 8491 h 1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44" h="16982">
                  <a:moveTo>
                    <a:pt x="21544" y="8491"/>
                  </a:moveTo>
                  <a:cubicBezTo>
                    <a:pt x="21544" y="13181"/>
                    <a:pt x="16728" y="16983"/>
                    <a:pt x="10772" y="16983"/>
                  </a:cubicBezTo>
                  <a:cubicBezTo>
                    <a:pt x="4816" y="16983"/>
                    <a:pt x="0" y="13181"/>
                    <a:pt x="0" y="8491"/>
                  </a:cubicBezTo>
                  <a:cubicBezTo>
                    <a:pt x="0" y="3802"/>
                    <a:pt x="4816" y="0"/>
                    <a:pt x="10772" y="0"/>
                  </a:cubicBezTo>
                  <a:cubicBezTo>
                    <a:pt x="16728" y="0"/>
                    <a:pt x="21544" y="3802"/>
                    <a:pt x="21544" y="84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7" name="Freeform: Shape 3536">
              <a:extLst>
                <a:ext uri="{FF2B5EF4-FFF2-40B4-BE49-F238E27FC236}">
                  <a16:creationId xmlns:a16="http://schemas.microsoft.com/office/drawing/2014/main" id="{620DA859-FD90-F6B4-637A-53380B619698}"/>
                </a:ext>
              </a:extLst>
            </p:cNvPr>
            <p:cNvSpPr/>
            <p:nvPr/>
          </p:nvSpPr>
          <p:spPr>
            <a:xfrm>
              <a:off x="10514903" y="3746978"/>
              <a:ext cx="20531" cy="16475"/>
            </a:xfrm>
            <a:custGeom>
              <a:avLst/>
              <a:gdLst>
                <a:gd name="connsiteX0" fmla="*/ 20531 w 20531"/>
                <a:gd name="connsiteY0" fmla="*/ 8238 h 16475"/>
                <a:gd name="connsiteX1" fmla="*/ 10266 w 20531"/>
                <a:gd name="connsiteY1" fmla="*/ 16476 h 16475"/>
                <a:gd name="connsiteX2" fmla="*/ 0 w 20531"/>
                <a:gd name="connsiteY2" fmla="*/ 8238 h 16475"/>
                <a:gd name="connsiteX3" fmla="*/ 10266 w 20531"/>
                <a:gd name="connsiteY3" fmla="*/ 0 h 16475"/>
                <a:gd name="connsiteX4" fmla="*/ 20531 w 20531"/>
                <a:gd name="connsiteY4" fmla="*/ 8238 h 16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31" h="16475">
                  <a:moveTo>
                    <a:pt x="20531" y="8238"/>
                  </a:moveTo>
                  <a:cubicBezTo>
                    <a:pt x="20531" y="12800"/>
                    <a:pt x="15842" y="16476"/>
                    <a:pt x="10266" y="16476"/>
                  </a:cubicBezTo>
                  <a:cubicBezTo>
                    <a:pt x="4689" y="16476"/>
                    <a:pt x="0" y="12800"/>
                    <a:pt x="0" y="8238"/>
                  </a:cubicBezTo>
                  <a:cubicBezTo>
                    <a:pt x="0" y="3675"/>
                    <a:pt x="4563" y="0"/>
                    <a:pt x="10266" y="0"/>
                  </a:cubicBezTo>
                  <a:cubicBezTo>
                    <a:pt x="15969" y="0"/>
                    <a:pt x="20531" y="3675"/>
                    <a:pt x="20531" y="823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8" name="Freeform: Shape 3537">
              <a:extLst>
                <a:ext uri="{FF2B5EF4-FFF2-40B4-BE49-F238E27FC236}">
                  <a16:creationId xmlns:a16="http://schemas.microsoft.com/office/drawing/2014/main" id="{FFD1245A-0B8A-64FF-5BDA-6EF5141F8AB5}"/>
                </a:ext>
              </a:extLst>
            </p:cNvPr>
            <p:cNvSpPr/>
            <p:nvPr/>
          </p:nvSpPr>
          <p:spPr>
            <a:xfrm>
              <a:off x="10501596" y="3850775"/>
              <a:ext cx="19770" cy="15715"/>
            </a:xfrm>
            <a:custGeom>
              <a:avLst/>
              <a:gdLst>
                <a:gd name="connsiteX0" fmla="*/ 19771 w 19770"/>
                <a:gd name="connsiteY0" fmla="*/ 7858 h 15715"/>
                <a:gd name="connsiteX1" fmla="*/ 9886 w 19770"/>
                <a:gd name="connsiteY1" fmla="*/ 15715 h 15715"/>
                <a:gd name="connsiteX2" fmla="*/ 0 w 19770"/>
                <a:gd name="connsiteY2" fmla="*/ 7858 h 15715"/>
                <a:gd name="connsiteX3" fmla="*/ 9886 w 19770"/>
                <a:gd name="connsiteY3" fmla="*/ 0 h 15715"/>
                <a:gd name="connsiteX4" fmla="*/ 19771 w 19770"/>
                <a:gd name="connsiteY4" fmla="*/ 7858 h 1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70" h="15715">
                  <a:moveTo>
                    <a:pt x="19771" y="7858"/>
                  </a:moveTo>
                  <a:cubicBezTo>
                    <a:pt x="19771" y="12167"/>
                    <a:pt x="15335" y="15715"/>
                    <a:pt x="9886" y="15715"/>
                  </a:cubicBezTo>
                  <a:cubicBezTo>
                    <a:pt x="4435" y="15715"/>
                    <a:pt x="0" y="12167"/>
                    <a:pt x="0" y="7858"/>
                  </a:cubicBezTo>
                  <a:cubicBezTo>
                    <a:pt x="0" y="3549"/>
                    <a:pt x="4435" y="0"/>
                    <a:pt x="9886" y="0"/>
                  </a:cubicBezTo>
                  <a:cubicBezTo>
                    <a:pt x="15335" y="0"/>
                    <a:pt x="19771" y="3549"/>
                    <a:pt x="19771" y="785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9" name="Freeform: Shape 3538">
              <a:extLst>
                <a:ext uri="{FF2B5EF4-FFF2-40B4-BE49-F238E27FC236}">
                  <a16:creationId xmlns:a16="http://schemas.microsoft.com/office/drawing/2014/main" id="{748E6EC4-8B09-8957-9714-AA7FF2687839}"/>
                </a:ext>
              </a:extLst>
            </p:cNvPr>
            <p:cNvSpPr/>
            <p:nvPr/>
          </p:nvSpPr>
          <p:spPr>
            <a:xfrm>
              <a:off x="10484360" y="3954065"/>
              <a:ext cx="19010" cy="15208"/>
            </a:xfrm>
            <a:custGeom>
              <a:avLst/>
              <a:gdLst>
                <a:gd name="connsiteX0" fmla="*/ 19010 w 19010"/>
                <a:gd name="connsiteY0" fmla="*/ 7604 h 15208"/>
                <a:gd name="connsiteX1" fmla="*/ 9505 w 19010"/>
                <a:gd name="connsiteY1" fmla="*/ 15208 h 15208"/>
                <a:gd name="connsiteX2" fmla="*/ 0 w 19010"/>
                <a:gd name="connsiteY2" fmla="*/ 7604 h 15208"/>
                <a:gd name="connsiteX3" fmla="*/ 9505 w 19010"/>
                <a:gd name="connsiteY3" fmla="*/ 0 h 15208"/>
                <a:gd name="connsiteX4" fmla="*/ 19010 w 19010"/>
                <a:gd name="connsiteY4" fmla="*/ 7604 h 15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10" h="15208">
                  <a:moveTo>
                    <a:pt x="19010" y="7604"/>
                  </a:moveTo>
                  <a:cubicBezTo>
                    <a:pt x="19010" y="11786"/>
                    <a:pt x="14701" y="15208"/>
                    <a:pt x="9505" y="15208"/>
                  </a:cubicBezTo>
                  <a:cubicBezTo>
                    <a:pt x="4309" y="15208"/>
                    <a:pt x="0" y="11786"/>
                    <a:pt x="0" y="7604"/>
                  </a:cubicBezTo>
                  <a:cubicBezTo>
                    <a:pt x="0" y="3422"/>
                    <a:pt x="4309" y="0"/>
                    <a:pt x="9505" y="0"/>
                  </a:cubicBezTo>
                  <a:cubicBezTo>
                    <a:pt x="14701" y="0"/>
                    <a:pt x="19010" y="3422"/>
                    <a:pt x="19010" y="760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0" name="Freeform: Shape 3539">
              <a:extLst>
                <a:ext uri="{FF2B5EF4-FFF2-40B4-BE49-F238E27FC236}">
                  <a16:creationId xmlns:a16="http://schemas.microsoft.com/office/drawing/2014/main" id="{352C9414-5572-9931-7B99-C80CC2340020}"/>
                </a:ext>
              </a:extLst>
            </p:cNvPr>
            <p:cNvSpPr/>
            <p:nvPr/>
          </p:nvSpPr>
          <p:spPr>
            <a:xfrm>
              <a:off x="10463448" y="4057228"/>
              <a:ext cx="17743" cy="13941"/>
            </a:xfrm>
            <a:custGeom>
              <a:avLst/>
              <a:gdLst>
                <a:gd name="connsiteX0" fmla="*/ 17743 w 17743"/>
                <a:gd name="connsiteY0" fmla="*/ 6970 h 13941"/>
                <a:gd name="connsiteX1" fmla="*/ 8872 w 17743"/>
                <a:gd name="connsiteY1" fmla="*/ 13941 h 13941"/>
                <a:gd name="connsiteX2" fmla="*/ 0 w 17743"/>
                <a:gd name="connsiteY2" fmla="*/ 6970 h 13941"/>
                <a:gd name="connsiteX3" fmla="*/ 8872 w 17743"/>
                <a:gd name="connsiteY3" fmla="*/ 0 h 13941"/>
                <a:gd name="connsiteX4" fmla="*/ 17743 w 17743"/>
                <a:gd name="connsiteY4" fmla="*/ 6970 h 1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3" h="13941">
                  <a:moveTo>
                    <a:pt x="17743" y="6970"/>
                  </a:moveTo>
                  <a:cubicBezTo>
                    <a:pt x="17743" y="10899"/>
                    <a:pt x="13815" y="13941"/>
                    <a:pt x="8872" y="13941"/>
                  </a:cubicBezTo>
                  <a:cubicBezTo>
                    <a:pt x="3929" y="13941"/>
                    <a:pt x="0" y="10773"/>
                    <a:pt x="0" y="6970"/>
                  </a:cubicBezTo>
                  <a:cubicBezTo>
                    <a:pt x="0" y="3168"/>
                    <a:pt x="3929" y="0"/>
                    <a:pt x="8872" y="0"/>
                  </a:cubicBezTo>
                  <a:cubicBezTo>
                    <a:pt x="13815" y="0"/>
                    <a:pt x="17743" y="3168"/>
                    <a:pt x="17743" y="69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1" name="Freeform: Shape 3540">
              <a:extLst>
                <a:ext uri="{FF2B5EF4-FFF2-40B4-BE49-F238E27FC236}">
                  <a16:creationId xmlns:a16="http://schemas.microsoft.com/office/drawing/2014/main" id="{3E37EAF5-C88F-4AE2-AE37-E5469537B84C}"/>
                </a:ext>
              </a:extLst>
            </p:cNvPr>
            <p:cNvSpPr/>
            <p:nvPr/>
          </p:nvSpPr>
          <p:spPr>
            <a:xfrm>
              <a:off x="10438609" y="4159504"/>
              <a:ext cx="16855" cy="13433"/>
            </a:xfrm>
            <a:custGeom>
              <a:avLst/>
              <a:gdLst>
                <a:gd name="connsiteX0" fmla="*/ 16855 w 16855"/>
                <a:gd name="connsiteY0" fmla="*/ 6717 h 13433"/>
                <a:gd name="connsiteX1" fmla="*/ 8364 w 16855"/>
                <a:gd name="connsiteY1" fmla="*/ 13434 h 13433"/>
                <a:gd name="connsiteX2" fmla="*/ 0 w 16855"/>
                <a:gd name="connsiteY2" fmla="*/ 6717 h 13433"/>
                <a:gd name="connsiteX3" fmla="*/ 8364 w 16855"/>
                <a:gd name="connsiteY3" fmla="*/ 0 h 13433"/>
                <a:gd name="connsiteX4" fmla="*/ 16855 w 16855"/>
                <a:gd name="connsiteY4" fmla="*/ 6717 h 13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55" h="13433">
                  <a:moveTo>
                    <a:pt x="16855" y="6717"/>
                  </a:moveTo>
                  <a:cubicBezTo>
                    <a:pt x="16855" y="10392"/>
                    <a:pt x="13053" y="13434"/>
                    <a:pt x="8364" y="13434"/>
                  </a:cubicBezTo>
                  <a:cubicBezTo>
                    <a:pt x="3675" y="13434"/>
                    <a:pt x="0" y="10392"/>
                    <a:pt x="0" y="6717"/>
                  </a:cubicBezTo>
                  <a:cubicBezTo>
                    <a:pt x="0" y="3042"/>
                    <a:pt x="3802" y="0"/>
                    <a:pt x="8364" y="0"/>
                  </a:cubicBezTo>
                  <a:cubicBezTo>
                    <a:pt x="12927" y="0"/>
                    <a:pt x="16855" y="2915"/>
                    <a:pt x="16855" y="671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2" name="Freeform: Shape 3541">
              <a:extLst>
                <a:ext uri="{FF2B5EF4-FFF2-40B4-BE49-F238E27FC236}">
                  <a16:creationId xmlns:a16="http://schemas.microsoft.com/office/drawing/2014/main" id="{479B45A0-810A-2BA8-471A-B35EB169B171}"/>
                </a:ext>
              </a:extLst>
            </p:cNvPr>
            <p:cNvSpPr/>
            <p:nvPr/>
          </p:nvSpPr>
          <p:spPr>
            <a:xfrm>
              <a:off x="10409966" y="4261273"/>
              <a:ext cx="15968" cy="12673"/>
            </a:xfrm>
            <a:custGeom>
              <a:avLst/>
              <a:gdLst>
                <a:gd name="connsiteX0" fmla="*/ 15969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9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9" y="6337"/>
                  </a:moveTo>
                  <a:cubicBezTo>
                    <a:pt x="15969" y="9885"/>
                    <a:pt x="12420" y="12674"/>
                    <a:pt x="7984" y="12674"/>
                  </a:cubicBezTo>
                  <a:cubicBezTo>
                    <a:pt x="3548" y="12674"/>
                    <a:pt x="0" y="9885"/>
                    <a:pt x="0" y="6337"/>
                  </a:cubicBezTo>
                  <a:cubicBezTo>
                    <a:pt x="0" y="2788"/>
                    <a:pt x="3675" y="0"/>
                    <a:pt x="7984" y="0"/>
                  </a:cubicBezTo>
                  <a:cubicBezTo>
                    <a:pt x="12293" y="0"/>
                    <a:pt x="15969" y="2788"/>
                    <a:pt x="15969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3" name="Freeform: Shape 3542">
              <a:extLst>
                <a:ext uri="{FF2B5EF4-FFF2-40B4-BE49-F238E27FC236}">
                  <a16:creationId xmlns:a16="http://schemas.microsoft.com/office/drawing/2014/main" id="{A83171DD-84A8-C552-115E-5360259D4E95}"/>
                </a:ext>
              </a:extLst>
            </p:cNvPr>
            <p:cNvSpPr/>
            <p:nvPr/>
          </p:nvSpPr>
          <p:spPr>
            <a:xfrm>
              <a:off x="10377268" y="4362155"/>
              <a:ext cx="15462" cy="12419"/>
            </a:xfrm>
            <a:custGeom>
              <a:avLst/>
              <a:gdLst>
                <a:gd name="connsiteX0" fmla="*/ 15462 w 15462"/>
                <a:gd name="connsiteY0" fmla="*/ 6210 h 12419"/>
                <a:gd name="connsiteX1" fmla="*/ 7731 w 15462"/>
                <a:gd name="connsiteY1" fmla="*/ 12420 h 12419"/>
                <a:gd name="connsiteX2" fmla="*/ 0 w 15462"/>
                <a:gd name="connsiteY2" fmla="*/ 6210 h 12419"/>
                <a:gd name="connsiteX3" fmla="*/ 7731 w 15462"/>
                <a:gd name="connsiteY3" fmla="*/ 0 h 12419"/>
                <a:gd name="connsiteX4" fmla="*/ 15462 w 15462"/>
                <a:gd name="connsiteY4" fmla="*/ 6210 h 12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62" h="12419">
                  <a:moveTo>
                    <a:pt x="15462" y="6210"/>
                  </a:moveTo>
                  <a:cubicBezTo>
                    <a:pt x="15462" y="9632"/>
                    <a:pt x="12040" y="12420"/>
                    <a:pt x="7731" y="12420"/>
                  </a:cubicBezTo>
                  <a:cubicBezTo>
                    <a:pt x="3422" y="12420"/>
                    <a:pt x="0" y="9632"/>
                    <a:pt x="0" y="6210"/>
                  </a:cubicBezTo>
                  <a:cubicBezTo>
                    <a:pt x="0" y="2788"/>
                    <a:pt x="3549" y="0"/>
                    <a:pt x="7731" y="0"/>
                  </a:cubicBezTo>
                  <a:cubicBezTo>
                    <a:pt x="11913" y="0"/>
                    <a:pt x="15462" y="2788"/>
                    <a:pt x="15462" y="621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4" name="Freeform: Shape 3543">
              <a:extLst>
                <a:ext uri="{FF2B5EF4-FFF2-40B4-BE49-F238E27FC236}">
                  <a16:creationId xmlns:a16="http://schemas.microsoft.com/office/drawing/2014/main" id="{8351EB2C-24FA-D654-4CB3-114157D879EC}"/>
                </a:ext>
              </a:extLst>
            </p:cNvPr>
            <p:cNvSpPr/>
            <p:nvPr/>
          </p:nvSpPr>
          <p:spPr>
            <a:xfrm>
              <a:off x="10341149" y="4462530"/>
              <a:ext cx="13940" cy="11152"/>
            </a:xfrm>
            <a:custGeom>
              <a:avLst/>
              <a:gdLst>
                <a:gd name="connsiteX0" fmla="*/ 13941 w 13940"/>
                <a:gd name="connsiteY0" fmla="*/ 5576 h 11152"/>
                <a:gd name="connsiteX1" fmla="*/ 6970 w 13940"/>
                <a:gd name="connsiteY1" fmla="*/ 11153 h 11152"/>
                <a:gd name="connsiteX2" fmla="*/ 0 w 13940"/>
                <a:gd name="connsiteY2" fmla="*/ 5576 h 11152"/>
                <a:gd name="connsiteX3" fmla="*/ 6970 w 13940"/>
                <a:gd name="connsiteY3" fmla="*/ 0 h 11152"/>
                <a:gd name="connsiteX4" fmla="*/ 13941 w 13940"/>
                <a:gd name="connsiteY4" fmla="*/ 5576 h 11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0" h="11152">
                  <a:moveTo>
                    <a:pt x="13941" y="5576"/>
                  </a:moveTo>
                  <a:cubicBezTo>
                    <a:pt x="13941" y="8618"/>
                    <a:pt x="10772" y="11153"/>
                    <a:pt x="6970" y="11153"/>
                  </a:cubicBezTo>
                  <a:cubicBezTo>
                    <a:pt x="3168" y="11153"/>
                    <a:pt x="0" y="8745"/>
                    <a:pt x="0" y="5576"/>
                  </a:cubicBezTo>
                  <a:cubicBezTo>
                    <a:pt x="0" y="2408"/>
                    <a:pt x="3168" y="0"/>
                    <a:pt x="6970" y="0"/>
                  </a:cubicBezTo>
                  <a:cubicBezTo>
                    <a:pt x="10772" y="0"/>
                    <a:pt x="13941" y="2408"/>
                    <a:pt x="13941" y="55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5" name="Freeform: Shape 3544">
              <a:extLst>
                <a:ext uri="{FF2B5EF4-FFF2-40B4-BE49-F238E27FC236}">
                  <a16:creationId xmlns:a16="http://schemas.microsoft.com/office/drawing/2014/main" id="{1A23FC53-B631-C7A8-3831-21437A292FD8}"/>
                </a:ext>
              </a:extLst>
            </p:cNvPr>
            <p:cNvSpPr/>
            <p:nvPr/>
          </p:nvSpPr>
          <p:spPr>
            <a:xfrm>
              <a:off x="10300847" y="4561764"/>
              <a:ext cx="13433" cy="10645"/>
            </a:xfrm>
            <a:custGeom>
              <a:avLst/>
              <a:gdLst>
                <a:gd name="connsiteX0" fmla="*/ 13434 w 13433"/>
                <a:gd name="connsiteY0" fmla="*/ 5323 h 10645"/>
                <a:gd name="connsiteX1" fmla="*/ 6717 w 13433"/>
                <a:gd name="connsiteY1" fmla="*/ 10646 h 10645"/>
                <a:gd name="connsiteX2" fmla="*/ 0 w 13433"/>
                <a:gd name="connsiteY2" fmla="*/ 5323 h 10645"/>
                <a:gd name="connsiteX3" fmla="*/ 6717 w 13433"/>
                <a:gd name="connsiteY3" fmla="*/ 0 h 10645"/>
                <a:gd name="connsiteX4" fmla="*/ 13434 w 13433"/>
                <a:gd name="connsiteY4" fmla="*/ 5323 h 1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33" h="10645">
                  <a:moveTo>
                    <a:pt x="13434" y="5323"/>
                  </a:moveTo>
                  <a:cubicBezTo>
                    <a:pt x="13434" y="8238"/>
                    <a:pt x="10392" y="10646"/>
                    <a:pt x="6717" y="10646"/>
                  </a:cubicBezTo>
                  <a:cubicBezTo>
                    <a:pt x="3042" y="10646"/>
                    <a:pt x="0" y="8238"/>
                    <a:pt x="0" y="5323"/>
                  </a:cubicBezTo>
                  <a:cubicBezTo>
                    <a:pt x="0" y="2408"/>
                    <a:pt x="3042" y="0"/>
                    <a:pt x="6717" y="0"/>
                  </a:cubicBezTo>
                  <a:cubicBezTo>
                    <a:pt x="10392" y="0"/>
                    <a:pt x="13434" y="2408"/>
                    <a:pt x="13434" y="532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6" name="Freeform: Shape 3545">
              <a:extLst>
                <a:ext uri="{FF2B5EF4-FFF2-40B4-BE49-F238E27FC236}">
                  <a16:creationId xmlns:a16="http://schemas.microsoft.com/office/drawing/2014/main" id="{ACA72CDF-82FE-D2E4-9A26-90967C0EAB4D}"/>
                </a:ext>
              </a:extLst>
            </p:cNvPr>
            <p:cNvSpPr/>
            <p:nvPr/>
          </p:nvSpPr>
          <p:spPr>
            <a:xfrm>
              <a:off x="10257123" y="4659984"/>
              <a:ext cx="12546" cy="9885"/>
            </a:xfrm>
            <a:custGeom>
              <a:avLst/>
              <a:gdLst>
                <a:gd name="connsiteX0" fmla="*/ 12547 w 12546"/>
                <a:gd name="connsiteY0" fmla="*/ 4943 h 9885"/>
                <a:gd name="connsiteX1" fmla="*/ 6210 w 12546"/>
                <a:gd name="connsiteY1" fmla="*/ 9885 h 9885"/>
                <a:gd name="connsiteX2" fmla="*/ 0 w 12546"/>
                <a:gd name="connsiteY2" fmla="*/ 4943 h 9885"/>
                <a:gd name="connsiteX3" fmla="*/ 6210 w 12546"/>
                <a:gd name="connsiteY3" fmla="*/ 0 h 9885"/>
                <a:gd name="connsiteX4" fmla="*/ 12547 w 12546"/>
                <a:gd name="connsiteY4" fmla="*/ 4943 h 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46" h="9885">
                  <a:moveTo>
                    <a:pt x="12547" y="4943"/>
                  </a:moveTo>
                  <a:lnTo>
                    <a:pt x="6210" y="9885"/>
                  </a:lnTo>
                  <a:lnTo>
                    <a:pt x="0" y="4943"/>
                  </a:lnTo>
                  <a:lnTo>
                    <a:pt x="6210" y="0"/>
                  </a:lnTo>
                  <a:lnTo>
                    <a:pt x="12547" y="494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7" name="Freeform: Shape 3546">
              <a:extLst>
                <a:ext uri="{FF2B5EF4-FFF2-40B4-BE49-F238E27FC236}">
                  <a16:creationId xmlns:a16="http://schemas.microsoft.com/office/drawing/2014/main" id="{2F242CB3-1BD7-6F0B-4B6E-B152D36D66F5}"/>
                </a:ext>
              </a:extLst>
            </p:cNvPr>
            <p:cNvSpPr/>
            <p:nvPr/>
          </p:nvSpPr>
          <p:spPr>
            <a:xfrm>
              <a:off x="10209850" y="4757317"/>
              <a:ext cx="11279" cy="8871"/>
            </a:xfrm>
            <a:custGeom>
              <a:avLst/>
              <a:gdLst>
                <a:gd name="connsiteX0" fmla="*/ 11280 w 11279"/>
                <a:gd name="connsiteY0" fmla="*/ 4436 h 8871"/>
                <a:gd name="connsiteX1" fmla="*/ 5576 w 11279"/>
                <a:gd name="connsiteY1" fmla="*/ 8872 h 8871"/>
                <a:gd name="connsiteX2" fmla="*/ 0 w 11279"/>
                <a:gd name="connsiteY2" fmla="*/ 4436 h 8871"/>
                <a:gd name="connsiteX3" fmla="*/ 5576 w 11279"/>
                <a:gd name="connsiteY3" fmla="*/ 0 h 8871"/>
                <a:gd name="connsiteX4" fmla="*/ 11280 w 11279"/>
                <a:gd name="connsiteY4" fmla="*/ 4436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79" h="8871">
                  <a:moveTo>
                    <a:pt x="11280" y="4436"/>
                  </a:moveTo>
                  <a:lnTo>
                    <a:pt x="5576" y="8872"/>
                  </a:lnTo>
                  <a:lnTo>
                    <a:pt x="0" y="4436"/>
                  </a:lnTo>
                  <a:lnTo>
                    <a:pt x="5576" y="0"/>
                  </a:lnTo>
                  <a:lnTo>
                    <a:pt x="11280" y="44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8" name="Freeform: Shape 3547">
              <a:extLst>
                <a:ext uri="{FF2B5EF4-FFF2-40B4-BE49-F238E27FC236}">
                  <a16:creationId xmlns:a16="http://schemas.microsoft.com/office/drawing/2014/main" id="{6C1F9486-095C-F9EA-01F2-2329A25EA56B}"/>
                </a:ext>
              </a:extLst>
            </p:cNvPr>
            <p:cNvSpPr/>
            <p:nvPr/>
          </p:nvSpPr>
          <p:spPr>
            <a:xfrm>
              <a:off x="10158649" y="4853130"/>
              <a:ext cx="10646" cy="8364"/>
            </a:xfrm>
            <a:custGeom>
              <a:avLst/>
              <a:gdLst>
                <a:gd name="connsiteX0" fmla="*/ 10646 w 10646"/>
                <a:gd name="connsiteY0" fmla="*/ 4183 h 8364"/>
                <a:gd name="connsiteX1" fmla="*/ 5323 w 10646"/>
                <a:gd name="connsiteY1" fmla="*/ 8365 h 8364"/>
                <a:gd name="connsiteX2" fmla="*/ 0 w 10646"/>
                <a:gd name="connsiteY2" fmla="*/ 4183 h 8364"/>
                <a:gd name="connsiteX3" fmla="*/ 5323 w 10646"/>
                <a:gd name="connsiteY3" fmla="*/ 0 h 8364"/>
                <a:gd name="connsiteX4" fmla="*/ 10646 w 10646"/>
                <a:gd name="connsiteY4" fmla="*/ 4183 h 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46" h="8364">
                  <a:moveTo>
                    <a:pt x="10646" y="4183"/>
                  </a:moveTo>
                  <a:lnTo>
                    <a:pt x="5323" y="8365"/>
                  </a:lnTo>
                  <a:lnTo>
                    <a:pt x="0" y="4183"/>
                  </a:lnTo>
                  <a:lnTo>
                    <a:pt x="5323" y="0"/>
                  </a:lnTo>
                  <a:lnTo>
                    <a:pt x="10646" y="418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9" name="Freeform: Shape 3548">
              <a:extLst>
                <a:ext uri="{FF2B5EF4-FFF2-40B4-BE49-F238E27FC236}">
                  <a16:creationId xmlns:a16="http://schemas.microsoft.com/office/drawing/2014/main" id="{CF3C4B3F-648D-EC29-EC39-033C0F304F7F}"/>
                </a:ext>
              </a:extLst>
            </p:cNvPr>
            <p:cNvSpPr/>
            <p:nvPr/>
          </p:nvSpPr>
          <p:spPr>
            <a:xfrm>
              <a:off x="10103899" y="4947802"/>
              <a:ext cx="9885" cy="7857"/>
            </a:xfrm>
            <a:custGeom>
              <a:avLst/>
              <a:gdLst>
                <a:gd name="connsiteX0" fmla="*/ 9886 w 9885"/>
                <a:gd name="connsiteY0" fmla="*/ 3929 h 7857"/>
                <a:gd name="connsiteX1" fmla="*/ 4943 w 9885"/>
                <a:gd name="connsiteY1" fmla="*/ 7858 h 7857"/>
                <a:gd name="connsiteX2" fmla="*/ 0 w 9885"/>
                <a:gd name="connsiteY2" fmla="*/ 3929 h 7857"/>
                <a:gd name="connsiteX3" fmla="*/ 4943 w 9885"/>
                <a:gd name="connsiteY3" fmla="*/ 0 h 7857"/>
                <a:gd name="connsiteX4" fmla="*/ 9886 w 9885"/>
                <a:gd name="connsiteY4" fmla="*/ 3929 h 7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85" h="7857">
                  <a:moveTo>
                    <a:pt x="9886" y="3929"/>
                  </a:moveTo>
                  <a:lnTo>
                    <a:pt x="4943" y="7858"/>
                  </a:lnTo>
                  <a:lnTo>
                    <a:pt x="0" y="3929"/>
                  </a:lnTo>
                  <a:lnTo>
                    <a:pt x="4943" y="0"/>
                  </a:lnTo>
                  <a:lnTo>
                    <a:pt x="9886" y="392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0" name="Freeform: Shape 3549">
              <a:extLst>
                <a:ext uri="{FF2B5EF4-FFF2-40B4-BE49-F238E27FC236}">
                  <a16:creationId xmlns:a16="http://schemas.microsoft.com/office/drawing/2014/main" id="{F44669F9-A939-AF08-3AAA-B95D38CC6429}"/>
                </a:ext>
              </a:extLst>
            </p:cNvPr>
            <p:cNvSpPr/>
            <p:nvPr/>
          </p:nvSpPr>
          <p:spPr>
            <a:xfrm>
              <a:off x="10045980" y="5041460"/>
              <a:ext cx="8491" cy="6590"/>
            </a:xfrm>
            <a:custGeom>
              <a:avLst/>
              <a:gdLst>
                <a:gd name="connsiteX0" fmla="*/ 8492 w 8491"/>
                <a:gd name="connsiteY0" fmla="*/ 3295 h 6590"/>
                <a:gd name="connsiteX1" fmla="*/ 4183 w 8491"/>
                <a:gd name="connsiteY1" fmla="*/ 6590 h 6590"/>
                <a:gd name="connsiteX2" fmla="*/ 0 w 8491"/>
                <a:gd name="connsiteY2" fmla="*/ 3295 h 6590"/>
                <a:gd name="connsiteX3" fmla="*/ 4183 w 8491"/>
                <a:gd name="connsiteY3" fmla="*/ 0 h 6590"/>
                <a:gd name="connsiteX4" fmla="*/ 8492 w 8491"/>
                <a:gd name="connsiteY4" fmla="*/ 3295 h 6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91" h="6590">
                  <a:moveTo>
                    <a:pt x="8492" y="3295"/>
                  </a:moveTo>
                  <a:lnTo>
                    <a:pt x="4183" y="6590"/>
                  </a:lnTo>
                  <a:lnTo>
                    <a:pt x="0" y="3295"/>
                  </a:lnTo>
                  <a:lnTo>
                    <a:pt x="4183" y="0"/>
                  </a:lnTo>
                  <a:lnTo>
                    <a:pt x="8492" y="32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1" name="Freeform: Shape 3550">
              <a:extLst>
                <a:ext uri="{FF2B5EF4-FFF2-40B4-BE49-F238E27FC236}">
                  <a16:creationId xmlns:a16="http://schemas.microsoft.com/office/drawing/2014/main" id="{878329EA-A735-06D7-BFE2-1ECE3693402E}"/>
                </a:ext>
              </a:extLst>
            </p:cNvPr>
            <p:cNvSpPr/>
            <p:nvPr/>
          </p:nvSpPr>
          <p:spPr>
            <a:xfrm>
              <a:off x="9984133" y="5133216"/>
              <a:ext cx="7857" cy="6209"/>
            </a:xfrm>
            <a:custGeom>
              <a:avLst/>
              <a:gdLst>
                <a:gd name="connsiteX0" fmla="*/ 7858 w 7857"/>
                <a:gd name="connsiteY0" fmla="*/ 3042 h 6209"/>
                <a:gd name="connsiteX1" fmla="*/ 3929 w 7857"/>
                <a:gd name="connsiteY1" fmla="*/ 6210 h 6209"/>
                <a:gd name="connsiteX2" fmla="*/ 0 w 7857"/>
                <a:gd name="connsiteY2" fmla="*/ 3042 h 6209"/>
                <a:gd name="connsiteX3" fmla="*/ 3929 w 7857"/>
                <a:gd name="connsiteY3" fmla="*/ 0 h 6209"/>
                <a:gd name="connsiteX4" fmla="*/ 7858 w 7857"/>
                <a:gd name="connsiteY4" fmla="*/ 3042 h 6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57" h="6209">
                  <a:moveTo>
                    <a:pt x="7858" y="3042"/>
                  </a:moveTo>
                  <a:lnTo>
                    <a:pt x="3929" y="6210"/>
                  </a:lnTo>
                  <a:lnTo>
                    <a:pt x="0" y="3042"/>
                  </a:lnTo>
                  <a:lnTo>
                    <a:pt x="3929" y="0"/>
                  </a:lnTo>
                  <a:lnTo>
                    <a:pt x="7858" y="30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2" name="Freeform: Shape 3551">
              <a:extLst>
                <a:ext uri="{FF2B5EF4-FFF2-40B4-BE49-F238E27FC236}">
                  <a16:creationId xmlns:a16="http://schemas.microsoft.com/office/drawing/2014/main" id="{9ADF9A82-207B-48FA-C5B7-0C391E52B497}"/>
                </a:ext>
              </a:extLst>
            </p:cNvPr>
            <p:cNvSpPr/>
            <p:nvPr/>
          </p:nvSpPr>
          <p:spPr>
            <a:xfrm>
              <a:off x="9919244" y="5223832"/>
              <a:ext cx="6463" cy="5069"/>
            </a:xfrm>
            <a:custGeom>
              <a:avLst/>
              <a:gdLst>
                <a:gd name="connsiteX0" fmla="*/ 6464 w 6463"/>
                <a:gd name="connsiteY0" fmla="*/ 2535 h 5069"/>
                <a:gd name="connsiteX1" fmla="*/ 3295 w 6463"/>
                <a:gd name="connsiteY1" fmla="*/ 5069 h 5069"/>
                <a:gd name="connsiteX2" fmla="*/ 0 w 6463"/>
                <a:gd name="connsiteY2" fmla="*/ 2535 h 5069"/>
                <a:gd name="connsiteX3" fmla="*/ 3295 w 6463"/>
                <a:gd name="connsiteY3" fmla="*/ 0 h 5069"/>
                <a:gd name="connsiteX4" fmla="*/ 6464 w 6463"/>
                <a:gd name="connsiteY4" fmla="*/ 2535 h 5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069">
                  <a:moveTo>
                    <a:pt x="6464" y="2535"/>
                  </a:moveTo>
                  <a:lnTo>
                    <a:pt x="3295" y="5069"/>
                  </a:lnTo>
                  <a:lnTo>
                    <a:pt x="0" y="2535"/>
                  </a:lnTo>
                  <a:lnTo>
                    <a:pt x="3295" y="0"/>
                  </a:lnTo>
                  <a:lnTo>
                    <a:pt x="6464" y="253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3" name="Freeform: Shape 3552">
              <a:extLst>
                <a:ext uri="{FF2B5EF4-FFF2-40B4-BE49-F238E27FC236}">
                  <a16:creationId xmlns:a16="http://schemas.microsoft.com/office/drawing/2014/main" id="{247DCE62-37E8-6BB0-635A-286B54144B6A}"/>
                </a:ext>
              </a:extLst>
            </p:cNvPr>
            <p:cNvSpPr/>
            <p:nvPr/>
          </p:nvSpPr>
          <p:spPr>
            <a:xfrm>
              <a:off x="9850934" y="5312675"/>
              <a:ext cx="5322" cy="4308"/>
            </a:xfrm>
            <a:custGeom>
              <a:avLst/>
              <a:gdLst>
                <a:gd name="connsiteX0" fmla="*/ 5323 w 5322"/>
                <a:gd name="connsiteY0" fmla="*/ 2154 h 4308"/>
                <a:gd name="connsiteX1" fmla="*/ 2661 w 5322"/>
                <a:gd name="connsiteY1" fmla="*/ 4309 h 4308"/>
                <a:gd name="connsiteX2" fmla="*/ 0 w 5322"/>
                <a:gd name="connsiteY2" fmla="*/ 2154 h 4308"/>
                <a:gd name="connsiteX3" fmla="*/ 2661 w 5322"/>
                <a:gd name="connsiteY3" fmla="*/ 0 h 4308"/>
                <a:gd name="connsiteX4" fmla="*/ 5323 w 5322"/>
                <a:gd name="connsiteY4" fmla="*/ 2154 h 4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22" h="4308">
                  <a:moveTo>
                    <a:pt x="5323" y="2154"/>
                  </a:moveTo>
                  <a:lnTo>
                    <a:pt x="2661" y="4309"/>
                  </a:lnTo>
                  <a:lnTo>
                    <a:pt x="0" y="2154"/>
                  </a:lnTo>
                  <a:lnTo>
                    <a:pt x="2661" y="0"/>
                  </a:lnTo>
                  <a:lnTo>
                    <a:pt x="5323" y="21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4" name="Freeform: Shape 3553">
              <a:extLst>
                <a:ext uri="{FF2B5EF4-FFF2-40B4-BE49-F238E27FC236}">
                  <a16:creationId xmlns:a16="http://schemas.microsoft.com/office/drawing/2014/main" id="{52D47D47-258D-3BBB-BD20-37AF545BFAE5}"/>
                </a:ext>
              </a:extLst>
            </p:cNvPr>
            <p:cNvSpPr/>
            <p:nvPr/>
          </p:nvSpPr>
          <p:spPr>
            <a:xfrm>
              <a:off x="9778694" y="5399489"/>
              <a:ext cx="5322" cy="4308"/>
            </a:xfrm>
            <a:custGeom>
              <a:avLst/>
              <a:gdLst>
                <a:gd name="connsiteX0" fmla="*/ 5323 w 5322"/>
                <a:gd name="connsiteY0" fmla="*/ 2154 h 4308"/>
                <a:gd name="connsiteX1" fmla="*/ 2661 w 5322"/>
                <a:gd name="connsiteY1" fmla="*/ 4309 h 4308"/>
                <a:gd name="connsiteX2" fmla="*/ 0 w 5322"/>
                <a:gd name="connsiteY2" fmla="*/ 2154 h 4308"/>
                <a:gd name="connsiteX3" fmla="*/ 2661 w 5322"/>
                <a:gd name="connsiteY3" fmla="*/ 0 h 4308"/>
                <a:gd name="connsiteX4" fmla="*/ 5323 w 5322"/>
                <a:gd name="connsiteY4" fmla="*/ 2154 h 4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22" h="4308">
                  <a:moveTo>
                    <a:pt x="5323" y="2154"/>
                  </a:moveTo>
                  <a:lnTo>
                    <a:pt x="2661" y="4309"/>
                  </a:lnTo>
                  <a:lnTo>
                    <a:pt x="0" y="2154"/>
                  </a:lnTo>
                  <a:lnTo>
                    <a:pt x="2661" y="0"/>
                  </a:lnTo>
                  <a:lnTo>
                    <a:pt x="5323" y="21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5" name="Freeform: Shape 3554">
              <a:extLst>
                <a:ext uri="{FF2B5EF4-FFF2-40B4-BE49-F238E27FC236}">
                  <a16:creationId xmlns:a16="http://schemas.microsoft.com/office/drawing/2014/main" id="{15C9B79A-B3F6-19D1-E78D-1B0FB66D5F33}"/>
                </a:ext>
              </a:extLst>
            </p:cNvPr>
            <p:cNvSpPr/>
            <p:nvPr/>
          </p:nvSpPr>
          <p:spPr>
            <a:xfrm>
              <a:off x="9703793" y="5485035"/>
              <a:ext cx="4182" cy="3294"/>
            </a:xfrm>
            <a:custGeom>
              <a:avLst/>
              <a:gdLst>
                <a:gd name="connsiteX0" fmla="*/ 4183 w 4182"/>
                <a:gd name="connsiteY0" fmla="*/ 1647 h 3294"/>
                <a:gd name="connsiteX1" fmla="*/ 2155 w 4182"/>
                <a:gd name="connsiteY1" fmla="*/ 3295 h 3294"/>
                <a:gd name="connsiteX2" fmla="*/ 0 w 4182"/>
                <a:gd name="connsiteY2" fmla="*/ 1647 h 3294"/>
                <a:gd name="connsiteX3" fmla="*/ 2155 w 4182"/>
                <a:gd name="connsiteY3" fmla="*/ 0 h 3294"/>
                <a:gd name="connsiteX4" fmla="*/ 4183 w 4182"/>
                <a:gd name="connsiteY4" fmla="*/ 1647 h 3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2" h="3294">
                  <a:moveTo>
                    <a:pt x="4183" y="1647"/>
                  </a:moveTo>
                  <a:lnTo>
                    <a:pt x="2155" y="3295"/>
                  </a:lnTo>
                  <a:lnTo>
                    <a:pt x="0" y="1647"/>
                  </a:lnTo>
                  <a:lnTo>
                    <a:pt x="2155" y="0"/>
                  </a:lnTo>
                  <a:lnTo>
                    <a:pt x="4183" y="164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6" name="Freeform: Shape 3555">
              <a:extLst>
                <a:ext uri="{FF2B5EF4-FFF2-40B4-BE49-F238E27FC236}">
                  <a16:creationId xmlns:a16="http://schemas.microsoft.com/office/drawing/2014/main" id="{E5484D14-9795-F3F5-C16B-0123FA92F23E}"/>
                </a:ext>
              </a:extLst>
            </p:cNvPr>
            <p:cNvSpPr/>
            <p:nvPr/>
          </p:nvSpPr>
          <p:spPr>
            <a:xfrm>
              <a:off x="9625470" y="5568428"/>
              <a:ext cx="3548" cy="2788"/>
            </a:xfrm>
            <a:custGeom>
              <a:avLst/>
              <a:gdLst>
                <a:gd name="connsiteX0" fmla="*/ 3549 w 3548"/>
                <a:gd name="connsiteY0" fmla="*/ 1394 h 2788"/>
                <a:gd name="connsiteX1" fmla="*/ 1774 w 3548"/>
                <a:gd name="connsiteY1" fmla="*/ 2788 h 2788"/>
                <a:gd name="connsiteX2" fmla="*/ 0 w 3548"/>
                <a:gd name="connsiteY2" fmla="*/ 1394 h 2788"/>
                <a:gd name="connsiteX3" fmla="*/ 1774 w 3548"/>
                <a:gd name="connsiteY3" fmla="*/ 0 h 2788"/>
                <a:gd name="connsiteX4" fmla="*/ 3549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9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9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7" name="Freeform: Shape 3556">
              <a:extLst>
                <a:ext uri="{FF2B5EF4-FFF2-40B4-BE49-F238E27FC236}">
                  <a16:creationId xmlns:a16="http://schemas.microsoft.com/office/drawing/2014/main" id="{2FB3E584-8357-FAD4-96D1-E3B102A30BA3}"/>
                </a:ext>
              </a:extLst>
            </p:cNvPr>
            <p:cNvSpPr/>
            <p:nvPr/>
          </p:nvSpPr>
          <p:spPr>
            <a:xfrm>
              <a:off x="9544360" y="5650172"/>
              <a:ext cx="2408" cy="1900"/>
            </a:xfrm>
            <a:custGeom>
              <a:avLst/>
              <a:gdLst>
                <a:gd name="connsiteX0" fmla="*/ 2408 w 2408"/>
                <a:gd name="connsiteY0" fmla="*/ 1014 h 1900"/>
                <a:gd name="connsiteX1" fmla="*/ 1140 w 2408"/>
                <a:gd name="connsiteY1" fmla="*/ 1901 h 1900"/>
                <a:gd name="connsiteX2" fmla="*/ 0 w 2408"/>
                <a:gd name="connsiteY2" fmla="*/ 1014 h 1900"/>
                <a:gd name="connsiteX3" fmla="*/ 1140 w 2408"/>
                <a:gd name="connsiteY3" fmla="*/ 0 h 1900"/>
                <a:gd name="connsiteX4" fmla="*/ 2408 w 2408"/>
                <a:gd name="connsiteY4" fmla="*/ 1014 h 1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8" h="1900">
                  <a:moveTo>
                    <a:pt x="2408" y="1014"/>
                  </a:moveTo>
                  <a:lnTo>
                    <a:pt x="1140" y="1901"/>
                  </a:lnTo>
                  <a:lnTo>
                    <a:pt x="0" y="1014"/>
                  </a:lnTo>
                  <a:lnTo>
                    <a:pt x="1140" y="0"/>
                  </a:lnTo>
                  <a:lnTo>
                    <a:pt x="2408" y="101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8" name="Freeform: Shape 3557">
              <a:extLst>
                <a:ext uri="{FF2B5EF4-FFF2-40B4-BE49-F238E27FC236}">
                  <a16:creationId xmlns:a16="http://schemas.microsoft.com/office/drawing/2014/main" id="{E1B2F640-F006-0A02-7C34-A8B9CE74FDDF}"/>
                </a:ext>
              </a:extLst>
            </p:cNvPr>
            <p:cNvSpPr/>
            <p:nvPr/>
          </p:nvSpPr>
          <p:spPr>
            <a:xfrm>
              <a:off x="9459953" y="5729889"/>
              <a:ext cx="1393" cy="1140"/>
            </a:xfrm>
            <a:custGeom>
              <a:avLst/>
              <a:gdLst>
                <a:gd name="connsiteX0" fmla="*/ 1394 w 1393"/>
                <a:gd name="connsiteY0" fmla="*/ 634 h 1140"/>
                <a:gd name="connsiteX1" fmla="*/ 760 w 1393"/>
                <a:gd name="connsiteY1" fmla="*/ 1141 h 1140"/>
                <a:gd name="connsiteX2" fmla="*/ 0 w 1393"/>
                <a:gd name="connsiteY2" fmla="*/ 634 h 1140"/>
                <a:gd name="connsiteX3" fmla="*/ 760 w 1393"/>
                <a:gd name="connsiteY3" fmla="*/ 0 h 1140"/>
                <a:gd name="connsiteX4" fmla="*/ 1394 w 1393"/>
                <a:gd name="connsiteY4" fmla="*/ 634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3" h="1140">
                  <a:moveTo>
                    <a:pt x="1394" y="634"/>
                  </a:moveTo>
                  <a:lnTo>
                    <a:pt x="760" y="1141"/>
                  </a:lnTo>
                  <a:lnTo>
                    <a:pt x="0" y="634"/>
                  </a:lnTo>
                  <a:lnTo>
                    <a:pt x="760" y="0"/>
                  </a:lnTo>
                  <a:lnTo>
                    <a:pt x="1394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9" name="Freeform: Shape 3558">
              <a:extLst>
                <a:ext uri="{FF2B5EF4-FFF2-40B4-BE49-F238E27FC236}">
                  <a16:creationId xmlns:a16="http://schemas.microsoft.com/office/drawing/2014/main" id="{6FBA40AA-5E78-C799-B61E-FF9408823230}"/>
                </a:ext>
              </a:extLst>
            </p:cNvPr>
            <p:cNvSpPr/>
            <p:nvPr/>
          </p:nvSpPr>
          <p:spPr>
            <a:xfrm>
              <a:off x="9372252" y="5807198"/>
              <a:ext cx="1393" cy="1140"/>
            </a:xfrm>
            <a:custGeom>
              <a:avLst/>
              <a:gdLst>
                <a:gd name="connsiteX0" fmla="*/ 1394 w 1393"/>
                <a:gd name="connsiteY0" fmla="*/ 507 h 1140"/>
                <a:gd name="connsiteX1" fmla="*/ 760 w 1393"/>
                <a:gd name="connsiteY1" fmla="*/ 1141 h 1140"/>
                <a:gd name="connsiteX2" fmla="*/ 0 w 1393"/>
                <a:gd name="connsiteY2" fmla="*/ 507 h 1140"/>
                <a:gd name="connsiteX3" fmla="*/ 760 w 1393"/>
                <a:gd name="connsiteY3" fmla="*/ 0 h 1140"/>
                <a:gd name="connsiteX4" fmla="*/ 1394 w 1393"/>
                <a:gd name="connsiteY4" fmla="*/ 507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3" h="1140">
                  <a:moveTo>
                    <a:pt x="1394" y="507"/>
                  </a:moveTo>
                  <a:lnTo>
                    <a:pt x="760" y="1141"/>
                  </a:lnTo>
                  <a:lnTo>
                    <a:pt x="0" y="507"/>
                  </a:lnTo>
                  <a:lnTo>
                    <a:pt x="760" y="0"/>
                  </a:lnTo>
                  <a:lnTo>
                    <a:pt x="1394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0" name="Freeform: Shape 3559">
              <a:extLst>
                <a:ext uri="{FF2B5EF4-FFF2-40B4-BE49-F238E27FC236}">
                  <a16:creationId xmlns:a16="http://schemas.microsoft.com/office/drawing/2014/main" id="{A89E0D24-04B9-FA13-55C7-20266A951E76}"/>
                </a:ext>
              </a:extLst>
            </p:cNvPr>
            <p:cNvSpPr/>
            <p:nvPr/>
          </p:nvSpPr>
          <p:spPr>
            <a:xfrm>
              <a:off x="9282143" y="5882733"/>
              <a:ext cx="379" cy="380"/>
            </a:xfrm>
            <a:custGeom>
              <a:avLst/>
              <a:gdLst>
                <a:gd name="connsiteX0" fmla="*/ 380 w 379"/>
                <a:gd name="connsiteY0" fmla="*/ 254 h 380"/>
                <a:gd name="connsiteX1" fmla="*/ 253 w 379"/>
                <a:gd name="connsiteY1" fmla="*/ 381 h 380"/>
                <a:gd name="connsiteX2" fmla="*/ 0 w 379"/>
                <a:gd name="connsiteY2" fmla="*/ 254 h 380"/>
                <a:gd name="connsiteX3" fmla="*/ 253 w 379"/>
                <a:gd name="connsiteY3" fmla="*/ 0 h 380"/>
                <a:gd name="connsiteX4" fmla="*/ 380 w 379"/>
                <a:gd name="connsiteY4" fmla="*/ 254 h 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" h="380">
                  <a:moveTo>
                    <a:pt x="380" y="254"/>
                  </a:moveTo>
                  <a:lnTo>
                    <a:pt x="253" y="381"/>
                  </a:lnTo>
                  <a:lnTo>
                    <a:pt x="0" y="254"/>
                  </a:lnTo>
                  <a:lnTo>
                    <a:pt x="253" y="0"/>
                  </a:lnTo>
                  <a:lnTo>
                    <a:pt x="380" y="2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1" name="Freeform: Shape 3560">
              <a:extLst>
                <a:ext uri="{FF2B5EF4-FFF2-40B4-BE49-F238E27FC236}">
                  <a16:creationId xmlns:a16="http://schemas.microsoft.com/office/drawing/2014/main" id="{CF414555-E9B9-16A2-9CE6-309FB9D4F1F7}"/>
                </a:ext>
              </a:extLst>
            </p:cNvPr>
            <p:cNvSpPr/>
            <p:nvPr/>
          </p:nvSpPr>
          <p:spPr>
            <a:xfrm>
              <a:off x="9188739" y="5955733"/>
              <a:ext cx="506" cy="380"/>
            </a:xfrm>
            <a:custGeom>
              <a:avLst/>
              <a:gdLst>
                <a:gd name="connsiteX0" fmla="*/ 507 w 506"/>
                <a:gd name="connsiteY0" fmla="*/ 254 h 380"/>
                <a:gd name="connsiteX1" fmla="*/ 253 w 506"/>
                <a:gd name="connsiteY1" fmla="*/ 380 h 380"/>
                <a:gd name="connsiteX2" fmla="*/ 0 w 506"/>
                <a:gd name="connsiteY2" fmla="*/ 254 h 380"/>
                <a:gd name="connsiteX3" fmla="*/ 253 w 506"/>
                <a:gd name="connsiteY3" fmla="*/ 0 h 380"/>
                <a:gd name="connsiteX4" fmla="*/ 507 w 506"/>
                <a:gd name="connsiteY4" fmla="*/ 254 h 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" h="380">
                  <a:moveTo>
                    <a:pt x="507" y="254"/>
                  </a:moveTo>
                  <a:lnTo>
                    <a:pt x="253" y="380"/>
                  </a:lnTo>
                  <a:lnTo>
                    <a:pt x="0" y="254"/>
                  </a:lnTo>
                  <a:lnTo>
                    <a:pt x="253" y="0"/>
                  </a:lnTo>
                  <a:lnTo>
                    <a:pt x="507" y="2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2" name="Freeform: Shape 3561">
              <a:extLst>
                <a:ext uri="{FF2B5EF4-FFF2-40B4-BE49-F238E27FC236}">
                  <a16:creationId xmlns:a16="http://schemas.microsoft.com/office/drawing/2014/main" id="{1B74F123-0873-9E41-1BDA-B1FAD3C9631D}"/>
                </a:ext>
              </a:extLst>
            </p:cNvPr>
            <p:cNvSpPr/>
            <p:nvPr/>
          </p:nvSpPr>
          <p:spPr>
            <a:xfrm>
              <a:off x="9091785" y="6025818"/>
              <a:ext cx="2154" cy="1647"/>
            </a:xfrm>
            <a:custGeom>
              <a:avLst/>
              <a:gdLst>
                <a:gd name="connsiteX0" fmla="*/ 2154 w 2154"/>
                <a:gd name="connsiteY0" fmla="*/ 760 h 1647"/>
                <a:gd name="connsiteX1" fmla="*/ 1140 w 2154"/>
                <a:gd name="connsiteY1" fmla="*/ 1648 h 1647"/>
                <a:gd name="connsiteX2" fmla="*/ 0 w 2154"/>
                <a:gd name="connsiteY2" fmla="*/ 760 h 1647"/>
                <a:gd name="connsiteX3" fmla="*/ 1140 w 2154"/>
                <a:gd name="connsiteY3" fmla="*/ 0 h 1647"/>
                <a:gd name="connsiteX4" fmla="*/ 2154 w 2154"/>
                <a:gd name="connsiteY4" fmla="*/ 760 h 1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4" h="1647">
                  <a:moveTo>
                    <a:pt x="2154" y="760"/>
                  </a:moveTo>
                  <a:lnTo>
                    <a:pt x="1140" y="1648"/>
                  </a:lnTo>
                  <a:lnTo>
                    <a:pt x="0" y="760"/>
                  </a:lnTo>
                  <a:lnTo>
                    <a:pt x="1140" y="0"/>
                  </a:lnTo>
                  <a:lnTo>
                    <a:pt x="2154" y="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3" name="Freeform: Shape 3562">
              <a:extLst>
                <a:ext uri="{FF2B5EF4-FFF2-40B4-BE49-F238E27FC236}">
                  <a16:creationId xmlns:a16="http://schemas.microsoft.com/office/drawing/2014/main" id="{26BC27E7-F79F-68C8-AC48-1E7E22C01BCE}"/>
                </a:ext>
              </a:extLst>
            </p:cNvPr>
            <p:cNvSpPr/>
            <p:nvPr/>
          </p:nvSpPr>
          <p:spPr>
            <a:xfrm>
              <a:off x="8993058" y="6094255"/>
              <a:ext cx="2154" cy="1647"/>
            </a:xfrm>
            <a:custGeom>
              <a:avLst/>
              <a:gdLst>
                <a:gd name="connsiteX0" fmla="*/ 2154 w 2154"/>
                <a:gd name="connsiteY0" fmla="*/ 887 h 1647"/>
                <a:gd name="connsiteX1" fmla="*/ 1140 w 2154"/>
                <a:gd name="connsiteY1" fmla="*/ 1648 h 1647"/>
                <a:gd name="connsiteX2" fmla="*/ 0 w 2154"/>
                <a:gd name="connsiteY2" fmla="*/ 887 h 1647"/>
                <a:gd name="connsiteX3" fmla="*/ 1140 w 2154"/>
                <a:gd name="connsiteY3" fmla="*/ 0 h 1647"/>
                <a:gd name="connsiteX4" fmla="*/ 2154 w 2154"/>
                <a:gd name="connsiteY4" fmla="*/ 887 h 1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4" h="1647">
                  <a:moveTo>
                    <a:pt x="2154" y="887"/>
                  </a:moveTo>
                  <a:lnTo>
                    <a:pt x="1140" y="1648"/>
                  </a:lnTo>
                  <a:lnTo>
                    <a:pt x="0" y="887"/>
                  </a:lnTo>
                  <a:lnTo>
                    <a:pt x="1140" y="0"/>
                  </a:lnTo>
                  <a:lnTo>
                    <a:pt x="2154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4" name="Freeform: Shape 3563">
              <a:extLst>
                <a:ext uri="{FF2B5EF4-FFF2-40B4-BE49-F238E27FC236}">
                  <a16:creationId xmlns:a16="http://schemas.microsoft.com/office/drawing/2014/main" id="{6B9E5001-F362-DA86-7319-6246670E2BCF}"/>
                </a:ext>
              </a:extLst>
            </p:cNvPr>
            <p:cNvSpPr/>
            <p:nvPr/>
          </p:nvSpPr>
          <p:spPr>
            <a:xfrm>
              <a:off x="8891162" y="6159651"/>
              <a:ext cx="3548" cy="2915"/>
            </a:xfrm>
            <a:custGeom>
              <a:avLst/>
              <a:gdLst>
                <a:gd name="connsiteX0" fmla="*/ 3549 w 3548"/>
                <a:gd name="connsiteY0" fmla="*/ 1521 h 2915"/>
                <a:gd name="connsiteX1" fmla="*/ 1648 w 3548"/>
                <a:gd name="connsiteY1" fmla="*/ 2915 h 2915"/>
                <a:gd name="connsiteX2" fmla="*/ 0 w 3548"/>
                <a:gd name="connsiteY2" fmla="*/ 1521 h 2915"/>
                <a:gd name="connsiteX3" fmla="*/ 1648 w 3548"/>
                <a:gd name="connsiteY3" fmla="*/ 0 h 2915"/>
                <a:gd name="connsiteX4" fmla="*/ 3549 w 3548"/>
                <a:gd name="connsiteY4" fmla="*/ 1521 h 2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915">
                  <a:moveTo>
                    <a:pt x="3549" y="1521"/>
                  </a:moveTo>
                  <a:lnTo>
                    <a:pt x="1648" y="2915"/>
                  </a:lnTo>
                  <a:lnTo>
                    <a:pt x="0" y="1521"/>
                  </a:lnTo>
                  <a:lnTo>
                    <a:pt x="1648" y="0"/>
                  </a:lnTo>
                  <a:lnTo>
                    <a:pt x="3549" y="152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5" name="Freeform: Shape 3564">
              <a:extLst>
                <a:ext uri="{FF2B5EF4-FFF2-40B4-BE49-F238E27FC236}">
                  <a16:creationId xmlns:a16="http://schemas.microsoft.com/office/drawing/2014/main" id="{0B758130-E106-E79A-912C-20B424129655}"/>
                </a:ext>
              </a:extLst>
            </p:cNvPr>
            <p:cNvSpPr/>
            <p:nvPr/>
          </p:nvSpPr>
          <p:spPr>
            <a:xfrm>
              <a:off x="8786605" y="6222765"/>
              <a:ext cx="5069" cy="3928"/>
            </a:xfrm>
            <a:custGeom>
              <a:avLst/>
              <a:gdLst>
                <a:gd name="connsiteX0" fmla="*/ 5070 w 5069"/>
                <a:gd name="connsiteY0" fmla="*/ 2028 h 3928"/>
                <a:gd name="connsiteX1" fmla="*/ 2535 w 5069"/>
                <a:gd name="connsiteY1" fmla="*/ 3929 h 3928"/>
                <a:gd name="connsiteX2" fmla="*/ 0 w 5069"/>
                <a:gd name="connsiteY2" fmla="*/ 2028 h 3928"/>
                <a:gd name="connsiteX3" fmla="*/ 2535 w 5069"/>
                <a:gd name="connsiteY3" fmla="*/ 0 h 3928"/>
                <a:gd name="connsiteX4" fmla="*/ 5070 w 5069"/>
                <a:gd name="connsiteY4" fmla="*/ 2028 h 3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9" h="3928">
                  <a:moveTo>
                    <a:pt x="5070" y="2028"/>
                  </a:moveTo>
                  <a:lnTo>
                    <a:pt x="2535" y="3929"/>
                  </a:lnTo>
                  <a:lnTo>
                    <a:pt x="0" y="2028"/>
                  </a:lnTo>
                  <a:lnTo>
                    <a:pt x="2535" y="0"/>
                  </a:lnTo>
                  <a:lnTo>
                    <a:pt x="5070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6" name="Freeform: Shape 3565">
              <a:extLst>
                <a:ext uri="{FF2B5EF4-FFF2-40B4-BE49-F238E27FC236}">
                  <a16:creationId xmlns:a16="http://schemas.microsoft.com/office/drawing/2014/main" id="{C6E2B07B-3C4A-96C9-7C7B-C41F9C852094}"/>
                </a:ext>
              </a:extLst>
            </p:cNvPr>
            <p:cNvSpPr/>
            <p:nvPr/>
          </p:nvSpPr>
          <p:spPr>
            <a:xfrm>
              <a:off x="8680273" y="6283598"/>
              <a:ext cx="5576" cy="4562"/>
            </a:xfrm>
            <a:custGeom>
              <a:avLst/>
              <a:gdLst>
                <a:gd name="connsiteX0" fmla="*/ 5576 w 5576"/>
                <a:gd name="connsiteY0" fmla="*/ 2282 h 4562"/>
                <a:gd name="connsiteX1" fmla="*/ 2789 w 5576"/>
                <a:gd name="connsiteY1" fmla="*/ 4563 h 4562"/>
                <a:gd name="connsiteX2" fmla="*/ 0 w 5576"/>
                <a:gd name="connsiteY2" fmla="*/ 2282 h 4562"/>
                <a:gd name="connsiteX3" fmla="*/ 2789 w 5576"/>
                <a:gd name="connsiteY3" fmla="*/ 0 h 4562"/>
                <a:gd name="connsiteX4" fmla="*/ 5576 w 5576"/>
                <a:gd name="connsiteY4" fmla="*/ 2282 h 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6" h="4562">
                  <a:moveTo>
                    <a:pt x="5576" y="2282"/>
                  </a:moveTo>
                  <a:lnTo>
                    <a:pt x="2789" y="4563"/>
                  </a:lnTo>
                  <a:lnTo>
                    <a:pt x="0" y="2282"/>
                  </a:lnTo>
                  <a:lnTo>
                    <a:pt x="2789" y="0"/>
                  </a:lnTo>
                  <a:lnTo>
                    <a:pt x="5576" y="22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7" name="Freeform: Shape 3566">
              <a:extLst>
                <a:ext uri="{FF2B5EF4-FFF2-40B4-BE49-F238E27FC236}">
                  <a16:creationId xmlns:a16="http://schemas.microsoft.com/office/drawing/2014/main" id="{FE5F3415-EBAD-E1A0-8118-235487EE87D1}"/>
                </a:ext>
              </a:extLst>
            </p:cNvPr>
            <p:cNvSpPr/>
            <p:nvPr/>
          </p:nvSpPr>
          <p:spPr>
            <a:xfrm>
              <a:off x="8571154" y="6341517"/>
              <a:ext cx="7224" cy="5829"/>
            </a:xfrm>
            <a:custGeom>
              <a:avLst/>
              <a:gdLst>
                <a:gd name="connsiteX0" fmla="*/ 7224 w 7224"/>
                <a:gd name="connsiteY0" fmla="*/ 2915 h 5829"/>
                <a:gd name="connsiteX1" fmla="*/ 3676 w 7224"/>
                <a:gd name="connsiteY1" fmla="*/ 5830 h 5829"/>
                <a:gd name="connsiteX2" fmla="*/ 0 w 7224"/>
                <a:gd name="connsiteY2" fmla="*/ 2915 h 5829"/>
                <a:gd name="connsiteX3" fmla="*/ 3676 w 7224"/>
                <a:gd name="connsiteY3" fmla="*/ 0 h 5829"/>
                <a:gd name="connsiteX4" fmla="*/ 7224 w 7224"/>
                <a:gd name="connsiteY4" fmla="*/ 2915 h 5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24" h="5829">
                  <a:moveTo>
                    <a:pt x="7224" y="2915"/>
                  </a:moveTo>
                  <a:lnTo>
                    <a:pt x="3676" y="5830"/>
                  </a:lnTo>
                  <a:lnTo>
                    <a:pt x="0" y="2915"/>
                  </a:lnTo>
                  <a:lnTo>
                    <a:pt x="3676" y="0"/>
                  </a:lnTo>
                  <a:lnTo>
                    <a:pt x="7224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8" name="Freeform: Shape 3567">
              <a:extLst>
                <a:ext uri="{FF2B5EF4-FFF2-40B4-BE49-F238E27FC236}">
                  <a16:creationId xmlns:a16="http://schemas.microsoft.com/office/drawing/2014/main" id="{0CC30EC5-A09B-1AE7-7C7E-32AC7571416D}"/>
                </a:ext>
              </a:extLst>
            </p:cNvPr>
            <p:cNvSpPr/>
            <p:nvPr/>
          </p:nvSpPr>
          <p:spPr>
            <a:xfrm>
              <a:off x="8460260" y="6397154"/>
              <a:ext cx="8111" cy="6463"/>
            </a:xfrm>
            <a:custGeom>
              <a:avLst/>
              <a:gdLst>
                <a:gd name="connsiteX0" fmla="*/ 8111 w 8111"/>
                <a:gd name="connsiteY0" fmla="*/ 3295 h 6463"/>
                <a:gd name="connsiteX1" fmla="*/ 4056 w 8111"/>
                <a:gd name="connsiteY1" fmla="*/ 6463 h 6463"/>
                <a:gd name="connsiteX2" fmla="*/ 0 w 8111"/>
                <a:gd name="connsiteY2" fmla="*/ 3295 h 6463"/>
                <a:gd name="connsiteX3" fmla="*/ 4056 w 8111"/>
                <a:gd name="connsiteY3" fmla="*/ 0 h 6463"/>
                <a:gd name="connsiteX4" fmla="*/ 8111 w 8111"/>
                <a:gd name="connsiteY4" fmla="*/ 3295 h 6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11" h="6463">
                  <a:moveTo>
                    <a:pt x="8111" y="3295"/>
                  </a:moveTo>
                  <a:lnTo>
                    <a:pt x="4056" y="6463"/>
                  </a:lnTo>
                  <a:lnTo>
                    <a:pt x="0" y="3295"/>
                  </a:lnTo>
                  <a:lnTo>
                    <a:pt x="4056" y="0"/>
                  </a:lnTo>
                  <a:lnTo>
                    <a:pt x="8111" y="32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9" name="Freeform: Shape 3568">
              <a:extLst>
                <a:ext uri="{FF2B5EF4-FFF2-40B4-BE49-F238E27FC236}">
                  <a16:creationId xmlns:a16="http://schemas.microsoft.com/office/drawing/2014/main" id="{BA0E2080-3F0E-DADB-AD1E-F8B226BB2D68}"/>
                </a:ext>
              </a:extLst>
            </p:cNvPr>
            <p:cNvSpPr/>
            <p:nvPr/>
          </p:nvSpPr>
          <p:spPr>
            <a:xfrm>
              <a:off x="8347338" y="6450383"/>
              <a:ext cx="8744" cy="6843"/>
            </a:xfrm>
            <a:custGeom>
              <a:avLst/>
              <a:gdLst>
                <a:gd name="connsiteX0" fmla="*/ 8745 w 8744"/>
                <a:gd name="connsiteY0" fmla="*/ 3422 h 6843"/>
                <a:gd name="connsiteX1" fmla="*/ 4435 w 8744"/>
                <a:gd name="connsiteY1" fmla="*/ 6844 h 6843"/>
                <a:gd name="connsiteX2" fmla="*/ 0 w 8744"/>
                <a:gd name="connsiteY2" fmla="*/ 3422 h 6843"/>
                <a:gd name="connsiteX3" fmla="*/ 4435 w 8744"/>
                <a:gd name="connsiteY3" fmla="*/ 0 h 6843"/>
                <a:gd name="connsiteX4" fmla="*/ 8745 w 8744"/>
                <a:gd name="connsiteY4" fmla="*/ 3422 h 6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44" h="6843">
                  <a:moveTo>
                    <a:pt x="8745" y="3422"/>
                  </a:moveTo>
                  <a:lnTo>
                    <a:pt x="4435" y="6844"/>
                  </a:lnTo>
                  <a:lnTo>
                    <a:pt x="0" y="3422"/>
                  </a:lnTo>
                  <a:lnTo>
                    <a:pt x="4435" y="0"/>
                  </a:lnTo>
                  <a:lnTo>
                    <a:pt x="8745" y="342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0" name="Freeform: Shape 3569">
              <a:extLst>
                <a:ext uri="{FF2B5EF4-FFF2-40B4-BE49-F238E27FC236}">
                  <a16:creationId xmlns:a16="http://schemas.microsoft.com/office/drawing/2014/main" id="{2A81B6DF-4A4A-D08A-7EB4-4BCDE4387E0F}"/>
                </a:ext>
              </a:extLst>
            </p:cNvPr>
            <p:cNvSpPr/>
            <p:nvPr/>
          </p:nvSpPr>
          <p:spPr>
            <a:xfrm>
              <a:off x="8232516" y="6500697"/>
              <a:ext cx="9378" cy="7477"/>
            </a:xfrm>
            <a:custGeom>
              <a:avLst/>
              <a:gdLst>
                <a:gd name="connsiteX0" fmla="*/ 9378 w 9378"/>
                <a:gd name="connsiteY0" fmla="*/ 3675 h 7477"/>
                <a:gd name="connsiteX1" fmla="*/ 4689 w 9378"/>
                <a:gd name="connsiteY1" fmla="*/ 7478 h 7477"/>
                <a:gd name="connsiteX2" fmla="*/ 0 w 9378"/>
                <a:gd name="connsiteY2" fmla="*/ 3675 h 7477"/>
                <a:gd name="connsiteX3" fmla="*/ 4689 w 9378"/>
                <a:gd name="connsiteY3" fmla="*/ 0 h 7477"/>
                <a:gd name="connsiteX4" fmla="*/ 9378 w 9378"/>
                <a:gd name="connsiteY4" fmla="*/ 3675 h 7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78" h="7477">
                  <a:moveTo>
                    <a:pt x="9378" y="3675"/>
                  </a:moveTo>
                  <a:lnTo>
                    <a:pt x="4689" y="7478"/>
                  </a:lnTo>
                  <a:lnTo>
                    <a:pt x="0" y="3675"/>
                  </a:lnTo>
                  <a:lnTo>
                    <a:pt x="4689" y="0"/>
                  </a:lnTo>
                  <a:lnTo>
                    <a:pt x="9378" y="367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1" name="Freeform: Shape 3570">
              <a:extLst>
                <a:ext uri="{FF2B5EF4-FFF2-40B4-BE49-F238E27FC236}">
                  <a16:creationId xmlns:a16="http://schemas.microsoft.com/office/drawing/2014/main" id="{B5CF25D4-42C0-21DC-F0E4-635459AD135F}"/>
                </a:ext>
              </a:extLst>
            </p:cNvPr>
            <p:cNvSpPr/>
            <p:nvPr/>
          </p:nvSpPr>
          <p:spPr>
            <a:xfrm>
              <a:off x="8115285" y="6547969"/>
              <a:ext cx="11025" cy="8744"/>
            </a:xfrm>
            <a:custGeom>
              <a:avLst/>
              <a:gdLst>
                <a:gd name="connsiteX0" fmla="*/ 11026 w 11025"/>
                <a:gd name="connsiteY0" fmla="*/ 4309 h 8744"/>
                <a:gd name="connsiteX1" fmla="*/ 5576 w 11025"/>
                <a:gd name="connsiteY1" fmla="*/ 8745 h 8744"/>
                <a:gd name="connsiteX2" fmla="*/ 0 w 11025"/>
                <a:gd name="connsiteY2" fmla="*/ 4309 h 8744"/>
                <a:gd name="connsiteX3" fmla="*/ 5576 w 11025"/>
                <a:gd name="connsiteY3" fmla="*/ 0 h 8744"/>
                <a:gd name="connsiteX4" fmla="*/ 11026 w 11025"/>
                <a:gd name="connsiteY4" fmla="*/ 4309 h 8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25" h="8744">
                  <a:moveTo>
                    <a:pt x="11026" y="4309"/>
                  </a:moveTo>
                  <a:lnTo>
                    <a:pt x="5576" y="8745"/>
                  </a:lnTo>
                  <a:lnTo>
                    <a:pt x="0" y="4309"/>
                  </a:lnTo>
                  <a:lnTo>
                    <a:pt x="5576" y="0"/>
                  </a:lnTo>
                  <a:lnTo>
                    <a:pt x="11026" y="430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2" name="Freeform: Shape 3571">
              <a:extLst>
                <a:ext uri="{FF2B5EF4-FFF2-40B4-BE49-F238E27FC236}">
                  <a16:creationId xmlns:a16="http://schemas.microsoft.com/office/drawing/2014/main" id="{69FFF040-05DF-20C9-B236-A8C92EB4A6C5}"/>
                </a:ext>
              </a:extLst>
            </p:cNvPr>
            <p:cNvSpPr/>
            <p:nvPr/>
          </p:nvSpPr>
          <p:spPr>
            <a:xfrm>
              <a:off x="7996913" y="6592834"/>
              <a:ext cx="11659" cy="9251"/>
            </a:xfrm>
            <a:custGeom>
              <a:avLst/>
              <a:gdLst>
                <a:gd name="connsiteX0" fmla="*/ 11659 w 11659"/>
                <a:gd name="connsiteY0" fmla="*/ 4562 h 9251"/>
                <a:gd name="connsiteX1" fmla="*/ 5830 w 11659"/>
                <a:gd name="connsiteY1" fmla="*/ 9251 h 9251"/>
                <a:gd name="connsiteX2" fmla="*/ 0 w 11659"/>
                <a:gd name="connsiteY2" fmla="*/ 4562 h 9251"/>
                <a:gd name="connsiteX3" fmla="*/ 5830 w 11659"/>
                <a:gd name="connsiteY3" fmla="*/ 0 h 9251"/>
                <a:gd name="connsiteX4" fmla="*/ 11659 w 11659"/>
                <a:gd name="connsiteY4" fmla="*/ 4562 h 9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59" h="9251">
                  <a:moveTo>
                    <a:pt x="11659" y="4562"/>
                  </a:moveTo>
                  <a:lnTo>
                    <a:pt x="5830" y="9251"/>
                  </a:lnTo>
                  <a:lnTo>
                    <a:pt x="0" y="4562"/>
                  </a:lnTo>
                  <a:lnTo>
                    <a:pt x="5830" y="0"/>
                  </a:lnTo>
                  <a:lnTo>
                    <a:pt x="11659" y="456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3" name="Freeform: Shape 3572">
              <a:extLst>
                <a:ext uri="{FF2B5EF4-FFF2-40B4-BE49-F238E27FC236}">
                  <a16:creationId xmlns:a16="http://schemas.microsoft.com/office/drawing/2014/main" id="{89327F8E-C35C-EA2E-DA62-4886D71AA659}"/>
                </a:ext>
              </a:extLst>
            </p:cNvPr>
            <p:cNvSpPr/>
            <p:nvPr/>
          </p:nvSpPr>
          <p:spPr>
            <a:xfrm>
              <a:off x="7876387" y="6634530"/>
              <a:ext cx="13181" cy="10392"/>
            </a:xfrm>
            <a:custGeom>
              <a:avLst/>
              <a:gdLst>
                <a:gd name="connsiteX0" fmla="*/ 13181 w 13181"/>
                <a:gd name="connsiteY0" fmla="*/ 5197 h 10392"/>
                <a:gd name="connsiteX1" fmla="*/ 6591 w 13181"/>
                <a:gd name="connsiteY1" fmla="*/ 10392 h 10392"/>
                <a:gd name="connsiteX2" fmla="*/ 0 w 13181"/>
                <a:gd name="connsiteY2" fmla="*/ 5197 h 10392"/>
                <a:gd name="connsiteX3" fmla="*/ 6591 w 13181"/>
                <a:gd name="connsiteY3" fmla="*/ 0 h 10392"/>
                <a:gd name="connsiteX4" fmla="*/ 13181 w 13181"/>
                <a:gd name="connsiteY4" fmla="*/ 5197 h 1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81" h="10392">
                  <a:moveTo>
                    <a:pt x="13181" y="5197"/>
                  </a:moveTo>
                  <a:lnTo>
                    <a:pt x="6591" y="10392"/>
                  </a:lnTo>
                  <a:lnTo>
                    <a:pt x="0" y="5197"/>
                  </a:lnTo>
                  <a:lnTo>
                    <a:pt x="6591" y="0"/>
                  </a:lnTo>
                  <a:lnTo>
                    <a:pt x="13181" y="519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4" name="Freeform: Shape 3573">
              <a:extLst>
                <a:ext uri="{FF2B5EF4-FFF2-40B4-BE49-F238E27FC236}">
                  <a16:creationId xmlns:a16="http://schemas.microsoft.com/office/drawing/2014/main" id="{836A5D64-8108-4445-3B94-2E340E335408}"/>
                </a:ext>
              </a:extLst>
            </p:cNvPr>
            <p:cNvSpPr/>
            <p:nvPr/>
          </p:nvSpPr>
          <p:spPr>
            <a:xfrm>
              <a:off x="7754848" y="6673692"/>
              <a:ext cx="13686" cy="10899"/>
            </a:xfrm>
            <a:custGeom>
              <a:avLst/>
              <a:gdLst>
                <a:gd name="connsiteX0" fmla="*/ 13687 w 13686"/>
                <a:gd name="connsiteY0" fmla="*/ 5450 h 10899"/>
                <a:gd name="connsiteX1" fmla="*/ 6843 w 13686"/>
                <a:gd name="connsiteY1" fmla="*/ 10899 h 10899"/>
                <a:gd name="connsiteX2" fmla="*/ 0 w 13686"/>
                <a:gd name="connsiteY2" fmla="*/ 5450 h 10899"/>
                <a:gd name="connsiteX3" fmla="*/ 6843 w 13686"/>
                <a:gd name="connsiteY3" fmla="*/ 0 h 10899"/>
                <a:gd name="connsiteX4" fmla="*/ 13687 w 13686"/>
                <a:gd name="connsiteY4" fmla="*/ 5450 h 10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86" h="10899">
                  <a:moveTo>
                    <a:pt x="13687" y="5450"/>
                  </a:moveTo>
                  <a:cubicBezTo>
                    <a:pt x="13687" y="8491"/>
                    <a:pt x="10645" y="10899"/>
                    <a:pt x="6843" y="10899"/>
                  </a:cubicBezTo>
                  <a:cubicBezTo>
                    <a:pt x="3042" y="10899"/>
                    <a:pt x="0" y="8491"/>
                    <a:pt x="0" y="5450"/>
                  </a:cubicBezTo>
                  <a:cubicBezTo>
                    <a:pt x="0" y="2408"/>
                    <a:pt x="3042" y="0"/>
                    <a:pt x="6843" y="0"/>
                  </a:cubicBezTo>
                  <a:cubicBezTo>
                    <a:pt x="10645" y="0"/>
                    <a:pt x="13687" y="2408"/>
                    <a:pt x="13687" y="545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5" name="Freeform: Shape 3574">
              <a:extLst>
                <a:ext uri="{FF2B5EF4-FFF2-40B4-BE49-F238E27FC236}">
                  <a16:creationId xmlns:a16="http://schemas.microsoft.com/office/drawing/2014/main" id="{1C9F8D4E-C2DD-D771-AA01-82BC32C3E3F1}"/>
                </a:ext>
              </a:extLst>
            </p:cNvPr>
            <p:cNvSpPr/>
            <p:nvPr/>
          </p:nvSpPr>
          <p:spPr>
            <a:xfrm>
              <a:off x="7631153" y="6709685"/>
              <a:ext cx="15335" cy="12166"/>
            </a:xfrm>
            <a:custGeom>
              <a:avLst/>
              <a:gdLst>
                <a:gd name="connsiteX0" fmla="*/ 15335 w 15335"/>
                <a:gd name="connsiteY0" fmla="*/ 6084 h 12166"/>
                <a:gd name="connsiteX1" fmla="*/ 7604 w 15335"/>
                <a:gd name="connsiteY1" fmla="*/ 12167 h 12166"/>
                <a:gd name="connsiteX2" fmla="*/ 0 w 15335"/>
                <a:gd name="connsiteY2" fmla="*/ 6084 h 12166"/>
                <a:gd name="connsiteX3" fmla="*/ 7604 w 15335"/>
                <a:gd name="connsiteY3" fmla="*/ 0 h 12166"/>
                <a:gd name="connsiteX4" fmla="*/ 15335 w 15335"/>
                <a:gd name="connsiteY4" fmla="*/ 6084 h 1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35" h="12166">
                  <a:moveTo>
                    <a:pt x="15335" y="6084"/>
                  </a:moveTo>
                  <a:cubicBezTo>
                    <a:pt x="15335" y="9505"/>
                    <a:pt x="11913" y="12167"/>
                    <a:pt x="7604" y="12167"/>
                  </a:cubicBezTo>
                  <a:cubicBezTo>
                    <a:pt x="3295" y="12167"/>
                    <a:pt x="0" y="9505"/>
                    <a:pt x="0" y="6084"/>
                  </a:cubicBezTo>
                  <a:cubicBezTo>
                    <a:pt x="0" y="2662"/>
                    <a:pt x="3422" y="0"/>
                    <a:pt x="7604" y="0"/>
                  </a:cubicBezTo>
                  <a:cubicBezTo>
                    <a:pt x="11786" y="0"/>
                    <a:pt x="15335" y="2662"/>
                    <a:pt x="15335" y="608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6" name="Freeform: Shape 3575">
              <a:extLst>
                <a:ext uri="{FF2B5EF4-FFF2-40B4-BE49-F238E27FC236}">
                  <a16:creationId xmlns:a16="http://schemas.microsoft.com/office/drawing/2014/main" id="{F4BFC3F9-B200-CE09-D061-5D6022AA6222}"/>
                </a:ext>
              </a:extLst>
            </p:cNvPr>
            <p:cNvSpPr/>
            <p:nvPr/>
          </p:nvSpPr>
          <p:spPr>
            <a:xfrm>
              <a:off x="7506699" y="6743016"/>
              <a:ext cx="15968" cy="12673"/>
            </a:xfrm>
            <a:custGeom>
              <a:avLst/>
              <a:gdLst>
                <a:gd name="connsiteX0" fmla="*/ 15969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9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9" y="6337"/>
                  </a:moveTo>
                  <a:cubicBezTo>
                    <a:pt x="15969" y="9886"/>
                    <a:pt x="12420" y="12674"/>
                    <a:pt x="7984" y="12674"/>
                  </a:cubicBezTo>
                  <a:cubicBezTo>
                    <a:pt x="3549" y="12674"/>
                    <a:pt x="0" y="9886"/>
                    <a:pt x="0" y="6337"/>
                  </a:cubicBezTo>
                  <a:cubicBezTo>
                    <a:pt x="0" y="2789"/>
                    <a:pt x="3549" y="0"/>
                    <a:pt x="7984" y="0"/>
                  </a:cubicBezTo>
                  <a:cubicBezTo>
                    <a:pt x="12420" y="0"/>
                    <a:pt x="15969" y="2789"/>
                    <a:pt x="15969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7" name="Freeform: Shape 3576">
              <a:extLst>
                <a:ext uri="{FF2B5EF4-FFF2-40B4-BE49-F238E27FC236}">
                  <a16:creationId xmlns:a16="http://schemas.microsoft.com/office/drawing/2014/main" id="{87167D37-1CCD-6F3E-EC7D-A99653914D22}"/>
                </a:ext>
              </a:extLst>
            </p:cNvPr>
            <p:cNvSpPr/>
            <p:nvPr/>
          </p:nvSpPr>
          <p:spPr>
            <a:xfrm>
              <a:off x="7381104" y="6773433"/>
              <a:ext cx="16728" cy="13180"/>
            </a:xfrm>
            <a:custGeom>
              <a:avLst/>
              <a:gdLst>
                <a:gd name="connsiteX0" fmla="*/ 16728 w 16728"/>
                <a:gd name="connsiteY0" fmla="*/ 6590 h 13180"/>
                <a:gd name="connsiteX1" fmla="*/ 8364 w 16728"/>
                <a:gd name="connsiteY1" fmla="*/ 13180 h 13180"/>
                <a:gd name="connsiteX2" fmla="*/ 0 w 16728"/>
                <a:gd name="connsiteY2" fmla="*/ 6590 h 13180"/>
                <a:gd name="connsiteX3" fmla="*/ 8364 w 16728"/>
                <a:gd name="connsiteY3" fmla="*/ 0 h 13180"/>
                <a:gd name="connsiteX4" fmla="*/ 16728 w 16728"/>
                <a:gd name="connsiteY4" fmla="*/ 6590 h 13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8" h="13180">
                  <a:moveTo>
                    <a:pt x="16728" y="6590"/>
                  </a:moveTo>
                  <a:cubicBezTo>
                    <a:pt x="16728" y="10266"/>
                    <a:pt x="12927" y="13180"/>
                    <a:pt x="8364" y="13180"/>
                  </a:cubicBezTo>
                  <a:cubicBezTo>
                    <a:pt x="3802" y="13180"/>
                    <a:pt x="0" y="10266"/>
                    <a:pt x="0" y="6590"/>
                  </a:cubicBezTo>
                  <a:cubicBezTo>
                    <a:pt x="0" y="2915"/>
                    <a:pt x="3802" y="0"/>
                    <a:pt x="8364" y="0"/>
                  </a:cubicBezTo>
                  <a:cubicBezTo>
                    <a:pt x="12927" y="0"/>
                    <a:pt x="16728" y="2915"/>
                    <a:pt x="16728" y="659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8" name="Freeform: Shape 3577">
              <a:extLst>
                <a:ext uri="{FF2B5EF4-FFF2-40B4-BE49-F238E27FC236}">
                  <a16:creationId xmlns:a16="http://schemas.microsoft.com/office/drawing/2014/main" id="{4FCE7E94-3829-3BBC-D472-21EDC81893CB}"/>
                </a:ext>
              </a:extLst>
            </p:cNvPr>
            <p:cNvSpPr/>
            <p:nvPr/>
          </p:nvSpPr>
          <p:spPr>
            <a:xfrm>
              <a:off x="7253987" y="6800428"/>
              <a:ext cx="18250" cy="14447"/>
            </a:xfrm>
            <a:custGeom>
              <a:avLst/>
              <a:gdLst>
                <a:gd name="connsiteX0" fmla="*/ 18250 w 18250"/>
                <a:gd name="connsiteY0" fmla="*/ 7224 h 14447"/>
                <a:gd name="connsiteX1" fmla="*/ 9125 w 18250"/>
                <a:gd name="connsiteY1" fmla="*/ 14447 h 14447"/>
                <a:gd name="connsiteX2" fmla="*/ 0 w 18250"/>
                <a:gd name="connsiteY2" fmla="*/ 7224 h 14447"/>
                <a:gd name="connsiteX3" fmla="*/ 9125 w 18250"/>
                <a:gd name="connsiteY3" fmla="*/ 0 h 14447"/>
                <a:gd name="connsiteX4" fmla="*/ 18250 w 18250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7">
                  <a:moveTo>
                    <a:pt x="18250" y="7224"/>
                  </a:moveTo>
                  <a:cubicBezTo>
                    <a:pt x="18250" y="11279"/>
                    <a:pt x="14194" y="14447"/>
                    <a:pt x="9125" y="14447"/>
                  </a:cubicBezTo>
                  <a:cubicBezTo>
                    <a:pt x="4056" y="14447"/>
                    <a:pt x="0" y="11153"/>
                    <a:pt x="0" y="7224"/>
                  </a:cubicBezTo>
                  <a:cubicBezTo>
                    <a:pt x="0" y="3295"/>
                    <a:pt x="4056" y="0"/>
                    <a:pt x="9125" y="0"/>
                  </a:cubicBezTo>
                  <a:cubicBezTo>
                    <a:pt x="14194" y="0"/>
                    <a:pt x="18250" y="3168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9" name="Freeform: Shape 3578">
              <a:extLst>
                <a:ext uri="{FF2B5EF4-FFF2-40B4-BE49-F238E27FC236}">
                  <a16:creationId xmlns:a16="http://schemas.microsoft.com/office/drawing/2014/main" id="{FAB7A75B-60F5-CB6B-B332-9E81BF3BF087}"/>
                </a:ext>
              </a:extLst>
            </p:cNvPr>
            <p:cNvSpPr/>
            <p:nvPr/>
          </p:nvSpPr>
          <p:spPr>
            <a:xfrm>
              <a:off x="5173743" y="6820072"/>
              <a:ext cx="23699" cy="4689"/>
            </a:xfrm>
            <a:custGeom>
              <a:avLst/>
              <a:gdLst>
                <a:gd name="connsiteX0" fmla="*/ 11786 w 23699"/>
                <a:gd name="connsiteY0" fmla="*/ 0 h 4689"/>
                <a:gd name="connsiteX1" fmla="*/ 0 w 23699"/>
                <a:gd name="connsiteY1" fmla="*/ 4689 h 4689"/>
                <a:gd name="connsiteX2" fmla="*/ 23700 w 23699"/>
                <a:gd name="connsiteY2" fmla="*/ 4689 h 4689"/>
                <a:gd name="connsiteX3" fmla="*/ 11913 w 23699"/>
                <a:gd name="connsiteY3" fmla="*/ 0 h 4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699" h="4689">
                  <a:moveTo>
                    <a:pt x="11786" y="0"/>
                  </a:moveTo>
                  <a:cubicBezTo>
                    <a:pt x="6970" y="0"/>
                    <a:pt x="2788" y="1901"/>
                    <a:pt x="0" y="4689"/>
                  </a:cubicBezTo>
                  <a:lnTo>
                    <a:pt x="23700" y="4689"/>
                  </a:lnTo>
                  <a:cubicBezTo>
                    <a:pt x="20911" y="1901"/>
                    <a:pt x="16729" y="0"/>
                    <a:pt x="11913" y="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0" name="Freeform: Shape 3579">
              <a:extLst>
                <a:ext uri="{FF2B5EF4-FFF2-40B4-BE49-F238E27FC236}">
                  <a16:creationId xmlns:a16="http://schemas.microsoft.com/office/drawing/2014/main" id="{EA454215-AD3E-26F0-448D-B3B910938081}"/>
                </a:ext>
              </a:extLst>
            </p:cNvPr>
            <p:cNvSpPr/>
            <p:nvPr/>
          </p:nvSpPr>
          <p:spPr>
            <a:xfrm>
              <a:off x="5042317" y="6795231"/>
              <a:ext cx="31430" cy="24840"/>
            </a:xfrm>
            <a:custGeom>
              <a:avLst/>
              <a:gdLst>
                <a:gd name="connsiteX0" fmla="*/ 31431 w 31430"/>
                <a:gd name="connsiteY0" fmla="*/ 12421 h 24840"/>
                <a:gd name="connsiteX1" fmla="*/ 15716 w 31430"/>
                <a:gd name="connsiteY1" fmla="*/ 24841 h 24840"/>
                <a:gd name="connsiteX2" fmla="*/ 0 w 31430"/>
                <a:gd name="connsiteY2" fmla="*/ 12421 h 24840"/>
                <a:gd name="connsiteX3" fmla="*/ 15716 w 31430"/>
                <a:gd name="connsiteY3" fmla="*/ 0 h 24840"/>
                <a:gd name="connsiteX4" fmla="*/ 31431 w 31430"/>
                <a:gd name="connsiteY4" fmla="*/ 12421 h 2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30" h="24840">
                  <a:moveTo>
                    <a:pt x="31431" y="12421"/>
                  </a:moveTo>
                  <a:cubicBezTo>
                    <a:pt x="31431" y="19264"/>
                    <a:pt x="24460" y="24841"/>
                    <a:pt x="15716" y="24841"/>
                  </a:cubicBezTo>
                  <a:cubicBezTo>
                    <a:pt x="6971" y="24841"/>
                    <a:pt x="0" y="19264"/>
                    <a:pt x="0" y="12421"/>
                  </a:cubicBezTo>
                  <a:cubicBezTo>
                    <a:pt x="0" y="5576"/>
                    <a:pt x="7098" y="0"/>
                    <a:pt x="15716" y="0"/>
                  </a:cubicBezTo>
                  <a:cubicBezTo>
                    <a:pt x="24333" y="0"/>
                    <a:pt x="31431" y="5576"/>
                    <a:pt x="31431" y="1242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1" name="Freeform: Shape 3580">
              <a:extLst>
                <a:ext uri="{FF2B5EF4-FFF2-40B4-BE49-F238E27FC236}">
                  <a16:creationId xmlns:a16="http://schemas.microsoft.com/office/drawing/2014/main" id="{55CEC82E-CC7A-0CE8-128A-228089197B51}"/>
                </a:ext>
              </a:extLst>
            </p:cNvPr>
            <p:cNvSpPr/>
            <p:nvPr/>
          </p:nvSpPr>
          <p:spPr>
            <a:xfrm>
              <a:off x="4915962" y="6767603"/>
              <a:ext cx="31430" cy="24840"/>
            </a:xfrm>
            <a:custGeom>
              <a:avLst/>
              <a:gdLst>
                <a:gd name="connsiteX0" fmla="*/ 31430 w 31430"/>
                <a:gd name="connsiteY0" fmla="*/ 12420 h 24840"/>
                <a:gd name="connsiteX1" fmla="*/ 15715 w 31430"/>
                <a:gd name="connsiteY1" fmla="*/ 24841 h 24840"/>
                <a:gd name="connsiteX2" fmla="*/ 0 w 31430"/>
                <a:gd name="connsiteY2" fmla="*/ 12420 h 24840"/>
                <a:gd name="connsiteX3" fmla="*/ 15715 w 31430"/>
                <a:gd name="connsiteY3" fmla="*/ 0 h 24840"/>
                <a:gd name="connsiteX4" fmla="*/ 31430 w 31430"/>
                <a:gd name="connsiteY4" fmla="*/ 12420 h 2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30" h="24840">
                  <a:moveTo>
                    <a:pt x="31430" y="12420"/>
                  </a:moveTo>
                  <a:cubicBezTo>
                    <a:pt x="31430" y="19264"/>
                    <a:pt x="24460" y="24841"/>
                    <a:pt x="15715" y="24841"/>
                  </a:cubicBezTo>
                  <a:cubicBezTo>
                    <a:pt x="6970" y="24841"/>
                    <a:pt x="0" y="19264"/>
                    <a:pt x="0" y="12420"/>
                  </a:cubicBezTo>
                  <a:cubicBezTo>
                    <a:pt x="0" y="5576"/>
                    <a:pt x="7097" y="0"/>
                    <a:pt x="15715" y="0"/>
                  </a:cubicBezTo>
                  <a:cubicBezTo>
                    <a:pt x="24333" y="0"/>
                    <a:pt x="31430" y="5576"/>
                    <a:pt x="31430" y="1242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2" name="Freeform: Shape 3581">
              <a:extLst>
                <a:ext uri="{FF2B5EF4-FFF2-40B4-BE49-F238E27FC236}">
                  <a16:creationId xmlns:a16="http://schemas.microsoft.com/office/drawing/2014/main" id="{C94A7AC0-388C-3CBA-02FA-810FA98B6F80}"/>
                </a:ext>
              </a:extLst>
            </p:cNvPr>
            <p:cNvSpPr/>
            <p:nvPr/>
          </p:nvSpPr>
          <p:spPr>
            <a:xfrm>
              <a:off x="4790493" y="6736679"/>
              <a:ext cx="31937" cy="25347"/>
            </a:xfrm>
            <a:custGeom>
              <a:avLst/>
              <a:gdLst>
                <a:gd name="connsiteX0" fmla="*/ 31938 w 31937"/>
                <a:gd name="connsiteY0" fmla="*/ 12674 h 25347"/>
                <a:gd name="connsiteX1" fmla="*/ 15969 w 31937"/>
                <a:gd name="connsiteY1" fmla="*/ 25347 h 25347"/>
                <a:gd name="connsiteX2" fmla="*/ 0 w 31937"/>
                <a:gd name="connsiteY2" fmla="*/ 12674 h 25347"/>
                <a:gd name="connsiteX3" fmla="*/ 15969 w 31937"/>
                <a:gd name="connsiteY3" fmla="*/ 0 h 25347"/>
                <a:gd name="connsiteX4" fmla="*/ 31938 w 31937"/>
                <a:gd name="connsiteY4" fmla="*/ 12674 h 25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937" h="25347">
                  <a:moveTo>
                    <a:pt x="31938" y="12674"/>
                  </a:moveTo>
                  <a:cubicBezTo>
                    <a:pt x="31938" y="19644"/>
                    <a:pt x="24841" y="25347"/>
                    <a:pt x="15969" y="25347"/>
                  </a:cubicBezTo>
                  <a:cubicBezTo>
                    <a:pt x="7097" y="25347"/>
                    <a:pt x="0" y="19644"/>
                    <a:pt x="0" y="12674"/>
                  </a:cubicBezTo>
                  <a:cubicBezTo>
                    <a:pt x="0" y="5703"/>
                    <a:pt x="7224" y="0"/>
                    <a:pt x="15969" y="0"/>
                  </a:cubicBezTo>
                  <a:cubicBezTo>
                    <a:pt x="24714" y="0"/>
                    <a:pt x="31938" y="5703"/>
                    <a:pt x="31938" y="1267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3" name="Freeform: Shape 3582">
              <a:extLst>
                <a:ext uri="{FF2B5EF4-FFF2-40B4-BE49-F238E27FC236}">
                  <a16:creationId xmlns:a16="http://schemas.microsoft.com/office/drawing/2014/main" id="{01D29FF2-0407-4B09-7F56-C17BD975AF3B}"/>
                </a:ext>
              </a:extLst>
            </p:cNvPr>
            <p:cNvSpPr/>
            <p:nvPr/>
          </p:nvSpPr>
          <p:spPr>
            <a:xfrm>
              <a:off x="4666039" y="6702714"/>
              <a:ext cx="32697" cy="26107"/>
            </a:xfrm>
            <a:custGeom>
              <a:avLst/>
              <a:gdLst>
                <a:gd name="connsiteX0" fmla="*/ 32698 w 32697"/>
                <a:gd name="connsiteY0" fmla="*/ 13054 h 26107"/>
                <a:gd name="connsiteX1" fmla="*/ 16349 w 32697"/>
                <a:gd name="connsiteY1" fmla="*/ 26108 h 26107"/>
                <a:gd name="connsiteX2" fmla="*/ 0 w 32697"/>
                <a:gd name="connsiteY2" fmla="*/ 13054 h 26107"/>
                <a:gd name="connsiteX3" fmla="*/ 16349 w 32697"/>
                <a:gd name="connsiteY3" fmla="*/ 0 h 26107"/>
                <a:gd name="connsiteX4" fmla="*/ 32698 w 32697"/>
                <a:gd name="connsiteY4" fmla="*/ 13054 h 2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97" h="26107">
                  <a:moveTo>
                    <a:pt x="32698" y="13054"/>
                  </a:moveTo>
                  <a:cubicBezTo>
                    <a:pt x="32698" y="20277"/>
                    <a:pt x="25347" y="26108"/>
                    <a:pt x="16349" y="26108"/>
                  </a:cubicBezTo>
                  <a:cubicBezTo>
                    <a:pt x="7351" y="26108"/>
                    <a:pt x="0" y="20277"/>
                    <a:pt x="0" y="13054"/>
                  </a:cubicBezTo>
                  <a:cubicBezTo>
                    <a:pt x="0" y="5830"/>
                    <a:pt x="7351" y="0"/>
                    <a:pt x="16349" y="0"/>
                  </a:cubicBezTo>
                  <a:cubicBezTo>
                    <a:pt x="25347" y="0"/>
                    <a:pt x="32698" y="5830"/>
                    <a:pt x="32698" y="1305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4" name="Freeform: Shape 3583">
              <a:extLst>
                <a:ext uri="{FF2B5EF4-FFF2-40B4-BE49-F238E27FC236}">
                  <a16:creationId xmlns:a16="http://schemas.microsoft.com/office/drawing/2014/main" id="{C0ECC6D8-8955-697D-8061-B19B634F97AF}"/>
                </a:ext>
              </a:extLst>
            </p:cNvPr>
            <p:cNvSpPr/>
            <p:nvPr/>
          </p:nvSpPr>
          <p:spPr>
            <a:xfrm>
              <a:off x="4543358" y="6666087"/>
              <a:ext cx="32698" cy="26107"/>
            </a:xfrm>
            <a:custGeom>
              <a:avLst/>
              <a:gdLst>
                <a:gd name="connsiteX0" fmla="*/ 32698 w 32698"/>
                <a:gd name="connsiteY0" fmla="*/ 13054 h 26107"/>
                <a:gd name="connsiteX1" fmla="*/ 16349 w 32698"/>
                <a:gd name="connsiteY1" fmla="*/ 26108 h 26107"/>
                <a:gd name="connsiteX2" fmla="*/ 0 w 32698"/>
                <a:gd name="connsiteY2" fmla="*/ 13054 h 26107"/>
                <a:gd name="connsiteX3" fmla="*/ 16349 w 32698"/>
                <a:gd name="connsiteY3" fmla="*/ 0 h 26107"/>
                <a:gd name="connsiteX4" fmla="*/ 32698 w 32698"/>
                <a:gd name="connsiteY4" fmla="*/ 13054 h 2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98" h="26107">
                  <a:moveTo>
                    <a:pt x="32698" y="13054"/>
                  </a:moveTo>
                  <a:cubicBezTo>
                    <a:pt x="32698" y="20278"/>
                    <a:pt x="25347" y="26108"/>
                    <a:pt x="16349" y="26108"/>
                  </a:cubicBezTo>
                  <a:cubicBezTo>
                    <a:pt x="7351" y="26108"/>
                    <a:pt x="0" y="20278"/>
                    <a:pt x="0" y="13054"/>
                  </a:cubicBezTo>
                  <a:cubicBezTo>
                    <a:pt x="0" y="5830"/>
                    <a:pt x="7351" y="0"/>
                    <a:pt x="16349" y="0"/>
                  </a:cubicBezTo>
                  <a:cubicBezTo>
                    <a:pt x="25347" y="0"/>
                    <a:pt x="32698" y="5830"/>
                    <a:pt x="32698" y="1305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5" name="Freeform: Shape 3584">
              <a:extLst>
                <a:ext uri="{FF2B5EF4-FFF2-40B4-BE49-F238E27FC236}">
                  <a16:creationId xmlns:a16="http://schemas.microsoft.com/office/drawing/2014/main" id="{2E614D6E-A33C-5ADF-D0C2-8955768FFAF4}"/>
                </a:ext>
              </a:extLst>
            </p:cNvPr>
            <p:cNvSpPr/>
            <p:nvPr/>
          </p:nvSpPr>
          <p:spPr>
            <a:xfrm>
              <a:off x="4421438" y="6626419"/>
              <a:ext cx="33584" cy="26615"/>
            </a:xfrm>
            <a:custGeom>
              <a:avLst/>
              <a:gdLst>
                <a:gd name="connsiteX0" fmla="*/ 33585 w 33584"/>
                <a:gd name="connsiteY0" fmla="*/ 13308 h 26615"/>
                <a:gd name="connsiteX1" fmla="*/ 16729 w 33584"/>
                <a:gd name="connsiteY1" fmla="*/ 26615 h 26615"/>
                <a:gd name="connsiteX2" fmla="*/ 0 w 33584"/>
                <a:gd name="connsiteY2" fmla="*/ 13308 h 26615"/>
                <a:gd name="connsiteX3" fmla="*/ 16729 w 33584"/>
                <a:gd name="connsiteY3" fmla="*/ 0 h 26615"/>
                <a:gd name="connsiteX4" fmla="*/ 33585 w 33584"/>
                <a:gd name="connsiteY4" fmla="*/ 13308 h 26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84" h="26615">
                  <a:moveTo>
                    <a:pt x="33585" y="13308"/>
                  </a:moveTo>
                  <a:cubicBezTo>
                    <a:pt x="33585" y="20658"/>
                    <a:pt x="26108" y="26615"/>
                    <a:pt x="16729" y="26615"/>
                  </a:cubicBezTo>
                  <a:cubicBezTo>
                    <a:pt x="7351" y="26615"/>
                    <a:pt x="0" y="20658"/>
                    <a:pt x="0" y="13308"/>
                  </a:cubicBezTo>
                  <a:cubicBezTo>
                    <a:pt x="0" y="5957"/>
                    <a:pt x="7477" y="0"/>
                    <a:pt x="16729" y="0"/>
                  </a:cubicBezTo>
                  <a:cubicBezTo>
                    <a:pt x="25981" y="0"/>
                    <a:pt x="33585" y="5957"/>
                    <a:pt x="33585" y="1330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6" name="Freeform: Shape 3585">
              <a:extLst>
                <a:ext uri="{FF2B5EF4-FFF2-40B4-BE49-F238E27FC236}">
                  <a16:creationId xmlns:a16="http://schemas.microsoft.com/office/drawing/2014/main" id="{141D95F6-B551-7038-427C-0093A071816B}"/>
                </a:ext>
              </a:extLst>
            </p:cNvPr>
            <p:cNvSpPr/>
            <p:nvPr/>
          </p:nvSpPr>
          <p:spPr>
            <a:xfrm>
              <a:off x="4301673" y="6584090"/>
              <a:ext cx="33584" cy="26614"/>
            </a:xfrm>
            <a:custGeom>
              <a:avLst/>
              <a:gdLst>
                <a:gd name="connsiteX0" fmla="*/ 33585 w 33584"/>
                <a:gd name="connsiteY0" fmla="*/ 13307 h 26614"/>
                <a:gd name="connsiteX1" fmla="*/ 16729 w 33584"/>
                <a:gd name="connsiteY1" fmla="*/ 26614 h 26614"/>
                <a:gd name="connsiteX2" fmla="*/ 0 w 33584"/>
                <a:gd name="connsiteY2" fmla="*/ 13307 h 26614"/>
                <a:gd name="connsiteX3" fmla="*/ 16729 w 33584"/>
                <a:gd name="connsiteY3" fmla="*/ 0 h 26614"/>
                <a:gd name="connsiteX4" fmla="*/ 33585 w 33584"/>
                <a:gd name="connsiteY4" fmla="*/ 13307 h 26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84" h="26614">
                  <a:moveTo>
                    <a:pt x="33585" y="13307"/>
                  </a:moveTo>
                  <a:cubicBezTo>
                    <a:pt x="33585" y="20658"/>
                    <a:pt x="26108" y="26614"/>
                    <a:pt x="16729" y="26614"/>
                  </a:cubicBezTo>
                  <a:cubicBezTo>
                    <a:pt x="7351" y="26614"/>
                    <a:pt x="0" y="20658"/>
                    <a:pt x="0" y="13307"/>
                  </a:cubicBezTo>
                  <a:cubicBezTo>
                    <a:pt x="0" y="5956"/>
                    <a:pt x="7477" y="0"/>
                    <a:pt x="16729" y="0"/>
                  </a:cubicBezTo>
                  <a:cubicBezTo>
                    <a:pt x="25981" y="0"/>
                    <a:pt x="33585" y="5956"/>
                    <a:pt x="33585" y="1330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7" name="Freeform: Shape 3586">
              <a:extLst>
                <a:ext uri="{FF2B5EF4-FFF2-40B4-BE49-F238E27FC236}">
                  <a16:creationId xmlns:a16="http://schemas.microsoft.com/office/drawing/2014/main" id="{84FB3DEC-A321-AF0D-41C8-9E22DD37FC78}"/>
                </a:ext>
              </a:extLst>
            </p:cNvPr>
            <p:cNvSpPr/>
            <p:nvPr/>
          </p:nvSpPr>
          <p:spPr>
            <a:xfrm>
              <a:off x="4183301" y="6538718"/>
              <a:ext cx="34218" cy="27121"/>
            </a:xfrm>
            <a:custGeom>
              <a:avLst/>
              <a:gdLst>
                <a:gd name="connsiteX0" fmla="*/ 34219 w 34218"/>
                <a:gd name="connsiteY0" fmla="*/ 13561 h 27121"/>
                <a:gd name="connsiteX1" fmla="*/ 17109 w 34218"/>
                <a:gd name="connsiteY1" fmla="*/ 27122 h 27121"/>
                <a:gd name="connsiteX2" fmla="*/ 0 w 34218"/>
                <a:gd name="connsiteY2" fmla="*/ 13561 h 27121"/>
                <a:gd name="connsiteX3" fmla="*/ 17109 w 34218"/>
                <a:gd name="connsiteY3" fmla="*/ 0 h 27121"/>
                <a:gd name="connsiteX4" fmla="*/ 34219 w 34218"/>
                <a:gd name="connsiteY4" fmla="*/ 13561 h 27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218" h="27121">
                  <a:moveTo>
                    <a:pt x="34219" y="13561"/>
                  </a:moveTo>
                  <a:cubicBezTo>
                    <a:pt x="34219" y="21039"/>
                    <a:pt x="26615" y="27122"/>
                    <a:pt x="17109" y="27122"/>
                  </a:cubicBezTo>
                  <a:cubicBezTo>
                    <a:pt x="7604" y="27122"/>
                    <a:pt x="0" y="21039"/>
                    <a:pt x="0" y="13561"/>
                  </a:cubicBezTo>
                  <a:cubicBezTo>
                    <a:pt x="0" y="6083"/>
                    <a:pt x="7604" y="0"/>
                    <a:pt x="17109" y="0"/>
                  </a:cubicBezTo>
                  <a:cubicBezTo>
                    <a:pt x="26615" y="0"/>
                    <a:pt x="34219" y="6083"/>
                    <a:pt x="34219" y="1356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8" name="Freeform: Shape 3587">
              <a:extLst>
                <a:ext uri="{FF2B5EF4-FFF2-40B4-BE49-F238E27FC236}">
                  <a16:creationId xmlns:a16="http://schemas.microsoft.com/office/drawing/2014/main" id="{57BDA443-8840-16B0-05D9-EAE3D14B8F34}"/>
                </a:ext>
              </a:extLst>
            </p:cNvPr>
            <p:cNvSpPr/>
            <p:nvPr/>
          </p:nvSpPr>
          <p:spPr>
            <a:xfrm>
              <a:off x="4066831" y="6490812"/>
              <a:ext cx="34218" cy="27120"/>
            </a:xfrm>
            <a:custGeom>
              <a:avLst/>
              <a:gdLst>
                <a:gd name="connsiteX0" fmla="*/ 34218 w 34218"/>
                <a:gd name="connsiteY0" fmla="*/ 13560 h 27120"/>
                <a:gd name="connsiteX1" fmla="*/ 17109 w 34218"/>
                <a:gd name="connsiteY1" fmla="*/ 27121 h 27120"/>
                <a:gd name="connsiteX2" fmla="*/ 0 w 34218"/>
                <a:gd name="connsiteY2" fmla="*/ 13560 h 27120"/>
                <a:gd name="connsiteX3" fmla="*/ 17109 w 34218"/>
                <a:gd name="connsiteY3" fmla="*/ 0 h 27120"/>
                <a:gd name="connsiteX4" fmla="*/ 34218 w 34218"/>
                <a:gd name="connsiteY4" fmla="*/ 13560 h 27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218" h="27120">
                  <a:moveTo>
                    <a:pt x="34218" y="13560"/>
                  </a:moveTo>
                  <a:cubicBezTo>
                    <a:pt x="34218" y="21038"/>
                    <a:pt x="26614" y="27121"/>
                    <a:pt x="17109" y="27121"/>
                  </a:cubicBezTo>
                  <a:cubicBezTo>
                    <a:pt x="7604" y="27121"/>
                    <a:pt x="0" y="21038"/>
                    <a:pt x="0" y="13560"/>
                  </a:cubicBezTo>
                  <a:cubicBezTo>
                    <a:pt x="0" y="6083"/>
                    <a:pt x="7604" y="0"/>
                    <a:pt x="17109" y="0"/>
                  </a:cubicBezTo>
                  <a:cubicBezTo>
                    <a:pt x="26614" y="0"/>
                    <a:pt x="34218" y="6083"/>
                    <a:pt x="34218" y="1356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9" name="Freeform: Shape 3588">
              <a:extLst>
                <a:ext uri="{FF2B5EF4-FFF2-40B4-BE49-F238E27FC236}">
                  <a16:creationId xmlns:a16="http://schemas.microsoft.com/office/drawing/2014/main" id="{380E3BD3-FBBD-0931-F037-39BBA208BA00}"/>
                </a:ext>
              </a:extLst>
            </p:cNvPr>
            <p:cNvSpPr/>
            <p:nvPr/>
          </p:nvSpPr>
          <p:spPr>
            <a:xfrm>
              <a:off x="3952008" y="6439864"/>
              <a:ext cx="34979" cy="27755"/>
            </a:xfrm>
            <a:custGeom>
              <a:avLst/>
              <a:gdLst>
                <a:gd name="connsiteX0" fmla="*/ 34979 w 34979"/>
                <a:gd name="connsiteY0" fmla="*/ 13941 h 27755"/>
                <a:gd name="connsiteX1" fmla="*/ 17490 w 34979"/>
                <a:gd name="connsiteY1" fmla="*/ 27755 h 27755"/>
                <a:gd name="connsiteX2" fmla="*/ 0 w 34979"/>
                <a:gd name="connsiteY2" fmla="*/ 13941 h 27755"/>
                <a:gd name="connsiteX3" fmla="*/ 17490 w 34979"/>
                <a:gd name="connsiteY3" fmla="*/ 0 h 27755"/>
                <a:gd name="connsiteX4" fmla="*/ 34979 w 34979"/>
                <a:gd name="connsiteY4" fmla="*/ 13941 h 27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979" h="27755">
                  <a:moveTo>
                    <a:pt x="34979" y="13941"/>
                  </a:moveTo>
                  <a:cubicBezTo>
                    <a:pt x="34979" y="21545"/>
                    <a:pt x="27122" y="27755"/>
                    <a:pt x="17490" y="27755"/>
                  </a:cubicBezTo>
                  <a:cubicBezTo>
                    <a:pt x="7858" y="27755"/>
                    <a:pt x="0" y="21545"/>
                    <a:pt x="0" y="13941"/>
                  </a:cubicBezTo>
                  <a:cubicBezTo>
                    <a:pt x="0" y="6337"/>
                    <a:pt x="7858" y="0"/>
                    <a:pt x="17490" y="0"/>
                  </a:cubicBezTo>
                  <a:cubicBezTo>
                    <a:pt x="27122" y="0"/>
                    <a:pt x="34979" y="6210"/>
                    <a:pt x="34979" y="139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0" name="Freeform: Shape 3589">
              <a:extLst>
                <a:ext uri="{FF2B5EF4-FFF2-40B4-BE49-F238E27FC236}">
                  <a16:creationId xmlns:a16="http://schemas.microsoft.com/office/drawing/2014/main" id="{FF35AC01-DFB6-E20A-B717-819DEFB96CA9}"/>
                </a:ext>
              </a:extLst>
            </p:cNvPr>
            <p:cNvSpPr/>
            <p:nvPr/>
          </p:nvSpPr>
          <p:spPr>
            <a:xfrm>
              <a:off x="3839847" y="6386889"/>
              <a:ext cx="34218" cy="27121"/>
            </a:xfrm>
            <a:custGeom>
              <a:avLst/>
              <a:gdLst>
                <a:gd name="connsiteX0" fmla="*/ 34218 w 34218"/>
                <a:gd name="connsiteY0" fmla="*/ 13560 h 27121"/>
                <a:gd name="connsiteX1" fmla="*/ 17109 w 34218"/>
                <a:gd name="connsiteY1" fmla="*/ 27121 h 27121"/>
                <a:gd name="connsiteX2" fmla="*/ 0 w 34218"/>
                <a:gd name="connsiteY2" fmla="*/ 13560 h 27121"/>
                <a:gd name="connsiteX3" fmla="*/ 17109 w 34218"/>
                <a:gd name="connsiteY3" fmla="*/ 0 h 27121"/>
                <a:gd name="connsiteX4" fmla="*/ 34218 w 34218"/>
                <a:gd name="connsiteY4" fmla="*/ 13560 h 27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218" h="27121">
                  <a:moveTo>
                    <a:pt x="34218" y="13560"/>
                  </a:moveTo>
                  <a:cubicBezTo>
                    <a:pt x="34218" y="21038"/>
                    <a:pt x="26614" y="27121"/>
                    <a:pt x="17109" y="27121"/>
                  </a:cubicBezTo>
                  <a:cubicBezTo>
                    <a:pt x="7604" y="27121"/>
                    <a:pt x="0" y="21038"/>
                    <a:pt x="0" y="13560"/>
                  </a:cubicBezTo>
                  <a:cubicBezTo>
                    <a:pt x="0" y="6083"/>
                    <a:pt x="7604" y="0"/>
                    <a:pt x="17109" y="0"/>
                  </a:cubicBezTo>
                  <a:cubicBezTo>
                    <a:pt x="26614" y="0"/>
                    <a:pt x="34218" y="6083"/>
                    <a:pt x="34218" y="1356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1" name="Freeform: Shape 3590">
              <a:extLst>
                <a:ext uri="{FF2B5EF4-FFF2-40B4-BE49-F238E27FC236}">
                  <a16:creationId xmlns:a16="http://schemas.microsoft.com/office/drawing/2014/main" id="{DBC78D2E-E9C0-96DD-2F9A-ADDC732C65A3}"/>
                </a:ext>
              </a:extLst>
            </p:cNvPr>
            <p:cNvSpPr/>
            <p:nvPr/>
          </p:nvSpPr>
          <p:spPr>
            <a:xfrm>
              <a:off x="3728953" y="6330618"/>
              <a:ext cx="34978" cy="27628"/>
            </a:xfrm>
            <a:custGeom>
              <a:avLst/>
              <a:gdLst>
                <a:gd name="connsiteX0" fmla="*/ 34979 w 34978"/>
                <a:gd name="connsiteY0" fmla="*/ 13814 h 27628"/>
                <a:gd name="connsiteX1" fmla="*/ 17489 w 34978"/>
                <a:gd name="connsiteY1" fmla="*/ 27628 h 27628"/>
                <a:gd name="connsiteX2" fmla="*/ 0 w 34978"/>
                <a:gd name="connsiteY2" fmla="*/ 13814 h 27628"/>
                <a:gd name="connsiteX3" fmla="*/ 17489 w 34978"/>
                <a:gd name="connsiteY3" fmla="*/ 0 h 27628"/>
                <a:gd name="connsiteX4" fmla="*/ 34979 w 34978"/>
                <a:gd name="connsiteY4" fmla="*/ 13814 h 27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978" h="27628">
                  <a:moveTo>
                    <a:pt x="34979" y="13814"/>
                  </a:moveTo>
                  <a:cubicBezTo>
                    <a:pt x="34979" y="21418"/>
                    <a:pt x="27121" y="27628"/>
                    <a:pt x="17489" y="27628"/>
                  </a:cubicBezTo>
                  <a:cubicBezTo>
                    <a:pt x="7858" y="27628"/>
                    <a:pt x="0" y="21418"/>
                    <a:pt x="0" y="13814"/>
                  </a:cubicBezTo>
                  <a:cubicBezTo>
                    <a:pt x="0" y="6210"/>
                    <a:pt x="7858" y="0"/>
                    <a:pt x="17489" y="0"/>
                  </a:cubicBezTo>
                  <a:cubicBezTo>
                    <a:pt x="27121" y="0"/>
                    <a:pt x="34979" y="6210"/>
                    <a:pt x="34979" y="1381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2" name="Freeform: Shape 3591">
              <a:extLst>
                <a:ext uri="{FF2B5EF4-FFF2-40B4-BE49-F238E27FC236}">
                  <a16:creationId xmlns:a16="http://schemas.microsoft.com/office/drawing/2014/main" id="{1C649643-C399-D8D0-18A2-DE14A9EFF92A}"/>
                </a:ext>
              </a:extLst>
            </p:cNvPr>
            <p:cNvSpPr/>
            <p:nvPr/>
          </p:nvSpPr>
          <p:spPr>
            <a:xfrm>
              <a:off x="3620594" y="6272065"/>
              <a:ext cx="34979" cy="27628"/>
            </a:xfrm>
            <a:custGeom>
              <a:avLst/>
              <a:gdLst>
                <a:gd name="connsiteX0" fmla="*/ 34979 w 34979"/>
                <a:gd name="connsiteY0" fmla="*/ 13815 h 27628"/>
                <a:gd name="connsiteX1" fmla="*/ 17490 w 34979"/>
                <a:gd name="connsiteY1" fmla="*/ 27629 h 27628"/>
                <a:gd name="connsiteX2" fmla="*/ 0 w 34979"/>
                <a:gd name="connsiteY2" fmla="*/ 13815 h 27628"/>
                <a:gd name="connsiteX3" fmla="*/ 17490 w 34979"/>
                <a:gd name="connsiteY3" fmla="*/ 0 h 27628"/>
                <a:gd name="connsiteX4" fmla="*/ 34979 w 34979"/>
                <a:gd name="connsiteY4" fmla="*/ 13815 h 27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979" h="27628">
                  <a:moveTo>
                    <a:pt x="34979" y="13815"/>
                  </a:moveTo>
                  <a:cubicBezTo>
                    <a:pt x="34979" y="21545"/>
                    <a:pt x="27122" y="27629"/>
                    <a:pt x="17490" y="27629"/>
                  </a:cubicBezTo>
                  <a:cubicBezTo>
                    <a:pt x="7858" y="27629"/>
                    <a:pt x="0" y="21418"/>
                    <a:pt x="0" y="13815"/>
                  </a:cubicBezTo>
                  <a:cubicBezTo>
                    <a:pt x="0" y="6210"/>
                    <a:pt x="7858" y="0"/>
                    <a:pt x="17490" y="0"/>
                  </a:cubicBezTo>
                  <a:cubicBezTo>
                    <a:pt x="27122" y="0"/>
                    <a:pt x="34979" y="6210"/>
                    <a:pt x="34979" y="1381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3" name="Freeform: Shape 3592">
              <a:extLst>
                <a:ext uri="{FF2B5EF4-FFF2-40B4-BE49-F238E27FC236}">
                  <a16:creationId xmlns:a16="http://schemas.microsoft.com/office/drawing/2014/main" id="{779E9795-4F13-83BC-A626-E0E28ABD512B}"/>
                </a:ext>
              </a:extLst>
            </p:cNvPr>
            <p:cNvSpPr/>
            <p:nvPr/>
          </p:nvSpPr>
          <p:spPr>
            <a:xfrm>
              <a:off x="3514135" y="6210599"/>
              <a:ext cx="35739" cy="28388"/>
            </a:xfrm>
            <a:custGeom>
              <a:avLst/>
              <a:gdLst>
                <a:gd name="connsiteX0" fmla="*/ 35740 w 35739"/>
                <a:gd name="connsiteY0" fmla="*/ 14194 h 28388"/>
                <a:gd name="connsiteX1" fmla="*/ 17870 w 35739"/>
                <a:gd name="connsiteY1" fmla="*/ 28389 h 28388"/>
                <a:gd name="connsiteX2" fmla="*/ 0 w 35739"/>
                <a:gd name="connsiteY2" fmla="*/ 14194 h 28388"/>
                <a:gd name="connsiteX3" fmla="*/ 17870 w 35739"/>
                <a:gd name="connsiteY3" fmla="*/ 0 h 28388"/>
                <a:gd name="connsiteX4" fmla="*/ 35740 w 35739"/>
                <a:gd name="connsiteY4" fmla="*/ 14194 h 28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739" h="28388">
                  <a:moveTo>
                    <a:pt x="35740" y="14194"/>
                  </a:moveTo>
                  <a:cubicBezTo>
                    <a:pt x="35740" y="22052"/>
                    <a:pt x="27755" y="28389"/>
                    <a:pt x="17870" y="28389"/>
                  </a:cubicBezTo>
                  <a:cubicBezTo>
                    <a:pt x="7984" y="28389"/>
                    <a:pt x="0" y="22052"/>
                    <a:pt x="0" y="14194"/>
                  </a:cubicBezTo>
                  <a:cubicBezTo>
                    <a:pt x="0" y="6337"/>
                    <a:pt x="7984" y="0"/>
                    <a:pt x="17870" y="0"/>
                  </a:cubicBezTo>
                  <a:cubicBezTo>
                    <a:pt x="27755" y="0"/>
                    <a:pt x="35740" y="6337"/>
                    <a:pt x="35740" y="141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4" name="Freeform: Shape 3593">
              <a:extLst>
                <a:ext uri="{FF2B5EF4-FFF2-40B4-BE49-F238E27FC236}">
                  <a16:creationId xmlns:a16="http://schemas.microsoft.com/office/drawing/2014/main" id="{936EDE86-1128-A43B-5E8A-F2C9D0836447}"/>
                </a:ext>
              </a:extLst>
            </p:cNvPr>
            <p:cNvSpPr/>
            <p:nvPr/>
          </p:nvSpPr>
          <p:spPr>
            <a:xfrm>
              <a:off x="3410465" y="6146977"/>
              <a:ext cx="35739" cy="28389"/>
            </a:xfrm>
            <a:custGeom>
              <a:avLst/>
              <a:gdLst>
                <a:gd name="connsiteX0" fmla="*/ 35740 w 35739"/>
                <a:gd name="connsiteY0" fmla="*/ 14194 h 28389"/>
                <a:gd name="connsiteX1" fmla="*/ 17870 w 35739"/>
                <a:gd name="connsiteY1" fmla="*/ 28389 h 28389"/>
                <a:gd name="connsiteX2" fmla="*/ 0 w 35739"/>
                <a:gd name="connsiteY2" fmla="*/ 14194 h 28389"/>
                <a:gd name="connsiteX3" fmla="*/ 17870 w 35739"/>
                <a:gd name="connsiteY3" fmla="*/ 0 h 28389"/>
                <a:gd name="connsiteX4" fmla="*/ 35740 w 35739"/>
                <a:gd name="connsiteY4" fmla="*/ 14194 h 28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739" h="28389">
                  <a:moveTo>
                    <a:pt x="35740" y="14194"/>
                  </a:moveTo>
                  <a:cubicBezTo>
                    <a:pt x="35740" y="22052"/>
                    <a:pt x="27755" y="28389"/>
                    <a:pt x="17870" y="28389"/>
                  </a:cubicBezTo>
                  <a:cubicBezTo>
                    <a:pt x="7984" y="28389"/>
                    <a:pt x="0" y="22052"/>
                    <a:pt x="0" y="14194"/>
                  </a:cubicBezTo>
                  <a:cubicBezTo>
                    <a:pt x="0" y="6337"/>
                    <a:pt x="7984" y="0"/>
                    <a:pt x="17870" y="0"/>
                  </a:cubicBezTo>
                  <a:cubicBezTo>
                    <a:pt x="27755" y="0"/>
                    <a:pt x="35740" y="6337"/>
                    <a:pt x="35740" y="141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5" name="Freeform: Shape 3594">
              <a:extLst>
                <a:ext uri="{FF2B5EF4-FFF2-40B4-BE49-F238E27FC236}">
                  <a16:creationId xmlns:a16="http://schemas.microsoft.com/office/drawing/2014/main" id="{1B22302B-EF5E-58EF-A8C8-95C6E0BA4CA6}"/>
                </a:ext>
              </a:extLst>
            </p:cNvPr>
            <p:cNvSpPr/>
            <p:nvPr/>
          </p:nvSpPr>
          <p:spPr>
            <a:xfrm>
              <a:off x="3309203" y="6080948"/>
              <a:ext cx="35739" cy="28388"/>
            </a:xfrm>
            <a:custGeom>
              <a:avLst/>
              <a:gdLst>
                <a:gd name="connsiteX0" fmla="*/ 35740 w 35739"/>
                <a:gd name="connsiteY0" fmla="*/ 14194 h 28388"/>
                <a:gd name="connsiteX1" fmla="*/ 17870 w 35739"/>
                <a:gd name="connsiteY1" fmla="*/ 28389 h 28388"/>
                <a:gd name="connsiteX2" fmla="*/ 0 w 35739"/>
                <a:gd name="connsiteY2" fmla="*/ 14194 h 28388"/>
                <a:gd name="connsiteX3" fmla="*/ 17870 w 35739"/>
                <a:gd name="connsiteY3" fmla="*/ 0 h 28388"/>
                <a:gd name="connsiteX4" fmla="*/ 35740 w 35739"/>
                <a:gd name="connsiteY4" fmla="*/ 14194 h 28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739" h="28388">
                  <a:moveTo>
                    <a:pt x="35740" y="14194"/>
                  </a:moveTo>
                  <a:cubicBezTo>
                    <a:pt x="35740" y="22052"/>
                    <a:pt x="27755" y="28389"/>
                    <a:pt x="17870" y="28389"/>
                  </a:cubicBezTo>
                  <a:cubicBezTo>
                    <a:pt x="7984" y="28389"/>
                    <a:pt x="0" y="22052"/>
                    <a:pt x="0" y="14194"/>
                  </a:cubicBezTo>
                  <a:cubicBezTo>
                    <a:pt x="0" y="6337"/>
                    <a:pt x="7984" y="0"/>
                    <a:pt x="17870" y="0"/>
                  </a:cubicBezTo>
                  <a:cubicBezTo>
                    <a:pt x="27755" y="0"/>
                    <a:pt x="35740" y="6337"/>
                    <a:pt x="35740" y="141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6" name="Freeform: Shape 3595">
              <a:extLst>
                <a:ext uri="{FF2B5EF4-FFF2-40B4-BE49-F238E27FC236}">
                  <a16:creationId xmlns:a16="http://schemas.microsoft.com/office/drawing/2014/main" id="{9A925C45-6C45-92FE-BD4C-80661BA87ED9}"/>
                </a:ext>
              </a:extLst>
            </p:cNvPr>
            <p:cNvSpPr/>
            <p:nvPr/>
          </p:nvSpPr>
          <p:spPr>
            <a:xfrm>
              <a:off x="3210476" y="6012384"/>
              <a:ext cx="35739" cy="28388"/>
            </a:xfrm>
            <a:custGeom>
              <a:avLst/>
              <a:gdLst>
                <a:gd name="connsiteX0" fmla="*/ 35740 w 35739"/>
                <a:gd name="connsiteY0" fmla="*/ 14194 h 28388"/>
                <a:gd name="connsiteX1" fmla="*/ 17870 w 35739"/>
                <a:gd name="connsiteY1" fmla="*/ 28389 h 28388"/>
                <a:gd name="connsiteX2" fmla="*/ 0 w 35739"/>
                <a:gd name="connsiteY2" fmla="*/ 14194 h 28388"/>
                <a:gd name="connsiteX3" fmla="*/ 17870 w 35739"/>
                <a:gd name="connsiteY3" fmla="*/ 0 h 28388"/>
                <a:gd name="connsiteX4" fmla="*/ 35740 w 35739"/>
                <a:gd name="connsiteY4" fmla="*/ 14194 h 28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739" h="28388">
                  <a:moveTo>
                    <a:pt x="35740" y="14194"/>
                  </a:moveTo>
                  <a:cubicBezTo>
                    <a:pt x="35740" y="22052"/>
                    <a:pt x="27755" y="28389"/>
                    <a:pt x="17870" y="28389"/>
                  </a:cubicBezTo>
                  <a:cubicBezTo>
                    <a:pt x="7984" y="28389"/>
                    <a:pt x="0" y="22052"/>
                    <a:pt x="0" y="14194"/>
                  </a:cubicBezTo>
                  <a:cubicBezTo>
                    <a:pt x="0" y="6337"/>
                    <a:pt x="7984" y="0"/>
                    <a:pt x="17870" y="0"/>
                  </a:cubicBezTo>
                  <a:cubicBezTo>
                    <a:pt x="27755" y="0"/>
                    <a:pt x="35740" y="6337"/>
                    <a:pt x="35740" y="141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7" name="Freeform: Shape 3596">
              <a:extLst>
                <a:ext uri="{FF2B5EF4-FFF2-40B4-BE49-F238E27FC236}">
                  <a16:creationId xmlns:a16="http://schemas.microsoft.com/office/drawing/2014/main" id="{8572A729-CAC0-0FC9-6DE9-C31D7A24AC8A}"/>
                </a:ext>
              </a:extLst>
            </p:cNvPr>
            <p:cNvSpPr/>
            <p:nvPr/>
          </p:nvSpPr>
          <p:spPr>
            <a:xfrm>
              <a:off x="3114410" y="5941792"/>
              <a:ext cx="35739" cy="28389"/>
            </a:xfrm>
            <a:custGeom>
              <a:avLst/>
              <a:gdLst>
                <a:gd name="connsiteX0" fmla="*/ 35739 w 35739"/>
                <a:gd name="connsiteY0" fmla="*/ 14195 h 28389"/>
                <a:gd name="connsiteX1" fmla="*/ 17870 w 35739"/>
                <a:gd name="connsiteY1" fmla="*/ 28389 h 28389"/>
                <a:gd name="connsiteX2" fmla="*/ 0 w 35739"/>
                <a:gd name="connsiteY2" fmla="*/ 14195 h 28389"/>
                <a:gd name="connsiteX3" fmla="*/ 17870 w 35739"/>
                <a:gd name="connsiteY3" fmla="*/ 0 h 28389"/>
                <a:gd name="connsiteX4" fmla="*/ 35739 w 35739"/>
                <a:gd name="connsiteY4" fmla="*/ 14195 h 28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739" h="28389">
                  <a:moveTo>
                    <a:pt x="35739" y="14195"/>
                  </a:moveTo>
                  <a:cubicBezTo>
                    <a:pt x="35739" y="22052"/>
                    <a:pt x="27755" y="28389"/>
                    <a:pt x="17870" y="28389"/>
                  </a:cubicBezTo>
                  <a:cubicBezTo>
                    <a:pt x="7984" y="28389"/>
                    <a:pt x="0" y="22052"/>
                    <a:pt x="0" y="14195"/>
                  </a:cubicBezTo>
                  <a:cubicBezTo>
                    <a:pt x="0" y="6337"/>
                    <a:pt x="7984" y="0"/>
                    <a:pt x="17870" y="0"/>
                  </a:cubicBezTo>
                  <a:cubicBezTo>
                    <a:pt x="27755" y="0"/>
                    <a:pt x="35739" y="6337"/>
                    <a:pt x="35739" y="1419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8" name="Freeform: Shape 3597">
              <a:extLst>
                <a:ext uri="{FF2B5EF4-FFF2-40B4-BE49-F238E27FC236}">
                  <a16:creationId xmlns:a16="http://schemas.microsoft.com/office/drawing/2014/main" id="{E988D2D1-51EB-A47F-001B-0FE589184984}"/>
                </a:ext>
              </a:extLst>
            </p:cNvPr>
            <p:cNvSpPr/>
            <p:nvPr/>
          </p:nvSpPr>
          <p:spPr>
            <a:xfrm>
              <a:off x="3021006" y="5868792"/>
              <a:ext cx="35739" cy="28388"/>
            </a:xfrm>
            <a:custGeom>
              <a:avLst/>
              <a:gdLst>
                <a:gd name="connsiteX0" fmla="*/ 35740 w 35739"/>
                <a:gd name="connsiteY0" fmla="*/ 14194 h 28388"/>
                <a:gd name="connsiteX1" fmla="*/ 17870 w 35739"/>
                <a:gd name="connsiteY1" fmla="*/ 28389 h 28388"/>
                <a:gd name="connsiteX2" fmla="*/ 0 w 35739"/>
                <a:gd name="connsiteY2" fmla="*/ 14194 h 28388"/>
                <a:gd name="connsiteX3" fmla="*/ 17870 w 35739"/>
                <a:gd name="connsiteY3" fmla="*/ 0 h 28388"/>
                <a:gd name="connsiteX4" fmla="*/ 35740 w 35739"/>
                <a:gd name="connsiteY4" fmla="*/ 14194 h 28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739" h="28388">
                  <a:moveTo>
                    <a:pt x="35740" y="14194"/>
                  </a:moveTo>
                  <a:cubicBezTo>
                    <a:pt x="35740" y="22052"/>
                    <a:pt x="27755" y="28389"/>
                    <a:pt x="17870" y="28389"/>
                  </a:cubicBezTo>
                  <a:cubicBezTo>
                    <a:pt x="7984" y="28389"/>
                    <a:pt x="0" y="22052"/>
                    <a:pt x="0" y="14194"/>
                  </a:cubicBezTo>
                  <a:cubicBezTo>
                    <a:pt x="0" y="6337"/>
                    <a:pt x="7984" y="0"/>
                    <a:pt x="17870" y="0"/>
                  </a:cubicBezTo>
                  <a:cubicBezTo>
                    <a:pt x="27755" y="0"/>
                    <a:pt x="35740" y="6337"/>
                    <a:pt x="35740" y="141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9" name="Freeform: Shape 3598">
              <a:extLst>
                <a:ext uri="{FF2B5EF4-FFF2-40B4-BE49-F238E27FC236}">
                  <a16:creationId xmlns:a16="http://schemas.microsoft.com/office/drawing/2014/main" id="{37F329A8-6B47-26A1-ADD6-99178CA2AA24}"/>
                </a:ext>
              </a:extLst>
            </p:cNvPr>
            <p:cNvSpPr/>
            <p:nvPr/>
          </p:nvSpPr>
          <p:spPr>
            <a:xfrm>
              <a:off x="2930390" y="5793511"/>
              <a:ext cx="35739" cy="28388"/>
            </a:xfrm>
            <a:custGeom>
              <a:avLst/>
              <a:gdLst>
                <a:gd name="connsiteX0" fmla="*/ 35739 w 35739"/>
                <a:gd name="connsiteY0" fmla="*/ 14194 h 28388"/>
                <a:gd name="connsiteX1" fmla="*/ 17870 w 35739"/>
                <a:gd name="connsiteY1" fmla="*/ 28389 h 28388"/>
                <a:gd name="connsiteX2" fmla="*/ 0 w 35739"/>
                <a:gd name="connsiteY2" fmla="*/ 14194 h 28388"/>
                <a:gd name="connsiteX3" fmla="*/ 17870 w 35739"/>
                <a:gd name="connsiteY3" fmla="*/ 0 h 28388"/>
                <a:gd name="connsiteX4" fmla="*/ 35739 w 35739"/>
                <a:gd name="connsiteY4" fmla="*/ 14194 h 28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739" h="28388">
                  <a:moveTo>
                    <a:pt x="35739" y="14194"/>
                  </a:moveTo>
                  <a:cubicBezTo>
                    <a:pt x="35739" y="22052"/>
                    <a:pt x="27755" y="28389"/>
                    <a:pt x="17870" y="28389"/>
                  </a:cubicBezTo>
                  <a:cubicBezTo>
                    <a:pt x="7984" y="28389"/>
                    <a:pt x="0" y="22052"/>
                    <a:pt x="0" y="14194"/>
                  </a:cubicBezTo>
                  <a:cubicBezTo>
                    <a:pt x="0" y="6337"/>
                    <a:pt x="7984" y="0"/>
                    <a:pt x="17870" y="0"/>
                  </a:cubicBezTo>
                  <a:cubicBezTo>
                    <a:pt x="27755" y="0"/>
                    <a:pt x="35739" y="6337"/>
                    <a:pt x="35739" y="141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0" name="Freeform: Shape 3599">
              <a:extLst>
                <a:ext uri="{FF2B5EF4-FFF2-40B4-BE49-F238E27FC236}">
                  <a16:creationId xmlns:a16="http://schemas.microsoft.com/office/drawing/2014/main" id="{5F54D57F-F660-3695-9621-60FBEAC8513D}"/>
                </a:ext>
              </a:extLst>
            </p:cNvPr>
            <p:cNvSpPr/>
            <p:nvPr/>
          </p:nvSpPr>
          <p:spPr>
            <a:xfrm>
              <a:off x="2842561" y="5716329"/>
              <a:ext cx="35739" cy="28388"/>
            </a:xfrm>
            <a:custGeom>
              <a:avLst/>
              <a:gdLst>
                <a:gd name="connsiteX0" fmla="*/ 35740 w 35739"/>
                <a:gd name="connsiteY0" fmla="*/ 14194 h 28388"/>
                <a:gd name="connsiteX1" fmla="*/ 17870 w 35739"/>
                <a:gd name="connsiteY1" fmla="*/ 28389 h 28388"/>
                <a:gd name="connsiteX2" fmla="*/ 0 w 35739"/>
                <a:gd name="connsiteY2" fmla="*/ 14194 h 28388"/>
                <a:gd name="connsiteX3" fmla="*/ 17870 w 35739"/>
                <a:gd name="connsiteY3" fmla="*/ 0 h 28388"/>
                <a:gd name="connsiteX4" fmla="*/ 35740 w 35739"/>
                <a:gd name="connsiteY4" fmla="*/ 14194 h 28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739" h="28388">
                  <a:moveTo>
                    <a:pt x="35740" y="14194"/>
                  </a:moveTo>
                  <a:cubicBezTo>
                    <a:pt x="35740" y="22052"/>
                    <a:pt x="27755" y="28389"/>
                    <a:pt x="17870" y="28389"/>
                  </a:cubicBezTo>
                  <a:cubicBezTo>
                    <a:pt x="7984" y="28389"/>
                    <a:pt x="0" y="22052"/>
                    <a:pt x="0" y="14194"/>
                  </a:cubicBezTo>
                  <a:cubicBezTo>
                    <a:pt x="0" y="6337"/>
                    <a:pt x="7984" y="0"/>
                    <a:pt x="17870" y="0"/>
                  </a:cubicBezTo>
                  <a:cubicBezTo>
                    <a:pt x="27755" y="0"/>
                    <a:pt x="35740" y="6337"/>
                    <a:pt x="35740" y="141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1" name="Freeform: Shape 3600">
              <a:extLst>
                <a:ext uri="{FF2B5EF4-FFF2-40B4-BE49-F238E27FC236}">
                  <a16:creationId xmlns:a16="http://schemas.microsoft.com/office/drawing/2014/main" id="{09111A8A-5A7E-EAC6-6176-6B6640C4A7A8}"/>
                </a:ext>
              </a:extLst>
            </p:cNvPr>
            <p:cNvSpPr/>
            <p:nvPr/>
          </p:nvSpPr>
          <p:spPr>
            <a:xfrm>
              <a:off x="2757902" y="5636992"/>
              <a:ext cx="35739" cy="28388"/>
            </a:xfrm>
            <a:custGeom>
              <a:avLst/>
              <a:gdLst>
                <a:gd name="connsiteX0" fmla="*/ 35739 w 35739"/>
                <a:gd name="connsiteY0" fmla="*/ 14194 h 28388"/>
                <a:gd name="connsiteX1" fmla="*/ 17870 w 35739"/>
                <a:gd name="connsiteY1" fmla="*/ 28389 h 28388"/>
                <a:gd name="connsiteX2" fmla="*/ 0 w 35739"/>
                <a:gd name="connsiteY2" fmla="*/ 14194 h 28388"/>
                <a:gd name="connsiteX3" fmla="*/ 17870 w 35739"/>
                <a:gd name="connsiteY3" fmla="*/ 0 h 28388"/>
                <a:gd name="connsiteX4" fmla="*/ 35739 w 35739"/>
                <a:gd name="connsiteY4" fmla="*/ 14194 h 28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739" h="28388">
                  <a:moveTo>
                    <a:pt x="35739" y="14194"/>
                  </a:moveTo>
                  <a:cubicBezTo>
                    <a:pt x="35739" y="22052"/>
                    <a:pt x="27755" y="28389"/>
                    <a:pt x="17870" y="28389"/>
                  </a:cubicBezTo>
                  <a:cubicBezTo>
                    <a:pt x="7984" y="28389"/>
                    <a:pt x="0" y="22052"/>
                    <a:pt x="0" y="14194"/>
                  </a:cubicBezTo>
                  <a:cubicBezTo>
                    <a:pt x="0" y="6337"/>
                    <a:pt x="7984" y="0"/>
                    <a:pt x="17870" y="0"/>
                  </a:cubicBezTo>
                  <a:cubicBezTo>
                    <a:pt x="27755" y="0"/>
                    <a:pt x="35739" y="6337"/>
                    <a:pt x="35739" y="141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2" name="Freeform: Shape 3601">
              <a:extLst>
                <a:ext uri="{FF2B5EF4-FFF2-40B4-BE49-F238E27FC236}">
                  <a16:creationId xmlns:a16="http://schemas.microsoft.com/office/drawing/2014/main" id="{AA8B375C-A081-9519-91A7-E2ACD3A4D900}"/>
                </a:ext>
              </a:extLst>
            </p:cNvPr>
            <p:cNvSpPr/>
            <p:nvPr/>
          </p:nvSpPr>
          <p:spPr>
            <a:xfrm>
              <a:off x="2676157" y="5555627"/>
              <a:ext cx="35739" cy="28389"/>
            </a:xfrm>
            <a:custGeom>
              <a:avLst/>
              <a:gdLst>
                <a:gd name="connsiteX0" fmla="*/ 35739 w 35739"/>
                <a:gd name="connsiteY0" fmla="*/ 14195 h 28389"/>
                <a:gd name="connsiteX1" fmla="*/ 17870 w 35739"/>
                <a:gd name="connsiteY1" fmla="*/ 28389 h 28389"/>
                <a:gd name="connsiteX2" fmla="*/ 0 w 35739"/>
                <a:gd name="connsiteY2" fmla="*/ 14195 h 28389"/>
                <a:gd name="connsiteX3" fmla="*/ 17870 w 35739"/>
                <a:gd name="connsiteY3" fmla="*/ 0 h 28389"/>
                <a:gd name="connsiteX4" fmla="*/ 35739 w 35739"/>
                <a:gd name="connsiteY4" fmla="*/ 14195 h 28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739" h="28389">
                  <a:moveTo>
                    <a:pt x="35739" y="14195"/>
                  </a:moveTo>
                  <a:cubicBezTo>
                    <a:pt x="35739" y="22052"/>
                    <a:pt x="27755" y="28389"/>
                    <a:pt x="17870" y="28389"/>
                  </a:cubicBezTo>
                  <a:cubicBezTo>
                    <a:pt x="7984" y="28389"/>
                    <a:pt x="0" y="22052"/>
                    <a:pt x="0" y="14195"/>
                  </a:cubicBezTo>
                  <a:cubicBezTo>
                    <a:pt x="0" y="6337"/>
                    <a:pt x="7984" y="0"/>
                    <a:pt x="17870" y="0"/>
                  </a:cubicBezTo>
                  <a:cubicBezTo>
                    <a:pt x="27755" y="0"/>
                    <a:pt x="35739" y="6337"/>
                    <a:pt x="35739" y="1419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3" name="Freeform: Shape 3602">
              <a:extLst>
                <a:ext uri="{FF2B5EF4-FFF2-40B4-BE49-F238E27FC236}">
                  <a16:creationId xmlns:a16="http://schemas.microsoft.com/office/drawing/2014/main" id="{8D53F7CA-9405-E807-FBD1-2362B35AC54E}"/>
                </a:ext>
              </a:extLst>
            </p:cNvPr>
            <p:cNvSpPr/>
            <p:nvPr/>
          </p:nvSpPr>
          <p:spPr>
            <a:xfrm>
              <a:off x="2597834" y="5472869"/>
              <a:ext cx="34979" cy="27755"/>
            </a:xfrm>
            <a:custGeom>
              <a:avLst/>
              <a:gdLst>
                <a:gd name="connsiteX0" fmla="*/ 34979 w 34979"/>
                <a:gd name="connsiteY0" fmla="*/ 13814 h 27755"/>
                <a:gd name="connsiteX1" fmla="*/ 17490 w 34979"/>
                <a:gd name="connsiteY1" fmla="*/ 27755 h 27755"/>
                <a:gd name="connsiteX2" fmla="*/ 0 w 34979"/>
                <a:gd name="connsiteY2" fmla="*/ 13814 h 27755"/>
                <a:gd name="connsiteX3" fmla="*/ 17490 w 34979"/>
                <a:gd name="connsiteY3" fmla="*/ 0 h 27755"/>
                <a:gd name="connsiteX4" fmla="*/ 34979 w 34979"/>
                <a:gd name="connsiteY4" fmla="*/ 13814 h 27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979" h="27755">
                  <a:moveTo>
                    <a:pt x="34979" y="13814"/>
                  </a:moveTo>
                  <a:cubicBezTo>
                    <a:pt x="34979" y="21418"/>
                    <a:pt x="27121" y="27755"/>
                    <a:pt x="17490" y="27755"/>
                  </a:cubicBezTo>
                  <a:cubicBezTo>
                    <a:pt x="7858" y="27755"/>
                    <a:pt x="0" y="21545"/>
                    <a:pt x="0" y="13814"/>
                  </a:cubicBezTo>
                  <a:cubicBezTo>
                    <a:pt x="0" y="6083"/>
                    <a:pt x="7858" y="0"/>
                    <a:pt x="17490" y="0"/>
                  </a:cubicBezTo>
                  <a:cubicBezTo>
                    <a:pt x="27121" y="0"/>
                    <a:pt x="34979" y="6210"/>
                    <a:pt x="34979" y="1381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4" name="Freeform: Shape 3603">
              <a:extLst>
                <a:ext uri="{FF2B5EF4-FFF2-40B4-BE49-F238E27FC236}">
                  <a16:creationId xmlns:a16="http://schemas.microsoft.com/office/drawing/2014/main" id="{7BC9856D-7061-FB6E-5E6B-50E7D75418DB}"/>
                </a:ext>
              </a:extLst>
            </p:cNvPr>
            <p:cNvSpPr/>
            <p:nvPr/>
          </p:nvSpPr>
          <p:spPr>
            <a:xfrm>
              <a:off x="2522300" y="5387829"/>
              <a:ext cx="34979" cy="27628"/>
            </a:xfrm>
            <a:custGeom>
              <a:avLst/>
              <a:gdLst>
                <a:gd name="connsiteX0" fmla="*/ 34979 w 34979"/>
                <a:gd name="connsiteY0" fmla="*/ 13814 h 27628"/>
                <a:gd name="connsiteX1" fmla="*/ 17489 w 34979"/>
                <a:gd name="connsiteY1" fmla="*/ 27628 h 27628"/>
                <a:gd name="connsiteX2" fmla="*/ 0 w 34979"/>
                <a:gd name="connsiteY2" fmla="*/ 13814 h 27628"/>
                <a:gd name="connsiteX3" fmla="*/ 17489 w 34979"/>
                <a:gd name="connsiteY3" fmla="*/ 0 h 27628"/>
                <a:gd name="connsiteX4" fmla="*/ 34979 w 34979"/>
                <a:gd name="connsiteY4" fmla="*/ 13814 h 27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979" h="27628">
                  <a:moveTo>
                    <a:pt x="34979" y="13814"/>
                  </a:moveTo>
                  <a:cubicBezTo>
                    <a:pt x="34979" y="21545"/>
                    <a:pt x="27121" y="27628"/>
                    <a:pt x="17489" y="27628"/>
                  </a:cubicBezTo>
                  <a:cubicBezTo>
                    <a:pt x="7858" y="27628"/>
                    <a:pt x="0" y="21418"/>
                    <a:pt x="0" y="13814"/>
                  </a:cubicBezTo>
                  <a:cubicBezTo>
                    <a:pt x="0" y="6210"/>
                    <a:pt x="7858" y="0"/>
                    <a:pt x="17489" y="0"/>
                  </a:cubicBezTo>
                  <a:cubicBezTo>
                    <a:pt x="27121" y="0"/>
                    <a:pt x="34979" y="6210"/>
                    <a:pt x="34979" y="1381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5" name="Freeform: Shape 3604">
              <a:extLst>
                <a:ext uri="{FF2B5EF4-FFF2-40B4-BE49-F238E27FC236}">
                  <a16:creationId xmlns:a16="http://schemas.microsoft.com/office/drawing/2014/main" id="{56E252CC-9AEE-2D76-A7C5-DE7E3298F30A}"/>
                </a:ext>
              </a:extLst>
            </p:cNvPr>
            <p:cNvSpPr/>
            <p:nvPr/>
          </p:nvSpPr>
          <p:spPr>
            <a:xfrm>
              <a:off x="2450187" y="5301015"/>
              <a:ext cx="34979" cy="27628"/>
            </a:xfrm>
            <a:custGeom>
              <a:avLst/>
              <a:gdLst>
                <a:gd name="connsiteX0" fmla="*/ 34979 w 34979"/>
                <a:gd name="connsiteY0" fmla="*/ 13814 h 27628"/>
                <a:gd name="connsiteX1" fmla="*/ 17490 w 34979"/>
                <a:gd name="connsiteY1" fmla="*/ 27629 h 27628"/>
                <a:gd name="connsiteX2" fmla="*/ 0 w 34979"/>
                <a:gd name="connsiteY2" fmla="*/ 13814 h 27628"/>
                <a:gd name="connsiteX3" fmla="*/ 17490 w 34979"/>
                <a:gd name="connsiteY3" fmla="*/ 0 h 27628"/>
                <a:gd name="connsiteX4" fmla="*/ 34979 w 34979"/>
                <a:gd name="connsiteY4" fmla="*/ 13814 h 27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979" h="27628">
                  <a:moveTo>
                    <a:pt x="34979" y="13814"/>
                  </a:moveTo>
                  <a:cubicBezTo>
                    <a:pt x="34979" y="21545"/>
                    <a:pt x="27121" y="27629"/>
                    <a:pt x="17490" y="27629"/>
                  </a:cubicBezTo>
                  <a:cubicBezTo>
                    <a:pt x="7858" y="27629"/>
                    <a:pt x="0" y="21418"/>
                    <a:pt x="0" y="13814"/>
                  </a:cubicBezTo>
                  <a:cubicBezTo>
                    <a:pt x="0" y="6210"/>
                    <a:pt x="7858" y="0"/>
                    <a:pt x="17490" y="0"/>
                  </a:cubicBezTo>
                  <a:cubicBezTo>
                    <a:pt x="27121" y="0"/>
                    <a:pt x="34979" y="6210"/>
                    <a:pt x="34979" y="1381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6" name="Freeform: Shape 3605">
              <a:extLst>
                <a:ext uri="{FF2B5EF4-FFF2-40B4-BE49-F238E27FC236}">
                  <a16:creationId xmlns:a16="http://schemas.microsoft.com/office/drawing/2014/main" id="{085B089C-0D6A-3B2D-E5B7-7466E4ED33FF}"/>
                </a:ext>
              </a:extLst>
            </p:cNvPr>
            <p:cNvSpPr/>
            <p:nvPr/>
          </p:nvSpPr>
          <p:spPr>
            <a:xfrm>
              <a:off x="2381243" y="5212553"/>
              <a:ext cx="34979" cy="27755"/>
            </a:xfrm>
            <a:custGeom>
              <a:avLst/>
              <a:gdLst>
                <a:gd name="connsiteX0" fmla="*/ 34979 w 34979"/>
                <a:gd name="connsiteY0" fmla="*/ 13814 h 27755"/>
                <a:gd name="connsiteX1" fmla="*/ 17490 w 34979"/>
                <a:gd name="connsiteY1" fmla="*/ 27755 h 27755"/>
                <a:gd name="connsiteX2" fmla="*/ 0 w 34979"/>
                <a:gd name="connsiteY2" fmla="*/ 13814 h 27755"/>
                <a:gd name="connsiteX3" fmla="*/ 17490 w 34979"/>
                <a:gd name="connsiteY3" fmla="*/ 0 h 27755"/>
                <a:gd name="connsiteX4" fmla="*/ 34979 w 34979"/>
                <a:gd name="connsiteY4" fmla="*/ 13814 h 27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979" h="27755">
                  <a:moveTo>
                    <a:pt x="34979" y="13814"/>
                  </a:moveTo>
                  <a:cubicBezTo>
                    <a:pt x="34979" y="21545"/>
                    <a:pt x="27121" y="27755"/>
                    <a:pt x="17490" y="27755"/>
                  </a:cubicBezTo>
                  <a:cubicBezTo>
                    <a:pt x="7858" y="27755"/>
                    <a:pt x="0" y="21545"/>
                    <a:pt x="0" y="13814"/>
                  </a:cubicBezTo>
                  <a:cubicBezTo>
                    <a:pt x="0" y="6083"/>
                    <a:pt x="7858" y="0"/>
                    <a:pt x="17490" y="0"/>
                  </a:cubicBezTo>
                  <a:cubicBezTo>
                    <a:pt x="27121" y="0"/>
                    <a:pt x="34979" y="6210"/>
                    <a:pt x="34979" y="1381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7" name="Freeform: Shape 3606">
              <a:extLst>
                <a:ext uri="{FF2B5EF4-FFF2-40B4-BE49-F238E27FC236}">
                  <a16:creationId xmlns:a16="http://schemas.microsoft.com/office/drawing/2014/main" id="{6C5FC911-061C-0B55-2438-B1A5E3C22012}"/>
                </a:ext>
              </a:extLst>
            </p:cNvPr>
            <p:cNvSpPr/>
            <p:nvPr/>
          </p:nvSpPr>
          <p:spPr>
            <a:xfrm>
              <a:off x="2315720" y="5122444"/>
              <a:ext cx="34979" cy="27628"/>
            </a:xfrm>
            <a:custGeom>
              <a:avLst/>
              <a:gdLst>
                <a:gd name="connsiteX0" fmla="*/ 34979 w 34979"/>
                <a:gd name="connsiteY0" fmla="*/ 13814 h 27628"/>
                <a:gd name="connsiteX1" fmla="*/ 17490 w 34979"/>
                <a:gd name="connsiteY1" fmla="*/ 27628 h 27628"/>
                <a:gd name="connsiteX2" fmla="*/ 0 w 34979"/>
                <a:gd name="connsiteY2" fmla="*/ 13814 h 27628"/>
                <a:gd name="connsiteX3" fmla="*/ 17490 w 34979"/>
                <a:gd name="connsiteY3" fmla="*/ 0 h 27628"/>
                <a:gd name="connsiteX4" fmla="*/ 34979 w 34979"/>
                <a:gd name="connsiteY4" fmla="*/ 13814 h 27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979" h="27628">
                  <a:moveTo>
                    <a:pt x="34979" y="13814"/>
                  </a:moveTo>
                  <a:cubicBezTo>
                    <a:pt x="34979" y="21418"/>
                    <a:pt x="27121" y="27628"/>
                    <a:pt x="17490" y="27628"/>
                  </a:cubicBezTo>
                  <a:cubicBezTo>
                    <a:pt x="7858" y="27628"/>
                    <a:pt x="0" y="21418"/>
                    <a:pt x="0" y="13814"/>
                  </a:cubicBezTo>
                  <a:cubicBezTo>
                    <a:pt x="0" y="6210"/>
                    <a:pt x="7858" y="0"/>
                    <a:pt x="17490" y="0"/>
                  </a:cubicBezTo>
                  <a:cubicBezTo>
                    <a:pt x="27121" y="0"/>
                    <a:pt x="34979" y="6210"/>
                    <a:pt x="34979" y="1381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8" name="Freeform: Shape 3607">
              <a:extLst>
                <a:ext uri="{FF2B5EF4-FFF2-40B4-BE49-F238E27FC236}">
                  <a16:creationId xmlns:a16="http://schemas.microsoft.com/office/drawing/2014/main" id="{426884FD-83BF-FA3A-4E78-71C9372B9537}"/>
                </a:ext>
              </a:extLst>
            </p:cNvPr>
            <p:cNvSpPr/>
            <p:nvPr/>
          </p:nvSpPr>
          <p:spPr>
            <a:xfrm>
              <a:off x="2253873" y="5031194"/>
              <a:ext cx="34218" cy="27121"/>
            </a:xfrm>
            <a:custGeom>
              <a:avLst/>
              <a:gdLst>
                <a:gd name="connsiteX0" fmla="*/ 34219 w 34218"/>
                <a:gd name="connsiteY0" fmla="*/ 13560 h 27121"/>
                <a:gd name="connsiteX1" fmla="*/ 17109 w 34218"/>
                <a:gd name="connsiteY1" fmla="*/ 27121 h 27121"/>
                <a:gd name="connsiteX2" fmla="*/ 0 w 34218"/>
                <a:gd name="connsiteY2" fmla="*/ 13560 h 27121"/>
                <a:gd name="connsiteX3" fmla="*/ 17109 w 34218"/>
                <a:gd name="connsiteY3" fmla="*/ 0 h 27121"/>
                <a:gd name="connsiteX4" fmla="*/ 34219 w 34218"/>
                <a:gd name="connsiteY4" fmla="*/ 13560 h 27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218" h="27121">
                  <a:moveTo>
                    <a:pt x="34219" y="13560"/>
                  </a:moveTo>
                  <a:cubicBezTo>
                    <a:pt x="34219" y="21038"/>
                    <a:pt x="26615" y="27121"/>
                    <a:pt x="17109" y="27121"/>
                  </a:cubicBezTo>
                  <a:cubicBezTo>
                    <a:pt x="7604" y="27121"/>
                    <a:pt x="0" y="21038"/>
                    <a:pt x="0" y="13560"/>
                  </a:cubicBezTo>
                  <a:cubicBezTo>
                    <a:pt x="0" y="6083"/>
                    <a:pt x="7604" y="0"/>
                    <a:pt x="17109" y="0"/>
                  </a:cubicBezTo>
                  <a:cubicBezTo>
                    <a:pt x="26615" y="0"/>
                    <a:pt x="34219" y="6083"/>
                    <a:pt x="34219" y="1356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9" name="Freeform: Shape 3608">
              <a:extLst>
                <a:ext uri="{FF2B5EF4-FFF2-40B4-BE49-F238E27FC236}">
                  <a16:creationId xmlns:a16="http://schemas.microsoft.com/office/drawing/2014/main" id="{8139EE30-28DF-36C7-CA94-056F7AA66315}"/>
                </a:ext>
              </a:extLst>
            </p:cNvPr>
            <p:cNvSpPr/>
            <p:nvPr/>
          </p:nvSpPr>
          <p:spPr>
            <a:xfrm>
              <a:off x="2195194" y="4938170"/>
              <a:ext cx="34218" cy="27121"/>
            </a:xfrm>
            <a:custGeom>
              <a:avLst/>
              <a:gdLst>
                <a:gd name="connsiteX0" fmla="*/ 34219 w 34218"/>
                <a:gd name="connsiteY0" fmla="*/ 13561 h 27121"/>
                <a:gd name="connsiteX1" fmla="*/ 17109 w 34218"/>
                <a:gd name="connsiteY1" fmla="*/ 27122 h 27121"/>
                <a:gd name="connsiteX2" fmla="*/ 0 w 34218"/>
                <a:gd name="connsiteY2" fmla="*/ 13561 h 27121"/>
                <a:gd name="connsiteX3" fmla="*/ 17109 w 34218"/>
                <a:gd name="connsiteY3" fmla="*/ 0 h 27121"/>
                <a:gd name="connsiteX4" fmla="*/ 34219 w 34218"/>
                <a:gd name="connsiteY4" fmla="*/ 13561 h 27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218" h="27121">
                  <a:moveTo>
                    <a:pt x="34219" y="13561"/>
                  </a:moveTo>
                  <a:cubicBezTo>
                    <a:pt x="34219" y="21038"/>
                    <a:pt x="26614" y="27122"/>
                    <a:pt x="17109" y="27122"/>
                  </a:cubicBezTo>
                  <a:cubicBezTo>
                    <a:pt x="7604" y="27122"/>
                    <a:pt x="0" y="21038"/>
                    <a:pt x="0" y="13561"/>
                  </a:cubicBezTo>
                  <a:cubicBezTo>
                    <a:pt x="0" y="6083"/>
                    <a:pt x="7604" y="0"/>
                    <a:pt x="17109" y="0"/>
                  </a:cubicBezTo>
                  <a:cubicBezTo>
                    <a:pt x="26614" y="0"/>
                    <a:pt x="34219" y="6083"/>
                    <a:pt x="34219" y="1356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10" name="Freeform: Shape 3609">
              <a:extLst>
                <a:ext uri="{FF2B5EF4-FFF2-40B4-BE49-F238E27FC236}">
                  <a16:creationId xmlns:a16="http://schemas.microsoft.com/office/drawing/2014/main" id="{D32C109F-1A3C-CFA0-862A-AC88026893A3}"/>
                </a:ext>
              </a:extLst>
            </p:cNvPr>
            <p:cNvSpPr/>
            <p:nvPr/>
          </p:nvSpPr>
          <p:spPr>
            <a:xfrm>
              <a:off x="2140318" y="4844005"/>
              <a:ext cx="33711" cy="26614"/>
            </a:xfrm>
            <a:custGeom>
              <a:avLst/>
              <a:gdLst>
                <a:gd name="connsiteX0" fmla="*/ 33712 w 33711"/>
                <a:gd name="connsiteY0" fmla="*/ 13308 h 26614"/>
                <a:gd name="connsiteX1" fmla="*/ 16856 w 33711"/>
                <a:gd name="connsiteY1" fmla="*/ 26615 h 26614"/>
                <a:gd name="connsiteX2" fmla="*/ 0 w 33711"/>
                <a:gd name="connsiteY2" fmla="*/ 13308 h 26614"/>
                <a:gd name="connsiteX3" fmla="*/ 16856 w 33711"/>
                <a:gd name="connsiteY3" fmla="*/ 0 h 26614"/>
                <a:gd name="connsiteX4" fmla="*/ 33712 w 33711"/>
                <a:gd name="connsiteY4" fmla="*/ 13308 h 26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1" h="26614">
                  <a:moveTo>
                    <a:pt x="33712" y="13308"/>
                  </a:moveTo>
                  <a:cubicBezTo>
                    <a:pt x="33712" y="20658"/>
                    <a:pt x="26234" y="26615"/>
                    <a:pt x="16856" y="26615"/>
                  </a:cubicBezTo>
                  <a:cubicBezTo>
                    <a:pt x="7477" y="26615"/>
                    <a:pt x="0" y="20658"/>
                    <a:pt x="0" y="13308"/>
                  </a:cubicBezTo>
                  <a:cubicBezTo>
                    <a:pt x="0" y="5957"/>
                    <a:pt x="7477" y="0"/>
                    <a:pt x="16856" y="0"/>
                  </a:cubicBezTo>
                  <a:cubicBezTo>
                    <a:pt x="26234" y="0"/>
                    <a:pt x="33712" y="5957"/>
                    <a:pt x="33712" y="1330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11" name="Freeform: Shape 3610">
              <a:extLst>
                <a:ext uri="{FF2B5EF4-FFF2-40B4-BE49-F238E27FC236}">
                  <a16:creationId xmlns:a16="http://schemas.microsoft.com/office/drawing/2014/main" id="{C989BB99-F5A5-5A50-6173-4BBD837FA72F}"/>
                </a:ext>
              </a:extLst>
            </p:cNvPr>
            <p:cNvSpPr/>
            <p:nvPr/>
          </p:nvSpPr>
          <p:spPr>
            <a:xfrm>
              <a:off x="2089496" y="4748700"/>
              <a:ext cx="32697" cy="26107"/>
            </a:xfrm>
            <a:custGeom>
              <a:avLst/>
              <a:gdLst>
                <a:gd name="connsiteX0" fmla="*/ 32698 w 32697"/>
                <a:gd name="connsiteY0" fmla="*/ 13054 h 26107"/>
                <a:gd name="connsiteX1" fmla="*/ 16349 w 32697"/>
                <a:gd name="connsiteY1" fmla="*/ 26108 h 26107"/>
                <a:gd name="connsiteX2" fmla="*/ 0 w 32697"/>
                <a:gd name="connsiteY2" fmla="*/ 13054 h 26107"/>
                <a:gd name="connsiteX3" fmla="*/ 16349 w 32697"/>
                <a:gd name="connsiteY3" fmla="*/ 0 h 26107"/>
                <a:gd name="connsiteX4" fmla="*/ 32698 w 32697"/>
                <a:gd name="connsiteY4" fmla="*/ 13054 h 2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97" h="26107">
                  <a:moveTo>
                    <a:pt x="32698" y="13054"/>
                  </a:moveTo>
                  <a:cubicBezTo>
                    <a:pt x="32698" y="20278"/>
                    <a:pt x="25347" y="26108"/>
                    <a:pt x="16349" y="26108"/>
                  </a:cubicBezTo>
                  <a:cubicBezTo>
                    <a:pt x="7351" y="26108"/>
                    <a:pt x="0" y="20278"/>
                    <a:pt x="0" y="13054"/>
                  </a:cubicBezTo>
                  <a:cubicBezTo>
                    <a:pt x="0" y="5830"/>
                    <a:pt x="7351" y="0"/>
                    <a:pt x="16349" y="0"/>
                  </a:cubicBezTo>
                  <a:cubicBezTo>
                    <a:pt x="25347" y="0"/>
                    <a:pt x="32698" y="5830"/>
                    <a:pt x="32698" y="1305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12" name="Freeform: Shape 3611">
              <a:extLst>
                <a:ext uri="{FF2B5EF4-FFF2-40B4-BE49-F238E27FC236}">
                  <a16:creationId xmlns:a16="http://schemas.microsoft.com/office/drawing/2014/main" id="{F4608F98-C086-0A03-494F-5351325F83E7}"/>
                </a:ext>
              </a:extLst>
            </p:cNvPr>
            <p:cNvSpPr/>
            <p:nvPr/>
          </p:nvSpPr>
          <p:spPr>
            <a:xfrm>
              <a:off x="2041590" y="4651873"/>
              <a:ext cx="32697" cy="26107"/>
            </a:xfrm>
            <a:custGeom>
              <a:avLst/>
              <a:gdLst>
                <a:gd name="connsiteX0" fmla="*/ 32698 w 32697"/>
                <a:gd name="connsiteY0" fmla="*/ 13054 h 26107"/>
                <a:gd name="connsiteX1" fmla="*/ 16349 w 32697"/>
                <a:gd name="connsiteY1" fmla="*/ 26108 h 26107"/>
                <a:gd name="connsiteX2" fmla="*/ 0 w 32697"/>
                <a:gd name="connsiteY2" fmla="*/ 13054 h 26107"/>
                <a:gd name="connsiteX3" fmla="*/ 16349 w 32697"/>
                <a:gd name="connsiteY3" fmla="*/ 0 h 26107"/>
                <a:gd name="connsiteX4" fmla="*/ 32698 w 32697"/>
                <a:gd name="connsiteY4" fmla="*/ 13054 h 2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97" h="26107">
                  <a:moveTo>
                    <a:pt x="32698" y="13054"/>
                  </a:moveTo>
                  <a:cubicBezTo>
                    <a:pt x="32698" y="20278"/>
                    <a:pt x="25347" y="26108"/>
                    <a:pt x="16349" y="26108"/>
                  </a:cubicBezTo>
                  <a:cubicBezTo>
                    <a:pt x="7351" y="26108"/>
                    <a:pt x="0" y="20278"/>
                    <a:pt x="0" y="13054"/>
                  </a:cubicBezTo>
                  <a:cubicBezTo>
                    <a:pt x="0" y="5830"/>
                    <a:pt x="7351" y="0"/>
                    <a:pt x="16349" y="0"/>
                  </a:cubicBezTo>
                  <a:cubicBezTo>
                    <a:pt x="25347" y="0"/>
                    <a:pt x="32698" y="5830"/>
                    <a:pt x="32698" y="1305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13" name="Freeform: Shape 3612">
              <a:extLst>
                <a:ext uri="{FF2B5EF4-FFF2-40B4-BE49-F238E27FC236}">
                  <a16:creationId xmlns:a16="http://schemas.microsoft.com/office/drawing/2014/main" id="{C4A4EDA0-FA66-1BBB-DE69-FD2D9DD40D97}"/>
                </a:ext>
              </a:extLst>
            </p:cNvPr>
            <p:cNvSpPr/>
            <p:nvPr/>
          </p:nvSpPr>
          <p:spPr>
            <a:xfrm>
              <a:off x="1997740" y="4554413"/>
              <a:ext cx="31937" cy="25347"/>
            </a:xfrm>
            <a:custGeom>
              <a:avLst/>
              <a:gdLst>
                <a:gd name="connsiteX0" fmla="*/ 31937 w 31937"/>
                <a:gd name="connsiteY0" fmla="*/ 12674 h 25347"/>
                <a:gd name="connsiteX1" fmla="*/ 15969 w 31937"/>
                <a:gd name="connsiteY1" fmla="*/ 25347 h 25347"/>
                <a:gd name="connsiteX2" fmla="*/ 0 w 31937"/>
                <a:gd name="connsiteY2" fmla="*/ 12674 h 25347"/>
                <a:gd name="connsiteX3" fmla="*/ 15969 w 31937"/>
                <a:gd name="connsiteY3" fmla="*/ 0 h 25347"/>
                <a:gd name="connsiteX4" fmla="*/ 31937 w 31937"/>
                <a:gd name="connsiteY4" fmla="*/ 12674 h 25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937" h="25347">
                  <a:moveTo>
                    <a:pt x="31937" y="12674"/>
                  </a:moveTo>
                  <a:cubicBezTo>
                    <a:pt x="31937" y="19644"/>
                    <a:pt x="24713" y="25347"/>
                    <a:pt x="15969" y="25347"/>
                  </a:cubicBezTo>
                  <a:cubicBezTo>
                    <a:pt x="7224" y="25347"/>
                    <a:pt x="0" y="19644"/>
                    <a:pt x="0" y="12674"/>
                  </a:cubicBezTo>
                  <a:cubicBezTo>
                    <a:pt x="0" y="5703"/>
                    <a:pt x="7097" y="0"/>
                    <a:pt x="15969" y="0"/>
                  </a:cubicBezTo>
                  <a:cubicBezTo>
                    <a:pt x="24840" y="0"/>
                    <a:pt x="31937" y="5703"/>
                    <a:pt x="31937" y="1267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14" name="Freeform: Shape 3613">
              <a:extLst>
                <a:ext uri="{FF2B5EF4-FFF2-40B4-BE49-F238E27FC236}">
                  <a16:creationId xmlns:a16="http://schemas.microsoft.com/office/drawing/2014/main" id="{8C323D13-0AF8-10DC-DA8C-00A915683757}"/>
                </a:ext>
              </a:extLst>
            </p:cNvPr>
            <p:cNvSpPr/>
            <p:nvPr/>
          </p:nvSpPr>
          <p:spPr>
            <a:xfrm>
              <a:off x="1957311" y="4455686"/>
              <a:ext cx="31430" cy="24840"/>
            </a:xfrm>
            <a:custGeom>
              <a:avLst/>
              <a:gdLst>
                <a:gd name="connsiteX0" fmla="*/ 31430 w 31430"/>
                <a:gd name="connsiteY0" fmla="*/ 12420 h 24840"/>
                <a:gd name="connsiteX1" fmla="*/ 15715 w 31430"/>
                <a:gd name="connsiteY1" fmla="*/ 24840 h 24840"/>
                <a:gd name="connsiteX2" fmla="*/ 0 w 31430"/>
                <a:gd name="connsiteY2" fmla="*/ 12420 h 24840"/>
                <a:gd name="connsiteX3" fmla="*/ 15715 w 31430"/>
                <a:gd name="connsiteY3" fmla="*/ 0 h 24840"/>
                <a:gd name="connsiteX4" fmla="*/ 31430 w 31430"/>
                <a:gd name="connsiteY4" fmla="*/ 12420 h 2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30" h="24840">
                  <a:moveTo>
                    <a:pt x="31430" y="12420"/>
                  </a:moveTo>
                  <a:cubicBezTo>
                    <a:pt x="31430" y="19264"/>
                    <a:pt x="24460" y="24840"/>
                    <a:pt x="15715" y="24840"/>
                  </a:cubicBezTo>
                  <a:cubicBezTo>
                    <a:pt x="6971" y="24840"/>
                    <a:pt x="0" y="19264"/>
                    <a:pt x="0" y="12420"/>
                  </a:cubicBezTo>
                  <a:cubicBezTo>
                    <a:pt x="0" y="5576"/>
                    <a:pt x="7097" y="0"/>
                    <a:pt x="15715" y="0"/>
                  </a:cubicBezTo>
                  <a:cubicBezTo>
                    <a:pt x="24333" y="0"/>
                    <a:pt x="31430" y="5576"/>
                    <a:pt x="31430" y="1242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15" name="Freeform: Shape 3614">
              <a:extLst>
                <a:ext uri="{FF2B5EF4-FFF2-40B4-BE49-F238E27FC236}">
                  <a16:creationId xmlns:a16="http://schemas.microsoft.com/office/drawing/2014/main" id="{1DBF7688-D93E-768A-7C13-879CFF0882C9}"/>
                </a:ext>
              </a:extLst>
            </p:cNvPr>
            <p:cNvSpPr/>
            <p:nvPr/>
          </p:nvSpPr>
          <p:spPr>
            <a:xfrm>
              <a:off x="1920557" y="4355945"/>
              <a:ext cx="31430" cy="24840"/>
            </a:xfrm>
            <a:custGeom>
              <a:avLst/>
              <a:gdLst>
                <a:gd name="connsiteX0" fmla="*/ 31431 w 31430"/>
                <a:gd name="connsiteY0" fmla="*/ 12420 h 24840"/>
                <a:gd name="connsiteX1" fmla="*/ 15715 w 31430"/>
                <a:gd name="connsiteY1" fmla="*/ 24840 h 24840"/>
                <a:gd name="connsiteX2" fmla="*/ 0 w 31430"/>
                <a:gd name="connsiteY2" fmla="*/ 12420 h 24840"/>
                <a:gd name="connsiteX3" fmla="*/ 15715 w 31430"/>
                <a:gd name="connsiteY3" fmla="*/ 0 h 24840"/>
                <a:gd name="connsiteX4" fmla="*/ 31431 w 31430"/>
                <a:gd name="connsiteY4" fmla="*/ 12420 h 2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30" h="24840">
                  <a:moveTo>
                    <a:pt x="31431" y="12420"/>
                  </a:moveTo>
                  <a:cubicBezTo>
                    <a:pt x="31431" y="19264"/>
                    <a:pt x="24460" y="24840"/>
                    <a:pt x="15715" y="24840"/>
                  </a:cubicBezTo>
                  <a:cubicBezTo>
                    <a:pt x="6971" y="24840"/>
                    <a:pt x="0" y="19264"/>
                    <a:pt x="0" y="12420"/>
                  </a:cubicBezTo>
                  <a:cubicBezTo>
                    <a:pt x="0" y="5576"/>
                    <a:pt x="7097" y="0"/>
                    <a:pt x="15715" y="0"/>
                  </a:cubicBezTo>
                  <a:cubicBezTo>
                    <a:pt x="24333" y="0"/>
                    <a:pt x="31431" y="5576"/>
                    <a:pt x="31431" y="1242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16" name="Freeform: Shape 3615">
              <a:extLst>
                <a:ext uri="{FF2B5EF4-FFF2-40B4-BE49-F238E27FC236}">
                  <a16:creationId xmlns:a16="http://schemas.microsoft.com/office/drawing/2014/main" id="{1FA2AAE7-7C4D-68BC-470A-135C733D6054}"/>
                </a:ext>
              </a:extLst>
            </p:cNvPr>
            <p:cNvSpPr/>
            <p:nvPr/>
          </p:nvSpPr>
          <p:spPr>
            <a:xfrm>
              <a:off x="1887986" y="4255443"/>
              <a:ext cx="30670" cy="24333"/>
            </a:xfrm>
            <a:custGeom>
              <a:avLst/>
              <a:gdLst>
                <a:gd name="connsiteX0" fmla="*/ 30670 w 30670"/>
                <a:gd name="connsiteY0" fmla="*/ 12167 h 24333"/>
                <a:gd name="connsiteX1" fmla="*/ 15335 w 30670"/>
                <a:gd name="connsiteY1" fmla="*/ 24333 h 24333"/>
                <a:gd name="connsiteX2" fmla="*/ 0 w 30670"/>
                <a:gd name="connsiteY2" fmla="*/ 12167 h 24333"/>
                <a:gd name="connsiteX3" fmla="*/ 15335 w 30670"/>
                <a:gd name="connsiteY3" fmla="*/ 0 h 24333"/>
                <a:gd name="connsiteX4" fmla="*/ 30670 w 30670"/>
                <a:gd name="connsiteY4" fmla="*/ 12167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70" h="24333">
                  <a:moveTo>
                    <a:pt x="30670" y="12167"/>
                  </a:moveTo>
                  <a:cubicBezTo>
                    <a:pt x="30670" y="18884"/>
                    <a:pt x="23826" y="24333"/>
                    <a:pt x="15335" y="24333"/>
                  </a:cubicBezTo>
                  <a:cubicBezTo>
                    <a:pt x="6844" y="24333"/>
                    <a:pt x="0" y="18884"/>
                    <a:pt x="0" y="12167"/>
                  </a:cubicBezTo>
                  <a:cubicBezTo>
                    <a:pt x="0" y="5450"/>
                    <a:pt x="6844" y="0"/>
                    <a:pt x="15335" y="0"/>
                  </a:cubicBezTo>
                  <a:cubicBezTo>
                    <a:pt x="23826" y="0"/>
                    <a:pt x="30670" y="5450"/>
                    <a:pt x="30670" y="121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17" name="Freeform: Shape 3616">
              <a:extLst>
                <a:ext uri="{FF2B5EF4-FFF2-40B4-BE49-F238E27FC236}">
                  <a16:creationId xmlns:a16="http://schemas.microsoft.com/office/drawing/2014/main" id="{16F05316-E505-441B-CF43-DCC3737126A6}"/>
                </a:ext>
              </a:extLst>
            </p:cNvPr>
            <p:cNvSpPr/>
            <p:nvPr/>
          </p:nvSpPr>
          <p:spPr>
            <a:xfrm>
              <a:off x="1859217" y="4154434"/>
              <a:ext cx="29909" cy="23573"/>
            </a:xfrm>
            <a:custGeom>
              <a:avLst/>
              <a:gdLst>
                <a:gd name="connsiteX0" fmla="*/ 29910 w 29909"/>
                <a:gd name="connsiteY0" fmla="*/ 11787 h 23573"/>
                <a:gd name="connsiteX1" fmla="*/ 14955 w 29909"/>
                <a:gd name="connsiteY1" fmla="*/ 23573 h 23573"/>
                <a:gd name="connsiteX2" fmla="*/ 0 w 29909"/>
                <a:gd name="connsiteY2" fmla="*/ 11787 h 23573"/>
                <a:gd name="connsiteX3" fmla="*/ 14955 w 29909"/>
                <a:gd name="connsiteY3" fmla="*/ 0 h 23573"/>
                <a:gd name="connsiteX4" fmla="*/ 29910 w 29909"/>
                <a:gd name="connsiteY4" fmla="*/ 11787 h 23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909" h="23573">
                  <a:moveTo>
                    <a:pt x="29910" y="11787"/>
                  </a:moveTo>
                  <a:cubicBezTo>
                    <a:pt x="29910" y="18377"/>
                    <a:pt x="23193" y="23573"/>
                    <a:pt x="14955" y="23573"/>
                  </a:cubicBezTo>
                  <a:cubicBezTo>
                    <a:pt x="6717" y="23573"/>
                    <a:pt x="0" y="18250"/>
                    <a:pt x="0" y="11787"/>
                  </a:cubicBezTo>
                  <a:cubicBezTo>
                    <a:pt x="0" y="5323"/>
                    <a:pt x="6717" y="0"/>
                    <a:pt x="14955" y="0"/>
                  </a:cubicBezTo>
                  <a:cubicBezTo>
                    <a:pt x="23193" y="0"/>
                    <a:pt x="29910" y="5323"/>
                    <a:pt x="29910" y="1178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18" name="Freeform: Shape 3617">
              <a:extLst>
                <a:ext uri="{FF2B5EF4-FFF2-40B4-BE49-F238E27FC236}">
                  <a16:creationId xmlns:a16="http://schemas.microsoft.com/office/drawing/2014/main" id="{7AF90720-3262-8A22-62BF-AC086708FD75}"/>
                </a:ext>
              </a:extLst>
            </p:cNvPr>
            <p:cNvSpPr/>
            <p:nvPr/>
          </p:nvSpPr>
          <p:spPr>
            <a:xfrm>
              <a:off x="1834250" y="4052666"/>
              <a:ext cx="29275" cy="23192"/>
            </a:xfrm>
            <a:custGeom>
              <a:avLst/>
              <a:gdLst>
                <a:gd name="connsiteX0" fmla="*/ 29276 w 29275"/>
                <a:gd name="connsiteY0" fmla="*/ 11533 h 23192"/>
                <a:gd name="connsiteX1" fmla="*/ 14575 w 29275"/>
                <a:gd name="connsiteY1" fmla="*/ 23193 h 23192"/>
                <a:gd name="connsiteX2" fmla="*/ 0 w 29275"/>
                <a:gd name="connsiteY2" fmla="*/ 11533 h 23192"/>
                <a:gd name="connsiteX3" fmla="*/ 14575 w 29275"/>
                <a:gd name="connsiteY3" fmla="*/ 0 h 23192"/>
                <a:gd name="connsiteX4" fmla="*/ 29276 w 29275"/>
                <a:gd name="connsiteY4" fmla="*/ 11533 h 23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275" h="23192">
                  <a:moveTo>
                    <a:pt x="29276" y="11533"/>
                  </a:moveTo>
                  <a:cubicBezTo>
                    <a:pt x="29276" y="17997"/>
                    <a:pt x="22686" y="23193"/>
                    <a:pt x="14575" y="23193"/>
                  </a:cubicBezTo>
                  <a:cubicBezTo>
                    <a:pt x="6464" y="23193"/>
                    <a:pt x="0" y="17997"/>
                    <a:pt x="0" y="11533"/>
                  </a:cubicBezTo>
                  <a:cubicBezTo>
                    <a:pt x="0" y="5069"/>
                    <a:pt x="6590" y="0"/>
                    <a:pt x="14575" y="0"/>
                  </a:cubicBezTo>
                  <a:cubicBezTo>
                    <a:pt x="22559" y="0"/>
                    <a:pt x="29276" y="5196"/>
                    <a:pt x="29276" y="1153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19" name="Freeform: Shape 3618">
              <a:extLst>
                <a:ext uri="{FF2B5EF4-FFF2-40B4-BE49-F238E27FC236}">
                  <a16:creationId xmlns:a16="http://schemas.microsoft.com/office/drawing/2014/main" id="{D0B55FC8-7A49-C1D7-54AF-0C1E3AA2CD9C}"/>
                </a:ext>
              </a:extLst>
            </p:cNvPr>
            <p:cNvSpPr/>
            <p:nvPr/>
          </p:nvSpPr>
          <p:spPr>
            <a:xfrm>
              <a:off x="1812705" y="3950136"/>
              <a:ext cx="29275" cy="23192"/>
            </a:xfrm>
            <a:custGeom>
              <a:avLst/>
              <a:gdLst>
                <a:gd name="connsiteX0" fmla="*/ 29276 w 29275"/>
                <a:gd name="connsiteY0" fmla="*/ 11533 h 23192"/>
                <a:gd name="connsiteX1" fmla="*/ 14701 w 29275"/>
                <a:gd name="connsiteY1" fmla="*/ 23193 h 23192"/>
                <a:gd name="connsiteX2" fmla="*/ 0 w 29275"/>
                <a:gd name="connsiteY2" fmla="*/ 11533 h 23192"/>
                <a:gd name="connsiteX3" fmla="*/ 14701 w 29275"/>
                <a:gd name="connsiteY3" fmla="*/ 0 h 23192"/>
                <a:gd name="connsiteX4" fmla="*/ 29276 w 29275"/>
                <a:gd name="connsiteY4" fmla="*/ 11533 h 23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275" h="23192">
                  <a:moveTo>
                    <a:pt x="29276" y="11533"/>
                  </a:moveTo>
                  <a:cubicBezTo>
                    <a:pt x="29276" y="17997"/>
                    <a:pt x="22686" y="23193"/>
                    <a:pt x="14701" y="23193"/>
                  </a:cubicBezTo>
                  <a:cubicBezTo>
                    <a:pt x="6717" y="23193"/>
                    <a:pt x="0" y="17997"/>
                    <a:pt x="0" y="11533"/>
                  </a:cubicBezTo>
                  <a:cubicBezTo>
                    <a:pt x="0" y="5069"/>
                    <a:pt x="6590" y="0"/>
                    <a:pt x="14701" y="0"/>
                  </a:cubicBezTo>
                  <a:cubicBezTo>
                    <a:pt x="22813" y="0"/>
                    <a:pt x="29276" y="5196"/>
                    <a:pt x="29276" y="1153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20" name="Freeform: Shape 3619">
              <a:extLst>
                <a:ext uri="{FF2B5EF4-FFF2-40B4-BE49-F238E27FC236}">
                  <a16:creationId xmlns:a16="http://schemas.microsoft.com/office/drawing/2014/main" id="{5F9B9DF4-A69B-95F9-4541-6CD3D779AE7C}"/>
                </a:ext>
              </a:extLst>
            </p:cNvPr>
            <p:cNvSpPr/>
            <p:nvPr/>
          </p:nvSpPr>
          <p:spPr>
            <a:xfrm>
              <a:off x="1795596" y="3847354"/>
              <a:ext cx="28388" cy="22558"/>
            </a:xfrm>
            <a:custGeom>
              <a:avLst/>
              <a:gdLst>
                <a:gd name="connsiteX0" fmla="*/ 28389 w 28388"/>
                <a:gd name="connsiteY0" fmla="*/ 11279 h 22558"/>
                <a:gd name="connsiteX1" fmla="*/ 14195 w 28388"/>
                <a:gd name="connsiteY1" fmla="*/ 22559 h 22558"/>
                <a:gd name="connsiteX2" fmla="*/ 0 w 28388"/>
                <a:gd name="connsiteY2" fmla="*/ 11279 h 22558"/>
                <a:gd name="connsiteX3" fmla="*/ 14195 w 28388"/>
                <a:gd name="connsiteY3" fmla="*/ 0 h 22558"/>
                <a:gd name="connsiteX4" fmla="*/ 28389 w 28388"/>
                <a:gd name="connsiteY4" fmla="*/ 11279 h 22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388" h="22558">
                  <a:moveTo>
                    <a:pt x="28389" y="11279"/>
                  </a:moveTo>
                  <a:cubicBezTo>
                    <a:pt x="28389" y="17490"/>
                    <a:pt x="22052" y="22559"/>
                    <a:pt x="14195" y="22559"/>
                  </a:cubicBezTo>
                  <a:cubicBezTo>
                    <a:pt x="6337" y="22559"/>
                    <a:pt x="0" y="17490"/>
                    <a:pt x="0" y="11279"/>
                  </a:cubicBezTo>
                  <a:cubicBezTo>
                    <a:pt x="0" y="5069"/>
                    <a:pt x="6337" y="0"/>
                    <a:pt x="14195" y="0"/>
                  </a:cubicBezTo>
                  <a:cubicBezTo>
                    <a:pt x="22052" y="0"/>
                    <a:pt x="28389" y="5069"/>
                    <a:pt x="28389" y="1127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21" name="Freeform: Shape 3620">
              <a:extLst>
                <a:ext uri="{FF2B5EF4-FFF2-40B4-BE49-F238E27FC236}">
                  <a16:creationId xmlns:a16="http://schemas.microsoft.com/office/drawing/2014/main" id="{3327BC46-022C-EA73-6784-840AC7BAAB4F}"/>
                </a:ext>
              </a:extLst>
            </p:cNvPr>
            <p:cNvSpPr/>
            <p:nvPr/>
          </p:nvSpPr>
          <p:spPr>
            <a:xfrm>
              <a:off x="1782288" y="3744190"/>
              <a:ext cx="27628" cy="21925"/>
            </a:xfrm>
            <a:custGeom>
              <a:avLst/>
              <a:gdLst>
                <a:gd name="connsiteX0" fmla="*/ 27628 w 27628"/>
                <a:gd name="connsiteY0" fmla="*/ 11026 h 21925"/>
                <a:gd name="connsiteX1" fmla="*/ 13814 w 27628"/>
                <a:gd name="connsiteY1" fmla="*/ 21925 h 21925"/>
                <a:gd name="connsiteX2" fmla="*/ 0 w 27628"/>
                <a:gd name="connsiteY2" fmla="*/ 11026 h 21925"/>
                <a:gd name="connsiteX3" fmla="*/ 13814 w 27628"/>
                <a:gd name="connsiteY3" fmla="*/ 0 h 21925"/>
                <a:gd name="connsiteX4" fmla="*/ 27628 w 27628"/>
                <a:gd name="connsiteY4" fmla="*/ 11026 h 2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28" h="21925">
                  <a:moveTo>
                    <a:pt x="27628" y="11026"/>
                  </a:moveTo>
                  <a:cubicBezTo>
                    <a:pt x="27628" y="17109"/>
                    <a:pt x="21418" y="21925"/>
                    <a:pt x="13814" y="21925"/>
                  </a:cubicBezTo>
                  <a:cubicBezTo>
                    <a:pt x="6210" y="21925"/>
                    <a:pt x="0" y="16983"/>
                    <a:pt x="0" y="11026"/>
                  </a:cubicBezTo>
                  <a:cubicBezTo>
                    <a:pt x="0" y="5069"/>
                    <a:pt x="6210" y="0"/>
                    <a:pt x="13814" y="0"/>
                  </a:cubicBezTo>
                  <a:cubicBezTo>
                    <a:pt x="21418" y="0"/>
                    <a:pt x="27628" y="4943"/>
                    <a:pt x="27628" y="1102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22" name="Freeform: Shape 3621">
              <a:extLst>
                <a:ext uri="{FF2B5EF4-FFF2-40B4-BE49-F238E27FC236}">
                  <a16:creationId xmlns:a16="http://schemas.microsoft.com/office/drawing/2014/main" id="{AB110110-97EB-0386-76B8-6B22E013036F}"/>
                </a:ext>
              </a:extLst>
            </p:cNvPr>
            <p:cNvSpPr/>
            <p:nvPr/>
          </p:nvSpPr>
          <p:spPr>
            <a:xfrm>
              <a:off x="1772783" y="3640774"/>
              <a:ext cx="26867" cy="21291"/>
            </a:xfrm>
            <a:custGeom>
              <a:avLst/>
              <a:gdLst>
                <a:gd name="connsiteX0" fmla="*/ 26868 w 26867"/>
                <a:gd name="connsiteY0" fmla="*/ 10646 h 21291"/>
                <a:gd name="connsiteX1" fmla="*/ 13434 w 26867"/>
                <a:gd name="connsiteY1" fmla="*/ 21292 h 21291"/>
                <a:gd name="connsiteX2" fmla="*/ 0 w 26867"/>
                <a:gd name="connsiteY2" fmla="*/ 10646 h 21291"/>
                <a:gd name="connsiteX3" fmla="*/ 13434 w 26867"/>
                <a:gd name="connsiteY3" fmla="*/ 0 h 21291"/>
                <a:gd name="connsiteX4" fmla="*/ 26868 w 26867"/>
                <a:gd name="connsiteY4" fmla="*/ 10646 h 2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67" h="21291">
                  <a:moveTo>
                    <a:pt x="26868" y="10646"/>
                  </a:moveTo>
                  <a:cubicBezTo>
                    <a:pt x="26868" y="16602"/>
                    <a:pt x="20911" y="21292"/>
                    <a:pt x="13434" y="21292"/>
                  </a:cubicBezTo>
                  <a:cubicBezTo>
                    <a:pt x="5957" y="21292"/>
                    <a:pt x="0" y="16476"/>
                    <a:pt x="0" y="10646"/>
                  </a:cubicBezTo>
                  <a:cubicBezTo>
                    <a:pt x="0" y="4816"/>
                    <a:pt x="5957" y="0"/>
                    <a:pt x="13434" y="0"/>
                  </a:cubicBezTo>
                  <a:cubicBezTo>
                    <a:pt x="20911" y="0"/>
                    <a:pt x="26868" y="4816"/>
                    <a:pt x="26868" y="1064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23" name="Freeform: Shape 3622">
              <a:extLst>
                <a:ext uri="{FF2B5EF4-FFF2-40B4-BE49-F238E27FC236}">
                  <a16:creationId xmlns:a16="http://schemas.microsoft.com/office/drawing/2014/main" id="{DDCD8DB3-2BE1-F325-510E-43F26FC5F32B}"/>
                </a:ext>
              </a:extLst>
            </p:cNvPr>
            <p:cNvSpPr/>
            <p:nvPr/>
          </p:nvSpPr>
          <p:spPr>
            <a:xfrm>
              <a:off x="1767080" y="3537231"/>
              <a:ext cx="26361" cy="20784"/>
            </a:xfrm>
            <a:custGeom>
              <a:avLst/>
              <a:gdLst>
                <a:gd name="connsiteX0" fmla="*/ 26361 w 26361"/>
                <a:gd name="connsiteY0" fmla="*/ 10392 h 20784"/>
                <a:gd name="connsiteX1" fmla="*/ 13181 w 26361"/>
                <a:gd name="connsiteY1" fmla="*/ 20784 h 20784"/>
                <a:gd name="connsiteX2" fmla="*/ 0 w 26361"/>
                <a:gd name="connsiteY2" fmla="*/ 10392 h 20784"/>
                <a:gd name="connsiteX3" fmla="*/ 13181 w 26361"/>
                <a:gd name="connsiteY3" fmla="*/ 0 h 20784"/>
                <a:gd name="connsiteX4" fmla="*/ 26361 w 26361"/>
                <a:gd name="connsiteY4" fmla="*/ 10392 h 20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61" h="20784">
                  <a:moveTo>
                    <a:pt x="26361" y="10392"/>
                  </a:moveTo>
                  <a:cubicBezTo>
                    <a:pt x="26361" y="16222"/>
                    <a:pt x="20404" y="20784"/>
                    <a:pt x="13181" y="20784"/>
                  </a:cubicBezTo>
                  <a:cubicBezTo>
                    <a:pt x="5957" y="20784"/>
                    <a:pt x="0" y="16095"/>
                    <a:pt x="0" y="10392"/>
                  </a:cubicBezTo>
                  <a:cubicBezTo>
                    <a:pt x="0" y="4689"/>
                    <a:pt x="5830" y="0"/>
                    <a:pt x="13181" y="0"/>
                  </a:cubicBezTo>
                  <a:cubicBezTo>
                    <a:pt x="20531" y="0"/>
                    <a:pt x="26361" y="4689"/>
                    <a:pt x="26361" y="1039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24" name="Freeform: Shape 3623">
              <a:extLst>
                <a:ext uri="{FF2B5EF4-FFF2-40B4-BE49-F238E27FC236}">
                  <a16:creationId xmlns:a16="http://schemas.microsoft.com/office/drawing/2014/main" id="{16B0A4FB-6D96-4438-69BF-85C3FF558B57}"/>
                </a:ext>
              </a:extLst>
            </p:cNvPr>
            <p:cNvSpPr/>
            <p:nvPr/>
          </p:nvSpPr>
          <p:spPr>
            <a:xfrm>
              <a:off x="1765559" y="3433434"/>
              <a:ext cx="25600" cy="20277"/>
            </a:xfrm>
            <a:custGeom>
              <a:avLst/>
              <a:gdLst>
                <a:gd name="connsiteX0" fmla="*/ 25601 w 25600"/>
                <a:gd name="connsiteY0" fmla="*/ 10139 h 20277"/>
                <a:gd name="connsiteX1" fmla="*/ 12800 w 25600"/>
                <a:gd name="connsiteY1" fmla="*/ 20278 h 20277"/>
                <a:gd name="connsiteX2" fmla="*/ 0 w 25600"/>
                <a:gd name="connsiteY2" fmla="*/ 10139 h 20277"/>
                <a:gd name="connsiteX3" fmla="*/ 12800 w 25600"/>
                <a:gd name="connsiteY3" fmla="*/ 0 h 20277"/>
                <a:gd name="connsiteX4" fmla="*/ 25601 w 25600"/>
                <a:gd name="connsiteY4" fmla="*/ 10139 h 2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00" h="20277">
                  <a:moveTo>
                    <a:pt x="25601" y="10139"/>
                  </a:moveTo>
                  <a:cubicBezTo>
                    <a:pt x="25601" y="15715"/>
                    <a:pt x="19898" y="20278"/>
                    <a:pt x="12800" y="20278"/>
                  </a:cubicBezTo>
                  <a:cubicBezTo>
                    <a:pt x="5703" y="20278"/>
                    <a:pt x="0" y="15715"/>
                    <a:pt x="0" y="10139"/>
                  </a:cubicBezTo>
                  <a:cubicBezTo>
                    <a:pt x="0" y="4562"/>
                    <a:pt x="5703" y="0"/>
                    <a:pt x="12800" y="0"/>
                  </a:cubicBezTo>
                  <a:cubicBezTo>
                    <a:pt x="19898" y="0"/>
                    <a:pt x="25601" y="4562"/>
                    <a:pt x="25601" y="1013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25" name="Freeform: Shape 3624">
              <a:extLst>
                <a:ext uri="{FF2B5EF4-FFF2-40B4-BE49-F238E27FC236}">
                  <a16:creationId xmlns:a16="http://schemas.microsoft.com/office/drawing/2014/main" id="{651896A7-AB78-80AB-D69B-772535608B17}"/>
                </a:ext>
              </a:extLst>
            </p:cNvPr>
            <p:cNvSpPr/>
            <p:nvPr/>
          </p:nvSpPr>
          <p:spPr>
            <a:xfrm>
              <a:off x="1767967" y="3329890"/>
              <a:ext cx="24713" cy="19644"/>
            </a:xfrm>
            <a:custGeom>
              <a:avLst/>
              <a:gdLst>
                <a:gd name="connsiteX0" fmla="*/ 24713 w 24713"/>
                <a:gd name="connsiteY0" fmla="*/ 9759 h 19644"/>
                <a:gd name="connsiteX1" fmla="*/ 12420 w 24713"/>
                <a:gd name="connsiteY1" fmla="*/ 19644 h 19644"/>
                <a:gd name="connsiteX2" fmla="*/ 0 w 24713"/>
                <a:gd name="connsiteY2" fmla="*/ 9759 h 19644"/>
                <a:gd name="connsiteX3" fmla="*/ 12420 w 24713"/>
                <a:gd name="connsiteY3" fmla="*/ 0 h 19644"/>
                <a:gd name="connsiteX4" fmla="*/ 24713 w 24713"/>
                <a:gd name="connsiteY4" fmla="*/ 9759 h 19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713" h="19644">
                  <a:moveTo>
                    <a:pt x="24713" y="9759"/>
                  </a:moveTo>
                  <a:cubicBezTo>
                    <a:pt x="24713" y="15208"/>
                    <a:pt x="19137" y="19644"/>
                    <a:pt x="12420" y="19644"/>
                  </a:cubicBezTo>
                  <a:cubicBezTo>
                    <a:pt x="5703" y="19644"/>
                    <a:pt x="0" y="15208"/>
                    <a:pt x="0" y="9759"/>
                  </a:cubicBezTo>
                  <a:cubicBezTo>
                    <a:pt x="0" y="4309"/>
                    <a:pt x="5576" y="0"/>
                    <a:pt x="12420" y="0"/>
                  </a:cubicBezTo>
                  <a:cubicBezTo>
                    <a:pt x="19264" y="0"/>
                    <a:pt x="24713" y="4436"/>
                    <a:pt x="24713" y="975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26" name="Freeform: Shape 3625">
              <a:extLst>
                <a:ext uri="{FF2B5EF4-FFF2-40B4-BE49-F238E27FC236}">
                  <a16:creationId xmlns:a16="http://schemas.microsoft.com/office/drawing/2014/main" id="{D4DA0A87-3600-FE57-7EE8-724F8EB41764}"/>
                </a:ext>
              </a:extLst>
            </p:cNvPr>
            <p:cNvSpPr/>
            <p:nvPr/>
          </p:nvSpPr>
          <p:spPr>
            <a:xfrm>
              <a:off x="1774177" y="3226220"/>
              <a:ext cx="24079" cy="19010"/>
            </a:xfrm>
            <a:custGeom>
              <a:avLst/>
              <a:gdLst>
                <a:gd name="connsiteX0" fmla="*/ 24080 w 24079"/>
                <a:gd name="connsiteY0" fmla="*/ 9505 h 19010"/>
                <a:gd name="connsiteX1" fmla="*/ 12040 w 24079"/>
                <a:gd name="connsiteY1" fmla="*/ 19010 h 19010"/>
                <a:gd name="connsiteX2" fmla="*/ 0 w 24079"/>
                <a:gd name="connsiteY2" fmla="*/ 9505 h 19010"/>
                <a:gd name="connsiteX3" fmla="*/ 12040 w 24079"/>
                <a:gd name="connsiteY3" fmla="*/ 0 h 19010"/>
                <a:gd name="connsiteX4" fmla="*/ 24080 w 24079"/>
                <a:gd name="connsiteY4" fmla="*/ 9505 h 19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79" h="19010">
                  <a:moveTo>
                    <a:pt x="24080" y="9505"/>
                  </a:moveTo>
                  <a:cubicBezTo>
                    <a:pt x="24080" y="14701"/>
                    <a:pt x="18757" y="19010"/>
                    <a:pt x="12040" y="19010"/>
                  </a:cubicBezTo>
                  <a:cubicBezTo>
                    <a:pt x="5323" y="19010"/>
                    <a:pt x="0" y="14701"/>
                    <a:pt x="0" y="9505"/>
                  </a:cubicBezTo>
                  <a:cubicBezTo>
                    <a:pt x="0" y="4309"/>
                    <a:pt x="5323" y="0"/>
                    <a:pt x="12040" y="0"/>
                  </a:cubicBezTo>
                  <a:cubicBezTo>
                    <a:pt x="18757" y="0"/>
                    <a:pt x="24080" y="4309"/>
                    <a:pt x="24080" y="950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27" name="Freeform: Shape 3626">
              <a:extLst>
                <a:ext uri="{FF2B5EF4-FFF2-40B4-BE49-F238E27FC236}">
                  <a16:creationId xmlns:a16="http://schemas.microsoft.com/office/drawing/2014/main" id="{5FA72625-D459-F940-593D-FBAAA8B94E44}"/>
                </a:ext>
              </a:extLst>
            </p:cNvPr>
            <p:cNvSpPr/>
            <p:nvPr/>
          </p:nvSpPr>
          <p:spPr>
            <a:xfrm>
              <a:off x="1784443" y="3122804"/>
              <a:ext cx="23319" cy="18503"/>
            </a:xfrm>
            <a:custGeom>
              <a:avLst/>
              <a:gdLst>
                <a:gd name="connsiteX0" fmla="*/ 23319 w 23319"/>
                <a:gd name="connsiteY0" fmla="*/ 9252 h 18503"/>
                <a:gd name="connsiteX1" fmla="*/ 11660 w 23319"/>
                <a:gd name="connsiteY1" fmla="*/ 18504 h 18503"/>
                <a:gd name="connsiteX2" fmla="*/ 0 w 23319"/>
                <a:gd name="connsiteY2" fmla="*/ 9252 h 18503"/>
                <a:gd name="connsiteX3" fmla="*/ 11660 w 23319"/>
                <a:gd name="connsiteY3" fmla="*/ 0 h 18503"/>
                <a:gd name="connsiteX4" fmla="*/ 23319 w 23319"/>
                <a:gd name="connsiteY4" fmla="*/ 9252 h 18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319" h="18503">
                  <a:moveTo>
                    <a:pt x="23319" y="9252"/>
                  </a:moveTo>
                  <a:cubicBezTo>
                    <a:pt x="23319" y="14321"/>
                    <a:pt x="18123" y="18504"/>
                    <a:pt x="11660" y="18504"/>
                  </a:cubicBezTo>
                  <a:cubicBezTo>
                    <a:pt x="5196" y="18504"/>
                    <a:pt x="0" y="14321"/>
                    <a:pt x="0" y="9252"/>
                  </a:cubicBezTo>
                  <a:cubicBezTo>
                    <a:pt x="0" y="4182"/>
                    <a:pt x="5196" y="0"/>
                    <a:pt x="11660" y="0"/>
                  </a:cubicBezTo>
                  <a:cubicBezTo>
                    <a:pt x="18123" y="0"/>
                    <a:pt x="23319" y="4182"/>
                    <a:pt x="23319" y="925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28" name="Freeform: Shape 3627">
              <a:extLst>
                <a:ext uri="{FF2B5EF4-FFF2-40B4-BE49-F238E27FC236}">
                  <a16:creationId xmlns:a16="http://schemas.microsoft.com/office/drawing/2014/main" id="{15C10B27-8A26-E885-1FA4-E254FF1EC0B1}"/>
                </a:ext>
              </a:extLst>
            </p:cNvPr>
            <p:cNvSpPr/>
            <p:nvPr/>
          </p:nvSpPr>
          <p:spPr>
            <a:xfrm>
              <a:off x="1798891" y="3020021"/>
              <a:ext cx="21798" cy="17236"/>
            </a:xfrm>
            <a:custGeom>
              <a:avLst/>
              <a:gdLst>
                <a:gd name="connsiteX0" fmla="*/ 21799 w 21798"/>
                <a:gd name="connsiteY0" fmla="*/ 8618 h 17236"/>
                <a:gd name="connsiteX1" fmla="*/ 10899 w 21798"/>
                <a:gd name="connsiteY1" fmla="*/ 17236 h 17236"/>
                <a:gd name="connsiteX2" fmla="*/ 0 w 21798"/>
                <a:gd name="connsiteY2" fmla="*/ 8618 h 17236"/>
                <a:gd name="connsiteX3" fmla="*/ 10899 w 21798"/>
                <a:gd name="connsiteY3" fmla="*/ 0 h 17236"/>
                <a:gd name="connsiteX4" fmla="*/ 21799 w 21798"/>
                <a:gd name="connsiteY4" fmla="*/ 8618 h 17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798" h="17236">
                  <a:moveTo>
                    <a:pt x="21799" y="8618"/>
                  </a:moveTo>
                  <a:cubicBezTo>
                    <a:pt x="21799" y="13434"/>
                    <a:pt x="16856" y="17236"/>
                    <a:pt x="10899" y="17236"/>
                  </a:cubicBezTo>
                  <a:cubicBezTo>
                    <a:pt x="4943" y="17236"/>
                    <a:pt x="0" y="13307"/>
                    <a:pt x="0" y="8618"/>
                  </a:cubicBezTo>
                  <a:cubicBezTo>
                    <a:pt x="0" y="3929"/>
                    <a:pt x="4943" y="0"/>
                    <a:pt x="10899" y="0"/>
                  </a:cubicBezTo>
                  <a:cubicBezTo>
                    <a:pt x="16856" y="0"/>
                    <a:pt x="21799" y="3929"/>
                    <a:pt x="21799" y="86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29" name="Freeform: Shape 3628">
              <a:extLst>
                <a:ext uri="{FF2B5EF4-FFF2-40B4-BE49-F238E27FC236}">
                  <a16:creationId xmlns:a16="http://schemas.microsoft.com/office/drawing/2014/main" id="{4E33BFA1-D438-01BA-9C74-07F43B7906C3}"/>
                </a:ext>
              </a:extLst>
            </p:cNvPr>
            <p:cNvSpPr/>
            <p:nvPr/>
          </p:nvSpPr>
          <p:spPr>
            <a:xfrm>
              <a:off x="1816634" y="2917238"/>
              <a:ext cx="21291" cy="16855"/>
            </a:xfrm>
            <a:custGeom>
              <a:avLst/>
              <a:gdLst>
                <a:gd name="connsiteX0" fmla="*/ 21292 w 21291"/>
                <a:gd name="connsiteY0" fmla="*/ 8365 h 16855"/>
                <a:gd name="connsiteX1" fmla="*/ 10646 w 21291"/>
                <a:gd name="connsiteY1" fmla="*/ 16856 h 16855"/>
                <a:gd name="connsiteX2" fmla="*/ 0 w 21291"/>
                <a:gd name="connsiteY2" fmla="*/ 8365 h 16855"/>
                <a:gd name="connsiteX3" fmla="*/ 10646 w 21291"/>
                <a:gd name="connsiteY3" fmla="*/ 0 h 16855"/>
                <a:gd name="connsiteX4" fmla="*/ 21292 w 21291"/>
                <a:gd name="connsiteY4" fmla="*/ 8365 h 16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291" h="16855">
                  <a:moveTo>
                    <a:pt x="21292" y="8365"/>
                  </a:moveTo>
                  <a:cubicBezTo>
                    <a:pt x="21292" y="13054"/>
                    <a:pt x="16602" y="16856"/>
                    <a:pt x="10646" y="16856"/>
                  </a:cubicBezTo>
                  <a:cubicBezTo>
                    <a:pt x="4689" y="16856"/>
                    <a:pt x="0" y="13054"/>
                    <a:pt x="0" y="8365"/>
                  </a:cubicBezTo>
                  <a:cubicBezTo>
                    <a:pt x="0" y="3675"/>
                    <a:pt x="4689" y="0"/>
                    <a:pt x="10646" y="0"/>
                  </a:cubicBezTo>
                  <a:cubicBezTo>
                    <a:pt x="16602" y="0"/>
                    <a:pt x="21292" y="3802"/>
                    <a:pt x="21292" y="836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30" name="Freeform: Shape 3629">
              <a:extLst>
                <a:ext uri="{FF2B5EF4-FFF2-40B4-BE49-F238E27FC236}">
                  <a16:creationId xmlns:a16="http://schemas.microsoft.com/office/drawing/2014/main" id="{EB62A903-6ADB-91B9-AB4E-A566B8293E30}"/>
                </a:ext>
              </a:extLst>
            </p:cNvPr>
            <p:cNvSpPr/>
            <p:nvPr/>
          </p:nvSpPr>
          <p:spPr>
            <a:xfrm>
              <a:off x="1838813" y="2815089"/>
              <a:ext cx="19770" cy="15715"/>
            </a:xfrm>
            <a:custGeom>
              <a:avLst/>
              <a:gdLst>
                <a:gd name="connsiteX0" fmla="*/ 19771 w 19770"/>
                <a:gd name="connsiteY0" fmla="*/ 7858 h 15715"/>
                <a:gd name="connsiteX1" fmla="*/ 9885 w 19770"/>
                <a:gd name="connsiteY1" fmla="*/ 15715 h 15715"/>
                <a:gd name="connsiteX2" fmla="*/ 0 w 19770"/>
                <a:gd name="connsiteY2" fmla="*/ 7858 h 15715"/>
                <a:gd name="connsiteX3" fmla="*/ 9885 w 19770"/>
                <a:gd name="connsiteY3" fmla="*/ 0 h 15715"/>
                <a:gd name="connsiteX4" fmla="*/ 19771 w 19770"/>
                <a:gd name="connsiteY4" fmla="*/ 7858 h 1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70" h="15715">
                  <a:moveTo>
                    <a:pt x="19771" y="7858"/>
                  </a:moveTo>
                  <a:cubicBezTo>
                    <a:pt x="19771" y="12167"/>
                    <a:pt x="15335" y="15715"/>
                    <a:pt x="9885" y="15715"/>
                  </a:cubicBezTo>
                  <a:cubicBezTo>
                    <a:pt x="4436" y="15715"/>
                    <a:pt x="0" y="12167"/>
                    <a:pt x="0" y="7858"/>
                  </a:cubicBezTo>
                  <a:cubicBezTo>
                    <a:pt x="0" y="3549"/>
                    <a:pt x="4436" y="0"/>
                    <a:pt x="9885" y="0"/>
                  </a:cubicBezTo>
                  <a:cubicBezTo>
                    <a:pt x="15335" y="0"/>
                    <a:pt x="19771" y="3549"/>
                    <a:pt x="19771" y="785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31" name="Freeform: Shape 3630">
              <a:extLst>
                <a:ext uri="{FF2B5EF4-FFF2-40B4-BE49-F238E27FC236}">
                  <a16:creationId xmlns:a16="http://schemas.microsoft.com/office/drawing/2014/main" id="{860610D9-490D-4A0B-3B84-13BFB8B13EE3}"/>
                </a:ext>
              </a:extLst>
            </p:cNvPr>
            <p:cNvSpPr/>
            <p:nvPr/>
          </p:nvSpPr>
          <p:spPr>
            <a:xfrm>
              <a:off x="1864794" y="2713447"/>
              <a:ext cx="18756" cy="14954"/>
            </a:xfrm>
            <a:custGeom>
              <a:avLst/>
              <a:gdLst>
                <a:gd name="connsiteX0" fmla="*/ 18757 w 18756"/>
                <a:gd name="connsiteY0" fmla="*/ 7478 h 14954"/>
                <a:gd name="connsiteX1" fmla="*/ 9379 w 18756"/>
                <a:gd name="connsiteY1" fmla="*/ 14955 h 14954"/>
                <a:gd name="connsiteX2" fmla="*/ 0 w 18756"/>
                <a:gd name="connsiteY2" fmla="*/ 7478 h 14954"/>
                <a:gd name="connsiteX3" fmla="*/ 9379 w 18756"/>
                <a:gd name="connsiteY3" fmla="*/ 0 h 14954"/>
                <a:gd name="connsiteX4" fmla="*/ 18757 w 18756"/>
                <a:gd name="connsiteY4" fmla="*/ 7478 h 14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56" h="14954">
                  <a:moveTo>
                    <a:pt x="18757" y="7478"/>
                  </a:moveTo>
                  <a:cubicBezTo>
                    <a:pt x="18757" y="11533"/>
                    <a:pt x="14575" y="14955"/>
                    <a:pt x="9379" y="14955"/>
                  </a:cubicBezTo>
                  <a:cubicBezTo>
                    <a:pt x="4182" y="14955"/>
                    <a:pt x="0" y="11660"/>
                    <a:pt x="0" y="7478"/>
                  </a:cubicBezTo>
                  <a:cubicBezTo>
                    <a:pt x="0" y="3295"/>
                    <a:pt x="4182" y="0"/>
                    <a:pt x="9379" y="0"/>
                  </a:cubicBezTo>
                  <a:cubicBezTo>
                    <a:pt x="14575" y="0"/>
                    <a:pt x="18757" y="3295"/>
                    <a:pt x="18757" y="747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32" name="Freeform: Shape 3631">
              <a:extLst>
                <a:ext uri="{FF2B5EF4-FFF2-40B4-BE49-F238E27FC236}">
                  <a16:creationId xmlns:a16="http://schemas.microsoft.com/office/drawing/2014/main" id="{B34D78E9-7A2D-942F-9DBF-8938373F3C34}"/>
                </a:ext>
              </a:extLst>
            </p:cNvPr>
            <p:cNvSpPr/>
            <p:nvPr/>
          </p:nvSpPr>
          <p:spPr>
            <a:xfrm>
              <a:off x="1894196" y="2612311"/>
              <a:ext cx="18249" cy="14447"/>
            </a:xfrm>
            <a:custGeom>
              <a:avLst/>
              <a:gdLst>
                <a:gd name="connsiteX0" fmla="*/ 18250 w 18249"/>
                <a:gd name="connsiteY0" fmla="*/ 7224 h 14447"/>
                <a:gd name="connsiteX1" fmla="*/ 9125 w 18249"/>
                <a:gd name="connsiteY1" fmla="*/ 14448 h 14447"/>
                <a:gd name="connsiteX2" fmla="*/ 0 w 18249"/>
                <a:gd name="connsiteY2" fmla="*/ 7224 h 14447"/>
                <a:gd name="connsiteX3" fmla="*/ 9125 w 18249"/>
                <a:gd name="connsiteY3" fmla="*/ 0 h 14447"/>
                <a:gd name="connsiteX4" fmla="*/ 18250 w 18249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49" h="14447">
                  <a:moveTo>
                    <a:pt x="18250" y="7224"/>
                  </a:moveTo>
                  <a:cubicBezTo>
                    <a:pt x="18250" y="11279"/>
                    <a:pt x="14194" y="14448"/>
                    <a:pt x="9125" y="14448"/>
                  </a:cubicBezTo>
                  <a:cubicBezTo>
                    <a:pt x="4055" y="14448"/>
                    <a:pt x="0" y="11153"/>
                    <a:pt x="0" y="7224"/>
                  </a:cubicBezTo>
                  <a:cubicBezTo>
                    <a:pt x="0" y="3295"/>
                    <a:pt x="4055" y="0"/>
                    <a:pt x="9125" y="0"/>
                  </a:cubicBezTo>
                  <a:cubicBezTo>
                    <a:pt x="14194" y="0"/>
                    <a:pt x="18250" y="3295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33" name="Freeform: Shape 3632">
              <a:extLst>
                <a:ext uri="{FF2B5EF4-FFF2-40B4-BE49-F238E27FC236}">
                  <a16:creationId xmlns:a16="http://schemas.microsoft.com/office/drawing/2014/main" id="{6D2EEA4D-0167-9D8D-583A-AB9732B8A548}"/>
                </a:ext>
              </a:extLst>
            </p:cNvPr>
            <p:cNvSpPr/>
            <p:nvPr/>
          </p:nvSpPr>
          <p:spPr>
            <a:xfrm>
              <a:off x="1927528" y="2511937"/>
              <a:ext cx="17489" cy="13941"/>
            </a:xfrm>
            <a:custGeom>
              <a:avLst/>
              <a:gdLst>
                <a:gd name="connsiteX0" fmla="*/ 17490 w 17489"/>
                <a:gd name="connsiteY0" fmla="*/ 6971 h 13941"/>
                <a:gd name="connsiteX1" fmla="*/ 8745 w 17489"/>
                <a:gd name="connsiteY1" fmla="*/ 13941 h 13941"/>
                <a:gd name="connsiteX2" fmla="*/ 0 w 17489"/>
                <a:gd name="connsiteY2" fmla="*/ 6971 h 13941"/>
                <a:gd name="connsiteX3" fmla="*/ 8745 w 17489"/>
                <a:gd name="connsiteY3" fmla="*/ 0 h 13941"/>
                <a:gd name="connsiteX4" fmla="*/ 17490 w 17489"/>
                <a:gd name="connsiteY4" fmla="*/ 6971 h 1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89" h="13941">
                  <a:moveTo>
                    <a:pt x="17490" y="6971"/>
                  </a:moveTo>
                  <a:cubicBezTo>
                    <a:pt x="17490" y="10773"/>
                    <a:pt x="13561" y="13941"/>
                    <a:pt x="8745" y="13941"/>
                  </a:cubicBezTo>
                  <a:cubicBezTo>
                    <a:pt x="3929" y="13941"/>
                    <a:pt x="0" y="10899"/>
                    <a:pt x="0" y="6971"/>
                  </a:cubicBezTo>
                  <a:cubicBezTo>
                    <a:pt x="0" y="3042"/>
                    <a:pt x="3929" y="0"/>
                    <a:pt x="8745" y="0"/>
                  </a:cubicBezTo>
                  <a:cubicBezTo>
                    <a:pt x="13561" y="0"/>
                    <a:pt x="17490" y="3168"/>
                    <a:pt x="17490" y="697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34" name="Freeform: Shape 3633">
              <a:extLst>
                <a:ext uri="{FF2B5EF4-FFF2-40B4-BE49-F238E27FC236}">
                  <a16:creationId xmlns:a16="http://schemas.microsoft.com/office/drawing/2014/main" id="{B7DA2105-C0EC-A9F8-E157-2E8FBD3CD0CC}"/>
                </a:ext>
              </a:extLst>
            </p:cNvPr>
            <p:cNvSpPr/>
            <p:nvPr/>
          </p:nvSpPr>
          <p:spPr>
            <a:xfrm>
              <a:off x="1965042" y="2412702"/>
              <a:ext cx="15968" cy="12673"/>
            </a:xfrm>
            <a:custGeom>
              <a:avLst/>
              <a:gdLst>
                <a:gd name="connsiteX0" fmla="*/ 15969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9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9" y="6337"/>
                  </a:moveTo>
                  <a:cubicBezTo>
                    <a:pt x="15969" y="9759"/>
                    <a:pt x="12420" y="12674"/>
                    <a:pt x="7984" y="12674"/>
                  </a:cubicBezTo>
                  <a:cubicBezTo>
                    <a:pt x="3549" y="12674"/>
                    <a:pt x="0" y="9885"/>
                    <a:pt x="0" y="6337"/>
                  </a:cubicBezTo>
                  <a:cubicBezTo>
                    <a:pt x="0" y="2788"/>
                    <a:pt x="3549" y="0"/>
                    <a:pt x="7984" y="0"/>
                  </a:cubicBezTo>
                  <a:cubicBezTo>
                    <a:pt x="12420" y="0"/>
                    <a:pt x="15969" y="2788"/>
                    <a:pt x="15969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35" name="Freeform: Shape 3634">
              <a:extLst>
                <a:ext uri="{FF2B5EF4-FFF2-40B4-BE49-F238E27FC236}">
                  <a16:creationId xmlns:a16="http://schemas.microsoft.com/office/drawing/2014/main" id="{6EA41437-B9EC-3DA5-860F-D4474F3B0436}"/>
                </a:ext>
              </a:extLst>
            </p:cNvPr>
            <p:cNvSpPr/>
            <p:nvPr/>
          </p:nvSpPr>
          <p:spPr>
            <a:xfrm>
              <a:off x="2005977" y="2314102"/>
              <a:ext cx="15335" cy="12166"/>
            </a:xfrm>
            <a:custGeom>
              <a:avLst/>
              <a:gdLst>
                <a:gd name="connsiteX0" fmla="*/ 15335 w 15335"/>
                <a:gd name="connsiteY0" fmla="*/ 6083 h 12166"/>
                <a:gd name="connsiteX1" fmla="*/ 7604 w 15335"/>
                <a:gd name="connsiteY1" fmla="*/ 12167 h 12166"/>
                <a:gd name="connsiteX2" fmla="*/ 0 w 15335"/>
                <a:gd name="connsiteY2" fmla="*/ 6083 h 12166"/>
                <a:gd name="connsiteX3" fmla="*/ 7604 w 15335"/>
                <a:gd name="connsiteY3" fmla="*/ 0 h 12166"/>
                <a:gd name="connsiteX4" fmla="*/ 15335 w 15335"/>
                <a:gd name="connsiteY4" fmla="*/ 6083 h 1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35" h="12166">
                  <a:moveTo>
                    <a:pt x="15335" y="6083"/>
                  </a:moveTo>
                  <a:cubicBezTo>
                    <a:pt x="15335" y="9379"/>
                    <a:pt x="11913" y="12167"/>
                    <a:pt x="7604" y="12167"/>
                  </a:cubicBezTo>
                  <a:cubicBezTo>
                    <a:pt x="3295" y="12167"/>
                    <a:pt x="0" y="9505"/>
                    <a:pt x="0" y="6083"/>
                  </a:cubicBezTo>
                  <a:cubicBezTo>
                    <a:pt x="0" y="2662"/>
                    <a:pt x="3422" y="0"/>
                    <a:pt x="7604" y="0"/>
                  </a:cubicBezTo>
                  <a:cubicBezTo>
                    <a:pt x="11787" y="0"/>
                    <a:pt x="15335" y="2788"/>
                    <a:pt x="15335" y="60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36" name="Freeform: Shape 3635">
              <a:extLst>
                <a:ext uri="{FF2B5EF4-FFF2-40B4-BE49-F238E27FC236}">
                  <a16:creationId xmlns:a16="http://schemas.microsoft.com/office/drawing/2014/main" id="{3660B5DC-0A57-CFCE-EE8A-BD2A97090EDD}"/>
                </a:ext>
              </a:extLst>
            </p:cNvPr>
            <p:cNvSpPr/>
            <p:nvPr/>
          </p:nvSpPr>
          <p:spPr>
            <a:xfrm>
              <a:off x="2050715" y="2216642"/>
              <a:ext cx="14447" cy="11533"/>
            </a:xfrm>
            <a:custGeom>
              <a:avLst/>
              <a:gdLst>
                <a:gd name="connsiteX0" fmla="*/ 14448 w 14447"/>
                <a:gd name="connsiteY0" fmla="*/ 5703 h 11533"/>
                <a:gd name="connsiteX1" fmla="*/ 7224 w 14447"/>
                <a:gd name="connsiteY1" fmla="*/ 11533 h 11533"/>
                <a:gd name="connsiteX2" fmla="*/ 0 w 14447"/>
                <a:gd name="connsiteY2" fmla="*/ 5703 h 11533"/>
                <a:gd name="connsiteX3" fmla="*/ 7224 w 14447"/>
                <a:gd name="connsiteY3" fmla="*/ 0 h 11533"/>
                <a:gd name="connsiteX4" fmla="*/ 14448 w 14447"/>
                <a:gd name="connsiteY4" fmla="*/ 5703 h 11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47" h="11533">
                  <a:moveTo>
                    <a:pt x="14448" y="5703"/>
                  </a:moveTo>
                  <a:cubicBezTo>
                    <a:pt x="14448" y="8871"/>
                    <a:pt x="11153" y="11533"/>
                    <a:pt x="7224" y="11533"/>
                  </a:cubicBezTo>
                  <a:cubicBezTo>
                    <a:pt x="3295" y="11533"/>
                    <a:pt x="0" y="8998"/>
                    <a:pt x="0" y="5703"/>
                  </a:cubicBezTo>
                  <a:cubicBezTo>
                    <a:pt x="0" y="2408"/>
                    <a:pt x="3295" y="0"/>
                    <a:pt x="7224" y="0"/>
                  </a:cubicBezTo>
                  <a:cubicBezTo>
                    <a:pt x="11153" y="0"/>
                    <a:pt x="14448" y="2535"/>
                    <a:pt x="14448" y="570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37" name="Freeform: Shape 3636">
              <a:extLst>
                <a:ext uri="{FF2B5EF4-FFF2-40B4-BE49-F238E27FC236}">
                  <a16:creationId xmlns:a16="http://schemas.microsoft.com/office/drawing/2014/main" id="{A76F5AC7-38A1-0AA0-F617-325BCB0C27D2}"/>
                </a:ext>
              </a:extLst>
            </p:cNvPr>
            <p:cNvSpPr/>
            <p:nvPr/>
          </p:nvSpPr>
          <p:spPr>
            <a:xfrm>
              <a:off x="2099128" y="2120323"/>
              <a:ext cx="13180" cy="10392"/>
            </a:xfrm>
            <a:custGeom>
              <a:avLst/>
              <a:gdLst>
                <a:gd name="connsiteX0" fmla="*/ 13180 w 13180"/>
                <a:gd name="connsiteY0" fmla="*/ 5196 h 10392"/>
                <a:gd name="connsiteX1" fmla="*/ 6590 w 13180"/>
                <a:gd name="connsiteY1" fmla="*/ 10392 h 10392"/>
                <a:gd name="connsiteX2" fmla="*/ 0 w 13180"/>
                <a:gd name="connsiteY2" fmla="*/ 5196 h 10392"/>
                <a:gd name="connsiteX3" fmla="*/ 6590 w 13180"/>
                <a:gd name="connsiteY3" fmla="*/ 0 h 10392"/>
                <a:gd name="connsiteX4" fmla="*/ 13180 w 13180"/>
                <a:gd name="connsiteY4" fmla="*/ 5196 h 1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80" h="10392">
                  <a:moveTo>
                    <a:pt x="13180" y="5196"/>
                  </a:moveTo>
                  <a:lnTo>
                    <a:pt x="6590" y="10392"/>
                  </a:lnTo>
                  <a:lnTo>
                    <a:pt x="0" y="5196"/>
                  </a:lnTo>
                  <a:lnTo>
                    <a:pt x="6590" y="0"/>
                  </a:lnTo>
                  <a:lnTo>
                    <a:pt x="13180" y="519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38" name="Freeform: Shape 3637">
              <a:extLst>
                <a:ext uri="{FF2B5EF4-FFF2-40B4-BE49-F238E27FC236}">
                  <a16:creationId xmlns:a16="http://schemas.microsoft.com/office/drawing/2014/main" id="{4EC00885-DC44-353E-5799-DCC6A27CE646}"/>
                </a:ext>
              </a:extLst>
            </p:cNvPr>
            <p:cNvSpPr/>
            <p:nvPr/>
          </p:nvSpPr>
          <p:spPr>
            <a:xfrm>
              <a:off x="2151090" y="2025017"/>
              <a:ext cx="12293" cy="9758"/>
            </a:xfrm>
            <a:custGeom>
              <a:avLst/>
              <a:gdLst>
                <a:gd name="connsiteX0" fmla="*/ 12293 w 12293"/>
                <a:gd name="connsiteY0" fmla="*/ 4816 h 9758"/>
                <a:gd name="connsiteX1" fmla="*/ 6210 w 12293"/>
                <a:gd name="connsiteY1" fmla="*/ 9759 h 9758"/>
                <a:gd name="connsiteX2" fmla="*/ 0 w 12293"/>
                <a:gd name="connsiteY2" fmla="*/ 4816 h 9758"/>
                <a:gd name="connsiteX3" fmla="*/ 6210 w 12293"/>
                <a:gd name="connsiteY3" fmla="*/ 0 h 9758"/>
                <a:gd name="connsiteX4" fmla="*/ 12293 w 12293"/>
                <a:gd name="connsiteY4" fmla="*/ 4816 h 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93" h="9758">
                  <a:moveTo>
                    <a:pt x="12293" y="4816"/>
                  </a:moveTo>
                  <a:lnTo>
                    <a:pt x="6210" y="9759"/>
                  </a:lnTo>
                  <a:lnTo>
                    <a:pt x="0" y="4816"/>
                  </a:lnTo>
                  <a:lnTo>
                    <a:pt x="6210" y="0"/>
                  </a:lnTo>
                  <a:lnTo>
                    <a:pt x="12293" y="481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39" name="Freeform: Shape 3638">
              <a:extLst>
                <a:ext uri="{FF2B5EF4-FFF2-40B4-BE49-F238E27FC236}">
                  <a16:creationId xmlns:a16="http://schemas.microsoft.com/office/drawing/2014/main" id="{063FCDA9-3FC0-A204-912D-A3EE67EED040}"/>
                </a:ext>
              </a:extLst>
            </p:cNvPr>
            <p:cNvSpPr/>
            <p:nvPr/>
          </p:nvSpPr>
          <p:spPr>
            <a:xfrm>
              <a:off x="2206600" y="1930852"/>
              <a:ext cx="11533" cy="9251"/>
            </a:xfrm>
            <a:custGeom>
              <a:avLst/>
              <a:gdLst>
                <a:gd name="connsiteX0" fmla="*/ 11533 w 11533"/>
                <a:gd name="connsiteY0" fmla="*/ 4689 h 9251"/>
                <a:gd name="connsiteX1" fmla="*/ 5830 w 11533"/>
                <a:gd name="connsiteY1" fmla="*/ 9252 h 9251"/>
                <a:gd name="connsiteX2" fmla="*/ 0 w 11533"/>
                <a:gd name="connsiteY2" fmla="*/ 4689 h 9251"/>
                <a:gd name="connsiteX3" fmla="*/ 5830 w 11533"/>
                <a:gd name="connsiteY3" fmla="*/ 0 h 9251"/>
                <a:gd name="connsiteX4" fmla="*/ 11533 w 11533"/>
                <a:gd name="connsiteY4" fmla="*/ 4689 h 9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33" h="9251">
                  <a:moveTo>
                    <a:pt x="11533" y="4689"/>
                  </a:moveTo>
                  <a:lnTo>
                    <a:pt x="5830" y="9252"/>
                  </a:lnTo>
                  <a:lnTo>
                    <a:pt x="0" y="4689"/>
                  </a:lnTo>
                  <a:lnTo>
                    <a:pt x="5830" y="0"/>
                  </a:lnTo>
                  <a:lnTo>
                    <a:pt x="11533" y="468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40" name="Freeform: Shape 3639">
              <a:extLst>
                <a:ext uri="{FF2B5EF4-FFF2-40B4-BE49-F238E27FC236}">
                  <a16:creationId xmlns:a16="http://schemas.microsoft.com/office/drawing/2014/main" id="{1F057CA6-334A-6BBE-1D90-849C4E8DD4EC}"/>
                </a:ext>
              </a:extLst>
            </p:cNvPr>
            <p:cNvSpPr/>
            <p:nvPr/>
          </p:nvSpPr>
          <p:spPr>
            <a:xfrm>
              <a:off x="2265533" y="1838082"/>
              <a:ext cx="11026" cy="8744"/>
            </a:xfrm>
            <a:custGeom>
              <a:avLst/>
              <a:gdLst>
                <a:gd name="connsiteX0" fmla="*/ 11026 w 11026"/>
                <a:gd name="connsiteY0" fmla="*/ 4436 h 8744"/>
                <a:gd name="connsiteX1" fmla="*/ 5450 w 11026"/>
                <a:gd name="connsiteY1" fmla="*/ 8745 h 8744"/>
                <a:gd name="connsiteX2" fmla="*/ 0 w 11026"/>
                <a:gd name="connsiteY2" fmla="*/ 4436 h 8744"/>
                <a:gd name="connsiteX3" fmla="*/ 5450 w 11026"/>
                <a:gd name="connsiteY3" fmla="*/ 0 h 8744"/>
                <a:gd name="connsiteX4" fmla="*/ 11026 w 11026"/>
                <a:gd name="connsiteY4" fmla="*/ 4436 h 8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26" h="8744">
                  <a:moveTo>
                    <a:pt x="11026" y="4436"/>
                  </a:moveTo>
                  <a:lnTo>
                    <a:pt x="5450" y="8745"/>
                  </a:lnTo>
                  <a:lnTo>
                    <a:pt x="0" y="4436"/>
                  </a:lnTo>
                  <a:lnTo>
                    <a:pt x="5450" y="0"/>
                  </a:lnTo>
                  <a:lnTo>
                    <a:pt x="11026" y="44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41" name="Freeform: Shape 3640">
              <a:extLst>
                <a:ext uri="{FF2B5EF4-FFF2-40B4-BE49-F238E27FC236}">
                  <a16:creationId xmlns:a16="http://schemas.microsoft.com/office/drawing/2014/main" id="{66C65D62-0584-6C76-397D-6D2700033953}"/>
                </a:ext>
              </a:extLst>
            </p:cNvPr>
            <p:cNvSpPr/>
            <p:nvPr/>
          </p:nvSpPr>
          <p:spPr>
            <a:xfrm>
              <a:off x="2328014" y="1746958"/>
              <a:ext cx="10265" cy="7984"/>
            </a:xfrm>
            <a:custGeom>
              <a:avLst/>
              <a:gdLst>
                <a:gd name="connsiteX0" fmla="*/ 10266 w 10265"/>
                <a:gd name="connsiteY0" fmla="*/ 3929 h 7984"/>
                <a:gd name="connsiteX1" fmla="*/ 5196 w 10265"/>
                <a:gd name="connsiteY1" fmla="*/ 7984 h 7984"/>
                <a:gd name="connsiteX2" fmla="*/ 0 w 10265"/>
                <a:gd name="connsiteY2" fmla="*/ 3929 h 7984"/>
                <a:gd name="connsiteX3" fmla="*/ 5196 w 10265"/>
                <a:gd name="connsiteY3" fmla="*/ 0 h 7984"/>
                <a:gd name="connsiteX4" fmla="*/ 10266 w 10265"/>
                <a:gd name="connsiteY4" fmla="*/ 3929 h 7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5" h="7984">
                  <a:moveTo>
                    <a:pt x="10266" y="3929"/>
                  </a:moveTo>
                  <a:lnTo>
                    <a:pt x="5196" y="7984"/>
                  </a:lnTo>
                  <a:lnTo>
                    <a:pt x="0" y="3929"/>
                  </a:lnTo>
                  <a:lnTo>
                    <a:pt x="5196" y="0"/>
                  </a:lnTo>
                  <a:lnTo>
                    <a:pt x="10266" y="392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42" name="Freeform: Shape 3641">
              <a:extLst>
                <a:ext uri="{FF2B5EF4-FFF2-40B4-BE49-F238E27FC236}">
                  <a16:creationId xmlns:a16="http://schemas.microsoft.com/office/drawing/2014/main" id="{E1A18D93-ACE1-8B34-70C1-2E184D7E0F42}"/>
                </a:ext>
              </a:extLst>
            </p:cNvPr>
            <p:cNvSpPr/>
            <p:nvPr/>
          </p:nvSpPr>
          <p:spPr>
            <a:xfrm>
              <a:off x="2394423" y="1657483"/>
              <a:ext cx="8618" cy="6843"/>
            </a:xfrm>
            <a:custGeom>
              <a:avLst/>
              <a:gdLst>
                <a:gd name="connsiteX0" fmla="*/ 8618 w 8618"/>
                <a:gd name="connsiteY0" fmla="*/ 3422 h 6843"/>
                <a:gd name="connsiteX1" fmla="*/ 4309 w 8618"/>
                <a:gd name="connsiteY1" fmla="*/ 6844 h 6843"/>
                <a:gd name="connsiteX2" fmla="*/ 0 w 8618"/>
                <a:gd name="connsiteY2" fmla="*/ 3422 h 6843"/>
                <a:gd name="connsiteX3" fmla="*/ 4309 w 8618"/>
                <a:gd name="connsiteY3" fmla="*/ 0 h 6843"/>
                <a:gd name="connsiteX4" fmla="*/ 8618 w 8618"/>
                <a:gd name="connsiteY4" fmla="*/ 3422 h 6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8" h="6843">
                  <a:moveTo>
                    <a:pt x="8618" y="3422"/>
                  </a:moveTo>
                  <a:lnTo>
                    <a:pt x="4309" y="6844"/>
                  </a:lnTo>
                  <a:lnTo>
                    <a:pt x="0" y="3422"/>
                  </a:lnTo>
                  <a:lnTo>
                    <a:pt x="4309" y="0"/>
                  </a:lnTo>
                  <a:lnTo>
                    <a:pt x="8618" y="342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43" name="Freeform: Shape 3642">
              <a:extLst>
                <a:ext uri="{FF2B5EF4-FFF2-40B4-BE49-F238E27FC236}">
                  <a16:creationId xmlns:a16="http://schemas.microsoft.com/office/drawing/2014/main" id="{7B601253-616A-6F30-9193-684FD0BF8ED6}"/>
                </a:ext>
              </a:extLst>
            </p:cNvPr>
            <p:cNvSpPr/>
            <p:nvPr/>
          </p:nvSpPr>
          <p:spPr>
            <a:xfrm>
              <a:off x="2464001" y="1569528"/>
              <a:ext cx="7224" cy="5703"/>
            </a:xfrm>
            <a:custGeom>
              <a:avLst/>
              <a:gdLst>
                <a:gd name="connsiteX0" fmla="*/ 7224 w 7224"/>
                <a:gd name="connsiteY0" fmla="*/ 2915 h 5703"/>
                <a:gd name="connsiteX1" fmla="*/ 3675 w 7224"/>
                <a:gd name="connsiteY1" fmla="*/ 5703 h 5703"/>
                <a:gd name="connsiteX2" fmla="*/ 0 w 7224"/>
                <a:gd name="connsiteY2" fmla="*/ 2915 h 5703"/>
                <a:gd name="connsiteX3" fmla="*/ 3675 w 7224"/>
                <a:gd name="connsiteY3" fmla="*/ 0 h 5703"/>
                <a:gd name="connsiteX4" fmla="*/ 7224 w 7224"/>
                <a:gd name="connsiteY4" fmla="*/ 2915 h 5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24" h="5703">
                  <a:moveTo>
                    <a:pt x="7224" y="2915"/>
                  </a:moveTo>
                  <a:lnTo>
                    <a:pt x="3675" y="5703"/>
                  </a:lnTo>
                  <a:lnTo>
                    <a:pt x="0" y="2915"/>
                  </a:lnTo>
                  <a:lnTo>
                    <a:pt x="3675" y="0"/>
                  </a:lnTo>
                  <a:lnTo>
                    <a:pt x="7224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44" name="Freeform: Shape 3643">
              <a:extLst>
                <a:ext uri="{FF2B5EF4-FFF2-40B4-BE49-F238E27FC236}">
                  <a16:creationId xmlns:a16="http://schemas.microsoft.com/office/drawing/2014/main" id="{A09C9EA9-A436-F5E0-0096-4591A068F67B}"/>
                </a:ext>
              </a:extLst>
            </p:cNvPr>
            <p:cNvSpPr/>
            <p:nvPr/>
          </p:nvSpPr>
          <p:spPr>
            <a:xfrm>
              <a:off x="2536621" y="1483094"/>
              <a:ext cx="6463" cy="5069"/>
            </a:xfrm>
            <a:custGeom>
              <a:avLst/>
              <a:gdLst>
                <a:gd name="connsiteX0" fmla="*/ 6464 w 6463"/>
                <a:gd name="connsiteY0" fmla="*/ 2535 h 5069"/>
                <a:gd name="connsiteX1" fmla="*/ 3295 w 6463"/>
                <a:gd name="connsiteY1" fmla="*/ 5069 h 5069"/>
                <a:gd name="connsiteX2" fmla="*/ 0 w 6463"/>
                <a:gd name="connsiteY2" fmla="*/ 2535 h 5069"/>
                <a:gd name="connsiteX3" fmla="*/ 3295 w 6463"/>
                <a:gd name="connsiteY3" fmla="*/ 0 h 5069"/>
                <a:gd name="connsiteX4" fmla="*/ 6464 w 6463"/>
                <a:gd name="connsiteY4" fmla="*/ 2535 h 5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069">
                  <a:moveTo>
                    <a:pt x="6464" y="2535"/>
                  </a:moveTo>
                  <a:lnTo>
                    <a:pt x="3295" y="5069"/>
                  </a:lnTo>
                  <a:lnTo>
                    <a:pt x="0" y="2535"/>
                  </a:lnTo>
                  <a:lnTo>
                    <a:pt x="3295" y="0"/>
                  </a:lnTo>
                  <a:lnTo>
                    <a:pt x="6464" y="253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45" name="Freeform: Shape 3644">
              <a:extLst>
                <a:ext uri="{FF2B5EF4-FFF2-40B4-BE49-F238E27FC236}">
                  <a16:creationId xmlns:a16="http://schemas.microsoft.com/office/drawing/2014/main" id="{BD2B44EB-FCC8-EAD4-88CA-C2CACAE5098E}"/>
                </a:ext>
              </a:extLst>
            </p:cNvPr>
            <p:cNvSpPr/>
            <p:nvPr/>
          </p:nvSpPr>
          <p:spPr>
            <a:xfrm>
              <a:off x="2612789" y="1398561"/>
              <a:ext cx="5069" cy="4055"/>
            </a:xfrm>
            <a:custGeom>
              <a:avLst/>
              <a:gdLst>
                <a:gd name="connsiteX0" fmla="*/ 5069 w 5069"/>
                <a:gd name="connsiteY0" fmla="*/ 2028 h 4055"/>
                <a:gd name="connsiteX1" fmla="*/ 2535 w 5069"/>
                <a:gd name="connsiteY1" fmla="*/ 4056 h 4055"/>
                <a:gd name="connsiteX2" fmla="*/ 0 w 5069"/>
                <a:gd name="connsiteY2" fmla="*/ 2028 h 4055"/>
                <a:gd name="connsiteX3" fmla="*/ 2535 w 5069"/>
                <a:gd name="connsiteY3" fmla="*/ 0 h 4055"/>
                <a:gd name="connsiteX4" fmla="*/ 5069 w 5069"/>
                <a:gd name="connsiteY4" fmla="*/ 2028 h 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9" h="4055">
                  <a:moveTo>
                    <a:pt x="5069" y="2028"/>
                  </a:moveTo>
                  <a:lnTo>
                    <a:pt x="2535" y="4056"/>
                  </a:lnTo>
                  <a:lnTo>
                    <a:pt x="0" y="2028"/>
                  </a:lnTo>
                  <a:lnTo>
                    <a:pt x="2535" y="0"/>
                  </a:lnTo>
                  <a:lnTo>
                    <a:pt x="5069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46" name="Freeform: Shape 3645">
              <a:extLst>
                <a:ext uri="{FF2B5EF4-FFF2-40B4-BE49-F238E27FC236}">
                  <a16:creationId xmlns:a16="http://schemas.microsoft.com/office/drawing/2014/main" id="{D84DDA33-F9BB-BBF1-F6FE-D21102DEDCD0}"/>
                </a:ext>
              </a:extLst>
            </p:cNvPr>
            <p:cNvSpPr/>
            <p:nvPr/>
          </p:nvSpPr>
          <p:spPr>
            <a:xfrm>
              <a:off x="2691746" y="1315676"/>
              <a:ext cx="4435" cy="3421"/>
            </a:xfrm>
            <a:custGeom>
              <a:avLst/>
              <a:gdLst>
                <a:gd name="connsiteX0" fmla="*/ 4436 w 4435"/>
                <a:gd name="connsiteY0" fmla="*/ 1648 h 3421"/>
                <a:gd name="connsiteX1" fmla="*/ 2281 w 4435"/>
                <a:gd name="connsiteY1" fmla="*/ 3422 h 3421"/>
                <a:gd name="connsiteX2" fmla="*/ 0 w 4435"/>
                <a:gd name="connsiteY2" fmla="*/ 1648 h 3421"/>
                <a:gd name="connsiteX3" fmla="*/ 2281 w 4435"/>
                <a:gd name="connsiteY3" fmla="*/ 0 h 3421"/>
                <a:gd name="connsiteX4" fmla="*/ 4436 w 4435"/>
                <a:gd name="connsiteY4" fmla="*/ 1648 h 3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5" h="3421">
                  <a:moveTo>
                    <a:pt x="4436" y="1648"/>
                  </a:moveTo>
                  <a:lnTo>
                    <a:pt x="2281" y="3422"/>
                  </a:lnTo>
                  <a:lnTo>
                    <a:pt x="0" y="1648"/>
                  </a:lnTo>
                  <a:lnTo>
                    <a:pt x="2281" y="0"/>
                  </a:lnTo>
                  <a:lnTo>
                    <a:pt x="4436" y="164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47" name="Freeform: Shape 3646">
              <a:extLst>
                <a:ext uri="{FF2B5EF4-FFF2-40B4-BE49-F238E27FC236}">
                  <a16:creationId xmlns:a16="http://schemas.microsoft.com/office/drawing/2014/main" id="{A0293EE5-0A9D-2236-99AE-EE685FF1FC74}"/>
                </a:ext>
              </a:extLst>
            </p:cNvPr>
            <p:cNvSpPr/>
            <p:nvPr/>
          </p:nvSpPr>
          <p:spPr>
            <a:xfrm>
              <a:off x="2774251" y="1234945"/>
              <a:ext cx="2915" cy="2281"/>
            </a:xfrm>
            <a:custGeom>
              <a:avLst/>
              <a:gdLst>
                <a:gd name="connsiteX0" fmla="*/ 2915 w 2915"/>
                <a:gd name="connsiteY0" fmla="*/ 1141 h 2281"/>
                <a:gd name="connsiteX1" fmla="*/ 1521 w 2915"/>
                <a:gd name="connsiteY1" fmla="*/ 2281 h 2281"/>
                <a:gd name="connsiteX2" fmla="*/ 0 w 2915"/>
                <a:gd name="connsiteY2" fmla="*/ 1141 h 2281"/>
                <a:gd name="connsiteX3" fmla="*/ 1521 w 2915"/>
                <a:gd name="connsiteY3" fmla="*/ 0 h 2281"/>
                <a:gd name="connsiteX4" fmla="*/ 2915 w 2915"/>
                <a:gd name="connsiteY4" fmla="*/ 1141 h 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5" h="2281">
                  <a:moveTo>
                    <a:pt x="2915" y="1141"/>
                  </a:moveTo>
                  <a:lnTo>
                    <a:pt x="1521" y="2281"/>
                  </a:lnTo>
                  <a:lnTo>
                    <a:pt x="0" y="1141"/>
                  </a:lnTo>
                  <a:lnTo>
                    <a:pt x="1521" y="0"/>
                  </a:lnTo>
                  <a:lnTo>
                    <a:pt x="2915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48" name="Freeform: Shape 3647">
              <a:extLst>
                <a:ext uri="{FF2B5EF4-FFF2-40B4-BE49-F238E27FC236}">
                  <a16:creationId xmlns:a16="http://schemas.microsoft.com/office/drawing/2014/main" id="{2D6709E3-BFE4-2F38-E443-E2C1C2AF3ED9}"/>
                </a:ext>
              </a:extLst>
            </p:cNvPr>
            <p:cNvSpPr/>
            <p:nvPr/>
          </p:nvSpPr>
          <p:spPr>
            <a:xfrm>
              <a:off x="2859417" y="1155862"/>
              <a:ext cx="1013" cy="1774"/>
            </a:xfrm>
            <a:custGeom>
              <a:avLst/>
              <a:gdLst>
                <a:gd name="connsiteX0" fmla="*/ 1014 w 1013"/>
                <a:gd name="connsiteY0" fmla="*/ 887 h 1774"/>
                <a:gd name="connsiteX1" fmla="*/ 507 w 1013"/>
                <a:gd name="connsiteY1" fmla="*/ 1774 h 1774"/>
                <a:gd name="connsiteX2" fmla="*/ 0 w 1013"/>
                <a:gd name="connsiteY2" fmla="*/ 887 h 1774"/>
                <a:gd name="connsiteX3" fmla="*/ 507 w 1013"/>
                <a:gd name="connsiteY3" fmla="*/ 0 h 1774"/>
                <a:gd name="connsiteX4" fmla="*/ 1014 w 1013"/>
                <a:gd name="connsiteY4" fmla="*/ 887 h 1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3" h="1774">
                  <a:moveTo>
                    <a:pt x="1014" y="887"/>
                  </a:moveTo>
                  <a:lnTo>
                    <a:pt x="507" y="1774"/>
                  </a:lnTo>
                  <a:lnTo>
                    <a:pt x="0" y="887"/>
                  </a:lnTo>
                  <a:lnTo>
                    <a:pt x="507" y="0"/>
                  </a:lnTo>
                  <a:lnTo>
                    <a:pt x="1014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49" name="Freeform: Shape 3648">
              <a:extLst>
                <a:ext uri="{FF2B5EF4-FFF2-40B4-BE49-F238E27FC236}">
                  <a16:creationId xmlns:a16="http://schemas.microsoft.com/office/drawing/2014/main" id="{85E15BAF-6FE3-A999-37FD-9DD7C5773345}"/>
                </a:ext>
              </a:extLst>
            </p:cNvPr>
            <p:cNvSpPr/>
            <p:nvPr/>
          </p:nvSpPr>
          <p:spPr>
            <a:xfrm>
              <a:off x="2947499" y="1078933"/>
              <a:ext cx="1393" cy="1013"/>
            </a:xfrm>
            <a:custGeom>
              <a:avLst/>
              <a:gdLst>
                <a:gd name="connsiteX0" fmla="*/ 1394 w 1393"/>
                <a:gd name="connsiteY0" fmla="*/ 507 h 1013"/>
                <a:gd name="connsiteX1" fmla="*/ 760 w 1393"/>
                <a:gd name="connsiteY1" fmla="*/ 1014 h 1013"/>
                <a:gd name="connsiteX2" fmla="*/ 0 w 1393"/>
                <a:gd name="connsiteY2" fmla="*/ 507 h 1013"/>
                <a:gd name="connsiteX3" fmla="*/ 760 w 1393"/>
                <a:gd name="connsiteY3" fmla="*/ 0 h 1013"/>
                <a:gd name="connsiteX4" fmla="*/ 1394 w 1393"/>
                <a:gd name="connsiteY4" fmla="*/ 507 h 1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3" h="1013">
                  <a:moveTo>
                    <a:pt x="1394" y="507"/>
                  </a:moveTo>
                  <a:lnTo>
                    <a:pt x="760" y="1014"/>
                  </a:lnTo>
                  <a:lnTo>
                    <a:pt x="0" y="507"/>
                  </a:lnTo>
                  <a:lnTo>
                    <a:pt x="760" y="0"/>
                  </a:lnTo>
                  <a:lnTo>
                    <a:pt x="1394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50" name="Freeform: Shape 3649">
              <a:extLst>
                <a:ext uri="{FF2B5EF4-FFF2-40B4-BE49-F238E27FC236}">
                  <a16:creationId xmlns:a16="http://schemas.microsoft.com/office/drawing/2014/main" id="{53B13187-6A2D-33B7-AD3F-5A70DB3DB4E9}"/>
                </a:ext>
              </a:extLst>
            </p:cNvPr>
            <p:cNvSpPr/>
            <p:nvPr/>
          </p:nvSpPr>
          <p:spPr>
            <a:xfrm>
              <a:off x="3131773" y="931032"/>
              <a:ext cx="887" cy="633"/>
            </a:xfrm>
            <a:custGeom>
              <a:avLst/>
              <a:gdLst>
                <a:gd name="connsiteX0" fmla="*/ 887 w 887"/>
                <a:gd name="connsiteY0" fmla="*/ 253 h 633"/>
                <a:gd name="connsiteX1" fmla="*/ 380 w 887"/>
                <a:gd name="connsiteY1" fmla="*/ 634 h 633"/>
                <a:gd name="connsiteX2" fmla="*/ 0 w 887"/>
                <a:gd name="connsiteY2" fmla="*/ 253 h 633"/>
                <a:gd name="connsiteX3" fmla="*/ 380 w 887"/>
                <a:gd name="connsiteY3" fmla="*/ 0 h 633"/>
                <a:gd name="connsiteX4" fmla="*/ 887 w 887"/>
                <a:gd name="connsiteY4" fmla="*/ 253 h 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7" h="633">
                  <a:moveTo>
                    <a:pt x="887" y="253"/>
                  </a:moveTo>
                  <a:lnTo>
                    <a:pt x="380" y="634"/>
                  </a:lnTo>
                  <a:lnTo>
                    <a:pt x="0" y="253"/>
                  </a:lnTo>
                  <a:lnTo>
                    <a:pt x="380" y="0"/>
                  </a:lnTo>
                  <a:lnTo>
                    <a:pt x="887" y="25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51" name="Freeform: Shape 3650">
              <a:extLst>
                <a:ext uri="{FF2B5EF4-FFF2-40B4-BE49-F238E27FC236}">
                  <a16:creationId xmlns:a16="http://schemas.microsoft.com/office/drawing/2014/main" id="{A982D7B6-F689-2958-C1D4-57BE7BE8B0A6}"/>
                </a:ext>
              </a:extLst>
            </p:cNvPr>
            <p:cNvSpPr/>
            <p:nvPr/>
          </p:nvSpPr>
          <p:spPr>
            <a:xfrm>
              <a:off x="3227585" y="860060"/>
              <a:ext cx="1394" cy="1013"/>
            </a:xfrm>
            <a:custGeom>
              <a:avLst/>
              <a:gdLst>
                <a:gd name="connsiteX0" fmla="*/ 1394 w 1394"/>
                <a:gd name="connsiteY0" fmla="*/ 507 h 1013"/>
                <a:gd name="connsiteX1" fmla="*/ 760 w 1394"/>
                <a:gd name="connsiteY1" fmla="*/ 1014 h 1013"/>
                <a:gd name="connsiteX2" fmla="*/ 0 w 1394"/>
                <a:gd name="connsiteY2" fmla="*/ 507 h 1013"/>
                <a:gd name="connsiteX3" fmla="*/ 760 w 1394"/>
                <a:gd name="connsiteY3" fmla="*/ 0 h 1013"/>
                <a:gd name="connsiteX4" fmla="*/ 1394 w 1394"/>
                <a:gd name="connsiteY4" fmla="*/ 507 h 1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" h="1013">
                  <a:moveTo>
                    <a:pt x="1394" y="507"/>
                  </a:moveTo>
                  <a:lnTo>
                    <a:pt x="760" y="1014"/>
                  </a:lnTo>
                  <a:lnTo>
                    <a:pt x="0" y="507"/>
                  </a:lnTo>
                  <a:lnTo>
                    <a:pt x="760" y="0"/>
                  </a:lnTo>
                  <a:lnTo>
                    <a:pt x="1394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52" name="Freeform: Shape 3651">
              <a:extLst>
                <a:ext uri="{FF2B5EF4-FFF2-40B4-BE49-F238E27FC236}">
                  <a16:creationId xmlns:a16="http://schemas.microsoft.com/office/drawing/2014/main" id="{6225AB11-7527-CF3F-B274-09F7A461B89A}"/>
                </a:ext>
              </a:extLst>
            </p:cNvPr>
            <p:cNvSpPr/>
            <p:nvPr/>
          </p:nvSpPr>
          <p:spPr>
            <a:xfrm>
              <a:off x="3326186" y="791496"/>
              <a:ext cx="1774" cy="1394"/>
            </a:xfrm>
            <a:custGeom>
              <a:avLst/>
              <a:gdLst>
                <a:gd name="connsiteX0" fmla="*/ 1774 w 1774"/>
                <a:gd name="connsiteY0" fmla="*/ 634 h 1394"/>
                <a:gd name="connsiteX1" fmla="*/ 887 w 1774"/>
                <a:gd name="connsiteY1" fmla="*/ 1394 h 1394"/>
                <a:gd name="connsiteX2" fmla="*/ 0 w 1774"/>
                <a:gd name="connsiteY2" fmla="*/ 634 h 1394"/>
                <a:gd name="connsiteX3" fmla="*/ 887 w 1774"/>
                <a:gd name="connsiteY3" fmla="*/ 0 h 1394"/>
                <a:gd name="connsiteX4" fmla="*/ 1774 w 1774"/>
                <a:gd name="connsiteY4" fmla="*/ 634 h 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" h="1394">
                  <a:moveTo>
                    <a:pt x="1774" y="634"/>
                  </a:moveTo>
                  <a:lnTo>
                    <a:pt x="887" y="1394"/>
                  </a:lnTo>
                  <a:lnTo>
                    <a:pt x="0" y="634"/>
                  </a:lnTo>
                  <a:lnTo>
                    <a:pt x="887" y="0"/>
                  </a:lnTo>
                  <a:lnTo>
                    <a:pt x="1774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53" name="Freeform: Shape 3652">
              <a:extLst>
                <a:ext uri="{FF2B5EF4-FFF2-40B4-BE49-F238E27FC236}">
                  <a16:creationId xmlns:a16="http://schemas.microsoft.com/office/drawing/2014/main" id="{CF750D30-1B21-5BD9-8389-3F9DFE9C0CBC}"/>
                </a:ext>
              </a:extLst>
            </p:cNvPr>
            <p:cNvSpPr/>
            <p:nvPr/>
          </p:nvSpPr>
          <p:spPr>
            <a:xfrm>
              <a:off x="3426814" y="724960"/>
              <a:ext cx="3041" cy="2281"/>
            </a:xfrm>
            <a:custGeom>
              <a:avLst/>
              <a:gdLst>
                <a:gd name="connsiteX0" fmla="*/ 3042 w 3041"/>
                <a:gd name="connsiteY0" fmla="*/ 1141 h 2281"/>
                <a:gd name="connsiteX1" fmla="*/ 1521 w 3041"/>
                <a:gd name="connsiteY1" fmla="*/ 2281 h 2281"/>
                <a:gd name="connsiteX2" fmla="*/ 0 w 3041"/>
                <a:gd name="connsiteY2" fmla="*/ 1141 h 2281"/>
                <a:gd name="connsiteX3" fmla="*/ 1521 w 3041"/>
                <a:gd name="connsiteY3" fmla="*/ 0 h 2281"/>
                <a:gd name="connsiteX4" fmla="*/ 3042 w 3041"/>
                <a:gd name="connsiteY4" fmla="*/ 1141 h 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1" h="2281">
                  <a:moveTo>
                    <a:pt x="3042" y="1141"/>
                  </a:moveTo>
                  <a:lnTo>
                    <a:pt x="1521" y="2281"/>
                  </a:lnTo>
                  <a:lnTo>
                    <a:pt x="0" y="1141"/>
                  </a:lnTo>
                  <a:lnTo>
                    <a:pt x="1521" y="0"/>
                  </a:lnTo>
                  <a:lnTo>
                    <a:pt x="3042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54" name="Freeform: Shape 3653">
              <a:extLst>
                <a:ext uri="{FF2B5EF4-FFF2-40B4-BE49-F238E27FC236}">
                  <a16:creationId xmlns:a16="http://schemas.microsoft.com/office/drawing/2014/main" id="{0B2D4C4A-AA06-4A45-662C-CD581D3E330F}"/>
                </a:ext>
              </a:extLst>
            </p:cNvPr>
            <p:cNvSpPr/>
            <p:nvPr/>
          </p:nvSpPr>
          <p:spPr>
            <a:xfrm>
              <a:off x="3530358" y="661085"/>
              <a:ext cx="3421" cy="2788"/>
            </a:xfrm>
            <a:custGeom>
              <a:avLst/>
              <a:gdLst>
                <a:gd name="connsiteX0" fmla="*/ 3422 w 3421"/>
                <a:gd name="connsiteY0" fmla="*/ 1394 h 2788"/>
                <a:gd name="connsiteX1" fmla="*/ 1648 w 3421"/>
                <a:gd name="connsiteY1" fmla="*/ 2788 h 2788"/>
                <a:gd name="connsiteX2" fmla="*/ 0 w 3421"/>
                <a:gd name="connsiteY2" fmla="*/ 1394 h 2788"/>
                <a:gd name="connsiteX3" fmla="*/ 1648 w 3421"/>
                <a:gd name="connsiteY3" fmla="*/ 0 h 2788"/>
                <a:gd name="connsiteX4" fmla="*/ 3422 w 3421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21" h="2788">
                  <a:moveTo>
                    <a:pt x="3422" y="1394"/>
                  </a:moveTo>
                  <a:lnTo>
                    <a:pt x="1648" y="2788"/>
                  </a:lnTo>
                  <a:lnTo>
                    <a:pt x="0" y="1394"/>
                  </a:lnTo>
                  <a:lnTo>
                    <a:pt x="1648" y="0"/>
                  </a:lnTo>
                  <a:lnTo>
                    <a:pt x="3422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55" name="Freeform: Shape 3654">
              <a:extLst>
                <a:ext uri="{FF2B5EF4-FFF2-40B4-BE49-F238E27FC236}">
                  <a16:creationId xmlns:a16="http://schemas.microsoft.com/office/drawing/2014/main" id="{053F325D-EFEA-B0BE-3D7F-68DD7EEFF244}"/>
                </a:ext>
              </a:extLst>
            </p:cNvPr>
            <p:cNvSpPr/>
            <p:nvPr/>
          </p:nvSpPr>
          <p:spPr>
            <a:xfrm>
              <a:off x="3635802" y="599491"/>
              <a:ext cx="4689" cy="3675"/>
            </a:xfrm>
            <a:custGeom>
              <a:avLst/>
              <a:gdLst>
                <a:gd name="connsiteX0" fmla="*/ 4689 w 4689"/>
                <a:gd name="connsiteY0" fmla="*/ 1901 h 3675"/>
                <a:gd name="connsiteX1" fmla="*/ 2281 w 4689"/>
                <a:gd name="connsiteY1" fmla="*/ 3675 h 3675"/>
                <a:gd name="connsiteX2" fmla="*/ 0 w 4689"/>
                <a:gd name="connsiteY2" fmla="*/ 1901 h 3675"/>
                <a:gd name="connsiteX3" fmla="*/ 2281 w 4689"/>
                <a:gd name="connsiteY3" fmla="*/ 0 h 3675"/>
                <a:gd name="connsiteX4" fmla="*/ 4689 w 4689"/>
                <a:gd name="connsiteY4" fmla="*/ 1901 h 3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89" h="3675">
                  <a:moveTo>
                    <a:pt x="4689" y="1901"/>
                  </a:moveTo>
                  <a:lnTo>
                    <a:pt x="2281" y="3675"/>
                  </a:lnTo>
                  <a:lnTo>
                    <a:pt x="0" y="1901"/>
                  </a:lnTo>
                  <a:lnTo>
                    <a:pt x="2281" y="0"/>
                  </a:lnTo>
                  <a:lnTo>
                    <a:pt x="4689" y="190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56" name="Freeform: Shape 3655">
              <a:extLst>
                <a:ext uri="{FF2B5EF4-FFF2-40B4-BE49-F238E27FC236}">
                  <a16:creationId xmlns:a16="http://schemas.microsoft.com/office/drawing/2014/main" id="{7F11DE8F-9362-50B8-449D-2CFA64F0ED55}"/>
                </a:ext>
              </a:extLst>
            </p:cNvPr>
            <p:cNvSpPr/>
            <p:nvPr/>
          </p:nvSpPr>
          <p:spPr>
            <a:xfrm>
              <a:off x="3743528" y="540432"/>
              <a:ext cx="5829" cy="4689"/>
            </a:xfrm>
            <a:custGeom>
              <a:avLst/>
              <a:gdLst>
                <a:gd name="connsiteX0" fmla="*/ 5830 w 5829"/>
                <a:gd name="connsiteY0" fmla="*/ 2281 h 4689"/>
                <a:gd name="connsiteX1" fmla="*/ 2915 w 5829"/>
                <a:gd name="connsiteY1" fmla="*/ 4689 h 4689"/>
                <a:gd name="connsiteX2" fmla="*/ 0 w 5829"/>
                <a:gd name="connsiteY2" fmla="*/ 2281 h 4689"/>
                <a:gd name="connsiteX3" fmla="*/ 2915 w 5829"/>
                <a:gd name="connsiteY3" fmla="*/ 0 h 4689"/>
                <a:gd name="connsiteX4" fmla="*/ 5830 w 5829"/>
                <a:gd name="connsiteY4" fmla="*/ 2281 h 4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29" h="4689">
                  <a:moveTo>
                    <a:pt x="5830" y="2281"/>
                  </a:moveTo>
                  <a:lnTo>
                    <a:pt x="2915" y="4689"/>
                  </a:lnTo>
                  <a:lnTo>
                    <a:pt x="0" y="2281"/>
                  </a:lnTo>
                  <a:lnTo>
                    <a:pt x="2915" y="0"/>
                  </a:lnTo>
                  <a:lnTo>
                    <a:pt x="5830" y="22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57" name="Freeform: Shape 3656">
              <a:extLst>
                <a:ext uri="{FF2B5EF4-FFF2-40B4-BE49-F238E27FC236}">
                  <a16:creationId xmlns:a16="http://schemas.microsoft.com/office/drawing/2014/main" id="{9DD3476A-D4FF-70A8-5098-9F4B572080E7}"/>
                </a:ext>
              </a:extLst>
            </p:cNvPr>
            <p:cNvSpPr/>
            <p:nvPr/>
          </p:nvSpPr>
          <p:spPr>
            <a:xfrm>
              <a:off x="3853661" y="484161"/>
              <a:ext cx="6463" cy="5196"/>
            </a:xfrm>
            <a:custGeom>
              <a:avLst/>
              <a:gdLst>
                <a:gd name="connsiteX0" fmla="*/ 6463 w 6463"/>
                <a:gd name="connsiteY0" fmla="*/ 2661 h 5196"/>
                <a:gd name="connsiteX1" fmla="*/ 3295 w 6463"/>
                <a:gd name="connsiteY1" fmla="*/ 5196 h 5196"/>
                <a:gd name="connsiteX2" fmla="*/ 0 w 6463"/>
                <a:gd name="connsiteY2" fmla="*/ 2661 h 5196"/>
                <a:gd name="connsiteX3" fmla="*/ 3295 w 6463"/>
                <a:gd name="connsiteY3" fmla="*/ 0 h 5196"/>
                <a:gd name="connsiteX4" fmla="*/ 6463 w 6463"/>
                <a:gd name="connsiteY4" fmla="*/ 2661 h 5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196">
                  <a:moveTo>
                    <a:pt x="6463" y="2661"/>
                  </a:moveTo>
                  <a:lnTo>
                    <a:pt x="3295" y="5196"/>
                  </a:lnTo>
                  <a:lnTo>
                    <a:pt x="0" y="2661"/>
                  </a:lnTo>
                  <a:lnTo>
                    <a:pt x="3295" y="0"/>
                  </a:lnTo>
                  <a:lnTo>
                    <a:pt x="6463" y="266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58" name="Freeform: Shape 3657">
              <a:extLst>
                <a:ext uri="{FF2B5EF4-FFF2-40B4-BE49-F238E27FC236}">
                  <a16:creationId xmlns:a16="http://schemas.microsoft.com/office/drawing/2014/main" id="{7318F460-AED7-02EC-5A60-F20E60ACD046}"/>
                </a:ext>
              </a:extLst>
            </p:cNvPr>
            <p:cNvSpPr/>
            <p:nvPr/>
          </p:nvSpPr>
          <p:spPr>
            <a:xfrm>
              <a:off x="3965823" y="430552"/>
              <a:ext cx="7350" cy="5829"/>
            </a:xfrm>
            <a:custGeom>
              <a:avLst/>
              <a:gdLst>
                <a:gd name="connsiteX0" fmla="*/ 7351 w 7350"/>
                <a:gd name="connsiteY0" fmla="*/ 2915 h 5829"/>
                <a:gd name="connsiteX1" fmla="*/ 3675 w 7350"/>
                <a:gd name="connsiteY1" fmla="*/ 5830 h 5829"/>
                <a:gd name="connsiteX2" fmla="*/ 0 w 7350"/>
                <a:gd name="connsiteY2" fmla="*/ 2915 h 5829"/>
                <a:gd name="connsiteX3" fmla="*/ 3675 w 7350"/>
                <a:gd name="connsiteY3" fmla="*/ 0 h 5829"/>
                <a:gd name="connsiteX4" fmla="*/ 7351 w 7350"/>
                <a:gd name="connsiteY4" fmla="*/ 2915 h 5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0" h="5829">
                  <a:moveTo>
                    <a:pt x="7351" y="2915"/>
                  </a:moveTo>
                  <a:lnTo>
                    <a:pt x="3675" y="5830"/>
                  </a:lnTo>
                  <a:lnTo>
                    <a:pt x="0" y="2915"/>
                  </a:lnTo>
                  <a:lnTo>
                    <a:pt x="3675" y="0"/>
                  </a:lnTo>
                  <a:lnTo>
                    <a:pt x="7351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59" name="Freeform: Shape 3658">
              <a:extLst>
                <a:ext uri="{FF2B5EF4-FFF2-40B4-BE49-F238E27FC236}">
                  <a16:creationId xmlns:a16="http://schemas.microsoft.com/office/drawing/2014/main" id="{70E6AFBF-3F83-C136-24EA-FF398E408134}"/>
                </a:ext>
              </a:extLst>
            </p:cNvPr>
            <p:cNvSpPr/>
            <p:nvPr/>
          </p:nvSpPr>
          <p:spPr>
            <a:xfrm>
              <a:off x="4080138" y="379731"/>
              <a:ext cx="7857" cy="6210"/>
            </a:xfrm>
            <a:custGeom>
              <a:avLst/>
              <a:gdLst>
                <a:gd name="connsiteX0" fmla="*/ 7858 w 7857"/>
                <a:gd name="connsiteY0" fmla="*/ 3042 h 6210"/>
                <a:gd name="connsiteX1" fmla="*/ 3802 w 7857"/>
                <a:gd name="connsiteY1" fmla="*/ 6210 h 6210"/>
                <a:gd name="connsiteX2" fmla="*/ 0 w 7857"/>
                <a:gd name="connsiteY2" fmla="*/ 3042 h 6210"/>
                <a:gd name="connsiteX3" fmla="*/ 3802 w 7857"/>
                <a:gd name="connsiteY3" fmla="*/ 0 h 6210"/>
                <a:gd name="connsiteX4" fmla="*/ 7858 w 7857"/>
                <a:gd name="connsiteY4" fmla="*/ 3042 h 6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57" h="6210">
                  <a:moveTo>
                    <a:pt x="7858" y="3042"/>
                  </a:moveTo>
                  <a:lnTo>
                    <a:pt x="3802" y="6210"/>
                  </a:lnTo>
                  <a:lnTo>
                    <a:pt x="0" y="3042"/>
                  </a:lnTo>
                  <a:lnTo>
                    <a:pt x="3802" y="0"/>
                  </a:lnTo>
                  <a:lnTo>
                    <a:pt x="7858" y="30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60" name="Freeform: Shape 3659">
              <a:extLst>
                <a:ext uri="{FF2B5EF4-FFF2-40B4-BE49-F238E27FC236}">
                  <a16:creationId xmlns:a16="http://schemas.microsoft.com/office/drawing/2014/main" id="{9BF5298D-F7B6-8194-76CF-BA067F443702}"/>
                </a:ext>
              </a:extLst>
            </p:cNvPr>
            <p:cNvSpPr/>
            <p:nvPr/>
          </p:nvSpPr>
          <p:spPr>
            <a:xfrm>
              <a:off x="4195721" y="331318"/>
              <a:ext cx="9251" cy="7223"/>
            </a:xfrm>
            <a:custGeom>
              <a:avLst/>
              <a:gdLst>
                <a:gd name="connsiteX0" fmla="*/ 9252 w 9251"/>
                <a:gd name="connsiteY0" fmla="*/ 3549 h 7223"/>
                <a:gd name="connsiteX1" fmla="*/ 4689 w 9251"/>
                <a:gd name="connsiteY1" fmla="*/ 7224 h 7223"/>
                <a:gd name="connsiteX2" fmla="*/ 0 w 9251"/>
                <a:gd name="connsiteY2" fmla="*/ 3549 h 7223"/>
                <a:gd name="connsiteX3" fmla="*/ 4689 w 9251"/>
                <a:gd name="connsiteY3" fmla="*/ 0 h 7223"/>
                <a:gd name="connsiteX4" fmla="*/ 9252 w 9251"/>
                <a:gd name="connsiteY4" fmla="*/ 3549 h 7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51" h="7223">
                  <a:moveTo>
                    <a:pt x="9252" y="3549"/>
                  </a:moveTo>
                  <a:lnTo>
                    <a:pt x="4689" y="7224"/>
                  </a:lnTo>
                  <a:lnTo>
                    <a:pt x="0" y="3549"/>
                  </a:lnTo>
                  <a:lnTo>
                    <a:pt x="4689" y="0"/>
                  </a:lnTo>
                  <a:lnTo>
                    <a:pt x="9252" y="354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61" name="Freeform: Shape 3660">
              <a:extLst>
                <a:ext uri="{FF2B5EF4-FFF2-40B4-BE49-F238E27FC236}">
                  <a16:creationId xmlns:a16="http://schemas.microsoft.com/office/drawing/2014/main" id="{4BCB42A5-AA3F-F228-34C6-8A94015E9AD6}"/>
                </a:ext>
              </a:extLst>
            </p:cNvPr>
            <p:cNvSpPr/>
            <p:nvPr/>
          </p:nvSpPr>
          <p:spPr>
            <a:xfrm>
              <a:off x="4313586" y="285946"/>
              <a:ext cx="9885" cy="7730"/>
            </a:xfrm>
            <a:custGeom>
              <a:avLst/>
              <a:gdLst>
                <a:gd name="connsiteX0" fmla="*/ 9886 w 9885"/>
                <a:gd name="connsiteY0" fmla="*/ 3802 h 7730"/>
                <a:gd name="connsiteX1" fmla="*/ 4943 w 9885"/>
                <a:gd name="connsiteY1" fmla="*/ 7731 h 7730"/>
                <a:gd name="connsiteX2" fmla="*/ 0 w 9885"/>
                <a:gd name="connsiteY2" fmla="*/ 3802 h 7730"/>
                <a:gd name="connsiteX3" fmla="*/ 4943 w 9885"/>
                <a:gd name="connsiteY3" fmla="*/ 0 h 7730"/>
                <a:gd name="connsiteX4" fmla="*/ 9886 w 9885"/>
                <a:gd name="connsiteY4" fmla="*/ 3802 h 7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85" h="7730">
                  <a:moveTo>
                    <a:pt x="9886" y="3802"/>
                  </a:moveTo>
                  <a:lnTo>
                    <a:pt x="4943" y="7731"/>
                  </a:lnTo>
                  <a:lnTo>
                    <a:pt x="0" y="3802"/>
                  </a:lnTo>
                  <a:lnTo>
                    <a:pt x="4943" y="0"/>
                  </a:lnTo>
                  <a:lnTo>
                    <a:pt x="9886" y="380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62" name="Freeform: Shape 3661">
              <a:extLst>
                <a:ext uri="{FF2B5EF4-FFF2-40B4-BE49-F238E27FC236}">
                  <a16:creationId xmlns:a16="http://schemas.microsoft.com/office/drawing/2014/main" id="{15CE9536-B72A-F43D-4114-4DEC6D364C73}"/>
                </a:ext>
              </a:extLst>
            </p:cNvPr>
            <p:cNvSpPr/>
            <p:nvPr/>
          </p:nvSpPr>
          <p:spPr>
            <a:xfrm>
              <a:off x="4432718" y="242983"/>
              <a:ext cx="11152" cy="8998"/>
            </a:xfrm>
            <a:custGeom>
              <a:avLst/>
              <a:gdLst>
                <a:gd name="connsiteX0" fmla="*/ 11153 w 11152"/>
                <a:gd name="connsiteY0" fmla="*/ 4562 h 8998"/>
                <a:gd name="connsiteX1" fmla="*/ 5576 w 11152"/>
                <a:gd name="connsiteY1" fmla="*/ 8998 h 8998"/>
                <a:gd name="connsiteX2" fmla="*/ 0 w 11152"/>
                <a:gd name="connsiteY2" fmla="*/ 4562 h 8998"/>
                <a:gd name="connsiteX3" fmla="*/ 5576 w 11152"/>
                <a:gd name="connsiteY3" fmla="*/ 0 h 8998"/>
                <a:gd name="connsiteX4" fmla="*/ 11153 w 11152"/>
                <a:gd name="connsiteY4" fmla="*/ 4562 h 8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52" h="8998">
                  <a:moveTo>
                    <a:pt x="11153" y="4562"/>
                  </a:moveTo>
                  <a:lnTo>
                    <a:pt x="5576" y="8998"/>
                  </a:lnTo>
                  <a:lnTo>
                    <a:pt x="0" y="4562"/>
                  </a:lnTo>
                  <a:lnTo>
                    <a:pt x="5576" y="0"/>
                  </a:lnTo>
                  <a:lnTo>
                    <a:pt x="11153" y="456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63" name="Freeform: Shape 3662">
              <a:extLst>
                <a:ext uri="{FF2B5EF4-FFF2-40B4-BE49-F238E27FC236}">
                  <a16:creationId xmlns:a16="http://schemas.microsoft.com/office/drawing/2014/main" id="{F87722A7-C3B1-F028-A10B-3303A65F0901}"/>
                </a:ext>
              </a:extLst>
            </p:cNvPr>
            <p:cNvSpPr/>
            <p:nvPr/>
          </p:nvSpPr>
          <p:spPr>
            <a:xfrm>
              <a:off x="4553624" y="203315"/>
              <a:ext cx="12040" cy="9505"/>
            </a:xfrm>
            <a:custGeom>
              <a:avLst/>
              <a:gdLst>
                <a:gd name="connsiteX0" fmla="*/ 12040 w 12040"/>
                <a:gd name="connsiteY0" fmla="*/ 4689 h 9505"/>
                <a:gd name="connsiteX1" fmla="*/ 5957 w 12040"/>
                <a:gd name="connsiteY1" fmla="*/ 9505 h 9505"/>
                <a:gd name="connsiteX2" fmla="*/ 0 w 12040"/>
                <a:gd name="connsiteY2" fmla="*/ 4689 h 9505"/>
                <a:gd name="connsiteX3" fmla="*/ 5957 w 12040"/>
                <a:gd name="connsiteY3" fmla="*/ 0 h 9505"/>
                <a:gd name="connsiteX4" fmla="*/ 12040 w 12040"/>
                <a:gd name="connsiteY4" fmla="*/ 4689 h 9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40" h="9505">
                  <a:moveTo>
                    <a:pt x="12040" y="4689"/>
                  </a:moveTo>
                  <a:lnTo>
                    <a:pt x="5957" y="9505"/>
                  </a:lnTo>
                  <a:lnTo>
                    <a:pt x="0" y="4689"/>
                  </a:lnTo>
                  <a:lnTo>
                    <a:pt x="5957" y="0"/>
                  </a:lnTo>
                  <a:lnTo>
                    <a:pt x="12040" y="468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64" name="Freeform: Shape 3663">
              <a:extLst>
                <a:ext uri="{FF2B5EF4-FFF2-40B4-BE49-F238E27FC236}">
                  <a16:creationId xmlns:a16="http://schemas.microsoft.com/office/drawing/2014/main" id="{F12F398E-45F5-0465-1725-E48BE8DEEA4F}"/>
                </a:ext>
              </a:extLst>
            </p:cNvPr>
            <p:cNvSpPr/>
            <p:nvPr/>
          </p:nvSpPr>
          <p:spPr>
            <a:xfrm>
              <a:off x="4676051" y="166561"/>
              <a:ext cx="12673" cy="9885"/>
            </a:xfrm>
            <a:custGeom>
              <a:avLst/>
              <a:gdLst>
                <a:gd name="connsiteX0" fmla="*/ 12674 w 12673"/>
                <a:gd name="connsiteY0" fmla="*/ 4943 h 9885"/>
                <a:gd name="connsiteX1" fmla="*/ 6337 w 12673"/>
                <a:gd name="connsiteY1" fmla="*/ 9885 h 9885"/>
                <a:gd name="connsiteX2" fmla="*/ 0 w 12673"/>
                <a:gd name="connsiteY2" fmla="*/ 4943 h 9885"/>
                <a:gd name="connsiteX3" fmla="*/ 6337 w 12673"/>
                <a:gd name="connsiteY3" fmla="*/ 0 h 9885"/>
                <a:gd name="connsiteX4" fmla="*/ 12674 w 12673"/>
                <a:gd name="connsiteY4" fmla="*/ 4943 h 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73" h="9885">
                  <a:moveTo>
                    <a:pt x="12674" y="4943"/>
                  </a:moveTo>
                  <a:lnTo>
                    <a:pt x="6337" y="9885"/>
                  </a:lnTo>
                  <a:lnTo>
                    <a:pt x="0" y="4943"/>
                  </a:lnTo>
                  <a:lnTo>
                    <a:pt x="6337" y="0"/>
                  </a:lnTo>
                  <a:lnTo>
                    <a:pt x="12674" y="494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65" name="Freeform: Shape 3664">
              <a:extLst>
                <a:ext uri="{FF2B5EF4-FFF2-40B4-BE49-F238E27FC236}">
                  <a16:creationId xmlns:a16="http://schemas.microsoft.com/office/drawing/2014/main" id="{CF0A3002-CFB1-7391-3ED0-FBB2819329A1}"/>
                </a:ext>
              </a:extLst>
            </p:cNvPr>
            <p:cNvSpPr/>
            <p:nvPr/>
          </p:nvSpPr>
          <p:spPr>
            <a:xfrm>
              <a:off x="4799492" y="132342"/>
              <a:ext cx="13940" cy="11152"/>
            </a:xfrm>
            <a:custGeom>
              <a:avLst/>
              <a:gdLst>
                <a:gd name="connsiteX0" fmla="*/ 13941 w 13940"/>
                <a:gd name="connsiteY0" fmla="*/ 5576 h 11152"/>
                <a:gd name="connsiteX1" fmla="*/ 6970 w 13940"/>
                <a:gd name="connsiteY1" fmla="*/ 11153 h 11152"/>
                <a:gd name="connsiteX2" fmla="*/ 0 w 13940"/>
                <a:gd name="connsiteY2" fmla="*/ 5576 h 11152"/>
                <a:gd name="connsiteX3" fmla="*/ 6970 w 13940"/>
                <a:gd name="connsiteY3" fmla="*/ 0 h 11152"/>
                <a:gd name="connsiteX4" fmla="*/ 13941 w 13940"/>
                <a:gd name="connsiteY4" fmla="*/ 5576 h 11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0" h="11152">
                  <a:moveTo>
                    <a:pt x="13941" y="5576"/>
                  </a:moveTo>
                  <a:cubicBezTo>
                    <a:pt x="13941" y="8618"/>
                    <a:pt x="10772" y="11153"/>
                    <a:pt x="6970" y="11153"/>
                  </a:cubicBezTo>
                  <a:cubicBezTo>
                    <a:pt x="3168" y="11153"/>
                    <a:pt x="0" y="8745"/>
                    <a:pt x="0" y="5576"/>
                  </a:cubicBezTo>
                  <a:cubicBezTo>
                    <a:pt x="0" y="2408"/>
                    <a:pt x="3168" y="0"/>
                    <a:pt x="6970" y="0"/>
                  </a:cubicBezTo>
                  <a:cubicBezTo>
                    <a:pt x="10772" y="0"/>
                    <a:pt x="13941" y="2408"/>
                    <a:pt x="13941" y="55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66" name="Freeform: Shape 3665">
              <a:extLst>
                <a:ext uri="{FF2B5EF4-FFF2-40B4-BE49-F238E27FC236}">
                  <a16:creationId xmlns:a16="http://schemas.microsoft.com/office/drawing/2014/main" id="{61013D4F-7078-6C4D-484C-96DD3723445F}"/>
                </a:ext>
              </a:extLst>
            </p:cNvPr>
            <p:cNvSpPr/>
            <p:nvPr/>
          </p:nvSpPr>
          <p:spPr>
            <a:xfrm>
              <a:off x="4924326" y="101419"/>
              <a:ext cx="14701" cy="11659"/>
            </a:xfrm>
            <a:custGeom>
              <a:avLst/>
              <a:gdLst>
                <a:gd name="connsiteX0" fmla="*/ 14701 w 14701"/>
                <a:gd name="connsiteY0" fmla="*/ 5830 h 11659"/>
                <a:gd name="connsiteX1" fmla="*/ 7351 w 14701"/>
                <a:gd name="connsiteY1" fmla="*/ 11660 h 11659"/>
                <a:gd name="connsiteX2" fmla="*/ 0 w 14701"/>
                <a:gd name="connsiteY2" fmla="*/ 5830 h 11659"/>
                <a:gd name="connsiteX3" fmla="*/ 7351 w 14701"/>
                <a:gd name="connsiteY3" fmla="*/ 0 h 11659"/>
                <a:gd name="connsiteX4" fmla="*/ 14701 w 14701"/>
                <a:gd name="connsiteY4" fmla="*/ 5830 h 11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01" h="11659">
                  <a:moveTo>
                    <a:pt x="14701" y="5830"/>
                  </a:moveTo>
                  <a:cubicBezTo>
                    <a:pt x="14701" y="8998"/>
                    <a:pt x="11407" y="11660"/>
                    <a:pt x="7351" y="11660"/>
                  </a:cubicBezTo>
                  <a:cubicBezTo>
                    <a:pt x="3295" y="11660"/>
                    <a:pt x="0" y="8998"/>
                    <a:pt x="0" y="5830"/>
                  </a:cubicBezTo>
                  <a:cubicBezTo>
                    <a:pt x="0" y="2661"/>
                    <a:pt x="3295" y="0"/>
                    <a:pt x="7351" y="0"/>
                  </a:cubicBezTo>
                  <a:cubicBezTo>
                    <a:pt x="11407" y="0"/>
                    <a:pt x="14701" y="2661"/>
                    <a:pt x="14701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67" name="Freeform: Shape 3666">
              <a:extLst>
                <a:ext uri="{FF2B5EF4-FFF2-40B4-BE49-F238E27FC236}">
                  <a16:creationId xmlns:a16="http://schemas.microsoft.com/office/drawing/2014/main" id="{5582BB9D-377C-224B-F4B0-0D0D65D3D62F}"/>
                </a:ext>
              </a:extLst>
            </p:cNvPr>
            <p:cNvSpPr/>
            <p:nvPr/>
          </p:nvSpPr>
          <p:spPr>
            <a:xfrm>
              <a:off x="5050429" y="73537"/>
              <a:ext cx="15461" cy="12293"/>
            </a:xfrm>
            <a:custGeom>
              <a:avLst/>
              <a:gdLst>
                <a:gd name="connsiteX0" fmla="*/ 15462 w 15461"/>
                <a:gd name="connsiteY0" fmla="*/ 6083 h 12293"/>
                <a:gd name="connsiteX1" fmla="*/ 7731 w 15461"/>
                <a:gd name="connsiteY1" fmla="*/ 12293 h 12293"/>
                <a:gd name="connsiteX2" fmla="*/ 0 w 15461"/>
                <a:gd name="connsiteY2" fmla="*/ 6083 h 12293"/>
                <a:gd name="connsiteX3" fmla="*/ 7731 w 15461"/>
                <a:gd name="connsiteY3" fmla="*/ 0 h 12293"/>
                <a:gd name="connsiteX4" fmla="*/ 15462 w 15461"/>
                <a:gd name="connsiteY4" fmla="*/ 6083 h 1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61" h="12293">
                  <a:moveTo>
                    <a:pt x="15462" y="6083"/>
                  </a:moveTo>
                  <a:cubicBezTo>
                    <a:pt x="15462" y="9505"/>
                    <a:pt x="11913" y="12293"/>
                    <a:pt x="7731" y="12293"/>
                  </a:cubicBezTo>
                  <a:cubicBezTo>
                    <a:pt x="3549" y="12293"/>
                    <a:pt x="0" y="9505"/>
                    <a:pt x="0" y="6083"/>
                  </a:cubicBezTo>
                  <a:cubicBezTo>
                    <a:pt x="0" y="2661"/>
                    <a:pt x="3422" y="0"/>
                    <a:pt x="7731" y="0"/>
                  </a:cubicBezTo>
                  <a:cubicBezTo>
                    <a:pt x="12040" y="0"/>
                    <a:pt x="15462" y="2788"/>
                    <a:pt x="15462" y="60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68" name="Freeform: Shape 3667">
              <a:extLst>
                <a:ext uri="{FF2B5EF4-FFF2-40B4-BE49-F238E27FC236}">
                  <a16:creationId xmlns:a16="http://schemas.microsoft.com/office/drawing/2014/main" id="{D6E4CE38-706C-806A-50FE-45303F31A1DA}"/>
                </a:ext>
              </a:extLst>
            </p:cNvPr>
            <p:cNvSpPr/>
            <p:nvPr/>
          </p:nvSpPr>
          <p:spPr>
            <a:xfrm>
              <a:off x="5177545" y="48570"/>
              <a:ext cx="15968" cy="12673"/>
            </a:xfrm>
            <a:custGeom>
              <a:avLst/>
              <a:gdLst>
                <a:gd name="connsiteX0" fmla="*/ 15969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9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9" y="6337"/>
                  </a:moveTo>
                  <a:cubicBezTo>
                    <a:pt x="15969" y="9885"/>
                    <a:pt x="12293" y="12674"/>
                    <a:pt x="7984" y="12674"/>
                  </a:cubicBezTo>
                  <a:cubicBezTo>
                    <a:pt x="3675" y="12674"/>
                    <a:pt x="0" y="9759"/>
                    <a:pt x="0" y="6337"/>
                  </a:cubicBezTo>
                  <a:cubicBezTo>
                    <a:pt x="0" y="2915"/>
                    <a:pt x="3549" y="0"/>
                    <a:pt x="7984" y="0"/>
                  </a:cubicBezTo>
                  <a:cubicBezTo>
                    <a:pt x="12420" y="0"/>
                    <a:pt x="15969" y="2788"/>
                    <a:pt x="15969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69" name="Freeform: Shape 3668">
              <a:extLst>
                <a:ext uri="{FF2B5EF4-FFF2-40B4-BE49-F238E27FC236}">
                  <a16:creationId xmlns:a16="http://schemas.microsoft.com/office/drawing/2014/main" id="{2CA02A8A-EFD9-0D79-06EB-740EF8F879A6}"/>
                </a:ext>
              </a:extLst>
            </p:cNvPr>
            <p:cNvSpPr/>
            <p:nvPr/>
          </p:nvSpPr>
          <p:spPr>
            <a:xfrm>
              <a:off x="5305421" y="33108"/>
              <a:ext cx="16729" cy="6843"/>
            </a:xfrm>
            <a:custGeom>
              <a:avLst/>
              <a:gdLst>
                <a:gd name="connsiteX0" fmla="*/ 8238 w 16729"/>
                <a:gd name="connsiteY0" fmla="*/ 6844 h 6843"/>
                <a:gd name="connsiteX1" fmla="*/ 16729 w 16729"/>
                <a:gd name="connsiteY1" fmla="*/ 127 h 6843"/>
                <a:gd name="connsiteX2" fmla="*/ 16729 w 16729"/>
                <a:gd name="connsiteY2" fmla="*/ 127 h 6843"/>
                <a:gd name="connsiteX3" fmla="*/ 0 w 16729"/>
                <a:gd name="connsiteY3" fmla="*/ 0 h 6843"/>
                <a:gd name="connsiteX4" fmla="*/ 0 w 16729"/>
                <a:gd name="connsiteY4" fmla="*/ 0 h 6843"/>
                <a:gd name="connsiteX5" fmla="*/ 8491 w 16729"/>
                <a:gd name="connsiteY5" fmla="*/ 6844 h 6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729" h="6843">
                  <a:moveTo>
                    <a:pt x="8238" y="6844"/>
                  </a:moveTo>
                  <a:cubicBezTo>
                    <a:pt x="12927" y="6844"/>
                    <a:pt x="16729" y="3802"/>
                    <a:pt x="16729" y="127"/>
                  </a:cubicBezTo>
                  <a:lnTo>
                    <a:pt x="16729" y="127"/>
                  </a:lnTo>
                  <a:cubicBezTo>
                    <a:pt x="16729" y="127"/>
                    <a:pt x="0" y="0"/>
                    <a:pt x="0" y="0"/>
                  </a:cubicBezTo>
                  <a:lnTo>
                    <a:pt x="0" y="0"/>
                  </a:lnTo>
                  <a:cubicBezTo>
                    <a:pt x="0" y="3802"/>
                    <a:pt x="3802" y="6844"/>
                    <a:pt x="8491" y="684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70" name="Freeform: Shape 3669">
              <a:extLst>
                <a:ext uri="{FF2B5EF4-FFF2-40B4-BE49-F238E27FC236}">
                  <a16:creationId xmlns:a16="http://schemas.microsoft.com/office/drawing/2014/main" id="{F31EC874-5BA0-C8E7-BF5A-9F44540DEDF8}"/>
                </a:ext>
              </a:extLst>
            </p:cNvPr>
            <p:cNvSpPr/>
            <p:nvPr/>
          </p:nvSpPr>
          <p:spPr>
            <a:xfrm>
              <a:off x="6993925" y="33108"/>
              <a:ext cx="27375" cy="11026"/>
            </a:xfrm>
            <a:custGeom>
              <a:avLst/>
              <a:gdLst>
                <a:gd name="connsiteX0" fmla="*/ 13561 w 27375"/>
                <a:gd name="connsiteY0" fmla="*/ 11026 h 11026"/>
                <a:gd name="connsiteX1" fmla="*/ 27375 w 27375"/>
                <a:gd name="connsiteY1" fmla="*/ 127 h 11026"/>
                <a:gd name="connsiteX2" fmla="*/ 27375 w 27375"/>
                <a:gd name="connsiteY2" fmla="*/ 127 h 11026"/>
                <a:gd name="connsiteX3" fmla="*/ 0 w 27375"/>
                <a:gd name="connsiteY3" fmla="*/ 0 h 11026"/>
                <a:gd name="connsiteX4" fmla="*/ 0 w 27375"/>
                <a:gd name="connsiteY4" fmla="*/ 0 h 11026"/>
                <a:gd name="connsiteX5" fmla="*/ 13688 w 27375"/>
                <a:gd name="connsiteY5" fmla="*/ 11026 h 11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375" h="11026">
                  <a:moveTo>
                    <a:pt x="13561" y="11026"/>
                  </a:moveTo>
                  <a:cubicBezTo>
                    <a:pt x="21165" y="11026"/>
                    <a:pt x="27375" y="6210"/>
                    <a:pt x="27375" y="127"/>
                  </a:cubicBezTo>
                  <a:lnTo>
                    <a:pt x="27375" y="127"/>
                  </a:lnTo>
                  <a:cubicBezTo>
                    <a:pt x="27375" y="127"/>
                    <a:pt x="0" y="0"/>
                    <a:pt x="0" y="0"/>
                  </a:cubicBezTo>
                  <a:lnTo>
                    <a:pt x="0" y="0"/>
                  </a:lnTo>
                  <a:cubicBezTo>
                    <a:pt x="0" y="6210"/>
                    <a:pt x="6084" y="11026"/>
                    <a:pt x="13688" y="1102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71" name="Freeform: Shape 3670">
              <a:extLst>
                <a:ext uri="{FF2B5EF4-FFF2-40B4-BE49-F238E27FC236}">
                  <a16:creationId xmlns:a16="http://schemas.microsoft.com/office/drawing/2014/main" id="{713D4564-A994-9CCE-9110-14FE4101D7EF}"/>
                </a:ext>
              </a:extLst>
            </p:cNvPr>
            <p:cNvSpPr/>
            <p:nvPr/>
          </p:nvSpPr>
          <p:spPr>
            <a:xfrm>
              <a:off x="7121548" y="43754"/>
              <a:ext cx="28388" cy="22305"/>
            </a:xfrm>
            <a:custGeom>
              <a:avLst/>
              <a:gdLst>
                <a:gd name="connsiteX0" fmla="*/ 28389 w 28388"/>
                <a:gd name="connsiteY0" fmla="*/ 11153 h 22305"/>
                <a:gd name="connsiteX1" fmla="*/ 14194 w 28388"/>
                <a:gd name="connsiteY1" fmla="*/ 22306 h 22305"/>
                <a:gd name="connsiteX2" fmla="*/ 0 w 28388"/>
                <a:gd name="connsiteY2" fmla="*/ 11153 h 22305"/>
                <a:gd name="connsiteX3" fmla="*/ 14194 w 28388"/>
                <a:gd name="connsiteY3" fmla="*/ 0 h 22305"/>
                <a:gd name="connsiteX4" fmla="*/ 28389 w 28388"/>
                <a:gd name="connsiteY4" fmla="*/ 11153 h 22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388" h="22305">
                  <a:moveTo>
                    <a:pt x="28389" y="11153"/>
                  </a:moveTo>
                  <a:cubicBezTo>
                    <a:pt x="28389" y="17363"/>
                    <a:pt x="22052" y="22306"/>
                    <a:pt x="14194" y="22306"/>
                  </a:cubicBezTo>
                  <a:cubicBezTo>
                    <a:pt x="6337" y="22306"/>
                    <a:pt x="0" y="17236"/>
                    <a:pt x="0" y="11153"/>
                  </a:cubicBezTo>
                  <a:cubicBezTo>
                    <a:pt x="0" y="5069"/>
                    <a:pt x="6337" y="0"/>
                    <a:pt x="14194" y="0"/>
                  </a:cubicBezTo>
                  <a:cubicBezTo>
                    <a:pt x="22052" y="0"/>
                    <a:pt x="28389" y="5069"/>
                    <a:pt x="28389" y="1115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72" name="Freeform: Shape 3671">
              <a:extLst>
                <a:ext uri="{FF2B5EF4-FFF2-40B4-BE49-F238E27FC236}">
                  <a16:creationId xmlns:a16="http://schemas.microsoft.com/office/drawing/2014/main" id="{C524D045-2979-9ABF-29D0-03B4DA66F29B}"/>
                </a:ext>
              </a:extLst>
            </p:cNvPr>
            <p:cNvSpPr/>
            <p:nvPr/>
          </p:nvSpPr>
          <p:spPr>
            <a:xfrm>
              <a:off x="7248537" y="68087"/>
              <a:ext cx="29149" cy="23065"/>
            </a:xfrm>
            <a:custGeom>
              <a:avLst/>
              <a:gdLst>
                <a:gd name="connsiteX0" fmla="*/ 29149 w 29149"/>
                <a:gd name="connsiteY0" fmla="*/ 11533 h 23065"/>
                <a:gd name="connsiteX1" fmla="*/ 14575 w 29149"/>
                <a:gd name="connsiteY1" fmla="*/ 23066 h 23065"/>
                <a:gd name="connsiteX2" fmla="*/ 0 w 29149"/>
                <a:gd name="connsiteY2" fmla="*/ 11533 h 23065"/>
                <a:gd name="connsiteX3" fmla="*/ 14575 w 29149"/>
                <a:gd name="connsiteY3" fmla="*/ 0 h 23065"/>
                <a:gd name="connsiteX4" fmla="*/ 29149 w 29149"/>
                <a:gd name="connsiteY4" fmla="*/ 11533 h 23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9" h="23065">
                  <a:moveTo>
                    <a:pt x="29149" y="11533"/>
                  </a:moveTo>
                  <a:cubicBezTo>
                    <a:pt x="29149" y="17870"/>
                    <a:pt x="22685" y="23066"/>
                    <a:pt x="14575" y="23066"/>
                  </a:cubicBezTo>
                  <a:cubicBezTo>
                    <a:pt x="6464" y="23066"/>
                    <a:pt x="0" y="17870"/>
                    <a:pt x="0" y="11533"/>
                  </a:cubicBezTo>
                  <a:cubicBezTo>
                    <a:pt x="0" y="5196"/>
                    <a:pt x="6464" y="0"/>
                    <a:pt x="14575" y="0"/>
                  </a:cubicBezTo>
                  <a:cubicBezTo>
                    <a:pt x="22685" y="0"/>
                    <a:pt x="29149" y="5196"/>
                    <a:pt x="29149" y="1153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73" name="Freeform: Shape 3672">
              <a:extLst>
                <a:ext uri="{FF2B5EF4-FFF2-40B4-BE49-F238E27FC236}">
                  <a16:creationId xmlns:a16="http://schemas.microsoft.com/office/drawing/2014/main" id="{A29DA31B-6C7C-7C72-091C-E5B7DC7B4E90}"/>
                </a:ext>
              </a:extLst>
            </p:cNvPr>
            <p:cNvSpPr/>
            <p:nvPr/>
          </p:nvSpPr>
          <p:spPr>
            <a:xfrm>
              <a:off x="7374513" y="95462"/>
              <a:ext cx="29909" cy="23572"/>
            </a:xfrm>
            <a:custGeom>
              <a:avLst/>
              <a:gdLst>
                <a:gd name="connsiteX0" fmla="*/ 29910 w 29909"/>
                <a:gd name="connsiteY0" fmla="*/ 11786 h 23572"/>
                <a:gd name="connsiteX1" fmla="*/ 14955 w 29909"/>
                <a:gd name="connsiteY1" fmla="*/ 23573 h 23572"/>
                <a:gd name="connsiteX2" fmla="*/ 0 w 29909"/>
                <a:gd name="connsiteY2" fmla="*/ 11786 h 23572"/>
                <a:gd name="connsiteX3" fmla="*/ 14955 w 29909"/>
                <a:gd name="connsiteY3" fmla="*/ 0 h 23572"/>
                <a:gd name="connsiteX4" fmla="*/ 29910 w 29909"/>
                <a:gd name="connsiteY4" fmla="*/ 11786 h 2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909" h="23572">
                  <a:moveTo>
                    <a:pt x="29910" y="11786"/>
                  </a:moveTo>
                  <a:cubicBezTo>
                    <a:pt x="29910" y="18377"/>
                    <a:pt x="23193" y="23573"/>
                    <a:pt x="14955" y="23573"/>
                  </a:cubicBezTo>
                  <a:cubicBezTo>
                    <a:pt x="6717" y="23573"/>
                    <a:pt x="0" y="18250"/>
                    <a:pt x="0" y="11786"/>
                  </a:cubicBezTo>
                  <a:cubicBezTo>
                    <a:pt x="0" y="5323"/>
                    <a:pt x="6717" y="0"/>
                    <a:pt x="14955" y="0"/>
                  </a:cubicBezTo>
                  <a:cubicBezTo>
                    <a:pt x="23193" y="0"/>
                    <a:pt x="29910" y="5323"/>
                    <a:pt x="29910" y="1178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74" name="Freeform: Shape 3673">
              <a:extLst>
                <a:ext uri="{FF2B5EF4-FFF2-40B4-BE49-F238E27FC236}">
                  <a16:creationId xmlns:a16="http://schemas.microsoft.com/office/drawing/2014/main" id="{379A68A8-DDD4-6D49-2842-5EA6CC02B39C}"/>
                </a:ext>
              </a:extLst>
            </p:cNvPr>
            <p:cNvSpPr/>
            <p:nvPr/>
          </p:nvSpPr>
          <p:spPr>
            <a:xfrm>
              <a:off x="7499474" y="125752"/>
              <a:ext cx="30669" cy="24333"/>
            </a:xfrm>
            <a:custGeom>
              <a:avLst/>
              <a:gdLst>
                <a:gd name="connsiteX0" fmla="*/ 30670 w 30669"/>
                <a:gd name="connsiteY0" fmla="*/ 12167 h 24333"/>
                <a:gd name="connsiteX1" fmla="*/ 15335 w 30669"/>
                <a:gd name="connsiteY1" fmla="*/ 24333 h 24333"/>
                <a:gd name="connsiteX2" fmla="*/ 0 w 30669"/>
                <a:gd name="connsiteY2" fmla="*/ 12167 h 24333"/>
                <a:gd name="connsiteX3" fmla="*/ 15335 w 30669"/>
                <a:gd name="connsiteY3" fmla="*/ 0 h 24333"/>
                <a:gd name="connsiteX4" fmla="*/ 30670 w 30669"/>
                <a:gd name="connsiteY4" fmla="*/ 12167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9" h="24333">
                  <a:moveTo>
                    <a:pt x="30670" y="12167"/>
                  </a:moveTo>
                  <a:cubicBezTo>
                    <a:pt x="30670" y="18884"/>
                    <a:pt x="23826" y="24333"/>
                    <a:pt x="15335" y="24333"/>
                  </a:cubicBezTo>
                  <a:cubicBezTo>
                    <a:pt x="6844" y="24333"/>
                    <a:pt x="0" y="18884"/>
                    <a:pt x="0" y="12167"/>
                  </a:cubicBezTo>
                  <a:cubicBezTo>
                    <a:pt x="0" y="5450"/>
                    <a:pt x="6844" y="0"/>
                    <a:pt x="15335" y="0"/>
                  </a:cubicBezTo>
                  <a:cubicBezTo>
                    <a:pt x="23826" y="0"/>
                    <a:pt x="30670" y="5450"/>
                    <a:pt x="30670" y="121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75" name="Freeform: Shape 3674">
              <a:extLst>
                <a:ext uri="{FF2B5EF4-FFF2-40B4-BE49-F238E27FC236}">
                  <a16:creationId xmlns:a16="http://schemas.microsoft.com/office/drawing/2014/main" id="{53A5677F-DAF4-32B7-4C7F-7D428C0F1097}"/>
                </a:ext>
              </a:extLst>
            </p:cNvPr>
            <p:cNvSpPr/>
            <p:nvPr/>
          </p:nvSpPr>
          <p:spPr>
            <a:xfrm>
              <a:off x="7623549" y="159337"/>
              <a:ext cx="30669" cy="24333"/>
            </a:xfrm>
            <a:custGeom>
              <a:avLst/>
              <a:gdLst>
                <a:gd name="connsiteX0" fmla="*/ 30670 w 30669"/>
                <a:gd name="connsiteY0" fmla="*/ 12167 h 24333"/>
                <a:gd name="connsiteX1" fmla="*/ 15335 w 30669"/>
                <a:gd name="connsiteY1" fmla="*/ 24333 h 24333"/>
                <a:gd name="connsiteX2" fmla="*/ 0 w 30669"/>
                <a:gd name="connsiteY2" fmla="*/ 12167 h 24333"/>
                <a:gd name="connsiteX3" fmla="*/ 15335 w 30669"/>
                <a:gd name="connsiteY3" fmla="*/ 0 h 24333"/>
                <a:gd name="connsiteX4" fmla="*/ 30670 w 30669"/>
                <a:gd name="connsiteY4" fmla="*/ 12167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9" h="24333">
                  <a:moveTo>
                    <a:pt x="30670" y="12167"/>
                  </a:moveTo>
                  <a:cubicBezTo>
                    <a:pt x="30670" y="18884"/>
                    <a:pt x="23826" y="24333"/>
                    <a:pt x="15335" y="24333"/>
                  </a:cubicBezTo>
                  <a:cubicBezTo>
                    <a:pt x="6843" y="24333"/>
                    <a:pt x="0" y="18884"/>
                    <a:pt x="0" y="12167"/>
                  </a:cubicBezTo>
                  <a:cubicBezTo>
                    <a:pt x="0" y="5450"/>
                    <a:pt x="6843" y="0"/>
                    <a:pt x="15335" y="0"/>
                  </a:cubicBezTo>
                  <a:cubicBezTo>
                    <a:pt x="23826" y="0"/>
                    <a:pt x="30670" y="5450"/>
                    <a:pt x="30670" y="121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76" name="Freeform: Shape 3675">
              <a:extLst>
                <a:ext uri="{FF2B5EF4-FFF2-40B4-BE49-F238E27FC236}">
                  <a16:creationId xmlns:a16="http://schemas.microsoft.com/office/drawing/2014/main" id="{2946144A-22A5-2120-1940-785DEA3D4D81}"/>
                </a:ext>
              </a:extLst>
            </p:cNvPr>
            <p:cNvSpPr/>
            <p:nvPr/>
          </p:nvSpPr>
          <p:spPr>
            <a:xfrm>
              <a:off x="7745849" y="195584"/>
              <a:ext cx="31430" cy="24840"/>
            </a:xfrm>
            <a:custGeom>
              <a:avLst/>
              <a:gdLst>
                <a:gd name="connsiteX0" fmla="*/ 31430 w 31430"/>
                <a:gd name="connsiteY0" fmla="*/ 12420 h 24840"/>
                <a:gd name="connsiteX1" fmla="*/ 15715 w 31430"/>
                <a:gd name="connsiteY1" fmla="*/ 24840 h 24840"/>
                <a:gd name="connsiteX2" fmla="*/ 0 w 31430"/>
                <a:gd name="connsiteY2" fmla="*/ 12420 h 24840"/>
                <a:gd name="connsiteX3" fmla="*/ 15715 w 31430"/>
                <a:gd name="connsiteY3" fmla="*/ 0 h 24840"/>
                <a:gd name="connsiteX4" fmla="*/ 31430 w 31430"/>
                <a:gd name="connsiteY4" fmla="*/ 12420 h 2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30" h="24840">
                  <a:moveTo>
                    <a:pt x="31430" y="12420"/>
                  </a:moveTo>
                  <a:cubicBezTo>
                    <a:pt x="31430" y="19264"/>
                    <a:pt x="24460" y="24840"/>
                    <a:pt x="15715" y="24840"/>
                  </a:cubicBezTo>
                  <a:cubicBezTo>
                    <a:pt x="6970" y="24840"/>
                    <a:pt x="0" y="19264"/>
                    <a:pt x="0" y="12420"/>
                  </a:cubicBezTo>
                  <a:cubicBezTo>
                    <a:pt x="0" y="5576"/>
                    <a:pt x="7097" y="0"/>
                    <a:pt x="15715" y="0"/>
                  </a:cubicBezTo>
                  <a:cubicBezTo>
                    <a:pt x="24333" y="0"/>
                    <a:pt x="31430" y="5576"/>
                    <a:pt x="31430" y="1242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77" name="Freeform: Shape 3676">
              <a:extLst>
                <a:ext uri="{FF2B5EF4-FFF2-40B4-BE49-F238E27FC236}">
                  <a16:creationId xmlns:a16="http://schemas.microsoft.com/office/drawing/2014/main" id="{58C732F7-ADFA-1E31-9B0A-62F1E864D575}"/>
                </a:ext>
              </a:extLst>
            </p:cNvPr>
            <p:cNvSpPr/>
            <p:nvPr/>
          </p:nvSpPr>
          <p:spPr>
            <a:xfrm>
              <a:off x="7866882" y="234745"/>
              <a:ext cx="32191" cy="25600"/>
            </a:xfrm>
            <a:custGeom>
              <a:avLst/>
              <a:gdLst>
                <a:gd name="connsiteX0" fmla="*/ 32191 w 32191"/>
                <a:gd name="connsiteY0" fmla="*/ 12800 h 25600"/>
                <a:gd name="connsiteX1" fmla="*/ 16096 w 32191"/>
                <a:gd name="connsiteY1" fmla="*/ 25601 h 25600"/>
                <a:gd name="connsiteX2" fmla="*/ 0 w 32191"/>
                <a:gd name="connsiteY2" fmla="*/ 12800 h 25600"/>
                <a:gd name="connsiteX3" fmla="*/ 16096 w 32191"/>
                <a:gd name="connsiteY3" fmla="*/ 0 h 25600"/>
                <a:gd name="connsiteX4" fmla="*/ 32191 w 32191"/>
                <a:gd name="connsiteY4" fmla="*/ 12800 h 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91" h="25600">
                  <a:moveTo>
                    <a:pt x="32191" y="12800"/>
                  </a:moveTo>
                  <a:cubicBezTo>
                    <a:pt x="32191" y="19898"/>
                    <a:pt x="24967" y="25601"/>
                    <a:pt x="16096" y="25601"/>
                  </a:cubicBezTo>
                  <a:cubicBezTo>
                    <a:pt x="7224" y="25601"/>
                    <a:pt x="0" y="19898"/>
                    <a:pt x="0" y="12800"/>
                  </a:cubicBezTo>
                  <a:cubicBezTo>
                    <a:pt x="0" y="5703"/>
                    <a:pt x="7224" y="0"/>
                    <a:pt x="16096" y="0"/>
                  </a:cubicBezTo>
                  <a:cubicBezTo>
                    <a:pt x="24967" y="0"/>
                    <a:pt x="32191" y="5703"/>
                    <a:pt x="32191" y="1280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78" name="Freeform: Shape 3677">
              <a:extLst>
                <a:ext uri="{FF2B5EF4-FFF2-40B4-BE49-F238E27FC236}">
                  <a16:creationId xmlns:a16="http://schemas.microsoft.com/office/drawing/2014/main" id="{D307FF25-7B5F-6062-4D1F-10D848D13770}"/>
                </a:ext>
              </a:extLst>
            </p:cNvPr>
            <p:cNvSpPr/>
            <p:nvPr/>
          </p:nvSpPr>
          <p:spPr>
            <a:xfrm>
              <a:off x="7986648" y="276948"/>
              <a:ext cx="32190" cy="25600"/>
            </a:xfrm>
            <a:custGeom>
              <a:avLst/>
              <a:gdLst>
                <a:gd name="connsiteX0" fmla="*/ 32191 w 32190"/>
                <a:gd name="connsiteY0" fmla="*/ 12800 h 25600"/>
                <a:gd name="connsiteX1" fmla="*/ 16096 w 32190"/>
                <a:gd name="connsiteY1" fmla="*/ 25601 h 25600"/>
                <a:gd name="connsiteX2" fmla="*/ 0 w 32190"/>
                <a:gd name="connsiteY2" fmla="*/ 12800 h 25600"/>
                <a:gd name="connsiteX3" fmla="*/ 16096 w 32190"/>
                <a:gd name="connsiteY3" fmla="*/ 0 h 25600"/>
                <a:gd name="connsiteX4" fmla="*/ 32191 w 32190"/>
                <a:gd name="connsiteY4" fmla="*/ 12800 h 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90" h="25600">
                  <a:moveTo>
                    <a:pt x="32191" y="12800"/>
                  </a:moveTo>
                  <a:cubicBezTo>
                    <a:pt x="32191" y="19898"/>
                    <a:pt x="24967" y="25601"/>
                    <a:pt x="16096" y="25601"/>
                  </a:cubicBezTo>
                  <a:cubicBezTo>
                    <a:pt x="7224" y="25601"/>
                    <a:pt x="0" y="19898"/>
                    <a:pt x="0" y="12800"/>
                  </a:cubicBezTo>
                  <a:cubicBezTo>
                    <a:pt x="0" y="5703"/>
                    <a:pt x="7224" y="0"/>
                    <a:pt x="16096" y="0"/>
                  </a:cubicBezTo>
                  <a:cubicBezTo>
                    <a:pt x="24967" y="0"/>
                    <a:pt x="32191" y="5703"/>
                    <a:pt x="32191" y="1280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79" name="Freeform: Shape 3678">
              <a:extLst>
                <a:ext uri="{FF2B5EF4-FFF2-40B4-BE49-F238E27FC236}">
                  <a16:creationId xmlns:a16="http://schemas.microsoft.com/office/drawing/2014/main" id="{E987AA54-DA5C-2C5B-769A-53D1DF3CDB70}"/>
                </a:ext>
              </a:extLst>
            </p:cNvPr>
            <p:cNvSpPr/>
            <p:nvPr/>
          </p:nvSpPr>
          <p:spPr>
            <a:xfrm>
              <a:off x="8104385" y="321813"/>
              <a:ext cx="32951" cy="26107"/>
            </a:xfrm>
            <a:custGeom>
              <a:avLst/>
              <a:gdLst>
                <a:gd name="connsiteX0" fmla="*/ 32952 w 32951"/>
                <a:gd name="connsiteY0" fmla="*/ 13054 h 26107"/>
                <a:gd name="connsiteX1" fmla="*/ 16476 w 32951"/>
                <a:gd name="connsiteY1" fmla="*/ 26108 h 26107"/>
                <a:gd name="connsiteX2" fmla="*/ 0 w 32951"/>
                <a:gd name="connsiteY2" fmla="*/ 13054 h 26107"/>
                <a:gd name="connsiteX3" fmla="*/ 16476 w 32951"/>
                <a:gd name="connsiteY3" fmla="*/ 0 h 26107"/>
                <a:gd name="connsiteX4" fmla="*/ 32952 w 32951"/>
                <a:gd name="connsiteY4" fmla="*/ 13054 h 2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951" h="26107">
                  <a:moveTo>
                    <a:pt x="32952" y="13054"/>
                  </a:moveTo>
                  <a:cubicBezTo>
                    <a:pt x="32952" y="20278"/>
                    <a:pt x="25601" y="26108"/>
                    <a:pt x="16476" y="26108"/>
                  </a:cubicBezTo>
                  <a:cubicBezTo>
                    <a:pt x="7351" y="26108"/>
                    <a:pt x="0" y="20278"/>
                    <a:pt x="0" y="13054"/>
                  </a:cubicBezTo>
                  <a:cubicBezTo>
                    <a:pt x="0" y="5830"/>
                    <a:pt x="7351" y="0"/>
                    <a:pt x="16476" y="0"/>
                  </a:cubicBezTo>
                  <a:cubicBezTo>
                    <a:pt x="25601" y="0"/>
                    <a:pt x="32952" y="5830"/>
                    <a:pt x="32952" y="1305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80" name="Freeform: Shape 3679">
              <a:extLst>
                <a:ext uri="{FF2B5EF4-FFF2-40B4-BE49-F238E27FC236}">
                  <a16:creationId xmlns:a16="http://schemas.microsoft.com/office/drawing/2014/main" id="{7A19F167-C813-1CF3-769F-FF138E50719D}"/>
                </a:ext>
              </a:extLst>
            </p:cNvPr>
            <p:cNvSpPr/>
            <p:nvPr/>
          </p:nvSpPr>
          <p:spPr>
            <a:xfrm>
              <a:off x="8220729" y="369719"/>
              <a:ext cx="32951" cy="26107"/>
            </a:xfrm>
            <a:custGeom>
              <a:avLst/>
              <a:gdLst>
                <a:gd name="connsiteX0" fmla="*/ 32951 w 32951"/>
                <a:gd name="connsiteY0" fmla="*/ 13054 h 26107"/>
                <a:gd name="connsiteX1" fmla="*/ 16476 w 32951"/>
                <a:gd name="connsiteY1" fmla="*/ 26108 h 26107"/>
                <a:gd name="connsiteX2" fmla="*/ 0 w 32951"/>
                <a:gd name="connsiteY2" fmla="*/ 13054 h 26107"/>
                <a:gd name="connsiteX3" fmla="*/ 16476 w 32951"/>
                <a:gd name="connsiteY3" fmla="*/ 0 h 26107"/>
                <a:gd name="connsiteX4" fmla="*/ 32951 w 32951"/>
                <a:gd name="connsiteY4" fmla="*/ 13054 h 2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951" h="26107">
                  <a:moveTo>
                    <a:pt x="32951" y="13054"/>
                  </a:moveTo>
                  <a:cubicBezTo>
                    <a:pt x="32951" y="20278"/>
                    <a:pt x="25600" y="26108"/>
                    <a:pt x="16476" y="26108"/>
                  </a:cubicBezTo>
                  <a:cubicBezTo>
                    <a:pt x="7350" y="26108"/>
                    <a:pt x="0" y="20278"/>
                    <a:pt x="0" y="13054"/>
                  </a:cubicBezTo>
                  <a:cubicBezTo>
                    <a:pt x="0" y="5830"/>
                    <a:pt x="7350" y="0"/>
                    <a:pt x="16476" y="0"/>
                  </a:cubicBezTo>
                  <a:cubicBezTo>
                    <a:pt x="25600" y="0"/>
                    <a:pt x="32951" y="5830"/>
                    <a:pt x="32951" y="1305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81" name="Freeform: Shape 3680">
              <a:extLst>
                <a:ext uri="{FF2B5EF4-FFF2-40B4-BE49-F238E27FC236}">
                  <a16:creationId xmlns:a16="http://schemas.microsoft.com/office/drawing/2014/main" id="{BB9EBC7F-55BF-204F-8A9F-0CA25A8A0BB8}"/>
                </a:ext>
              </a:extLst>
            </p:cNvPr>
            <p:cNvSpPr/>
            <p:nvPr/>
          </p:nvSpPr>
          <p:spPr>
            <a:xfrm>
              <a:off x="8334792" y="420033"/>
              <a:ext cx="33838" cy="26868"/>
            </a:xfrm>
            <a:custGeom>
              <a:avLst/>
              <a:gdLst>
                <a:gd name="connsiteX0" fmla="*/ 33838 w 33838"/>
                <a:gd name="connsiteY0" fmla="*/ 13434 h 26868"/>
                <a:gd name="connsiteX1" fmla="*/ 16855 w 33838"/>
                <a:gd name="connsiteY1" fmla="*/ 26868 h 26868"/>
                <a:gd name="connsiteX2" fmla="*/ 0 w 33838"/>
                <a:gd name="connsiteY2" fmla="*/ 13434 h 26868"/>
                <a:gd name="connsiteX3" fmla="*/ 16855 w 33838"/>
                <a:gd name="connsiteY3" fmla="*/ 0 h 26868"/>
                <a:gd name="connsiteX4" fmla="*/ 33838 w 33838"/>
                <a:gd name="connsiteY4" fmla="*/ 13434 h 26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838" h="26868">
                  <a:moveTo>
                    <a:pt x="33838" y="13434"/>
                  </a:moveTo>
                  <a:cubicBezTo>
                    <a:pt x="33838" y="20785"/>
                    <a:pt x="26234" y="26868"/>
                    <a:pt x="16855" y="26868"/>
                  </a:cubicBezTo>
                  <a:cubicBezTo>
                    <a:pt x="7477" y="26868"/>
                    <a:pt x="0" y="20911"/>
                    <a:pt x="0" y="13434"/>
                  </a:cubicBezTo>
                  <a:cubicBezTo>
                    <a:pt x="0" y="5957"/>
                    <a:pt x="7604" y="0"/>
                    <a:pt x="16855" y="0"/>
                  </a:cubicBezTo>
                  <a:cubicBezTo>
                    <a:pt x="26108" y="0"/>
                    <a:pt x="33838" y="5957"/>
                    <a:pt x="33838" y="1343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82" name="Freeform: Shape 3681">
              <a:extLst>
                <a:ext uri="{FF2B5EF4-FFF2-40B4-BE49-F238E27FC236}">
                  <a16:creationId xmlns:a16="http://schemas.microsoft.com/office/drawing/2014/main" id="{56719CF2-9865-4430-44D5-3588A86D8890}"/>
                </a:ext>
              </a:extLst>
            </p:cNvPr>
            <p:cNvSpPr/>
            <p:nvPr/>
          </p:nvSpPr>
          <p:spPr>
            <a:xfrm>
              <a:off x="8447840" y="473769"/>
              <a:ext cx="32951" cy="26107"/>
            </a:xfrm>
            <a:custGeom>
              <a:avLst/>
              <a:gdLst>
                <a:gd name="connsiteX0" fmla="*/ 32951 w 32951"/>
                <a:gd name="connsiteY0" fmla="*/ 13054 h 26107"/>
                <a:gd name="connsiteX1" fmla="*/ 16476 w 32951"/>
                <a:gd name="connsiteY1" fmla="*/ 26108 h 26107"/>
                <a:gd name="connsiteX2" fmla="*/ 0 w 32951"/>
                <a:gd name="connsiteY2" fmla="*/ 13054 h 26107"/>
                <a:gd name="connsiteX3" fmla="*/ 16476 w 32951"/>
                <a:gd name="connsiteY3" fmla="*/ 0 h 26107"/>
                <a:gd name="connsiteX4" fmla="*/ 32951 w 32951"/>
                <a:gd name="connsiteY4" fmla="*/ 13054 h 2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951" h="26107">
                  <a:moveTo>
                    <a:pt x="32951" y="13054"/>
                  </a:moveTo>
                  <a:cubicBezTo>
                    <a:pt x="32951" y="20278"/>
                    <a:pt x="25601" y="26108"/>
                    <a:pt x="16476" y="26108"/>
                  </a:cubicBezTo>
                  <a:cubicBezTo>
                    <a:pt x="7351" y="26108"/>
                    <a:pt x="0" y="20278"/>
                    <a:pt x="0" y="13054"/>
                  </a:cubicBezTo>
                  <a:cubicBezTo>
                    <a:pt x="0" y="5830"/>
                    <a:pt x="7351" y="0"/>
                    <a:pt x="16476" y="0"/>
                  </a:cubicBezTo>
                  <a:cubicBezTo>
                    <a:pt x="25601" y="0"/>
                    <a:pt x="32951" y="5830"/>
                    <a:pt x="32951" y="1305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83" name="Freeform: Shape 3682">
              <a:extLst>
                <a:ext uri="{FF2B5EF4-FFF2-40B4-BE49-F238E27FC236}">
                  <a16:creationId xmlns:a16="http://schemas.microsoft.com/office/drawing/2014/main" id="{02B04C90-BAAE-4632-8836-25231ACEABFD}"/>
                </a:ext>
              </a:extLst>
            </p:cNvPr>
            <p:cNvSpPr/>
            <p:nvPr/>
          </p:nvSpPr>
          <p:spPr>
            <a:xfrm>
              <a:off x="8557847" y="529279"/>
              <a:ext cx="33838" cy="26868"/>
            </a:xfrm>
            <a:custGeom>
              <a:avLst/>
              <a:gdLst>
                <a:gd name="connsiteX0" fmla="*/ 33838 w 33838"/>
                <a:gd name="connsiteY0" fmla="*/ 13434 h 26868"/>
                <a:gd name="connsiteX1" fmla="*/ 16983 w 33838"/>
                <a:gd name="connsiteY1" fmla="*/ 26868 h 26868"/>
                <a:gd name="connsiteX2" fmla="*/ 0 w 33838"/>
                <a:gd name="connsiteY2" fmla="*/ 13434 h 26868"/>
                <a:gd name="connsiteX3" fmla="*/ 16983 w 33838"/>
                <a:gd name="connsiteY3" fmla="*/ 0 h 26868"/>
                <a:gd name="connsiteX4" fmla="*/ 33838 w 33838"/>
                <a:gd name="connsiteY4" fmla="*/ 13434 h 26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838" h="26868">
                  <a:moveTo>
                    <a:pt x="33838" y="13434"/>
                  </a:moveTo>
                  <a:cubicBezTo>
                    <a:pt x="33838" y="20911"/>
                    <a:pt x="26234" y="26868"/>
                    <a:pt x="16983" y="26868"/>
                  </a:cubicBezTo>
                  <a:cubicBezTo>
                    <a:pt x="7731" y="26868"/>
                    <a:pt x="0" y="20911"/>
                    <a:pt x="0" y="13434"/>
                  </a:cubicBezTo>
                  <a:cubicBezTo>
                    <a:pt x="0" y="5957"/>
                    <a:pt x="7604" y="0"/>
                    <a:pt x="16983" y="0"/>
                  </a:cubicBezTo>
                  <a:cubicBezTo>
                    <a:pt x="26361" y="0"/>
                    <a:pt x="33838" y="5957"/>
                    <a:pt x="33838" y="1343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84" name="Freeform: Shape 3683">
              <a:extLst>
                <a:ext uri="{FF2B5EF4-FFF2-40B4-BE49-F238E27FC236}">
                  <a16:creationId xmlns:a16="http://schemas.microsoft.com/office/drawing/2014/main" id="{57E6D303-E084-1B93-ED23-FF5B24DD0629}"/>
                </a:ext>
              </a:extLst>
            </p:cNvPr>
            <p:cNvSpPr/>
            <p:nvPr/>
          </p:nvSpPr>
          <p:spPr>
            <a:xfrm>
              <a:off x="8666333" y="587958"/>
              <a:ext cx="33711" cy="26868"/>
            </a:xfrm>
            <a:custGeom>
              <a:avLst/>
              <a:gdLst>
                <a:gd name="connsiteX0" fmla="*/ 33711 w 33711"/>
                <a:gd name="connsiteY0" fmla="*/ 13434 h 26868"/>
                <a:gd name="connsiteX1" fmla="*/ 16856 w 33711"/>
                <a:gd name="connsiteY1" fmla="*/ 26868 h 26868"/>
                <a:gd name="connsiteX2" fmla="*/ 0 w 33711"/>
                <a:gd name="connsiteY2" fmla="*/ 13434 h 26868"/>
                <a:gd name="connsiteX3" fmla="*/ 16856 w 33711"/>
                <a:gd name="connsiteY3" fmla="*/ 0 h 26868"/>
                <a:gd name="connsiteX4" fmla="*/ 33711 w 33711"/>
                <a:gd name="connsiteY4" fmla="*/ 13434 h 26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1" h="26868">
                  <a:moveTo>
                    <a:pt x="33711" y="13434"/>
                  </a:moveTo>
                  <a:cubicBezTo>
                    <a:pt x="33711" y="20785"/>
                    <a:pt x="26108" y="26868"/>
                    <a:pt x="16856" y="26868"/>
                  </a:cubicBezTo>
                  <a:cubicBezTo>
                    <a:pt x="7604" y="26868"/>
                    <a:pt x="0" y="20911"/>
                    <a:pt x="0" y="13434"/>
                  </a:cubicBezTo>
                  <a:cubicBezTo>
                    <a:pt x="0" y="5957"/>
                    <a:pt x="7604" y="0"/>
                    <a:pt x="16856" y="0"/>
                  </a:cubicBezTo>
                  <a:cubicBezTo>
                    <a:pt x="26108" y="0"/>
                    <a:pt x="33711" y="5957"/>
                    <a:pt x="33711" y="1343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85" name="Freeform: Shape 3684">
              <a:extLst>
                <a:ext uri="{FF2B5EF4-FFF2-40B4-BE49-F238E27FC236}">
                  <a16:creationId xmlns:a16="http://schemas.microsoft.com/office/drawing/2014/main" id="{F4BEFDB6-06BD-D098-4AE6-2338B1B0292A}"/>
                </a:ext>
              </a:extLst>
            </p:cNvPr>
            <p:cNvSpPr/>
            <p:nvPr/>
          </p:nvSpPr>
          <p:spPr>
            <a:xfrm>
              <a:off x="8772284" y="649045"/>
              <a:ext cx="33712" cy="26868"/>
            </a:xfrm>
            <a:custGeom>
              <a:avLst/>
              <a:gdLst>
                <a:gd name="connsiteX0" fmla="*/ 33712 w 33712"/>
                <a:gd name="connsiteY0" fmla="*/ 13434 h 26868"/>
                <a:gd name="connsiteX1" fmla="*/ 16856 w 33712"/>
                <a:gd name="connsiteY1" fmla="*/ 26868 h 26868"/>
                <a:gd name="connsiteX2" fmla="*/ 0 w 33712"/>
                <a:gd name="connsiteY2" fmla="*/ 13434 h 26868"/>
                <a:gd name="connsiteX3" fmla="*/ 16856 w 33712"/>
                <a:gd name="connsiteY3" fmla="*/ 0 h 26868"/>
                <a:gd name="connsiteX4" fmla="*/ 33712 w 33712"/>
                <a:gd name="connsiteY4" fmla="*/ 13434 h 26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2" h="26868">
                  <a:moveTo>
                    <a:pt x="33712" y="13434"/>
                  </a:moveTo>
                  <a:cubicBezTo>
                    <a:pt x="33712" y="20785"/>
                    <a:pt x="26108" y="26868"/>
                    <a:pt x="16856" y="26868"/>
                  </a:cubicBezTo>
                  <a:cubicBezTo>
                    <a:pt x="7605" y="26868"/>
                    <a:pt x="0" y="20911"/>
                    <a:pt x="0" y="13434"/>
                  </a:cubicBezTo>
                  <a:cubicBezTo>
                    <a:pt x="0" y="5957"/>
                    <a:pt x="7605" y="0"/>
                    <a:pt x="16856" y="0"/>
                  </a:cubicBezTo>
                  <a:cubicBezTo>
                    <a:pt x="26108" y="0"/>
                    <a:pt x="33712" y="5957"/>
                    <a:pt x="33712" y="1343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86" name="Freeform: Shape 3685">
              <a:extLst>
                <a:ext uri="{FF2B5EF4-FFF2-40B4-BE49-F238E27FC236}">
                  <a16:creationId xmlns:a16="http://schemas.microsoft.com/office/drawing/2014/main" id="{B0E7AE8B-DD00-21A8-0CE5-70ABABEAB824}"/>
                </a:ext>
              </a:extLst>
            </p:cNvPr>
            <p:cNvSpPr/>
            <p:nvPr/>
          </p:nvSpPr>
          <p:spPr>
            <a:xfrm>
              <a:off x="8875701" y="712413"/>
              <a:ext cx="34471" cy="27374"/>
            </a:xfrm>
            <a:custGeom>
              <a:avLst/>
              <a:gdLst>
                <a:gd name="connsiteX0" fmla="*/ 34472 w 34471"/>
                <a:gd name="connsiteY0" fmla="*/ 13687 h 27374"/>
                <a:gd name="connsiteX1" fmla="*/ 17236 w 34471"/>
                <a:gd name="connsiteY1" fmla="*/ 27375 h 27374"/>
                <a:gd name="connsiteX2" fmla="*/ 0 w 34471"/>
                <a:gd name="connsiteY2" fmla="*/ 13687 h 27374"/>
                <a:gd name="connsiteX3" fmla="*/ 17236 w 34471"/>
                <a:gd name="connsiteY3" fmla="*/ 0 h 27374"/>
                <a:gd name="connsiteX4" fmla="*/ 34472 w 34471"/>
                <a:gd name="connsiteY4" fmla="*/ 13687 h 27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471" h="27374">
                  <a:moveTo>
                    <a:pt x="34472" y="13687"/>
                  </a:moveTo>
                  <a:cubicBezTo>
                    <a:pt x="34472" y="21292"/>
                    <a:pt x="26741" y="27375"/>
                    <a:pt x="17236" y="27375"/>
                  </a:cubicBezTo>
                  <a:cubicBezTo>
                    <a:pt x="7731" y="27375"/>
                    <a:pt x="0" y="21165"/>
                    <a:pt x="0" y="13687"/>
                  </a:cubicBezTo>
                  <a:cubicBezTo>
                    <a:pt x="0" y="6210"/>
                    <a:pt x="7731" y="0"/>
                    <a:pt x="17236" y="0"/>
                  </a:cubicBezTo>
                  <a:cubicBezTo>
                    <a:pt x="26741" y="0"/>
                    <a:pt x="34472" y="6083"/>
                    <a:pt x="34472" y="1368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87" name="Freeform: Shape 3686">
              <a:extLst>
                <a:ext uri="{FF2B5EF4-FFF2-40B4-BE49-F238E27FC236}">
                  <a16:creationId xmlns:a16="http://schemas.microsoft.com/office/drawing/2014/main" id="{29AE446B-B4D5-CAD9-695F-ED8AE3B1E8B1}"/>
                </a:ext>
              </a:extLst>
            </p:cNvPr>
            <p:cNvSpPr/>
            <p:nvPr/>
          </p:nvSpPr>
          <p:spPr>
            <a:xfrm>
              <a:off x="8976963" y="778442"/>
              <a:ext cx="34471" cy="27374"/>
            </a:xfrm>
            <a:custGeom>
              <a:avLst/>
              <a:gdLst>
                <a:gd name="connsiteX0" fmla="*/ 34472 w 34471"/>
                <a:gd name="connsiteY0" fmla="*/ 13687 h 27374"/>
                <a:gd name="connsiteX1" fmla="*/ 17236 w 34471"/>
                <a:gd name="connsiteY1" fmla="*/ 27375 h 27374"/>
                <a:gd name="connsiteX2" fmla="*/ 0 w 34471"/>
                <a:gd name="connsiteY2" fmla="*/ 13687 h 27374"/>
                <a:gd name="connsiteX3" fmla="*/ 17236 w 34471"/>
                <a:gd name="connsiteY3" fmla="*/ 0 h 27374"/>
                <a:gd name="connsiteX4" fmla="*/ 34472 w 34471"/>
                <a:gd name="connsiteY4" fmla="*/ 13687 h 27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471" h="27374">
                  <a:moveTo>
                    <a:pt x="34472" y="13687"/>
                  </a:moveTo>
                  <a:cubicBezTo>
                    <a:pt x="34472" y="21292"/>
                    <a:pt x="26741" y="27375"/>
                    <a:pt x="17236" y="27375"/>
                  </a:cubicBezTo>
                  <a:cubicBezTo>
                    <a:pt x="7731" y="27375"/>
                    <a:pt x="0" y="21292"/>
                    <a:pt x="0" y="13687"/>
                  </a:cubicBezTo>
                  <a:cubicBezTo>
                    <a:pt x="0" y="6083"/>
                    <a:pt x="7731" y="0"/>
                    <a:pt x="17236" y="0"/>
                  </a:cubicBezTo>
                  <a:cubicBezTo>
                    <a:pt x="26741" y="0"/>
                    <a:pt x="34472" y="6083"/>
                    <a:pt x="34472" y="1368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88" name="Freeform: Shape 3687">
              <a:extLst>
                <a:ext uri="{FF2B5EF4-FFF2-40B4-BE49-F238E27FC236}">
                  <a16:creationId xmlns:a16="http://schemas.microsoft.com/office/drawing/2014/main" id="{F344F867-A6C1-3B89-2767-F6629A37D35C}"/>
                </a:ext>
              </a:extLst>
            </p:cNvPr>
            <p:cNvSpPr/>
            <p:nvPr/>
          </p:nvSpPr>
          <p:spPr>
            <a:xfrm>
              <a:off x="9075943" y="847133"/>
              <a:ext cx="33838" cy="26868"/>
            </a:xfrm>
            <a:custGeom>
              <a:avLst/>
              <a:gdLst>
                <a:gd name="connsiteX0" fmla="*/ 33838 w 33838"/>
                <a:gd name="connsiteY0" fmla="*/ 13434 h 26868"/>
                <a:gd name="connsiteX1" fmla="*/ 16982 w 33838"/>
                <a:gd name="connsiteY1" fmla="*/ 26868 h 26868"/>
                <a:gd name="connsiteX2" fmla="*/ 0 w 33838"/>
                <a:gd name="connsiteY2" fmla="*/ 13434 h 26868"/>
                <a:gd name="connsiteX3" fmla="*/ 16982 w 33838"/>
                <a:gd name="connsiteY3" fmla="*/ 0 h 26868"/>
                <a:gd name="connsiteX4" fmla="*/ 33838 w 33838"/>
                <a:gd name="connsiteY4" fmla="*/ 13434 h 26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838" h="26868">
                  <a:moveTo>
                    <a:pt x="33838" y="13434"/>
                  </a:moveTo>
                  <a:cubicBezTo>
                    <a:pt x="33838" y="20911"/>
                    <a:pt x="26234" y="26868"/>
                    <a:pt x="16982" y="26868"/>
                  </a:cubicBezTo>
                  <a:cubicBezTo>
                    <a:pt x="7731" y="26868"/>
                    <a:pt x="0" y="20911"/>
                    <a:pt x="0" y="13434"/>
                  </a:cubicBezTo>
                  <a:cubicBezTo>
                    <a:pt x="0" y="5957"/>
                    <a:pt x="7604" y="0"/>
                    <a:pt x="16982" y="0"/>
                  </a:cubicBezTo>
                  <a:cubicBezTo>
                    <a:pt x="26361" y="0"/>
                    <a:pt x="33838" y="5957"/>
                    <a:pt x="33838" y="1343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89" name="Freeform: Shape 3688">
              <a:extLst>
                <a:ext uri="{FF2B5EF4-FFF2-40B4-BE49-F238E27FC236}">
                  <a16:creationId xmlns:a16="http://schemas.microsoft.com/office/drawing/2014/main" id="{DFE6AFEB-E266-CE9D-D37B-FD9B1AAFBC25}"/>
                </a:ext>
              </a:extLst>
            </p:cNvPr>
            <p:cNvSpPr/>
            <p:nvPr/>
          </p:nvSpPr>
          <p:spPr>
            <a:xfrm>
              <a:off x="9171756" y="917598"/>
              <a:ext cx="34471" cy="27375"/>
            </a:xfrm>
            <a:custGeom>
              <a:avLst/>
              <a:gdLst>
                <a:gd name="connsiteX0" fmla="*/ 34472 w 34471"/>
                <a:gd name="connsiteY0" fmla="*/ 13688 h 27375"/>
                <a:gd name="connsiteX1" fmla="*/ 17236 w 34471"/>
                <a:gd name="connsiteY1" fmla="*/ 27375 h 27375"/>
                <a:gd name="connsiteX2" fmla="*/ 0 w 34471"/>
                <a:gd name="connsiteY2" fmla="*/ 13688 h 27375"/>
                <a:gd name="connsiteX3" fmla="*/ 17236 w 34471"/>
                <a:gd name="connsiteY3" fmla="*/ 0 h 27375"/>
                <a:gd name="connsiteX4" fmla="*/ 34472 w 34471"/>
                <a:gd name="connsiteY4" fmla="*/ 13688 h 27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471" h="27375">
                  <a:moveTo>
                    <a:pt x="34472" y="13688"/>
                  </a:moveTo>
                  <a:cubicBezTo>
                    <a:pt x="34472" y="21292"/>
                    <a:pt x="26741" y="27375"/>
                    <a:pt x="17236" y="27375"/>
                  </a:cubicBezTo>
                  <a:cubicBezTo>
                    <a:pt x="7731" y="27375"/>
                    <a:pt x="0" y="21292"/>
                    <a:pt x="0" y="13688"/>
                  </a:cubicBezTo>
                  <a:cubicBezTo>
                    <a:pt x="0" y="6083"/>
                    <a:pt x="7731" y="0"/>
                    <a:pt x="17236" y="0"/>
                  </a:cubicBezTo>
                  <a:cubicBezTo>
                    <a:pt x="26741" y="0"/>
                    <a:pt x="34472" y="6083"/>
                    <a:pt x="34472" y="136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90" name="Freeform: Shape 3689">
              <a:extLst>
                <a:ext uri="{FF2B5EF4-FFF2-40B4-BE49-F238E27FC236}">
                  <a16:creationId xmlns:a16="http://schemas.microsoft.com/office/drawing/2014/main" id="{66E07E9D-5FD7-322B-F716-52062A5B4396}"/>
                </a:ext>
              </a:extLst>
            </p:cNvPr>
            <p:cNvSpPr/>
            <p:nvPr/>
          </p:nvSpPr>
          <p:spPr>
            <a:xfrm>
              <a:off x="9265287" y="990598"/>
              <a:ext cx="34471" cy="27375"/>
            </a:xfrm>
            <a:custGeom>
              <a:avLst/>
              <a:gdLst>
                <a:gd name="connsiteX0" fmla="*/ 34472 w 34471"/>
                <a:gd name="connsiteY0" fmla="*/ 13688 h 27375"/>
                <a:gd name="connsiteX1" fmla="*/ 17236 w 34471"/>
                <a:gd name="connsiteY1" fmla="*/ 27375 h 27375"/>
                <a:gd name="connsiteX2" fmla="*/ 0 w 34471"/>
                <a:gd name="connsiteY2" fmla="*/ 13688 h 27375"/>
                <a:gd name="connsiteX3" fmla="*/ 17236 w 34471"/>
                <a:gd name="connsiteY3" fmla="*/ 0 h 27375"/>
                <a:gd name="connsiteX4" fmla="*/ 34472 w 34471"/>
                <a:gd name="connsiteY4" fmla="*/ 13688 h 27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471" h="27375">
                  <a:moveTo>
                    <a:pt x="34472" y="13688"/>
                  </a:moveTo>
                  <a:cubicBezTo>
                    <a:pt x="34472" y="21292"/>
                    <a:pt x="26741" y="27375"/>
                    <a:pt x="17236" y="27375"/>
                  </a:cubicBezTo>
                  <a:cubicBezTo>
                    <a:pt x="7731" y="27375"/>
                    <a:pt x="0" y="21292"/>
                    <a:pt x="0" y="13688"/>
                  </a:cubicBezTo>
                  <a:cubicBezTo>
                    <a:pt x="0" y="6083"/>
                    <a:pt x="7731" y="0"/>
                    <a:pt x="17236" y="0"/>
                  </a:cubicBezTo>
                  <a:cubicBezTo>
                    <a:pt x="26741" y="0"/>
                    <a:pt x="34472" y="6083"/>
                    <a:pt x="34472" y="136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91" name="Freeform: Shape 3690">
              <a:extLst>
                <a:ext uri="{FF2B5EF4-FFF2-40B4-BE49-F238E27FC236}">
                  <a16:creationId xmlns:a16="http://schemas.microsoft.com/office/drawing/2014/main" id="{197D2C7D-5F56-1E3E-19B3-A99815623EF1}"/>
                </a:ext>
              </a:extLst>
            </p:cNvPr>
            <p:cNvSpPr/>
            <p:nvPr/>
          </p:nvSpPr>
          <p:spPr>
            <a:xfrm>
              <a:off x="9355777" y="1065753"/>
              <a:ext cx="34471" cy="27375"/>
            </a:xfrm>
            <a:custGeom>
              <a:avLst/>
              <a:gdLst>
                <a:gd name="connsiteX0" fmla="*/ 34472 w 34471"/>
                <a:gd name="connsiteY0" fmla="*/ 13688 h 27375"/>
                <a:gd name="connsiteX1" fmla="*/ 17236 w 34471"/>
                <a:gd name="connsiteY1" fmla="*/ 27375 h 27375"/>
                <a:gd name="connsiteX2" fmla="*/ 0 w 34471"/>
                <a:gd name="connsiteY2" fmla="*/ 13688 h 27375"/>
                <a:gd name="connsiteX3" fmla="*/ 17236 w 34471"/>
                <a:gd name="connsiteY3" fmla="*/ 0 h 27375"/>
                <a:gd name="connsiteX4" fmla="*/ 34472 w 34471"/>
                <a:gd name="connsiteY4" fmla="*/ 13688 h 27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471" h="27375">
                  <a:moveTo>
                    <a:pt x="34472" y="13688"/>
                  </a:moveTo>
                  <a:cubicBezTo>
                    <a:pt x="34472" y="21292"/>
                    <a:pt x="26741" y="27375"/>
                    <a:pt x="17236" y="27375"/>
                  </a:cubicBezTo>
                  <a:cubicBezTo>
                    <a:pt x="7731" y="27375"/>
                    <a:pt x="0" y="21165"/>
                    <a:pt x="0" y="13688"/>
                  </a:cubicBezTo>
                  <a:cubicBezTo>
                    <a:pt x="0" y="6210"/>
                    <a:pt x="7731" y="0"/>
                    <a:pt x="17236" y="0"/>
                  </a:cubicBezTo>
                  <a:cubicBezTo>
                    <a:pt x="26741" y="0"/>
                    <a:pt x="34472" y="6083"/>
                    <a:pt x="34472" y="136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92" name="Freeform: Shape 3691">
              <a:extLst>
                <a:ext uri="{FF2B5EF4-FFF2-40B4-BE49-F238E27FC236}">
                  <a16:creationId xmlns:a16="http://schemas.microsoft.com/office/drawing/2014/main" id="{C5CEF973-913D-6910-9843-5A2DA8CDB3C9}"/>
                </a:ext>
              </a:extLst>
            </p:cNvPr>
            <p:cNvSpPr/>
            <p:nvPr/>
          </p:nvSpPr>
          <p:spPr>
            <a:xfrm>
              <a:off x="9443857" y="1143315"/>
              <a:ext cx="33712" cy="26867"/>
            </a:xfrm>
            <a:custGeom>
              <a:avLst/>
              <a:gdLst>
                <a:gd name="connsiteX0" fmla="*/ 33712 w 33712"/>
                <a:gd name="connsiteY0" fmla="*/ 13434 h 26867"/>
                <a:gd name="connsiteX1" fmla="*/ 16856 w 33712"/>
                <a:gd name="connsiteY1" fmla="*/ 26868 h 26867"/>
                <a:gd name="connsiteX2" fmla="*/ 0 w 33712"/>
                <a:gd name="connsiteY2" fmla="*/ 13434 h 26867"/>
                <a:gd name="connsiteX3" fmla="*/ 16856 w 33712"/>
                <a:gd name="connsiteY3" fmla="*/ 0 h 26867"/>
                <a:gd name="connsiteX4" fmla="*/ 33712 w 33712"/>
                <a:gd name="connsiteY4" fmla="*/ 13434 h 26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2" h="26867">
                  <a:moveTo>
                    <a:pt x="33712" y="13434"/>
                  </a:moveTo>
                  <a:cubicBezTo>
                    <a:pt x="33712" y="20785"/>
                    <a:pt x="26234" y="26868"/>
                    <a:pt x="16856" y="26868"/>
                  </a:cubicBezTo>
                  <a:cubicBezTo>
                    <a:pt x="7478" y="26868"/>
                    <a:pt x="0" y="20911"/>
                    <a:pt x="0" y="13434"/>
                  </a:cubicBezTo>
                  <a:cubicBezTo>
                    <a:pt x="0" y="5957"/>
                    <a:pt x="7605" y="0"/>
                    <a:pt x="16856" y="0"/>
                  </a:cubicBezTo>
                  <a:cubicBezTo>
                    <a:pt x="26108" y="0"/>
                    <a:pt x="33712" y="5957"/>
                    <a:pt x="33712" y="1343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93" name="Freeform: Shape 3692">
              <a:extLst>
                <a:ext uri="{FF2B5EF4-FFF2-40B4-BE49-F238E27FC236}">
                  <a16:creationId xmlns:a16="http://schemas.microsoft.com/office/drawing/2014/main" id="{1422F25F-CB97-5EE0-2B93-218A0292358B}"/>
                </a:ext>
              </a:extLst>
            </p:cNvPr>
            <p:cNvSpPr/>
            <p:nvPr/>
          </p:nvSpPr>
          <p:spPr>
            <a:xfrm>
              <a:off x="9528264" y="1222398"/>
              <a:ext cx="34471" cy="27375"/>
            </a:xfrm>
            <a:custGeom>
              <a:avLst/>
              <a:gdLst>
                <a:gd name="connsiteX0" fmla="*/ 34472 w 34471"/>
                <a:gd name="connsiteY0" fmla="*/ 13688 h 27375"/>
                <a:gd name="connsiteX1" fmla="*/ 17236 w 34471"/>
                <a:gd name="connsiteY1" fmla="*/ 27375 h 27375"/>
                <a:gd name="connsiteX2" fmla="*/ 0 w 34471"/>
                <a:gd name="connsiteY2" fmla="*/ 13688 h 27375"/>
                <a:gd name="connsiteX3" fmla="*/ 17236 w 34471"/>
                <a:gd name="connsiteY3" fmla="*/ 0 h 27375"/>
                <a:gd name="connsiteX4" fmla="*/ 34472 w 34471"/>
                <a:gd name="connsiteY4" fmla="*/ 13688 h 27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471" h="27375">
                  <a:moveTo>
                    <a:pt x="34472" y="13688"/>
                  </a:moveTo>
                  <a:cubicBezTo>
                    <a:pt x="34472" y="21292"/>
                    <a:pt x="26741" y="27375"/>
                    <a:pt x="17236" y="27375"/>
                  </a:cubicBezTo>
                  <a:cubicBezTo>
                    <a:pt x="7731" y="27375"/>
                    <a:pt x="0" y="21292"/>
                    <a:pt x="0" y="13688"/>
                  </a:cubicBezTo>
                  <a:cubicBezTo>
                    <a:pt x="0" y="6083"/>
                    <a:pt x="7731" y="0"/>
                    <a:pt x="17236" y="0"/>
                  </a:cubicBezTo>
                  <a:cubicBezTo>
                    <a:pt x="26741" y="0"/>
                    <a:pt x="34472" y="6210"/>
                    <a:pt x="34472" y="136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94" name="Freeform: Shape 3693">
              <a:extLst>
                <a:ext uri="{FF2B5EF4-FFF2-40B4-BE49-F238E27FC236}">
                  <a16:creationId xmlns:a16="http://schemas.microsoft.com/office/drawing/2014/main" id="{78E1FFB0-33EB-89F5-1A9A-29F79EE91CD2}"/>
                </a:ext>
              </a:extLst>
            </p:cNvPr>
            <p:cNvSpPr/>
            <p:nvPr/>
          </p:nvSpPr>
          <p:spPr>
            <a:xfrm>
              <a:off x="9610009" y="1303636"/>
              <a:ext cx="34471" cy="27374"/>
            </a:xfrm>
            <a:custGeom>
              <a:avLst/>
              <a:gdLst>
                <a:gd name="connsiteX0" fmla="*/ 34472 w 34471"/>
                <a:gd name="connsiteY0" fmla="*/ 13687 h 27374"/>
                <a:gd name="connsiteX1" fmla="*/ 17236 w 34471"/>
                <a:gd name="connsiteY1" fmla="*/ 27375 h 27374"/>
                <a:gd name="connsiteX2" fmla="*/ 0 w 34471"/>
                <a:gd name="connsiteY2" fmla="*/ 13687 h 27374"/>
                <a:gd name="connsiteX3" fmla="*/ 17236 w 34471"/>
                <a:gd name="connsiteY3" fmla="*/ 0 h 27374"/>
                <a:gd name="connsiteX4" fmla="*/ 34472 w 34471"/>
                <a:gd name="connsiteY4" fmla="*/ 13687 h 27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471" h="27374">
                  <a:moveTo>
                    <a:pt x="34472" y="13687"/>
                  </a:moveTo>
                  <a:cubicBezTo>
                    <a:pt x="34472" y="21292"/>
                    <a:pt x="26741" y="27375"/>
                    <a:pt x="17236" y="27375"/>
                  </a:cubicBezTo>
                  <a:cubicBezTo>
                    <a:pt x="7731" y="27375"/>
                    <a:pt x="0" y="21165"/>
                    <a:pt x="0" y="13687"/>
                  </a:cubicBezTo>
                  <a:cubicBezTo>
                    <a:pt x="0" y="6210"/>
                    <a:pt x="7731" y="0"/>
                    <a:pt x="17236" y="0"/>
                  </a:cubicBezTo>
                  <a:cubicBezTo>
                    <a:pt x="26741" y="0"/>
                    <a:pt x="34472" y="6083"/>
                    <a:pt x="34472" y="1368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95" name="Freeform: Shape 3694">
              <a:extLst>
                <a:ext uri="{FF2B5EF4-FFF2-40B4-BE49-F238E27FC236}">
                  <a16:creationId xmlns:a16="http://schemas.microsoft.com/office/drawing/2014/main" id="{0AB0FCED-7D5D-F9EC-20F6-7C88FE2BDE2F}"/>
                </a:ext>
              </a:extLst>
            </p:cNvPr>
            <p:cNvSpPr/>
            <p:nvPr/>
          </p:nvSpPr>
          <p:spPr>
            <a:xfrm>
              <a:off x="9688965" y="1387155"/>
              <a:ext cx="33838" cy="26868"/>
            </a:xfrm>
            <a:custGeom>
              <a:avLst/>
              <a:gdLst>
                <a:gd name="connsiteX0" fmla="*/ 33838 w 33838"/>
                <a:gd name="connsiteY0" fmla="*/ 13434 h 26868"/>
                <a:gd name="connsiteX1" fmla="*/ 16856 w 33838"/>
                <a:gd name="connsiteY1" fmla="*/ 26868 h 26868"/>
                <a:gd name="connsiteX2" fmla="*/ 0 w 33838"/>
                <a:gd name="connsiteY2" fmla="*/ 13434 h 26868"/>
                <a:gd name="connsiteX3" fmla="*/ 16856 w 33838"/>
                <a:gd name="connsiteY3" fmla="*/ 0 h 26868"/>
                <a:gd name="connsiteX4" fmla="*/ 33838 w 33838"/>
                <a:gd name="connsiteY4" fmla="*/ 13434 h 26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838" h="26868">
                  <a:moveTo>
                    <a:pt x="33838" y="13434"/>
                  </a:moveTo>
                  <a:cubicBezTo>
                    <a:pt x="33838" y="20911"/>
                    <a:pt x="26234" y="26868"/>
                    <a:pt x="16856" y="26868"/>
                  </a:cubicBezTo>
                  <a:cubicBezTo>
                    <a:pt x="7478" y="26868"/>
                    <a:pt x="0" y="20911"/>
                    <a:pt x="0" y="13434"/>
                  </a:cubicBezTo>
                  <a:cubicBezTo>
                    <a:pt x="0" y="5957"/>
                    <a:pt x="7604" y="0"/>
                    <a:pt x="16856" y="0"/>
                  </a:cubicBezTo>
                  <a:cubicBezTo>
                    <a:pt x="26108" y="0"/>
                    <a:pt x="33838" y="5957"/>
                    <a:pt x="33838" y="1343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96" name="Freeform: Shape 3695">
              <a:extLst>
                <a:ext uri="{FF2B5EF4-FFF2-40B4-BE49-F238E27FC236}">
                  <a16:creationId xmlns:a16="http://schemas.microsoft.com/office/drawing/2014/main" id="{3F4F71EE-A445-D10F-5757-8CA0E117AB65}"/>
                </a:ext>
              </a:extLst>
            </p:cNvPr>
            <p:cNvSpPr/>
            <p:nvPr/>
          </p:nvSpPr>
          <p:spPr>
            <a:xfrm>
              <a:off x="9764500" y="1472195"/>
              <a:ext cx="33838" cy="26868"/>
            </a:xfrm>
            <a:custGeom>
              <a:avLst/>
              <a:gdLst>
                <a:gd name="connsiteX0" fmla="*/ 33838 w 33838"/>
                <a:gd name="connsiteY0" fmla="*/ 13434 h 26868"/>
                <a:gd name="connsiteX1" fmla="*/ 16855 w 33838"/>
                <a:gd name="connsiteY1" fmla="*/ 26868 h 26868"/>
                <a:gd name="connsiteX2" fmla="*/ 0 w 33838"/>
                <a:gd name="connsiteY2" fmla="*/ 13434 h 26868"/>
                <a:gd name="connsiteX3" fmla="*/ 16855 w 33838"/>
                <a:gd name="connsiteY3" fmla="*/ 0 h 26868"/>
                <a:gd name="connsiteX4" fmla="*/ 33838 w 33838"/>
                <a:gd name="connsiteY4" fmla="*/ 13434 h 26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838" h="26868">
                  <a:moveTo>
                    <a:pt x="33838" y="13434"/>
                  </a:moveTo>
                  <a:cubicBezTo>
                    <a:pt x="33838" y="20785"/>
                    <a:pt x="26234" y="26868"/>
                    <a:pt x="16855" y="26868"/>
                  </a:cubicBezTo>
                  <a:cubicBezTo>
                    <a:pt x="7477" y="26868"/>
                    <a:pt x="0" y="20911"/>
                    <a:pt x="0" y="13434"/>
                  </a:cubicBezTo>
                  <a:cubicBezTo>
                    <a:pt x="0" y="5957"/>
                    <a:pt x="7604" y="0"/>
                    <a:pt x="16855" y="0"/>
                  </a:cubicBezTo>
                  <a:cubicBezTo>
                    <a:pt x="26108" y="0"/>
                    <a:pt x="33838" y="5957"/>
                    <a:pt x="33838" y="1343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97" name="Freeform: Shape 3696">
              <a:extLst>
                <a:ext uri="{FF2B5EF4-FFF2-40B4-BE49-F238E27FC236}">
                  <a16:creationId xmlns:a16="http://schemas.microsoft.com/office/drawing/2014/main" id="{05A89623-1E03-EB7E-1877-41DDCA1A977B}"/>
                </a:ext>
              </a:extLst>
            </p:cNvPr>
            <p:cNvSpPr/>
            <p:nvPr/>
          </p:nvSpPr>
          <p:spPr>
            <a:xfrm>
              <a:off x="9837120" y="1559389"/>
              <a:ext cx="32951" cy="26107"/>
            </a:xfrm>
            <a:custGeom>
              <a:avLst/>
              <a:gdLst>
                <a:gd name="connsiteX0" fmla="*/ 32951 w 32951"/>
                <a:gd name="connsiteY0" fmla="*/ 13054 h 26107"/>
                <a:gd name="connsiteX1" fmla="*/ 16476 w 32951"/>
                <a:gd name="connsiteY1" fmla="*/ 26108 h 26107"/>
                <a:gd name="connsiteX2" fmla="*/ 0 w 32951"/>
                <a:gd name="connsiteY2" fmla="*/ 13054 h 26107"/>
                <a:gd name="connsiteX3" fmla="*/ 16476 w 32951"/>
                <a:gd name="connsiteY3" fmla="*/ 0 h 26107"/>
                <a:gd name="connsiteX4" fmla="*/ 32951 w 32951"/>
                <a:gd name="connsiteY4" fmla="*/ 13054 h 2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951" h="26107">
                  <a:moveTo>
                    <a:pt x="32951" y="13054"/>
                  </a:moveTo>
                  <a:cubicBezTo>
                    <a:pt x="32951" y="20278"/>
                    <a:pt x="25601" y="26108"/>
                    <a:pt x="16476" y="26108"/>
                  </a:cubicBezTo>
                  <a:cubicBezTo>
                    <a:pt x="7351" y="26108"/>
                    <a:pt x="0" y="20278"/>
                    <a:pt x="0" y="13054"/>
                  </a:cubicBezTo>
                  <a:cubicBezTo>
                    <a:pt x="0" y="5830"/>
                    <a:pt x="7351" y="0"/>
                    <a:pt x="16476" y="0"/>
                  </a:cubicBezTo>
                  <a:cubicBezTo>
                    <a:pt x="25601" y="0"/>
                    <a:pt x="32951" y="5830"/>
                    <a:pt x="32951" y="1305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98" name="Freeform: Shape 3697">
              <a:extLst>
                <a:ext uri="{FF2B5EF4-FFF2-40B4-BE49-F238E27FC236}">
                  <a16:creationId xmlns:a16="http://schemas.microsoft.com/office/drawing/2014/main" id="{00F2695B-ABA3-32D8-3F42-36C8ECF80B92}"/>
                </a:ext>
              </a:extLst>
            </p:cNvPr>
            <p:cNvSpPr/>
            <p:nvPr/>
          </p:nvSpPr>
          <p:spPr>
            <a:xfrm>
              <a:off x="9906064" y="1647851"/>
              <a:ext cx="32951" cy="26107"/>
            </a:xfrm>
            <a:custGeom>
              <a:avLst/>
              <a:gdLst>
                <a:gd name="connsiteX0" fmla="*/ 32951 w 32951"/>
                <a:gd name="connsiteY0" fmla="*/ 13054 h 26107"/>
                <a:gd name="connsiteX1" fmla="*/ 16476 w 32951"/>
                <a:gd name="connsiteY1" fmla="*/ 26108 h 26107"/>
                <a:gd name="connsiteX2" fmla="*/ 0 w 32951"/>
                <a:gd name="connsiteY2" fmla="*/ 13054 h 26107"/>
                <a:gd name="connsiteX3" fmla="*/ 16476 w 32951"/>
                <a:gd name="connsiteY3" fmla="*/ 0 h 26107"/>
                <a:gd name="connsiteX4" fmla="*/ 32951 w 32951"/>
                <a:gd name="connsiteY4" fmla="*/ 13054 h 2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951" h="26107">
                  <a:moveTo>
                    <a:pt x="32951" y="13054"/>
                  </a:moveTo>
                  <a:cubicBezTo>
                    <a:pt x="32951" y="20278"/>
                    <a:pt x="25601" y="26108"/>
                    <a:pt x="16476" y="26108"/>
                  </a:cubicBezTo>
                  <a:cubicBezTo>
                    <a:pt x="7351" y="26108"/>
                    <a:pt x="0" y="20278"/>
                    <a:pt x="0" y="13054"/>
                  </a:cubicBezTo>
                  <a:cubicBezTo>
                    <a:pt x="0" y="5830"/>
                    <a:pt x="7351" y="0"/>
                    <a:pt x="16476" y="0"/>
                  </a:cubicBezTo>
                  <a:cubicBezTo>
                    <a:pt x="25601" y="0"/>
                    <a:pt x="32951" y="5830"/>
                    <a:pt x="32951" y="1305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99" name="Freeform: Shape 3698">
              <a:extLst>
                <a:ext uri="{FF2B5EF4-FFF2-40B4-BE49-F238E27FC236}">
                  <a16:creationId xmlns:a16="http://schemas.microsoft.com/office/drawing/2014/main" id="{36D3991D-1AE7-65DC-D601-574FED8C26D1}"/>
                </a:ext>
              </a:extLst>
            </p:cNvPr>
            <p:cNvSpPr/>
            <p:nvPr/>
          </p:nvSpPr>
          <p:spPr>
            <a:xfrm>
              <a:off x="9971586" y="1737833"/>
              <a:ext cx="32951" cy="26107"/>
            </a:xfrm>
            <a:custGeom>
              <a:avLst/>
              <a:gdLst>
                <a:gd name="connsiteX0" fmla="*/ 32952 w 32951"/>
                <a:gd name="connsiteY0" fmla="*/ 13054 h 26107"/>
                <a:gd name="connsiteX1" fmla="*/ 16476 w 32951"/>
                <a:gd name="connsiteY1" fmla="*/ 26108 h 26107"/>
                <a:gd name="connsiteX2" fmla="*/ 0 w 32951"/>
                <a:gd name="connsiteY2" fmla="*/ 13054 h 26107"/>
                <a:gd name="connsiteX3" fmla="*/ 16476 w 32951"/>
                <a:gd name="connsiteY3" fmla="*/ 0 h 26107"/>
                <a:gd name="connsiteX4" fmla="*/ 32952 w 32951"/>
                <a:gd name="connsiteY4" fmla="*/ 13054 h 2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951" h="26107">
                  <a:moveTo>
                    <a:pt x="32952" y="13054"/>
                  </a:moveTo>
                  <a:cubicBezTo>
                    <a:pt x="32952" y="20278"/>
                    <a:pt x="25601" y="26108"/>
                    <a:pt x="16476" y="26108"/>
                  </a:cubicBezTo>
                  <a:cubicBezTo>
                    <a:pt x="7351" y="26108"/>
                    <a:pt x="0" y="20278"/>
                    <a:pt x="0" y="13054"/>
                  </a:cubicBezTo>
                  <a:cubicBezTo>
                    <a:pt x="0" y="5830"/>
                    <a:pt x="7351" y="0"/>
                    <a:pt x="16476" y="0"/>
                  </a:cubicBezTo>
                  <a:cubicBezTo>
                    <a:pt x="25601" y="0"/>
                    <a:pt x="32952" y="5830"/>
                    <a:pt x="32952" y="1305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00" name="Freeform: Shape 3699">
              <a:extLst>
                <a:ext uri="{FF2B5EF4-FFF2-40B4-BE49-F238E27FC236}">
                  <a16:creationId xmlns:a16="http://schemas.microsoft.com/office/drawing/2014/main" id="{DCF7F9F9-B28D-B9C6-2753-CC0FCC576893}"/>
                </a:ext>
              </a:extLst>
            </p:cNvPr>
            <p:cNvSpPr/>
            <p:nvPr/>
          </p:nvSpPr>
          <p:spPr>
            <a:xfrm>
              <a:off x="10034067" y="1829717"/>
              <a:ext cx="32191" cy="25600"/>
            </a:xfrm>
            <a:custGeom>
              <a:avLst/>
              <a:gdLst>
                <a:gd name="connsiteX0" fmla="*/ 32191 w 32191"/>
                <a:gd name="connsiteY0" fmla="*/ 12800 h 25600"/>
                <a:gd name="connsiteX1" fmla="*/ 16096 w 32191"/>
                <a:gd name="connsiteY1" fmla="*/ 25601 h 25600"/>
                <a:gd name="connsiteX2" fmla="*/ 0 w 32191"/>
                <a:gd name="connsiteY2" fmla="*/ 12800 h 25600"/>
                <a:gd name="connsiteX3" fmla="*/ 16096 w 32191"/>
                <a:gd name="connsiteY3" fmla="*/ 0 h 25600"/>
                <a:gd name="connsiteX4" fmla="*/ 32191 w 32191"/>
                <a:gd name="connsiteY4" fmla="*/ 12800 h 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91" h="25600">
                  <a:moveTo>
                    <a:pt x="32191" y="12800"/>
                  </a:moveTo>
                  <a:cubicBezTo>
                    <a:pt x="32191" y="19898"/>
                    <a:pt x="24967" y="25601"/>
                    <a:pt x="16096" y="25601"/>
                  </a:cubicBezTo>
                  <a:cubicBezTo>
                    <a:pt x="7224" y="25601"/>
                    <a:pt x="0" y="19898"/>
                    <a:pt x="0" y="12800"/>
                  </a:cubicBezTo>
                  <a:cubicBezTo>
                    <a:pt x="0" y="5703"/>
                    <a:pt x="7224" y="0"/>
                    <a:pt x="16096" y="0"/>
                  </a:cubicBezTo>
                  <a:cubicBezTo>
                    <a:pt x="24967" y="0"/>
                    <a:pt x="32191" y="5703"/>
                    <a:pt x="32191" y="1280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01" name="Freeform: Shape 3700">
              <a:extLst>
                <a:ext uri="{FF2B5EF4-FFF2-40B4-BE49-F238E27FC236}">
                  <a16:creationId xmlns:a16="http://schemas.microsoft.com/office/drawing/2014/main" id="{B58FB347-06D1-E79B-9B79-263C9900246F}"/>
                </a:ext>
              </a:extLst>
            </p:cNvPr>
            <p:cNvSpPr/>
            <p:nvPr/>
          </p:nvSpPr>
          <p:spPr>
            <a:xfrm>
              <a:off x="10092366" y="1922488"/>
              <a:ext cx="32951" cy="26107"/>
            </a:xfrm>
            <a:custGeom>
              <a:avLst/>
              <a:gdLst>
                <a:gd name="connsiteX0" fmla="*/ 32951 w 32951"/>
                <a:gd name="connsiteY0" fmla="*/ 13054 h 26107"/>
                <a:gd name="connsiteX1" fmla="*/ 16476 w 32951"/>
                <a:gd name="connsiteY1" fmla="*/ 26108 h 26107"/>
                <a:gd name="connsiteX2" fmla="*/ 0 w 32951"/>
                <a:gd name="connsiteY2" fmla="*/ 13054 h 26107"/>
                <a:gd name="connsiteX3" fmla="*/ 16476 w 32951"/>
                <a:gd name="connsiteY3" fmla="*/ 0 h 26107"/>
                <a:gd name="connsiteX4" fmla="*/ 32951 w 32951"/>
                <a:gd name="connsiteY4" fmla="*/ 13054 h 2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951" h="26107">
                  <a:moveTo>
                    <a:pt x="32951" y="13054"/>
                  </a:moveTo>
                  <a:cubicBezTo>
                    <a:pt x="32951" y="20278"/>
                    <a:pt x="25600" y="26108"/>
                    <a:pt x="16476" y="26108"/>
                  </a:cubicBezTo>
                  <a:cubicBezTo>
                    <a:pt x="7350" y="26108"/>
                    <a:pt x="0" y="20278"/>
                    <a:pt x="0" y="13054"/>
                  </a:cubicBezTo>
                  <a:cubicBezTo>
                    <a:pt x="0" y="5830"/>
                    <a:pt x="7350" y="0"/>
                    <a:pt x="16476" y="0"/>
                  </a:cubicBezTo>
                  <a:cubicBezTo>
                    <a:pt x="25600" y="0"/>
                    <a:pt x="32951" y="5830"/>
                    <a:pt x="32951" y="1305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02" name="Freeform: Shape 3701">
              <a:extLst>
                <a:ext uri="{FF2B5EF4-FFF2-40B4-BE49-F238E27FC236}">
                  <a16:creationId xmlns:a16="http://schemas.microsoft.com/office/drawing/2014/main" id="{21E48F8E-AFF6-4B55-C44A-2CD79B3EF7C2}"/>
                </a:ext>
              </a:extLst>
            </p:cNvPr>
            <p:cNvSpPr/>
            <p:nvPr/>
          </p:nvSpPr>
          <p:spPr>
            <a:xfrm>
              <a:off x="10147876" y="2017033"/>
              <a:ext cx="32190" cy="25600"/>
            </a:xfrm>
            <a:custGeom>
              <a:avLst/>
              <a:gdLst>
                <a:gd name="connsiteX0" fmla="*/ 32191 w 32190"/>
                <a:gd name="connsiteY0" fmla="*/ 12800 h 25600"/>
                <a:gd name="connsiteX1" fmla="*/ 16095 w 32190"/>
                <a:gd name="connsiteY1" fmla="*/ 25601 h 25600"/>
                <a:gd name="connsiteX2" fmla="*/ 0 w 32190"/>
                <a:gd name="connsiteY2" fmla="*/ 12800 h 25600"/>
                <a:gd name="connsiteX3" fmla="*/ 16095 w 32190"/>
                <a:gd name="connsiteY3" fmla="*/ 0 h 25600"/>
                <a:gd name="connsiteX4" fmla="*/ 32191 w 32190"/>
                <a:gd name="connsiteY4" fmla="*/ 12800 h 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90" h="25600">
                  <a:moveTo>
                    <a:pt x="32191" y="12800"/>
                  </a:moveTo>
                  <a:cubicBezTo>
                    <a:pt x="32191" y="19898"/>
                    <a:pt x="24967" y="25601"/>
                    <a:pt x="16095" y="25601"/>
                  </a:cubicBezTo>
                  <a:cubicBezTo>
                    <a:pt x="7224" y="25601"/>
                    <a:pt x="0" y="19898"/>
                    <a:pt x="0" y="12800"/>
                  </a:cubicBezTo>
                  <a:cubicBezTo>
                    <a:pt x="0" y="5703"/>
                    <a:pt x="7224" y="0"/>
                    <a:pt x="16095" y="0"/>
                  </a:cubicBezTo>
                  <a:cubicBezTo>
                    <a:pt x="24967" y="0"/>
                    <a:pt x="32191" y="5703"/>
                    <a:pt x="32191" y="1280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03" name="Freeform: Shape 3702">
              <a:extLst>
                <a:ext uri="{FF2B5EF4-FFF2-40B4-BE49-F238E27FC236}">
                  <a16:creationId xmlns:a16="http://schemas.microsoft.com/office/drawing/2014/main" id="{7E8557E7-AFEB-DCB6-8DE9-78860DD85516}"/>
                </a:ext>
              </a:extLst>
            </p:cNvPr>
            <p:cNvSpPr/>
            <p:nvPr/>
          </p:nvSpPr>
          <p:spPr>
            <a:xfrm>
              <a:off x="10199838" y="2113099"/>
              <a:ext cx="31430" cy="24840"/>
            </a:xfrm>
            <a:custGeom>
              <a:avLst/>
              <a:gdLst>
                <a:gd name="connsiteX0" fmla="*/ 31430 w 31430"/>
                <a:gd name="connsiteY0" fmla="*/ 12420 h 24840"/>
                <a:gd name="connsiteX1" fmla="*/ 15715 w 31430"/>
                <a:gd name="connsiteY1" fmla="*/ 24840 h 24840"/>
                <a:gd name="connsiteX2" fmla="*/ 0 w 31430"/>
                <a:gd name="connsiteY2" fmla="*/ 12420 h 24840"/>
                <a:gd name="connsiteX3" fmla="*/ 15715 w 31430"/>
                <a:gd name="connsiteY3" fmla="*/ 0 h 24840"/>
                <a:gd name="connsiteX4" fmla="*/ 31430 w 31430"/>
                <a:gd name="connsiteY4" fmla="*/ 12420 h 2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30" h="24840">
                  <a:moveTo>
                    <a:pt x="31430" y="12420"/>
                  </a:moveTo>
                  <a:cubicBezTo>
                    <a:pt x="31430" y="19264"/>
                    <a:pt x="24460" y="24840"/>
                    <a:pt x="15715" y="24840"/>
                  </a:cubicBezTo>
                  <a:cubicBezTo>
                    <a:pt x="6970" y="24840"/>
                    <a:pt x="0" y="19264"/>
                    <a:pt x="0" y="12420"/>
                  </a:cubicBezTo>
                  <a:cubicBezTo>
                    <a:pt x="0" y="5576"/>
                    <a:pt x="7097" y="0"/>
                    <a:pt x="15715" y="0"/>
                  </a:cubicBezTo>
                  <a:cubicBezTo>
                    <a:pt x="24333" y="0"/>
                    <a:pt x="31430" y="5576"/>
                    <a:pt x="31430" y="1242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04" name="Freeform: Shape 3703">
              <a:extLst>
                <a:ext uri="{FF2B5EF4-FFF2-40B4-BE49-F238E27FC236}">
                  <a16:creationId xmlns:a16="http://schemas.microsoft.com/office/drawing/2014/main" id="{943DDABB-7FC0-6300-7850-77F4C12F6FE5}"/>
                </a:ext>
              </a:extLst>
            </p:cNvPr>
            <p:cNvSpPr/>
            <p:nvPr/>
          </p:nvSpPr>
          <p:spPr>
            <a:xfrm>
              <a:off x="10247744" y="2209925"/>
              <a:ext cx="31430" cy="24840"/>
            </a:xfrm>
            <a:custGeom>
              <a:avLst/>
              <a:gdLst>
                <a:gd name="connsiteX0" fmla="*/ 31430 w 31430"/>
                <a:gd name="connsiteY0" fmla="*/ 12420 h 24840"/>
                <a:gd name="connsiteX1" fmla="*/ 15715 w 31430"/>
                <a:gd name="connsiteY1" fmla="*/ 24840 h 24840"/>
                <a:gd name="connsiteX2" fmla="*/ 0 w 31430"/>
                <a:gd name="connsiteY2" fmla="*/ 12420 h 24840"/>
                <a:gd name="connsiteX3" fmla="*/ 15715 w 31430"/>
                <a:gd name="connsiteY3" fmla="*/ 0 h 24840"/>
                <a:gd name="connsiteX4" fmla="*/ 31430 w 31430"/>
                <a:gd name="connsiteY4" fmla="*/ 12420 h 2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30" h="24840">
                  <a:moveTo>
                    <a:pt x="31430" y="12420"/>
                  </a:moveTo>
                  <a:cubicBezTo>
                    <a:pt x="31430" y="19264"/>
                    <a:pt x="24460" y="24840"/>
                    <a:pt x="15715" y="24840"/>
                  </a:cubicBezTo>
                  <a:cubicBezTo>
                    <a:pt x="6970" y="24840"/>
                    <a:pt x="0" y="19264"/>
                    <a:pt x="0" y="12420"/>
                  </a:cubicBezTo>
                  <a:cubicBezTo>
                    <a:pt x="0" y="5576"/>
                    <a:pt x="7097" y="0"/>
                    <a:pt x="15715" y="0"/>
                  </a:cubicBezTo>
                  <a:cubicBezTo>
                    <a:pt x="24333" y="0"/>
                    <a:pt x="31430" y="5576"/>
                    <a:pt x="31430" y="1242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05" name="Freeform: Shape 3704">
              <a:extLst>
                <a:ext uri="{FF2B5EF4-FFF2-40B4-BE49-F238E27FC236}">
                  <a16:creationId xmlns:a16="http://schemas.microsoft.com/office/drawing/2014/main" id="{72B15036-50CF-DB70-0134-D59CD140D806}"/>
                </a:ext>
              </a:extLst>
            </p:cNvPr>
            <p:cNvSpPr/>
            <p:nvPr/>
          </p:nvSpPr>
          <p:spPr>
            <a:xfrm>
              <a:off x="10292228" y="2308019"/>
              <a:ext cx="30670" cy="24333"/>
            </a:xfrm>
            <a:custGeom>
              <a:avLst/>
              <a:gdLst>
                <a:gd name="connsiteX0" fmla="*/ 30671 w 30670"/>
                <a:gd name="connsiteY0" fmla="*/ 12167 h 24333"/>
                <a:gd name="connsiteX1" fmla="*/ 15335 w 30670"/>
                <a:gd name="connsiteY1" fmla="*/ 24333 h 24333"/>
                <a:gd name="connsiteX2" fmla="*/ 0 w 30670"/>
                <a:gd name="connsiteY2" fmla="*/ 12167 h 24333"/>
                <a:gd name="connsiteX3" fmla="*/ 15335 w 30670"/>
                <a:gd name="connsiteY3" fmla="*/ 0 h 24333"/>
                <a:gd name="connsiteX4" fmla="*/ 30671 w 30670"/>
                <a:gd name="connsiteY4" fmla="*/ 12167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70" h="24333">
                  <a:moveTo>
                    <a:pt x="30671" y="12167"/>
                  </a:moveTo>
                  <a:cubicBezTo>
                    <a:pt x="30671" y="18884"/>
                    <a:pt x="23826" y="24333"/>
                    <a:pt x="15335" y="24333"/>
                  </a:cubicBezTo>
                  <a:cubicBezTo>
                    <a:pt x="6844" y="24333"/>
                    <a:pt x="0" y="18884"/>
                    <a:pt x="0" y="12167"/>
                  </a:cubicBezTo>
                  <a:cubicBezTo>
                    <a:pt x="0" y="5450"/>
                    <a:pt x="6844" y="0"/>
                    <a:pt x="15335" y="0"/>
                  </a:cubicBezTo>
                  <a:cubicBezTo>
                    <a:pt x="23826" y="0"/>
                    <a:pt x="30671" y="5450"/>
                    <a:pt x="30671" y="121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06" name="Freeform: Shape 3705">
              <a:extLst>
                <a:ext uri="{FF2B5EF4-FFF2-40B4-BE49-F238E27FC236}">
                  <a16:creationId xmlns:a16="http://schemas.microsoft.com/office/drawing/2014/main" id="{99C11282-9CE0-D00F-4B79-F2F5DED79A41}"/>
                </a:ext>
              </a:extLst>
            </p:cNvPr>
            <p:cNvSpPr/>
            <p:nvPr/>
          </p:nvSpPr>
          <p:spPr>
            <a:xfrm>
              <a:off x="10333291" y="2407253"/>
              <a:ext cx="29782" cy="23572"/>
            </a:xfrm>
            <a:custGeom>
              <a:avLst/>
              <a:gdLst>
                <a:gd name="connsiteX0" fmla="*/ 29783 w 29782"/>
                <a:gd name="connsiteY0" fmla="*/ 11786 h 23572"/>
                <a:gd name="connsiteX1" fmla="*/ 14955 w 29782"/>
                <a:gd name="connsiteY1" fmla="*/ 23573 h 23572"/>
                <a:gd name="connsiteX2" fmla="*/ 0 w 29782"/>
                <a:gd name="connsiteY2" fmla="*/ 11786 h 23572"/>
                <a:gd name="connsiteX3" fmla="*/ 14955 w 29782"/>
                <a:gd name="connsiteY3" fmla="*/ 0 h 23572"/>
                <a:gd name="connsiteX4" fmla="*/ 29783 w 29782"/>
                <a:gd name="connsiteY4" fmla="*/ 11786 h 2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782" h="23572">
                  <a:moveTo>
                    <a:pt x="29783" y="11786"/>
                  </a:moveTo>
                  <a:cubicBezTo>
                    <a:pt x="29783" y="18377"/>
                    <a:pt x="23192" y="23573"/>
                    <a:pt x="14955" y="23573"/>
                  </a:cubicBezTo>
                  <a:cubicBezTo>
                    <a:pt x="6717" y="23573"/>
                    <a:pt x="0" y="18250"/>
                    <a:pt x="0" y="11786"/>
                  </a:cubicBezTo>
                  <a:cubicBezTo>
                    <a:pt x="0" y="5323"/>
                    <a:pt x="6717" y="0"/>
                    <a:pt x="14955" y="0"/>
                  </a:cubicBezTo>
                  <a:cubicBezTo>
                    <a:pt x="23192" y="0"/>
                    <a:pt x="29783" y="5323"/>
                    <a:pt x="29783" y="1178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07" name="Freeform: Shape 3706">
              <a:extLst>
                <a:ext uri="{FF2B5EF4-FFF2-40B4-BE49-F238E27FC236}">
                  <a16:creationId xmlns:a16="http://schemas.microsoft.com/office/drawing/2014/main" id="{EC5445B6-A2C4-5264-75D6-B6EA732F071E}"/>
                </a:ext>
              </a:extLst>
            </p:cNvPr>
            <p:cNvSpPr/>
            <p:nvPr/>
          </p:nvSpPr>
          <p:spPr>
            <a:xfrm>
              <a:off x="10369917" y="2507121"/>
              <a:ext cx="29910" cy="23572"/>
            </a:xfrm>
            <a:custGeom>
              <a:avLst/>
              <a:gdLst>
                <a:gd name="connsiteX0" fmla="*/ 29910 w 29910"/>
                <a:gd name="connsiteY0" fmla="*/ 11787 h 23572"/>
                <a:gd name="connsiteX1" fmla="*/ 14955 w 29910"/>
                <a:gd name="connsiteY1" fmla="*/ 23573 h 23572"/>
                <a:gd name="connsiteX2" fmla="*/ 0 w 29910"/>
                <a:gd name="connsiteY2" fmla="*/ 11787 h 23572"/>
                <a:gd name="connsiteX3" fmla="*/ 14955 w 29910"/>
                <a:gd name="connsiteY3" fmla="*/ 0 h 23572"/>
                <a:gd name="connsiteX4" fmla="*/ 29910 w 29910"/>
                <a:gd name="connsiteY4" fmla="*/ 11787 h 2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910" h="23572">
                  <a:moveTo>
                    <a:pt x="29910" y="11787"/>
                  </a:moveTo>
                  <a:cubicBezTo>
                    <a:pt x="29910" y="18377"/>
                    <a:pt x="23193" y="23573"/>
                    <a:pt x="14955" y="23573"/>
                  </a:cubicBezTo>
                  <a:cubicBezTo>
                    <a:pt x="6717" y="23573"/>
                    <a:pt x="0" y="18250"/>
                    <a:pt x="0" y="11787"/>
                  </a:cubicBezTo>
                  <a:cubicBezTo>
                    <a:pt x="0" y="5323"/>
                    <a:pt x="6717" y="0"/>
                    <a:pt x="14955" y="0"/>
                  </a:cubicBezTo>
                  <a:cubicBezTo>
                    <a:pt x="23193" y="0"/>
                    <a:pt x="29910" y="5323"/>
                    <a:pt x="29910" y="1178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08" name="Freeform: Shape 3707">
              <a:extLst>
                <a:ext uri="{FF2B5EF4-FFF2-40B4-BE49-F238E27FC236}">
                  <a16:creationId xmlns:a16="http://schemas.microsoft.com/office/drawing/2014/main" id="{4A983501-2496-0D83-341A-F7B4E96E8289}"/>
                </a:ext>
              </a:extLst>
            </p:cNvPr>
            <p:cNvSpPr/>
            <p:nvPr/>
          </p:nvSpPr>
          <p:spPr>
            <a:xfrm>
              <a:off x="10403376" y="2608003"/>
              <a:ext cx="29022" cy="23065"/>
            </a:xfrm>
            <a:custGeom>
              <a:avLst/>
              <a:gdLst>
                <a:gd name="connsiteX0" fmla="*/ 29022 w 29022"/>
                <a:gd name="connsiteY0" fmla="*/ 11533 h 23065"/>
                <a:gd name="connsiteX1" fmla="*/ 14575 w 29022"/>
                <a:gd name="connsiteY1" fmla="*/ 23066 h 23065"/>
                <a:gd name="connsiteX2" fmla="*/ 0 w 29022"/>
                <a:gd name="connsiteY2" fmla="*/ 11533 h 23065"/>
                <a:gd name="connsiteX3" fmla="*/ 14575 w 29022"/>
                <a:gd name="connsiteY3" fmla="*/ 0 h 23065"/>
                <a:gd name="connsiteX4" fmla="*/ 29022 w 29022"/>
                <a:gd name="connsiteY4" fmla="*/ 11533 h 23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022" h="23065">
                  <a:moveTo>
                    <a:pt x="29022" y="11533"/>
                  </a:moveTo>
                  <a:cubicBezTo>
                    <a:pt x="29022" y="17870"/>
                    <a:pt x="22433" y="23066"/>
                    <a:pt x="14575" y="23066"/>
                  </a:cubicBezTo>
                  <a:cubicBezTo>
                    <a:pt x="6717" y="23066"/>
                    <a:pt x="0" y="17870"/>
                    <a:pt x="0" y="11533"/>
                  </a:cubicBezTo>
                  <a:cubicBezTo>
                    <a:pt x="0" y="5196"/>
                    <a:pt x="6464" y="0"/>
                    <a:pt x="14575" y="0"/>
                  </a:cubicBezTo>
                  <a:cubicBezTo>
                    <a:pt x="22685" y="0"/>
                    <a:pt x="29022" y="5196"/>
                    <a:pt x="29022" y="1153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09" name="Freeform: Shape 3708">
              <a:extLst>
                <a:ext uri="{FF2B5EF4-FFF2-40B4-BE49-F238E27FC236}">
                  <a16:creationId xmlns:a16="http://schemas.microsoft.com/office/drawing/2014/main" id="{8AE175D9-FC6C-9801-7F01-A273F6D50D5B}"/>
                </a:ext>
              </a:extLst>
            </p:cNvPr>
            <p:cNvSpPr/>
            <p:nvPr/>
          </p:nvSpPr>
          <p:spPr>
            <a:xfrm>
              <a:off x="10432779" y="2709771"/>
              <a:ext cx="28388" cy="22432"/>
            </a:xfrm>
            <a:custGeom>
              <a:avLst/>
              <a:gdLst>
                <a:gd name="connsiteX0" fmla="*/ 28389 w 28388"/>
                <a:gd name="connsiteY0" fmla="*/ 11153 h 22432"/>
                <a:gd name="connsiteX1" fmla="*/ 14194 w 28388"/>
                <a:gd name="connsiteY1" fmla="*/ 22432 h 22432"/>
                <a:gd name="connsiteX2" fmla="*/ 0 w 28388"/>
                <a:gd name="connsiteY2" fmla="*/ 11153 h 22432"/>
                <a:gd name="connsiteX3" fmla="*/ 14194 w 28388"/>
                <a:gd name="connsiteY3" fmla="*/ 0 h 22432"/>
                <a:gd name="connsiteX4" fmla="*/ 28389 w 28388"/>
                <a:gd name="connsiteY4" fmla="*/ 11153 h 22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388" h="22432">
                  <a:moveTo>
                    <a:pt x="28389" y="11153"/>
                  </a:moveTo>
                  <a:cubicBezTo>
                    <a:pt x="28389" y="17363"/>
                    <a:pt x="22052" y="22432"/>
                    <a:pt x="14194" y="22432"/>
                  </a:cubicBezTo>
                  <a:cubicBezTo>
                    <a:pt x="6337" y="22432"/>
                    <a:pt x="0" y="17363"/>
                    <a:pt x="0" y="11153"/>
                  </a:cubicBezTo>
                  <a:cubicBezTo>
                    <a:pt x="0" y="4943"/>
                    <a:pt x="6337" y="0"/>
                    <a:pt x="14194" y="0"/>
                  </a:cubicBezTo>
                  <a:cubicBezTo>
                    <a:pt x="22052" y="0"/>
                    <a:pt x="28389" y="5069"/>
                    <a:pt x="28389" y="1115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10" name="Freeform: Shape 3709">
              <a:extLst>
                <a:ext uri="{FF2B5EF4-FFF2-40B4-BE49-F238E27FC236}">
                  <a16:creationId xmlns:a16="http://schemas.microsoft.com/office/drawing/2014/main" id="{26077EFB-D9F5-F9F9-286A-FE6509B11BB1}"/>
                </a:ext>
              </a:extLst>
            </p:cNvPr>
            <p:cNvSpPr/>
            <p:nvPr/>
          </p:nvSpPr>
          <p:spPr>
            <a:xfrm>
              <a:off x="10458632" y="2812047"/>
              <a:ext cx="27502" cy="21798"/>
            </a:xfrm>
            <a:custGeom>
              <a:avLst/>
              <a:gdLst>
                <a:gd name="connsiteX0" fmla="*/ 27502 w 27502"/>
                <a:gd name="connsiteY0" fmla="*/ 10899 h 21798"/>
                <a:gd name="connsiteX1" fmla="*/ 13815 w 27502"/>
                <a:gd name="connsiteY1" fmla="*/ 21798 h 21798"/>
                <a:gd name="connsiteX2" fmla="*/ 0 w 27502"/>
                <a:gd name="connsiteY2" fmla="*/ 10899 h 21798"/>
                <a:gd name="connsiteX3" fmla="*/ 13815 w 27502"/>
                <a:gd name="connsiteY3" fmla="*/ 0 h 21798"/>
                <a:gd name="connsiteX4" fmla="*/ 27502 w 27502"/>
                <a:gd name="connsiteY4" fmla="*/ 10899 h 21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502" h="21798">
                  <a:moveTo>
                    <a:pt x="27502" y="10899"/>
                  </a:moveTo>
                  <a:cubicBezTo>
                    <a:pt x="27502" y="16983"/>
                    <a:pt x="21418" y="21798"/>
                    <a:pt x="13815" y="21798"/>
                  </a:cubicBezTo>
                  <a:cubicBezTo>
                    <a:pt x="6210" y="21798"/>
                    <a:pt x="0" y="16983"/>
                    <a:pt x="0" y="10899"/>
                  </a:cubicBezTo>
                  <a:cubicBezTo>
                    <a:pt x="0" y="4816"/>
                    <a:pt x="6210" y="0"/>
                    <a:pt x="13815" y="0"/>
                  </a:cubicBezTo>
                  <a:cubicBezTo>
                    <a:pt x="21418" y="0"/>
                    <a:pt x="27502" y="4816"/>
                    <a:pt x="27502" y="1089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11" name="Freeform: Shape 3710">
              <a:extLst>
                <a:ext uri="{FF2B5EF4-FFF2-40B4-BE49-F238E27FC236}">
                  <a16:creationId xmlns:a16="http://schemas.microsoft.com/office/drawing/2014/main" id="{599FB7B8-4EEA-2174-1346-8FC69F536BB5}"/>
                </a:ext>
              </a:extLst>
            </p:cNvPr>
            <p:cNvSpPr/>
            <p:nvPr/>
          </p:nvSpPr>
          <p:spPr>
            <a:xfrm>
              <a:off x="10480051" y="2914703"/>
              <a:ext cx="27502" cy="21798"/>
            </a:xfrm>
            <a:custGeom>
              <a:avLst/>
              <a:gdLst>
                <a:gd name="connsiteX0" fmla="*/ 27502 w 27502"/>
                <a:gd name="connsiteY0" fmla="*/ 10899 h 21798"/>
                <a:gd name="connsiteX1" fmla="*/ 13815 w 27502"/>
                <a:gd name="connsiteY1" fmla="*/ 21799 h 21798"/>
                <a:gd name="connsiteX2" fmla="*/ 0 w 27502"/>
                <a:gd name="connsiteY2" fmla="*/ 10899 h 21798"/>
                <a:gd name="connsiteX3" fmla="*/ 13815 w 27502"/>
                <a:gd name="connsiteY3" fmla="*/ 0 h 21798"/>
                <a:gd name="connsiteX4" fmla="*/ 27502 w 27502"/>
                <a:gd name="connsiteY4" fmla="*/ 10899 h 21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502" h="21798">
                  <a:moveTo>
                    <a:pt x="27502" y="10899"/>
                  </a:moveTo>
                  <a:cubicBezTo>
                    <a:pt x="27502" y="16983"/>
                    <a:pt x="21292" y="21799"/>
                    <a:pt x="13815" y="21799"/>
                  </a:cubicBezTo>
                  <a:cubicBezTo>
                    <a:pt x="6337" y="21799"/>
                    <a:pt x="0" y="16983"/>
                    <a:pt x="0" y="10899"/>
                  </a:cubicBezTo>
                  <a:cubicBezTo>
                    <a:pt x="0" y="4816"/>
                    <a:pt x="6210" y="0"/>
                    <a:pt x="13815" y="0"/>
                  </a:cubicBezTo>
                  <a:cubicBezTo>
                    <a:pt x="21418" y="0"/>
                    <a:pt x="27502" y="4943"/>
                    <a:pt x="27502" y="1089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12" name="Freeform: Shape 3711">
              <a:extLst>
                <a:ext uri="{FF2B5EF4-FFF2-40B4-BE49-F238E27FC236}">
                  <a16:creationId xmlns:a16="http://schemas.microsoft.com/office/drawing/2014/main" id="{D5868B95-B4F5-DEA6-C2E1-8E5EC374A9C1}"/>
                </a:ext>
              </a:extLst>
            </p:cNvPr>
            <p:cNvSpPr/>
            <p:nvPr/>
          </p:nvSpPr>
          <p:spPr>
            <a:xfrm>
              <a:off x="10498174" y="3017993"/>
              <a:ext cx="26615" cy="21164"/>
            </a:xfrm>
            <a:custGeom>
              <a:avLst/>
              <a:gdLst>
                <a:gd name="connsiteX0" fmla="*/ 26615 w 26615"/>
                <a:gd name="connsiteY0" fmla="*/ 10646 h 21164"/>
                <a:gd name="connsiteX1" fmla="*/ 13308 w 26615"/>
                <a:gd name="connsiteY1" fmla="*/ 21165 h 21164"/>
                <a:gd name="connsiteX2" fmla="*/ 0 w 26615"/>
                <a:gd name="connsiteY2" fmla="*/ 10646 h 21164"/>
                <a:gd name="connsiteX3" fmla="*/ 13308 w 26615"/>
                <a:gd name="connsiteY3" fmla="*/ 0 h 21164"/>
                <a:gd name="connsiteX4" fmla="*/ 26615 w 26615"/>
                <a:gd name="connsiteY4" fmla="*/ 10646 h 21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615" h="21164">
                  <a:moveTo>
                    <a:pt x="26615" y="10646"/>
                  </a:moveTo>
                  <a:cubicBezTo>
                    <a:pt x="26615" y="16476"/>
                    <a:pt x="20658" y="21165"/>
                    <a:pt x="13308" y="21165"/>
                  </a:cubicBezTo>
                  <a:cubicBezTo>
                    <a:pt x="5957" y="21165"/>
                    <a:pt x="0" y="16476"/>
                    <a:pt x="0" y="10646"/>
                  </a:cubicBezTo>
                  <a:cubicBezTo>
                    <a:pt x="0" y="4816"/>
                    <a:pt x="5957" y="0"/>
                    <a:pt x="13308" y="0"/>
                  </a:cubicBezTo>
                  <a:cubicBezTo>
                    <a:pt x="20658" y="0"/>
                    <a:pt x="26615" y="4689"/>
                    <a:pt x="26615" y="1064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13" name="Freeform: Shape 3712">
              <a:extLst>
                <a:ext uri="{FF2B5EF4-FFF2-40B4-BE49-F238E27FC236}">
                  <a16:creationId xmlns:a16="http://schemas.microsoft.com/office/drawing/2014/main" id="{29DBA64F-54BE-690B-F879-C6F015CCA473}"/>
                </a:ext>
              </a:extLst>
            </p:cNvPr>
            <p:cNvSpPr/>
            <p:nvPr/>
          </p:nvSpPr>
          <p:spPr>
            <a:xfrm>
              <a:off x="10512622" y="3122044"/>
              <a:ext cx="25093" cy="19897"/>
            </a:xfrm>
            <a:custGeom>
              <a:avLst/>
              <a:gdLst>
                <a:gd name="connsiteX0" fmla="*/ 25093 w 25093"/>
                <a:gd name="connsiteY0" fmla="*/ 10012 h 19897"/>
                <a:gd name="connsiteX1" fmla="*/ 12547 w 25093"/>
                <a:gd name="connsiteY1" fmla="*/ 19898 h 19897"/>
                <a:gd name="connsiteX2" fmla="*/ 0 w 25093"/>
                <a:gd name="connsiteY2" fmla="*/ 10012 h 19897"/>
                <a:gd name="connsiteX3" fmla="*/ 12547 w 25093"/>
                <a:gd name="connsiteY3" fmla="*/ 0 h 19897"/>
                <a:gd name="connsiteX4" fmla="*/ 25093 w 25093"/>
                <a:gd name="connsiteY4" fmla="*/ 10012 h 19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93" h="19897">
                  <a:moveTo>
                    <a:pt x="25093" y="10012"/>
                  </a:moveTo>
                  <a:cubicBezTo>
                    <a:pt x="25093" y="15462"/>
                    <a:pt x="19518" y="19898"/>
                    <a:pt x="12547" y="19898"/>
                  </a:cubicBezTo>
                  <a:cubicBezTo>
                    <a:pt x="5576" y="19898"/>
                    <a:pt x="0" y="15462"/>
                    <a:pt x="0" y="10012"/>
                  </a:cubicBezTo>
                  <a:cubicBezTo>
                    <a:pt x="0" y="4563"/>
                    <a:pt x="5576" y="0"/>
                    <a:pt x="12547" y="0"/>
                  </a:cubicBezTo>
                  <a:cubicBezTo>
                    <a:pt x="19518" y="0"/>
                    <a:pt x="25093" y="4436"/>
                    <a:pt x="25093" y="1001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14" name="Freeform: Shape 3713">
              <a:extLst>
                <a:ext uri="{FF2B5EF4-FFF2-40B4-BE49-F238E27FC236}">
                  <a16:creationId xmlns:a16="http://schemas.microsoft.com/office/drawing/2014/main" id="{98F9C653-B303-3252-801C-21728F962D1F}"/>
                </a:ext>
              </a:extLst>
            </p:cNvPr>
            <p:cNvSpPr/>
            <p:nvPr/>
          </p:nvSpPr>
          <p:spPr>
            <a:xfrm>
              <a:off x="10522761" y="3226094"/>
              <a:ext cx="24333" cy="19263"/>
            </a:xfrm>
            <a:custGeom>
              <a:avLst/>
              <a:gdLst>
                <a:gd name="connsiteX0" fmla="*/ 24334 w 24333"/>
                <a:gd name="connsiteY0" fmla="*/ 9632 h 19263"/>
                <a:gd name="connsiteX1" fmla="*/ 12167 w 24333"/>
                <a:gd name="connsiteY1" fmla="*/ 19264 h 19263"/>
                <a:gd name="connsiteX2" fmla="*/ 0 w 24333"/>
                <a:gd name="connsiteY2" fmla="*/ 9632 h 19263"/>
                <a:gd name="connsiteX3" fmla="*/ 12167 w 24333"/>
                <a:gd name="connsiteY3" fmla="*/ 0 h 19263"/>
                <a:gd name="connsiteX4" fmla="*/ 24334 w 24333"/>
                <a:gd name="connsiteY4" fmla="*/ 9632 h 19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33" h="19263">
                  <a:moveTo>
                    <a:pt x="24334" y="9632"/>
                  </a:moveTo>
                  <a:cubicBezTo>
                    <a:pt x="24334" y="14955"/>
                    <a:pt x="18884" y="19264"/>
                    <a:pt x="12167" y="19264"/>
                  </a:cubicBezTo>
                  <a:cubicBezTo>
                    <a:pt x="5450" y="19264"/>
                    <a:pt x="0" y="14955"/>
                    <a:pt x="0" y="9632"/>
                  </a:cubicBezTo>
                  <a:cubicBezTo>
                    <a:pt x="0" y="4309"/>
                    <a:pt x="5450" y="0"/>
                    <a:pt x="12167" y="0"/>
                  </a:cubicBezTo>
                  <a:cubicBezTo>
                    <a:pt x="18884" y="0"/>
                    <a:pt x="24334" y="4309"/>
                    <a:pt x="24334" y="963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15" name="Freeform: Shape 3714">
              <a:extLst>
                <a:ext uri="{FF2B5EF4-FFF2-40B4-BE49-F238E27FC236}">
                  <a16:creationId xmlns:a16="http://schemas.microsoft.com/office/drawing/2014/main" id="{3B5D9323-6D98-6B33-3917-9FEDE824FFBF}"/>
                </a:ext>
              </a:extLst>
            </p:cNvPr>
            <p:cNvSpPr/>
            <p:nvPr/>
          </p:nvSpPr>
          <p:spPr>
            <a:xfrm>
              <a:off x="10528972" y="3330271"/>
              <a:ext cx="23572" cy="18757"/>
            </a:xfrm>
            <a:custGeom>
              <a:avLst/>
              <a:gdLst>
                <a:gd name="connsiteX0" fmla="*/ 23573 w 23572"/>
                <a:gd name="connsiteY0" fmla="*/ 9379 h 18757"/>
                <a:gd name="connsiteX1" fmla="*/ 11786 w 23572"/>
                <a:gd name="connsiteY1" fmla="*/ 18757 h 18757"/>
                <a:gd name="connsiteX2" fmla="*/ 0 w 23572"/>
                <a:gd name="connsiteY2" fmla="*/ 9379 h 18757"/>
                <a:gd name="connsiteX3" fmla="*/ 11786 w 23572"/>
                <a:gd name="connsiteY3" fmla="*/ 0 h 18757"/>
                <a:gd name="connsiteX4" fmla="*/ 23573 w 23572"/>
                <a:gd name="connsiteY4" fmla="*/ 9379 h 18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572" h="18757">
                  <a:moveTo>
                    <a:pt x="23573" y="9379"/>
                  </a:moveTo>
                  <a:cubicBezTo>
                    <a:pt x="23573" y="14575"/>
                    <a:pt x="18376" y="18757"/>
                    <a:pt x="11786" y="18757"/>
                  </a:cubicBezTo>
                  <a:cubicBezTo>
                    <a:pt x="5196" y="18757"/>
                    <a:pt x="0" y="14575"/>
                    <a:pt x="0" y="9379"/>
                  </a:cubicBezTo>
                  <a:cubicBezTo>
                    <a:pt x="0" y="4183"/>
                    <a:pt x="5196" y="0"/>
                    <a:pt x="11786" y="0"/>
                  </a:cubicBezTo>
                  <a:cubicBezTo>
                    <a:pt x="18376" y="0"/>
                    <a:pt x="23573" y="4183"/>
                    <a:pt x="23573" y="937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16" name="Freeform: Shape 3715">
              <a:extLst>
                <a:ext uri="{FF2B5EF4-FFF2-40B4-BE49-F238E27FC236}">
                  <a16:creationId xmlns:a16="http://schemas.microsoft.com/office/drawing/2014/main" id="{45DEFB06-4320-5AFD-6437-E51D8CFB2B8F}"/>
                </a:ext>
              </a:extLst>
            </p:cNvPr>
            <p:cNvSpPr/>
            <p:nvPr/>
          </p:nvSpPr>
          <p:spPr>
            <a:xfrm>
              <a:off x="10656214" y="3434194"/>
              <a:ext cx="23572" cy="18757"/>
            </a:xfrm>
            <a:custGeom>
              <a:avLst/>
              <a:gdLst>
                <a:gd name="connsiteX0" fmla="*/ 23573 w 23572"/>
                <a:gd name="connsiteY0" fmla="*/ 9378 h 18757"/>
                <a:gd name="connsiteX1" fmla="*/ 11786 w 23572"/>
                <a:gd name="connsiteY1" fmla="*/ 18757 h 18757"/>
                <a:gd name="connsiteX2" fmla="*/ 0 w 23572"/>
                <a:gd name="connsiteY2" fmla="*/ 9378 h 18757"/>
                <a:gd name="connsiteX3" fmla="*/ 11786 w 23572"/>
                <a:gd name="connsiteY3" fmla="*/ 0 h 18757"/>
                <a:gd name="connsiteX4" fmla="*/ 23573 w 23572"/>
                <a:gd name="connsiteY4" fmla="*/ 9378 h 18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572" h="18757">
                  <a:moveTo>
                    <a:pt x="23573" y="9378"/>
                  </a:moveTo>
                  <a:cubicBezTo>
                    <a:pt x="23573" y="14575"/>
                    <a:pt x="18250" y="18757"/>
                    <a:pt x="11786" y="18757"/>
                  </a:cubicBezTo>
                  <a:cubicBezTo>
                    <a:pt x="5323" y="18757"/>
                    <a:pt x="0" y="14575"/>
                    <a:pt x="0" y="9378"/>
                  </a:cubicBezTo>
                  <a:cubicBezTo>
                    <a:pt x="0" y="4182"/>
                    <a:pt x="5323" y="0"/>
                    <a:pt x="11786" y="0"/>
                  </a:cubicBezTo>
                  <a:cubicBezTo>
                    <a:pt x="18250" y="0"/>
                    <a:pt x="23573" y="4182"/>
                    <a:pt x="23573" y="937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17" name="Freeform: Shape 3716">
              <a:extLst>
                <a:ext uri="{FF2B5EF4-FFF2-40B4-BE49-F238E27FC236}">
                  <a16:creationId xmlns:a16="http://schemas.microsoft.com/office/drawing/2014/main" id="{DE2FBD58-7ECB-F397-05E3-E3B3BA24BF54}"/>
                </a:ext>
              </a:extLst>
            </p:cNvPr>
            <p:cNvSpPr/>
            <p:nvPr/>
          </p:nvSpPr>
          <p:spPr>
            <a:xfrm>
              <a:off x="10654693" y="3538625"/>
              <a:ext cx="22812" cy="17996"/>
            </a:xfrm>
            <a:custGeom>
              <a:avLst/>
              <a:gdLst>
                <a:gd name="connsiteX0" fmla="*/ 22812 w 22812"/>
                <a:gd name="connsiteY0" fmla="*/ 8998 h 17996"/>
                <a:gd name="connsiteX1" fmla="*/ 11406 w 22812"/>
                <a:gd name="connsiteY1" fmla="*/ 17997 h 17996"/>
                <a:gd name="connsiteX2" fmla="*/ 0 w 22812"/>
                <a:gd name="connsiteY2" fmla="*/ 8998 h 17996"/>
                <a:gd name="connsiteX3" fmla="*/ 11406 w 22812"/>
                <a:gd name="connsiteY3" fmla="*/ 0 h 17996"/>
                <a:gd name="connsiteX4" fmla="*/ 22812 w 22812"/>
                <a:gd name="connsiteY4" fmla="*/ 8998 h 17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12" h="17996">
                  <a:moveTo>
                    <a:pt x="22812" y="8998"/>
                  </a:moveTo>
                  <a:cubicBezTo>
                    <a:pt x="22812" y="13941"/>
                    <a:pt x="17743" y="17997"/>
                    <a:pt x="11406" y="17997"/>
                  </a:cubicBezTo>
                  <a:cubicBezTo>
                    <a:pt x="5069" y="17997"/>
                    <a:pt x="0" y="13941"/>
                    <a:pt x="0" y="8998"/>
                  </a:cubicBezTo>
                  <a:cubicBezTo>
                    <a:pt x="0" y="4056"/>
                    <a:pt x="5069" y="0"/>
                    <a:pt x="11406" y="0"/>
                  </a:cubicBezTo>
                  <a:cubicBezTo>
                    <a:pt x="17743" y="0"/>
                    <a:pt x="22812" y="4056"/>
                    <a:pt x="22812" y="89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18" name="Freeform: Shape 3717">
              <a:extLst>
                <a:ext uri="{FF2B5EF4-FFF2-40B4-BE49-F238E27FC236}">
                  <a16:creationId xmlns:a16="http://schemas.microsoft.com/office/drawing/2014/main" id="{F1A08EC5-122E-9219-C0A2-4360CAD8F8E2}"/>
                </a:ext>
              </a:extLst>
            </p:cNvPr>
            <p:cNvSpPr/>
            <p:nvPr/>
          </p:nvSpPr>
          <p:spPr>
            <a:xfrm>
              <a:off x="10649371" y="3642801"/>
              <a:ext cx="22051" cy="17489"/>
            </a:xfrm>
            <a:custGeom>
              <a:avLst/>
              <a:gdLst>
                <a:gd name="connsiteX0" fmla="*/ 22052 w 22051"/>
                <a:gd name="connsiteY0" fmla="*/ 8745 h 17489"/>
                <a:gd name="connsiteX1" fmla="*/ 11026 w 22051"/>
                <a:gd name="connsiteY1" fmla="*/ 17490 h 17489"/>
                <a:gd name="connsiteX2" fmla="*/ 0 w 22051"/>
                <a:gd name="connsiteY2" fmla="*/ 8745 h 17489"/>
                <a:gd name="connsiteX3" fmla="*/ 11026 w 22051"/>
                <a:gd name="connsiteY3" fmla="*/ 0 h 17489"/>
                <a:gd name="connsiteX4" fmla="*/ 22052 w 22051"/>
                <a:gd name="connsiteY4" fmla="*/ 8745 h 1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051" h="17489">
                  <a:moveTo>
                    <a:pt x="22052" y="8745"/>
                  </a:moveTo>
                  <a:cubicBezTo>
                    <a:pt x="22052" y="13561"/>
                    <a:pt x="17109" y="17490"/>
                    <a:pt x="11026" y="17490"/>
                  </a:cubicBezTo>
                  <a:cubicBezTo>
                    <a:pt x="4942" y="17490"/>
                    <a:pt x="0" y="13561"/>
                    <a:pt x="0" y="8745"/>
                  </a:cubicBezTo>
                  <a:cubicBezTo>
                    <a:pt x="0" y="3929"/>
                    <a:pt x="4942" y="0"/>
                    <a:pt x="11026" y="0"/>
                  </a:cubicBezTo>
                  <a:cubicBezTo>
                    <a:pt x="17109" y="0"/>
                    <a:pt x="22052" y="3929"/>
                    <a:pt x="22052" y="874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19" name="Freeform: Shape 3718">
              <a:extLst>
                <a:ext uri="{FF2B5EF4-FFF2-40B4-BE49-F238E27FC236}">
                  <a16:creationId xmlns:a16="http://schemas.microsoft.com/office/drawing/2014/main" id="{CE3DBC05-2DC7-47AF-260A-8B12BF19627C}"/>
                </a:ext>
              </a:extLst>
            </p:cNvPr>
            <p:cNvSpPr/>
            <p:nvPr/>
          </p:nvSpPr>
          <p:spPr>
            <a:xfrm>
              <a:off x="10640118" y="3746725"/>
              <a:ext cx="21418" cy="16982"/>
            </a:xfrm>
            <a:custGeom>
              <a:avLst/>
              <a:gdLst>
                <a:gd name="connsiteX0" fmla="*/ 21418 w 21418"/>
                <a:gd name="connsiteY0" fmla="*/ 8491 h 16982"/>
                <a:gd name="connsiteX1" fmla="*/ 10646 w 21418"/>
                <a:gd name="connsiteY1" fmla="*/ 16983 h 16982"/>
                <a:gd name="connsiteX2" fmla="*/ 0 w 21418"/>
                <a:gd name="connsiteY2" fmla="*/ 8491 h 16982"/>
                <a:gd name="connsiteX3" fmla="*/ 10646 w 21418"/>
                <a:gd name="connsiteY3" fmla="*/ 0 h 16982"/>
                <a:gd name="connsiteX4" fmla="*/ 21418 w 21418"/>
                <a:gd name="connsiteY4" fmla="*/ 8491 h 1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18" h="16982">
                  <a:moveTo>
                    <a:pt x="21418" y="8491"/>
                  </a:moveTo>
                  <a:cubicBezTo>
                    <a:pt x="21418" y="13180"/>
                    <a:pt x="16602" y="16983"/>
                    <a:pt x="10646" y="16983"/>
                  </a:cubicBezTo>
                  <a:cubicBezTo>
                    <a:pt x="4689" y="16983"/>
                    <a:pt x="0" y="13180"/>
                    <a:pt x="0" y="8491"/>
                  </a:cubicBezTo>
                  <a:cubicBezTo>
                    <a:pt x="0" y="3802"/>
                    <a:pt x="4816" y="0"/>
                    <a:pt x="10646" y="0"/>
                  </a:cubicBezTo>
                  <a:cubicBezTo>
                    <a:pt x="16476" y="0"/>
                    <a:pt x="21418" y="3802"/>
                    <a:pt x="21418" y="84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20" name="Freeform: Shape 3719">
              <a:extLst>
                <a:ext uri="{FF2B5EF4-FFF2-40B4-BE49-F238E27FC236}">
                  <a16:creationId xmlns:a16="http://schemas.microsoft.com/office/drawing/2014/main" id="{C6FFE39A-B905-EAD8-839A-A65EB8B09952}"/>
                </a:ext>
              </a:extLst>
            </p:cNvPr>
            <p:cNvSpPr/>
            <p:nvPr/>
          </p:nvSpPr>
          <p:spPr>
            <a:xfrm>
              <a:off x="10627318" y="3850395"/>
              <a:ext cx="20531" cy="16475"/>
            </a:xfrm>
            <a:custGeom>
              <a:avLst/>
              <a:gdLst>
                <a:gd name="connsiteX0" fmla="*/ 20531 w 20531"/>
                <a:gd name="connsiteY0" fmla="*/ 8238 h 16475"/>
                <a:gd name="connsiteX1" fmla="*/ 10266 w 20531"/>
                <a:gd name="connsiteY1" fmla="*/ 16476 h 16475"/>
                <a:gd name="connsiteX2" fmla="*/ 0 w 20531"/>
                <a:gd name="connsiteY2" fmla="*/ 8238 h 16475"/>
                <a:gd name="connsiteX3" fmla="*/ 10266 w 20531"/>
                <a:gd name="connsiteY3" fmla="*/ 0 h 16475"/>
                <a:gd name="connsiteX4" fmla="*/ 20531 w 20531"/>
                <a:gd name="connsiteY4" fmla="*/ 8238 h 16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31" h="16475">
                  <a:moveTo>
                    <a:pt x="20531" y="8238"/>
                  </a:moveTo>
                  <a:cubicBezTo>
                    <a:pt x="20531" y="12800"/>
                    <a:pt x="15842" y="16476"/>
                    <a:pt x="10266" y="16476"/>
                  </a:cubicBezTo>
                  <a:cubicBezTo>
                    <a:pt x="4689" y="16476"/>
                    <a:pt x="0" y="12800"/>
                    <a:pt x="0" y="8238"/>
                  </a:cubicBezTo>
                  <a:cubicBezTo>
                    <a:pt x="0" y="3675"/>
                    <a:pt x="4563" y="0"/>
                    <a:pt x="10266" y="0"/>
                  </a:cubicBezTo>
                  <a:cubicBezTo>
                    <a:pt x="15969" y="0"/>
                    <a:pt x="20531" y="3675"/>
                    <a:pt x="20531" y="823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21" name="Freeform: Shape 3720">
              <a:extLst>
                <a:ext uri="{FF2B5EF4-FFF2-40B4-BE49-F238E27FC236}">
                  <a16:creationId xmlns:a16="http://schemas.microsoft.com/office/drawing/2014/main" id="{0DB2E8F6-F67A-268A-E862-F8E328ABA070}"/>
                </a:ext>
              </a:extLst>
            </p:cNvPr>
            <p:cNvSpPr/>
            <p:nvPr/>
          </p:nvSpPr>
          <p:spPr>
            <a:xfrm>
              <a:off x="10610589" y="3953938"/>
              <a:ext cx="19771" cy="15715"/>
            </a:xfrm>
            <a:custGeom>
              <a:avLst/>
              <a:gdLst>
                <a:gd name="connsiteX0" fmla="*/ 19772 w 19771"/>
                <a:gd name="connsiteY0" fmla="*/ 7858 h 15715"/>
                <a:gd name="connsiteX1" fmla="*/ 9886 w 19771"/>
                <a:gd name="connsiteY1" fmla="*/ 15715 h 15715"/>
                <a:gd name="connsiteX2" fmla="*/ 0 w 19771"/>
                <a:gd name="connsiteY2" fmla="*/ 7858 h 15715"/>
                <a:gd name="connsiteX3" fmla="*/ 9886 w 19771"/>
                <a:gd name="connsiteY3" fmla="*/ 0 h 15715"/>
                <a:gd name="connsiteX4" fmla="*/ 19772 w 19771"/>
                <a:gd name="connsiteY4" fmla="*/ 7858 h 1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71" h="15715">
                  <a:moveTo>
                    <a:pt x="19772" y="7858"/>
                  </a:moveTo>
                  <a:cubicBezTo>
                    <a:pt x="19772" y="12167"/>
                    <a:pt x="15335" y="15715"/>
                    <a:pt x="9886" y="15715"/>
                  </a:cubicBezTo>
                  <a:cubicBezTo>
                    <a:pt x="4436" y="15715"/>
                    <a:pt x="0" y="12167"/>
                    <a:pt x="0" y="7858"/>
                  </a:cubicBezTo>
                  <a:cubicBezTo>
                    <a:pt x="0" y="3549"/>
                    <a:pt x="4436" y="0"/>
                    <a:pt x="9886" y="0"/>
                  </a:cubicBezTo>
                  <a:cubicBezTo>
                    <a:pt x="15335" y="0"/>
                    <a:pt x="19772" y="3549"/>
                    <a:pt x="19772" y="785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22" name="Freeform: Shape 3721">
              <a:extLst>
                <a:ext uri="{FF2B5EF4-FFF2-40B4-BE49-F238E27FC236}">
                  <a16:creationId xmlns:a16="http://schemas.microsoft.com/office/drawing/2014/main" id="{D553FF12-6961-E5D7-8D86-CD4904BA7B4F}"/>
                </a:ext>
              </a:extLst>
            </p:cNvPr>
            <p:cNvSpPr/>
            <p:nvPr/>
          </p:nvSpPr>
          <p:spPr>
            <a:xfrm>
              <a:off x="10590438" y="4057228"/>
              <a:ext cx="18250" cy="14447"/>
            </a:xfrm>
            <a:custGeom>
              <a:avLst/>
              <a:gdLst>
                <a:gd name="connsiteX0" fmla="*/ 18250 w 18250"/>
                <a:gd name="connsiteY0" fmla="*/ 7224 h 14447"/>
                <a:gd name="connsiteX1" fmla="*/ 9125 w 18250"/>
                <a:gd name="connsiteY1" fmla="*/ 14448 h 14447"/>
                <a:gd name="connsiteX2" fmla="*/ 0 w 18250"/>
                <a:gd name="connsiteY2" fmla="*/ 7224 h 14447"/>
                <a:gd name="connsiteX3" fmla="*/ 9125 w 18250"/>
                <a:gd name="connsiteY3" fmla="*/ 0 h 14447"/>
                <a:gd name="connsiteX4" fmla="*/ 18250 w 18250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7">
                  <a:moveTo>
                    <a:pt x="18250" y="7224"/>
                  </a:moveTo>
                  <a:cubicBezTo>
                    <a:pt x="18250" y="11279"/>
                    <a:pt x="14194" y="14448"/>
                    <a:pt x="9125" y="14448"/>
                  </a:cubicBezTo>
                  <a:cubicBezTo>
                    <a:pt x="4056" y="14448"/>
                    <a:pt x="0" y="11279"/>
                    <a:pt x="0" y="7224"/>
                  </a:cubicBezTo>
                  <a:cubicBezTo>
                    <a:pt x="0" y="3168"/>
                    <a:pt x="4056" y="0"/>
                    <a:pt x="9125" y="0"/>
                  </a:cubicBezTo>
                  <a:cubicBezTo>
                    <a:pt x="14194" y="0"/>
                    <a:pt x="18250" y="3168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23" name="Freeform: Shape 3722">
              <a:extLst>
                <a:ext uri="{FF2B5EF4-FFF2-40B4-BE49-F238E27FC236}">
                  <a16:creationId xmlns:a16="http://schemas.microsoft.com/office/drawing/2014/main" id="{CAB2F281-F6F0-1208-B08A-873458531415}"/>
                </a:ext>
              </a:extLst>
            </p:cNvPr>
            <p:cNvSpPr/>
            <p:nvPr/>
          </p:nvSpPr>
          <p:spPr>
            <a:xfrm>
              <a:off x="10565978" y="4159631"/>
              <a:ext cx="17742" cy="13941"/>
            </a:xfrm>
            <a:custGeom>
              <a:avLst/>
              <a:gdLst>
                <a:gd name="connsiteX0" fmla="*/ 17743 w 17742"/>
                <a:gd name="connsiteY0" fmla="*/ 6971 h 13941"/>
                <a:gd name="connsiteX1" fmla="*/ 8872 w 17742"/>
                <a:gd name="connsiteY1" fmla="*/ 13941 h 13941"/>
                <a:gd name="connsiteX2" fmla="*/ 0 w 17742"/>
                <a:gd name="connsiteY2" fmla="*/ 6971 h 13941"/>
                <a:gd name="connsiteX3" fmla="*/ 8872 w 17742"/>
                <a:gd name="connsiteY3" fmla="*/ 0 h 13941"/>
                <a:gd name="connsiteX4" fmla="*/ 17743 w 17742"/>
                <a:gd name="connsiteY4" fmla="*/ 6971 h 1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2" h="13941">
                  <a:moveTo>
                    <a:pt x="17743" y="6971"/>
                  </a:moveTo>
                  <a:cubicBezTo>
                    <a:pt x="17743" y="10899"/>
                    <a:pt x="13814" y="13941"/>
                    <a:pt x="8872" y="13941"/>
                  </a:cubicBezTo>
                  <a:cubicBezTo>
                    <a:pt x="3929" y="13941"/>
                    <a:pt x="0" y="10773"/>
                    <a:pt x="0" y="6971"/>
                  </a:cubicBezTo>
                  <a:cubicBezTo>
                    <a:pt x="0" y="3168"/>
                    <a:pt x="4056" y="0"/>
                    <a:pt x="8872" y="0"/>
                  </a:cubicBezTo>
                  <a:cubicBezTo>
                    <a:pt x="13688" y="0"/>
                    <a:pt x="17743" y="3168"/>
                    <a:pt x="17743" y="697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24" name="Freeform: Shape 3723">
              <a:extLst>
                <a:ext uri="{FF2B5EF4-FFF2-40B4-BE49-F238E27FC236}">
                  <a16:creationId xmlns:a16="http://schemas.microsoft.com/office/drawing/2014/main" id="{46794817-EE4B-D4E6-531D-621BDA24B928}"/>
                </a:ext>
              </a:extLst>
            </p:cNvPr>
            <p:cNvSpPr/>
            <p:nvPr/>
          </p:nvSpPr>
          <p:spPr>
            <a:xfrm>
              <a:off x="10537969" y="4261400"/>
              <a:ext cx="16982" cy="13433"/>
            </a:xfrm>
            <a:custGeom>
              <a:avLst/>
              <a:gdLst>
                <a:gd name="connsiteX0" fmla="*/ 16983 w 16982"/>
                <a:gd name="connsiteY0" fmla="*/ 6717 h 13433"/>
                <a:gd name="connsiteX1" fmla="*/ 8491 w 16982"/>
                <a:gd name="connsiteY1" fmla="*/ 13434 h 13433"/>
                <a:gd name="connsiteX2" fmla="*/ 0 w 16982"/>
                <a:gd name="connsiteY2" fmla="*/ 6717 h 13433"/>
                <a:gd name="connsiteX3" fmla="*/ 8491 w 16982"/>
                <a:gd name="connsiteY3" fmla="*/ 0 h 13433"/>
                <a:gd name="connsiteX4" fmla="*/ 16983 w 16982"/>
                <a:gd name="connsiteY4" fmla="*/ 6717 h 13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82" h="13433">
                  <a:moveTo>
                    <a:pt x="16983" y="6717"/>
                  </a:moveTo>
                  <a:cubicBezTo>
                    <a:pt x="16983" y="10392"/>
                    <a:pt x="13181" y="13434"/>
                    <a:pt x="8491" y="13434"/>
                  </a:cubicBezTo>
                  <a:cubicBezTo>
                    <a:pt x="3802" y="13434"/>
                    <a:pt x="0" y="10392"/>
                    <a:pt x="0" y="6717"/>
                  </a:cubicBezTo>
                  <a:cubicBezTo>
                    <a:pt x="0" y="3042"/>
                    <a:pt x="3802" y="0"/>
                    <a:pt x="8491" y="0"/>
                  </a:cubicBezTo>
                  <a:cubicBezTo>
                    <a:pt x="13181" y="0"/>
                    <a:pt x="16983" y="3042"/>
                    <a:pt x="16983" y="671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25" name="Freeform: Shape 3724">
              <a:extLst>
                <a:ext uri="{FF2B5EF4-FFF2-40B4-BE49-F238E27FC236}">
                  <a16:creationId xmlns:a16="http://schemas.microsoft.com/office/drawing/2014/main" id="{7859A1DA-4350-2B41-A4A0-6B3954FB3A6A}"/>
                </a:ext>
              </a:extLst>
            </p:cNvPr>
            <p:cNvSpPr/>
            <p:nvPr/>
          </p:nvSpPr>
          <p:spPr>
            <a:xfrm>
              <a:off x="10506539" y="4362535"/>
              <a:ext cx="15968" cy="12673"/>
            </a:xfrm>
            <a:custGeom>
              <a:avLst/>
              <a:gdLst>
                <a:gd name="connsiteX0" fmla="*/ 15969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9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9" y="6337"/>
                  </a:moveTo>
                  <a:cubicBezTo>
                    <a:pt x="15969" y="9885"/>
                    <a:pt x="12293" y="12674"/>
                    <a:pt x="7984" y="12674"/>
                  </a:cubicBezTo>
                  <a:cubicBezTo>
                    <a:pt x="3675" y="12674"/>
                    <a:pt x="0" y="9885"/>
                    <a:pt x="0" y="6337"/>
                  </a:cubicBezTo>
                  <a:cubicBezTo>
                    <a:pt x="0" y="2788"/>
                    <a:pt x="3548" y="0"/>
                    <a:pt x="7984" y="0"/>
                  </a:cubicBezTo>
                  <a:cubicBezTo>
                    <a:pt x="12420" y="0"/>
                    <a:pt x="15969" y="2915"/>
                    <a:pt x="15969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26" name="Freeform: Shape 3725">
              <a:extLst>
                <a:ext uri="{FF2B5EF4-FFF2-40B4-BE49-F238E27FC236}">
                  <a16:creationId xmlns:a16="http://schemas.microsoft.com/office/drawing/2014/main" id="{6D22EA89-1DD5-36A2-01B2-4164FFE8848D}"/>
                </a:ext>
              </a:extLst>
            </p:cNvPr>
            <p:cNvSpPr/>
            <p:nvPr/>
          </p:nvSpPr>
          <p:spPr>
            <a:xfrm>
              <a:off x="10471306" y="4463163"/>
              <a:ext cx="14701" cy="11659"/>
            </a:xfrm>
            <a:custGeom>
              <a:avLst/>
              <a:gdLst>
                <a:gd name="connsiteX0" fmla="*/ 14702 w 14701"/>
                <a:gd name="connsiteY0" fmla="*/ 5830 h 11659"/>
                <a:gd name="connsiteX1" fmla="*/ 7351 w 14701"/>
                <a:gd name="connsiteY1" fmla="*/ 11659 h 11659"/>
                <a:gd name="connsiteX2" fmla="*/ 0 w 14701"/>
                <a:gd name="connsiteY2" fmla="*/ 5830 h 11659"/>
                <a:gd name="connsiteX3" fmla="*/ 7351 w 14701"/>
                <a:gd name="connsiteY3" fmla="*/ 0 h 11659"/>
                <a:gd name="connsiteX4" fmla="*/ 14702 w 14701"/>
                <a:gd name="connsiteY4" fmla="*/ 5830 h 11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01" h="11659">
                  <a:moveTo>
                    <a:pt x="14702" y="5830"/>
                  </a:moveTo>
                  <a:cubicBezTo>
                    <a:pt x="14702" y="8998"/>
                    <a:pt x="11407" y="11659"/>
                    <a:pt x="7351" y="11659"/>
                  </a:cubicBezTo>
                  <a:cubicBezTo>
                    <a:pt x="3295" y="11659"/>
                    <a:pt x="0" y="9125"/>
                    <a:pt x="0" y="5830"/>
                  </a:cubicBezTo>
                  <a:cubicBezTo>
                    <a:pt x="0" y="2534"/>
                    <a:pt x="3295" y="0"/>
                    <a:pt x="7351" y="0"/>
                  </a:cubicBezTo>
                  <a:cubicBezTo>
                    <a:pt x="11407" y="0"/>
                    <a:pt x="14702" y="2534"/>
                    <a:pt x="14702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27" name="Freeform: Shape 3726">
              <a:extLst>
                <a:ext uri="{FF2B5EF4-FFF2-40B4-BE49-F238E27FC236}">
                  <a16:creationId xmlns:a16="http://schemas.microsoft.com/office/drawing/2014/main" id="{2740B96A-78D9-E6CA-2EDE-3F1F543CFFBD}"/>
                </a:ext>
              </a:extLst>
            </p:cNvPr>
            <p:cNvSpPr/>
            <p:nvPr/>
          </p:nvSpPr>
          <p:spPr>
            <a:xfrm>
              <a:off x="10432272" y="4562524"/>
              <a:ext cx="13940" cy="11152"/>
            </a:xfrm>
            <a:custGeom>
              <a:avLst/>
              <a:gdLst>
                <a:gd name="connsiteX0" fmla="*/ 13941 w 13940"/>
                <a:gd name="connsiteY0" fmla="*/ 5576 h 11152"/>
                <a:gd name="connsiteX1" fmla="*/ 6970 w 13940"/>
                <a:gd name="connsiteY1" fmla="*/ 11153 h 11152"/>
                <a:gd name="connsiteX2" fmla="*/ 0 w 13940"/>
                <a:gd name="connsiteY2" fmla="*/ 5576 h 11152"/>
                <a:gd name="connsiteX3" fmla="*/ 6970 w 13940"/>
                <a:gd name="connsiteY3" fmla="*/ 0 h 11152"/>
                <a:gd name="connsiteX4" fmla="*/ 13941 w 13940"/>
                <a:gd name="connsiteY4" fmla="*/ 5576 h 11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0" h="11152">
                  <a:moveTo>
                    <a:pt x="13941" y="5576"/>
                  </a:moveTo>
                  <a:cubicBezTo>
                    <a:pt x="13941" y="8618"/>
                    <a:pt x="10772" y="11153"/>
                    <a:pt x="6970" y="11153"/>
                  </a:cubicBezTo>
                  <a:cubicBezTo>
                    <a:pt x="3168" y="11153"/>
                    <a:pt x="0" y="8745"/>
                    <a:pt x="0" y="5576"/>
                  </a:cubicBezTo>
                  <a:cubicBezTo>
                    <a:pt x="0" y="2408"/>
                    <a:pt x="3042" y="0"/>
                    <a:pt x="6970" y="0"/>
                  </a:cubicBezTo>
                  <a:cubicBezTo>
                    <a:pt x="10899" y="0"/>
                    <a:pt x="13941" y="2535"/>
                    <a:pt x="13941" y="55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28" name="Freeform: Shape 3727">
              <a:extLst>
                <a:ext uri="{FF2B5EF4-FFF2-40B4-BE49-F238E27FC236}">
                  <a16:creationId xmlns:a16="http://schemas.microsoft.com/office/drawing/2014/main" id="{29E2C4AC-9461-C998-DD62-93FA5480E03A}"/>
                </a:ext>
              </a:extLst>
            </p:cNvPr>
            <p:cNvSpPr/>
            <p:nvPr/>
          </p:nvSpPr>
          <p:spPr>
            <a:xfrm>
              <a:off x="10389562" y="4660998"/>
              <a:ext cx="13307" cy="10645"/>
            </a:xfrm>
            <a:custGeom>
              <a:avLst/>
              <a:gdLst>
                <a:gd name="connsiteX0" fmla="*/ 13307 w 13307"/>
                <a:gd name="connsiteY0" fmla="*/ 5323 h 10645"/>
                <a:gd name="connsiteX1" fmla="*/ 6717 w 13307"/>
                <a:gd name="connsiteY1" fmla="*/ 10646 h 10645"/>
                <a:gd name="connsiteX2" fmla="*/ 0 w 13307"/>
                <a:gd name="connsiteY2" fmla="*/ 5323 h 10645"/>
                <a:gd name="connsiteX3" fmla="*/ 6717 w 13307"/>
                <a:gd name="connsiteY3" fmla="*/ 0 h 10645"/>
                <a:gd name="connsiteX4" fmla="*/ 13307 w 13307"/>
                <a:gd name="connsiteY4" fmla="*/ 5323 h 1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07" h="10645">
                  <a:moveTo>
                    <a:pt x="13307" y="5323"/>
                  </a:moveTo>
                  <a:cubicBezTo>
                    <a:pt x="13307" y="8238"/>
                    <a:pt x="10266" y="10646"/>
                    <a:pt x="6717" y="10646"/>
                  </a:cubicBezTo>
                  <a:cubicBezTo>
                    <a:pt x="3168" y="10646"/>
                    <a:pt x="0" y="8238"/>
                    <a:pt x="0" y="5323"/>
                  </a:cubicBezTo>
                  <a:cubicBezTo>
                    <a:pt x="0" y="2408"/>
                    <a:pt x="3042" y="0"/>
                    <a:pt x="6717" y="0"/>
                  </a:cubicBezTo>
                  <a:cubicBezTo>
                    <a:pt x="10392" y="0"/>
                    <a:pt x="13307" y="2408"/>
                    <a:pt x="13307" y="532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29" name="Freeform: Shape 3728">
              <a:extLst>
                <a:ext uri="{FF2B5EF4-FFF2-40B4-BE49-F238E27FC236}">
                  <a16:creationId xmlns:a16="http://schemas.microsoft.com/office/drawing/2014/main" id="{E31F62ED-BF06-2A4E-7BBE-A51E34857751}"/>
                </a:ext>
              </a:extLst>
            </p:cNvPr>
            <p:cNvSpPr/>
            <p:nvPr/>
          </p:nvSpPr>
          <p:spPr>
            <a:xfrm>
              <a:off x="10343557" y="4758838"/>
              <a:ext cx="12039" cy="9505"/>
            </a:xfrm>
            <a:custGeom>
              <a:avLst/>
              <a:gdLst>
                <a:gd name="connsiteX0" fmla="*/ 12039 w 12039"/>
                <a:gd name="connsiteY0" fmla="*/ 4689 h 9505"/>
                <a:gd name="connsiteX1" fmla="*/ 6083 w 12039"/>
                <a:gd name="connsiteY1" fmla="*/ 9505 h 9505"/>
                <a:gd name="connsiteX2" fmla="*/ 0 w 12039"/>
                <a:gd name="connsiteY2" fmla="*/ 4689 h 9505"/>
                <a:gd name="connsiteX3" fmla="*/ 6083 w 12039"/>
                <a:gd name="connsiteY3" fmla="*/ 0 h 9505"/>
                <a:gd name="connsiteX4" fmla="*/ 12039 w 12039"/>
                <a:gd name="connsiteY4" fmla="*/ 4689 h 9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39" h="9505">
                  <a:moveTo>
                    <a:pt x="12039" y="4689"/>
                  </a:moveTo>
                  <a:lnTo>
                    <a:pt x="6083" y="9505"/>
                  </a:lnTo>
                  <a:lnTo>
                    <a:pt x="0" y="4689"/>
                  </a:lnTo>
                  <a:lnTo>
                    <a:pt x="6083" y="0"/>
                  </a:lnTo>
                  <a:lnTo>
                    <a:pt x="12039" y="468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30" name="Freeform: Shape 3729">
              <a:extLst>
                <a:ext uri="{FF2B5EF4-FFF2-40B4-BE49-F238E27FC236}">
                  <a16:creationId xmlns:a16="http://schemas.microsoft.com/office/drawing/2014/main" id="{D761B6D2-B5ED-75BD-84B1-DDE737681838}"/>
                </a:ext>
              </a:extLst>
            </p:cNvPr>
            <p:cNvSpPr/>
            <p:nvPr/>
          </p:nvSpPr>
          <p:spPr>
            <a:xfrm>
              <a:off x="10293749" y="4855158"/>
              <a:ext cx="11279" cy="8998"/>
            </a:xfrm>
            <a:custGeom>
              <a:avLst/>
              <a:gdLst>
                <a:gd name="connsiteX0" fmla="*/ 11280 w 11279"/>
                <a:gd name="connsiteY0" fmla="*/ 4436 h 8998"/>
                <a:gd name="connsiteX1" fmla="*/ 5703 w 11279"/>
                <a:gd name="connsiteY1" fmla="*/ 8998 h 8998"/>
                <a:gd name="connsiteX2" fmla="*/ 0 w 11279"/>
                <a:gd name="connsiteY2" fmla="*/ 4436 h 8998"/>
                <a:gd name="connsiteX3" fmla="*/ 5703 w 11279"/>
                <a:gd name="connsiteY3" fmla="*/ 0 h 8998"/>
                <a:gd name="connsiteX4" fmla="*/ 11280 w 11279"/>
                <a:gd name="connsiteY4" fmla="*/ 4436 h 8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79" h="8998">
                  <a:moveTo>
                    <a:pt x="11280" y="4436"/>
                  </a:moveTo>
                  <a:lnTo>
                    <a:pt x="5703" y="8998"/>
                  </a:lnTo>
                  <a:lnTo>
                    <a:pt x="0" y="4436"/>
                  </a:lnTo>
                  <a:lnTo>
                    <a:pt x="5703" y="0"/>
                  </a:lnTo>
                  <a:lnTo>
                    <a:pt x="11280" y="44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31" name="Freeform: Shape 3730">
              <a:extLst>
                <a:ext uri="{FF2B5EF4-FFF2-40B4-BE49-F238E27FC236}">
                  <a16:creationId xmlns:a16="http://schemas.microsoft.com/office/drawing/2014/main" id="{1C8A6AD3-65F3-91EE-C865-25B4D3DD7A8F}"/>
                </a:ext>
              </a:extLst>
            </p:cNvPr>
            <p:cNvSpPr/>
            <p:nvPr/>
          </p:nvSpPr>
          <p:spPr>
            <a:xfrm>
              <a:off x="10240393" y="4950336"/>
              <a:ext cx="10645" cy="8364"/>
            </a:xfrm>
            <a:custGeom>
              <a:avLst/>
              <a:gdLst>
                <a:gd name="connsiteX0" fmla="*/ 10645 w 10645"/>
                <a:gd name="connsiteY0" fmla="*/ 4182 h 8364"/>
                <a:gd name="connsiteX1" fmla="*/ 5323 w 10645"/>
                <a:gd name="connsiteY1" fmla="*/ 8365 h 8364"/>
                <a:gd name="connsiteX2" fmla="*/ 0 w 10645"/>
                <a:gd name="connsiteY2" fmla="*/ 4182 h 8364"/>
                <a:gd name="connsiteX3" fmla="*/ 5323 w 10645"/>
                <a:gd name="connsiteY3" fmla="*/ 0 h 8364"/>
                <a:gd name="connsiteX4" fmla="*/ 10645 w 10645"/>
                <a:gd name="connsiteY4" fmla="*/ 4182 h 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45" h="8364">
                  <a:moveTo>
                    <a:pt x="10645" y="4182"/>
                  </a:moveTo>
                  <a:lnTo>
                    <a:pt x="5323" y="8365"/>
                  </a:lnTo>
                  <a:lnTo>
                    <a:pt x="0" y="4182"/>
                  </a:lnTo>
                  <a:lnTo>
                    <a:pt x="5323" y="0"/>
                  </a:lnTo>
                  <a:lnTo>
                    <a:pt x="10645" y="41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32" name="Freeform: Shape 3731">
              <a:extLst>
                <a:ext uri="{FF2B5EF4-FFF2-40B4-BE49-F238E27FC236}">
                  <a16:creationId xmlns:a16="http://schemas.microsoft.com/office/drawing/2014/main" id="{1B8A761E-08D5-B894-3FFD-5B0DC690AA18}"/>
                </a:ext>
              </a:extLst>
            </p:cNvPr>
            <p:cNvSpPr/>
            <p:nvPr/>
          </p:nvSpPr>
          <p:spPr>
            <a:xfrm>
              <a:off x="10183996" y="5044501"/>
              <a:ext cx="9251" cy="7350"/>
            </a:xfrm>
            <a:custGeom>
              <a:avLst/>
              <a:gdLst>
                <a:gd name="connsiteX0" fmla="*/ 9251 w 9251"/>
                <a:gd name="connsiteY0" fmla="*/ 3675 h 7350"/>
                <a:gd name="connsiteX1" fmla="*/ 4562 w 9251"/>
                <a:gd name="connsiteY1" fmla="*/ 7351 h 7350"/>
                <a:gd name="connsiteX2" fmla="*/ 0 w 9251"/>
                <a:gd name="connsiteY2" fmla="*/ 3675 h 7350"/>
                <a:gd name="connsiteX3" fmla="*/ 4562 w 9251"/>
                <a:gd name="connsiteY3" fmla="*/ 0 h 7350"/>
                <a:gd name="connsiteX4" fmla="*/ 9251 w 9251"/>
                <a:gd name="connsiteY4" fmla="*/ 3675 h 7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51" h="7350">
                  <a:moveTo>
                    <a:pt x="9251" y="3675"/>
                  </a:moveTo>
                  <a:lnTo>
                    <a:pt x="4562" y="7351"/>
                  </a:lnTo>
                  <a:lnTo>
                    <a:pt x="0" y="3675"/>
                  </a:lnTo>
                  <a:lnTo>
                    <a:pt x="4562" y="0"/>
                  </a:lnTo>
                  <a:lnTo>
                    <a:pt x="9251" y="367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33" name="Freeform: Shape 3732">
              <a:extLst>
                <a:ext uri="{FF2B5EF4-FFF2-40B4-BE49-F238E27FC236}">
                  <a16:creationId xmlns:a16="http://schemas.microsoft.com/office/drawing/2014/main" id="{54CDF19A-C0E1-0E19-06E2-0B6C5AD2A30E}"/>
                </a:ext>
              </a:extLst>
            </p:cNvPr>
            <p:cNvSpPr/>
            <p:nvPr/>
          </p:nvSpPr>
          <p:spPr>
            <a:xfrm>
              <a:off x="10123796" y="5137018"/>
              <a:ext cx="8491" cy="6716"/>
            </a:xfrm>
            <a:custGeom>
              <a:avLst/>
              <a:gdLst>
                <a:gd name="connsiteX0" fmla="*/ 8491 w 8491"/>
                <a:gd name="connsiteY0" fmla="*/ 3422 h 6716"/>
                <a:gd name="connsiteX1" fmla="*/ 4309 w 8491"/>
                <a:gd name="connsiteY1" fmla="*/ 6717 h 6716"/>
                <a:gd name="connsiteX2" fmla="*/ 0 w 8491"/>
                <a:gd name="connsiteY2" fmla="*/ 3422 h 6716"/>
                <a:gd name="connsiteX3" fmla="*/ 4309 w 8491"/>
                <a:gd name="connsiteY3" fmla="*/ 0 h 6716"/>
                <a:gd name="connsiteX4" fmla="*/ 8491 w 8491"/>
                <a:gd name="connsiteY4" fmla="*/ 3422 h 6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91" h="6716">
                  <a:moveTo>
                    <a:pt x="8491" y="3422"/>
                  </a:moveTo>
                  <a:lnTo>
                    <a:pt x="4309" y="6717"/>
                  </a:lnTo>
                  <a:lnTo>
                    <a:pt x="0" y="3422"/>
                  </a:lnTo>
                  <a:lnTo>
                    <a:pt x="4309" y="0"/>
                  </a:lnTo>
                  <a:lnTo>
                    <a:pt x="8491" y="342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34" name="Freeform: Shape 3733">
              <a:extLst>
                <a:ext uri="{FF2B5EF4-FFF2-40B4-BE49-F238E27FC236}">
                  <a16:creationId xmlns:a16="http://schemas.microsoft.com/office/drawing/2014/main" id="{0D002237-1FB8-4199-C73E-198CCDCBF43C}"/>
                </a:ext>
              </a:extLst>
            </p:cNvPr>
            <p:cNvSpPr/>
            <p:nvPr/>
          </p:nvSpPr>
          <p:spPr>
            <a:xfrm>
              <a:off x="10060555" y="5228268"/>
              <a:ext cx="7224" cy="5829"/>
            </a:xfrm>
            <a:custGeom>
              <a:avLst/>
              <a:gdLst>
                <a:gd name="connsiteX0" fmla="*/ 7224 w 7224"/>
                <a:gd name="connsiteY0" fmla="*/ 2915 h 5829"/>
                <a:gd name="connsiteX1" fmla="*/ 3675 w 7224"/>
                <a:gd name="connsiteY1" fmla="*/ 5830 h 5829"/>
                <a:gd name="connsiteX2" fmla="*/ 0 w 7224"/>
                <a:gd name="connsiteY2" fmla="*/ 2915 h 5829"/>
                <a:gd name="connsiteX3" fmla="*/ 3675 w 7224"/>
                <a:gd name="connsiteY3" fmla="*/ 0 h 5829"/>
                <a:gd name="connsiteX4" fmla="*/ 7224 w 7224"/>
                <a:gd name="connsiteY4" fmla="*/ 2915 h 5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24" h="5829">
                  <a:moveTo>
                    <a:pt x="7224" y="2915"/>
                  </a:moveTo>
                  <a:lnTo>
                    <a:pt x="3675" y="5830"/>
                  </a:lnTo>
                  <a:lnTo>
                    <a:pt x="0" y="2915"/>
                  </a:lnTo>
                  <a:lnTo>
                    <a:pt x="3675" y="0"/>
                  </a:lnTo>
                  <a:lnTo>
                    <a:pt x="7224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35" name="Freeform: Shape 3734">
              <a:extLst>
                <a:ext uri="{FF2B5EF4-FFF2-40B4-BE49-F238E27FC236}">
                  <a16:creationId xmlns:a16="http://schemas.microsoft.com/office/drawing/2014/main" id="{6F7E6EF2-3F60-2BDE-5C2D-0F9476BA1B46}"/>
                </a:ext>
              </a:extLst>
            </p:cNvPr>
            <p:cNvSpPr/>
            <p:nvPr/>
          </p:nvSpPr>
          <p:spPr>
            <a:xfrm>
              <a:off x="9993765" y="5317871"/>
              <a:ext cx="6463" cy="5196"/>
            </a:xfrm>
            <a:custGeom>
              <a:avLst/>
              <a:gdLst>
                <a:gd name="connsiteX0" fmla="*/ 6464 w 6463"/>
                <a:gd name="connsiteY0" fmla="*/ 2661 h 5196"/>
                <a:gd name="connsiteX1" fmla="*/ 3168 w 6463"/>
                <a:gd name="connsiteY1" fmla="*/ 5196 h 5196"/>
                <a:gd name="connsiteX2" fmla="*/ 0 w 6463"/>
                <a:gd name="connsiteY2" fmla="*/ 2661 h 5196"/>
                <a:gd name="connsiteX3" fmla="*/ 3168 w 6463"/>
                <a:gd name="connsiteY3" fmla="*/ 0 h 5196"/>
                <a:gd name="connsiteX4" fmla="*/ 6464 w 6463"/>
                <a:gd name="connsiteY4" fmla="*/ 2661 h 5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196">
                  <a:moveTo>
                    <a:pt x="6464" y="2661"/>
                  </a:moveTo>
                  <a:lnTo>
                    <a:pt x="3168" y="5196"/>
                  </a:lnTo>
                  <a:lnTo>
                    <a:pt x="0" y="2661"/>
                  </a:lnTo>
                  <a:lnTo>
                    <a:pt x="3168" y="0"/>
                  </a:lnTo>
                  <a:lnTo>
                    <a:pt x="6464" y="266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36" name="Freeform: Shape 3735">
              <a:extLst>
                <a:ext uri="{FF2B5EF4-FFF2-40B4-BE49-F238E27FC236}">
                  <a16:creationId xmlns:a16="http://schemas.microsoft.com/office/drawing/2014/main" id="{1940308F-E0B5-F5F1-D4DE-C67C320039C6}"/>
                </a:ext>
              </a:extLst>
            </p:cNvPr>
            <p:cNvSpPr/>
            <p:nvPr/>
          </p:nvSpPr>
          <p:spPr>
            <a:xfrm>
              <a:off x="9923554" y="5405826"/>
              <a:ext cx="5956" cy="4689"/>
            </a:xfrm>
            <a:custGeom>
              <a:avLst/>
              <a:gdLst>
                <a:gd name="connsiteX0" fmla="*/ 5956 w 5956"/>
                <a:gd name="connsiteY0" fmla="*/ 2408 h 4689"/>
                <a:gd name="connsiteX1" fmla="*/ 2915 w 5956"/>
                <a:gd name="connsiteY1" fmla="*/ 4689 h 4689"/>
                <a:gd name="connsiteX2" fmla="*/ 0 w 5956"/>
                <a:gd name="connsiteY2" fmla="*/ 2408 h 4689"/>
                <a:gd name="connsiteX3" fmla="*/ 2915 w 5956"/>
                <a:gd name="connsiteY3" fmla="*/ 0 h 4689"/>
                <a:gd name="connsiteX4" fmla="*/ 5956 w 5956"/>
                <a:gd name="connsiteY4" fmla="*/ 2408 h 4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6" h="4689">
                  <a:moveTo>
                    <a:pt x="5956" y="2408"/>
                  </a:moveTo>
                  <a:lnTo>
                    <a:pt x="2915" y="4689"/>
                  </a:lnTo>
                  <a:lnTo>
                    <a:pt x="0" y="2408"/>
                  </a:lnTo>
                  <a:lnTo>
                    <a:pt x="2915" y="0"/>
                  </a:lnTo>
                  <a:lnTo>
                    <a:pt x="5956" y="240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37" name="Freeform: Shape 3736">
              <a:extLst>
                <a:ext uri="{FF2B5EF4-FFF2-40B4-BE49-F238E27FC236}">
                  <a16:creationId xmlns:a16="http://schemas.microsoft.com/office/drawing/2014/main" id="{DA515A73-ACCE-F70E-E775-4AEB58767D08}"/>
                </a:ext>
              </a:extLst>
            </p:cNvPr>
            <p:cNvSpPr/>
            <p:nvPr/>
          </p:nvSpPr>
          <p:spPr>
            <a:xfrm>
              <a:off x="9850554" y="5492386"/>
              <a:ext cx="4689" cy="3675"/>
            </a:xfrm>
            <a:custGeom>
              <a:avLst/>
              <a:gdLst>
                <a:gd name="connsiteX0" fmla="*/ 4689 w 4689"/>
                <a:gd name="connsiteY0" fmla="*/ 1901 h 3675"/>
                <a:gd name="connsiteX1" fmla="*/ 2281 w 4689"/>
                <a:gd name="connsiteY1" fmla="*/ 3675 h 3675"/>
                <a:gd name="connsiteX2" fmla="*/ 0 w 4689"/>
                <a:gd name="connsiteY2" fmla="*/ 1901 h 3675"/>
                <a:gd name="connsiteX3" fmla="*/ 2281 w 4689"/>
                <a:gd name="connsiteY3" fmla="*/ 0 h 3675"/>
                <a:gd name="connsiteX4" fmla="*/ 4689 w 4689"/>
                <a:gd name="connsiteY4" fmla="*/ 1901 h 3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89" h="3675">
                  <a:moveTo>
                    <a:pt x="4689" y="1901"/>
                  </a:moveTo>
                  <a:lnTo>
                    <a:pt x="2281" y="3675"/>
                  </a:lnTo>
                  <a:lnTo>
                    <a:pt x="0" y="1901"/>
                  </a:lnTo>
                  <a:lnTo>
                    <a:pt x="2281" y="0"/>
                  </a:lnTo>
                  <a:lnTo>
                    <a:pt x="4689" y="190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38" name="Freeform: Shape 3737">
              <a:extLst>
                <a:ext uri="{FF2B5EF4-FFF2-40B4-BE49-F238E27FC236}">
                  <a16:creationId xmlns:a16="http://schemas.microsoft.com/office/drawing/2014/main" id="{1D1351BF-B0AA-938A-1D6E-8ADAEC753BA3}"/>
                </a:ext>
              </a:extLst>
            </p:cNvPr>
            <p:cNvSpPr/>
            <p:nvPr/>
          </p:nvSpPr>
          <p:spPr>
            <a:xfrm>
              <a:off x="9774131" y="5576919"/>
              <a:ext cx="4055" cy="3294"/>
            </a:xfrm>
            <a:custGeom>
              <a:avLst/>
              <a:gdLst>
                <a:gd name="connsiteX0" fmla="*/ 4056 w 4055"/>
                <a:gd name="connsiteY0" fmla="*/ 1647 h 3294"/>
                <a:gd name="connsiteX1" fmla="*/ 2028 w 4055"/>
                <a:gd name="connsiteY1" fmla="*/ 3295 h 3294"/>
                <a:gd name="connsiteX2" fmla="*/ 0 w 4055"/>
                <a:gd name="connsiteY2" fmla="*/ 1647 h 3294"/>
                <a:gd name="connsiteX3" fmla="*/ 2028 w 4055"/>
                <a:gd name="connsiteY3" fmla="*/ 0 h 3294"/>
                <a:gd name="connsiteX4" fmla="*/ 4056 w 4055"/>
                <a:gd name="connsiteY4" fmla="*/ 1647 h 3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5" h="3294">
                  <a:moveTo>
                    <a:pt x="4056" y="1647"/>
                  </a:moveTo>
                  <a:lnTo>
                    <a:pt x="2028" y="3295"/>
                  </a:lnTo>
                  <a:lnTo>
                    <a:pt x="0" y="1647"/>
                  </a:lnTo>
                  <a:lnTo>
                    <a:pt x="2028" y="0"/>
                  </a:lnTo>
                  <a:lnTo>
                    <a:pt x="4056" y="164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39" name="Freeform: Shape 3738">
              <a:extLst>
                <a:ext uri="{FF2B5EF4-FFF2-40B4-BE49-F238E27FC236}">
                  <a16:creationId xmlns:a16="http://schemas.microsoft.com/office/drawing/2014/main" id="{9E23FF6E-DBCC-AE49-B89D-2F22CE327F45}"/>
                </a:ext>
              </a:extLst>
            </p:cNvPr>
            <p:cNvSpPr/>
            <p:nvPr/>
          </p:nvSpPr>
          <p:spPr>
            <a:xfrm>
              <a:off x="9694795" y="5659804"/>
              <a:ext cx="3041" cy="2408"/>
            </a:xfrm>
            <a:custGeom>
              <a:avLst/>
              <a:gdLst>
                <a:gd name="connsiteX0" fmla="*/ 3042 w 3041"/>
                <a:gd name="connsiteY0" fmla="*/ 1267 h 2408"/>
                <a:gd name="connsiteX1" fmla="*/ 1521 w 3041"/>
                <a:gd name="connsiteY1" fmla="*/ 2408 h 2408"/>
                <a:gd name="connsiteX2" fmla="*/ 0 w 3041"/>
                <a:gd name="connsiteY2" fmla="*/ 1267 h 2408"/>
                <a:gd name="connsiteX3" fmla="*/ 1521 w 3041"/>
                <a:gd name="connsiteY3" fmla="*/ 0 h 2408"/>
                <a:gd name="connsiteX4" fmla="*/ 3042 w 3041"/>
                <a:gd name="connsiteY4" fmla="*/ 1267 h 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1" h="2408">
                  <a:moveTo>
                    <a:pt x="3042" y="1267"/>
                  </a:moveTo>
                  <a:lnTo>
                    <a:pt x="1521" y="2408"/>
                  </a:lnTo>
                  <a:lnTo>
                    <a:pt x="0" y="1267"/>
                  </a:lnTo>
                  <a:lnTo>
                    <a:pt x="1521" y="0"/>
                  </a:lnTo>
                  <a:lnTo>
                    <a:pt x="3042" y="126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40" name="Freeform: Shape 3739">
              <a:extLst>
                <a:ext uri="{FF2B5EF4-FFF2-40B4-BE49-F238E27FC236}">
                  <a16:creationId xmlns:a16="http://schemas.microsoft.com/office/drawing/2014/main" id="{722FC408-D46C-E0F5-8A2F-0E0AF62F11AA}"/>
                </a:ext>
              </a:extLst>
            </p:cNvPr>
            <p:cNvSpPr/>
            <p:nvPr/>
          </p:nvSpPr>
          <p:spPr>
            <a:xfrm>
              <a:off x="9612290" y="5740662"/>
              <a:ext cx="2408" cy="1900"/>
            </a:xfrm>
            <a:custGeom>
              <a:avLst/>
              <a:gdLst>
                <a:gd name="connsiteX0" fmla="*/ 2408 w 2408"/>
                <a:gd name="connsiteY0" fmla="*/ 1014 h 1900"/>
                <a:gd name="connsiteX1" fmla="*/ 1140 w 2408"/>
                <a:gd name="connsiteY1" fmla="*/ 1901 h 1900"/>
                <a:gd name="connsiteX2" fmla="*/ 0 w 2408"/>
                <a:gd name="connsiteY2" fmla="*/ 1014 h 1900"/>
                <a:gd name="connsiteX3" fmla="*/ 1140 w 2408"/>
                <a:gd name="connsiteY3" fmla="*/ 0 h 1900"/>
                <a:gd name="connsiteX4" fmla="*/ 2408 w 2408"/>
                <a:gd name="connsiteY4" fmla="*/ 1014 h 1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8" h="1900">
                  <a:moveTo>
                    <a:pt x="2408" y="1014"/>
                  </a:moveTo>
                  <a:lnTo>
                    <a:pt x="1140" y="1901"/>
                  </a:lnTo>
                  <a:lnTo>
                    <a:pt x="0" y="1014"/>
                  </a:lnTo>
                  <a:lnTo>
                    <a:pt x="1140" y="0"/>
                  </a:lnTo>
                  <a:lnTo>
                    <a:pt x="2408" y="101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41" name="Freeform: Shape 3740">
              <a:extLst>
                <a:ext uri="{FF2B5EF4-FFF2-40B4-BE49-F238E27FC236}">
                  <a16:creationId xmlns:a16="http://schemas.microsoft.com/office/drawing/2014/main" id="{F77A62B7-C683-1AE2-8431-2B24518FAA30}"/>
                </a:ext>
              </a:extLst>
            </p:cNvPr>
            <p:cNvSpPr/>
            <p:nvPr/>
          </p:nvSpPr>
          <p:spPr>
            <a:xfrm>
              <a:off x="9527123" y="5819745"/>
              <a:ext cx="1394" cy="1140"/>
            </a:xfrm>
            <a:custGeom>
              <a:avLst/>
              <a:gdLst>
                <a:gd name="connsiteX0" fmla="*/ 1395 w 1394"/>
                <a:gd name="connsiteY0" fmla="*/ 634 h 1140"/>
                <a:gd name="connsiteX1" fmla="*/ 634 w 1394"/>
                <a:gd name="connsiteY1" fmla="*/ 1141 h 1140"/>
                <a:gd name="connsiteX2" fmla="*/ 0 w 1394"/>
                <a:gd name="connsiteY2" fmla="*/ 634 h 1140"/>
                <a:gd name="connsiteX3" fmla="*/ 634 w 1394"/>
                <a:gd name="connsiteY3" fmla="*/ 0 h 1140"/>
                <a:gd name="connsiteX4" fmla="*/ 1395 w 1394"/>
                <a:gd name="connsiteY4" fmla="*/ 634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" h="1140">
                  <a:moveTo>
                    <a:pt x="1395" y="634"/>
                  </a:moveTo>
                  <a:lnTo>
                    <a:pt x="634" y="1141"/>
                  </a:lnTo>
                  <a:lnTo>
                    <a:pt x="0" y="634"/>
                  </a:lnTo>
                  <a:lnTo>
                    <a:pt x="634" y="0"/>
                  </a:lnTo>
                  <a:lnTo>
                    <a:pt x="1395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42" name="Freeform: Shape 3741">
              <a:extLst>
                <a:ext uri="{FF2B5EF4-FFF2-40B4-BE49-F238E27FC236}">
                  <a16:creationId xmlns:a16="http://schemas.microsoft.com/office/drawing/2014/main" id="{41EABF30-20FA-E4EC-F43C-C0A77131A669}"/>
                </a:ext>
              </a:extLst>
            </p:cNvPr>
            <p:cNvSpPr/>
            <p:nvPr/>
          </p:nvSpPr>
          <p:spPr>
            <a:xfrm>
              <a:off x="9438788" y="5896674"/>
              <a:ext cx="760" cy="633"/>
            </a:xfrm>
            <a:custGeom>
              <a:avLst/>
              <a:gdLst>
                <a:gd name="connsiteX0" fmla="*/ 760 w 760"/>
                <a:gd name="connsiteY0" fmla="*/ 380 h 633"/>
                <a:gd name="connsiteX1" fmla="*/ 380 w 760"/>
                <a:gd name="connsiteY1" fmla="*/ 634 h 633"/>
                <a:gd name="connsiteX2" fmla="*/ 0 w 760"/>
                <a:gd name="connsiteY2" fmla="*/ 380 h 633"/>
                <a:gd name="connsiteX3" fmla="*/ 380 w 760"/>
                <a:gd name="connsiteY3" fmla="*/ 0 h 633"/>
                <a:gd name="connsiteX4" fmla="*/ 760 w 760"/>
                <a:gd name="connsiteY4" fmla="*/ 380 h 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0" h="633">
                  <a:moveTo>
                    <a:pt x="760" y="380"/>
                  </a:moveTo>
                  <a:lnTo>
                    <a:pt x="380" y="634"/>
                  </a:lnTo>
                  <a:lnTo>
                    <a:pt x="0" y="380"/>
                  </a:lnTo>
                  <a:lnTo>
                    <a:pt x="380" y="0"/>
                  </a:lnTo>
                  <a:lnTo>
                    <a:pt x="760" y="38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43" name="Freeform: Shape 3742">
              <a:extLst>
                <a:ext uri="{FF2B5EF4-FFF2-40B4-BE49-F238E27FC236}">
                  <a16:creationId xmlns:a16="http://schemas.microsoft.com/office/drawing/2014/main" id="{688CF666-A369-CD05-9ED5-DA98AD0D5BBF}"/>
                </a:ext>
              </a:extLst>
            </p:cNvPr>
            <p:cNvSpPr/>
            <p:nvPr/>
          </p:nvSpPr>
          <p:spPr>
            <a:xfrm>
              <a:off x="9253501" y="6043814"/>
              <a:ext cx="506" cy="506"/>
            </a:xfrm>
            <a:custGeom>
              <a:avLst/>
              <a:gdLst>
                <a:gd name="connsiteX0" fmla="*/ 507 w 506"/>
                <a:gd name="connsiteY0" fmla="*/ 253 h 506"/>
                <a:gd name="connsiteX1" fmla="*/ 253 w 506"/>
                <a:gd name="connsiteY1" fmla="*/ 507 h 506"/>
                <a:gd name="connsiteX2" fmla="*/ 0 w 506"/>
                <a:gd name="connsiteY2" fmla="*/ 253 h 506"/>
                <a:gd name="connsiteX3" fmla="*/ 253 w 506"/>
                <a:gd name="connsiteY3" fmla="*/ 0 h 506"/>
                <a:gd name="connsiteX4" fmla="*/ 507 w 506"/>
                <a:gd name="connsiteY4" fmla="*/ 253 h 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" h="506">
                  <a:moveTo>
                    <a:pt x="507" y="253"/>
                  </a:moveTo>
                  <a:lnTo>
                    <a:pt x="253" y="507"/>
                  </a:lnTo>
                  <a:lnTo>
                    <a:pt x="0" y="253"/>
                  </a:lnTo>
                  <a:lnTo>
                    <a:pt x="253" y="0"/>
                  </a:lnTo>
                  <a:lnTo>
                    <a:pt x="507" y="25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44" name="Freeform: Shape 3743">
              <a:extLst>
                <a:ext uri="{FF2B5EF4-FFF2-40B4-BE49-F238E27FC236}">
                  <a16:creationId xmlns:a16="http://schemas.microsoft.com/office/drawing/2014/main" id="{94F03EB9-46BA-1A53-007F-DE3672ACC4EC}"/>
                </a:ext>
              </a:extLst>
            </p:cNvPr>
            <p:cNvSpPr/>
            <p:nvPr/>
          </p:nvSpPr>
          <p:spPr>
            <a:xfrm>
              <a:off x="9156041" y="6113519"/>
              <a:ext cx="2154" cy="1647"/>
            </a:xfrm>
            <a:custGeom>
              <a:avLst/>
              <a:gdLst>
                <a:gd name="connsiteX0" fmla="*/ 2154 w 2154"/>
                <a:gd name="connsiteY0" fmla="*/ 760 h 1647"/>
                <a:gd name="connsiteX1" fmla="*/ 1014 w 2154"/>
                <a:gd name="connsiteY1" fmla="*/ 1648 h 1647"/>
                <a:gd name="connsiteX2" fmla="*/ 0 w 2154"/>
                <a:gd name="connsiteY2" fmla="*/ 760 h 1647"/>
                <a:gd name="connsiteX3" fmla="*/ 1014 w 2154"/>
                <a:gd name="connsiteY3" fmla="*/ 0 h 1647"/>
                <a:gd name="connsiteX4" fmla="*/ 2154 w 2154"/>
                <a:gd name="connsiteY4" fmla="*/ 760 h 1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4" h="1647">
                  <a:moveTo>
                    <a:pt x="2154" y="760"/>
                  </a:moveTo>
                  <a:lnTo>
                    <a:pt x="1014" y="1648"/>
                  </a:lnTo>
                  <a:lnTo>
                    <a:pt x="0" y="760"/>
                  </a:lnTo>
                  <a:lnTo>
                    <a:pt x="1014" y="0"/>
                  </a:lnTo>
                  <a:lnTo>
                    <a:pt x="2154" y="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45" name="Freeform: Shape 3744">
              <a:extLst>
                <a:ext uri="{FF2B5EF4-FFF2-40B4-BE49-F238E27FC236}">
                  <a16:creationId xmlns:a16="http://schemas.microsoft.com/office/drawing/2014/main" id="{9E8CE014-75CD-11CB-47BC-55A6537A6A56}"/>
                </a:ext>
              </a:extLst>
            </p:cNvPr>
            <p:cNvSpPr/>
            <p:nvPr/>
          </p:nvSpPr>
          <p:spPr>
            <a:xfrm>
              <a:off x="9056426" y="6181196"/>
              <a:ext cx="2914" cy="2281"/>
            </a:xfrm>
            <a:custGeom>
              <a:avLst/>
              <a:gdLst>
                <a:gd name="connsiteX0" fmla="*/ 2915 w 2914"/>
                <a:gd name="connsiteY0" fmla="*/ 1141 h 2281"/>
                <a:gd name="connsiteX1" fmla="*/ 1521 w 2914"/>
                <a:gd name="connsiteY1" fmla="*/ 2281 h 2281"/>
                <a:gd name="connsiteX2" fmla="*/ 0 w 2914"/>
                <a:gd name="connsiteY2" fmla="*/ 1141 h 2281"/>
                <a:gd name="connsiteX3" fmla="*/ 1521 w 2914"/>
                <a:gd name="connsiteY3" fmla="*/ 0 h 2281"/>
                <a:gd name="connsiteX4" fmla="*/ 2915 w 2914"/>
                <a:gd name="connsiteY4" fmla="*/ 1141 h 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" h="2281">
                  <a:moveTo>
                    <a:pt x="2915" y="1141"/>
                  </a:moveTo>
                  <a:lnTo>
                    <a:pt x="1521" y="2281"/>
                  </a:lnTo>
                  <a:lnTo>
                    <a:pt x="0" y="1141"/>
                  </a:lnTo>
                  <a:lnTo>
                    <a:pt x="1521" y="0"/>
                  </a:lnTo>
                  <a:lnTo>
                    <a:pt x="2915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46" name="Freeform: Shape 3745">
              <a:extLst>
                <a:ext uri="{FF2B5EF4-FFF2-40B4-BE49-F238E27FC236}">
                  <a16:creationId xmlns:a16="http://schemas.microsoft.com/office/drawing/2014/main" id="{401B2790-EC35-21FA-41E1-60A648AC0B83}"/>
                </a:ext>
              </a:extLst>
            </p:cNvPr>
            <p:cNvSpPr/>
            <p:nvPr/>
          </p:nvSpPr>
          <p:spPr>
            <a:xfrm>
              <a:off x="8954150" y="6246212"/>
              <a:ext cx="4308" cy="3548"/>
            </a:xfrm>
            <a:custGeom>
              <a:avLst/>
              <a:gdLst>
                <a:gd name="connsiteX0" fmla="*/ 4309 w 4308"/>
                <a:gd name="connsiteY0" fmla="*/ 1774 h 3548"/>
                <a:gd name="connsiteX1" fmla="*/ 2154 w 4308"/>
                <a:gd name="connsiteY1" fmla="*/ 3549 h 3548"/>
                <a:gd name="connsiteX2" fmla="*/ 0 w 4308"/>
                <a:gd name="connsiteY2" fmla="*/ 1774 h 3548"/>
                <a:gd name="connsiteX3" fmla="*/ 2154 w 4308"/>
                <a:gd name="connsiteY3" fmla="*/ 0 h 3548"/>
                <a:gd name="connsiteX4" fmla="*/ 4309 w 4308"/>
                <a:gd name="connsiteY4" fmla="*/ 1774 h 3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8" h="3548">
                  <a:moveTo>
                    <a:pt x="4309" y="1774"/>
                  </a:moveTo>
                  <a:lnTo>
                    <a:pt x="2154" y="3549"/>
                  </a:lnTo>
                  <a:lnTo>
                    <a:pt x="0" y="1774"/>
                  </a:lnTo>
                  <a:lnTo>
                    <a:pt x="2154" y="0"/>
                  </a:lnTo>
                  <a:lnTo>
                    <a:pt x="4309" y="177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47" name="Freeform: Shape 3746">
              <a:extLst>
                <a:ext uri="{FF2B5EF4-FFF2-40B4-BE49-F238E27FC236}">
                  <a16:creationId xmlns:a16="http://schemas.microsoft.com/office/drawing/2014/main" id="{F5AC7A1A-82C6-FA70-2A71-8ADE8D40A5A3}"/>
                </a:ext>
              </a:extLst>
            </p:cNvPr>
            <p:cNvSpPr/>
            <p:nvPr/>
          </p:nvSpPr>
          <p:spPr>
            <a:xfrm>
              <a:off x="8849339" y="6309073"/>
              <a:ext cx="5703" cy="4562"/>
            </a:xfrm>
            <a:custGeom>
              <a:avLst/>
              <a:gdLst>
                <a:gd name="connsiteX0" fmla="*/ 5703 w 5703"/>
                <a:gd name="connsiteY0" fmla="*/ 2281 h 4562"/>
                <a:gd name="connsiteX1" fmla="*/ 2915 w 5703"/>
                <a:gd name="connsiteY1" fmla="*/ 4562 h 4562"/>
                <a:gd name="connsiteX2" fmla="*/ 0 w 5703"/>
                <a:gd name="connsiteY2" fmla="*/ 2281 h 4562"/>
                <a:gd name="connsiteX3" fmla="*/ 2915 w 5703"/>
                <a:gd name="connsiteY3" fmla="*/ 0 h 4562"/>
                <a:gd name="connsiteX4" fmla="*/ 5703 w 5703"/>
                <a:gd name="connsiteY4" fmla="*/ 2281 h 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03" h="4562">
                  <a:moveTo>
                    <a:pt x="5703" y="2281"/>
                  </a:moveTo>
                  <a:lnTo>
                    <a:pt x="2915" y="4562"/>
                  </a:lnTo>
                  <a:lnTo>
                    <a:pt x="0" y="2281"/>
                  </a:lnTo>
                  <a:lnTo>
                    <a:pt x="2915" y="0"/>
                  </a:lnTo>
                  <a:lnTo>
                    <a:pt x="5703" y="22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48" name="Freeform: Shape 3747">
              <a:extLst>
                <a:ext uri="{FF2B5EF4-FFF2-40B4-BE49-F238E27FC236}">
                  <a16:creationId xmlns:a16="http://schemas.microsoft.com/office/drawing/2014/main" id="{852A6DEB-0327-BF46-7543-93CBEA482747}"/>
                </a:ext>
              </a:extLst>
            </p:cNvPr>
            <p:cNvSpPr/>
            <p:nvPr/>
          </p:nvSpPr>
          <p:spPr>
            <a:xfrm>
              <a:off x="8743135" y="6369906"/>
              <a:ext cx="5703" cy="4562"/>
            </a:xfrm>
            <a:custGeom>
              <a:avLst/>
              <a:gdLst>
                <a:gd name="connsiteX0" fmla="*/ 5703 w 5703"/>
                <a:gd name="connsiteY0" fmla="*/ 2282 h 4562"/>
                <a:gd name="connsiteX1" fmla="*/ 2789 w 5703"/>
                <a:gd name="connsiteY1" fmla="*/ 4563 h 4562"/>
                <a:gd name="connsiteX2" fmla="*/ 0 w 5703"/>
                <a:gd name="connsiteY2" fmla="*/ 2282 h 4562"/>
                <a:gd name="connsiteX3" fmla="*/ 2789 w 5703"/>
                <a:gd name="connsiteY3" fmla="*/ 0 h 4562"/>
                <a:gd name="connsiteX4" fmla="*/ 5703 w 5703"/>
                <a:gd name="connsiteY4" fmla="*/ 2282 h 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03" h="4562">
                  <a:moveTo>
                    <a:pt x="5703" y="2282"/>
                  </a:moveTo>
                  <a:lnTo>
                    <a:pt x="2789" y="4563"/>
                  </a:lnTo>
                  <a:lnTo>
                    <a:pt x="0" y="2282"/>
                  </a:lnTo>
                  <a:lnTo>
                    <a:pt x="2789" y="0"/>
                  </a:lnTo>
                  <a:lnTo>
                    <a:pt x="5703" y="22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49" name="Freeform: Shape 3748">
              <a:extLst>
                <a:ext uri="{FF2B5EF4-FFF2-40B4-BE49-F238E27FC236}">
                  <a16:creationId xmlns:a16="http://schemas.microsoft.com/office/drawing/2014/main" id="{BCF7775A-CADD-F2D4-7E1F-3D4C55DEAD2A}"/>
                </a:ext>
              </a:extLst>
            </p:cNvPr>
            <p:cNvSpPr/>
            <p:nvPr/>
          </p:nvSpPr>
          <p:spPr>
            <a:xfrm>
              <a:off x="8633888" y="6427697"/>
              <a:ext cx="7224" cy="5830"/>
            </a:xfrm>
            <a:custGeom>
              <a:avLst/>
              <a:gdLst>
                <a:gd name="connsiteX0" fmla="*/ 7224 w 7224"/>
                <a:gd name="connsiteY0" fmla="*/ 2915 h 5830"/>
                <a:gd name="connsiteX1" fmla="*/ 3549 w 7224"/>
                <a:gd name="connsiteY1" fmla="*/ 5830 h 5830"/>
                <a:gd name="connsiteX2" fmla="*/ 0 w 7224"/>
                <a:gd name="connsiteY2" fmla="*/ 2915 h 5830"/>
                <a:gd name="connsiteX3" fmla="*/ 3549 w 7224"/>
                <a:gd name="connsiteY3" fmla="*/ 0 h 5830"/>
                <a:gd name="connsiteX4" fmla="*/ 7224 w 7224"/>
                <a:gd name="connsiteY4" fmla="*/ 2915 h 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24" h="5830">
                  <a:moveTo>
                    <a:pt x="7224" y="2915"/>
                  </a:moveTo>
                  <a:lnTo>
                    <a:pt x="3549" y="5830"/>
                  </a:lnTo>
                  <a:lnTo>
                    <a:pt x="0" y="2915"/>
                  </a:lnTo>
                  <a:lnTo>
                    <a:pt x="3549" y="0"/>
                  </a:lnTo>
                  <a:lnTo>
                    <a:pt x="7224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50" name="Freeform: Shape 3749">
              <a:extLst>
                <a:ext uri="{FF2B5EF4-FFF2-40B4-BE49-F238E27FC236}">
                  <a16:creationId xmlns:a16="http://schemas.microsoft.com/office/drawing/2014/main" id="{924F842E-2080-E436-55EF-52409D4ECBBC}"/>
                </a:ext>
              </a:extLst>
            </p:cNvPr>
            <p:cNvSpPr/>
            <p:nvPr/>
          </p:nvSpPr>
          <p:spPr>
            <a:xfrm>
              <a:off x="8522867" y="6483208"/>
              <a:ext cx="8111" cy="6463"/>
            </a:xfrm>
            <a:custGeom>
              <a:avLst/>
              <a:gdLst>
                <a:gd name="connsiteX0" fmla="*/ 8111 w 8111"/>
                <a:gd name="connsiteY0" fmla="*/ 3295 h 6463"/>
                <a:gd name="connsiteX1" fmla="*/ 4056 w 8111"/>
                <a:gd name="connsiteY1" fmla="*/ 6464 h 6463"/>
                <a:gd name="connsiteX2" fmla="*/ 0 w 8111"/>
                <a:gd name="connsiteY2" fmla="*/ 3295 h 6463"/>
                <a:gd name="connsiteX3" fmla="*/ 4056 w 8111"/>
                <a:gd name="connsiteY3" fmla="*/ 0 h 6463"/>
                <a:gd name="connsiteX4" fmla="*/ 8111 w 8111"/>
                <a:gd name="connsiteY4" fmla="*/ 3295 h 6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11" h="6463">
                  <a:moveTo>
                    <a:pt x="8111" y="3295"/>
                  </a:moveTo>
                  <a:lnTo>
                    <a:pt x="4056" y="6464"/>
                  </a:lnTo>
                  <a:lnTo>
                    <a:pt x="0" y="3295"/>
                  </a:lnTo>
                  <a:lnTo>
                    <a:pt x="4056" y="0"/>
                  </a:lnTo>
                  <a:lnTo>
                    <a:pt x="8111" y="32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51" name="Freeform: Shape 3750">
              <a:extLst>
                <a:ext uri="{FF2B5EF4-FFF2-40B4-BE49-F238E27FC236}">
                  <a16:creationId xmlns:a16="http://schemas.microsoft.com/office/drawing/2014/main" id="{16053DD3-887A-CF87-ED19-5F607816EE0F}"/>
                </a:ext>
              </a:extLst>
            </p:cNvPr>
            <p:cNvSpPr/>
            <p:nvPr/>
          </p:nvSpPr>
          <p:spPr>
            <a:xfrm>
              <a:off x="8409692" y="6536056"/>
              <a:ext cx="9378" cy="7477"/>
            </a:xfrm>
            <a:custGeom>
              <a:avLst/>
              <a:gdLst>
                <a:gd name="connsiteX0" fmla="*/ 9378 w 9378"/>
                <a:gd name="connsiteY0" fmla="*/ 3676 h 7477"/>
                <a:gd name="connsiteX1" fmla="*/ 4689 w 9378"/>
                <a:gd name="connsiteY1" fmla="*/ 7478 h 7477"/>
                <a:gd name="connsiteX2" fmla="*/ 0 w 9378"/>
                <a:gd name="connsiteY2" fmla="*/ 3676 h 7477"/>
                <a:gd name="connsiteX3" fmla="*/ 4689 w 9378"/>
                <a:gd name="connsiteY3" fmla="*/ 0 h 7477"/>
                <a:gd name="connsiteX4" fmla="*/ 9378 w 9378"/>
                <a:gd name="connsiteY4" fmla="*/ 3676 h 7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78" h="7477">
                  <a:moveTo>
                    <a:pt x="9378" y="3676"/>
                  </a:moveTo>
                  <a:lnTo>
                    <a:pt x="4689" y="7478"/>
                  </a:lnTo>
                  <a:lnTo>
                    <a:pt x="0" y="3676"/>
                  </a:lnTo>
                  <a:lnTo>
                    <a:pt x="4689" y="0"/>
                  </a:lnTo>
                  <a:lnTo>
                    <a:pt x="9378" y="367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52" name="Freeform: Shape 3751">
              <a:extLst>
                <a:ext uri="{FF2B5EF4-FFF2-40B4-BE49-F238E27FC236}">
                  <a16:creationId xmlns:a16="http://schemas.microsoft.com/office/drawing/2014/main" id="{AF0668BA-5CE4-1C7E-9442-837B3C0B79CA}"/>
                </a:ext>
              </a:extLst>
            </p:cNvPr>
            <p:cNvSpPr/>
            <p:nvPr/>
          </p:nvSpPr>
          <p:spPr>
            <a:xfrm>
              <a:off x="8294743" y="6586371"/>
              <a:ext cx="10265" cy="8111"/>
            </a:xfrm>
            <a:custGeom>
              <a:avLst/>
              <a:gdLst>
                <a:gd name="connsiteX0" fmla="*/ 10266 w 10265"/>
                <a:gd name="connsiteY0" fmla="*/ 4056 h 8111"/>
                <a:gd name="connsiteX1" fmla="*/ 5070 w 10265"/>
                <a:gd name="connsiteY1" fmla="*/ 8111 h 8111"/>
                <a:gd name="connsiteX2" fmla="*/ 0 w 10265"/>
                <a:gd name="connsiteY2" fmla="*/ 4056 h 8111"/>
                <a:gd name="connsiteX3" fmla="*/ 5070 w 10265"/>
                <a:gd name="connsiteY3" fmla="*/ 0 h 8111"/>
                <a:gd name="connsiteX4" fmla="*/ 10266 w 10265"/>
                <a:gd name="connsiteY4" fmla="*/ 4056 h 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5" h="8111">
                  <a:moveTo>
                    <a:pt x="10266" y="4056"/>
                  </a:moveTo>
                  <a:lnTo>
                    <a:pt x="5070" y="8111"/>
                  </a:lnTo>
                  <a:lnTo>
                    <a:pt x="0" y="4056"/>
                  </a:lnTo>
                  <a:lnTo>
                    <a:pt x="5070" y="0"/>
                  </a:lnTo>
                  <a:lnTo>
                    <a:pt x="10266" y="405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53" name="Freeform: Shape 3752">
              <a:extLst>
                <a:ext uri="{FF2B5EF4-FFF2-40B4-BE49-F238E27FC236}">
                  <a16:creationId xmlns:a16="http://schemas.microsoft.com/office/drawing/2014/main" id="{7EEC1E2B-23E9-91EB-B579-5B240BA66DFD}"/>
                </a:ext>
              </a:extLst>
            </p:cNvPr>
            <p:cNvSpPr/>
            <p:nvPr/>
          </p:nvSpPr>
          <p:spPr>
            <a:xfrm>
              <a:off x="8177766" y="6633897"/>
              <a:ext cx="11532" cy="9124"/>
            </a:xfrm>
            <a:custGeom>
              <a:avLst/>
              <a:gdLst>
                <a:gd name="connsiteX0" fmla="*/ 11533 w 11532"/>
                <a:gd name="connsiteY0" fmla="*/ 4562 h 9124"/>
                <a:gd name="connsiteX1" fmla="*/ 5829 w 11532"/>
                <a:gd name="connsiteY1" fmla="*/ 9125 h 9124"/>
                <a:gd name="connsiteX2" fmla="*/ 0 w 11532"/>
                <a:gd name="connsiteY2" fmla="*/ 4562 h 9124"/>
                <a:gd name="connsiteX3" fmla="*/ 5829 w 11532"/>
                <a:gd name="connsiteY3" fmla="*/ 0 h 9124"/>
                <a:gd name="connsiteX4" fmla="*/ 11533 w 11532"/>
                <a:gd name="connsiteY4" fmla="*/ 4562 h 9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32" h="9124">
                  <a:moveTo>
                    <a:pt x="11533" y="4562"/>
                  </a:moveTo>
                  <a:lnTo>
                    <a:pt x="5829" y="9125"/>
                  </a:lnTo>
                  <a:lnTo>
                    <a:pt x="0" y="4562"/>
                  </a:lnTo>
                  <a:lnTo>
                    <a:pt x="5829" y="0"/>
                  </a:lnTo>
                  <a:lnTo>
                    <a:pt x="11533" y="456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54" name="Freeform: Shape 3753">
              <a:extLst>
                <a:ext uri="{FF2B5EF4-FFF2-40B4-BE49-F238E27FC236}">
                  <a16:creationId xmlns:a16="http://schemas.microsoft.com/office/drawing/2014/main" id="{2C33F30C-6B1D-CB64-F6F6-6EE6268A8E32}"/>
                </a:ext>
              </a:extLst>
            </p:cNvPr>
            <p:cNvSpPr/>
            <p:nvPr/>
          </p:nvSpPr>
          <p:spPr>
            <a:xfrm>
              <a:off x="8059394" y="6678888"/>
              <a:ext cx="12293" cy="9758"/>
            </a:xfrm>
            <a:custGeom>
              <a:avLst/>
              <a:gdLst>
                <a:gd name="connsiteX0" fmla="*/ 12294 w 12293"/>
                <a:gd name="connsiteY0" fmla="*/ 4943 h 9758"/>
                <a:gd name="connsiteX1" fmla="*/ 6084 w 12293"/>
                <a:gd name="connsiteY1" fmla="*/ 9759 h 9758"/>
                <a:gd name="connsiteX2" fmla="*/ 0 w 12293"/>
                <a:gd name="connsiteY2" fmla="*/ 4943 h 9758"/>
                <a:gd name="connsiteX3" fmla="*/ 6084 w 12293"/>
                <a:gd name="connsiteY3" fmla="*/ 0 h 9758"/>
                <a:gd name="connsiteX4" fmla="*/ 12294 w 12293"/>
                <a:gd name="connsiteY4" fmla="*/ 4943 h 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93" h="9758">
                  <a:moveTo>
                    <a:pt x="12294" y="4943"/>
                  </a:moveTo>
                  <a:lnTo>
                    <a:pt x="6084" y="9759"/>
                  </a:lnTo>
                  <a:lnTo>
                    <a:pt x="0" y="4943"/>
                  </a:lnTo>
                  <a:lnTo>
                    <a:pt x="6084" y="0"/>
                  </a:lnTo>
                  <a:lnTo>
                    <a:pt x="12294" y="494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55" name="Freeform: Shape 3754">
              <a:extLst>
                <a:ext uri="{FF2B5EF4-FFF2-40B4-BE49-F238E27FC236}">
                  <a16:creationId xmlns:a16="http://schemas.microsoft.com/office/drawing/2014/main" id="{34B19F4D-5A38-31CC-7600-A5816F3F966A}"/>
                </a:ext>
              </a:extLst>
            </p:cNvPr>
            <p:cNvSpPr/>
            <p:nvPr/>
          </p:nvSpPr>
          <p:spPr>
            <a:xfrm>
              <a:off x="7939122" y="6720964"/>
              <a:ext cx="13687" cy="10899"/>
            </a:xfrm>
            <a:custGeom>
              <a:avLst/>
              <a:gdLst>
                <a:gd name="connsiteX0" fmla="*/ 13688 w 13687"/>
                <a:gd name="connsiteY0" fmla="*/ 5450 h 10899"/>
                <a:gd name="connsiteX1" fmla="*/ 6843 w 13687"/>
                <a:gd name="connsiteY1" fmla="*/ 10899 h 10899"/>
                <a:gd name="connsiteX2" fmla="*/ 0 w 13687"/>
                <a:gd name="connsiteY2" fmla="*/ 5450 h 10899"/>
                <a:gd name="connsiteX3" fmla="*/ 6843 w 13687"/>
                <a:gd name="connsiteY3" fmla="*/ 0 h 10899"/>
                <a:gd name="connsiteX4" fmla="*/ 13688 w 13687"/>
                <a:gd name="connsiteY4" fmla="*/ 5450 h 10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87" h="10899">
                  <a:moveTo>
                    <a:pt x="13688" y="5450"/>
                  </a:moveTo>
                  <a:cubicBezTo>
                    <a:pt x="13688" y="8491"/>
                    <a:pt x="10646" y="10899"/>
                    <a:pt x="6843" y="10899"/>
                  </a:cubicBezTo>
                  <a:cubicBezTo>
                    <a:pt x="3042" y="10899"/>
                    <a:pt x="0" y="8491"/>
                    <a:pt x="0" y="5450"/>
                  </a:cubicBezTo>
                  <a:cubicBezTo>
                    <a:pt x="0" y="2408"/>
                    <a:pt x="3168" y="0"/>
                    <a:pt x="6843" y="0"/>
                  </a:cubicBezTo>
                  <a:cubicBezTo>
                    <a:pt x="10519" y="0"/>
                    <a:pt x="13688" y="2408"/>
                    <a:pt x="13688" y="545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56" name="Freeform: Shape 3755">
              <a:extLst>
                <a:ext uri="{FF2B5EF4-FFF2-40B4-BE49-F238E27FC236}">
                  <a16:creationId xmlns:a16="http://schemas.microsoft.com/office/drawing/2014/main" id="{CB53D7DA-6A3E-07D6-A82D-81B786151809}"/>
                </a:ext>
              </a:extLst>
            </p:cNvPr>
            <p:cNvSpPr/>
            <p:nvPr/>
          </p:nvSpPr>
          <p:spPr>
            <a:xfrm>
              <a:off x="7817455" y="6760379"/>
              <a:ext cx="14574" cy="11533"/>
            </a:xfrm>
            <a:custGeom>
              <a:avLst/>
              <a:gdLst>
                <a:gd name="connsiteX0" fmla="*/ 14574 w 14574"/>
                <a:gd name="connsiteY0" fmla="*/ 5830 h 11533"/>
                <a:gd name="connsiteX1" fmla="*/ 7350 w 14574"/>
                <a:gd name="connsiteY1" fmla="*/ 11533 h 11533"/>
                <a:gd name="connsiteX2" fmla="*/ 0 w 14574"/>
                <a:gd name="connsiteY2" fmla="*/ 5830 h 11533"/>
                <a:gd name="connsiteX3" fmla="*/ 7350 w 14574"/>
                <a:gd name="connsiteY3" fmla="*/ 0 h 11533"/>
                <a:gd name="connsiteX4" fmla="*/ 14574 w 14574"/>
                <a:gd name="connsiteY4" fmla="*/ 5830 h 11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574" h="11533">
                  <a:moveTo>
                    <a:pt x="14574" y="5830"/>
                  </a:moveTo>
                  <a:cubicBezTo>
                    <a:pt x="14574" y="8999"/>
                    <a:pt x="11279" y="11533"/>
                    <a:pt x="7350" y="11533"/>
                  </a:cubicBezTo>
                  <a:cubicBezTo>
                    <a:pt x="3421" y="11533"/>
                    <a:pt x="0" y="8999"/>
                    <a:pt x="0" y="5830"/>
                  </a:cubicBezTo>
                  <a:cubicBezTo>
                    <a:pt x="0" y="2662"/>
                    <a:pt x="3295" y="0"/>
                    <a:pt x="7350" y="0"/>
                  </a:cubicBezTo>
                  <a:cubicBezTo>
                    <a:pt x="11406" y="0"/>
                    <a:pt x="14574" y="2535"/>
                    <a:pt x="14574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57" name="Freeform: Shape 3756">
              <a:extLst>
                <a:ext uri="{FF2B5EF4-FFF2-40B4-BE49-F238E27FC236}">
                  <a16:creationId xmlns:a16="http://schemas.microsoft.com/office/drawing/2014/main" id="{BFB221B2-1038-5DC2-7DD2-0DEBCA164A45}"/>
                </a:ext>
              </a:extLst>
            </p:cNvPr>
            <p:cNvSpPr/>
            <p:nvPr/>
          </p:nvSpPr>
          <p:spPr>
            <a:xfrm>
              <a:off x="7694521" y="6797133"/>
              <a:ext cx="15335" cy="12166"/>
            </a:xfrm>
            <a:custGeom>
              <a:avLst/>
              <a:gdLst>
                <a:gd name="connsiteX0" fmla="*/ 15335 w 15335"/>
                <a:gd name="connsiteY0" fmla="*/ 6083 h 12166"/>
                <a:gd name="connsiteX1" fmla="*/ 7604 w 15335"/>
                <a:gd name="connsiteY1" fmla="*/ 12166 h 12166"/>
                <a:gd name="connsiteX2" fmla="*/ 0 w 15335"/>
                <a:gd name="connsiteY2" fmla="*/ 6083 h 12166"/>
                <a:gd name="connsiteX3" fmla="*/ 7604 w 15335"/>
                <a:gd name="connsiteY3" fmla="*/ 0 h 12166"/>
                <a:gd name="connsiteX4" fmla="*/ 15335 w 15335"/>
                <a:gd name="connsiteY4" fmla="*/ 6083 h 1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35" h="12166">
                  <a:moveTo>
                    <a:pt x="15335" y="6083"/>
                  </a:moveTo>
                  <a:cubicBezTo>
                    <a:pt x="15335" y="9378"/>
                    <a:pt x="11913" y="12166"/>
                    <a:pt x="7604" y="12166"/>
                  </a:cubicBezTo>
                  <a:cubicBezTo>
                    <a:pt x="3295" y="12166"/>
                    <a:pt x="0" y="9505"/>
                    <a:pt x="0" y="6083"/>
                  </a:cubicBezTo>
                  <a:cubicBezTo>
                    <a:pt x="0" y="2661"/>
                    <a:pt x="3422" y="0"/>
                    <a:pt x="7604" y="0"/>
                  </a:cubicBezTo>
                  <a:cubicBezTo>
                    <a:pt x="11786" y="0"/>
                    <a:pt x="15335" y="2661"/>
                    <a:pt x="15335" y="60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58" name="Freeform: Shape 3757">
              <a:extLst>
                <a:ext uri="{FF2B5EF4-FFF2-40B4-BE49-F238E27FC236}">
                  <a16:creationId xmlns:a16="http://schemas.microsoft.com/office/drawing/2014/main" id="{512707F6-2D1D-E015-0340-AC0E4EA7A244}"/>
                </a:ext>
              </a:extLst>
            </p:cNvPr>
            <p:cNvSpPr/>
            <p:nvPr/>
          </p:nvSpPr>
          <p:spPr>
            <a:xfrm>
              <a:off x="4602671" y="6790162"/>
              <a:ext cx="32697" cy="25980"/>
            </a:xfrm>
            <a:custGeom>
              <a:avLst/>
              <a:gdLst>
                <a:gd name="connsiteX0" fmla="*/ 32698 w 32697"/>
                <a:gd name="connsiteY0" fmla="*/ 13053 h 25980"/>
                <a:gd name="connsiteX1" fmla="*/ 16349 w 32697"/>
                <a:gd name="connsiteY1" fmla="*/ 25981 h 25980"/>
                <a:gd name="connsiteX2" fmla="*/ 0 w 32697"/>
                <a:gd name="connsiteY2" fmla="*/ 13053 h 25980"/>
                <a:gd name="connsiteX3" fmla="*/ 16349 w 32697"/>
                <a:gd name="connsiteY3" fmla="*/ 0 h 25980"/>
                <a:gd name="connsiteX4" fmla="*/ 32698 w 32697"/>
                <a:gd name="connsiteY4" fmla="*/ 13053 h 25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97" h="25980">
                  <a:moveTo>
                    <a:pt x="32698" y="13053"/>
                  </a:moveTo>
                  <a:cubicBezTo>
                    <a:pt x="32698" y="20277"/>
                    <a:pt x="25347" y="25981"/>
                    <a:pt x="16349" y="25981"/>
                  </a:cubicBezTo>
                  <a:cubicBezTo>
                    <a:pt x="7351" y="25981"/>
                    <a:pt x="0" y="20151"/>
                    <a:pt x="0" y="13053"/>
                  </a:cubicBezTo>
                  <a:cubicBezTo>
                    <a:pt x="0" y="5956"/>
                    <a:pt x="7351" y="0"/>
                    <a:pt x="16349" y="0"/>
                  </a:cubicBezTo>
                  <a:cubicBezTo>
                    <a:pt x="25347" y="0"/>
                    <a:pt x="32698" y="5829"/>
                    <a:pt x="32698" y="1305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59" name="Freeform: Shape 3758">
              <a:extLst>
                <a:ext uri="{FF2B5EF4-FFF2-40B4-BE49-F238E27FC236}">
                  <a16:creationId xmlns:a16="http://schemas.microsoft.com/office/drawing/2014/main" id="{ECB3A4EC-CB76-B767-3A26-BBC49CA1F3A1}"/>
                </a:ext>
              </a:extLst>
            </p:cNvPr>
            <p:cNvSpPr/>
            <p:nvPr/>
          </p:nvSpPr>
          <p:spPr>
            <a:xfrm>
              <a:off x="4479610" y="6752902"/>
              <a:ext cx="33711" cy="26614"/>
            </a:xfrm>
            <a:custGeom>
              <a:avLst/>
              <a:gdLst>
                <a:gd name="connsiteX0" fmla="*/ 33712 w 33711"/>
                <a:gd name="connsiteY0" fmla="*/ 13307 h 26614"/>
                <a:gd name="connsiteX1" fmla="*/ 16856 w 33711"/>
                <a:gd name="connsiteY1" fmla="*/ 26614 h 26614"/>
                <a:gd name="connsiteX2" fmla="*/ 0 w 33711"/>
                <a:gd name="connsiteY2" fmla="*/ 13307 h 26614"/>
                <a:gd name="connsiteX3" fmla="*/ 16856 w 33711"/>
                <a:gd name="connsiteY3" fmla="*/ 0 h 26614"/>
                <a:gd name="connsiteX4" fmla="*/ 33712 w 33711"/>
                <a:gd name="connsiteY4" fmla="*/ 13307 h 26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1" h="26614">
                  <a:moveTo>
                    <a:pt x="33712" y="13307"/>
                  </a:moveTo>
                  <a:cubicBezTo>
                    <a:pt x="33712" y="20658"/>
                    <a:pt x="26234" y="26614"/>
                    <a:pt x="16856" y="26614"/>
                  </a:cubicBezTo>
                  <a:cubicBezTo>
                    <a:pt x="7477" y="26614"/>
                    <a:pt x="0" y="20658"/>
                    <a:pt x="0" y="13307"/>
                  </a:cubicBezTo>
                  <a:cubicBezTo>
                    <a:pt x="0" y="5956"/>
                    <a:pt x="7477" y="0"/>
                    <a:pt x="16856" y="0"/>
                  </a:cubicBezTo>
                  <a:cubicBezTo>
                    <a:pt x="26234" y="0"/>
                    <a:pt x="33712" y="5956"/>
                    <a:pt x="33712" y="1330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60" name="Freeform: Shape 3759">
              <a:extLst>
                <a:ext uri="{FF2B5EF4-FFF2-40B4-BE49-F238E27FC236}">
                  <a16:creationId xmlns:a16="http://schemas.microsoft.com/office/drawing/2014/main" id="{1809C2BE-E6F3-4529-3FCF-D92265A9F5DC}"/>
                </a:ext>
              </a:extLst>
            </p:cNvPr>
            <p:cNvSpPr/>
            <p:nvPr/>
          </p:nvSpPr>
          <p:spPr>
            <a:xfrm>
              <a:off x="4358197" y="6712853"/>
              <a:ext cx="34218" cy="27121"/>
            </a:xfrm>
            <a:custGeom>
              <a:avLst/>
              <a:gdLst>
                <a:gd name="connsiteX0" fmla="*/ 34218 w 34218"/>
                <a:gd name="connsiteY0" fmla="*/ 13561 h 27121"/>
                <a:gd name="connsiteX1" fmla="*/ 17109 w 34218"/>
                <a:gd name="connsiteY1" fmla="*/ 27122 h 27121"/>
                <a:gd name="connsiteX2" fmla="*/ 0 w 34218"/>
                <a:gd name="connsiteY2" fmla="*/ 13561 h 27121"/>
                <a:gd name="connsiteX3" fmla="*/ 17109 w 34218"/>
                <a:gd name="connsiteY3" fmla="*/ 0 h 27121"/>
                <a:gd name="connsiteX4" fmla="*/ 34218 w 34218"/>
                <a:gd name="connsiteY4" fmla="*/ 13561 h 27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218" h="27121">
                  <a:moveTo>
                    <a:pt x="34218" y="13561"/>
                  </a:moveTo>
                  <a:cubicBezTo>
                    <a:pt x="34218" y="21039"/>
                    <a:pt x="26615" y="27122"/>
                    <a:pt x="17109" y="27122"/>
                  </a:cubicBezTo>
                  <a:cubicBezTo>
                    <a:pt x="7604" y="27122"/>
                    <a:pt x="0" y="21039"/>
                    <a:pt x="0" y="13561"/>
                  </a:cubicBezTo>
                  <a:cubicBezTo>
                    <a:pt x="0" y="6084"/>
                    <a:pt x="7604" y="0"/>
                    <a:pt x="17109" y="0"/>
                  </a:cubicBezTo>
                  <a:cubicBezTo>
                    <a:pt x="26615" y="0"/>
                    <a:pt x="34218" y="6084"/>
                    <a:pt x="34218" y="1356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61" name="Freeform: Shape 3760">
              <a:extLst>
                <a:ext uri="{FF2B5EF4-FFF2-40B4-BE49-F238E27FC236}">
                  <a16:creationId xmlns:a16="http://schemas.microsoft.com/office/drawing/2014/main" id="{43B3A151-CCAF-624F-2E61-6F29DA8FA2D4}"/>
                </a:ext>
              </a:extLst>
            </p:cNvPr>
            <p:cNvSpPr/>
            <p:nvPr/>
          </p:nvSpPr>
          <p:spPr>
            <a:xfrm>
              <a:off x="4238558" y="6670270"/>
              <a:ext cx="34218" cy="27121"/>
            </a:xfrm>
            <a:custGeom>
              <a:avLst/>
              <a:gdLst>
                <a:gd name="connsiteX0" fmla="*/ 34219 w 34218"/>
                <a:gd name="connsiteY0" fmla="*/ 13561 h 27121"/>
                <a:gd name="connsiteX1" fmla="*/ 17109 w 34218"/>
                <a:gd name="connsiteY1" fmla="*/ 27122 h 27121"/>
                <a:gd name="connsiteX2" fmla="*/ 0 w 34218"/>
                <a:gd name="connsiteY2" fmla="*/ 13561 h 27121"/>
                <a:gd name="connsiteX3" fmla="*/ 17109 w 34218"/>
                <a:gd name="connsiteY3" fmla="*/ 0 h 27121"/>
                <a:gd name="connsiteX4" fmla="*/ 34219 w 34218"/>
                <a:gd name="connsiteY4" fmla="*/ 13561 h 27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218" h="27121">
                  <a:moveTo>
                    <a:pt x="34219" y="13561"/>
                  </a:moveTo>
                  <a:cubicBezTo>
                    <a:pt x="34219" y="21038"/>
                    <a:pt x="26615" y="27122"/>
                    <a:pt x="17109" y="27122"/>
                  </a:cubicBezTo>
                  <a:cubicBezTo>
                    <a:pt x="7604" y="27122"/>
                    <a:pt x="0" y="21038"/>
                    <a:pt x="0" y="13561"/>
                  </a:cubicBezTo>
                  <a:cubicBezTo>
                    <a:pt x="0" y="6083"/>
                    <a:pt x="7604" y="0"/>
                    <a:pt x="17109" y="0"/>
                  </a:cubicBezTo>
                  <a:cubicBezTo>
                    <a:pt x="26615" y="0"/>
                    <a:pt x="34219" y="6083"/>
                    <a:pt x="34219" y="1356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62" name="Freeform: Shape 3761">
              <a:extLst>
                <a:ext uri="{FF2B5EF4-FFF2-40B4-BE49-F238E27FC236}">
                  <a16:creationId xmlns:a16="http://schemas.microsoft.com/office/drawing/2014/main" id="{C1985321-919A-46C7-8D71-5EFB42C22057}"/>
                </a:ext>
              </a:extLst>
            </p:cNvPr>
            <p:cNvSpPr/>
            <p:nvPr/>
          </p:nvSpPr>
          <p:spPr>
            <a:xfrm>
              <a:off x="4120187" y="6624518"/>
              <a:ext cx="34978" cy="27755"/>
            </a:xfrm>
            <a:custGeom>
              <a:avLst/>
              <a:gdLst>
                <a:gd name="connsiteX0" fmla="*/ 34979 w 34978"/>
                <a:gd name="connsiteY0" fmla="*/ 13941 h 27755"/>
                <a:gd name="connsiteX1" fmla="*/ 17490 w 34978"/>
                <a:gd name="connsiteY1" fmla="*/ 27755 h 27755"/>
                <a:gd name="connsiteX2" fmla="*/ 0 w 34978"/>
                <a:gd name="connsiteY2" fmla="*/ 13941 h 27755"/>
                <a:gd name="connsiteX3" fmla="*/ 17490 w 34978"/>
                <a:gd name="connsiteY3" fmla="*/ 0 h 27755"/>
                <a:gd name="connsiteX4" fmla="*/ 34979 w 34978"/>
                <a:gd name="connsiteY4" fmla="*/ 13941 h 27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978" h="27755">
                  <a:moveTo>
                    <a:pt x="34979" y="13941"/>
                  </a:moveTo>
                  <a:cubicBezTo>
                    <a:pt x="34979" y="21545"/>
                    <a:pt x="27121" y="27755"/>
                    <a:pt x="17490" y="27755"/>
                  </a:cubicBezTo>
                  <a:cubicBezTo>
                    <a:pt x="7858" y="27755"/>
                    <a:pt x="0" y="21545"/>
                    <a:pt x="0" y="13941"/>
                  </a:cubicBezTo>
                  <a:cubicBezTo>
                    <a:pt x="0" y="6337"/>
                    <a:pt x="7858" y="0"/>
                    <a:pt x="17490" y="0"/>
                  </a:cubicBezTo>
                  <a:cubicBezTo>
                    <a:pt x="27121" y="0"/>
                    <a:pt x="34979" y="6210"/>
                    <a:pt x="34979" y="139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63" name="Freeform: Shape 3762">
              <a:extLst>
                <a:ext uri="{FF2B5EF4-FFF2-40B4-BE49-F238E27FC236}">
                  <a16:creationId xmlns:a16="http://schemas.microsoft.com/office/drawing/2014/main" id="{F1ECADDA-A7AC-F15B-5412-D73D71B87CD5}"/>
                </a:ext>
              </a:extLst>
            </p:cNvPr>
            <p:cNvSpPr/>
            <p:nvPr/>
          </p:nvSpPr>
          <p:spPr>
            <a:xfrm>
              <a:off x="4003843" y="6576612"/>
              <a:ext cx="34978" cy="27628"/>
            </a:xfrm>
            <a:custGeom>
              <a:avLst/>
              <a:gdLst>
                <a:gd name="connsiteX0" fmla="*/ 34979 w 34978"/>
                <a:gd name="connsiteY0" fmla="*/ 13815 h 27628"/>
                <a:gd name="connsiteX1" fmla="*/ 17489 w 34978"/>
                <a:gd name="connsiteY1" fmla="*/ 27628 h 27628"/>
                <a:gd name="connsiteX2" fmla="*/ 0 w 34978"/>
                <a:gd name="connsiteY2" fmla="*/ 13815 h 27628"/>
                <a:gd name="connsiteX3" fmla="*/ 17489 w 34978"/>
                <a:gd name="connsiteY3" fmla="*/ 0 h 27628"/>
                <a:gd name="connsiteX4" fmla="*/ 34979 w 34978"/>
                <a:gd name="connsiteY4" fmla="*/ 13815 h 27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978" h="27628">
                  <a:moveTo>
                    <a:pt x="34979" y="13815"/>
                  </a:moveTo>
                  <a:cubicBezTo>
                    <a:pt x="34979" y="21545"/>
                    <a:pt x="27121" y="27628"/>
                    <a:pt x="17489" y="27628"/>
                  </a:cubicBezTo>
                  <a:cubicBezTo>
                    <a:pt x="7858" y="27628"/>
                    <a:pt x="0" y="21418"/>
                    <a:pt x="0" y="13815"/>
                  </a:cubicBezTo>
                  <a:cubicBezTo>
                    <a:pt x="0" y="6210"/>
                    <a:pt x="7858" y="0"/>
                    <a:pt x="17489" y="0"/>
                  </a:cubicBezTo>
                  <a:cubicBezTo>
                    <a:pt x="27121" y="0"/>
                    <a:pt x="34979" y="6210"/>
                    <a:pt x="34979" y="1381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64" name="Freeform: Shape 3763">
              <a:extLst>
                <a:ext uri="{FF2B5EF4-FFF2-40B4-BE49-F238E27FC236}">
                  <a16:creationId xmlns:a16="http://schemas.microsoft.com/office/drawing/2014/main" id="{2A20BB5B-AF88-659B-E87E-798442B36810}"/>
                </a:ext>
              </a:extLst>
            </p:cNvPr>
            <p:cNvSpPr/>
            <p:nvPr/>
          </p:nvSpPr>
          <p:spPr>
            <a:xfrm>
              <a:off x="3889020" y="6525538"/>
              <a:ext cx="35739" cy="28388"/>
            </a:xfrm>
            <a:custGeom>
              <a:avLst/>
              <a:gdLst>
                <a:gd name="connsiteX0" fmla="*/ 35740 w 35739"/>
                <a:gd name="connsiteY0" fmla="*/ 14194 h 28388"/>
                <a:gd name="connsiteX1" fmla="*/ 17870 w 35739"/>
                <a:gd name="connsiteY1" fmla="*/ 28389 h 28388"/>
                <a:gd name="connsiteX2" fmla="*/ 0 w 35739"/>
                <a:gd name="connsiteY2" fmla="*/ 14194 h 28388"/>
                <a:gd name="connsiteX3" fmla="*/ 17870 w 35739"/>
                <a:gd name="connsiteY3" fmla="*/ 0 h 28388"/>
                <a:gd name="connsiteX4" fmla="*/ 35740 w 35739"/>
                <a:gd name="connsiteY4" fmla="*/ 14194 h 28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739" h="28388">
                  <a:moveTo>
                    <a:pt x="35740" y="14194"/>
                  </a:moveTo>
                  <a:cubicBezTo>
                    <a:pt x="35740" y="22052"/>
                    <a:pt x="27755" y="28389"/>
                    <a:pt x="17870" y="28389"/>
                  </a:cubicBezTo>
                  <a:cubicBezTo>
                    <a:pt x="7984" y="28389"/>
                    <a:pt x="0" y="22052"/>
                    <a:pt x="0" y="14194"/>
                  </a:cubicBezTo>
                  <a:cubicBezTo>
                    <a:pt x="0" y="6337"/>
                    <a:pt x="7984" y="0"/>
                    <a:pt x="17870" y="0"/>
                  </a:cubicBezTo>
                  <a:cubicBezTo>
                    <a:pt x="27755" y="0"/>
                    <a:pt x="35740" y="6337"/>
                    <a:pt x="35740" y="141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65" name="Freeform: Shape 3764">
              <a:extLst>
                <a:ext uri="{FF2B5EF4-FFF2-40B4-BE49-F238E27FC236}">
                  <a16:creationId xmlns:a16="http://schemas.microsoft.com/office/drawing/2014/main" id="{954C86AE-E166-8192-0FF5-F4BCDE9F4B8F}"/>
                </a:ext>
              </a:extLst>
            </p:cNvPr>
            <p:cNvSpPr/>
            <p:nvPr/>
          </p:nvSpPr>
          <p:spPr>
            <a:xfrm>
              <a:off x="3776479" y="6472308"/>
              <a:ext cx="35739" cy="28388"/>
            </a:xfrm>
            <a:custGeom>
              <a:avLst/>
              <a:gdLst>
                <a:gd name="connsiteX0" fmla="*/ 35739 w 35739"/>
                <a:gd name="connsiteY0" fmla="*/ 14194 h 28388"/>
                <a:gd name="connsiteX1" fmla="*/ 17870 w 35739"/>
                <a:gd name="connsiteY1" fmla="*/ 28389 h 28388"/>
                <a:gd name="connsiteX2" fmla="*/ 0 w 35739"/>
                <a:gd name="connsiteY2" fmla="*/ 14194 h 28388"/>
                <a:gd name="connsiteX3" fmla="*/ 17870 w 35739"/>
                <a:gd name="connsiteY3" fmla="*/ 0 h 28388"/>
                <a:gd name="connsiteX4" fmla="*/ 35739 w 35739"/>
                <a:gd name="connsiteY4" fmla="*/ 14194 h 28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739" h="28388">
                  <a:moveTo>
                    <a:pt x="35739" y="14194"/>
                  </a:moveTo>
                  <a:cubicBezTo>
                    <a:pt x="35739" y="22052"/>
                    <a:pt x="27755" y="28389"/>
                    <a:pt x="17870" y="28389"/>
                  </a:cubicBezTo>
                  <a:cubicBezTo>
                    <a:pt x="7984" y="28389"/>
                    <a:pt x="0" y="22052"/>
                    <a:pt x="0" y="14194"/>
                  </a:cubicBezTo>
                  <a:cubicBezTo>
                    <a:pt x="0" y="6337"/>
                    <a:pt x="7984" y="0"/>
                    <a:pt x="17870" y="0"/>
                  </a:cubicBezTo>
                  <a:cubicBezTo>
                    <a:pt x="27755" y="0"/>
                    <a:pt x="35739" y="6337"/>
                    <a:pt x="35739" y="141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66" name="Freeform: Shape 3765">
              <a:extLst>
                <a:ext uri="{FF2B5EF4-FFF2-40B4-BE49-F238E27FC236}">
                  <a16:creationId xmlns:a16="http://schemas.microsoft.com/office/drawing/2014/main" id="{74CCFD4F-9183-BBBB-CB16-16A849EA6B18}"/>
                </a:ext>
              </a:extLst>
            </p:cNvPr>
            <p:cNvSpPr/>
            <p:nvPr/>
          </p:nvSpPr>
          <p:spPr>
            <a:xfrm>
              <a:off x="3665458" y="6416165"/>
              <a:ext cx="36500" cy="28895"/>
            </a:xfrm>
            <a:custGeom>
              <a:avLst/>
              <a:gdLst>
                <a:gd name="connsiteX0" fmla="*/ 36500 w 36500"/>
                <a:gd name="connsiteY0" fmla="*/ 14448 h 28895"/>
                <a:gd name="connsiteX1" fmla="*/ 18250 w 36500"/>
                <a:gd name="connsiteY1" fmla="*/ 28896 h 28895"/>
                <a:gd name="connsiteX2" fmla="*/ 0 w 36500"/>
                <a:gd name="connsiteY2" fmla="*/ 14448 h 28895"/>
                <a:gd name="connsiteX3" fmla="*/ 18250 w 36500"/>
                <a:gd name="connsiteY3" fmla="*/ 0 h 28895"/>
                <a:gd name="connsiteX4" fmla="*/ 36500 w 36500"/>
                <a:gd name="connsiteY4" fmla="*/ 14448 h 28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500" h="28895">
                  <a:moveTo>
                    <a:pt x="36500" y="14448"/>
                  </a:moveTo>
                  <a:cubicBezTo>
                    <a:pt x="36500" y="22432"/>
                    <a:pt x="28389" y="28896"/>
                    <a:pt x="18250" y="28896"/>
                  </a:cubicBezTo>
                  <a:cubicBezTo>
                    <a:pt x="8111" y="28896"/>
                    <a:pt x="0" y="22432"/>
                    <a:pt x="0" y="14448"/>
                  </a:cubicBezTo>
                  <a:cubicBezTo>
                    <a:pt x="0" y="6463"/>
                    <a:pt x="8238" y="0"/>
                    <a:pt x="18250" y="0"/>
                  </a:cubicBezTo>
                  <a:cubicBezTo>
                    <a:pt x="28262" y="0"/>
                    <a:pt x="36500" y="6463"/>
                    <a:pt x="36500" y="1444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67" name="Freeform: Shape 3766">
              <a:extLst>
                <a:ext uri="{FF2B5EF4-FFF2-40B4-BE49-F238E27FC236}">
                  <a16:creationId xmlns:a16="http://schemas.microsoft.com/office/drawing/2014/main" id="{8FD272B9-6919-940D-9435-02455F43F3DD}"/>
                </a:ext>
              </a:extLst>
            </p:cNvPr>
            <p:cNvSpPr/>
            <p:nvPr/>
          </p:nvSpPr>
          <p:spPr>
            <a:xfrm>
              <a:off x="3556972" y="6357739"/>
              <a:ext cx="36500" cy="28895"/>
            </a:xfrm>
            <a:custGeom>
              <a:avLst/>
              <a:gdLst>
                <a:gd name="connsiteX0" fmla="*/ 36500 w 36500"/>
                <a:gd name="connsiteY0" fmla="*/ 14448 h 28895"/>
                <a:gd name="connsiteX1" fmla="*/ 18250 w 36500"/>
                <a:gd name="connsiteY1" fmla="*/ 28896 h 28895"/>
                <a:gd name="connsiteX2" fmla="*/ 0 w 36500"/>
                <a:gd name="connsiteY2" fmla="*/ 14448 h 28895"/>
                <a:gd name="connsiteX3" fmla="*/ 18250 w 36500"/>
                <a:gd name="connsiteY3" fmla="*/ 0 h 28895"/>
                <a:gd name="connsiteX4" fmla="*/ 36500 w 36500"/>
                <a:gd name="connsiteY4" fmla="*/ 14448 h 28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500" h="28895">
                  <a:moveTo>
                    <a:pt x="36500" y="14448"/>
                  </a:moveTo>
                  <a:cubicBezTo>
                    <a:pt x="36500" y="22432"/>
                    <a:pt x="28262" y="28896"/>
                    <a:pt x="18250" y="28896"/>
                  </a:cubicBezTo>
                  <a:cubicBezTo>
                    <a:pt x="8238" y="28896"/>
                    <a:pt x="0" y="22432"/>
                    <a:pt x="0" y="14448"/>
                  </a:cubicBezTo>
                  <a:cubicBezTo>
                    <a:pt x="0" y="6464"/>
                    <a:pt x="8238" y="0"/>
                    <a:pt x="18250" y="0"/>
                  </a:cubicBezTo>
                  <a:cubicBezTo>
                    <a:pt x="28262" y="0"/>
                    <a:pt x="36500" y="6464"/>
                    <a:pt x="36500" y="1444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68" name="Freeform: Shape 3767">
              <a:extLst>
                <a:ext uri="{FF2B5EF4-FFF2-40B4-BE49-F238E27FC236}">
                  <a16:creationId xmlns:a16="http://schemas.microsoft.com/office/drawing/2014/main" id="{7E3FFB10-D191-4003-BF74-CBD1156FEE3C}"/>
                </a:ext>
              </a:extLst>
            </p:cNvPr>
            <p:cNvSpPr/>
            <p:nvPr/>
          </p:nvSpPr>
          <p:spPr>
            <a:xfrm>
              <a:off x="3450767" y="6296906"/>
              <a:ext cx="36500" cy="28895"/>
            </a:xfrm>
            <a:custGeom>
              <a:avLst/>
              <a:gdLst>
                <a:gd name="connsiteX0" fmla="*/ 36500 w 36500"/>
                <a:gd name="connsiteY0" fmla="*/ 14448 h 28895"/>
                <a:gd name="connsiteX1" fmla="*/ 18250 w 36500"/>
                <a:gd name="connsiteY1" fmla="*/ 28896 h 28895"/>
                <a:gd name="connsiteX2" fmla="*/ 0 w 36500"/>
                <a:gd name="connsiteY2" fmla="*/ 14448 h 28895"/>
                <a:gd name="connsiteX3" fmla="*/ 18250 w 36500"/>
                <a:gd name="connsiteY3" fmla="*/ 0 h 28895"/>
                <a:gd name="connsiteX4" fmla="*/ 36500 w 36500"/>
                <a:gd name="connsiteY4" fmla="*/ 14448 h 28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500" h="28895">
                  <a:moveTo>
                    <a:pt x="36500" y="14448"/>
                  </a:moveTo>
                  <a:cubicBezTo>
                    <a:pt x="36500" y="22432"/>
                    <a:pt x="28389" y="28896"/>
                    <a:pt x="18250" y="28896"/>
                  </a:cubicBezTo>
                  <a:cubicBezTo>
                    <a:pt x="8111" y="28896"/>
                    <a:pt x="0" y="22432"/>
                    <a:pt x="0" y="14448"/>
                  </a:cubicBezTo>
                  <a:cubicBezTo>
                    <a:pt x="0" y="6463"/>
                    <a:pt x="8111" y="0"/>
                    <a:pt x="18250" y="0"/>
                  </a:cubicBezTo>
                  <a:cubicBezTo>
                    <a:pt x="28389" y="0"/>
                    <a:pt x="36500" y="6463"/>
                    <a:pt x="36500" y="1444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69" name="Freeform: Shape 3768">
              <a:extLst>
                <a:ext uri="{FF2B5EF4-FFF2-40B4-BE49-F238E27FC236}">
                  <a16:creationId xmlns:a16="http://schemas.microsoft.com/office/drawing/2014/main" id="{CD7E0792-9461-FB00-5D71-938101369146}"/>
                </a:ext>
              </a:extLst>
            </p:cNvPr>
            <p:cNvSpPr/>
            <p:nvPr/>
          </p:nvSpPr>
          <p:spPr>
            <a:xfrm>
              <a:off x="3346717" y="6233538"/>
              <a:ext cx="36500" cy="28895"/>
            </a:xfrm>
            <a:custGeom>
              <a:avLst/>
              <a:gdLst>
                <a:gd name="connsiteX0" fmla="*/ 36500 w 36500"/>
                <a:gd name="connsiteY0" fmla="*/ 14448 h 28895"/>
                <a:gd name="connsiteX1" fmla="*/ 18250 w 36500"/>
                <a:gd name="connsiteY1" fmla="*/ 28896 h 28895"/>
                <a:gd name="connsiteX2" fmla="*/ 0 w 36500"/>
                <a:gd name="connsiteY2" fmla="*/ 14448 h 28895"/>
                <a:gd name="connsiteX3" fmla="*/ 18250 w 36500"/>
                <a:gd name="connsiteY3" fmla="*/ 0 h 28895"/>
                <a:gd name="connsiteX4" fmla="*/ 36500 w 36500"/>
                <a:gd name="connsiteY4" fmla="*/ 14448 h 28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500" h="28895">
                  <a:moveTo>
                    <a:pt x="36500" y="14448"/>
                  </a:moveTo>
                  <a:cubicBezTo>
                    <a:pt x="36500" y="22432"/>
                    <a:pt x="28389" y="28896"/>
                    <a:pt x="18250" y="28896"/>
                  </a:cubicBezTo>
                  <a:cubicBezTo>
                    <a:pt x="8111" y="28896"/>
                    <a:pt x="0" y="22432"/>
                    <a:pt x="0" y="14448"/>
                  </a:cubicBezTo>
                  <a:cubicBezTo>
                    <a:pt x="0" y="6463"/>
                    <a:pt x="8111" y="0"/>
                    <a:pt x="18250" y="0"/>
                  </a:cubicBezTo>
                  <a:cubicBezTo>
                    <a:pt x="28389" y="0"/>
                    <a:pt x="36500" y="6463"/>
                    <a:pt x="36500" y="1444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70" name="Freeform: Shape 3769">
              <a:extLst>
                <a:ext uri="{FF2B5EF4-FFF2-40B4-BE49-F238E27FC236}">
                  <a16:creationId xmlns:a16="http://schemas.microsoft.com/office/drawing/2014/main" id="{FE0AE1BB-1612-2506-8B67-93DF4DD78BBE}"/>
                </a:ext>
              </a:extLst>
            </p:cNvPr>
            <p:cNvSpPr/>
            <p:nvPr/>
          </p:nvSpPr>
          <p:spPr>
            <a:xfrm>
              <a:off x="3245075" y="6167888"/>
              <a:ext cx="36500" cy="28896"/>
            </a:xfrm>
            <a:custGeom>
              <a:avLst/>
              <a:gdLst>
                <a:gd name="connsiteX0" fmla="*/ 36500 w 36500"/>
                <a:gd name="connsiteY0" fmla="*/ 14448 h 28896"/>
                <a:gd name="connsiteX1" fmla="*/ 18250 w 36500"/>
                <a:gd name="connsiteY1" fmla="*/ 28896 h 28896"/>
                <a:gd name="connsiteX2" fmla="*/ 0 w 36500"/>
                <a:gd name="connsiteY2" fmla="*/ 14448 h 28896"/>
                <a:gd name="connsiteX3" fmla="*/ 18250 w 36500"/>
                <a:gd name="connsiteY3" fmla="*/ 0 h 28896"/>
                <a:gd name="connsiteX4" fmla="*/ 36500 w 36500"/>
                <a:gd name="connsiteY4" fmla="*/ 14448 h 28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500" h="28896">
                  <a:moveTo>
                    <a:pt x="36500" y="14448"/>
                  </a:moveTo>
                  <a:cubicBezTo>
                    <a:pt x="36500" y="22433"/>
                    <a:pt x="28389" y="28896"/>
                    <a:pt x="18250" y="28896"/>
                  </a:cubicBezTo>
                  <a:cubicBezTo>
                    <a:pt x="8111" y="28896"/>
                    <a:pt x="0" y="22433"/>
                    <a:pt x="0" y="14448"/>
                  </a:cubicBezTo>
                  <a:cubicBezTo>
                    <a:pt x="0" y="6464"/>
                    <a:pt x="8111" y="0"/>
                    <a:pt x="18250" y="0"/>
                  </a:cubicBezTo>
                  <a:cubicBezTo>
                    <a:pt x="28389" y="0"/>
                    <a:pt x="36500" y="6464"/>
                    <a:pt x="36500" y="1444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71" name="Freeform: Shape 3770">
              <a:extLst>
                <a:ext uri="{FF2B5EF4-FFF2-40B4-BE49-F238E27FC236}">
                  <a16:creationId xmlns:a16="http://schemas.microsoft.com/office/drawing/2014/main" id="{54E9A7B7-E66E-13A6-1038-227810929F3A}"/>
                </a:ext>
              </a:extLst>
            </p:cNvPr>
            <p:cNvSpPr/>
            <p:nvPr/>
          </p:nvSpPr>
          <p:spPr>
            <a:xfrm>
              <a:off x="3145587" y="6099578"/>
              <a:ext cx="37133" cy="29402"/>
            </a:xfrm>
            <a:custGeom>
              <a:avLst/>
              <a:gdLst>
                <a:gd name="connsiteX0" fmla="*/ 37134 w 37133"/>
                <a:gd name="connsiteY0" fmla="*/ 14701 h 29402"/>
                <a:gd name="connsiteX1" fmla="*/ 18504 w 37133"/>
                <a:gd name="connsiteY1" fmla="*/ 29403 h 29402"/>
                <a:gd name="connsiteX2" fmla="*/ 0 w 37133"/>
                <a:gd name="connsiteY2" fmla="*/ 14701 h 29402"/>
                <a:gd name="connsiteX3" fmla="*/ 18504 w 37133"/>
                <a:gd name="connsiteY3" fmla="*/ 0 h 29402"/>
                <a:gd name="connsiteX4" fmla="*/ 37134 w 37133"/>
                <a:gd name="connsiteY4" fmla="*/ 14701 h 29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33" h="29402">
                  <a:moveTo>
                    <a:pt x="37134" y="14701"/>
                  </a:moveTo>
                  <a:cubicBezTo>
                    <a:pt x="37134" y="22812"/>
                    <a:pt x="28769" y="29403"/>
                    <a:pt x="18504" y="29403"/>
                  </a:cubicBezTo>
                  <a:cubicBezTo>
                    <a:pt x="8238" y="29403"/>
                    <a:pt x="0" y="22812"/>
                    <a:pt x="0" y="14701"/>
                  </a:cubicBezTo>
                  <a:cubicBezTo>
                    <a:pt x="0" y="6590"/>
                    <a:pt x="8365" y="0"/>
                    <a:pt x="18504" y="0"/>
                  </a:cubicBezTo>
                  <a:cubicBezTo>
                    <a:pt x="28642" y="0"/>
                    <a:pt x="37134" y="6590"/>
                    <a:pt x="37134" y="1470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72" name="Freeform: Shape 3771">
              <a:extLst>
                <a:ext uri="{FF2B5EF4-FFF2-40B4-BE49-F238E27FC236}">
                  <a16:creationId xmlns:a16="http://schemas.microsoft.com/office/drawing/2014/main" id="{332499A9-D137-63BA-1C66-1D4AF4A23E2D}"/>
                </a:ext>
              </a:extLst>
            </p:cNvPr>
            <p:cNvSpPr/>
            <p:nvPr/>
          </p:nvSpPr>
          <p:spPr>
            <a:xfrm>
              <a:off x="3048888" y="6029366"/>
              <a:ext cx="37133" cy="29402"/>
            </a:xfrm>
            <a:custGeom>
              <a:avLst/>
              <a:gdLst>
                <a:gd name="connsiteX0" fmla="*/ 37134 w 37133"/>
                <a:gd name="connsiteY0" fmla="*/ 14701 h 29402"/>
                <a:gd name="connsiteX1" fmla="*/ 18630 w 37133"/>
                <a:gd name="connsiteY1" fmla="*/ 29403 h 29402"/>
                <a:gd name="connsiteX2" fmla="*/ 0 w 37133"/>
                <a:gd name="connsiteY2" fmla="*/ 14701 h 29402"/>
                <a:gd name="connsiteX3" fmla="*/ 18630 w 37133"/>
                <a:gd name="connsiteY3" fmla="*/ 0 h 29402"/>
                <a:gd name="connsiteX4" fmla="*/ 37134 w 37133"/>
                <a:gd name="connsiteY4" fmla="*/ 14701 h 29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33" h="29402">
                  <a:moveTo>
                    <a:pt x="37134" y="14701"/>
                  </a:moveTo>
                  <a:cubicBezTo>
                    <a:pt x="37134" y="22813"/>
                    <a:pt x="28769" y="29403"/>
                    <a:pt x="18630" y="29403"/>
                  </a:cubicBezTo>
                  <a:cubicBezTo>
                    <a:pt x="8491" y="29403"/>
                    <a:pt x="0" y="22813"/>
                    <a:pt x="0" y="14701"/>
                  </a:cubicBezTo>
                  <a:cubicBezTo>
                    <a:pt x="0" y="6591"/>
                    <a:pt x="8364" y="0"/>
                    <a:pt x="18630" y="0"/>
                  </a:cubicBezTo>
                  <a:cubicBezTo>
                    <a:pt x="28896" y="0"/>
                    <a:pt x="37134" y="6591"/>
                    <a:pt x="37134" y="1470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73" name="Freeform: Shape 3772">
              <a:extLst>
                <a:ext uri="{FF2B5EF4-FFF2-40B4-BE49-F238E27FC236}">
                  <a16:creationId xmlns:a16="http://schemas.microsoft.com/office/drawing/2014/main" id="{1E0E33FF-2B19-56A8-DF6A-5D3002879D35}"/>
                </a:ext>
              </a:extLst>
            </p:cNvPr>
            <p:cNvSpPr/>
            <p:nvPr/>
          </p:nvSpPr>
          <p:spPr>
            <a:xfrm>
              <a:off x="2955230" y="5957127"/>
              <a:ext cx="36500" cy="28895"/>
            </a:xfrm>
            <a:custGeom>
              <a:avLst/>
              <a:gdLst>
                <a:gd name="connsiteX0" fmla="*/ 36500 w 36500"/>
                <a:gd name="connsiteY0" fmla="*/ 14448 h 28895"/>
                <a:gd name="connsiteX1" fmla="*/ 18250 w 36500"/>
                <a:gd name="connsiteY1" fmla="*/ 28896 h 28895"/>
                <a:gd name="connsiteX2" fmla="*/ 0 w 36500"/>
                <a:gd name="connsiteY2" fmla="*/ 14448 h 28895"/>
                <a:gd name="connsiteX3" fmla="*/ 18250 w 36500"/>
                <a:gd name="connsiteY3" fmla="*/ 0 h 28895"/>
                <a:gd name="connsiteX4" fmla="*/ 36500 w 36500"/>
                <a:gd name="connsiteY4" fmla="*/ 14448 h 28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500" h="28895">
                  <a:moveTo>
                    <a:pt x="36500" y="14448"/>
                  </a:moveTo>
                  <a:cubicBezTo>
                    <a:pt x="36500" y="22432"/>
                    <a:pt x="28262" y="28896"/>
                    <a:pt x="18250" y="28896"/>
                  </a:cubicBezTo>
                  <a:cubicBezTo>
                    <a:pt x="8238" y="28896"/>
                    <a:pt x="0" y="22432"/>
                    <a:pt x="0" y="14448"/>
                  </a:cubicBezTo>
                  <a:cubicBezTo>
                    <a:pt x="0" y="6463"/>
                    <a:pt x="8238" y="0"/>
                    <a:pt x="18250" y="0"/>
                  </a:cubicBezTo>
                  <a:cubicBezTo>
                    <a:pt x="28262" y="0"/>
                    <a:pt x="36500" y="6463"/>
                    <a:pt x="36500" y="1444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74" name="Freeform: Shape 3773">
              <a:extLst>
                <a:ext uri="{FF2B5EF4-FFF2-40B4-BE49-F238E27FC236}">
                  <a16:creationId xmlns:a16="http://schemas.microsoft.com/office/drawing/2014/main" id="{E3187BEB-C566-7E1D-035B-254236C3604D}"/>
                </a:ext>
              </a:extLst>
            </p:cNvPr>
            <p:cNvSpPr/>
            <p:nvPr/>
          </p:nvSpPr>
          <p:spPr>
            <a:xfrm>
              <a:off x="2863853" y="5882606"/>
              <a:ext cx="36500" cy="28895"/>
            </a:xfrm>
            <a:custGeom>
              <a:avLst/>
              <a:gdLst>
                <a:gd name="connsiteX0" fmla="*/ 36500 w 36500"/>
                <a:gd name="connsiteY0" fmla="*/ 14448 h 28895"/>
                <a:gd name="connsiteX1" fmla="*/ 18250 w 36500"/>
                <a:gd name="connsiteY1" fmla="*/ 28896 h 28895"/>
                <a:gd name="connsiteX2" fmla="*/ 0 w 36500"/>
                <a:gd name="connsiteY2" fmla="*/ 14448 h 28895"/>
                <a:gd name="connsiteX3" fmla="*/ 18250 w 36500"/>
                <a:gd name="connsiteY3" fmla="*/ 0 h 28895"/>
                <a:gd name="connsiteX4" fmla="*/ 36500 w 36500"/>
                <a:gd name="connsiteY4" fmla="*/ 14448 h 28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500" h="28895">
                  <a:moveTo>
                    <a:pt x="36500" y="14448"/>
                  </a:moveTo>
                  <a:cubicBezTo>
                    <a:pt x="36500" y="22432"/>
                    <a:pt x="28389" y="28896"/>
                    <a:pt x="18250" y="28896"/>
                  </a:cubicBezTo>
                  <a:cubicBezTo>
                    <a:pt x="8111" y="28896"/>
                    <a:pt x="0" y="22432"/>
                    <a:pt x="0" y="14448"/>
                  </a:cubicBezTo>
                  <a:cubicBezTo>
                    <a:pt x="0" y="6463"/>
                    <a:pt x="8111" y="0"/>
                    <a:pt x="18250" y="0"/>
                  </a:cubicBezTo>
                  <a:cubicBezTo>
                    <a:pt x="28389" y="0"/>
                    <a:pt x="36500" y="6463"/>
                    <a:pt x="36500" y="1444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75" name="Freeform: Shape 3774">
              <a:extLst>
                <a:ext uri="{FF2B5EF4-FFF2-40B4-BE49-F238E27FC236}">
                  <a16:creationId xmlns:a16="http://schemas.microsoft.com/office/drawing/2014/main" id="{64AE023D-3C6A-0F28-A75F-6292B305C3D0}"/>
                </a:ext>
              </a:extLst>
            </p:cNvPr>
            <p:cNvSpPr/>
            <p:nvPr/>
          </p:nvSpPr>
          <p:spPr>
            <a:xfrm>
              <a:off x="2775011" y="5805677"/>
              <a:ext cx="37006" cy="29402"/>
            </a:xfrm>
            <a:custGeom>
              <a:avLst/>
              <a:gdLst>
                <a:gd name="connsiteX0" fmla="*/ 37007 w 37006"/>
                <a:gd name="connsiteY0" fmla="*/ 14701 h 29402"/>
                <a:gd name="connsiteX1" fmla="*/ 18503 w 37006"/>
                <a:gd name="connsiteY1" fmla="*/ 29403 h 29402"/>
                <a:gd name="connsiteX2" fmla="*/ 0 w 37006"/>
                <a:gd name="connsiteY2" fmla="*/ 14701 h 29402"/>
                <a:gd name="connsiteX3" fmla="*/ 18503 w 37006"/>
                <a:gd name="connsiteY3" fmla="*/ 0 h 29402"/>
                <a:gd name="connsiteX4" fmla="*/ 37007 w 37006"/>
                <a:gd name="connsiteY4" fmla="*/ 14701 h 29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006" h="29402">
                  <a:moveTo>
                    <a:pt x="37007" y="14701"/>
                  </a:moveTo>
                  <a:cubicBezTo>
                    <a:pt x="37007" y="22812"/>
                    <a:pt x="28769" y="29403"/>
                    <a:pt x="18503" y="29403"/>
                  </a:cubicBezTo>
                  <a:cubicBezTo>
                    <a:pt x="8238" y="29403"/>
                    <a:pt x="0" y="22812"/>
                    <a:pt x="0" y="14701"/>
                  </a:cubicBezTo>
                  <a:cubicBezTo>
                    <a:pt x="0" y="6590"/>
                    <a:pt x="8364" y="0"/>
                    <a:pt x="18503" y="0"/>
                  </a:cubicBezTo>
                  <a:cubicBezTo>
                    <a:pt x="28642" y="0"/>
                    <a:pt x="37007" y="6590"/>
                    <a:pt x="37007" y="1470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76" name="Freeform: Shape 3775">
              <a:extLst>
                <a:ext uri="{FF2B5EF4-FFF2-40B4-BE49-F238E27FC236}">
                  <a16:creationId xmlns:a16="http://schemas.microsoft.com/office/drawing/2014/main" id="{D2EA4267-DEDE-8C16-74E0-E054483B7BA0}"/>
                </a:ext>
              </a:extLst>
            </p:cNvPr>
            <p:cNvSpPr/>
            <p:nvPr/>
          </p:nvSpPr>
          <p:spPr>
            <a:xfrm>
              <a:off x="2689211" y="5726974"/>
              <a:ext cx="37133" cy="29402"/>
            </a:xfrm>
            <a:custGeom>
              <a:avLst/>
              <a:gdLst>
                <a:gd name="connsiteX0" fmla="*/ 37134 w 37133"/>
                <a:gd name="connsiteY0" fmla="*/ 14701 h 29402"/>
                <a:gd name="connsiteX1" fmla="*/ 18503 w 37133"/>
                <a:gd name="connsiteY1" fmla="*/ 29403 h 29402"/>
                <a:gd name="connsiteX2" fmla="*/ 0 w 37133"/>
                <a:gd name="connsiteY2" fmla="*/ 14701 h 29402"/>
                <a:gd name="connsiteX3" fmla="*/ 18503 w 37133"/>
                <a:gd name="connsiteY3" fmla="*/ 0 h 29402"/>
                <a:gd name="connsiteX4" fmla="*/ 37134 w 37133"/>
                <a:gd name="connsiteY4" fmla="*/ 14701 h 29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33" h="29402">
                  <a:moveTo>
                    <a:pt x="37134" y="14701"/>
                  </a:moveTo>
                  <a:cubicBezTo>
                    <a:pt x="37134" y="22812"/>
                    <a:pt x="28769" y="29403"/>
                    <a:pt x="18503" y="29403"/>
                  </a:cubicBezTo>
                  <a:cubicBezTo>
                    <a:pt x="8238" y="29403"/>
                    <a:pt x="0" y="22812"/>
                    <a:pt x="0" y="14701"/>
                  </a:cubicBezTo>
                  <a:cubicBezTo>
                    <a:pt x="0" y="6590"/>
                    <a:pt x="8365" y="0"/>
                    <a:pt x="18503" y="0"/>
                  </a:cubicBezTo>
                  <a:cubicBezTo>
                    <a:pt x="28642" y="0"/>
                    <a:pt x="37134" y="6590"/>
                    <a:pt x="37134" y="1470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77" name="Freeform: Shape 3776">
              <a:extLst>
                <a:ext uri="{FF2B5EF4-FFF2-40B4-BE49-F238E27FC236}">
                  <a16:creationId xmlns:a16="http://schemas.microsoft.com/office/drawing/2014/main" id="{4346FEB8-2FF6-792E-8726-76DF0A3A4EC8}"/>
                </a:ext>
              </a:extLst>
            </p:cNvPr>
            <p:cNvSpPr/>
            <p:nvPr/>
          </p:nvSpPr>
          <p:spPr>
            <a:xfrm>
              <a:off x="2606706" y="5646624"/>
              <a:ext cx="36500" cy="28895"/>
            </a:xfrm>
            <a:custGeom>
              <a:avLst/>
              <a:gdLst>
                <a:gd name="connsiteX0" fmla="*/ 36500 w 36500"/>
                <a:gd name="connsiteY0" fmla="*/ 14448 h 28895"/>
                <a:gd name="connsiteX1" fmla="*/ 18250 w 36500"/>
                <a:gd name="connsiteY1" fmla="*/ 28896 h 28895"/>
                <a:gd name="connsiteX2" fmla="*/ 0 w 36500"/>
                <a:gd name="connsiteY2" fmla="*/ 14448 h 28895"/>
                <a:gd name="connsiteX3" fmla="*/ 18250 w 36500"/>
                <a:gd name="connsiteY3" fmla="*/ 0 h 28895"/>
                <a:gd name="connsiteX4" fmla="*/ 36500 w 36500"/>
                <a:gd name="connsiteY4" fmla="*/ 14448 h 28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500" h="28895">
                  <a:moveTo>
                    <a:pt x="36500" y="14448"/>
                  </a:moveTo>
                  <a:cubicBezTo>
                    <a:pt x="36500" y="22432"/>
                    <a:pt x="28262" y="28896"/>
                    <a:pt x="18250" y="28896"/>
                  </a:cubicBezTo>
                  <a:cubicBezTo>
                    <a:pt x="8238" y="28896"/>
                    <a:pt x="0" y="22432"/>
                    <a:pt x="0" y="14448"/>
                  </a:cubicBezTo>
                  <a:cubicBezTo>
                    <a:pt x="0" y="6463"/>
                    <a:pt x="8111" y="0"/>
                    <a:pt x="18250" y="0"/>
                  </a:cubicBezTo>
                  <a:cubicBezTo>
                    <a:pt x="28389" y="0"/>
                    <a:pt x="36500" y="6463"/>
                    <a:pt x="36500" y="1444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78" name="Freeform: Shape 3777">
              <a:extLst>
                <a:ext uri="{FF2B5EF4-FFF2-40B4-BE49-F238E27FC236}">
                  <a16:creationId xmlns:a16="http://schemas.microsoft.com/office/drawing/2014/main" id="{86EA99AD-9805-2C28-C0DA-9A3A167EF74B}"/>
                </a:ext>
              </a:extLst>
            </p:cNvPr>
            <p:cNvSpPr/>
            <p:nvPr/>
          </p:nvSpPr>
          <p:spPr>
            <a:xfrm>
              <a:off x="2526862" y="5564119"/>
              <a:ext cx="36499" cy="28895"/>
            </a:xfrm>
            <a:custGeom>
              <a:avLst/>
              <a:gdLst>
                <a:gd name="connsiteX0" fmla="*/ 36500 w 36499"/>
                <a:gd name="connsiteY0" fmla="*/ 14448 h 28895"/>
                <a:gd name="connsiteX1" fmla="*/ 18250 w 36499"/>
                <a:gd name="connsiteY1" fmla="*/ 28896 h 28895"/>
                <a:gd name="connsiteX2" fmla="*/ 0 w 36499"/>
                <a:gd name="connsiteY2" fmla="*/ 14448 h 28895"/>
                <a:gd name="connsiteX3" fmla="*/ 18250 w 36499"/>
                <a:gd name="connsiteY3" fmla="*/ 0 h 28895"/>
                <a:gd name="connsiteX4" fmla="*/ 36500 w 36499"/>
                <a:gd name="connsiteY4" fmla="*/ 14448 h 28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99" h="28895">
                  <a:moveTo>
                    <a:pt x="36500" y="14448"/>
                  </a:moveTo>
                  <a:cubicBezTo>
                    <a:pt x="36500" y="22432"/>
                    <a:pt x="28389" y="28896"/>
                    <a:pt x="18250" y="28896"/>
                  </a:cubicBezTo>
                  <a:cubicBezTo>
                    <a:pt x="8111" y="28896"/>
                    <a:pt x="0" y="22432"/>
                    <a:pt x="0" y="14448"/>
                  </a:cubicBezTo>
                  <a:cubicBezTo>
                    <a:pt x="0" y="6464"/>
                    <a:pt x="8111" y="0"/>
                    <a:pt x="18250" y="0"/>
                  </a:cubicBezTo>
                  <a:cubicBezTo>
                    <a:pt x="28389" y="0"/>
                    <a:pt x="36500" y="6464"/>
                    <a:pt x="36500" y="1444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79" name="Freeform: Shape 3778">
              <a:extLst>
                <a:ext uri="{FF2B5EF4-FFF2-40B4-BE49-F238E27FC236}">
                  <a16:creationId xmlns:a16="http://schemas.microsoft.com/office/drawing/2014/main" id="{C4349480-5468-D05C-37D6-BCD0DF7DDA6C}"/>
                </a:ext>
              </a:extLst>
            </p:cNvPr>
            <p:cNvSpPr/>
            <p:nvPr/>
          </p:nvSpPr>
          <p:spPr>
            <a:xfrm>
              <a:off x="2450567" y="5480093"/>
              <a:ext cx="35739" cy="28388"/>
            </a:xfrm>
            <a:custGeom>
              <a:avLst/>
              <a:gdLst>
                <a:gd name="connsiteX0" fmla="*/ 35739 w 35739"/>
                <a:gd name="connsiteY0" fmla="*/ 14194 h 28388"/>
                <a:gd name="connsiteX1" fmla="*/ 17870 w 35739"/>
                <a:gd name="connsiteY1" fmla="*/ 28389 h 28388"/>
                <a:gd name="connsiteX2" fmla="*/ 0 w 35739"/>
                <a:gd name="connsiteY2" fmla="*/ 14194 h 28388"/>
                <a:gd name="connsiteX3" fmla="*/ 17870 w 35739"/>
                <a:gd name="connsiteY3" fmla="*/ 0 h 28388"/>
                <a:gd name="connsiteX4" fmla="*/ 35739 w 35739"/>
                <a:gd name="connsiteY4" fmla="*/ 14194 h 28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739" h="28388">
                  <a:moveTo>
                    <a:pt x="35739" y="14194"/>
                  </a:moveTo>
                  <a:cubicBezTo>
                    <a:pt x="35739" y="22052"/>
                    <a:pt x="27755" y="28389"/>
                    <a:pt x="17870" y="28389"/>
                  </a:cubicBezTo>
                  <a:cubicBezTo>
                    <a:pt x="7984" y="28389"/>
                    <a:pt x="0" y="22052"/>
                    <a:pt x="0" y="14194"/>
                  </a:cubicBezTo>
                  <a:cubicBezTo>
                    <a:pt x="0" y="6337"/>
                    <a:pt x="7984" y="0"/>
                    <a:pt x="17870" y="0"/>
                  </a:cubicBezTo>
                  <a:cubicBezTo>
                    <a:pt x="27755" y="0"/>
                    <a:pt x="35739" y="6337"/>
                    <a:pt x="35739" y="141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80" name="Freeform: Shape 3779">
              <a:extLst>
                <a:ext uri="{FF2B5EF4-FFF2-40B4-BE49-F238E27FC236}">
                  <a16:creationId xmlns:a16="http://schemas.microsoft.com/office/drawing/2014/main" id="{C88577E4-17AA-872A-BD79-FA2F5AD075F3}"/>
                </a:ext>
              </a:extLst>
            </p:cNvPr>
            <p:cNvSpPr/>
            <p:nvPr/>
          </p:nvSpPr>
          <p:spPr>
            <a:xfrm>
              <a:off x="2376807" y="5394039"/>
              <a:ext cx="35739" cy="28389"/>
            </a:xfrm>
            <a:custGeom>
              <a:avLst/>
              <a:gdLst>
                <a:gd name="connsiteX0" fmla="*/ 35740 w 35739"/>
                <a:gd name="connsiteY0" fmla="*/ 14195 h 28389"/>
                <a:gd name="connsiteX1" fmla="*/ 17870 w 35739"/>
                <a:gd name="connsiteY1" fmla="*/ 28389 h 28389"/>
                <a:gd name="connsiteX2" fmla="*/ 0 w 35739"/>
                <a:gd name="connsiteY2" fmla="*/ 14195 h 28389"/>
                <a:gd name="connsiteX3" fmla="*/ 17870 w 35739"/>
                <a:gd name="connsiteY3" fmla="*/ 0 h 28389"/>
                <a:gd name="connsiteX4" fmla="*/ 35740 w 35739"/>
                <a:gd name="connsiteY4" fmla="*/ 14195 h 28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739" h="28389">
                  <a:moveTo>
                    <a:pt x="35740" y="14195"/>
                  </a:moveTo>
                  <a:cubicBezTo>
                    <a:pt x="35740" y="22052"/>
                    <a:pt x="27755" y="28389"/>
                    <a:pt x="17870" y="28389"/>
                  </a:cubicBezTo>
                  <a:cubicBezTo>
                    <a:pt x="7984" y="28389"/>
                    <a:pt x="0" y="22052"/>
                    <a:pt x="0" y="14195"/>
                  </a:cubicBezTo>
                  <a:cubicBezTo>
                    <a:pt x="0" y="6337"/>
                    <a:pt x="7984" y="0"/>
                    <a:pt x="17870" y="0"/>
                  </a:cubicBezTo>
                  <a:cubicBezTo>
                    <a:pt x="27755" y="0"/>
                    <a:pt x="35740" y="6337"/>
                    <a:pt x="35740" y="1419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81" name="Freeform: Shape 3780">
              <a:extLst>
                <a:ext uri="{FF2B5EF4-FFF2-40B4-BE49-F238E27FC236}">
                  <a16:creationId xmlns:a16="http://schemas.microsoft.com/office/drawing/2014/main" id="{FFDA6AA0-1688-A5FB-6458-2313650A2A15}"/>
                </a:ext>
              </a:extLst>
            </p:cNvPr>
            <p:cNvSpPr/>
            <p:nvPr/>
          </p:nvSpPr>
          <p:spPr>
            <a:xfrm>
              <a:off x="2306088" y="5306084"/>
              <a:ext cx="36499" cy="28896"/>
            </a:xfrm>
            <a:custGeom>
              <a:avLst/>
              <a:gdLst>
                <a:gd name="connsiteX0" fmla="*/ 36500 w 36499"/>
                <a:gd name="connsiteY0" fmla="*/ 14448 h 28896"/>
                <a:gd name="connsiteX1" fmla="*/ 18250 w 36499"/>
                <a:gd name="connsiteY1" fmla="*/ 28896 h 28896"/>
                <a:gd name="connsiteX2" fmla="*/ 0 w 36499"/>
                <a:gd name="connsiteY2" fmla="*/ 14448 h 28896"/>
                <a:gd name="connsiteX3" fmla="*/ 18250 w 36499"/>
                <a:gd name="connsiteY3" fmla="*/ 0 h 28896"/>
                <a:gd name="connsiteX4" fmla="*/ 36500 w 36499"/>
                <a:gd name="connsiteY4" fmla="*/ 14448 h 28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99" h="28896">
                  <a:moveTo>
                    <a:pt x="36500" y="14448"/>
                  </a:moveTo>
                  <a:cubicBezTo>
                    <a:pt x="36500" y="22433"/>
                    <a:pt x="28389" y="28896"/>
                    <a:pt x="18250" y="28896"/>
                  </a:cubicBezTo>
                  <a:cubicBezTo>
                    <a:pt x="8111" y="28896"/>
                    <a:pt x="0" y="22433"/>
                    <a:pt x="0" y="14448"/>
                  </a:cubicBezTo>
                  <a:cubicBezTo>
                    <a:pt x="0" y="6464"/>
                    <a:pt x="8238" y="0"/>
                    <a:pt x="18250" y="0"/>
                  </a:cubicBezTo>
                  <a:cubicBezTo>
                    <a:pt x="28262" y="0"/>
                    <a:pt x="36500" y="6464"/>
                    <a:pt x="36500" y="1444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82" name="Freeform: Shape 3781">
              <a:extLst>
                <a:ext uri="{FF2B5EF4-FFF2-40B4-BE49-F238E27FC236}">
                  <a16:creationId xmlns:a16="http://schemas.microsoft.com/office/drawing/2014/main" id="{FF023100-39E8-2354-FDE9-72DB5B76868B}"/>
                </a:ext>
              </a:extLst>
            </p:cNvPr>
            <p:cNvSpPr/>
            <p:nvPr/>
          </p:nvSpPr>
          <p:spPr>
            <a:xfrm>
              <a:off x="2239171" y="5216989"/>
              <a:ext cx="35739" cy="28389"/>
            </a:xfrm>
            <a:custGeom>
              <a:avLst/>
              <a:gdLst>
                <a:gd name="connsiteX0" fmla="*/ 35740 w 35739"/>
                <a:gd name="connsiteY0" fmla="*/ 14195 h 28389"/>
                <a:gd name="connsiteX1" fmla="*/ 17870 w 35739"/>
                <a:gd name="connsiteY1" fmla="*/ 28389 h 28389"/>
                <a:gd name="connsiteX2" fmla="*/ 0 w 35739"/>
                <a:gd name="connsiteY2" fmla="*/ 14195 h 28389"/>
                <a:gd name="connsiteX3" fmla="*/ 17870 w 35739"/>
                <a:gd name="connsiteY3" fmla="*/ 0 h 28389"/>
                <a:gd name="connsiteX4" fmla="*/ 35740 w 35739"/>
                <a:gd name="connsiteY4" fmla="*/ 14195 h 28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739" h="28389">
                  <a:moveTo>
                    <a:pt x="35740" y="14195"/>
                  </a:moveTo>
                  <a:cubicBezTo>
                    <a:pt x="35740" y="22052"/>
                    <a:pt x="27755" y="28389"/>
                    <a:pt x="17870" y="28389"/>
                  </a:cubicBezTo>
                  <a:cubicBezTo>
                    <a:pt x="7984" y="28389"/>
                    <a:pt x="0" y="22052"/>
                    <a:pt x="0" y="14195"/>
                  </a:cubicBezTo>
                  <a:cubicBezTo>
                    <a:pt x="0" y="6337"/>
                    <a:pt x="7984" y="0"/>
                    <a:pt x="17870" y="0"/>
                  </a:cubicBezTo>
                  <a:cubicBezTo>
                    <a:pt x="27755" y="0"/>
                    <a:pt x="35740" y="6337"/>
                    <a:pt x="35740" y="1419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83" name="Freeform: Shape 3782">
              <a:extLst>
                <a:ext uri="{FF2B5EF4-FFF2-40B4-BE49-F238E27FC236}">
                  <a16:creationId xmlns:a16="http://schemas.microsoft.com/office/drawing/2014/main" id="{1791D40F-45F3-884D-F25A-D2F6C473BC55}"/>
                </a:ext>
              </a:extLst>
            </p:cNvPr>
            <p:cNvSpPr/>
            <p:nvPr/>
          </p:nvSpPr>
          <p:spPr>
            <a:xfrm>
              <a:off x="2175297" y="5126246"/>
              <a:ext cx="35739" cy="28388"/>
            </a:xfrm>
            <a:custGeom>
              <a:avLst/>
              <a:gdLst>
                <a:gd name="connsiteX0" fmla="*/ 35740 w 35739"/>
                <a:gd name="connsiteY0" fmla="*/ 14194 h 28388"/>
                <a:gd name="connsiteX1" fmla="*/ 17870 w 35739"/>
                <a:gd name="connsiteY1" fmla="*/ 28389 h 28388"/>
                <a:gd name="connsiteX2" fmla="*/ 0 w 35739"/>
                <a:gd name="connsiteY2" fmla="*/ 14194 h 28388"/>
                <a:gd name="connsiteX3" fmla="*/ 17870 w 35739"/>
                <a:gd name="connsiteY3" fmla="*/ 0 h 28388"/>
                <a:gd name="connsiteX4" fmla="*/ 35740 w 35739"/>
                <a:gd name="connsiteY4" fmla="*/ 14194 h 28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739" h="28388">
                  <a:moveTo>
                    <a:pt x="35740" y="14194"/>
                  </a:moveTo>
                  <a:cubicBezTo>
                    <a:pt x="35740" y="22052"/>
                    <a:pt x="27755" y="28389"/>
                    <a:pt x="17870" y="28389"/>
                  </a:cubicBezTo>
                  <a:cubicBezTo>
                    <a:pt x="7984" y="28389"/>
                    <a:pt x="0" y="22052"/>
                    <a:pt x="0" y="14194"/>
                  </a:cubicBezTo>
                  <a:cubicBezTo>
                    <a:pt x="0" y="6337"/>
                    <a:pt x="7984" y="0"/>
                    <a:pt x="17870" y="0"/>
                  </a:cubicBezTo>
                  <a:cubicBezTo>
                    <a:pt x="27755" y="0"/>
                    <a:pt x="35740" y="6337"/>
                    <a:pt x="35740" y="141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84" name="Freeform: Shape 3783">
              <a:extLst>
                <a:ext uri="{FF2B5EF4-FFF2-40B4-BE49-F238E27FC236}">
                  <a16:creationId xmlns:a16="http://schemas.microsoft.com/office/drawing/2014/main" id="{61BA5501-7E7D-8923-C109-A0636035CB92}"/>
                </a:ext>
              </a:extLst>
            </p:cNvPr>
            <p:cNvSpPr/>
            <p:nvPr/>
          </p:nvSpPr>
          <p:spPr>
            <a:xfrm>
              <a:off x="2115097" y="5034362"/>
              <a:ext cx="34979" cy="27628"/>
            </a:xfrm>
            <a:custGeom>
              <a:avLst/>
              <a:gdLst>
                <a:gd name="connsiteX0" fmla="*/ 34979 w 34979"/>
                <a:gd name="connsiteY0" fmla="*/ 13814 h 27628"/>
                <a:gd name="connsiteX1" fmla="*/ 17490 w 34979"/>
                <a:gd name="connsiteY1" fmla="*/ 27628 h 27628"/>
                <a:gd name="connsiteX2" fmla="*/ 0 w 34979"/>
                <a:gd name="connsiteY2" fmla="*/ 13814 h 27628"/>
                <a:gd name="connsiteX3" fmla="*/ 17490 w 34979"/>
                <a:gd name="connsiteY3" fmla="*/ 0 h 27628"/>
                <a:gd name="connsiteX4" fmla="*/ 34979 w 34979"/>
                <a:gd name="connsiteY4" fmla="*/ 13814 h 27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979" h="27628">
                  <a:moveTo>
                    <a:pt x="34979" y="13814"/>
                  </a:moveTo>
                  <a:cubicBezTo>
                    <a:pt x="34979" y="21545"/>
                    <a:pt x="27121" y="27628"/>
                    <a:pt x="17490" y="27628"/>
                  </a:cubicBezTo>
                  <a:cubicBezTo>
                    <a:pt x="7858" y="27628"/>
                    <a:pt x="0" y="21418"/>
                    <a:pt x="0" y="13814"/>
                  </a:cubicBezTo>
                  <a:cubicBezTo>
                    <a:pt x="0" y="6210"/>
                    <a:pt x="7858" y="0"/>
                    <a:pt x="17490" y="0"/>
                  </a:cubicBezTo>
                  <a:cubicBezTo>
                    <a:pt x="27121" y="0"/>
                    <a:pt x="34979" y="6210"/>
                    <a:pt x="34979" y="1381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85" name="Freeform: Shape 3784">
              <a:extLst>
                <a:ext uri="{FF2B5EF4-FFF2-40B4-BE49-F238E27FC236}">
                  <a16:creationId xmlns:a16="http://schemas.microsoft.com/office/drawing/2014/main" id="{735834C4-8722-6105-4B75-8D04BD19D5AB}"/>
                </a:ext>
              </a:extLst>
            </p:cNvPr>
            <p:cNvSpPr/>
            <p:nvPr/>
          </p:nvSpPr>
          <p:spPr>
            <a:xfrm>
              <a:off x="2058066" y="4940704"/>
              <a:ext cx="34979" cy="27628"/>
            </a:xfrm>
            <a:custGeom>
              <a:avLst/>
              <a:gdLst>
                <a:gd name="connsiteX0" fmla="*/ 34979 w 34979"/>
                <a:gd name="connsiteY0" fmla="*/ 13814 h 27628"/>
                <a:gd name="connsiteX1" fmla="*/ 17490 w 34979"/>
                <a:gd name="connsiteY1" fmla="*/ 27628 h 27628"/>
                <a:gd name="connsiteX2" fmla="*/ 0 w 34979"/>
                <a:gd name="connsiteY2" fmla="*/ 13814 h 27628"/>
                <a:gd name="connsiteX3" fmla="*/ 17490 w 34979"/>
                <a:gd name="connsiteY3" fmla="*/ 0 h 27628"/>
                <a:gd name="connsiteX4" fmla="*/ 34979 w 34979"/>
                <a:gd name="connsiteY4" fmla="*/ 13814 h 27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979" h="27628">
                  <a:moveTo>
                    <a:pt x="34979" y="13814"/>
                  </a:moveTo>
                  <a:cubicBezTo>
                    <a:pt x="34979" y="21418"/>
                    <a:pt x="27121" y="27628"/>
                    <a:pt x="17490" y="27628"/>
                  </a:cubicBezTo>
                  <a:cubicBezTo>
                    <a:pt x="7858" y="27628"/>
                    <a:pt x="0" y="21418"/>
                    <a:pt x="0" y="13814"/>
                  </a:cubicBezTo>
                  <a:cubicBezTo>
                    <a:pt x="0" y="6210"/>
                    <a:pt x="7858" y="0"/>
                    <a:pt x="17490" y="0"/>
                  </a:cubicBezTo>
                  <a:cubicBezTo>
                    <a:pt x="27121" y="0"/>
                    <a:pt x="34979" y="6210"/>
                    <a:pt x="34979" y="1381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86" name="Freeform: Shape 3785">
              <a:extLst>
                <a:ext uri="{FF2B5EF4-FFF2-40B4-BE49-F238E27FC236}">
                  <a16:creationId xmlns:a16="http://schemas.microsoft.com/office/drawing/2014/main" id="{434F7811-602B-24F7-8DFD-D3A1D07D8481}"/>
                </a:ext>
              </a:extLst>
            </p:cNvPr>
            <p:cNvSpPr/>
            <p:nvPr/>
          </p:nvSpPr>
          <p:spPr>
            <a:xfrm>
              <a:off x="2004710" y="4846160"/>
              <a:ext cx="34218" cy="27121"/>
            </a:xfrm>
            <a:custGeom>
              <a:avLst/>
              <a:gdLst>
                <a:gd name="connsiteX0" fmla="*/ 34219 w 34218"/>
                <a:gd name="connsiteY0" fmla="*/ 13561 h 27121"/>
                <a:gd name="connsiteX1" fmla="*/ 17109 w 34218"/>
                <a:gd name="connsiteY1" fmla="*/ 27121 h 27121"/>
                <a:gd name="connsiteX2" fmla="*/ 0 w 34218"/>
                <a:gd name="connsiteY2" fmla="*/ 13561 h 27121"/>
                <a:gd name="connsiteX3" fmla="*/ 17109 w 34218"/>
                <a:gd name="connsiteY3" fmla="*/ 0 h 27121"/>
                <a:gd name="connsiteX4" fmla="*/ 34219 w 34218"/>
                <a:gd name="connsiteY4" fmla="*/ 13561 h 27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218" h="27121">
                  <a:moveTo>
                    <a:pt x="34219" y="13561"/>
                  </a:moveTo>
                  <a:cubicBezTo>
                    <a:pt x="34219" y="21038"/>
                    <a:pt x="26615" y="27121"/>
                    <a:pt x="17109" y="27121"/>
                  </a:cubicBezTo>
                  <a:cubicBezTo>
                    <a:pt x="7604" y="27121"/>
                    <a:pt x="0" y="21038"/>
                    <a:pt x="0" y="13561"/>
                  </a:cubicBezTo>
                  <a:cubicBezTo>
                    <a:pt x="0" y="6083"/>
                    <a:pt x="7604" y="0"/>
                    <a:pt x="17109" y="0"/>
                  </a:cubicBezTo>
                  <a:cubicBezTo>
                    <a:pt x="26615" y="0"/>
                    <a:pt x="34219" y="6083"/>
                    <a:pt x="34219" y="1356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87" name="Freeform: Shape 3786">
              <a:extLst>
                <a:ext uri="{FF2B5EF4-FFF2-40B4-BE49-F238E27FC236}">
                  <a16:creationId xmlns:a16="http://schemas.microsoft.com/office/drawing/2014/main" id="{EA3751AF-42EA-D889-0D56-58D9DF8EA621}"/>
                </a:ext>
              </a:extLst>
            </p:cNvPr>
            <p:cNvSpPr/>
            <p:nvPr/>
          </p:nvSpPr>
          <p:spPr>
            <a:xfrm>
              <a:off x="1954776" y="4750220"/>
              <a:ext cx="33711" cy="26614"/>
            </a:xfrm>
            <a:custGeom>
              <a:avLst/>
              <a:gdLst>
                <a:gd name="connsiteX0" fmla="*/ 33712 w 33711"/>
                <a:gd name="connsiteY0" fmla="*/ 13307 h 26614"/>
                <a:gd name="connsiteX1" fmla="*/ 16856 w 33711"/>
                <a:gd name="connsiteY1" fmla="*/ 26615 h 26614"/>
                <a:gd name="connsiteX2" fmla="*/ 0 w 33711"/>
                <a:gd name="connsiteY2" fmla="*/ 13307 h 26614"/>
                <a:gd name="connsiteX3" fmla="*/ 16856 w 33711"/>
                <a:gd name="connsiteY3" fmla="*/ 0 h 26614"/>
                <a:gd name="connsiteX4" fmla="*/ 33712 w 33711"/>
                <a:gd name="connsiteY4" fmla="*/ 13307 h 26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1" h="26614">
                  <a:moveTo>
                    <a:pt x="33712" y="13307"/>
                  </a:moveTo>
                  <a:cubicBezTo>
                    <a:pt x="33712" y="20658"/>
                    <a:pt x="26234" y="26615"/>
                    <a:pt x="16856" y="26615"/>
                  </a:cubicBezTo>
                  <a:cubicBezTo>
                    <a:pt x="7477" y="26615"/>
                    <a:pt x="0" y="20658"/>
                    <a:pt x="0" y="13307"/>
                  </a:cubicBezTo>
                  <a:cubicBezTo>
                    <a:pt x="0" y="5957"/>
                    <a:pt x="7477" y="0"/>
                    <a:pt x="16856" y="0"/>
                  </a:cubicBezTo>
                  <a:cubicBezTo>
                    <a:pt x="26234" y="0"/>
                    <a:pt x="33712" y="5957"/>
                    <a:pt x="33712" y="1330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88" name="Freeform: Shape 3787">
              <a:extLst>
                <a:ext uri="{FF2B5EF4-FFF2-40B4-BE49-F238E27FC236}">
                  <a16:creationId xmlns:a16="http://schemas.microsoft.com/office/drawing/2014/main" id="{4AB10128-4FEA-93A5-BA7F-708069FC0B93}"/>
                </a:ext>
              </a:extLst>
            </p:cNvPr>
            <p:cNvSpPr/>
            <p:nvPr/>
          </p:nvSpPr>
          <p:spPr>
            <a:xfrm>
              <a:off x="1908137" y="4653014"/>
              <a:ext cx="33711" cy="26614"/>
            </a:xfrm>
            <a:custGeom>
              <a:avLst/>
              <a:gdLst>
                <a:gd name="connsiteX0" fmla="*/ 33712 w 33711"/>
                <a:gd name="connsiteY0" fmla="*/ 13308 h 26614"/>
                <a:gd name="connsiteX1" fmla="*/ 16856 w 33711"/>
                <a:gd name="connsiteY1" fmla="*/ 26615 h 26614"/>
                <a:gd name="connsiteX2" fmla="*/ 0 w 33711"/>
                <a:gd name="connsiteY2" fmla="*/ 13308 h 26614"/>
                <a:gd name="connsiteX3" fmla="*/ 16856 w 33711"/>
                <a:gd name="connsiteY3" fmla="*/ 0 h 26614"/>
                <a:gd name="connsiteX4" fmla="*/ 33712 w 33711"/>
                <a:gd name="connsiteY4" fmla="*/ 13308 h 26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1" h="26614">
                  <a:moveTo>
                    <a:pt x="33712" y="13308"/>
                  </a:moveTo>
                  <a:cubicBezTo>
                    <a:pt x="33712" y="20658"/>
                    <a:pt x="26234" y="26615"/>
                    <a:pt x="16856" y="26615"/>
                  </a:cubicBezTo>
                  <a:cubicBezTo>
                    <a:pt x="7477" y="26615"/>
                    <a:pt x="0" y="20658"/>
                    <a:pt x="0" y="13308"/>
                  </a:cubicBezTo>
                  <a:cubicBezTo>
                    <a:pt x="0" y="5957"/>
                    <a:pt x="7477" y="0"/>
                    <a:pt x="16856" y="0"/>
                  </a:cubicBezTo>
                  <a:cubicBezTo>
                    <a:pt x="26234" y="0"/>
                    <a:pt x="33712" y="5957"/>
                    <a:pt x="33712" y="1330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89" name="Freeform: Shape 3788">
              <a:extLst>
                <a:ext uri="{FF2B5EF4-FFF2-40B4-BE49-F238E27FC236}">
                  <a16:creationId xmlns:a16="http://schemas.microsoft.com/office/drawing/2014/main" id="{28F5367C-1686-40AA-19E7-882BBFE66DA5}"/>
                </a:ext>
              </a:extLst>
            </p:cNvPr>
            <p:cNvSpPr/>
            <p:nvPr/>
          </p:nvSpPr>
          <p:spPr>
            <a:xfrm>
              <a:off x="1865681" y="4555047"/>
              <a:ext cx="32697" cy="26107"/>
            </a:xfrm>
            <a:custGeom>
              <a:avLst/>
              <a:gdLst>
                <a:gd name="connsiteX0" fmla="*/ 32698 w 32697"/>
                <a:gd name="connsiteY0" fmla="*/ 13054 h 26107"/>
                <a:gd name="connsiteX1" fmla="*/ 16349 w 32697"/>
                <a:gd name="connsiteY1" fmla="*/ 26108 h 26107"/>
                <a:gd name="connsiteX2" fmla="*/ 0 w 32697"/>
                <a:gd name="connsiteY2" fmla="*/ 13054 h 26107"/>
                <a:gd name="connsiteX3" fmla="*/ 16349 w 32697"/>
                <a:gd name="connsiteY3" fmla="*/ 0 h 26107"/>
                <a:gd name="connsiteX4" fmla="*/ 32698 w 32697"/>
                <a:gd name="connsiteY4" fmla="*/ 13054 h 2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97" h="26107">
                  <a:moveTo>
                    <a:pt x="32698" y="13054"/>
                  </a:moveTo>
                  <a:cubicBezTo>
                    <a:pt x="32698" y="20278"/>
                    <a:pt x="25347" y="26108"/>
                    <a:pt x="16349" y="26108"/>
                  </a:cubicBezTo>
                  <a:cubicBezTo>
                    <a:pt x="7351" y="26108"/>
                    <a:pt x="0" y="20278"/>
                    <a:pt x="0" y="13054"/>
                  </a:cubicBezTo>
                  <a:cubicBezTo>
                    <a:pt x="0" y="5830"/>
                    <a:pt x="7351" y="0"/>
                    <a:pt x="16349" y="0"/>
                  </a:cubicBezTo>
                  <a:cubicBezTo>
                    <a:pt x="25347" y="0"/>
                    <a:pt x="32698" y="5830"/>
                    <a:pt x="32698" y="1305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90" name="Freeform: Shape 3789">
              <a:extLst>
                <a:ext uri="{FF2B5EF4-FFF2-40B4-BE49-F238E27FC236}">
                  <a16:creationId xmlns:a16="http://schemas.microsoft.com/office/drawing/2014/main" id="{D91E0440-D199-2946-1479-F8FDCAF285D4}"/>
                </a:ext>
              </a:extLst>
            </p:cNvPr>
            <p:cNvSpPr/>
            <p:nvPr/>
          </p:nvSpPr>
          <p:spPr>
            <a:xfrm>
              <a:off x="1826646" y="4456320"/>
              <a:ext cx="31937" cy="25347"/>
            </a:xfrm>
            <a:custGeom>
              <a:avLst/>
              <a:gdLst>
                <a:gd name="connsiteX0" fmla="*/ 31937 w 31937"/>
                <a:gd name="connsiteY0" fmla="*/ 12674 h 25347"/>
                <a:gd name="connsiteX1" fmla="*/ 15969 w 31937"/>
                <a:gd name="connsiteY1" fmla="*/ 25347 h 25347"/>
                <a:gd name="connsiteX2" fmla="*/ 0 w 31937"/>
                <a:gd name="connsiteY2" fmla="*/ 12674 h 25347"/>
                <a:gd name="connsiteX3" fmla="*/ 15969 w 31937"/>
                <a:gd name="connsiteY3" fmla="*/ 0 h 25347"/>
                <a:gd name="connsiteX4" fmla="*/ 31937 w 31937"/>
                <a:gd name="connsiteY4" fmla="*/ 12674 h 25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937" h="25347">
                  <a:moveTo>
                    <a:pt x="31937" y="12674"/>
                  </a:moveTo>
                  <a:cubicBezTo>
                    <a:pt x="31937" y="19644"/>
                    <a:pt x="24713" y="25347"/>
                    <a:pt x="15969" y="25347"/>
                  </a:cubicBezTo>
                  <a:cubicBezTo>
                    <a:pt x="7224" y="25347"/>
                    <a:pt x="0" y="19644"/>
                    <a:pt x="0" y="12674"/>
                  </a:cubicBezTo>
                  <a:cubicBezTo>
                    <a:pt x="0" y="5703"/>
                    <a:pt x="7224" y="0"/>
                    <a:pt x="15969" y="0"/>
                  </a:cubicBezTo>
                  <a:cubicBezTo>
                    <a:pt x="24713" y="0"/>
                    <a:pt x="31937" y="5703"/>
                    <a:pt x="31937" y="1267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91" name="Freeform: Shape 3790">
              <a:extLst>
                <a:ext uri="{FF2B5EF4-FFF2-40B4-BE49-F238E27FC236}">
                  <a16:creationId xmlns:a16="http://schemas.microsoft.com/office/drawing/2014/main" id="{272C4B0C-A951-5DC7-2897-C95028B475E8}"/>
                </a:ext>
              </a:extLst>
            </p:cNvPr>
            <p:cNvSpPr/>
            <p:nvPr/>
          </p:nvSpPr>
          <p:spPr>
            <a:xfrm>
              <a:off x="1790906" y="4356198"/>
              <a:ext cx="31937" cy="25347"/>
            </a:xfrm>
            <a:custGeom>
              <a:avLst/>
              <a:gdLst>
                <a:gd name="connsiteX0" fmla="*/ 31938 w 31937"/>
                <a:gd name="connsiteY0" fmla="*/ 12674 h 25347"/>
                <a:gd name="connsiteX1" fmla="*/ 15969 w 31937"/>
                <a:gd name="connsiteY1" fmla="*/ 25347 h 25347"/>
                <a:gd name="connsiteX2" fmla="*/ 0 w 31937"/>
                <a:gd name="connsiteY2" fmla="*/ 12674 h 25347"/>
                <a:gd name="connsiteX3" fmla="*/ 15969 w 31937"/>
                <a:gd name="connsiteY3" fmla="*/ 0 h 25347"/>
                <a:gd name="connsiteX4" fmla="*/ 31938 w 31937"/>
                <a:gd name="connsiteY4" fmla="*/ 12674 h 25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937" h="25347">
                  <a:moveTo>
                    <a:pt x="31938" y="12674"/>
                  </a:moveTo>
                  <a:cubicBezTo>
                    <a:pt x="31938" y="19644"/>
                    <a:pt x="24713" y="25347"/>
                    <a:pt x="15969" y="25347"/>
                  </a:cubicBezTo>
                  <a:cubicBezTo>
                    <a:pt x="7224" y="25347"/>
                    <a:pt x="0" y="19644"/>
                    <a:pt x="0" y="12674"/>
                  </a:cubicBezTo>
                  <a:cubicBezTo>
                    <a:pt x="0" y="5703"/>
                    <a:pt x="7097" y="0"/>
                    <a:pt x="15969" y="0"/>
                  </a:cubicBezTo>
                  <a:cubicBezTo>
                    <a:pt x="24840" y="0"/>
                    <a:pt x="31938" y="5703"/>
                    <a:pt x="31938" y="1267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92" name="Freeform: Shape 3791">
              <a:extLst>
                <a:ext uri="{FF2B5EF4-FFF2-40B4-BE49-F238E27FC236}">
                  <a16:creationId xmlns:a16="http://schemas.microsoft.com/office/drawing/2014/main" id="{7C5BC5BC-B8C9-A403-2DFB-B1CCC80D065D}"/>
                </a:ext>
              </a:extLst>
            </p:cNvPr>
            <p:cNvSpPr/>
            <p:nvPr/>
          </p:nvSpPr>
          <p:spPr>
            <a:xfrm>
              <a:off x="1758969" y="4255697"/>
              <a:ext cx="31430" cy="24840"/>
            </a:xfrm>
            <a:custGeom>
              <a:avLst/>
              <a:gdLst>
                <a:gd name="connsiteX0" fmla="*/ 31431 w 31430"/>
                <a:gd name="connsiteY0" fmla="*/ 12420 h 24840"/>
                <a:gd name="connsiteX1" fmla="*/ 15715 w 31430"/>
                <a:gd name="connsiteY1" fmla="*/ 24840 h 24840"/>
                <a:gd name="connsiteX2" fmla="*/ 0 w 31430"/>
                <a:gd name="connsiteY2" fmla="*/ 12420 h 24840"/>
                <a:gd name="connsiteX3" fmla="*/ 15715 w 31430"/>
                <a:gd name="connsiteY3" fmla="*/ 0 h 24840"/>
                <a:gd name="connsiteX4" fmla="*/ 31431 w 31430"/>
                <a:gd name="connsiteY4" fmla="*/ 12420 h 2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30" h="24840">
                  <a:moveTo>
                    <a:pt x="31431" y="12420"/>
                  </a:moveTo>
                  <a:cubicBezTo>
                    <a:pt x="31431" y="19264"/>
                    <a:pt x="24460" y="24840"/>
                    <a:pt x="15715" y="24840"/>
                  </a:cubicBezTo>
                  <a:cubicBezTo>
                    <a:pt x="6971" y="24840"/>
                    <a:pt x="0" y="19264"/>
                    <a:pt x="0" y="12420"/>
                  </a:cubicBezTo>
                  <a:cubicBezTo>
                    <a:pt x="0" y="5576"/>
                    <a:pt x="6971" y="0"/>
                    <a:pt x="15715" y="0"/>
                  </a:cubicBezTo>
                  <a:cubicBezTo>
                    <a:pt x="24460" y="0"/>
                    <a:pt x="31431" y="5576"/>
                    <a:pt x="31431" y="1242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93" name="Freeform: Shape 3792">
              <a:extLst>
                <a:ext uri="{FF2B5EF4-FFF2-40B4-BE49-F238E27FC236}">
                  <a16:creationId xmlns:a16="http://schemas.microsoft.com/office/drawing/2014/main" id="{9B09F047-6470-2558-F7D7-D44FE49507A5}"/>
                </a:ext>
              </a:extLst>
            </p:cNvPr>
            <p:cNvSpPr/>
            <p:nvPr/>
          </p:nvSpPr>
          <p:spPr>
            <a:xfrm>
              <a:off x="1730960" y="4154434"/>
              <a:ext cx="30670" cy="24333"/>
            </a:xfrm>
            <a:custGeom>
              <a:avLst/>
              <a:gdLst>
                <a:gd name="connsiteX0" fmla="*/ 30670 w 30670"/>
                <a:gd name="connsiteY0" fmla="*/ 12167 h 24333"/>
                <a:gd name="connsiteX1" fmla="*/ 15335 w 30670"/>
                <a:gd name="connsiteY1" fmla="*/ 24333 h 24333"/>
                <a:gd name="connsiteX2" fmla="*/ 0 w 30670"/>
                <a:gd name="connsiteY2" fmla="*/ 12167 h 24333"/>
                <a:gd name="connsiteX3" fmla="*/ 15335 w 30670"/>
                <a:gd name="connsiteY3" fmla="*/ 0 h 24333"/>
                <a:gd name="connsiteX4" fmla="*/ 30670 w 30670"/>
                <a:gd name="connsiteY4" fmla="*/ 12167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70" h="24333">
                  <a:moveTo>
                    <a:pt x="30670" y="12167"/>
                  </a:moveTo>
                  <a:cubicBezTo>
                    <a:pt x="30670" y="18884"/>
                    <a:pt x="23826" y="24333"/>
                    <a:pt x="15335" y="24333"/>
                  </a:cubicBezTo>
                  <a:cubicBezTo>
                    <a:pt x="6844" y="24333"/>
                    <a:pt x="0" y="18884"/>
                    <a:pt x="0" y="12167"/>
                  </a:cubicBezTo>
                  <a:cubicBezTo>
                    <a:pt x="0" y="5450"/>
                    <a:pt x="6844" y="0"/>
                    <a:pt x="15335" y="0"/>
                  </a:cubicBezTo>
                  <a:cubicBezTo>
                    <a:pt x="23826" y="0"/>
                    <a:pt x="30670" y="5450"/>
                    <a:pt x="30670" y="121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94" name="Freeform: Shape 3793">
              <a:extLst>
                <a:ext uri="{FF2B5EF4-FFF2-40B4-BE49-F238E27FC236}">
                  <a16:creationId xmlns:a16="http://schemas.microsoft.com/office/drawing/2014/main" id="{B3AEE22F-8DFD-E764-2149-FC45C6CE2058}"/>
                </a:ext>
              </a:extLst>
            </p:cNvPr>
            <p:cNvSpPr/>
            <p:nvPr/>
          </p:nvSpPr>
          <p:spPr>
            <a:xfrm>
              <a:off x="1706627" y="4052666"/>
              <a:ext cx="29909" cy="23573"/>
            </a:xfrm>
            <a:custGeom>
              <a:avLst/>
              <a:gdLst>
                <a:gd name="connsiteX0" fmla="*/ 29910 w 29909"/>
                <a:gd name="connsiteY0" fmla="*/ 11787 h 23573"/>
                <a:gd name="connsiteX1" fmla="*/ 14955 w 29909"/>
                <a:gd name="connsiteY1" fmla="*/ 23573 h 23573"/>
                <a:gd name="connsiteX2" fmla="*/ 0 w 29909"/>
                <a:gd name="connsiteY2" fmla="*/ 11787 h 23573"/>
                <a:gd name="connsiteX3" fmla="*/ 14955 w 29909"/>
                <a:gd name="connsiteY3" fmla="*/ 0 h 23573"/>
                <a:gd name="connsiteX4" fmla="*/ 29910 w 29909"/>
                <a:gd name="connsiteY4" fmla="*/ 11787 h 23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909" h="23573">
                  <a:moveTo>
                    <a:pt x="29910" y="11787"/>
                  </a:moveTo>
                  <a:cubicBezTo>
                    <a:pt x="29910" y="18377"/>
                    <a:pt x="23193" y="23573"/>
                    <a:pt x="14955" y="23573"/>
                  </a:cubicBezTo>
                  <a:cubicBezTo>
                    <a:pt x="6717" y="23573"/>
                    <a:pt x="0" y="18250"/>
                    <a:pt x="0" y="11787"/>
                  </a:cubicBezTo>
                  <a:cubicBezTo>
                    <a:pt x="0" y="5323"/>
                    <a:pt x="6717" y="0"/>
                    <a:pt x="14955" y="0"/>
                  </a:cubicBezTo>
                  <a:cubicBezTo>
                    <a:pt x="23193" y="0"/>
                    <a:pt x="29910" y="5323"/>
                    <a:pt x="29910" y="1178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95" name="Freeform: Shape 3794">
              <a:extLst>
                <a:ext uri="{FF2B5EF4-FFF2-40B4-BE49-F238E27FC236}">
                  <a16:creationId xmlns:a16="http://schemas.microsoft.com/office/drawing/2014/main" id="{A7A37160-E0B1-9BBE-3F2C-6A837E3A806C}"/>
                </a:ext>
              </a:extLst>
            </p:cNvPr>
            <p:cNvSpPr/>
            <p:nvPr/>
          </p:nvSpPr>
          <p:spPr>
            <a:xfrm>
              <a:off x="1685842" y="3950009"/>
              <a:ext cx="29909" cy="23573"/>
            </a:xfrm>
            <a:custGeom>
              <a:avLst/>
              <a:gdLst>
                <a:gd name="connsiteX0" fmla="*/ 29910 w 29909"/>
                <a:gd name="connsiteY0" fmla="*/ 11787 h 23573"/>
                <a:gd name="connsiteX1" fmla="*/ 14955 w 29909"/>
                <a:gd name="connsiteY1" fmla="*/ 23573 h 23573"/>
                <a:gd name="connsiteX2" fmla="*/ 0 w 29909"/>
                <a:gd name="connsiteY2" fmla="*/ 11787 h 23573"/>
                <a:gd name="connsiteX3" fmla="*/ 14955 w 29909"/>
                <a:gd name="connsiteY3" fmla="*/ 0 h 23573"/>
                <a:gd name="connsiteX4" fmla="*/ 29910 w 29909"/>
                <a:gd name="connsiteY4" fmla="*/ 11787 h 23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909" h="23573">
                  <a:moveTo>
                    <a:pt x="29910" y="11787"/>
                  </a:moveTo>
                  <a:cubicBezTo>
                    <a:pt x="29910" y="18377"/>
                    <a:pt x="23319" y="23573"/>
                    <a:pt x="14955" y="23573"/>
                  </a:cubicBezTo>
                  <a:cubicBezTo>
                    <a:pt x="6590" y="23573"/>
                    <a:pt x="0" y="18250"/>
                    <a:pt x="0" y="11787"/>
                  </a:cubicBezTo>
                  <a:cubicBezTo>
                    <a:pt x="0" y="5323"/>
                    <a:pt x="6717" y="0"/>
                    <a:pt x="14955" y="0"/>
                  </a:cubicBezTo>
                  <a:cubicBezTo>
                    <a:pt x="23193" y="0"/>
                    <a:pt x="29910" y="5323"/>
                    <a:pt x="29910" y="1178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96" name="Freeform: Shape 3795">
              <a:extLst>
                <a:ext uri="{FF2B5EF4-FFF2-40B4-BE49-F238E27FC236}">
                  <a16:creationId xmlns:a16="http://schemas.microsoft.com/office/drawing/2014/main" id="{40C9794F-BC31-A23F-F289-7109818F17D7}"/>
                </a:ext>
              </a:extLst>
            </p:cNvPr>
            <p:cNvSpPr/>
            <p:nvPr/>
          </p:nvSpPr>
          <p:spPr>
            <a:xfrm>
              <a:off x="1668986" y="3847100"/>
              <a:ext cx="29275" cy="23192"/>
            </a:xfrm>
            <a:custGeom>
              <a:avLst/>
              <a:gdLst>
                <a:gd name="connsiteX0" fmla="*/ 29276 w 29275"/>
                <a:gd name="connsiteY0" fmla="*/ 11533 h 23192"/>
                <a:gd name="connsiteX1" fmla="*/ 14701 w 29275"/>
                <a:gd name="connsiteY1" fmla="*/ 23193 h 23192"/>
                <a:gd name="connsiteX2" fmla="*/ 0 w 29275"/>
                <a:gd name="connsiteY2" fmla="*/ 11533 h 23192"/>
                <a:gd name="connsiteX3" fmla="*/ 14701 w 29275"/>
                <a:gd name="connsiteY3" fmla="*/ 0 h 23192"/>
                <a:gd name="connsiteX4" fmla="*/ 29276 w 29275"/>
                <a:gd name="connsiteY4" fmla="*/ 11533 h 23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275" h="23192">
                  <a:moveTo>
                    <a:pt x="29276" y="11533"/>
                  </a:moveTo>
                  <a:cubicBezTo>
                    <a:pt x="29276" y="17997"/>
                    <a:pt x="22686" y="23193"/>
                    <a:pt x="14701" y="23193"/>
                  </a:cubicBezTo>
                  <a:cubicBezTo>
                    <a:pt x="6717" y="23193"/>
                    <a:pt x="0" y="17997"/>
                    <a:pt x="0" y="11533"/>
                  </a:cubicBezTo>
                  <a:cubicBezTo>
                    <a:pt x="0" y="5070"/>
                    <a:pt x="6590" y="0"/>
                    <a:pt x="14701" y="0"/>
                  </a:cubicBezTo>
                  <a:cubicBezTo>
                    <a:pt x="22813" y="0"/>
                    <a:pt x="29276" y="5196"/>
                    <a:pt x="29276" y="1153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97" name="Freeform: Shape 3796">
              <a:extLst>
                <a:ext uri="{FF2B5EF4-FFF2-40B4-BE49-F238E27FC236}">
                  <a16:creationId xmlns:a16="http://schemas.microsoft.com/office/drawing/2014/main" id="{45ECAADF-850F-7544-A927-F717EB03413C}"/>
                </a:ext>
              </a:extLst>
            </p:cNvPr>
            <p:cNvSpPr/>
            <p:nvPr/>
          </p:nvSpPr>
          <p:spPr>
            <a:xfrm>
              <a:off x="1656186" y="3743937"/>
              <a:ext cx="28388" cy="22558"/>
            </a:xfrm>
            <a:custGeom>
              <a:avLst/>
              <a:gdLst>
                <a:gd name="connsiteX0" fmla="*/ 28389 w 28388"/>
                <a:gd name="connsiteY0" fmla="*/ 11279 h 22558"/>
                <a:gd name="connsiteX1" fmla="*/ 14195 w 28388"/>
                <a:gd name="connsiteY1" fmla="*/ 22559 h 22558"/>
                <a:gd name="connsiteX2" fmla="*/ 0 w 28388"/>
                <a:gd name="connsiteY2" fmla="*/ 11279 h 22558"/>
                <a:gd name="connsiteX3" fmla="*/ 14195 w 28388"/>
                <a:gd name="connsiteY3" fmla="*/ 0 h 22558"/>
                <a:gd name="connsiteX4" fmla="*/ 28389 w 28388"/>
                <a:gd name="connsiteY4" fmla="*/ 11279 h 22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388" h="22558">
                  <a:moveTo>
                    <a:pt x="28389" y="11279"/>
                  </a:moveTo>
                  <a:cubicBezTo>
                    <a:pt x="28389" y="17490"/>
                    <a:pt x="22052" y="22559"/>
                    <a:pt x="14195" y="22559"/>
                  </a:cubicBezTo>
                  <a:cubicBezTo>
                    <a:pt x="6337" y="22559"/>
                    <a:pt x="0" y="17490"/>
                    <a:pt x="0" y="11279"/>
                  </a:cubicBezTo>
                  <a:cubicBezTo>
                    <a:pt x="0" y="5069"/>
                    <a:pt x="6337" y="0"/>
                    <a:pt x="14195" y="0"/>
                  </a:cubicBezTo>
                  <a:cubicBezTo>
                    <a:pt x="22052" y="0"/>
                    <a:pt x="28389" y="5069"/>
                    <a:pt x="28389" y="1127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98" name="Freeform: Shape 3797">
              <a:extLst>
                <a:ext uri="{FF2B5EF4-FFF2-40B4-BE49-F238E27FC236}">
                  <a16:creationId xmlns:a16="http://schemas.microsoft.com/office/drawing/2014/main" id="{44861103-91D6-D687-CB9F-0579BDEFB601}"/>
                </a:ext>
              </a:extLst>
            </p:cNvPr>
            <p:cNvSpPr/>
            <p:nvPr/>
          </p:nvSpPr>
          <p:spPr>
            <a:xfrm>
              <a:off x="1647061" y="3640520"/>
              <a:ext cx="27628" cy="21925"/>
            </a:xfrm>
            <a:custGeom>
              <a:avLst/>
              <a:gdLst>
                <a:gd name="connsiteX0" fmla="*/ 27628 w 27628"/>
                <a:gd name="connsiteY0" fmla="*/ 11026 h 21925"/>
                <a:gd name="connsiteX1" fmla="*/ 13814 w 27628"/>
                <a:gd name="connsiteY1" fmla="*/ 21925 h 21925"/>
                <a:gd name="connsiteX2" fmla="*/ 0 w 27628"/>
                <a:gd name="connsiteY2" fmla="*/ 11026 h 21925"/>
                <a:gd name="connsiteX3" fmla="*/ 13814 w 27628"/>
                <a:gd name="connsiteY3" fmla="*/ 0 h 21925"/>
                <a:gd name="connsiteX4" fmla="*/ 27628 w 27628"/>
                <a:gd name="connsiteY4" fmla="*/ 11026 h 2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28" h="21925">
                  <a:moveTo>
                    <a:pt x="27628" y="11026"/>
                  </a:moveTo>
                  <a:cubicBezTo>
                    <a:pt x="27628" y="17109"/>
                    <a:pt x="21418" y="21925"/>
                    <a:pt x="13814" y="21925"/>
                  </a:cubicBezTo>
                  <a:cubicBezTo>
                    <a:pt x="6210" y="21925"/>
                    <a:pt x="0" y="16983"/>
                    <a:pt x="0" y="11026"/>
                  </a:cubicBezTo>
                  <a:cubicBezTo>
                    <a:pt x="0" y="5069"/>
                    <a:pt x="6210" y="0"/>
                    <a:pt x="13814" y="0"/>
                  </a:cubicBezTo>
                  <a:cubicBezTo>
                    <a:pt x="21418" y="0"/>
                    <a:pt x="27628" y="4943"/>
                    <a:pt x="27628" y="1102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99" name="Freeform: Shape 3798">
              <a:extLst>
                <a:ext uri="{FF2B5EF4-FFF2-40B4-BE49-F238E27FC236}">
                  <a16:creationId xmlns:a16="http://schemas.microsoft.com/office/drawing/2014/main" id="{534CADED-4E26-C460-28FD-0700ECE8EF20}"/>
                </a:ext>
              </a:extLst>
            </p:cNvPr>
            <p:cNvSpPr/>
            <p:nvPr/>
          </p:nvSpPr>
          <p:spPr>
            <a:xfrm>
              <a:off x="1641738" y="3536977"/>
              <a:ext cx="26868" cy="21291"/>
            </a:xfrm>
            <a:custGeom>
              <a:avLst/>
              <a:gdLst>
                <a:gd name="connsiteX0" fmla="*/ 26868 w 26868"/>
                <a:gd name="connsiteY0" fmla="*/ 10646 h 21291"/>
                <a:gd name="connsiteX1" fmla="*/ 13434 w 26868"/>
                <a:gd name="connsiteY1" fmla="*/ 21292 h 21291"/>
                <a:gd name="connsiteX2" fmla="*/ 0 w 26868"/>
                <a:gd name="connsiteY2" fmla="*/ 10646 h 21291"/>
                <a:gd name="connsiteX3" fmla="*/ 13434 w 26868"/>
                <a:gd name="connsiteY3" fmla="*/ 0 h 21291"/>
                <a:gd name="connsiteX4" fmla="*/ 26868 w 26868"/>
                <a:gd name="connsiteY4" fmla="*/ 10646 h 2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68" h="21291">
                  <a:moveTo>
                    <a:pt x="26868" y="10646"/>
                  </a:moveTo>
                  <a:cubicBezTo>
                    <a:pt x="26868" y="16476"/>
                    <a:pt x="20912" y="21292"/>
                    <a:pt x="13434" y="21292"/>
                  </a:cubicBezTo>
                  <a:cubicBezTo>
                    <a:pt x="5957" y="21292"/>
                    <a:pt x="0" y="16476"/>
                    <a:pt x="0" y="10646"/>
                  </a:cubicBezTo>
                  <a:cubicBezTo>
                    <a:pt x="0" y="4816"/>
                    <a:pt x="6083" y="0"/>
                    <a:pt x="13434" y="0"/>
                  </a:cubicBezTo>
                  <a:cubicBezTo>
                    <a:pt x="20785" y="0"/>
                    <a:pt x="26868" y="4816"/>
                    <a:pt x="26868" y="1064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00" name="Freeform: Shape 3799">
              <a:extLst>
                <a:ext uri="{FF2B5EF4-FFF2-40B4-BE49-F238E27FC236}">
                  <a16:creationId xmlns:a16="http://schemas.microsoft.com/office/drawing/2014/main" id="{001A1D74-4432-BB6D-0827-1606A62F4AE5}"/>
                </a:ext>
              </a:extLst>
            </p:cNvPr>
            <p:cNvSpPr/>
            <p:nvPr/>
          </p:nvSpPr>
          <p:spPr>
            <a:xfrm>
              <a:off x="1639964" y="3433180"/>
              <a:ext cx="26361" cy="20784"/>
            </a:xfrm>
            <a:custGeom>
              <a:avLst/>
              <a:gdLst>
                <a:gd name="connsiteX0" fmla="*/ 26361 w 26361"/>
                <a:gd name="connsiteY0" fmla="*/ 10392 h 20784"/>
                <a:gd name="connsiteX1" fmla="*/ 13181 w 26361"/>
                <a:gd name="connsiteY1" fmla="*/ 20785 h 20784"/>
                <a:gd name="connsiteX2" fmla="*/ 0 w 26361"/>
                <a:gd name="connsiteY2" fmla="*/ 10392 h 20784"/>
                <a:gd name="connsiteX3" fmla="*/ 13181 w 26361"/>
                <a:gd name="connsiteY3" fmla="*/ 0 h 20784"/>
                <a:gd name="connsiteX4" fmla="*/ 26361 w 26361"/>
                <a:gd name="connsiteY4" fmla="*/ 10392 h 20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61" h="20784">
                  <a:moveTo>
                    <a:pt x="26361" y="10392"/>
                  </a:moveTo>
                  <a:cubicBezTo>
                    <a:pt x="26361" y="16096"/>
                    <a:pt x="20404" y="20785"/>
                    <a:pt x="13181" y="20785"/>
                  </a:cubicBezTo>
                  <a:cubicBezTo>
                    <a:pt x="5957" y="20785"/>
                    <a:pt x="0" y="16096"/>
                    <a:pt x="0" y="10392"/>
                  </a:cubicBezTo>
                  <a:cubicBezTo>
                    <a:pt x="0" y="4690"/>
                    <a:pt x="5830" y="0"/>
                    <a:pt x="13181" y="0"/>
                  </a:cubicBezTo>
                  <a:cubicBezTo>
                    <a:pt x="20531" y="0"/>
                    <a:pt x="26361" y="4690"/>
                    <a:pt x="26361" y="1039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01" name="Freeform: Shape 3800">
              <a:extLst>
                <a:ext uri="{FF2B5EF4-FFF2-40B4-BE49-F238E27FC236}">
                  <a16:creationId xmlns:a16="http://schemas.microsoft.com/office/drawing/2014/main" id="{9F3DC79A-C33E-AA4B-A134-C8F227C879B9}"/>
                </a:ext>
              </a:extLst>
            </p:cNvPr>
            <p:cNvSpPr/>
            <p:nvPr/>
          </p:nvSpPr>
          <p:spPr>
            <a:xfrm>
              <a:off x="1642245" y="3329510"/>
              <a:ext cx="25600" cy="20277"/>
            </a:xfrm>
            <a:custGeom>
              <a:avLst/>
              <a:gdLst>
                <a:gd name="connsiteX0" fmla="*/ 25601 w 25600"/>
                <a:gd name="connsiteY0" fmla="*/ 10139 h 20277"/>
                <a:gd name="connsiteX1" fmla="*/ 12800 w 25600"/>
                <a:gd name="connsiteY1" fmla="*/ 20278 h 20277"/>
                <a:gd name="connsiteX2" fmla="*/ 0 w 25600"/>
                <a:gd name="connsiteY2" fmla="*/ 10139 h 20277"/>
                <a:gd name="connsiteX3" fmla="*/ 12800 w 25600"/>
                <a:gd name="connsiteY3" fmla="*/ 0 h 20277"/>
                <a:gd name="connsiteX4" fmla="*/ 25601 w 25600"/>
                <a:gd name="connsiteY4" fmla="*/ 10139 h 2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00" h="20277">
                  <a:moveTo>
                    <a:pt x="25601" y="10139"/>
                  </a:moveTo>
                  <a:cubicBezTo>
                    <a:pt x="25601" y="15716"/>
                    <a:pt x="19897" y="20278"/>
                    <a:pt x="12800" y="20278"/>
                  </a:cubicBezTo>
                  <a:cubicBezTo>
                    <a:pt x="5703" y="20278"/>
                    <a:pt x="0" y="15716"/>
                    <a:pt x="0" y="10139"/>
                  </a:cubicBezTo>
                  <a:cubicBezTo>
                    <a:pt x="0" y="4563"/>
                    <a:pt x="5703" y="0"/>
                    <a:pt x="12800" y="0"/>
                  </a:cubicBezTo>
                  <a:cubicBezTo>
                    <a:pt x="19897" y="0"/>
                    <a:pt x="25601" y="4563"/>
                    <a:pt x="25601" y="1013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02" name="Freeform: Shape 3801">
              <a:extLst>
                <a:ext uri="{FF2B5EF4-FFF2-40B4-BE49-F238E27FC236}">
                  <a16:creationId xmlns:a16="http://schemas.microsoft.com/office/drawing/2014/main" id="{5DE0CED7-F633-6EEA-3BD6-30670E86D53A}"/>
                </a:ext>
              </a:extLst>
            </p:cNvPr>
            <p:cNvSpPr/>
            <p:nvPr/>
          </p:nvSpPr>
          <p:spPr>
            <a:xfrm>
              <a:off x="1648455" y="3225840"/>
              <a:ext cx="24713" cy="19770"/>
            </a:xfrm>
            <a:custGeom>
              <a:avLst/>
              <a:gdLst>
                <a:gd name="connsiteX0" fmla="*/ 24713 w 24713"/>
                <a:gd name="connsiteY0" fmla="*/ 9885 h 19770"/>
                <a:gd name="connsiteX1" fmla="*/ 12420 w 24713"/>
                <a:gd name="connsiteY1" fmla="*/ 19771 h 19770"/>
                <a:gd name="connsiteX2" fmla="*/ 0 w 24713"/>
                <a:gd name="connsiteY2" fmla="*/ 9885 h 19770"/>
                <a:gd name="connsiteX3" fmla="*/ 12420 w 24713"/>
                <a:gd name="connsiteY3" fmla="*/ 0 h 19770"/>
                <a:gd name="connsiteX4" fmla="*/ 24713 w 24713"/>
                <a:gd name="connsiteY4" fmla="*/ 9885 h 19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713" h="19770">
                  <a:moveTo>
                    <a:pt x="24713" y="9885"/>
                  </a:moveTo>
                  <a:cubicBezTo>
                    <a:pt x="24713" y="15335"/>
                    <a:pt x="19137" y="19771"/>
                    <a:pt x="12420" y="19771"/>
                  </a:cubicBezTo>
                  <a:cubicBezTo>
                    <a:pt x="5703" y="19771"/>
                    <a:pt x="0" y="15335"/>
                    <a:pt x="0" y="9885"/>
                  </a:cubicBezTo>
                  <a:cubicBezTo>
                    <a:pt x="0" y="4436"/>
                    <a:pt x="5576" y="0"/>
                    <a:pt x="12420" y="0"/>
                  </a:cubicBezTo>
                  <a:cubicBezTo>
                    <a:pt x="19264" y="0"/>
                    <a:pt x="24713" y="4436"/>
                    <a:pt x="24713" y="988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03" name="Freeform: Shape 3802">
              <a:extLst>
                <a:ext uri="{FF2B5EF4-FFF2-40B4-BE49-F238E27FC236}">
                  <a16:creationId xmlns:a16="http://schemas.microsoft.com/office/drawing/2014/main" id="{F2EA6FAC-6904-979A-BAEE-5A4CE49ADDA4}"/>
                </a:ext>
              </a:extLst>
            </p:cNvPr>
            <p:cNvSpPr/>
            <p:nvPr/>
          </p:nvSpPr>
          <p:spPr>
            <a:xfrm>
              <a:off x="1658214" y="3122551"/>
              <a:ext cx="24079" cy="19010"/>
            </a:xfrm>
            <a:custGeom>
              <a:avLst/>
              <a:gdLst>
                <a:gd name="connsiteX0" fmla="*/ 24080 w 24079"/>
                <a:gd name="connsiteY0" fmla="*/ 9505 h 19010"/>
                <a:gd name="connsiteX1" fmla="*/ 12040 w 24079"/>
                <a:gd name="connsiteY1" fmla="*/ 19010 h 19010"/>
                <a:gd name="connsiteX2" fmla="*/ 0 w 24079"/>
                <a:gd name="connsiteY2" fmla="*/ 9505 h 19010"/>
                <a:gd name="connsiteX3" fmla="*/ 12040 w 24079"/>
                <a:gd name="connsiteY3" fmla="*/ 0 h 19010"/>
                <a:gd name="connsiteX4" fmla="*/ 24080 w 24079"/>
                <a:gd name="connsiteY4" fmla="*/ 9505 h 19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79" h="19010">
                  <a:moveTo>
                    <a:pt x="24080" y="9505"/>
                  </a:moveTo>
                  <a:cubicBezTo>
                    <a:pt x="24080" y="14701"/>
                    <a:pt x="18757" y="19010"/>
                    <a:pt x="12040" y="19010"/>
                  </a:cubicBezTo>
                  <a:cubicBezTo>
                    <a:pt x="5323" y="19010"/>
                    <a:pt x="0" y="14701"/>
                    <a:pt x="0" y="9505"/>
                  </a:cubicBezTo>
                  <a:cubicBezTo>
                    <a:pt x="0" y="4309"/>
                    <a:pt x="5323" y="0"/>
                    <a:pt x="12040" y="0"/>
                  </a:cubicBezTo>
                  <a:cubicBezTo>
                    <a:pt x="18757" y="0"/>
                    <a:pt x="24080" y="4309"/>
                    <a:pt x="24080" y="950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04" name="Freeform: Shape 3803">
              <a:extLst>
                <a:ext uri="{FF2B5EF4-FFF2-40B4-BE49-F238E27FC236}">
                  <a16:creationId xmlns:a16="http://schemas.microsoft.com/office/drawing/2014/main" id="{DF826270-7097-2D9F-1ADA-C6D12E1EEDD2}"/>
                </a:ext>
              </a:extLst>
            </p:cNvPr>
            <p:cNvSpPr/>
            <p:nvPr/>
          </p:nvSpPr>
          <p:spPr>
            <a:xfrm>
              <a:off x="1672408" y="3019641"/>
              <a:ext cx="22558" cy="17869"/>
            </a:xfrm>
            <a:custGeom>
              <a:avLst/>
              <a:gdLst>
                <a:gd name="connsiteX0" fmla="*/ 22559 w 22558"/>
                <a:gd name="connsiteY0" fmla="*/ 8871 h 17869"/>
                <a:gd name="connsiteX1" fmla="*/ 11279 w 22558"/>
                <a:gd name="connsiteY1" fmla="*/ 17870 h 17869"/>
                <a:gd name="connsiteX2" fmla="*/ 0 w 22558"/>
                <a:gd name="connsiteY2" fmla="*/ 8871 h 17869"/>
                <a:gd name="connsiteX3" fmla="*/ 11279 w 22558"/>
                <a:gd name="connsiteY3" fmla="*/ 0 h 17869"/>
                <a:gd name="connsiteX4" fmla="*/ 22559 w 22558"/>
                <a:gd name="connsiteY4" fmla="*/ 8871 h 1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8" h="17869">
                  <a:moveTo>
                    <a:pt x="22559" y="8871"/>
                  </a:moveTo>
                  <a:cubicBezTo>
                    <a:pt x="22559" y="13814"/>
                    <a:pt x="17489" y="17870"/>
                    <a:pt x="11279" y="17870"/>
                  </a:cubicBezTo>
                  <a:cubicBezTo>
                    <a:pt x="5069" y="17870"/>
                    <a:pt x="0" y="13814"/>
                    <a:pt x="0" y="8871"/>
                  </a:cubicBezTo>
                  <a:cubicBezTo>
                    <a:pt x="0" y="3929"/>
                    <a:pt x="5069" y="0"/>
                    <a:pt x="11279" y="0"/>
                  </a:cubicBezTo>
                  <a:cubicBezTo>
                    <a:pt x="17489" y="0"/>
                    <a:pt x="22559" y="4056"/>
                    <a:pt x="22559" y="887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05" name="Freeform: Shape 3804">
              <a:extLst>
                <a:ext uri="{FF2B5EF4-FFF2-40B4-BE49-F238E27FC236}">
                  <a16:creationId xmlns:a16="http://schemas.microsoft.com/office/drawing/2014/main" id="{DC7CDB98-AC11-B3BC-A59C-4151A657BCA0}"/>
                </a:ext>
              </a:extLst>
            </p:cNvPr>
            <p:cNvSpPr/>
            <p:nvPr/>
          </p:nvSpPr>
          <p:spPr>
            <a:xfrm>
              <a:off x="1689898" y="2916858"/>
              <a:ext cx="21798" cy="17236"/>
            </a:xfrm>
            <a:custGeom>
              <a:avLst/>
              <a:gdLst>
                <a:gd name="connsiteX0" fmla="*/ 21799 w 21798"/>
                <a:gd name="connsiteY0" fmla="*/ 8618 h 17236"/>
                <a:gd name="connsiteX1" fmla="*/ 10899 w 21798"/>
                <a:gd name="connsiteY1" fmla="*/ 17236 h 17236"/>
                <a:gd name="connsiteX2" fmla="*/ 0 w 21798"/>
                <a:gd name="connsiteY2" fmla="*/ 8618 h 17236"/>
                <a:gd name="connsiteX3" fmla="*/ 10899 w 21798"/>
                <a:gd name="connsiteY3" fmla="*/ 0 h 17236"/>
                <a:gd name="connsiteX4" fmla="*/ 21799 w 21798"/>
                <a:gd name="connsiteY4" fmla="*/ 8618 h 17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798" h="17236">
                  <a:moveTo>
                    <a:pt x="21799" y="8618"/>
                  </a:moveTo>
                  <a:cubicBezTo>
                    <a:pt x="21799" y="13434"/>
                    <a:pt x="16983" y="17236"/>
                    <a:pt x="10899" y="17236"/>
                  </a:cubicBezTo>
                  <a:cubicBezTo>
                    <a:pt x="4816" y="17236"/>
                    <a:pt x="0" y="13307"/>
                    <a:pt x="0" y="8618"/>
                  </a:cubicBezTo>
                  <a:cubicBezTo>
                    <a:pt x="0" y="3929"/>
                    <a:pt x="4943" y="0"/>
                    <a:pt x="10899" y="0"/>
                  </a:cubicBezTo>
                  <a:cubicBezTo>
                    <a:pt x="16856" y="0"/>
                    <a:pt x="21799" y="3929"/>
                    <a:pt x="21799" y="86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06" name="Freeform: Shape 3805">
              <a:extLst>
                <a:ext uri="{FF2B5EF4-FFF2-40B4-BE49-F238E27FC236}">
                  <a16:creationId xmlns:a16="http://schemas.microsoft.com/office/drawing/2014/main" id="{AE2B12F6-75E3-9591-81A0-855467703A2B}"/>
                </a:ext>
              </a:extLst>
            </p:cNvPr>
            <p:cNvSpPr/>
            <p:nvPr/>
          </p:nvSpPr>
          <p:spPr>
            <a:xfrm>
              <a:off x="1711443" y="2814709"/>
              <a:ext cx="20404" cy="16222"/>
            </a:xfrm>
            <a:custGeom>
              <a:avLst/>
              <a:gdLst>
                <a:gd name="connsiteX0" fmla="*/ 20404 w 20404"/>
                <a:gd name="connsiteY0" fmla="*/ 8111 h 16222"/>
                <a:gd name="connsiteX1" fmla="*/ 10266 w 20404"/>
                <a:gd name="connsiteY1" fmla="*/ 16222 h 16222"/>
                <a:gd name="connsiteX2" fmla="*/ 0 w 20404"/>
                <a:gd name="connsiteY2" fmla="*/ 8111 h 16222"/>
                <a:gd name="connsiteX3" fmla="*/ 10266 w 20404"/>
                <a:gd name="connsiteY3" fmla="*/ 0 h 16222"/>
                <a:gd name="connsiteX4" fmla="*/ 20404 w 20404"/>
                <a:gd name="connsiteY4" fmla="*/ 8111 h 1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04" h="16222">
                  <a:moveTo>
                    <a:pt x="20404" y="8111"/>
                  </a:moveTo>
                  <a:cubicBezTo>
                    <a:pt x="20404" y="12547"/>
                    <a:pt x="15842" y="16222"/>
                    <a:pt x="10266" y="16222"/>
                  </a:cubicBezTo>
                  <a:cubicBezTo>
                    <a:pt x="4689" y="16222"/>
                    <a:pt x="0" y="12547"/>
                    <a:pt x="0" y="8111"/>
                  </a:cubicBezTo>
                  <a:cubicBezTo>
                    <a:pt x="0" y="3675"/>
                    <a:pt x="4563" y="0"/>
                    <a:pt x="10266" y="0"/>
                  </a:cubicBezTo>
                  <a:cubicBezTo>
                    <a:pt x="15969" y="0"/>
                    <a:pt x="20404" y="3675"/>
                    <a:pt x="20404" y="811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07" name="Freeform: Shape 3806">
              <a:extLst>
                <a:ext uri="{FF2B5EF4-FFF2-40B4-BE49-F238E27FC236}">
                  <a16:creationId xmlns:a16="http://schemas.microsoft.com/office/drawing/2014/main" id="{61A93A07-2D29-241C-6932-5FE8990755DF}"/>
                </a:ext>
              </a:extLst>
            </p:cNvPr>
            <p:cNvSpPr/>
            <p:nvPr/>
          </p:nvSpPr>
          <p:spPr>
            <a:xfrm>
              <a:off x="1736410" y="2712813"/>
              <a:ext cx="19770" cy="15588"/>
            </a:xfrm>
            <a:custGeom>
              <a:avLst/>
              <a:gdLst>
                <a:gd name="connsiteX0" fmla="*/ 19771 w 19770"/>
                <a:gd name="connsiteY0" fmla="*/ 7858 h 15588"/>
                <a:gd name="connsiteX1" fmla="*/ 9885 w 19770"/>
                <a:gd name="connsiteY1" fmla="*/ 15588 h 15588"/>
                <a:gd name="connsiteX2" fmla="*/ 0 w 19770"/>
                <a:gd name="connsiteY2" fmla="*/ 7858 h 15588"/>
                <a:gd name="connsiteX3" fmla="*/ 9885 w 19770"/>
                <a:gd name="connsiteY3" fmla="*/ 0 h 15588"/>
                <a:gd name="connsiteX4" fmla="*/ 19771 w 19770"/>
                <a:gd name="connsiteY4" fmla="*/ 7858 h 1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70" h="15588">
                  <a:moveTo>
                    <a:pt x="19771" y="7858"/>
                  </a:moveTo>
                  <a:cubicBezTo>
                    <a:pt x="19771" y="12167"/>
                    <a:pt x="15335" y="15588"/>
                    <a:pt x="9885" y="15588"/>
                  </a:cubicBezTo>
                  <a:cubicBezTo>
                    <a:pt x="4436" y="15588"/>
                    <a:pt x="0" y="12167"/>
                    <a:pt x="0" y="7858"/>
                  </a:cubicBezTo>
                  <a:cubicBezTo>
                    <a:pt x="0" y="3549"/>
                    <a:pt x="4436" y="0"/>
                    <a:pt x="9885" y="0"/>
                  </a:cubicBezTo>
                  <a:cubicBezTo>
                    <a:pt x="15335" y="0"/>
                    <a:pt x="19771" y="3549"/>
                    <a:pt x="19771" y="785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08" name="Freeform: Shape 3807">
              <a:extLst>
                <a:ext uri="{FF2B5EF4-FFF2-40B4-BE49-F238E27FC236}">
                  <a16:creationId xmlns:a16="http://schemas.microsoft.com/office/drawing/2014/main" id="{E9D76604-6B21-CE0D-D8D6-9A1281B90AB9}"/>
                </a:ext>
              </a:extLst>
            </p:cNvPr>
            <p:cNvSpPr/>
            <p:nvPr/>
          </p:nvSpPr>
          <p:spPr>
            <a:xfrm>
              <a:off x="1765306" y="2611678"/>
              <a:ext cx="18757" cy="14954"/>
            </a:xfrm>
            <a:custGeom>
              <a:avLst/>
              <a:gdLst>
                <a:gd name="connsiteX0" fmla="*/ 18757 w 18757"/>
                <a:gd name="connsiteY0" fmla="*/ 7478 h 14954"/>
                <a:gd name="connsiteX1" fmla="*/ 9379 w 18757"/>
                <a:gd name="connsiteY1" fmla="*/ 14955 h 14954"/>
                <a:gd name="connsiteX2" fmla="*/ 0 w 18757"/>
                <a:gd name="connsiteY2" fmla="*/ 7478 h 14954"/>
                <a:gd name="connsiteX3" fmla="*/ 9379 w 18757"/>
                <a:gd name="connsiteY3" fmla="*/ 0 h 14954"/>
                <a:gd name="connsiteX4" fmla="*/ 18757 w 18757"/>
                <a:gd name="connsiteY4" fmla="*/ 7478 h 14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57" h="14954">
                  <a:moveTo>
                    <a:pt x="18757" y="7478"/>
                  </a:moveTo>
                  <a:cubicBezTo>
                    <a:pt x="18757" y="11660"/>
                    <a:pt x="14575" y="14955"/>
                    <a:pt x="9379" y="14955"/>
                  </a:cubicBezTo>
                  <a:cubicBezTo>
                    <a:pt x="4182" y="14955"/>
                    <a:pt x="0" y="11660"/>
                    <a:pt x="0" y="7478"/>
                  </a:cubicBezTo>
                  <a:cubicBezTo>
                    <a:pt x="0" y="3295"/>
                    <a:pt x="4182" y="0"/>
                    <a:pt x="9379" y="0"/>
                  </a:cubicBezTo>
                  <a:cubicBezTo>
                    <a:pt x="14575" y="0"/>
                    <a:pt x="18757" y="3295"/>
                    <a:pt x="18757" y="747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09" name="Freeform: Shape 3808">
              <a:extLst>
                <a:ext uri="{FF2B5EF4-FFF2-40B4-BE49-F238E27FC236}">
                  <a16:creationId xmlns:a16="http://schemas.microsoft.com/office/drawing/2014/main" id="{7CAD6F75-F02B-20DB-838A-50194400133B}"/>
                </a:ext>
              </a:extLst>
            </p:cNvPr>
            <p:cNvSpPr/>
            <p:nvPr/>
          </p:nvSpPr>
          <p:spPr>
            <a:xfrm>
              <a:off x="1797623" y="2511050"/>
              <a:ext cx="18250" cy="14447"/>
            </a:xfrm>
            <a:custGeom>
              <a:avLst/>
              <a:gdLst>
                <a:gd name="connsiteX0" fmla="*/ 18250 w 18250"/>
                <a:gd name="connsiteY0" fmla="*/ 7224 h 14447"/>
                <a:gd name="connsiteX1" fmla="*/ 9125 w 18250"/>
                <a:gd name="connsiteY1" fmla="*/ 14448 h 14447"/>
                <a:gd name="connsiteX2" fmla="*/ 0 w 18250"/>
                <a:gd name="connsiteY2" fmla="*/ 7224 h 14447"/>
                <a:gd name="connsiteX3" fmla="*/ 9125 w 18250"/>
                <a:gd name="connsiteY3" fmla="*/ 0 h 14447"/>
                <a:gd name="connsiteX4" fmla="*/ 18250 w 18250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7">
                  <a:moveTo>
                    <a:pt x="18250" y="7224"/>
                  </a:moveTo>
                  <a:cubicBezTo>
                    <a:pt x="18250" y="11279"/>
                    <a:pt x="14195" y="14448"/>
                    <a:pt x="9125" y="14448"/>
                  </a:cubicBezTo>
                  <a:cubicBezTo>
                    <a:pt x="4056" y="14448"/>
                    <a:pt x="0" y="11153"/>
                    <a:pt x="0" y="7224"/>
                  </a:cubicBezTo>
                  <a:cubicBezTo>
                    <a:pt x="0" y="3295"/>
                    <a:pt x="4056" y="0"/>
                    <a:pt x="9125" y="0"/>
                  </a:cubicBezTo>
                  <a:cubicBezTo>
                    <a:pt x="14195" y="0"/>
                    <a:pt x="18250" y="3295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10" name="Freeform: Shape 3809">
              <a:extLst>
                <a:ext uri="{FF2B5EF4-FFF2-40B4-BE49-F238E27FC236}">
                  <a16:creationId xmlns:a16="http://schemas.microsoft.com/office/drawing/2014/main" id="{530AFE30-A5D9-EA9B-8323-F459AD7A1A17}"/>
                </a:ext>
              </a:extLst>
            </p:cNvPr>
            <p:cNvSpPr/>
            <p:nvPr/>
          </p:nvSpPr>
          <p:spPr>
            <a:xfrm>
              <a:off x="1834123" y="2411688"/>
              <a:ext cx="16729" cy="13180"/>
            </a:xfrm>
            <a:custGeom>
              <a:avLst/>
              <a:gdLst>
                <a:gd name="connsiteX0" fmla="*/ 16729 w 16729"/>
                <a:gd name="connsiteY0" fmla="*/ 6590 h 13180"/>
                <a:gd name="connsiteX1" fmla="*/ 8365 w 16729"/>
                <a:gd name="connsiteY1" fmla="*/ 13181 h 13180"/>
                <a:gd name="connsiteX2" fmla="*/ 0 w 16729"/>
                <a:gd name="connsiteY2" fmla="*/ 6590 h 13180"/>
                <a:gd name="connsiteX3" fmla="*/ 8365 w 16729"/>
                <a:gd name="connsiteY3" fmla="*/ 0 h 13180"/>
                <a:gd name="connsiteX4" fmla="*/ 16729 w 16729"/>
                <a:gd name="connsiteY4" fmla="*/ 6590 h 13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9" h="13180">
                  <a:moveTo>
                    <a:pt x="16729" y="6590"/>
                  </a:moveTo>
                  <a:cubicBezTo>
                    <a:pt x="16729" y="10266"/>
                    <a:pt x="12927" y="13181"/>
                    <a:pt x="8365" y="13181"/>
                  </a:cubicBezTo>
                  <a:cubicBezTo>
                    <a:pt x="3802" y="13181"/>
                    <a:pt x="0" y="10266"/>
                    <a:pt x="0" y="6590"/>
                  </a:cubicBezTo>
                  <a:cubicBezTo>
                    <a:pt x="0" y="2915"/>
                    <a:pt x="3802" y="0"/>
                    <a:pt x="8365" y="0"/>
                  </a:cubicBezTo>
                  <a:cubicBezTo>
                    <a:pt x="12927" y="0"/>
                    <a:pt x="16729" y="2915"/>
                    <a:pt x="16729" y="659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11" name="Freeform: Shape 3810">
              <a:extLst>
                <a:ext uri="{FF2B5EF4-FFF2-40B4-BE49-F238E27FC236}">
                  <a16:creationId xmlns:a16="http://schemas.microsoft.com/office/drawing/2014/main" id="{5DE2C896-8BB7-AB32-70DA-9E5EFE70232B}"/>
                </a:ext>
              </a:extLst>
            </p:cNvPr>
            <p:cNvSpPr/>
            <p:nvPr/>
          </p:nvSpPr>
          <p:spPr>
            <a:xfrm>
              <a:off x="1873919" y="2312708"/>
              <a:ext cx="15968" cy="12673"/>
            </a:xfrm>
            <a:custGeom>
              <a:avLst/>
              <a:gdLst>
                <a:gd name="connsiteX0" fmla="*/ 15969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9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9" y="6337"/>
                  </a:moveTo>
                  <a:cubicBezTo>
                    <a:pt x="15969" y="9759"/>
                    <a:pt x="12420" y="12674"/>
                    <a:pt x="7984" y="12674"/>
                  </a:cubicBezTo>
                  <a:cubicBezTo>
                    <a:pt x="3549" y="12674"/>
                    <a:pt x="0" y="9885"/>
                    <a:pt x="0" y="6337"/>
                  </a:cubicBezTo>
                  <a:cubicBezTo>
                    <a:pt x="0" y="2788"/>
                    <a:pt x="3549" y="0"/>
                    <a:pt x="7984" y="0"/>
                  </a:cubicBezTo>
                  <a:cubicBezTo>
                    <a:pt x="12420" y="0"/>
                    <a:pt x="15969" y="2788"/>
                    <a:pt x="15969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12" name="Freeform: Shape 3811">
              <a:extLst>
                <a:ext uri="{FF2B5EF4-FFF2-40B4-BE49-F238E27FC236}">
                  <a16:creationId xmlns:a16="http://schemas.microsoft.com/office/drawing/2014/main" id="{D02BA714-A00C-FDDB-EFC6-95BDBB9FBD91}"/>
                </a:ext>
              </a:extLst>
            </p:cNvPr>
            <p:cNvSpPr/>
            <p:nvPr/>
          </p:nvSpPr>
          <p:spPr>
            <a:xfrm>
              <a:off x="1917389" y="2214741"/>
              <a:ext cx="15335" cy="12166"/>
            </a:xfrm>
            <a:custGeom>
              <a:avLst/>
              <a:gdLst>
                <a:gd name="connsiteX0" fmla="*/ 15335 w 15335"/>
                <a:gd name="connsiteY0" fmla="*/ 6083 h 12166"/>
                <a:gd name="connsiteX1" fmla="*/ 7731 w 15335"/>
                <a:gd name="connsiteY1" fmla="*/ 12167 h 12166"/>
                <a:gd name="connsiteX2" fmla="*/ 0 w 15335"/>
                <a:gd name="connsiteY2" fmla="*/ 6083 h 12166"/>
                <a:gd name="connsiteX3" fmla="*/ 7731 w 15335"/>
                <a:gd name="connsiteY3" fmla="*/ 0 h 12166"/>
                <a:gd name="connsiteX4" fmla="*/ 15335 w 15335"/>
                <a:gd name="connsiteY4" fmla="*/ 6083 h 1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35" h="12166">
                  <a:moveTo>
                    <a:pt x="15335" y="6083"/>
                  </a:moveTo>
                  <a:cubicBezTo>
                    <a:pt x="15335" y="9378"/>
                    <a:pt x="11913" y="12167"/>
                    <a:pt x="7731" y="12167"/>
                  </a:cubicBezTo>
                  <a:cubicBezTo>
                    <a:pt x="3549" y="12167"/>
                    <a:pt x="0" y="9505"/>
                    <a:pt x="0" y="6083"/>
                  </a:cubicBezTo>
                  <a:cubicBezTo>
                    <a:pt x="0" y="2661"/>
                    <a:pt x="3422" y="0"/>
                    <a:pt x="7731" y="0"/>
                  </a:cubicBezTo>
                  <a:cubicBezTo>
                    <a:pt x="12040" y="0"/>
                    <a:pt x="15335" y="2661"/>
                    <a:pt x="15335" y="60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13" name="Freeform: Shape 3812">
              <a:extLst>
                <a:ext uri="{FF2B5EF4-FFF2-40B4-BE49-F238E27FC236}">
                  <a16:creationId xmlns:a16="http://schemas.microsoft.com/office/drawing/2014/main" id="{BA5D3D8F-CFCD-C12D-4600-D71BA3867C37}"/>
                </a:ext>
              </a:extLst>
            </p:cNvPr>
            <p:cNvSpPr/>
            <p:nvPr/>
          </p:nvSpPr>
          <p:spPr>
            <a:xfrm>
              <a:off x="1964915" y="2118168"/>
              <a:ext cx="13687" cy="10899"/>
            </a:xfrm>
            <a:custGeom>
              <a:avLst/>
              <a:gdLst>
                <a:gd name="connsiteX0" fmla="*/ 13688 w 13687"/>
                <a:gd name="connsiteY0" fmla="*/ 5450 h 10899"/>
                <a:gd name="connsiteX1" fmla="*/ 6844 w 13687"/>
                <a:gd name="connsiteY1" fmla="*/ 10899 h 10899"/>
                <a:gd name="connsiteX2" fmla="*/ 0 w 13687"/>
                <a:gd name="connsiteY2" fmla="*/ 5450 h 10899"/>
                <a:gd name="connsiteX3" fmla="*/ 6844 w 13687"/>
                <a:gd name="connsiteY3" fmla="*/ 0 h 10899"/>
                <a:gd name="connsiteX4" fmla="*/ 13688 w 13687"/>
                <a:gd name="connsiteY4" fmla="*/ 5450 h 10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87" h="10899">
                  <a:moveTo>
                    <a:pt x="13688" y="5450"/>
                  </a:moveTo>
                  <a:cubicBezTo>
                    <a:pt x="13688" y="8491"/>
                    <a:pt x="10519" y="10899"/>
                    <a:pt x="6844" y="10899"/>
                  </a:cubicBezTo>
                  <a:cubicBezTo>
                    <a:pt x="3168" y="10899"/>
                    <a:pt x="0" y="8491"/>
                    <a:pt x="0" y="5450"/>
                  </a:cubicBezTo>
                  <a:cubicBezTo>
                    <a:pt x="0" y="2408"/>
                    <a:pt x="3042" y="0"/>
                    <a:pt x="6844" y="0"/>
                  </a:cubicBezTo>
                  <a:cubicBezTo>
                    <a:pt x="10646" y="0"/>
                    <a:pt x="13688" y="2408"/>
                    <a:pt x="13688" y="545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14" name="Freeform: Shape 3813">
              <a:extLst>
                <a:ext uri="{FF2B5EF4-FFF2-40B4-BE49-F238E27FC236}">
                  <a16:creationId xmlns:a16="http://schemas.microsoft.com/office/drawing/2014/main" id="{B9C09CA1-4309-0EFE-F3C1-C830AF0BEFB1}"/>
                </a:ext>
              </a:extLst>
            </p:cNvPr>
            <p:cNvSpPr/>
            <p:nvPr/>
          </p:nvSpPr>
          <p:spPr>
            <a:xfrm>
              <a:off x="2015229" y="2022356"/>
              <a:ext cx="13180" cy="10392"/>
            </a:xfrm>
            <a:custGeom>
              <a:avLst/>
              <a:gdLst>
                <a:gd name="connsiteX0" fmla="*/ 13181 w 13180"/>
                <a:gd name="connsiteY0" fmla="*/ 5196 h 10392"/>
                <a:gd name="connsiteX1" fmla="*/ 6590 w 13180"/>
                <a:gd name="connsiteY1" fmla="*/ 10392 h 10392"/>
                <a:gd name="connsiteX2" fmla="*/ 0 w 13180"/>
                <a:gd name="connsiteY2" fmla="*/ 5196 h 10392"/>
                <a:gd name="connsiteX3" fmla="*/ 6590 w 13180"/>
                <a:gd name="connsiteY3" fmla="*/ 0 h 10392"/>
                <a:gd name="connsiteX4" fmla="*/ 13181 w 13180"/>
                <a:gd name="connsiteY4" fmla="*/ 5196 h 1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80" h="10392">
                  <a:moveTo>
                    <a:pt x="13181" y="5196"/>
                  </a:moveTo>
                  <a:lnTo>
                    <a:pt x="6590" y="10392"/>
                  </a:lnTo>
                  <a:lnTo>
                    <a:pt x="0" y="5196"/>
                  </a:lnTo>
                  <a:lnTo>
                    <a:pt x="6590" y="0"/>
                  </a:lnTo>
                  <a:lnTo>
                    <a:pt x="13181" y="519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15" name="Freeform: Shape 3814">
              <a:extLst>
                <a:ext uri="{FF2B5EF4-FFF2-40B4-BE49-F238E27FC236}">
                  <a16:creationId xmlns:a16="http://schemas.microsoft.com/office/drawing/2014/main" id="{4F2BDAB0-5D41-0C31-FD82-4E7FDC8AAB1F}"/>
                </a:ext>
              </a:extLst>
            </p:cNvPr>
            <p:cNvSpPr/>
            <p:nvPr/>
          </p:nvSpPr>
          <p:spPr>
            <a:xfrm>
              <a:off x="2069345" y="1927811"/>
              <a:ext cx="12293" cy="9758"/>
            </a:xfrm>
            <a:custGeom>
              <a:avLst/>
              <a:gdLst>
                <a:gd name="connsiteX0" fmla="*/ 12293 w 12293"/>
                <a:gd name="connsiteY0" fmla="*/ 4943 h 9758"/>
                <a:gd name="connsiteX1" fmla="*/ 6210 w 12293"/>
                <a:gd name="connsiteY1" fmla="*/ 9759 h 9758"/>
                <a:gd name="connsiteX2" fmla="*/ 0 w 12293"/>
                <a:gd name="connsiteY2" fmla="*/ 4943 h 9758"/>
                <a:gd name="connsiteX3" fmla="*/ 6210 w 12293"/>
                <a:gd name="connsiteY3" fmla="*/ 0 h 9758"/>
                <a:gd name="connsiteX4" fmla="*/ 12293 w 12293"/>
                <a:gd name="connsiteY4" fmla="*/ 4943 h 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93" h="9758">
                  <a:moveTo>
                    <a:pt x="12293" y="4943"/>
                  </a:moveTo>
                  <a:lnTo>
                    <a:pt x="6210" y="9759"/>
                  </a:lnTo>
                  <a:lnTo>
                    <a:pt x="0" y="4943"/>
                  </a:lnTo>
                  <a:lnTo>
                    <a:pt x="6210" y="0"/>
                  </a:lnTo>
                  <a:lnTo>
                    <a:pt x="12293" y="494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16" name="Freeform: Shape 3815">
              <a:extLst>
                <a:ext uri="{FF2B5EF4-FFF2-40B4-BE49-F238E27FC236}">
                  <a16:creationId xmlns:a16="http://schemas.microsoft.com/office/drawing/2014/main" id="{2A684E69-E26F-0C74-8E30-1A5A7A9225DE}"/>
                </a:ext>
              </a:extLst>
            </p:cNvPr>
            <p:cNvSpPr/>
            <p:nvPr/>
          </p:nvSpPr>
          <p:spPr>
            <a:xfrm>
              <a:off x="2126884" y="1834533"/>
              <a:ext cx="11532" cy="9125"/>
            </a:xfrm>
            <a:custGeom>
              <a:avLst/>
              <a:gdLst>
                <a:gd name="connsiteX0" fmla="*/ 11533 w 11532"/>
                <a:gd name="connsiteY0" fmla="*/ 4563 h 9125"/>
                <a:gd name="connsiteX1" fmla="*/ 5830 w 11532"/>
                <a:gd name="connsiteY1" fmla="*/ 9125 h 9125"/>
                <a:gd name="connsiteX2" fmla="*/ 0 w 11532"/>
                <a:gd name="connsiteY2" fmla="*/ 4563 h 9125"/>
                <a:gd name="connsiteX3" fmla="*/ 5830 w 11532"/>
                <a:gd name="connsiteY3" fmla="*/ 0 h 9125"/>
                <a:gd name="connsiteX4" fmla="*/ 11533 w 11532"/>
                <a:gd name="connsiteY4" fmla="*/ 4563 h 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32" h="9125">
                  <a:moveTo>
                    <a:pt x="11533" y="4563"/>
                  </a:moveTo>
                  <a:lnTo>
                    <a:pt x="5830" y="9125"/>
                  </a:lnTo>
                  <a:lnTo>
                    <a:pt x="0" y="4563"/>
                  </a:lnTo>
                  <a:lnTo>
                    <a:pt x="5830" y="0"/>
                  </a:lnTo>
                  <a:lnTo>
                    <a:pt x="11533" y="456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17" name="Freeform: Shape 3816">
              <a:extLst>
                <a:ext uri="{FF2B5EF4-FFF2-40B4-BE49-F238E27FC236}">
                  <a16:creationId xmlns:a16="http://schemas.microsoft.com/office/drawing/2014/main" id="{B2D3A5BC-7CD8-A205-C4CC-C4C1F0C7E097}"/>
                </a:ext>
              </a:extLst>
            </p:cNvPr>
            <p:cNvSpPr/>
            <p:nvPr/>
          </p:nvSpPr>
          <p:spPr>
            <a:xfrm>
              <a:off x="2187717" y="1742523"/>
              <a:ext cx="10899" cy="8744"/>
            </a:xfrm>
            <a:custGeom>
              <a:avLst/>
              <a:gdLst>
                <a:gd name="connsiteX0" fmla="*/ 10899 w 10899"/>
                <a:gd name="connsiteY0" fmla="*/ 4309 h 8744"/>
                <a:gd name="connsiteX1" fmla="*/ 5450 w 10899"/>
                <a:gd name="connsiteY1" fmla="*/ 8745 h 8744"/>
                <a:gd name="connsiteX2" fmla="*/ 0 w 10899"/>
                <a:gd name="connsiteY2" fmla="*/ 4309 h 8744"/>
                <a:gd name="connsiteX3" fmla="*/ 5450 w 10899"/>
                <a:gd name="connsiteY3" fmla="*/ 0 h 8744"/>
                <a:gd name="connsiteX4" fmla="*/ 10899 w 10899"/>
                <a:gd name="connsiteY4" fmla="*/ 4309 h 8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899" h="8744">
                  <a:moveTo>
                    <a:pt x="10899" y="4309"/>
                  </a:moveTo>
                  <a:lnTo>
                    <a:pt x="5450" y="8745"/>
                  </a:lnTo>
                  <a:lnTo>
                    <a:pt x="0" y="4309"/>
                  </a:lnTo>
                  <a:lnTo>
                    <a:pt x="5450" y="0"/>
                  </a:lnTo>
                  <a:lnTo>
                    <a:pt x="10899" y="430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18" name="Freeform: Shape 3817">
              <a:extLst>
                <a:ext uri="{FF2B5EF4-FFF2-40B4-BE49-F238E27FC236}">
                  <a16:creationId xmlns:a16="http://schemas.microsoft.com/office/drawing/2014/main" id="{174398EB-0C92-F211-2EA0-7984D80B2A1F}"/>
                </a:ext>
              </a:extLst>
            </p:cNvPr>
            <p:cNvSpPr/>
            <p:nvPr/>
          </p:nvSpPr>
          <p:spPr>
            <a:xfrm>
              <a:off x="2252352" y="1652287"/>
              <a:ext cx="9378" cy="7477"/>
            </a:xfrm>
            <a:custGeom>
              <a:avLst/>
              <a:gdLst>
                <a:gd name="connsiteX0" fmla="*/ 9379 w 9378"/>
                <a:gd name="connsiteY0" fmla="*/ 3802 h 7477"/>
                <a:gd name="connsiteX1" fmla="*/ 4689 w 9378"/>
                <a:gd name="connsiteY1" fmla="*/ 7477 h 7477"/>
                <a:gd name="connsiteX2" fmla="*/ 0 w 9378"/>
                <a:gd name="connsiteY2" fmla="*/ 3802 h 7477"/>
                <a:gd name="connsiteX3" fmla="*/ 4689 w 9378"/>
                <a:gd name="connsiteY3" fmla="*/ 0 h 7477"/>
                <a:gd name="connsiteX4" fmla="*/ 9379 w 9378"/>
                <a:gd name="connsiteY4" fmla="*/ 3802 h 7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78" h="7477">
                  <a:moveTo>
                    <a:pt x="9379" y="3802"/>
                  </a:moveTo>
                  <a:lnTo>
                    <a:pt x="4689" y="7477"/>
                  </a:lnTo>
                  <a:lnTo>
                    <a:pt x="0" y="3802"/>
                  </a:lnTo>
                  <a:lnTo>
                    <a:pt x="4689" y="0"/>
                  </a:lnTo>
                  <a:lnTo>
                    <a:pt x="9379" y="380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19" name="Freeform: Shape 3818">
              <a:extLst>
                <a:ext uri="{FF2B5EF4-FFF2-40B4-BE49-F238E27FC236}">
                  <a16:creationId xmlns:a16="http://schemas.microsoft.com/office/drawing/2014/main" id="{B12DEC00-9DFC-A9D1-65A1-0BF80CFA68BF}"/>
                </a:ext>
              </a:extLst>
            </p:cNvPr>
            <p:cNvSpPr/>
            <p:nvPr/>
          </p:nvSpPr>
          <p:spPr>
            <a:xfrm>
              <a:off x="2319902" y="1563318"/>
              <a:ext cx="8744" cy="6843"/>
            </a:xfrm>
            <a:custGeom>
              <a:avLst/>
              <a:gdLst>
                <a:gd name="connsiteX0" fmla="*/ 8745 w 8744"/>
                <a:gd name="connsiteY0" fmla="*/ 3422 h 6843"/>
                <a:gd name="connsiteX1" fmla="*/ 4309 w 8744"/>
                <a:gd name="connsiteY1" fmla="*/ 6844 h 6843"/>
                <a:gd name="connsiteX2" fmla="*/ 0 w 8744"/>
                <a:gd name="connsiteY2" fmla="*/ 3422 h 6843"/>
                <a:gd name="connsiteX3" fmla="*/ 4309 w 8744"/>
                <a:gd name="connsiteY3" fmla="*/ 0 h 6843"/>
                <a:gd name="connsiteX4" fmla="*/ 8745 w 8744"/>
                <a:gd name="connsiteY4" fmla="*/ 3422 h 6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44" h="6843">
                  <a:moveTo>
                    <a:pt x="8745" y="3422"/>
                  </a:moveTo>
                  <a:lnTo>
                    <a:pt x="4309" y="6844"/>
                  </a:lnTo>
                  <a:lnTo>
                    <a:pt x="0" y="3422"/>
                  </a:lnTo>
                  <a:lnTo>
                    <a:pt x="4309" y="0"/>
                  </a:lnTo>
                  <a:lnTo>
                    <a:pt x="8745" y="342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20" name="Freeform: Shape 3819">
              <a:extLst>
                <a:ext uri="{FF2B5EF4-FFF2-40B4-BE49-F238E27FC236}">
                  <a16:creationId xmlns:a16="http://schemas.microsoft.com/office/drawing/2014/main" id="{5A9B948D-89FE-C50C-B911-8D1DC676B095}"/>
                </a:ext>
              </a:extLst>
            </p:cNvPr>
            <p:cNvSpPr/>
            <p:nvPr/>
          </p:nvSpPr>
          <p:spPr>
            <a:xfrm>
              <a:off x="2391128" y="1476124"/>
              <a:ext cx="7224" cy="5829"/>
            </a:xfrm>
            <a:custGeom>
              <a:avLst/>
              <a:gdLst>
                <a:gd name="connsiteX0" fmla="*/ 7224 w 7224"/>
                <a:gd name="connsiteY0" fmla="*/ 2915 h 5829"/>
                <a:gd name="connsiteX1" fmla="*/ 3549 w 7224"/>
                <a:gd name="connsiteY1" fmla="*/ 5830 h 5829"/>
                <a:gd name="connsiteX2" fmla="*/ 0 w 7224"/>
                <a:gd name="connsiteY2" fmla="*/ 2915 h 5829"/>
                <a:gd name="connsiteX3" fmla="*/ 3549 w 7224"/>
                <a:gd name="connsiteY3" fmla="*/ 0 h 5829"/>
                <a:gd name="connsiteX4" fmla="*/ 7224 w 7224"/>
                <a:gd name="connsiteY4" fmla="*/ 2915 h 5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24" h="5829">
                  <a:moveTo>
                    <a:pt x="7224" y="2915"/>
                  </a:moveTo>
                  <a:lnTo>
                    <a:pt x="3549" y="5830"/>
                  </a:lnTo>
                  <a:lnTo>
                    <a:pt x="0" y="2915"/>
                  </a:lnTo>
                  <a:lnTo>
                    <a:pt x="3549" y="0"/>
                  </a:lnTo>
                  <a:lnTo>
                    <a:pt x="7224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21" name="Freeform: Shape 3820">
              <a:extLst>
                <a:ext uri="{FF2B5EF4-FFF2-40B4-BE49-F238E27FC236}">
                  <a16:creationId xmlns:a16="http://schemas.microsoft.com/office/drawing/2014/main" id="{990059B2-74B8-40D1-AB18-CCB0E70BF175}"/>
                </a:ext>
              </a:extLst>
            </p:cNvPr>
            <p:cNvSpPr/>
            <p:nvPr/>
          </p:nvSpPr>
          <p:spPr>
            <a:xfrm>
              <a:off x="2465522" y="1390704"/>
              <a:ext cx="5703" cy="4562"/>
            </a:xfrm>
            <a:custGeom>
              <a:avLst/>
              <a:gdLst>
                <a:gd name="connsiteX0" fmla="*/ 5703 w 5703"/>
                <a:gd name="connsiteY0" fmla="*/ 2281 h 4562"/>
                <a:gd name="connsiteX1" fmla="*/ 2788 w 5703"/>
                <a:gd name="connsiteY1" fmla="*/ 4563 h 4562"/>
                <a:gd name="connsiteX2" fmla="*/ 0 w 5703"/>
                <a:gd name="connsiteY2" fmla="*/ 2281 h 4562"/>
                <a:gd name="connsiteX3" fmla="*/ 2788 w 5703"/>
                <a:gd name="connsiteY3" fmla="*/ 0 h 4562"/>
                <a:gd name="connsiteX4" fmla="*/ 5703 w 5703"/>
                <a:gd name="connsiteY4" fmla="*/ 2281 h 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03" h="4562">
                  <a:moveTo>
                    <a:pt x="5703" y="2281"/>
                  </a:moveTo>
                  <a:lnTo>
                    <a:pt x="2788" y="4563"/>
                  </a:lnTo>
                  <a:lnTo>
                    <a:pt x="0" y="2281"/>
                  </a:lnTo>
                  <a:lnTo>
                    <a:pt x="2788" y="0"/>
                  </a:lnTo>
                  <a:lnTo>
                    <a:pt x="5703" y="22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22" name="Freeform: Shape 3821">
              <a:extLst>
                <a:ext uri="{FF2B5EF4-FFF2-40B4-BE49-F238E27FC236}">
                  <a16:creationId xmlns:a16="http://schemas.microsoft.com/office/drawing/2014/main" id="{B63DD464-158B-1252-83FA-5EC4A4A45549}"/>
                </a:ext>
              </a:extLst>
            </p:cNvPr>
            <p:cNvSpPr/>
            <p:nvPr/>
          </p:nvSpPr>
          <p:spPr>
            <a:xfrm>
              <a:off x="2542577" y="1306678"/>
              <a:ext cx="5069" cy="4055"/>
            </a:xfrm>
            <a:custGeom>
              <a:avLst/>
              <a:gdLst>
                <a:gd name="connsiteX0" fmla="*/ 5070 w 5069"/>
                <a:gd name="connsiteY0" fmla="*/ 2028 h 4055"/>
                <a:gd name="connsiteX1" fmla="*/ 2535 w 5069"/>
                <a:gd name="connsiteY1" fmla="*/ 4056 h 4055"/>
                <a:gd name="connsiteX2" fmla="*/ 0 w 5069"/>
                <a:gd name="connsiteY2" fmla="*/ 2028 h 4055"/>
                <a:gd name="connsiteX3" fmla="*/ 2535 w 5069"/>
                <a:gd name="connsiteY3" fmla="*/ 0 h 4055"/>
                <a:gd name="connsiteX4" fmla="*/ 5070 w 5069"/>
                <a:gd name="connsiteY4" fmla="*/ 2028 h 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9" h="4055">
                  <a:moveTo>
                    <a:pt x="5070" y="2028"/>
                  </a:moveTo>
                  <a:lnTo>
                    <a:pt x="2535" y="4056"/>
                  </a:lnTo>
                  <a:lnTo>
                    <a:pt x="0" y="2028"/>
                  </a:lnTo>
                  <a:lnTo>
                    <a:pt x="2535" y="0"/>
                  </a:lnTo>
                  <a:lnTo>
                    <a:pt x="5070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23" name="Freeform: Shape 3822">
              <a:extLst>
                <a:ext uri="{FF2B5EF4-FFF2-40B4-BE49-F238E27FC236}">
                  <a16:creationId xmlns:a16="http://schemas.microsoft.com/office/drawing/2014/main" id="{5DD29451-38EC-10DA-6A01-452FA2D9137A}"/>
                </a:ext>
              </a:extLst>
            </p:cNvPr>
            <p:cNvSpPr/>
            <p:nvPr/>
          </p:nvSpPr>
          <p:spPr>
            <a:xfrm>
              <a:off x="2623181" y="1224806"/>
              <a:ext cx="3548" cy="2788"/>
            </a:xfrm>
            <a:custGeom>
              <a:avLst/>
              <a:gdLst>
                <a:gd name="connsiteX0" fmla="*/ 3549 w 3548"/>
                <a:gd name="connsiteY0" fmla="*/ 1394 h 2788"/>
                <a:gd name="connsiteX1" fmla="*/ 1774 w 3548"/>
                <a:gd name="connsiteY1" fmla="*/ 2788 h 2788"/>
                <a:gd name="connsiteX2" fmla="*/ 0 w 3548"/>
                <a:gd name="connsiteY2" fmla="*/ 1394 h 2788"/>
                <a:gd name="connsiteX3" fmla="*/ 1774 w 3548"/>
                <a:gd name="connsiteY3" fmla="*/ 0 h 2788"/>
                <a:gd name="connsiteX4" fmla="*/ 3549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9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9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24" name="Freeform: Shape 3823">
              <a:extLst>
                <a:ext uri="{FF2B5EF4-FFF2-40B4-BE49-F238E27FC236}">
                  <a16:creationId xmlns:a16="http://schemas.microsoft.com/office/drawing/2014/main" id="{C3F06B10-14E6-2CBD-2CAC-C1F0A2B23476}"/>
                </a:ext>
              </a:extLst>
            </p:cNvPr>
            <p:cNvSpPr/>
            <p:nvPr/>
          </p:nvSpPr>
          <p:spPr>
            <a:xfrm>
              <a:off x="2705940" y="1144202"/>
              <a:ext cx="3548" cy="2788"/>
            </a:xfrm>
            <a:custGeom>
              <a:avLst/>
              <a:gdLst>
                <a:gd name="connsiteX0" fmla="*/ 3549 w 3548"/>
                <a:gd name="connsiteY0" fmla="*/ 1394 h 2788"/>
                <a:gd name="connsiteX1" fmla="*/ 1774 w 3548"/>
                <a:gd name="connsiteY1" fmla="*/ 2788 h 2788"/>
                <a:gd name="connsiteX2" fmla="*/ 0 w 3548"/>
                <a:gd name="connsiteY2" fmla="*/ 1394 h 2788"/>
                <a:gd name="connsiteX3" fmla="*/ 1774 w 3548"/>
                <a:gd name="connsiteY3" fmla="*/ 0 h 2788"/>
                <a:gd name="connsiteX4" fmla="*/ 3549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9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9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25" name="Freeform: Shape 3824">
              <a:extLst>
                <a:ext uri="{FF2B5EF4-FFF2-40B4-BE49-F238E27FC236}">
                  <a16:creationId xmlns:a16="http://schemas.microsoft.com/office/drawing/2014/main" id="{0E737C1F-B68C-D9A3-1C61-CD6A3167DAA7}"/>
                </a:ext>
              </a:extLst>
            </p:cNvPr>
            <p:cNvSpPr/>
            <p:nvPr/>
          </p:nvSpPr>
          <p:spPr>
            <a:xfrm>
              <a:off x="2792374" y="1066006"/>
              <a:ext cx="2154" cy="1774"/>
            </a:xfrm>
            <a:custGeom>
              <a:avLst/>
              <a:gdLst>
                <a:gd name="connsiteX0" fmla="*/ 2154 w 2154"/>
                <a:gd name="connsiteY0" fmla="*/ 887 h 1774"/>
                <a:gd name="connsiteX1" fmla="*/ 1141 w 2154"/>
                <a:gd name="connsiteY1" fmla="*/ 1774 h 1774"/>
                <a:gd name="connsiteX2" fmla="*/ 0 w 2154"/>
                <a:gd name="connsiteY2" fmla="*/ 887 h 1774"/>
                <a:gd name="connsiteX3" fmla="*/ 1141 w 2154"/>
                <a:gd name="connsiteY3" fmla="*/ 0 h 1774"/>
                <a:gd name="connsiteX4" fmla="*/ 2154 w 2154"/>
                <a:gd name="connsiteY4" fmla="*/ 887 h 1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4" h="1774">
                  <a:moveTo>
                    <a:pt x="2154" y="887"/>
                  </a:moveTo>
                  <a:lnTo>
                    <a:pt x="1141" y="1774"/>
                  </a:lnTo>
                  <a:lnTo>
                    <a:pt x="0" y="887"/>
                  </a:lnTo>
                  <a:lnTo>
                    <a:pt x="1141" y="0"/>
                  </a:lnTo>
                  <a:lnTo>
                    <a:pt x="2154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26" name="Freeform: Shape 3825">
              <a:extLst>
                <a:ext uri="{FF2B5EF4-FFF2-40B4-BE49-F238E27FC236}">
                  <a16:creationId xmlns:a16="http://schemas.microsoft.com/office/drawing/2014/main" id="{EF5ADD0E-190D-3414-4552-8D42AB4D9B97}"/>
                </a:ext>
              </a:extLst>
            </p:cNvPr>
            <p:cNvSpPr/>
            <p:nvPr/>
          </p:nvSpPr>
          <p:spPr>
            <a:xfrm>
              <a:off x="2881723" y="989965"/>
              <a:ext cx="633" cy="506"/>
            </a:xfrm>
            <a:custGeom>
              <a:avLst/>
              <a:gdLst>
                <a:gd name="connsiteX0" fmla="*/ 634 w 633"/>
                <a:gd name="connsiteY0" fmla="*/ 253 h 506"/>
                <a:gd name="connsiteX1" fmla="*/ 253 w 633"/>
                <a:gd name="connsiteY1" fmla="*/ 507 h 506"/>
                <a:gd name="connsiteX2" fmla="*/ 0 w 633"/>
                <a:gd name="connsiteY2" fmla="*/ 253 h 506"/>
                <a:gd name="connsiteX3" fmla="*/ 253 w 633"/>
                <a:gd name="connsiteY3" fmla="*/ 0 h 506"/>
                <a:gd name="connsiteX4" fmla="*/ 634 w 633"/>
                <a:gd name="connsiteY4" fmla="*/ 253 h 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" h="506">
                  <a:moveTo>
                    <a:pt x="634" y="253"/>
                  </a:moveTo>
                  <a:lnTo>
                    <a:pt x="253" y="507"/>
                  </a:lnTo>
                  <a:lnTo>
                    <a:pt x="0" y="253"/>
                  </a:lnTo>
                  <a:lnTo>
                    <a:pt x="253" y="0"/>
                  </a:lnTo>
                  <a:lnTo>
                    <a:pt x="634" y="25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27" name="Freeform: Shape 3826">
              <a:extLst>
                <a:ext uri="{FF2B5EF4-FFF2-40B4-BE49-F238E27FC236}">
                  <a16:creationId xmlns:a16="http://schemas.microsoft.com/office/drawing/2014/main" id="{1CB76D5D-F6FD-8BF6-7239-638BFA14EC8F}"/>
                </a:ext>
              </a:extLst>
            </p:cNvPr>
            <p:cNvSpPr/>
            <p:nvPr/>
          </p:nvSpPr>
          <p:spPr>
            <a:xfrm>
              <a:off x="2973226" y="915444"/>
              <a:ext cx="380" cy="380"/>
            </a:xfrm>
            <a:custGeom>
              <a:avLst/>
              <a:gdLst>
                <a:gd name="connsiteX0" fmla="*/ 380 w 380"/>
                <a:gd name="connsiteY0" fmla="*/ 127 h 380"/>
                <a:gd name="connsiteX1" fmla="*/ 127 w 380"/>
                <a:gd name="connsiteY1" fmla="*/ 380 h 380"/>
                <a:gd name="connsiteX2" fmla="*/ 0 w 380"/>
                <a:gd name="connsiteY2" fmla="*/ 127 h 380"/>
                <a:gd name="connsiteX3" fmla="*/ 127 w 380"/>
                <a:gd name="connsiteY3" fmla="*/ 0 h 380"/>
                <a:gd name="connsiteX4" fmla="*/ 380 w 380"/>
                <a:gd name="connsiteY4" fmla="*/ 127 h 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" h="380">
                  <a:moveTo>
                    <a:pt x="380" y="127"/>
                  </a:moveTo>
                  <a:lnTo>
                    <a:pt x="127" y="380"/>
                  </a:lnTo>
                  <a:lnTo>
                    <a:pt x="0" y="127"/>
                  </a:lnTo>
                  <a:lnTo>
                    <a:pt x="127" y="0"/>
                  </a:lnTo>
                  <a:lnTo>
                    <a:pt x="380" y="12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28" name="Freeform: Shape 3827">
              <a:extLst>
                <a:ext uri="{FF2B5EF4-FFF2-40B4-BE49-F238E27FC236}">
                  <a16:creationId xmlns:a16="http://schemas.microsoft.com/office/drawing/2014/main" id="{A84EF29D-7233-A2B3-8E4E-0D60EF0C5F70}"/>
                </a:ext>
              </a:extLst>
            </p:cNvPr>
            <p:cNvSpPr/>
            <p:nvPr/>
          </p:nvSpPr>
          <p:spPr>
            <a:xfrm>
              <a:off x="3067011" y="842824"/>
              <a:ext cx="760" cy="633"/>
            </a:xfrm>
            <a:custGeom>
              <a:avLst/>
              <a:gdLst>
                <a:gd name="connsiteX0" fmla="*/ 760 w 760"/>
                <a:gd name="connsiteY0" fmla="*/ 380 h 633"/>
                <a:gd name="connsiteX1" fmla="*/ 380 w 760"/>
                <a:gd name="connsiteY1" fmla="*/ 634 h 633"/>
                <a:gd name="connsiteX2" fmla="*/ 0 w 760"/>
                <a:gd name="connsiteY2" fmla="*/ 380 h 633"/>
                <a:gd name="connsiteX3" fmla="*/ 380 w 760"/>
                <a:gd name="connsiteY3" fmla="*/ 0 h 633"/>
                <a:gd name="connsiteX4" fmla="*/ 760 w 760"/>
                <a:gd name="connsiteY4" fmla="*/ 380 h 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0" h="633">
                  <a:moveTo>
                    <a:pt x="760" y="380"/>
                  </a:moveTo>
                  <a:lnTo>
                    <a:pt x="380" y="634"/>
                  </a:lnTo>
                  <a:lnTo>
                    <a:pt x="0" y="380"/>
                  </a:lnTo>
                  <a:lnTo>
                    <a:pt x="380" y="0"/>
                  </a:lnTo>
                  <a:lnTo>
                    <a:pt x="760" y="38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29" name="Freeform: Shape 3828">
              <a:extLst>
                <a:ext uri="{FF2B5EF4-FFF2-40B4-BE49-F238E27FC236}">
                  <a16:creationId xmlns:a16="http://schemas.microsoft.com/office/drawing/2014/main" id="{AFF8C326-7CAB-B969-2FB4-B66994DEEE68}"/>
                </a:ext>
              </a:extLst>
            </p:cNvPr>
            <p:cNvSpPr/>
            <p:nvPr/>
          </p:nvSpPr>
          <p:spPr>
            <a:xfrm>
              <a:off x="3163330" y="772359"/>
              <a:ext cx="1394" cy="1140"/>
            </a:xfrm>
            <a:custGeom>
              <a:avLst/>
              <a:gdLst>
                <a:gd name="connsiteX0" fmla="*/ 1394 w 1394"/>
                <a:gd name="connsiteY0" fmla="*/ 507 h 1140"/>
                <a:gd name="connsiteX1" fmla="*/ 760 w 1394"/>
                <a:gd name="connsiteY1" fmla="*/ 1141 h 1140"/>
                <a:gd name="connsiteX2" fmla="*/ 0 w 1394"/>
                <a:gd name="connsiteY2" fmla="*/ 507 h 1140"/>
                <a:gd name="connsiteX3" fmla="*/ 760 w 1394"/>
                <a:gd name="connsiteY3" fmla="*/ 0 h 1140"/>
                <a:gd name="connsiteX4" fmla="*/ 1394 w 1394"/>
                <a:gd name="connsiteY4" fmla="*/ 507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" h="1140">
                  <a:moveTo>
                    <a:pt x="1394" y="507"/>
                  </a:moveTo>
                  <a:lnTo>
                    <a:pt x="760" y="1141"/>
                  </a:lnTo>
                  <a:lnTo>
                    <a:pt x="0" y="507"/>
                  </a:lnTo>
                  <a:lnTo>
                    <a:pt x="760" y="0"/>
                  </a:lnTo>
                  <a:lnTo>
                    <a:pt x="1394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30" name="Freeform: Shape 3829">
              <a:extLst>
                <a:ext uri="{FF2B5EF4-FFF2-40B4-BE49-F238E27FC236}">
                  <a16:creationId xmlns:a16="http://schemas.microsoft.com/office/drawing/2014/main" id="{9014A911-5E74-E66D-E035-503B347063A8}"/>
                </a:ext>
              </a:extLst>
            </p:cNvPr>
            <p:cNvSpPr/>
            <p:nvPr/>
          </p:nvSpPr>
          <p:spPr>
            <a:xfrm>
              <a:off x="3262058" y="703922"/>
              <a:ext cx="2407" cy="1901"/>
            </a:xfrm>
            <a:custGeom>
              <a:avLst/>
              <a:gdLst>
                <a:gd name="connsiteX0" fmla="*/ 2408 w 2407"/>
                <a:gd name="connsiteY0" fmla="*/ 1014 h 1901"/>
                <a:gd name="connsiteX1" fmla="*/ 1267 w 2407"/>
                <a:gd name="connsiteY1" fmla="*/ 1901 h 1901"/>
                <a:gd name="connsiteX2" fmla="*/ 0 w 2407"/>
                <a:gd name="connsiteY2" fmla="*/ 1014 h 1901"/>
                <a:gd name="connsiteX3" fmla="*/ 1267 w 2407"/>
                <a:gd name="connsiteY3" fmla="*/ 0 h 1901"/>
                <a:gd name="connsiteX4" fmla="*/ 2408 w 2407"/>
                <a:gd name="connsiteY4" fmla="*/ 1014 h 1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7" h="1901">
                  <a:moveTo>
                    <a:pt x="2408" y="1014"/>
                  </a:moveTo>
                  <a:lnTo>
                    <a:pt x="1267" y="1901"/>
                  </a:lnTo>
                  <a:lnTo>
                    <a:pt x="0" y="1014"/>
                  </a:lnTo>
                  <a:lnTo>
                    <a:pt x="1267" y="0"/>
                  </a:lnTo>
                  <a:lnTo>
                    <a:pt x="2408" y="101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31" name="Freeform: Shape 3830">
              <a:extLst>
                <a:ext uri="{FF2B5EF4-FFF2-40B4-BE49-F238E27FC236}">
                  <a16:creationId xmlns:a16="http://schemas.microsoft.com/office/drawing/2014/main" id="{37B8A8B5-89B2-403E-6B9B-E4A836136AE2}"/>
                </a:ext>
              </a:extLst>
            </p:cNvPr>
            <p:cNvSpPr/>
            <p:nvPr/>
          </p:nvSpPr>
          <p:spPr>
            <a:xfrm>
              <a:off x="3363193" y="637892"/>
              <a:ext cx="3422" cy="2788"/>
            </a:xfrm>
            <a:custGeom>
              <a:avLst/>
              <a:gdLst>
                <a:gd name="connsiteX0" fmla="*/ 3422 w 3422"/>
                <a:gd name="connsiteY0" fmla="*/ 1394 h 2788"/>
                <a:gd name="connsiteX1" fmla="*/ 1774 w 3422"/>
                <a:gd name="connsiteY1" fmla="*/ 2788 h 2788"/>
                <a:gd name="connsiteX2" fmla="*/ 0 w 3422"/>
                <a:gd name="connsiteY2" fmla="*/ 1394 h 2788"/>
                <a:gd name="connsiteX3" fmla="*/ 1774 w 3422"/>
                <a:gd name="connsiteY3" fmla="*/ 0 h 2788"/>
                <a:gd name="connsiteX4" fmla="*/ 3422 w 3422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22" h="2788">
                  <a:moveTo>
                    <a:pt x="3422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422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32" name="Freeform: Shape 3831">
              <a:extLst>
                <a:ext uri="{FF2B5EF4-FFF2-40B4-BE49-F238E27FC236}">
                  <a16:creationId xmlns:a16="http://schemas.microsoft.com/office/drawing/2014/main" id="{4497AC47-C102-CECF-061A-A31C6149D2C8}"/>
                </a:ext>
              </a:extLst>
            </p:cNvPr>
            <p:cNvSpPr/>
            <p:nvPr/>
          </p:nvSpPr>
          <p:spPr>
            <a:xfrm>
              <a:off x="3466863" y="574271"/>
              <a:ext cx="4182" cy="3295"/>
            </a:xfrm>
            <a:custGeom>
              <a:avLst/>
              <a:gdLst>
                <a:gd name="connsiteX0" fmla="*/ 4183 w 4182"/>
                <a:gd name="connsiteY0" fmla="*/ 1648 h 3295"/>
                <a:gd name="connsiteX1" fmla="*/ 2028 w 4182"/>
                <a:gd name="connsiteY1" fmla="*/ 3295 h 3295"/>
                <a:gd name="connsiteX2" fmla="*/ 0 w 4182"/>
                <a:gd name="connsiteY2" fmla="*/ 1648 h 3295"/>
                <a:gd name="connsiteX3" fmla="*/ 2028 w 4182"/>
                <a:gd name="connsiteY3" fmla="*/ 0 h 3295"/>
                <a:gd name="connsiteX4" fmla="*/ 4183 w 4182"/>
                <a:gd name="connsiteY4" fmla="*/ 1648 h 3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2" h="3295">
                  <a:moveTo>
                    <a:pt x="4183" y="1648"/>
                  </a:moveTo>
                  <a:lnTo>
                    <a:pt x="2028" y="3295"/>
                  </a:lnTo>
                  <a:lnTo>
                    <a:pt x="0" y="1648"/>
                  </a:lnTo>
                  <a:lnTo>
                    <a:pt x="2028" y="0"/>
                  </a:lnTo>
                  <a:lnTo>
                    <a:pt x="4183" y="164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33" name="Freeform: Shape 3832">
              <a:extLst>
                <a:ext uri="{FF2B5EF4-FFF2-40B4-BE49-F238E27FC236}">
                  <a16:creationId xmlns:a16="http://schemas.microsoft.com/office/drawing/2014/main" id="{475D1FEA-018C-FE84-C83F-49101CAC158F}"/>
                </a:ext>
              </a:extLst>
            </p:cNvPr>
            <p:cNvSpPr/>
            <p:nvPr/>
          </p:nvSpPr>
          <p:spPr>
            <a:xfrm>
              <a:off x="3572814" y="513184"/>
              <a:ext cx="4816" cy="3675"/>
            </a:xfrm>
            <a:custGeom>
              <a:avLst/>
              <a:gdLst>
                <a:gd name="connsiteX0" fmla="*/ 4816 w 4816"/>
                <a:gd name="connsiteY0" fmla="*/ 1901 h 3675"/>
                <a:gd name="connsiteX1" fmla="*/ 2408 w 4816"/>
                <a:gd name="connsiteY1" fmla="*/ 3675 h 3675"/>
                <a:gd name="connsiteX2" fmla="*/ 0 w 4816"/>
                <a:gd name="connsiteY2" fmla="*/ 1901 h 3675"/>
                <a:gd name="connsiteX3" fmla="*/ 2408 w 4816"/>
                <a:gd name="connsiteY3" fmla="*/ 0 h 3675"/>
                <a:gd name="connsiteX4" fmla="*/ 4816 w 4816"/>
                <a:gd name="connsiteY4" fmla="*/ 1901 h 3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16" h="3675">
                  <a:moveTo>
                    <a:pt x="4816" y="1901"/>
                  </a:moveTo>
                  <a:lnTo>
                    <a:pt x="2408" y="3675"/>
                  </a:lnTo>
                  <a:lnTo>
                    <a:pt x="0" y="1901"/>
                  </a:lnTo>
                  <a:lnTo>
                    <a:pt x="2408" y="0"/>
                  </a:lnTo>
                  <a:lnTo>
                    <a:pt x="4816" y="190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34" name="Freeform: Shape 3833">
              <a:extLst>
                <a:ext uri="{FF2B5EF4-FFF2-40B4-BE49-F238E27FC236}">
                  <a16:creationId xmlns:a16="http://schemas.microsoft.com/office/drawing/2014/main" id="{9BBED39E-015F-196D-E126-4B296DAF6E85}"/>
                </a:ext>
              </a:extLst>
            </p:cNvPr>
            <p:cNvSpPr/>
            <p:nvPr/>
          </p:nvSpPr>
          <p:spPr>
            <a:xfrm>
              <a:off x="3681047" y="454505"/>
              <a:ext cx="5322" cy="4182"/>
            </a:xfrm>
            <a:custGeom>
              <a:avLst/>
              <a:gdLst>
                <a:gd name="connsiteX0" fmla="*/ 5323 w 5322"/>
                <a:gd name="connsiteY0" fmla="*/ 2155 h 4182"/>
                <a:gd name="connsiteX1" fmla="*/ 2661 w 5322"/>
                <a:gd name="connsiteY1" fmla="*/ 4182 h 4182"/>
                <a:gd name="connsiteX2" fmla="*/ 0 w 5322"/>
                <a:gd name="connsiteY2" fmla="*/ 2155 h 4182"/>
                <a:gd name="connsiteX3" fmla="*/ 2661 w 5322"/>
                <a:gd name="connsiteY3" fmla="*/ 0 h 4182"/>
                <a:gd name="connsiteX4" fmla="*/ 5323 w 5322"/>
                <a:gd name="connsiteY4" fmla="*/ 2155 h 4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22" h="4182">
                  <a:moveTo>
                    <a:pt x="5323" y="2155"/>
                  </a:moveTo>
                  <a:lnTo>
                    <a:pt x="2661" y="4182"/>
                  </a:lnTo>
                  <a:lnTo>
                    <a:pt x="0" y="2155"/>
                  </a:lnTo>
                  <a:lnTo>
                    <a:pt x="2661" y="0"/>
                  </a:lnTo>
                  <a:lnTo>
                    <a:pt x="5323" y="215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35" name="Freeform: Shape 3834">
              <a:extLst>
                <a:ext uri="{FF2B5EF4-FFF2-40B4-BE49-F238E27FC236}">
                  <a16:creationId xmlns:a16="http://schemas.microsoft.com/office/drawing/2014/main" id="{0CBD3B69-91B6-AA71-39CB-0D94FC24C519}"/>
                </a:ext>
              </a:extLst>
            </p:cNvPr>
            <p:cNvSpPr/>
            <p:nvPr/>
          </p:nvSpPr>
          <p:spPr>
            <a:xfrm>
              <a:off x="3791054" y="398234"/>
              <a:ext cx="6463" cy="5069"/>
            </a:xfrm>
            <a:custGeom>
              <a:avLst/>
              <a:gdLst>
                <a:gd name="connsiteX0" fmla="*/ 6464 w 6463"/>
                <a:gd name="connsiteY0" fmla="*/ 2535 h 5069"/>
                <a:gd name="connsiteX1" fmla="*/ 3295 w 6463"/>
                <a:gd name="connsiteY1" fmla="*/ 5069 h 5069"/>
                <a:gd name="connsiteX2" fmla="*/ 0 w 6463"/>
                <a:gd name="connsiteY2" fmla="*/ 2535 h 5069"/>
                <a:gd name="connsiteX3" fmla="*/ 3295 w 6463"/>
                <a:gd name="connsiteY3" fmla="*/ 0 h 5069"/>
                <a:gd name="connsiteX4" fmla="*/ 6464 w 6463"/>
                <a:gd name="connsiteY4" fmla="*/ 2535 h 5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069">
                  <a:moveTo>
                    <a:pt x="6464" y="2535"/>
                  </a:moveTo>
                  <a:lnTo>
                    <a:pt x="3295" y="5069"/>
                  </a:lnTo>
                  <a:lnTo>
                    <a:pt x="0" y="2535"/>
                  </a:lnTo>
                  <a:lnTo>
                    <a:pt x="3295" y="0"/>
                  </a:lnTo>
                  <a:lnTo>
                    <a:pt x="6464" y="253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36" name="Freeform: Shape 3835">
              <a:extLst>
                <a:ext uri="{FF2B5EF4-FFF2-40B4-BE49-F238E27FC236}">
                  <a16:creationId xmlns:a16="http://schemas.microsoft.com/office/drawing/2014/main" id="{D4003F8C-BA2E-CC8C-0F6F-E7168819E727}"/>
                </a:ext>
              </a:extLst>
            </p:cNvPr>
            <p:cNvSpPr/>
            <p:nvPr/>
          </p:nvSpPr>
          <p:spPr>
            <a:xfrm>
              <a:off x="3902961" y="344372"/>
              <a:ext cx="7857" cy="6210"/>
            </a:xfrm>
            <a:custGeom>
              <a:avLst/>
              <a:gdLst>
                <a:gd name="connsiteX0" fmla="*/ 7858 w 7857"/>
                <a:gd name="connsiteY0" fmla="*/ 3042 h 6210"/>
                <a:gd name="connsiteX1" fmla="*/ 3929 w 7857"/>
                <a:gd name="connsiteY1" fmla="*/ 6210 h 6210"/>
                <a:gd name="connsiteX2" fmla="*/ 0 w 7857"/>
                <a:gd name="connsiteY2" fmla="*/ 3042 h 6210"/>
                <a:gd name="connsiteX3" fmla="*/ 3929 w 7857"/>
                <a:gd name="connsiteY3" fmla="*/ 0 h 6210"/>
                <a:gd name="connsiteX4" fmla="*/ 7858 w 7857"/>
                <a:gd name="connsiteY4" fmla="*/ 3042 h 6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57" h="6210">
                  <a:moveTo>
                    <a:pt x="7858" y="3042"/>
                  </a:moveTo>
                  <a:lnTo>
                    <a:pt x="3929" y="6210"/>
                  </a:lnTo>
                  <a:lnTo>
                    <a:pt x="0" y="3042"/>
                  </a:lnTo>
                  <a:lnTo>
                    <a:pt x="3929" y="0"/>
                  </a:lnTo>
                  <a:lnTo>
                    <a:pt x="7858" y="30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37" name="Freeform: Shape 3836">
              <a:extLst>
                <a:ext uri="{FF2B5EF4-FFF2-40B4-BE49-F238E27FC236}">
                  <a16:creationId xmlns:a16="http://schemas.microsoft.com/office/drawing/2014/main" id="{43E8F264-2DE7-054B-238B-3BE9A15CEB82}"/>
                </a:ext>
              </a:extLst>
            </p:cNvPr>
            <p:cNvSpPr/>
            <p:nvPr/>
          </p:nvSpPr>
          <p:spPr>
            <a:xfrm>
              <a:off x="4017150" y="293424"/>
              <a:ext cx="8491" cy="6717"/>
            </a:xfrm>
            <a:custGeom>
              <a:avLst/>
              <a:gdLst>
                <a:gd name="connsiteX0" fmla="*/ 8491 w 8491"/>
                <a:gd name="connsiteY0" fmla="*/ 3295 h 6717"/>
                <a:gd name="connsiteX1" fmla="*/ 4182 w 8491"/>
                <a:gd name="connsiteY1" fmla="*/ 6717 h 6717"/>
                <a:gd name="connsiteX2" fmla="*/ 0 w 8491"/>
                <a:gd name="connsiteY2" fmla="*/ 3295 h 6717"/>
                <a:gd name="connsiteX3" fmla="*/ 4182 w 8491"/>
                <a:gd name="connsiteY3" fmla="*/ 0 h 6717"/>
                <a:gd name="connsiteX4" fmla="*/ 8491 w 8491"/>
                <a:gd name="connsiteY4" fmla="*/ 3295 h 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91" h="6717">
                  <a:moveTo>
                    <a:pt x="8491" y="3295"/>
                  </a:moveTo>
                  <a:lnTo>
                    <a:pt x="4182" y="6717"/>
                  </a:lnTo>
                  <a:lnTo>
                    <a:pt x="0" y="3295"/>
                  </a:lnTo>
                  <a:lnTo>
                    <a:pt x="4182" y="0"/>
                  </a:lnTo>
                  <a:lnTo>
                    <a:pt x="8491" y="32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38" name="Freeform: Shape 3837">
              <a:extLst>
                <a:ext uri="{FF2B5EF4-FFF2-40B4-BE49-F238E27FC236}">
                  <a16:creationId xmlns:a16="http://schemas.microsoft.com/office/drawing/2014/main" id="{F070DC13-5253-47FE-8409-541955466816}"/>
                </a:ext>
              </a:extLst>
            </p:cNvPr>
            <p:cNvSpPr/>
            <p:nvPr/>
          </p:nvSpPr>
          <p:spPr>
            <a:xfrm>
              <a:off x="4132734" y="244884"/>
              <a:ext cx="9885" cy="7730"/>
            </a:xfrm>
            <a:custGeom>
              <a:avLst/>
              <a:gdLst>
                <a:gd name="connsiteX0" fmla="*/ 9885 w 9885"/>
                <a:gd name="connsiteY0" fmla="*/ 3929 h 7730"/>
                <a:gd name="connsiteX1" fmla="*/ 4943 w 9885"/>
                <a:gd name="connsiteY1" fmla="*/ 7731 h 7730"/>
                <a:gd name="connsiteX2" fmla="*/ 0 w 9885"/>
                <a:gd name="connsiteY2" fmla="*/ 3929 h 7730"/>
                <a:gd name="connsiteX3" fmla="*/ 4943 w 9885"/>
                <a:gd name="connsiteY3" fmla="*/ 0 h 7730"/>
                <a:gd name="connsiteX4" fmla="*/ 9885 w 9885"/>
                <a:gd name="connsiteY4" fmla="*/ 3929 h 7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85" h="7730">
                  <a:moveTo>
                    <a:pt x="9885" y="3929"/>
                  </a:moveTo>
                  <a:lnTo>
                    <a:pt x="4943" y="7731"/>
                  </a:lnTo>
                  <a:lnTo>
                    <a:pt x="0" y="3929"/>
                  </a:lnTo>
                  <a:lnTo>
                    <a:pt x="4943" y="0"/>
                  </a:lnTo>
                  <a:lnTo>
                    <a:pt x="9885" y="392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39" name="Freeform: Shape 3838">
              <a:extLst>
                <a:ext uri="{FF2B5EF4-FFF2-40B4-BE49-F238E27FC236}">
                  <a16:creationId xmlns:a16="http://schemas.microsoft.com/office/drawing/2014/main" id="{47EBFF60-30A3-E38C-9660-F0C47D938EC4}"/>
                </a:ext>
              </a:extLst>
            </p:cNvPr>
            <p:cNvSpPr/>
            <p:nvPr/>
          </p:nvSpPr>
          <p:spPr>
            <a:xfrm>
              <a:off x="4250345" y="199259"/>
              <a:ext cx="10645" cy="8364"/>
            </a:xfrm>
            <a:custGeom>
              <a:avLst/>
              <a:gdLst>
                <a:gd name="connsiteX0" fmla="*/ 10646 w 10645"/>
                <a:gd name="connsiteY0" fmla="*/ 4182 h 8364"/>
                <a:gd name="connsiteX1" fmla="*/ 5323 w 10645"/>
                <a:gd name="connsiteY1" fmla="*/ 8365 h 8364"/>
                <a:gd name="connsiteX2" fmla="*/ 0 w 10645"/>
                <a:gd name="connsiteY2" fmla="*/ 4182 h 8364"/>
                <a:gd name="connsiteX3" fmla="*/ 5323 w 10645"/>
                <a:gd name="connsiteY3" fmla="*/ 0 h 8364"/>
                <a:gd name="connsiteX4" fmla="*/ 10646 w 10645"/>
                <a:gd name="connsiteY4" fmla="*/ 4182 h 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45" h="8364">
                  <a:moveTo>
                    <a:pt x="10646" y="4182"/>
                  </a:moveTo>
                  <a:lnTo>
                    <a:pt x="5323" y="8365"/>
                  </a:lnTo>
                  <a:lnTo>
                    <a:pt x="0" y="4182"/>
                  </a:lnTo>
                  <a:lnTo>
                    <a:pt x="5323" y="0"/>
                  </a:lnTo>
                  <a:lnTo>
                    <a:pt x="10646" y="41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40" name="Freeform: Shape 3839">
              <a:extLst>
                <a:ext uri="{FF2B5EF4-FFF2-40B4-BE49-F238E27FC236}">
                  <a16:creationId xmlns:a16="http://schemas.microsoft.com/office/drawing/2014/main" id="{69055509-216D-12B5-AC7D-1EBA5FE42AE0}"/>
                </a:ext>
              </a:extLst>
            </p:cNvPr>
            <p:cNvSpPr/>
            <p:nvPr/>
          </p:nvSpPr>
          <p:spPr>
            <a:xfrm>
              <a:off x="4369730" y="156422"/>
              <a:ext cx="11152" cy="8871"/>
            </a:xfrm>
            <a:custGeom>
              <a:avLst/>
              <a:gdLst>
                <a:gd name="connsiteX0" fmla="*/ 11153 w 11152"/>
                <a:gd name="connsiteY0" fmla="*/ 4436 h 8871"/>
                <a:gd name="connsiteX1" fmla="*/ 5576 w 11152"/>
                <a:gd name="connsiteY1" fmla="*/ 8872 h 8871"/>
                <a:gd name="connsiteX2" fmla="*/ 0 w 11152"/>
                <a:gd name="connsiteY2" fmla="*/ 4436 h 8871"/>
                <a:gd name="connsiteX3" fmla="*/ 5576 w 11152"/>
                <a:gd name="connsiteY3" fmla="*/ 0 h 8871"/>
                <a:gd name="connsiteX4" fmla="*/ 11153 w 11152"/>
                <a:gd name="connsiteY4" fmla="*/ 4436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52" h="8871">
                  <a:moveTo>
                    <a:pt x="11153" y="4436"/>
                  </a:moveTo>
                  <a:lnTo>
                    <a:pt x="5576" y="8872"/>
                  </a:lnTo>
                  <a:lnTo>
                    <a:pt x="0" y="4436"/>
                  </a:lnTo>
                  <a:lnTo>
                    <a:pt x="5576" y="0"/>
                  </a:lnTo>
                  <a:lnTo>
                    <a:pt x="11153" y="44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41" name="Freeform: Shape 3840">
              <a:extLst>
                <a:ext uri="{FF2B5EF4-FFF2-40B4-BE49-F238E27FC236}">
                  <a16:creationId xmlns:a16="http://schemas.microsoft.com/office/drawing/2014/main" id="{5A7E1B71-DB7D-931B-19C1-D7738E985C6C}"/>
                </a:ext>
              </a:extLst>
            </p:cNvPr>
            <p:cNvSpPr/>
            <p:nvPr/>
          </p:nvSpPr>
          <p:spPr>
            <a:xfrm>
              <a:off x="4490129" y="116120"/>
              <a:ext cx="12546" cy="9885"/>
            </a:xfrm>
            <a:custGeom>
              <a:avLst/>
              <a:gdLst>
                <a:gd name="connsiteX0" fmla="*/ 12547 w 12546"/>
                <a:gd name="connsiteY0" fmla="*/ 4943 h 9885"/>
                <a:gd name="connsiteX1" fmla="*/ 6337 w 12546"/>
                <a:gd name="connsiteY1" fmla="*/ 9885 h 9885"/>
                <a:gd name="connsiteX2" fmla="*/ 0 w 12546"/>
                <a:gd name="connsiteY2" fmla="*/ 4943 h 9885"/>
                <a:gd name="connsiteX3" fmla="*/ 6337 w 12546"/>
                <a:gd name="connsiteY3" fmla="*/ 0 h 9885"/>
                <a:gd name="connsiteX4" fmla="*/ 12547 w 12546"/>
                <a:gd name="connsiteY4" fmla="*/ 4943 h 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46" h="9885">
                  <a:moveTo>
                    <a:pt x="12547" y="4943"/>
                  </a:moveTo>
                  <a:lnTo>
                    <a:pt x="6337" y="9885"/>
                  </a:lnTo>
                  <a:lnTo>
                    <a:pt x="0" y="4943"/>
                  </a:lnTo>
                  <a:lnTo>
                    <a:pt x="6337" y="0"/>
                  </a:lnTo>
                  <a:lnTo>
                    <a:pt x="12547" y="494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42" name="Freeform: Shape 3841">
              <a:extLst>
                <a:ext uri="{FF2B5EF4-FFF2-40B4-BE49-F238E27FC236}">
                  <a16:creationId xmlns:a16="http://schemas.microsoft.com/office/drawing/2014/main" id="{218CFFE0-4E44-7DE4-E734-323C831CB06F}"/>
                </a:ext>
              </a:extLst>
            </p:cNvPr>
            <p:cNvSpPr/>
            <p:nvPr/>
          </p:nvSpPr>
          <p:spPr>
            <a:xfrm>
              <a:off x="4612302" y="78733"/>
              <a:ext cx="13307" cy="10645"/>
            </a:xfrm>
            <a:custGeom>
              <a:avLst/>
              <a:gdLst>
                <a:gd name="connsiteX0" fmla="*/ 13308 w 13307"/>
                <a:gd name="connsiteY0" fmla="*/ 5323 h 10645"/>
                <a:gd name="connsiteX1" fmla="*/ 6717 w 13307"/>
                <a:gd name="connsiteY1" fmla="*/ 10646 h 10645"/>
                <a:gd name="connsiteX2" fmla="*/ 0 w 13307"/>
                <a:gd name="connsiteY2" fmla="*/ 5323 h 10645"/>
                <a:gd name="connsiteX3" fmla="*/ 6717 w 13307"/>
                <a:gd name="connsiteY3" fmla="*/ 0 h 10645"/>
                <a:gd name="connsiteX4" fmla="*/ 13308 w 13307"/>
                <a:gd name="connsiteY4" fmla="*/ 5323 h 1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07" h="10645">
                  <a:moveTo>
                    <a:pt x="13308" y="5323"/>
                  </a:moveTo>
                  <a:cubicBezTo>
                    <a:pt x="13308" y="8238"/>
                    <a:pt x="10392" y="10646"/>
                    <a:pt x="6717" y="10646"/>
                  </a:cubicBezTo>
                  <a:cubicBezTo>
                    <a:pt x="3042" y="10646"/>
                    <a:pt x="0" y="8238"/>
                    <a:pt x="0" y="5323"/>
                  </a:cubicBezTo>
                  <a:cubicBezTo>
                    <a:pt x="0" y="2408"/>
                    <a:pt x="3042" y="0"/>
                    <a:pt x="6717" y="0"/>
                  </a:cubicBezTo>
                  <a:cubicBezTo>
                    <a:pt x="10392" y="0"/>
                    <a:pt x="13308" y="2408"/>
                    <a:pt x="13308" y="532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43" name="Freeform: Shape 3842">
              <a:extLst>
                <a:ext uri="{FF2B5EF4-FFF2-40B4-BE49-F238E27FC236}">
                  <a16:creationId xmlns:a16="http://schemas.microsoft.com/office/drawing/2014/main" id="{CF764A44-519C-1020-F82A-E41E155E4244}"/>
                </a:ext>
              </a:extLst>
            </p:cNvPr>
            <p:cNvSpPr/>
            <p:nvPr/>
          </p:nvSpPr>
          <p:spPr>
            <a:xfrm>
              <a:off x="4735870" y="44388"/>
              <a:ext cx="13941" cy="11152"/>
            </a:xfrm>
            <a:custGeom>
              <a:avLst/>
              <a:gdLst>
                <a:gd name="connsiteX0" fmla="*/ 13941 w 13941"/>
                <a:gd name="connsiteY0" fmla="*/ 5576 h 11152"/>
                <a:gd name="connsiteX1" fmla="*/ 6971 w 13941"/>
                <a:gd name="connsiteY1" fmla="*/ 11153 h 11152"/>
                <a:gd name="connsiteX2" fmla="*/ 0 w 13941"/>
                <a:gd name="connsiteY2" fmla="*/ 5576 h 11152"/>
                <a:gd name="connsiteX3" fmla="*/ 6971 w 13941"/>
                <a:gd name="connsiteY3" fmla="*/ 0 h 11152"/>
                <a:gd name="connsiteX4" fmla="*/ 13941 w 13941"/>
                <a:gd name="connsiteY4" fmla="*/ 5576 h 11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1" h="11152">
                  <a:moveTo>
                    <a:pt x="13941" y="5576"/>
                  </a:moveTo>
                  <a:cubicBezTo>
                    <a:pt x="13941" y="8618"/>
                    <a:pt x="10773" y="11153"/>
                    <a:pt x="6971" y="11153"/>
                  </a:cubicBezTo>
                  <a:cubicBezTo>
                    <a:pt x="3168" y="11153"/>
                    <a:pt x="0" y="8745"/>
                    <a:pt x="0" y="5576"/>
                  </a:cubicBezTo>
                  <a:cubicBezTo>
                    <a:pt x="0" y="2408"/>
                    <a:pt x="3168" y="0"/>
                    <a:pt x="6971" y="0"/>
                  </a:cubicBezTo>
                  <a:cubicBezTo>
                    <a:pt x="10773" y="0"/>
                    <a:pt x="13941" y="2408"/>
                    <a:pt x="13941" y="55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44" name="Freeform: Shape 3843">
              <a:extLst>
                <a:ext uri="{FF2B5EF4-FFF2-40B4-BE49-F238E27FC236}">
                  <a16:creationId xmlns:a16="http://schemas.microsoft.com/office/drawing/2014/main" id="{B0AC3B22-6334-35A0-2B19-797529C566E6}"/>
                </a:ext>
              </a:extLst>
            </p:cNvPr>
            <p:cNvSpPr/>
            <p:nvPr/>
          </p:nvSpPr>
          <p:spPr>
            <a:xfrm>
              <a:off x="7563096" y="37797"/>
              <a:ext cx="30669" cy="24333"/>
            </a:xfrm>
            <a:custGeom>
              <a:avLst/>
              <a:gdLst>
                <a:gd name="connsiteX0" fmla="*/ 30670 w 30669"/>
                <a:gd name="connsiteY0" fmla="*/ 12167 h 24333"/>
                <a:gd name="connsiteX1" fmla="*/ 15335 w 30669"/>
                <a:gd name="connsiteY1" fmla="*/ 24333 h 24333"/>
                <a:gd name="connsiteX2" fmla="*/ 0 w 30669"/>
                <a:gd name="connsiteY2" fmla="*/ 12167 h 24333"/>
                <a:gd name="connsiteX3" fmla="*/ 15335 w 30669"/>
                <a:gd name="connsiteY3" fmla="*/ 0 h 24333"/>
                <a:gd name="connsiteX4" fmla="*/ 30670 w 30669"/>
                <a:gd name="connsiteY4" fmla="*/ 12167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9" h="24333">
                  <a:moveTo>
                    <a:pt x="30670" y="12167"/>
                  </a:moveTo>
                  <a:cubicBezTo>
                    <a:pt x="30670" y="18884"/>
                    <a:pt x="23826" y="24333"/>
                    <a:pt x="15335" y="24333"/>
                  </a:cubicBezTo>
                  <a:cubicBezTo>
                    <a:pt x="6843" y="24333"/>
                    <a:pt x="0" y="18884"/>
                    <a:pt x="0" y="12167"/>
                  </a:cubicBezTo>
                  <a:cubicBezTo>
                    <a:pt x="0" y="5450"/>
                    <a:pt x="6843" y="0"/>
                    <a:pt x="15335" y="0"/>
                  </a:cubicBezTo>
                  <a:cubicBezTo>
                    <a:pt x="23826" y="0"/>
                    <a:pt x="30670" y="5450"/>
                    <a:pt x="30670" y="121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45" name="Freeform: Shape 3844">
              <a:extLst>
                <a:ext uri="{FF2B5EF4-FFF2-40B4-BE49-F238E27FC236}">
                  <a16:creationId xmlns:a16="http://schemas.microsoft.com/office/drawing/2014/main" id="{09986F59-0765-CD7B-9823-281646B723EF}"/>
                </a:ext>
              </a:extLst>
            </p:cNvPr>
            <p:cNvSpPr/>
            <p:nvPr/>
          </p:nvSpPr>
          <p:spPr>
            <a:xfrm>
              <a:off x="7686537" y="71636"/>
              <a:ext cx="31430" cy="24840"/>
            </a:xfrm>
            <a:custGeom>
              <a:avLst/>
              <a:gdLst>
                <a:gd name="connsiteX0" fmla="*/ 31430 w 31430"/>
                <a:gd name="connsiteY0" fmla="*/ 12420 h 24840"/>
                <a:gd name="connsiteX1" fmla="*/ 15715 w 31430"/>
                <a:gd name="connsiteY1" fmla="*/ 24840 h 24840"/>
                <a:gd name="connsiteX2" fmla="*/ 0 w 31430"/>
                <a:gd name="connsiteY2" fmla="*/ 12420 h 24840"/>
                <a:gd name="connsiteX3" fmla="*/ 15715 w 31430"/>
                <a:gd name="connsiteY3" fmla="*/ 0 h 24840"/>
                <a:gd name="connsiteX4" fmla="*/ 31430 w 31430"/>
                <a:gd name="connsiteY4" fmla="*/ 12420 h 2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30" h="24840">
                  <a:moveTo>
                    <a:pt x="31430" y="12420"/>
                  </a:moveTo>
                  <a:cubicBezTo>
                    <a:pt x="31430" y="19264"/>
                    <a:pt x="24333" y="24840"/>
                    <a:pt x="15715" y="24840"/>
                  </a:cubicBezTo>
                  <a:cubicBezTo>
                    <a:pt x="7097" y="24840"/>
                    <a:pt x="0" y="19264"/>
                    <a:pt x="0" y="12420"/>
                  </a:cubicBezTo>
                  <a:cubicBezTo>
                    <a:pt x="0" y="5576"/>
                    <a:pt x="6970" y="0"/>
                    <a:pt x="15715" y="0"/>
                  </a:cubicBezTo>
                  <a:cubicBezTo>
                    <a:pt x="24460" y="0"/>
                    <a:pt x="31430" y="5576"/>
                    <a:pt x="31430" y="1242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46" name="Freeform: Shape 3845">
              <a:extLst>
                <a:ext uri="{FF2B5EF4-FFF2-40B4-BE49-F238E27FC236}">
                  <a16:creationId xmlns:a16="http://schemas.microsoft.com/office/drawing/2014/main" id="{35A0BC6A-8260-5667-8BBE-B0C883A4A5A7}"/>
                </a:ext>
              </a:extLst>
            </p:cNvPr>
            <p:cNvSpPr/>
            <p:nvPr/>
          </p:nvSpPr>
          <p:spPr>
            <a:xfrm>
              <a:off x="7808711" y="108263"/>
              <a:ext cx="32190" cy="25600"/>
            </a:xfrm>
            <a:custGeom>
              <a:avLst/>
              <a:gdLst>
                <a:gd name="connsiteX0" fmla="*/ 32191 w 32190"/>
                <a:gd name="connsiteY0" fmla="*/ 12800 h 25600"/>
                <a:gd name="connsiteX1" fmla="*/ 16095 w 32190"/>
                <a:gd name="connsiteY1" fmla="*/ 25601 h 25600"/>
                <a:gd name="connsiteX2" fmla="*/ 0 w 32190"/>
                <a:gd name="connsiteY2" fmla="*/ 12800 h 25600"/>
                <a:gd name="connsiteX3" fmla="*/ 16095 w 32190"/>
                <a:gd name="connsiteY3" fmla="*/ 0 h 25600"/>
                <a:gd name="connsiteX4" fmla="*/ 32191 w 32190"/>
                <a:gd name="connsiteY4" fmla="*/ 12800 h 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90" h="25600">
                  <a:moveTo>
                    <a:pt x="32191" y="12800"/>
                  </a:moveTo>
                  <a:cubicBezTo>
                    <a:pt x="32191" y="19898"/>
                    <a:pt x="24967" y="25601"/>
                    <a:pt x="16095" y="25601"/>
                  </a:cubicBezTo>
                  <a:cubicBezTo>
                    <a:pt x="7224" y="25601"/>
                    <a:pt x="0" y="19898"/>
                    <a:pt x="0" y="12800"/>
                  </a:cubicBezTo>
                  <a:cubicBezTo>
                    <a:pt x="0" y="5703"/>
                    <a:pt x="7224" y="0"/>
                    <a:pt x="16095" y="0"/>
                  </a:cubicBezTo>
                  <a:cubicBezTo>
                    <a:pt x="24967" y="0"/>
                    <a:pt x="32191" y="5703"/>
                    <a:pt x="32191" y="1280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47" name="Freeform: Shape 3846">
              <a:extLst>
                <a:ext uri="{FF2B5EF4-FFF2-40B4-BE49-F238E27FC236}">
                  <a16:creationId xmlns:a16="http://schemas.microsoft.com/office/drawing/2014/main" id="{0A6AF94E-5AF0-8AC8-AF58-2A26AECD634E}"/>
                </a:ext>
              </a:extLst>
            </p:cNvPr>
            <p:cNvSpPr/>
            <p:nvPr/>
          </p:nvSpPr>
          <p:spPr>
            <a:xfrm>
              <a:off x="7929870" y="148058"/>
              <a:ext cx="32190" cy="25600"/>
            </a:xfrm>
            <a:custGeom>
              <a:avLst/>
              <a:gdLst>
                <a:gd name="connsiteX0" fmla="*/ 32191 w 32190"/>
                <a:gd name="connsiteY0" fmla="*/ 12800 h 25600"/>
                <a:gd name="connsiteX1" fmla="*/ 16095 w 32190"/>
                <a:gd name="connsiteY1" fmla="*/ 25601 h 25600"/>
                <a:gd name="connsiteX2" fmla="*/ 0 w 32190"/>
                <a:gd name="connsiteY2" fmla="*/ 12800 h 25600"/>
                <a:gd name="connsiteX3" fmla="*/ 16095 w 32190"/>
                <a:gd name="connsiteY3" fmla="*/ 0 h 25600"/>
                <a:gd name="connsiteX4" fmla="*/ 32191 w 32190"/>
                <a:gd name="connsiteY4" fmla="*/ 12800 h 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90" h="25600">
                  <a:moveTo>
                    <a:pt x="32191" y="12800"/>
                  </a:moveTo>
                  <a:cubicBezTo>
                    <a:pt x="32191" y="19898"/>
                    <a:pt x="24967" y="25601"/>
                    <a:pt x="16095" y="25601"/>
                  </a:cubicBezTo>
                  <a:cubicBezTo>
                    <a:pt x="7224" y="25601"/>
                    <a:pt x="0" y="19898"/>
                    <a:pt x="0" y="12800"/>
                  </a:cubicBezTo>
                  <a:cubicBezTo>
                    <a:pt x="0" y="5703"/>
                    <a:pt x="7224" y="0"/>
                    <a:pt x="16095" y="0"/>
                  </a:cubicBezTo>
                  <a:cubicBezTo>
                    <a:pt x="24967" y="0"/>
                    <a:pt x="32191" y="5703"/>
                    <a:pt x="32191" y="1280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48" name="Freeform: Shape 3847">
              <a:extLst>
                <a:ext uri="{FF2B5EF4-FFF2-40B4-BE49-F238E27FC236}">
                  <a16:creationId xmlns:a16="http://schemas.microsoft.com/office/drawing/2014/main" id="{896137EE-E927-15DA-9CB7-3251CCED0502}"/>
                </a:ext>
              </a:extLst>
            </p:cNvPr>
            <p:cNvSpPr/>
            <p:nvPr/>
          </p:nvSpPr>
          <p:spPr>
            <a:xfrm>
              <a:off x="8049128" y="190387"/>
              <a:ext cx="32951" cy="26107"/>
            </a:xfrm>
            <a:custGeom>
              <a:avLst/>
              <a:gdLst>
                <a:gd name="connsiteX0" fmla="*/ 32952 w 32951"/>
                <a:gd name="connsiteY0" fmla="*/ 13054 h 26107"/>
                <a:gd name="connsiteX1" fmla="*/ 16476 w 32951"/>
                <a:gd name="connsiteY1" fmla="*/ 26108 h 26107"/>
                <a:gd name="connsiteX2" fmla="*/ 0 w 32951"/>
                <a:gd name="connsiteY2" fmla="*/ 13054 h 26107"/>
                <a:gd name="connsiteX3" fmla="*/ 16476 w 32951"/>
                <a:gd name="connsiteY3" fmla="*/ 0 h 26107"/>
                <a:gd name="connsiteX4" fmla="*/ 32952 w 32951"/>
                <a:gd name="connsiteY4" fmla="*/ 13054 h 2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951" h="26107">
                  <a:moveTo>
                    <a:pt x="32952" y="13054"/>
                  </a:moveTo>
                  <a:cubicBezTo>
                    <a:pt x="32952" y="20278"/>
                    <a:pt x="25601" y="26108"/>
                    <a:pt x="16476" y="26108"/>
                  </a:cubicBezTo>
                  <a:cubicBezTo>
                    <a:pt x="7351" y="26108"/>
                    <a:pt x="0" y="20278"/>
                    <a:pt x="0" y="13054"/>
                  </a:cubicBezTo>
                  <a:cubicBezTo>
                    <a:pt x="0" y="5830"/>
                    <a:pt x="7351" y="0"/>
                    <a:pt x="16476" y="0"/>
                  </a:cubicBezTo>
                  <a:cubicBezTo>
                    <a:pt x="25601" y="0"/>
                    <a:pt x="32952" y="5830"/>
                    <a:pt x="32952" y="1305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49" name="Freeform: Shape 3848">
              <a:extLst>
                <a:ext uri="{FF2B5EF4-FFF2-40B4-BE49-F238E27FC236}">
                  <a16:creationId xmlns:a16="http://schemas.microsoft.com/office/drawing/2014/main" id="{85D28390-9CF3-3B84-2A93-F1E9A5CB671D}"/>
                </a:ext>
              </a:extLst>
            </p:cNvPr>
            <p:cNvSpPr/>
            <p:nvPr/>
          </p:nvSpPr>
          <p:spPr>
            <a:xfrm>
              <a:off x="8166740" y="235379"/>
              <a:ext cx="33711" cy="26868"/>
            </a:xfrm>
            <a:custGeom>
              <a:avLst/>
              <a:gdLst>
                <a:gd name="connsiteX0" fmla="*/ 33711 w 33711"/>
                <a:gd name="connsiteY0" fmla="*/ 13434 h 26868"/>
                <a:gd name="connsiteX1" fmla="*/ 16855 w 33711"/>
                <a:gd name="connsiteY1" fmla="*/ 26868 h 26868"/>
                <a:gd name="connsiteX2" fmla="*/ 0 w 33711"/>
                <a:gd name="connsiteY2" fmla="*/ 13434 h 26868"/>
                <a:gd name="connsiteX3" fmla="*/ 16855 w 33711"/>
                <a:gd name="connsiteY3" fmla="*/ 0 h 26868"/>
                <a:gd name="connsiteX4" fmla="*/ 33711 w 33711"/>
                <a:gd name="connsiteY4" fmla="*/ 13434 h 26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1" h="26868">
                  <a:moveTo>
                    <a:pt x="33711" y="13434"/>
                  </a:moveTo>
                  <a:cubicBezTo>
                    <a:pt x="33711" y="20785"/>
                    <a:pt x="26234" y="26868"/>
                    <a:pt x="16855" y="26868"/>
                  </a:cubicBezTo>
                  <a:cubicBezTo>
                    <a:pt x="7477" y="26868"/>
                    <a:pt x="0" y="20911"/>
                    <a:pt x="0" y="13434"/>
                  </a:cubicBezTo>
                  <a:cubicBezTo>
                    <a:pt x="0" y="5957"/>
                    <a:pt x="7604" y="0"/>
                    <a:pt x="16855" y="0"/>
                  </a:cubicBezTo>
                  <a:cubicBezTo>
                    <a:pt x="26108" y="0"/>
                    <a:pt x="33711" y="5957"/>
                    <a:pt x="33711" y="1343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50" name="Freeform: Shape 3849">
              <a:extLst>
                <a:ext uri="{FF2B5EF4-FFF2-40B4-BE49-F238E27FC236}">
                  <a16:creationId xmlns:a16="http://schemas.microsoft.com/office/drawing/2014/main" id="{09CB6B02-3A1B-4C43-17D4-848B00F069DC}"/>
                </a:ext>
              </a:extLst>
            </p:cNvPr>
            <p:cNvSpPr/>
            <p:nvPr/>
          </p:nvSpPr>
          <p:spPr>
            <a:xfrm>
              <a:off x="8283083" y="283285"/>
              <a:ext cx="33711" cy="26868"/>
            </a:xfrm>
            <a:custGeom>
              <a:avLst/>
              <a:gdLst>
                <a:gd name="connsiteX0" fmla="*/ 33711 w 33711"/>
                <a:gd name="connsiteY0" fmla="*/ 13434 h 26868"/>
                <a:gd name="connsiteX1" fmla="*/ 16856 w 33711"/>
                <a:gd name="connsiteY1" fmla="*/ 26868 h 26868"/>
                <a:gd name="connsiteX2" fmla="*/ 0 w 33711"/>
                <a:gd name="connsiteY2" fmla="*/ 13434 h 26868"/>
                <a:gd name="connsiteX3" fmla="*/ 16856 w 33711"/>
                <a:gd name="connsiteY3" fmla="*/ 0 h 26868"/>
                <a:gd name="connsiteX4" fmla="*/ 33711 w 33711"/>
                <a:gd name="connsiteY4" fmla="*/ 13434 h 26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1" h="26868">
                  <a:moveTo>
                    <a:pt x="33711" y="13434"/>
                  </a:moveTo>
                  <a:cubicBezTo>
                    <a:pt x="33711" y="20785"/>
                    <a:pt x="26108" y="26868"/>
                    <a:pt x="16856" y="26868"/>
                  </a:cubicBezTo>
                  <a:cubicBezTo>
                    <a:pt x="7604" y="26868"/>
                    <a:pt x="0" y="20911"/>
                    <a:pt x="0" y="13434"/>
                  </a:cubicBezTo>
                  <a:cubicBezTo>
                    <a:pt x="0" y="5957"/>
                    <a:pt x="7477" y="0"/>
                    <a:pt x="16856" y="0"/>
                  </a:cubicBezTo>
                  <a:cubicBezTo>
                    <a:pt x="26234" y="0"/>
                    <a:pt x="33711" y="5957"/>
                    <a:pt x="33711" y="1343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51" name="Freeform: Shape 3850">
              <a:extLst>
                <a:ext uri="{FF2B5EF4-FFF2-40B4-BE49-F238E27FC236}">
                  <a16:creationId xmlns:a16="http://schemas.microsoft.com/office/drawing/2014/main" id="{81B95081-D118-29F4-7E03-074A6052BF6C}"/>
                </a:ext>
              </a:extLst>
            </p:cNvPr>
            <p:cNvSpPr/>
            <p:nvPr/>
          </p:nvSpPr>
          <p:spPr>
            <a:xfrm>
              <a:off x="8397146" y="333726"/>
              <a:ext cx="34471" cy="27374"/>
            </a:xfrm>
            <a:custGeom>
              <a:avLst/>
              <a:gdLst>
                <a:gd name="connsiteX0" fmla="*/ 34472 w 34471"/>
                <a:gd name="connsiteY0" fmla="*/ 13687 h 27374"/>
                <a:gd name="connsiteX1" fmla="*/ 17236 w 34471"/>
                <a:gd name="connsiteY1" fmla="*/ 27375 h 27374"/>
                <a:gd name="connsiteX2" fmla="*/ 0 w 34471"/>
                <a:gd name="connsiteY2" fmla="*/ 13687 h 27374"/>
                <a:gd name="connsiteX3" fmla="*/ 17236 w 34471"/>
                <a:gd name="connsiteY3" fmla="*/ 0 h 27374"/>
                <a:gd name="connsiteX4" fmla="*/ 34472 w 34471"/>
                <a:gd name="connsiteY4" fmla="*/ 13687 h 27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471" h="27374">
                  <a:moveTo>
                    <a:pt x="34472" y="13687"/>
                  </a:moveTo>
                  <a:cubicBezTo>
                    <a:pt x="34472" y="21292"/>
                    <a:pt x="26741" y="27375"/>
                    <a:pt x="17236" y="27375"/>
                  </a:cubicBezTo>
                  <a:cubicBezTo>
                    <a:pt x="7731" y="27375"/>
                    <a:pt x="0" y="21165"/>
                    <a:pt x="0" y="13687"/>
                  </a:cubicBezTo>
                  <a:cubicBezTo>
                    <a:pt x="0" y="6210"/>
                    <a:pt x="7731" y="0"/>
                    <a:pt x="17236" y="0"/>
                  </a:cubicBezTo>
                  <a:cubicBezTo>
                    <a:pt x="26741" y="0"/>
                    <a:pt x="34472" y="6083"/>
                    <a:pt x="34472" y="1368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52" name="Freeform: Shape 3851">
              <a:extLst>
                <a:ext uri="{FF2B5EF4-FFF2-40B4-BE49-F238E27FC236}">
                  <a16:creationId xmlns:a16="http://schemas.microsoft.com/office/drawing/2014/main" id="{8BC4F8EF-DCD0-947A-695D-E2DA7EBAA674}"/>
                </a:ext>
              </a:extLst>
            </p:cNvPr>
            <p:cNvSpPr/>
            <p:nvPr/>
          </p:nvSpPr>
          <p:spPr>
            <a:xfrm>
              <a:off x="8509814" y="387082"/>
              <a:ext cx="34471" cy="27374"/>
            </a:xfrm>
            <a:custGeom>
              <a:avLst/>
              <a:gdLst>
                <a:gd name="connsiteX0" fmla="*/ 34472 w 34471"/>
                <a:gd name="connsiteY0" fmla="*/ 13687 h 27374"/>
                <a:gd name="connsiteX1" fmla="*/ 17236 w 34471"/>
                <a:gd name="connsiteY1" fmla="*/ 27375 h 27374"/>
                <a:gd name="connsiteX2" fmla="*/ 0 w 34471"/>
                <a:gd name="connsiteY2" fmla="*/ 13687 h 27374"/>
                <a:gd name="connsiteX3" fmla="*/ 17236 w 34471"/>
                <a:gd name="connsiteY3" fmla="*/ 0 h 27374"/>
                <a:gd name="connsiteX4" fmla="*/ 34472 w 34471"/>
                <a:gd name="connsiteY4" fmla="*/ 13687 h 27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471" h="27374">
                  <a:moveTo>
                    <a:pt x="34472" y="13687"/>
                  </a:moveTo>
                  <a:cubicBezTo>
                    <a:pt x="34472" y="21292"/>
                    <a:pt x="26741" y="27375"/>
                    <a:pt x="17236" y="27375"/>
                  </a:cubicBezTo>
                  <a:cubicBezTo>
                    <a:pt x="7731" y="27375"/>
                    <a:pt x="0" y="21292"/>
                    <a:pt x="0" y="13687"/>
                  </a:cubicBezTo>
                  <a:cubicBezTo>
                    <a:pt x="0" y="6083"/>
                    <a:pt x="7731" y="0"/>
                    <a:pt x="17236" y="0"/>
                  </a:cubicBezTo>
                  <a:cubicBezTo>
                    <a:pt x="26741" y="0"/>
                    <a:pt x="34472" y="6210"/>
                    <a:pt x="34472" y="1368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53" name="Freeform: Shape 3852">
              <a:extLst>
                <a:ext uri="{FF2B5EF4-FFF2-40B4-BE49-F238E27FC236}">
                  <a16:creationId xmlns:a16="http://schemas.microsoft.com/office/drawing/2014/main" id="{43B55EC9-0B34-A44F-816F-02A3DA262D2E}"/>
                </a:ext>
              </a:extLst>
            </p:cNvPr>
            <p:cNvSpPr/>
            <p:nvPr/>
          </p:nvSpPr>
          <p:spPr>
            <a:xfrm>
              <a:off x="8620327" y="442972"/>
              <a:ext cx="34472" cy="27374"/>
            </a:xfrm>
            <a:custGeom>
              <a:avLst/>
              <a:gdLst>
                <a:gd name="connsiteX0" fmla="*/ 34473 w 34472"/>
                <a:gd name="connsiteY0" fmla="*/ 13688 h 27374"/>
                <a:gd name="connsiteX1" fmla="*/ 17236 w 34472"/>
                <a:gd name="connsiteY1" fmla="*/ 27375 h 27374"/>
                <a:gd name="connsiteX2" fmla="*/ 0 w 34472"/>
                <a:gd name="connsiteY2" fmla="*/ 13688 h 27374"/>
                <a:gd name="connsiteX3" fmla="*/ 17236 w 34472"/>
                <a:gd name="connsiteY3" fmla="*/ 0 h 27374"/>
                <a:gd name="connsiteX4" fmla="*/ 34473 w 34472"/>
                <a:gd name="connsiteY4" fmla="*/ 13688 h 27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472" h="27374">
                  <a:moveTo>
                    <a:pt x="34473" y="13688"/>
                  </a:moveTo>
                  <a:cubicBezTo>
                    <a:pt x="34473" y="21292"/>
                    <a:pt x="26741" y="27375"/>
                    <a:pt x="17236" y="27375"/>
                  </a:cubicBezTo>
                  <a:cubicBezTo>
                    <a:pt x="7731" y="27375"/>
                    <a:pt x="0" y="21292"/>
                    <a:pt x="0" y="13688"/>
                  </a:cubicBezTo>
                  <a:cubicBezTo>
                    <a:pt x="0" y="6083"/>
                    <a:pt x="7731" y="0"/>
                    <a:pt x="17236" y="0"/>
                  </a:cubicBezTo>
                  <a:cubicBezTo>
                    <a:pt x="26741" y="0"/>
                    <a:pt x="34473" y="6210"/>
                    <a:pt x="34473" y="136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54" name="Freeform: Shape 3853">
              <a:extLst>
                <a:ext uri="{FF2B5EF4-FFF2-40B4-BE49-F238E27FC236}">
                  <a16:creationId xmlns:a16="http://schemas.microsoft.com/office/drawing/2014/main" id="{D2C5E172-2DFA-2599-A8B0-9F93A9B1B37F}"/>
                </a:ext>
              </a:extLst>
            </p:cNvPr>
            <p:cNvSpPr/>
            <p:nvPr/>
          </p:nvSpPr>
          <p:spPr>
            <a:xfrm>
              <a:off x="8728180" y="501017"/>
              <a:ext cx="35485" cy="28135"/>
            </a:xfrm>
            <a:custGeom>
              <a:avLst/>
              <a:gdLst>
                <a:gd name="connsiteX0" fmla="*/ 35486 w 35485"/>
                <a:gd name="connsiteY0" fmla="*/ 14068 h 28135"/>
                <a:gd name="connsiteX1" fmla="*/ 17743 w 35485"/>
                <a:gd name="connsiteY1" fmla="*/ 28135 h 28135"/>
                <a:gd name="connsiteX2" fmla="*/ 0 w 35485"/>
                <a:gd name="connsiteY2" fmla="*/ 14068 h 28135"/>
                <a:gd name="connsiteX3" fmla="*/ 17743 w 35485"/>
                <a:gd name="connsiteY3" fmla="*/ 0 h 28135"/>
                <a:gd name="connsiteX4" fmla="*/ 35486 w 35485"/>
                <a:gd name="connsiteY4" fmla="*/ 14068 h 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5" h="28135">
                  <a:moveTo>
                    <a:pt x="35486" y="14068"/>
                  </a:moveTo>
                  <a:cubicBezTo>
                    <a:pt x="35486" y="21799"/>
                    <a:pt x="27501" y="28135"/>
                    <a:pt x="17743" y="28135"/>
                  </a:cubicBezTo>
                  <a:cubicBezTo>
                    <a:pt x="7984" y="28135"/>
                    <a:pt x="0" y="21799"/>
                    <a:pt x="0" y="14068"/>
                  </a:cubicBezTo>
                  <a:cubicBezTo>
                    <a:pt x="0" y="6337"/>
                    <a:pt x="7984" y="0"/>
                    <a:pt x="17743" y="0"/>
                  </a:cubicBezTo>
                  <a:cubicBezTo>
                    <a:pt x="27501" y="0"/>
                    <a:pt x="35486" y="6337"/>
                    <a:pt x="35486" y="1406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55" name="Freeform: Shape 3854">
              <a:extLst>
                <a:ext uri="{FF2B5EF4-FFF2-40B4-BE49-F238E27FC236}">
                  <a16:creationId xmlns:a16="http://schemas.microsoft.com/office/drawing/2014/main" id="{057CD1D2-4645-280D-5874-F7BF95154DC8}"/>
                </a:ext>
              </a:extLst>
            </p:cNvPr>
            <p:cNvSpPr/>
            <p:nvPr/>
          </p:nvSpPr>
          <p:spPr>
            <a:xfrm>
              <a:off x="8835018" y="562231"/>
              <a:ext cx="34472" cy="27374"/>
            </a:xfrm>
            <a:custGeom>
              <a:avLst/>
              <a:gdLst>
                <a:gd name="connsiteX0" fmla="*/ 34473 w 34472"/>
                <a:gd name="connsiteY0" fmla="*/ 13688 h 27374"/>
                <a:gd name="connsiteX1" fmla="*/ 17236 w 34472"/>
                <a:gd name="connsiteY1" fmla="*/ 27375 h 27374"/>
                <a:gd name="connsiteX2" fmla="*/ 0 w 34472"/>
                <a:gd name="connsiteY2" fmla="*/ 13688 h 27374"/>
                <a:gd name="connsiteX3" fmla="*/ 17236 w 34472"/>
                <a:gd name="connsiteY3" fmla="*/ 0 h 27374"/>
                <a:gd name="connsiteX4" fmla="*/ 34473 w 34472"/>
                <a:gd name="connsiteY4" fmla="*/ 13688 h 27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472" h="27374">
                  <a:moveTo>
                    <a:pt x="34473" y="13688"/>
                  </a:moveTo>
                  <a:cubicBezTo>
                    <a:pt x="34473" y="21292"/>
                    <a:pt x="26741" y="27375"/>
                    <a:pt x="17236" y="27375"/>
                  </a:cubicBezTo>
                  <a:cubicBezTo>
                    <a:pt x="7731" y="27375"/>
                    <a:pt x="0" y="21292"/>
                    <a:pt x="0" y="13688"/>
                  </a:cubicBezTo>
                  <a:cubicBezTo>
                    <a:pt x="0" y="6083"/>
                    <a:pt x="7731" y="0"/>
                    <a:pt x="17236" y="0"/>
                  </a:cubicBezTo>
                  <a:cubicBezTo>
                    <a:pt x="26741" y="0"/>
                    <a:pt x="34473" y="6210"/>
                    <a:pt x="34473" y="136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56" name="Freeform: Shape 3855">
              <a:extLst>
                <a:ext uri="{FF2B5EF4-FFF2-40B4-BE49-F238E27FC236}">
                  <a16:creationId xmlns:a16="http://schemas.microsoft.com/office/drawing/2014/main" id="{7CFD15D2-7B0C-E43C-99BC-619243E65C4A}"/>
                </a:ext>
              </a:extLst>
            </p:cNvPr>
            <p:cNvSpPr/>
            <p:nvPr/>
          </p:nvSpPr>
          <p:spPr>
            <a:xfrm>
              <a:off x="8938561" y="625219"/>
              <a:ext cx="35486" cy="28135"/>
            </a:xfrm>
            <a:custGeom>
              <a:avLst/>
              <a:gdLst>
                <a:gd name="connsiteX0" fmla="*/ 35487 w 35486"/>
                <a:gd name="connsiteY0" fmla="*/ 14068 h 28135"/>
                <a:gd name="connsiteX1" fmla="*/ 17743 w 35486"/>
                <a:gd name="connsiteY1" fmla="*/ 28135 h 28135"/>
                <a:gd name="connsiteX2" fmla="*/ 0 w 35486"/>
                <a:gd name="connsiteY2" fmla="*/ 14068 h 28135"/>
                <a:gd name="connsiteX3" fmla="*/ 17743 w 35486"/>
                <a:gd name="connsiteY3" fmla="*/ 0 h 28135"/>
                <a:gd name="connsiteX4" fmla="*/ 35487 w 35486"/>
                <a:gd name="connsiteY4" fmla="*/ 14068 h 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6" h="28135">
                  <a:moveTo>
                    <a:pt x="35487" y="14068"/>
                  </a:moveTo>
                  <a:cubicBezTo>
                    <a:pt x="35487" y="21799"/>
                    <a:pt x="27502" y="28135"/>
                    <a:pt x="17743" y="28135"/>
                  </a:cubicBezTo>
                  <a:cubicBezTo>
                    <a:pt x="7984" y="28135"/>
                    <a:pt x="0" y="21799"/>
                    <a:pt x="0" y="14068"/>
                  </a:cubicBezTo>
                  <a:cubicBezTo>
                    <a:pt x="0" y="6337"/>
                    <a:pt x="7984" y="0"/>
                    <a:pt x="17743" y="0"/>
                  </a:cubicBezTo>
                  <a:cubicBezTo>
                    <a:pt x="27502" y="0"/>
                    <a:pt x="35487" y="6337"/>
                    <a:pt x="35487" y="1406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57" name="Freeform: Shape 3856">
              <a:extLst>
                <a:ext uri="{FF2B5EF4-FFF2-40B4-BE49-F238E27FC236}">
                  <a16:creationId xmlns:a16="http://schemas.microsoft.com/office/drawing/2014/main" id="{B48E1737-AC88-A96A-E36D-DAFEF48A5167}"/>
                </a:ext>
              </a:extLst>
            </p:cNvPr>
            <p:cNvSpPr/>
            <p:nvPr/>
          </p:nvSpPr>
          <p:spPr>
            <a:xfrm>
              <a:off x="9040204" y="690868"/>
              <a:ext cx="35485" cy="28135"/>
            </a:xfrm>
            <a:custGeom>
              <a:avLst/>
              <a:gdLst>
                <a:gd name="connsiteX0" fmla="*/ 35486 w 35485"/>
                <a:gd name="connsiteY0" fmla="*/ 14068 h 28135"/>
                <a:gd name="connsiteX1" fmla="*/ 17743 w 35485"/>
                <a:gd name="connsiteY1" fmla="*/ 28135 h 28135"/>
                <a:gd name="connsiteX2" fmla="*/ 0 w 35485"/>
                <a:gd name="connsiteY2" fmla="*/ 14068 h 28135"/>
                <a:gd name="connsiteX3" fmla="*/ 17743 w 35485"/>
                <a:gd name="connsiteY3" fmla="*/ 0 h 28135"/>
                <a:gd name="connsiteX4" fmla="*/ 35486 w 35485"/>
                <a:gd name="connsiteY4" fmla="*/ 14068 h 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5" h="28135">
                  <a:moveTo>
                    <a:pt x="35486" y="14068"/>
                  </a:moveTo>
                  <a:cubicBezTo>
                    <a:pt x="35486" y="21925"/>
                    <a:pt x="27501" y="28135"/>
                    <a:pt x="17743" y="28135"/>
                  </a:cubicBezTo>
                  <a:cubicBezTo>
                    <a:pt x="7984" y="28135"/>
                    <a:pt x="0" y="21799"/>
                    <a:pt x="0" y="14068"/>
                  </a:cubicBezTo>
                  <a:cubicBezTo>
                    <a:pt x="0" y="6337"/>
                    <a:pt x="7984" y="0"/>
                    <a:pt x="17743" y="0"/>
                  </a:cubicBezTo>
                  <a:cubicBezTo>
                    <a:pt x="27501" y="0"/>
                    <a:pt x="35486" y="6337"/>
                    <a:pt x="35486" y="1406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58" name="Freeform: Shape 3857">
              <a:extLst>
                <a:ext uri="{FF2B5EF4-FFF2-40B4-BE49-F238E27FC236}">
                  <a16:creationId xmlns:a16="http://schemas.microsoft.com/office/drawing/2014/main" id="{E7FCCEF2-2005-442D-4074-C359B7DA0BB5}"/>
                </a:ext>
              </a:extLst>
            </p:cNvPr>
            <p:cNvSpPr/>
            <p:nvPr/>
          </p:nvSpPr>
          <p:spPr>
            <a:xfrm>
              <a:off x="9139438" y="758798"/>
              <a:ext cx="35485" cy="28135"/>
            </a:xfrm>
            <a:custGeom>
              <a:avLst/>
              <a:gdLst>
                <a:gd name="connsiteX0" fmla="*/ 35486 w 35485"/>
                <a:gd name="connsiteY0" fmla="*/ 14068 h 28135"/>
                <a:gd name="connsiteX1" fmla="*/ 17743 w 35485"/>
                <a:gd name="connsiteY1" fmla="*/ 28135 h 28135"/>
                <a:gd name="connsiteX2" fmla="*/ 0 w 35485"/>
                <a:gd name="connsiteY2" fmla="*/ 14068 h 28135"/>
                <a:gd name="connsiteX3" fmla="*/ 17743 w 35485"/>
                <a:gd name="connsiteY3" fmla="*/ 0 h 28135"/>
                <a:gd name="connsiteX4" fmla="*/ 35486 w 35485"/>
                <a:gd name="connsiteY4" fmla="*/ 14068 h 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5" h="28135">
                  <a:moveTo>
                    <a:pt x="35486" y="14068"/>
                  </a:moveTo>
                  <a:cubicBezTo>
                    <a:pt x="35486" y="21925"/>
                    <a:pt x="27501" y="28135"/>
                    <a:pt x="17743" y="28135"/>
                  </a:cubicBezTo>
                  <a:cubicBezTo>
                    <a:pt x="7984" y="28135"/>
                    <a:pt x="0" y="21799"/>
                    <a:pt x="0" y="14068"/>
                  </a:cubicBezTo>
                  <a:cubicBezTo>
                    <a:pt x="0" y="6337"/>
                    <a:pt x="7984" y="0"/>
                    <a:pt x="17743" y="0"/>
                  </a:cubicBezTo>
                  <a:cubicBezTo>
                    <a:pt x="27501" y="0"/>
                    <a:pt x="35486" y="6337"/>
                    <a:pt x="35486" y="1406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59" name="Freeform: Shape 3858">
              <a:extLst>
                <a:ext uri="{FF2B5EF4-FFF2-40B4-BE49-F238E27FC236}">
                  <a16:creationId xmlns:a16="http://schemas.microsoft.com/office/drawing/2014/main" id="{418068BC-1E7F-C77B-7727-1C7440DD0522}"/>
                </a:ext>
              </a:extLst>
            </p:cNvPr>
            <p:cNvSpPr/>
            <p:nvPr/>
          </p:nvSpPr>
          <p:spPr>
            <a:xfrm>
              <a:off x="9235757" y="828756"/>
              <a:ext cx="36246" cy="28895"/>
            </a:xfrm>
            <a:custGeom>
              <a:avLst/>
              <a:gdLst>
                <a:gd name="connsiteX0" fmla="*/ 36246 w 36246"/>
                <a:gd name="connsiteY0" fmla="*/ 14448 h 28895"/>
                <a:gd name="connsiteX1" fmla="*/ 18123 w 36246"/>
                <a:gd name="connsiteY1" fmla="*/ 28896 h 28895"/>
                <a:gd name="connsiteX2" fmla="*/ 0 w 36246"/>
                <a:gd name="connsiteY2" fmla="*/ 14448 h 28895"/>
                <a:gd name="connsiteX3" fmla="*/ 18123 w 36246"/>
                <a:gd name="connsiteY3" fmla="*/ 0 h 28895"/>
                <a:gd name="connsiteX4" fmla="*/ 36246 w 36246"/>
                <a:gd name="connsiteY4" fmla="*/ 14448 h 28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246" h="28895">
                  <a:moveTo>
                    <a:pt x="36246" y="14448"/>
                  </a:moveTo>
                  <a:cubicBezTo>
                    <a:pt x="36246" y="22432"/>
                    <a:pt x="28136" y="28896"/>
                    <a:pt x="18123" y="28896"/>
                  </a:cubicBezTo>
                  <a:cubicBezTo>
                    <a:pt x="8111" y="28896"/>
                    <a:pt x="0" y="22432"/>
                    <a:pt x="0" y="14448"/>
                  </a:cubicBezTo>
                  <a:cubicBezTo>
                    <a:pt x="0" y="6463"/>
                    <a:pt x="8111" y="0"/>
                    <a:pt x="18123" y="0"/>
                  </a:cubicBezTo>
                  <a:cubicBezTo>
                    <a:pt x="28136" y="0"/>
                    <a:pt x="36246" y="6463"/>
                    <a:pt x="36246" y="1444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60" name="Freeform: Shape 3859">
              <a:extLst>
                <a:ext uri="{FF2B5EF4-FFF2-40B4-BE49-F238E27FC236}">
                  <a16:creationId xmlns:a16="http://schemas.microsoft.com/office/drawing/2014/main" id="{E0E4ADC7-AC94-2452-0AD3-2F8C63661FFB}"/>
                </a:ext>
              </a:extLst>
            </p:cNvPr>
            <p:cNvSpPr/>
            <p:nvPr/>
          </p:nvSpPr>
          <p:spPr>
            <a:xfrm>
              <a:off x="9330176" y="901503"/>
              <a:ext cx="35485" cy="28135"/>
            </a:xfrm>
            <a:custGeom>
              <a:avLst/>
              <a:gdLst>
                <a:gd name="connsiteX0" fmla="*/ 35486 w 35485"/>
                <a:gd name="connsiteY0" fmla="*/ 14068 h 28135"/>
                <a:gd name="connsiteX1" fmla="*/ 17743 w 35485"/>
                <a:gd name="connsiteY1" fmla="*/ 28135 h 28135"/>
                <a:gd name="connsiteX2" fmla="*/ 0 w 35485"/>
                <a:gd name="connsiteY2" fmla="*/ 14068 h 28135"/>
                <a:gd name="connsiteX3" fmla="*/ 17743 w 35485"/>
                <a:gd name="connsiteY3" fmla="*/ 0 h 28135"/>
                <a:gd name="connsiteX4" fmla="*/ 35486 w 35485"/>
                <a:gd name="connsiteY4" fmla="*/ 14068 h 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5" h="28135">
                  <a:moveTo>
                    <a:pt x="35486" y="14068"/>
                  </a:moveTo>
                  <a:cubicBezTo>
                    <a:pt x="35486" y="21799"/>
                    <a:pt x="27501" y="28135"/>
                    <a:pt x="17743" y="28135"/>
                  </a:cubicBezTo>
                  <a:cubicBezTo>
                    <a:pt x="7984" y="28135"/>
                    <a:pt x="0" y="21799"/>
                    <a:pt x="0" y="14068"/>
                  </a:cubicBezTo>
                  <a:cubicBezTo>
                    <a:pt x="0" y="6337"/>
                    <a:pt x="7984" y="0"/>
                    <a:pt x="17743" y="0"/>
                  </a:cubicBezTo>
                  <a:cubicBezTo>
                    <a:pt x="27501" y="0"/>
                    <a:pt x="35486" y="6337"/>
                    <a:pt x="35486" y="1406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61" name="Freeform: Shape 3860">
              <a:extLst>
                <a:ext uri="{FF2B5EF4-FFF2-40B4-BE49-F238E27FC236}">
                  <a16:creationId xmlns:a16="http://schemas.microsoft.com/office/drawing/2014/main" id="{ABCAC5C9-4CDC-0832-AFD9-841FF54E734E}"/>
                </a:ext>
              </a:extLst>
            </p:cNvPr>
            <p:cNvSpPr/>
            <p:nvPr/>
          </p:nvSpPr>
          <p:spPr>
            <a:xfrm>
              <a:off x="9421426" y="976150"/>
              <a:ext cx="35485" cy="28135"/>
            </a:xfrm>
            <a:custGeom>
              <a:avLst/>
              <a:gdLst>
                <a:gd name="connsiteX0" fmla="*/ 35486 w 35485"/>
                <a:gd name="connsiteY0" fmla="*/ 14068 h 28135"/>
                <a:gd name="connsiteX1" fmla="*/ 17743 w 35485"/>
                <a:gd name="connsiteY1" fmla="*/ 28135 h 28135"/>
                <a:gd name="connsiteX2" fmla="*/ 0 w 35485"/>
                <a:gd name="connsiteY2" fmla="*/ 14068 h 28135"/>
                <a:gd name="connsiteX3" fmla="*/ 17743 w 35485"/>
                <a:gd name="connsiteY3" fmla="*/ 0 h 28135"/>
                <a:gd name="connsiteX4" fmla="*/ 35486 w 35485"/>
                <a:gd name="connsiteY4" fmla="*/ 14068 h 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5" h="28135">
                  <a:moveTo>
                    <a:pt x="35486" y="14068"/>
                  </a:moveTo>
                  <a:cubicBezTo>
                    <a:pt x="35486" y="21799"/>
                    <a:pt x="27501" y="28135"/>
                    <a:pt x="17743" y="28135"/>
                  </a:cubicBezTo>
                  <a:cubicBezTo>
                    <a:pt x="7984" y="28135"/>
                    <a:pt x="0" y="21799"/>
                    <a:pt x="0" y="14068"/>
                  </a:cubicBezTo>
                  <a:cubicBezTo>
                    <a:pt x="0" y="6337"/>
                    <a:pt x="7984" y="0"/>
                    <a:pt x="17743" y="0"/>
                  </a:cubicBezTo>
                  <a:cubicBezTo>
                    <a:pt x="27501" y="0"/>
                    <a:pt x="35486" y="6337"/>
                    <a:pt x="35486" y="1406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62" name="Freeform: Shape 3861">
              <a:extLst>
                <a:ext uri="{FF2B5EF4-FFF2-40B4-BE49-F238E27FC236}">
                  <a16:creationId xmlns:a16="http://schemas.microsoft.com/office/drawing/2014/main" id="{E3C610F7-21AD-C583-E5A2-6E1244DF04D6}"/>
                </a:ext>
              </a:extLst>
            </p:cNvPr>
            <p:cNvSpPr/>
            <p:nvPr/>
          </p:nvSpPr>
          <p:spPr>
            <a:xfrm>
              <a:off x="9510014" y="1052826"/>
              <a:ext cx="35485" cy="28135"/>
            </a:xfrm>
            <a:custGeom>
              <a:avLst/>
              <a:gdLst>
                <a:gd name="connsiteX0" fmla="*/ 35486 w 35485"/>
                <a:gd name="connsiteY0" fmla="*/ 14068 h 28135"/>
                <a:gd name="connsiteX1" fmla="*/ 17743 w 35485"/>
                <a:gd name="connsiteY1" fmla="*/ 28135 h 28135"/>
                <a:gd name="connsiteX2" fmla="*/ 0 w 35485"/>
                <a:gd name="connsiteY2" fmla="*/ 14068 h 28135"/>
                <a:gd name="connsiteX3" fmla="*/ 17743 w 35485"/>
                <a:gd name="connsiteY3" fmla="*/ 0 h 28135"/>
                <a:gd name="connsiteX4" fmla="*/ 35486 w 35485"/>
                <a:gd name="connsiteY4" fmla="*/ 14068 h 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5" h="28135">
                  <a:moveTo>
                    <a:pt x="35486" y="14068"/>
                  </a:moveTo>
                  <a:cubicBezTo>
                    <a:pt x="35486" y="21925"/>
                    <a:pt x="27501" y="28135"/>
                    <a:pt x="17743" y="28135"/>
                  </a:cubicBezTo>
                  <a:cubicBezTo>
                    <a:pt x="7984" y="28135"/>
                    <a:pt x="0" y="21799"/>
                    <a:pt x="0" y="14068"/>
                  </a:cubicBezTo>
                  <a:cubicBezTo>
                    <a:pt x="0" y="6337"/>
                    <a:pt x="7984" y="0"/>
                    <a:pt x="17743" y="0"/>
                  </a:cubicBezTo>
                  <a:cubicBezTo>
                    <a:pt x="27501" y="0"/>
                    <a:pt x="35486" y="6337"/>
                    <a:pt x="35486" y="1406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63" name="Freeform: Shape 3862">
              <a:extLst>
                <a:ext uri="{FF2B5EF4-FFF2-40B4-BE49-F238E27FC236}">
                  <a16:creationId xmlns:a16="http://schemas.microsoft.com/office/drawing/2014/main" id="{B3E4716C-2BBE-6595-0AAE-5EA631BC51BE}"/>
                </a:ext>
              </a:extLst>
            </p:cNvPr>
            <p:cNvSpPr/>
            <p:nvPr/>
          </p:nvSpPr>
          <p:spPr>
            <a:xfrm>
              <a:off x="9595815" y="1131529"/>
              <a:ext cx="35485" cy="28135"/>
            </a:xfrm>
            <a:custGeom>
              <a:avLst/>
              <a:gdLst>
                <a:gd name="connsiteX0" fmla="*/ 35486 w 35485"/>
                <a:gd name="connsiteY0" fmla="*/ 14068 h 28135"/>
                <a:gd name="connsiteX1" fmla="*/ 17743 w 35485"/>
                <a:gd name="connsiteY1" fmla="*/ 28135 h 28135"/>
                <a:gd name="connsiteX2" fmla="*/ 0 w 35485"/>
                <a:gd name="connsiteY2" fmla="*/ 14068 h 28135"/>
                <a:gd name="connsiteX3" fmla="*/ 17743 w 35485"/>
                <a:gd name="connsiteY3" fmla="*/ 0 h 28135"/>
                <a:gd name="connsiteX4" fmla="*/ 35486 w 35485"/>
                <a:gd name="connsiteY4" fmla="*/ 14068 h 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5" h="28135">
                  <a:moveTo>
                    <a:pt x="35486" y="14068"/>
                  </a:moveTo>
                  <a:cubicBezTo>
                    <a:pt x="35486" y="21799"/>
                    <a:pt x="27501" y="28135"/>
                    <a:pt x="17743" y="28135"/>
                  </a:cubicBezTo>
                  <a:cubicBezTo>
                    <a:pt x="7984" y="28135"/>
                    <a:pt x="0" y="21799"/>
                    <a:pt x="0" y="14068"/>
                  </a:cubicBezTo>
                  <a:cubicBezTo>
                    <a:pt x="0" y="6337"/>
                    <a:pt x="7984" y="0"/>
                    <a:pt x="17743" y="0"/>
                  </a:cubicBezTo>
                  <a:cubicBezTo>
                    <a:pt x="27501" y="0"/>
                    <a:pt x="35486" y="6337"/>
                    <a:pt x="35486" y="1406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64" name="Freeform: Shape 3863">
              <a:extLst>
                <a:ext uri="{FF2B5EF4-FFF2-40B4-BE49-F238E27FC236}">
                  <a16:creationId xmlns:a16="http://schemas.microsoft.com/office/drawing/2014/main" id="{BB0751BE-C555-5E25-B46A-11329D032D9A}"/>
                </a:ext>
              </a:extLst>
            </p:cNvPr>
            <p:cNvSpPr/>
            <p:nvPr/>
          </p:nvSpPr>
          <p:spPr>
            <a:xfrm>
              <a:off x="9678573" y="1212133"/>
              <a:ext cx="35485" cy="28135"/>
            </a:xfrm>
            <a:custGeom>
              <a:avLst/>
              <a:gdLst>
                <a:gd name="connsiteX0" fmla="*/ 35486 w 35485"/>
                <a:gd name="connsiteY0" fmla="*/ 14068 h 28135"/>
                <a:gd name="connsiteX1" fmla="*/ 17743 w 35485"/>
                <a:gd name="connsiteY1" fmla="*/ 28135 h 28135"/>
                <a:gd name="connsiteX2" fmla="*/ 0 w 35485"/>
                <a:gd name="connsiteY2" fmla="*/ 14068 h 28135"/>
                <a:gd name="connsiteX3" fmla="*/ 17743 w 35485"/>
                <a:gd name="connsiteY3" fmla="*/ 0 h 28135"/>
                <a:gd name="connsiteX4" fmla="*/ 35486 w 35485"/>
                <a:gd name="connsiteY4" fmla="*/ 14068 h 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5" h="28135">
                  <a:moveTo>
                    <a:pt x="35486" y="14068"/>
                  </a:moveTo>
                  <a:cubicBezTo>
                    <a:pt x="35486" y="21925"/>
                    <a:pt x="27501" y="28135"/>
                    <a:pt x="17743" y="28135"/>
                  </a:cubicBezTo>
                  <a:cubicBezTo>
                    <a:pt x="7984" y="28135"/>
                    <a:pt x="0" y="21799"/>
                    <a:pt x="0" y="14068"/>
                  </a:cubicBezTo>
                  <a:cubicBezTo>
                    <a:pt x="0" y="6337"/>
                    <a:pt x="7984" y="0"/>
                    <a:pt x="17743" y="0"/>
                  </a:cubicBezTo>
                  <a:cubicBezTo>
                    <a:pt x="27501" y="0"/>
                    <a:pt x="35486" y="6337"/>
                    <a:pt x="35486" y="1406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65" name="Freeform: Shape 3864">
              <a:extLst>
                <a:ext uri="{FF2B5EF4-FFF2-40B4-BE49-F238E27FC236}">
                  <a16:creationId xmlns:a16="http://schemas.microsoft.com/office/drawing/2014/main" id="{1CA26D74-C904-F313-EC78-3EF8A6CFA528}"/>
                </a:ext>
              </a:extLst>
            </p:cNvPr>
            <p:cNvSpPr/>
            <p:nvPr/>
          </p:nvSpPr>
          <p:spPr>
            <a:xfrm>
              <a:off x="9758416" y="1294638"/>
              <a:ext cx="35486" cy="28135"/>
            </a:xfrm>
            <a:custGeom>
              <a:avLst/>
              <a:gdLst>
                <a:gd name="connsiteX0" fmla="*/ 35487 w 35486"/>
                <a:gd name="connsiteY0" fmla="*/ 14068 h 28135"/>
                <a:gd name="connsiteX1" fmla="*/ 17743 w 35486"/>
                <a:gd name="connsiteY1" fmla="*/ 28135 h 28135"/>
                <a:gd name="connsiteX2" fmla="*/ 0 w 35486"/>
                <a:gd name="connsiteY2" fmla="*/ 14068 h 28135"/>
                <a:gd name="connsiteX3" fmla="*/ 17743 w 35486"/>
                <a:gd name="connsiteY3" fmla="*/ 0 h 28135"/>
                <a:gd name="connsiteX4" fmla="*/ 35487 w 35486"/>
                <a:gd name="connsiteY4" fmla="*/ 14068 h 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6" h="28135">
                  <a:moveTo>
                    <a:pt x="35487" y="14068"/>
                  </a:moveTo>
                  <a:cubicBezTo>
                    <a:pt x="35487" y="21799"/>
                    <a:pt x="27502" y="28135"/>
                    <a:pt x="17743" y="28135"/>
                  </a:cubicBezTo>
                  <a:cubicBezTo>
                    <a:pt x="7984" y="28135"/>
                    <a:pt x="0" y="21799"/>
                    <a:pt x="0" y="14068"/>
                  </a:cubicBezTo>
                  <a:cubicBezTo>
                    <a:pt x="0" y="6337"/>
                    <a:pt x="7984" y="0"/>
                    <a:pt x="17743" y="0"/>
                  </a:cubicBezTo>
                  <a:cubicBezTo>
                    <a:pt x="27502" y="0"/>
                    <a:pt x="35487" y="6337"/>
                    <a:pt x="35487" y="1406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66" name="Freeform: Shape 3865">
              <a:extLst>
                <a:ext uri="{FF2B5EF4-FFF2-40B4-BE49-F238E27FC236}">
                  <a16:creationId xmlns:a16="http://schemas.microsoft.com/office/drawing/2014/main" id="{D32215A0-E3D5-A53D-EDB4-B711C7B8F0E3}"/>
                </a:ext>
              </a:extLst>
            </p:cNvPr>
            <p:cNvSpPr/>
            <p:nvPr/>
          </p:nvSpPr>
          <p:spPr>
            <a:xfrm>
              <a:off x="9835726" y="1379297"/>
              <a:ext cx="34471" cy="27375"/>
            </a:xfrm>
            <a:custGeom>
              <a:avLst/>
              <a:gdLst>
                <a:gd name="connsiteX0" fmla="*/ 34472 w 34471"/>
                <a:gd name="connsiteY0" fmla="*/ 13688 h 27375"/>
                <a:gd name="connsiteX1" fmla="*/ 17236 w 34471"/>
                <a:gd name="connsiteY1" fmla="*/ 27375 h 27375"/>
                <a:gd name="connsiteX2" fmla="*/ 0 w 34471"/>
                <a:gd name="connsiteY2" fmla="*/ 13688 h 27375"/>
                <a:gd name="connsiteX3" fmla="*/ 17236 w 34471"/>
                <a:gd name="connsiteY3" fmla="*/ 0 h 27375"/>
                <a:gd name="connsiteX4" fmla="*/ 34472 w 34471"/>
                <a:gd name="connsiteY4" fmla="*/ 13688 h 27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471" h="27375">
                  <a:moveTo>
                    <a:pt x="34472" y="13688"/>
                  </a:moveTo>
                  <a:cubicBezTo>
                    <a:pt x="34472" y="21292"/>
                    <a:pt x="26741" y="27375"/>
                    <a:pt x="17236" y="27375"/>
                  </a:cubicBezTo>
                  <a:cubicBezTo>
                    <a:pt x="7731" y="27375"/>
                    <a:pt x="0" y="21292"/>
                    <a:pt x="0" y="13688"/>
                  </a:cubicBezTo>
                  <a:cubicBezTo>
                    <a:pt x="0" y="6083"/>
                    <a:pt x="7731" y="0"/>
                    <a:pt x="17236" y="0"/>
                  </a:cubicBezTo>
                  <a:cubicBezTo>
                    <a:pt x="26741" y="0"/>
                    <a:pt x="34472" y="6083"/>
                    <a:pt x="34472" y="136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67" name="Freeform: Shape 3866">
              <a:extLst>
                <a:ext uri="{FF2B5EF4-FFF2-40B4-BE49-F238E27FC236}">
                  <a16:creationId xmlns:a16="http://schemas.microsoft.com/office/drawing/2014/main" id="{16801663-D6F6-AE27-B038-4C76E2A5E267}"/>
                </a:ext>
              </a:extLst>
            </p:cNvPr>
            <p:cNvSpPr/>
            <p:nvPr/>
          </p:nvSpPr>
          <p:spPr>
            <a:xfrm>
              <a:off x="9909359" y="1465351"/>
              <a:ext cx="34471" cy="27375"/>
            </a:xfrm>
            <a:custGeom>
              <a:avLst/>
              <a:gdLst>
                <a:gd name="connsiteX0" fmla="*/ 34472 w 34471"/>
                <a:gd name="connsiteY0" fmla="*/ 13688 h 27375"/>
                <a:gd name="connsiteX1" fmla="*/ 17236 w 34471"/>
                <a:gd name="connsiteY1" fmla="*/ 27375 h 27375"/>
                <a:gd name="connsiteX2" fmla="*/ 0 w 34471"/>
                <a:gd name="connsiteY2" fmla="*/ 13688 h 27375"/>
                <a:gd name="connsiteX3" fmla="*/ 17236 w 34471"/>
                <a:gd name="connsiteY3" fmla="*/ 0 h 27375"/>
                <a:gd name="connsiteX4" fmla="*/ 34472 w 34471"/>
                <a:gd name="connsiteY4" fmla="*/ 13688 h 27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471" h="27375">
                  <a:moveTo>
                    <a:pt x="34472" y="13688"/>
                  </a:moveTo>
                  <a:cubicBezTo>
                    <a:pt x="34472" y="21292"/>
                    <a:pt x="26741" y="27375"/>
                    <a:pt x="17236" y="27375"/>
                  </a:cubicBezTo>
                  <a:cubicBezTo>
                    <a:pt x="7731" y="27375"/>
                    <a:pt x="0" y="21292"/>
                    <a:pt x="0" y="13688"/>
                  </a:cubicBezTo>
                  <a:cubicBezTo>
                    <a:pt x="0" y="6083"/>
                    <a:pt x="7731" y="0"/>
                    <a:pt x="17236" y="0"/>
                  </a:cubicBezTo>
                  <a:cubicBezTo>
                    <a:pt x="26741" y="0"/>
                    <a:pt x="34472" y="6210"/>
                    <a:pt x="34472" y="136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68" name="Freeform: Shape 3867">
              <a:extLst>
                <a:ext uri="{FF2B5EF4-FFF2-40B4-BE49-F238E27FC236}">
                  <a16:creationId xmlns:a16="http://schemas.microsoft.com/office/drawing/2014/main" id="{E81737D4-F2CE-416A-2AD4-7559D3E459AF}"/>
                </a:ext>
              </a:extLst>
            </p:cNvPr>
            <p:cNvSpPr/>
            <p:nvPr/>
          </p:nvSpPr>
          <p:spPr>
            <a:xfrm>
              <a:off x="9979824" y="1553052"/>
              <a:ext cx="34471" cy="27374"/>
            </a:xfrm>
            <a:custGeom>
              <a:avLst/>
              <a:gdLst>
                <a:gd name="connsiteX0" fmla="*/ 34472 w 34471"/>
                <a:gd name="connsiteY0" fmla="*/ 13687 h 27374"/>
                <a:gd name="connsiteX1" fmla="*/ 17236 w 34471"/>
                <a:gd name="connsiteY1" fmla="*/ 27375 h 27374"/>
                <a:gd name="connsiteX2" fmla="*/ 0 w 34471"/>
                <a:gd name="connsiteY2" fmla="*/ 13687 h 27374"/>
                <a:gd name="connsiteX3" fmla="*/ 17236 w 34471"/>
                <a:gd name="connsiteY3" fmla="*/ 0 h 27374"/>
                <a:gd name="connsiteX4" fmla="*/ 34472 w 34471"/>
                <a:gd name="connsiteY4" fmla="*/ 13687 h 27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471" h="27374">
                  <a:moveTo>
                    <a:pt x="34472" y="13687"/>
                  </a:moveTo>
                  <a:cubicBezTo>
                    <a:pt x="34472" y="21292"/>
                    <a:pt x="26741" y="27375"/>
                    <a:pt x="17236" y="27375"/>
                  </a:cubicBezTo>
                  <a:cubicBezTo>
                    <a:pt x="7731" y="27375"/>
                    <a:pt x="0" y="21165"/>
                    <a:pt x="0" y="13687"/>
                  </a:cubicBezTo>
                  <a:cubicBezTo>
                    <a:pt x="0" y="6210"/>
                    <a:pt x="7731" y="0"/>
                    <a:pt x="17236" y="0"/>
                  </a:cubicBezTo>
                  <a:cubicBezTo>
                    <a:pt x="26741" y="0"/>
                    <a:pt x="34472" y="6083"/>
                    <a:pt x="34472" y="1368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69" name="Freeform: Shape 3868">
              <a:extLst>
                <a:ext uri="{FF2B5EF4-FFF2-40B4-BE49-F238E27FC236}">
                  <a16:creationId xmlns:a16="http://schemas.microsoft.com/office/drawing/2014/main" id="{0E26F138-716C-2561-35FB-CA7D145DAA8F}"/>
                </a:ext>
              </a:extLst>
            </p:cNvPr>
            <p:cNvSpPr/>
            <p:nvPr/>
          </p:nvSpPr>
          <p:spPr>
            <a:xfrm>
              <a:off x="10047248" y="1642655"/>
              <a:ext cx="33838" cy="26867"/>
            </a:xfrm>
            <a:custGeom>
              <a:avLst/>
              <a:gdLst>
                <a:gd name="connsiteX0" fmla="*/ 33838 w 33838"/>
                <a:gd name="connsiteY0" fmla="*/ 13434 h 26867"/>
                <a:gd name="connsiteX1" fmla="*/ 16982 w 33838"/>
                <a:gd name="connsiteY1" fmla="*/ 26868 h 26867"/>
                <a:gd name="connsiteX2" fmla="*/ 0 w 33838"/>
                <a:gd name="connsiteY2" fmla="*/ 13434 h 26867"/>
                <a:gd name="connsiteX3" fmla="*/ 16982 w 33838"/>
                <a:gd name="connsiteY3" fmla="*/ 0 h 26867"/>
                <a:gd name="connsiteX4" fmla="*/ 33838 w 33838"/>
                <a:gd name="connsiteY4" fmla="*/ 13434 h 26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838" h="26867">
                  <a:moveTo>
                    <a:pt x="33838" y="13434"/>
                  </a:moveTo>
                  <a:cubicBezTo>
                    <a:pt x="33838" y="20785"/>
                    <a:pt x="26234" y="26868"/>
                    <a:pt x="16982" y="26868"/>
                  </a:cubicBezTo>
                  <a:cubicBezTo>
                    <a:pt x="7731" y="26868"/>
                    <a:pt x="0" y="20911"/>
                    <a:pt x="0" y="13434"/>
                  </a:cubicBezTo>
                  <a:cubicBezTo>
                    <a:pt x="0" y="5957"/>
                    <a:pt x="7604" y="0"/>
                    <a:pt x="16982" y="0"/>
                  </a:cubicBezTo>
                  <a:cubicBezTo>
                    <a:pt x="26361" y="0"/>
                    <a:pt x="33838" y="5957"/>
                    <a:pt x="33838" y="1343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70" name="Freeform: Shape 3869">
              <a:extLst>
                <a:ext uri="{FF2B5EF4-FFF2-40B4-BE49-F238E27FC236}">
                  <a16:creationId xmlns:a16="http://schemas.microsoft.com/office/drawing/2014/main" id="{566AB66D-8D75-0A6C-600F-D113102D7210}"/>
                </a:ext>
              </a:extLst>
            </p:cNvPr>
            <p:cNvSpPr/>
            <p:nvPr/>
          </p:nvSpPr>
          <p:spPr>
            <a:xfrm>
              <a:off x="10111123" y="1733398"/>
              <a:ext cx="33838" cy="26867"/>
            </a:xfrm>
            <a:custGeom>
              <a:avLst/>
              <a:gdLst>
                <a:gd name="connsiteX0" fmla="*/ 33838 w 33838"/>
                <a:gd name="connsiteY0" fmla="*/ 13434 h 26867"/>
                <a:gd name="connsiteX1" fmla="*/ 16983 w 33838"/>
                <a:gd name="connsiteY1" fmla="*/ 26868 h 26867"/>
                <a:gd name="connsiteX2" fmla="*/ 0 w 33838"/>
                <a:gd name="connsiteY2" fmla="*/ 13434 h 26867"/>
                <a:gd name="connsiteX3" fmla="*/ 16983 w 33838"/>
                <a:gd name="connsiteY3" fmla="*/ 0 h 26867"/>
                <a:gd name="connsiteX4" fmla="*/ 33838 w 33838"/>
                <a:gd name="connsiteY4" fmla="*/ 13434 h 26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838" h="26867">
                  <a:moveTo>
                    <a:pt x="33838" y="13434"/>
                  </a:moveTo>
                  <a:cubicBezTo>
                    <a:pt x="33838" y="20785"/>
                    <a:pt x="26234" y="26868"/>
                    <a:pt x="16983" y="26868"/>
                  </a:cubicBezTo>
                  <a:cubicBezTo>
                    <a:pt x="7731" y="26868"/>
                    <a:pt x="0" y="20911"/>
                    <a:pt x="0" y="13434"/>
                  </a:cubicBezTo>
                  <a:cubicBezTo>
                    <a:pt x="0" y="5956"/>
                    <a:pt x="7604" y="0"/>
                    <a:pt x="16983" y="0"/>
                  </a:cubicBezTo>
                  <a:cubicBezTo>
                    <a:pt x="26361" y="0"/>
                    <a:pt x="33838" y="5956"/>
                    <a:pt x="33838" y="1343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71" name="Freeform: Shape 3870">
              <a:extLst>
                <a:ext uri="{FF2B5EF4-FFF2-40B4-BE49-F238E27FC236}">
                  <a16:creationId xmlns:a16="http://schemas.microsoft.com/office/drawing/2014/main" id="{EFD6AD95-FE1A-A14D-A0D8-D2A1AB3D138A}"/>
                </a:ext>
              </a:extLst>
            </p:cNvPr>
            <p:cNvSpPr/>
            <p:nvPr/>
          </p:nvSpPr>
          <p:spPr>
            <a:xfrm>
              <a:off x="10172209" y="1826042"/>
              <a:ext cx="32951" cy="26107"/>
            </a:xfrm>
            <a:custGeom>
              <a:avLst/>
              <a:gdLst>
                <a:gd name="connsiteX0" fmla="*/ 32951 w 32951"/>
                <a:gd name="connsiteY0" fmla="*/ 13054 h 26107"/>
                <a:gd name="connsiteX1" fmla="*/ 16476 w 32951"/>
                <a:gd name="connsiteY1" fmla="*/ 26108 h 26107"/>
                <a:gd name="connsiteX2" fmla="*/ 0 w 32951"/>
                <a:gd name="connsiteY2" fmla="*/ 13054 h 26107"/>
                <a:gd name="connsiteX3" fmla="*/ 16476 w 32951"/>
                <a:gd name="connsiteY3" fmla="*/ 0 h 26107"/>
                <a:gd name="connsiteX4" fmla="*/ 32951 w 32951"/>
                <a:gd name="connsiteY4" fmla="*/ 13054 h 2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951" h="26107">
                  <a:moveTo>
                    <a:pt x="32951" y="13054"/>
                  </a:moveTo>
                  <a:cubicBezTo>
                    <a:pt x="32951" y="20278"/>
                    <a:pt x="25601" y="26108"/>
                    <a:pt x="16476" y="26108"/>
                  </a:cubicBezTo>
                  <a:cubicBezTo>
                    <a:pt x="7351" y="26108"/>
                    <a:pt x="0" y="20278"/>
                    <a:pt x="0" y="13054"/>
                  </a:cubicBezTo>
                  <a:cubicBezTo>
                    <a:pt x="0" y="5830"/>
                    <a:pt x="7351" y="0"/>
                    <a:pt x="16476" y="0"/>
                  </a:cubicBezTo>
                  <a:cubicBezTo>
                    <a:pt x="25601" y="0"/>
                    <a:pt x="32951" y="5830"/>
                    <a:pt x="32951" y="1305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72" name="Freeform: Shape 3871">
              <a:extLst>
                <a:ext uri="{FF2B5EF4-FFF2-40B4-BE49-F238E27FC236}">
                  <a16:creationId xmlns:a16="http://schemas.microsoft.com/office/drawing/2014/main" id="{358F096B-3167-0A7A-88EA-BA543317092C}"/>
                </a:ext>
              </a:extLst>
            </p:cNvPr>
            <p:cNvSpPr/>
            <p:nvPr/>
          </p:nvSpPr>
          <p:spPr>
            <a:xfrm>
              <a:off x="10228734" y="1919319"/>
              <a:ext cx="33838" cy="26867"/>
            </a:xfrm>
            <a:custGeom>
              <a:avLst/>
              <a:gdLst>
                <a:gd name="connsiteX0" fmla="*/ 33838 w 33838"/>
                <a:gd name="connsiteY0" fmla="*/ 13434 h 26867"/>
                <a:gd name="connsiteX1" fmla="*/ 16982 w 33838"/>
                <a:gd name="connsiteY1" fmla="*/ 26868 h 26867"/>
                <a:gd name="connsiteX2" fmla="*/ 0 w 33838"/>
                <a:gd name="connsiteY2" fmla="*/ 13434 h 26867"/>
                <a:gd name="connsiteX3" fmla="*/ 16982 w 33838"/>
                <a:gd name="connsiteY3" fmla="*/ 0 h 26867"/>
                <a:gd name="connsiteX4" fmla="*/ 33838 w 33838"/>
                <a:gd name="connsiteY4" fmla="*/ 13434 h 26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838" h="26867">
                  <a:moveTo>
                    <a:pt x="33838" y="13434"/>
                  </a:moveTo>
                  <a:cubicBezTo>
                    <a:pt x="33838" y="20911"/>
                    <a:pt x="26234" y="26868"/>
                    <a:pt x="16982" y="26868"/>
                  </a:cubicBezTo>
                  <a:cubicBezTo>
                    <a:pt x="7731" y="26868"/>
                    <a:pt x="0" y="20911"/>
                    <a:pt x="0" y="13434"/>
                  </a:cubicBezTo>
                  <a:cubicBezTo>
                    <a:pt x="0" y="5957"/>
                    <a:pt x="7604" y="0"/>
                    <a:pt x="16982" y="0"/>
                  </a:cubicBezTo>
                  <a:cubicBezTo>
                    <a:pt x="26361" y="0"/>
                    <a:pt x="33838" y="5957"/>
                    <a:pt x="33838" y="1343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73" name="Freeform: Shape 3872">
              <a:extLst>
                <a:ext uri="{FF2B5EF4-FFF2-40B4-BE49-F238E27FC236}">
                  <a16:creationId xmlns:a16="http://schemas.microsoft.com/office/drawing/2014/main" id="{9CC347CE-B79E-AF30-1013-A0B76956D60E}"/>
                </a:ext>
              </a:extLst>
            </p:cNvPr>
            <p:cNvSpPr/>
            <p:nvPr/>
          </p:nvSpPr>
          <p:spPr>
            <a:xfrm>
              <a:off x="10282977" y="2014498"/>
              <a:ext cx="32951" cy="26107"/>
            </a:xfrm>
            <a:custGeom>
              <a:avLst/>
              <a:gdLst>
                <a:gd name="connsiteX0" fmla="*/ 32951 w 32951"/>
                <a:gd name="connsiteY0" fmla="*/ 13054 h 26107"/>
                <a:gd name="connsiteX1" fmla="*/ 16476 w 32951"/>
                <a:gd name="connsiteY1" fmla="*/ 26108 h 26107"/>
                <a:gd name="connsiteX2" fmla="*/ 0 w 32951"/>
                <a:gd name="connsiteY2" fmla="*/ 13054 h 26107"/>
                <a:gd name="connsiteX3" fmla="*/ 16476 w 32951"/>
                <a:gd name="connsiteY3" fmla="*/ 0 h 26107"/>
                <a:gd name="connsiteX4" fmla="*/ 32951 w 32951"/>
                <a:gd name="connsiteY4" fmla="*/ 13054 h 2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951" h="26107">
                  <a:moveTo>
                    <a:pt x="32951" y="13054"/>
                  </a:moveTo>
                  <a:cubicBezTo>
                    <a:pt x="32951" y="20278"/>
                    <a:pt x="25601" y="26108"/>
                    <a:pt x="16476" y="26108"/>
                  </a:cubicBezTo>
                  <a:cubicBezTo>
                    <a:pt x="7351" y="26108"/>
                    <a:pt x="0" y="20278"/>
                    <a:pt x="0" y="13054"/>
                  </a:cubicBezTo>
                  <a:cubicBezTo>
                    <a:pt x="0" y="5830"/>
                    <a:pt x="7351" y="0"/>
                    <a:pt x="16476" y="0"/>
                  </a:cubicBezTo>
                  <a:cubicBezTo>
                    <a:pt x="25601" y="0"/>
                    <a:pt x="32951" y="5830"/>
                    <a:pt x="32951" y="1305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74" name="Freeform: Shape 3873">
              <a:extLst>
                <a:ext uri="{FF2B5EF4-FFF2-40B4-BE49-F238E27FC236}">
                  <a16:creationId xmlns:a16="http://schemas.microsoft.com/office/drawing/2014/main" id="{2EB7F510-7613-A91D-0724-0FB004ECB71E}"/>
                </a:ext>
              </a:extLst>
            </p:cNvPr>
            <p:cNvSpPr/>
            <p:nvPr/>
          </p:nvSpPr>
          <p:spPr>
            <a:xfrm>
              <a:off x="10333544" y="2110817"/>
              <a:ext cx="32191" cy="25600"/>
            </a:xfrm>
            <a:custGeom>
              <a:avLst/>
              <a:gdLst>
                <a:gd name="connsiteX0" fmla="*/ 32191 w 32191"/>
                <a:gd name="connsiteY0" fmla="*/ 12800 h 25600"/>
                <a:gd name="connsiteX1" fmla="*/ 16096 w 32191"/>
                <a:gd name="connsiteY1" fmla="*/ 25601 h 25600"/>
                <a:gd name="connsiteX2" fmla="*/ 0 w 32191"/>
                <a:gd name="connsiteY2" fmla="*/ 12800 h 25600"/>
                <a:gd name="connsiteX3" fmla="*/ 16096 w 32191"/>
                <a:gd name="connsiteY3" fmla="*/ 0 h 25600"/>
                <a:gd name="connsiteX4" fmla="*/ 32191 w 32191"/>
                <a:gd name="connsiteY4" fmla="*/ 12800 h 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91" h="25600">
                  <a:moveTo>
                    <a:pt x="32191" y="12800"/>
                  </a:moveTo>
                  <a:cubicBezTo>
                    <a:pt x="32191" y="19897"/>
                    <a:pt x="24967" y="25601"/>
                    <a:pt x="16096" y="25601"/>
                  </a:cubicBezTo>
                  <a:cubicBezTo>
                    <a:pt x="7224" y="25601"/>
                    <a:pt x="0" y="19897"/>
                    <a:pt x="0" y="12800"/>
                  </a:cubicBezTo>
                  <a:cubicBezTo>
                    <a:pt x="0" y="5703"/>
                    <a:pt x="7224" y="0"/>
                    <a:pt x="16096" y="0"/>
                  </a:cubicBezTo>
                  <a:cubicBezTo>
                    <a:pt x="24967" y="0"/>
                    <a:pt x="32191" y="5703"/>
                    <a:pt x="32191" y="1280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75" name="Freeform: Shape 3874">
              <a:extLst>
                <a:ext uri="{FF2B5EF4-FFF2-40B4-BE49-F238E27FC236}">
                  <a16:creationId xmlns:a16="http://schemas.microsoft.com/office/drawing/2014/main" id="{A2231551-DD78-AA0B-0637-211286944C78}"/>
                </a:ext>
              </a:extLst>
            </p:cNvPr>
            <p:cNvSpPr/>
            <p:nvPr/>
          </p:nvSpPr>
          <p:spPr>
            <a:xfrm>
              <a:off x="10380057" y="2208024"/>
              <a:ext cx="32190" cy="25600"/>
            </a:xfrm>
            <a:custGeom>
              <a:avLst/>
              <a:gdLst>
                <a:gd name="connsiteX0" fmla="*/ 32191 w 32190"/>
                <a:gd name="connsiteY0" fmla="*/ 12800 h 25600"/>
                <a:gd name="connsiteX1" fmla="*/ 16095 w 32190"/>
                <a:gd name="connsiteY1" fmla="*/ 25601 h 25600"/>
                <a:gd name="connsiteX2" fmla="*/ 0 w 32190"/>
                <a:gd name="connsiteY2" fmla="*/ 12800 h 25600"/>
                <a:gd name="connsiteX3" fmla="*/ 16095 w 32190"/>
                <a:gd name="connsiteY3" fmla="*/ 0 h 25600"/>
                <a:gd name="connsiteX4" fmla="*/ 32191 w 32190"/>
                <a:gd name="connsiteY4" fmla="*/ 12800 h 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90" h="25600">
                  <a:moveTo>
                    <a:pt x="32191" y="12800"/>
                  </a:moveTo>
                  <a:cubicBezTo>
                    <a:pt x="32191" y="19897"/>
                    <a:pt x="24967" y="25601"/>
                    <a:pt x="16095" y="25601"/>
                  </a:cubicBezTo>
                  <a:cubicBezTo>
                    <a:pt x="7223" y="25601"/>
                    <a:pt x="0" y="19897"/>
                    <a:pt x="0" y="12800"/>
                  </a:cubicBezTo>
                  <a:cubicBezTo>
                    <a:pt x="0" y="5703"/>
                    <a:pt x="7223" y="0"/>
                    <a:pt x="16095" y="0"/>
                  </a:cubicBezTo>
                  <a:cubicBezTo>
                    <a:pt x="24967" y="0"/>
                    <a:pt x="32191" y="5703"/>
                    <a:pt x="32191" y="1280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76" name="Freeform: Shape 3875">
              <a:extLst>
                <a:ext uri="{FF2B5EF4-FFF2-40B4-BE49-F238E27FC236}">
                  <a16:creationId xmlns:a16="http://schemas.microsoft.com/office/drawing/2014/main" id="{4613A5F4-86E0-5E5E-E0AC-9BA29C0A4C19}"/>
                </a:ext>
              </a:extLst>
            </p:cNvPr>
            <p:cNvSpPr/>
            <p:nvPr/>
          </p:nvSpPr>
          <p:spPr>
            <a:xfrm>
              <a:off x="10423527" y="2306624"/>
              <a:ext cx="31430" cy="24840"/>
            </a:xfrm>
            <a:custGeom>
              <a:avLst/>
              <a:gdLst>
                <a:gd name="connsiteX0" fmla="*/ 31430 w 31430"/>
                <a:gd name="connsiteY0" fmla="*/ 12420 h 24840"/>
                <a:gd name="connsiteX1" fmla="*/ 15715 w 31430"/>
                <a:gd name="connsiteY1" fmla="*/ 24840 h 24840"/>
                <a:gd name="connsiteX2" fmla="*/ 0 w 31430"/>
                <a:gd name="connsiteY2" fmla="*/ 12420 h 24840"/>
                <a:gd name="connsiteX3" fmla="*/ 15715 w 31430"/>
                <a:gd name="connsiteY3" fmla="*/ 0 h 24840"/>
                <a:gd name="connsiteX4" fmla="*/ 31430 w 31430"/>
                <a:gd name="connsiteY4" fmla="*/ 12420 h 2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30" h="24840">
                  <a:moveTo>
                    <a:pt x="31430" y="12420"/>
                  </a:moveTo>
                  <a:cubicBezTo>
                    <a:pt x="31430" y="19264"/>
                    <a:pt x="24333" y="24840"/>
                    <a:pt x="15715" y="24840"/>
                  </a:cubicBezTo>
                  <a:cubicBezTo>
                    <a:pt x="7097" y="24840"/>
                    <a:pt x="0" y="19264"/>
                    <a:pt x="0" y="12420"/>
                  </a:cubicBezTo>
                  <a:cubicBezTo>
                    <a:pt x="0" y="5576"/>
                    <a:pt x="7097" y="0"/>
                    <a:pt x="15715" y="0"/>
                  </a:cubicBezTo>
                  <a:cubicBezTo>
                    <a:pt x="24333" y="0"/>
                    <a:pt x="31430" y="5576"/>
                    <a:pt x="31430" y="1242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77" name="Freeform: Shape 3876">
              <a:extLst>
                <a:ext uri="{FF2B5EF4-FFF2-40B4-BE49-F238E27FC236}">
                  <a16:creationId xmlns:a16="http://schemas.microsoft.com/office/drawing/2014/main" id="{2B764C26-2F0B-3128-977C-5841D23763B2}"/>
                </a:ext>
              </a:extLst>
            </p:cNvPr>
            <p:cNvSpPr/>
            <p:nvPr/>
          </p:nvSpPr>
          <p:spPr>
            <a:xfrm>
              <a:off x="10463322" y="2406239"/>
              <a:ext cx="30670" cy="24206"/>
            </a:xfrm>
            <a:custGeom>
              <a:avLst/>
              <a:gdLst>
                <a:gd name="connsiteX0" fmla="*/ 30671 w 30670"/>
                <a:gd name="connsiteY0" fmla="*/ 12040 h 24206"/>
                <a:gd name="connsiteX1" fmla="*/ 15335 w 30670"/>
                <a:gd name="connsiteY1" fmla="*/ 24207 h 24206"/>
                <a:gd name="connsiteX2" fmla="*/ 0 w 30670"/>
                <a:gd name="connsiteY2" fmla="*/ 12040 h 24206"/>
                <a:gd name="connsiteX3" fmla="*/ 15335 w 30670"/>
                <a:gd name="connsiteY3" fmla="*/ 0 h 24206"/>
                <a:gd name="connsiteX4" fmla="*/ 30671 w 30670"/>
                <a:gd name="connsiteY4" fmla="*/ 12040 h 24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70" h="24206">
                  <a:moveTo>
                    <a:pt x="30671" y="12040"/>
                  </a:moveTo>
                  <a:cubicBezTo>
                    <a:pt x="30671" y="18757"/>
                    <a:pt x="23826" y="24207"/>
                    <a:pt x="15335" y="24207"/>
                  </a:cubicBezTo>
                  <a:cubicBezTo>
                    <a:pt x="6844" y="24207"/>
                    <a:pt x="0" y="18757"/>
                    <a:pt x="0" y="12040"/>
                  </a:cubicBezTo>
                  <a:cubicBezTo>
                    <a:pt x="0" y="5323"/>
                    <a:pt x="6844" y="0"/>
                    <a:pt x="15335" y="0"/>
                  </a:cubicBezTo>
                  <a:cubicBezTo>
                    <a:pt x="23826" y="0"/>
                    <a:pt x="30671" y="5450"/>
                    <a:pt x="30671" y="1204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78" name="Freeform: Shape 3877">
              <a:extLst>
                <a:ext uri="{FF2B5EF4-FFF2-40B4-BE49-F238E27FC236}">
                  <a16:creationId xmlns:a16="http://schemas.microsoft.com/office/drawing/2014/main" id="{8F28D511-4C85-48AB-493A-543CD34DEB28}"/>
                </a:ext>
              </a:extLst>
            </p:cNvPr>
            <p:cNvSpPr/>
            <p:nvPr/>
          </p:nvSpPr>
          <p:spPr>
            <a:xfrm>
              <a:off x="10499061" y="2506107"/>
              <a:ext cx="30670" cy="24333"/>
            </a:xfrm>
            <a:custGeom>
              <a:avLst/>
              <a:gdLst>
                <a:gd name="connsiteX0" fmla="*/ 30671 w 30670"/>
                <a:gd name="connsiteY0" fmla="*/ 12167 h 24333"/>
                <a:gd name="connsiteX1" fmla="*/ 15335 w 30670"/>
                <a:gd name="connsiteY1" fmla="*/ 24333 h 24333"/>
                <a:gd name="connsiteX2" fmla="*/ 0 w 30670"/>
                <a:gd name="connsiteY2" fmla="*/ 12167 h 24333"/>
                <a:gd name="connsiteX3" fmla="*/ 15335 w 30670"/>
                <a:gd name="connsiteY3" fmla="*/ 0 h 24333"/>
                <a:gd name="connsiteX4" fmla="*/ 30671 w 30670"/>
                <a:gd name="connsiteY4" fmla="*/ 12167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70" h="24333">
                  <a:moveTo>
                    <a:pt x="30671" y="12167"/>
                  </a:moveTo>
                  <a:cubicBezTo>
                    <a:pt x="30671" y="18884"/>
                    <a:pt x="23826" y="24333"/>
                    <a:pt x="15335" y="24333"/>
                  </a:cubicBezTo>
                  <a:cubicBezTo>
                    <a:pt x="6844" y="24333"/>
                    <a:pt x="0" y="18884"/>
                    <a:pt x="0" y="12167"/>
                  </a:cubicBezTo>
                  <a:cubicBezTo>
                    <a:pt x="0" y="5450"/>
                    <a:pt x="6844" y="0"/>
                    <a:pt x="15335" y="0"/>
                  </a:cubicBezTo>
                  <a:cubicBezTo>
                    <a:pt x="23826" y="0"/>
                    <a:pt x="30671" y="5450"/>
                    <a:pt x="30671" y="121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79" name="Freeform: Shape 3878">
              <a:extLst>
                <a:ext uri="{FF2B5EF4-FFF2-40B4-BE49-F238E27FC236}">
                  <a16:creationId xmlns:a16="http://schemas.microsoft.com/office/drawing/2014/main" id="{93C62408-165D-055B-ED41-50ACE51700B4}"/>
                </a:ext>
              </a:extLst>
            </p:cNvPr>
            <p:cNvSpPr/>
            <p:nvPr/>
          </p:nvSpPr>
          <p:spPr>
            <a:xfrm>
              <a:off x="10531506" y="2607369"/>
              <a:ext cx="29910" cy="23572"/>
            </a:xfrm>
            <a:custGeom>
              <a:avLst/>
              <a:gdLst>
                <a:gd name="connsiteX0" fmla="*/ 29910 w 29910"/>
                <a:gd name="connsiteY0" fmla="*/ 11787 h 23572"/>
                <a:gd name="connsiteX1" fmla="*/ 14955 w 29910"/>
                <a:gd name="connsiteY1" fmla="*/ 23573 h 23572"/>
                <a:gd name="connsiteX2" fmla="*/ 0 w 29910"/>
                <a:gd name="connsiteY2" fmla="*/ 11787 h 23572"/>
                <a:gd name="connsiteX3" fmla="*/ 14955 w 29910"/>
                <a:gd name="connsiteY3" fmla="*/ 0 h 23572"/>
                <a:gd name="connsiteX4" fmla="*/ 29910 w 29910"/>
                <a:gd name="connsiteY4" fmla="*/ 11787 h 2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910" h="23572">
                  <a:moveTo>
                    <a:pt x="29910" y="11787"/>
                  </a:moveTo>
                  <a:cubicBezTo>
                    <a:pt x="29910" y="18377"/>
                    <a:pt x="23193" y="23573"/>
                    <a:pt x="14955" y="23573"/>
                  </a:cubicBezTo>
                  <a:cubicBezTo>
                    <a:pt x="6717" y="23573"/>
                    <a:pt x="0" y="18250"/>
                    <a:pt x="0" y="11787"/>
                  </a:cubicBezTo>
                  <a:cubicBezTo>
                    <a:pt x="0" y="5323"/>
                    <a:pt x="6717" y="0"/>
                    <a:pt x="14955" y="0"/>
                  </a:cubicBezTo>
                  <a:cubicBezTo>
                    <a:pt x="23193" y="0"/>
                    <a:pt x="29910" y="5323"/>
                    <a:pt x="29910" y="1178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80" name="Freeform: Shape 3879">
              <a:extLst>
                <a:ext uri="{FF2B5EF4-FFF2-40B4-BE49-F238E27FC236}">
                  <a16:creationId xmlns:a16="http://schemas.microsoft.com/office/drawing/2014/main" id="{C8399658-C6D2-3229-A201-1CC0549FFF49}"/>
                </a:ext>
              </a:extLst>
            </p:cNvPr>
            <p:cNvSpPr/>
            <p:nvPr/>
          </p:nvSpPr>
          <p:spPr>
            <a:xfrm>
              <a:off x="10560275" y="2709138"/>
              <a:ext cx="29149" cy="23066"/>
            </a:xfrm>
            <a:custGeom>
              <a:avLst/>
              <a:gdLst>
                <a:gd name="connsiteX0" fmla="*/ 29149 w 29149"/>
                <a:gd name="connsiteY0" fmla="*/ 11533 h 23066"/>
                <a:gd name="connsiteX1" fmla="*/ 14575 w 29149"/>
                <a:gd name="connsiteY1" fmla="*/ 23066 h 23066"/>
                <a:gd name="connsiteX2" fmla="*/ 0 w 29149"/>
                <a:gd name="connsiteY2" fmla="*/ 11533 h 23066"/>
                <a:gd name="connsiteX3" fmla="*/ 14575 w 29149"/>
                <a:gd name="connsiteY3" fmla="*/ 0 h 23066"/>
                <a:gd name="connsiteX4" fmla="*/ 29149 w 29149"/>
                <a:gd name="connsiteY4" fmla="*/ 11533 h 23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9" h="23066">
                  <a:moveTo>
                    <a:pt x="29149" y="11533"/>
                  </a:moveTo>
                  <a:cubicBezTo>
                    <a:pt x="29149" y="17870"/>
                    <a:pt x="22685" y="23066"/>
                    <a:pt x="14575" y="23066"/>
                  </a:cubicBezTo>
                  <a:cubicBezTo>
                    <a:pt x="6464" y="23066"/>
                    <a:pt x="0" y="17870"/>
                    <a:pt x="0" y="11533"/>
                  </a:cubicBezTo>
                  <a:cubicBezTo>
                    <a:pt x="0" y="5196"/>
                    <a:pt x="6464" y="0"/>
                    <a:pt x="14575" y="0"/>
                  </a:cubicBezTo>
                  <a:cubicBezTo>
                    <a:pt x="22685" y="0"/>
                    <a:pt x="29149" y="5196"/>
                    <a:pt x="29149" y="1153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81" name="Freeform: Shape 3880">
              <a:extLst>
                <a:ext uri="{FF2B5EF4-FFF2-40B4-BE49-F238E27FC236}">
                  <a16:creationId xmlns:a16="http://schemas.microsoft.com/office/drawing/2014/main" id="{9D0E7195-282B-A6D4-BA45-6E3ED5EC5E23}"/>
                </a:ext>
              </a:extLst>
            </p:cNvPr>
            <p:cNvSpPr/>
            <p:nvPr/>
          </p:nvSpPr>
          <p:spPr>
            <a:xfrm>
              <a:off x="10585242" y="2811667"/>
              <a:ext cx="28389" cy="22305"/>
            </a:xfrm>
            <a:custGeom>
              <a:avLst/>
              <a:gdLst>
                <a:gd name="connsiteX0" fmla="*/ 28390 w 28389"/>
                <a:gd name="connsiteY0" fmla="*/ 11153 h 22305"/>
                <a:gd name="connsiteX1" fmla="*/ 14195 w 28389"/>
                <a:gd name="connsiteY1" fmla="*/ 22306 h 22305"/>
                <a:gd name="connsiteX2" fmla="*/ 0 w 28389"/>
                <a:gd name="connsiteY2" fmla="*/ 11153 h 22305"/>
                <a:gd name="connsiteX3" fmla="*/ 14195 w 28389"/>
                <a:gd name="connsiteY3" fmla="*/ 0 h 22305"/>
                <a:gd name="connsiteX4" fmla="*/ 28390 w 28389"/>
                <a:gd name="connsiteY4" fmla="*/ 11153 h 22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389" h="22305">
                  <a:moveTo>
                    <a:pt x="28390" y="11153"/>
                  </a:moveTo>
                  <a:cubicBezTo>
                    <a:pt x="28390" y="17363"/>
                    <a:pt x="22053" y="22306"/>
                    <a:pt x="14195" y="22306"/>
                  </a:cubicBezTo>
                  <a:cubicBezTo>
                    <a:pt x="6337" y="22306"/>
                    <a:pt x="0" y="17236"/>
                    <a:pt x="0" y="11153"/>
                  </a:cubicBezTo>
                  <a:cubicBezTo>
                    <a:pt x="0" y="5070"/>
                    <a:pt x="6337" y="0"/>
                    <a:pt x="14195" y="0"/>
                  </a:cubicBezTo>
                  <a:cubicBezTo>
                    <a:pt x="22053" y="0"/>
                    <a:pt x="28390" y="5070"/>
                    <a:pt x="28390" y="1115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82" name="Freeform: Shape 3881">
              <a:extLst>
                <a:ext uri="{FF2B5EF4-FFF2-40B4-BE49-F238E27FC236}">
                  <a16:creationId xmlns:a16="http://schemas.microsoft.com/office/drawing/2014/main" id="{FF5E84A6-D234-B9EF-6821-3BB60881F555}"/>
                </a:ext>
              </a:extLst>
            </p:cNvPr>
            <p:cNvSpPr/>
            <p:nvPr/>
          </p:nvSpPr>
          <p:spPr>
            <a:xfrm>
              <a:off x="10606153" y="2914323"/>
              <a:ext cx="28388" cy="22432"/>
            </a:xfrm>
            <a:custGeom>
              <a:avLst/>
              <a:gdLst>
                <a:gd name="connsiteX0" fmla="*/ 28389 w 28388"/>
                <a:gd name="connsiteY0" fmla="*/ 11153 h 22432"/>
                <a:gd name="connsiteX1" fmla="*/ 14194 w 28388"/>
                <a:gd name="connsiteY1" fmla="*/ 22432 h 22432"/>
                <a:gd name="connsiteX2" fmla="*/ 0 w 28388"/>
                <a:gd name="connsiteY2" fmla="*/ 11153 h 22432"/>
                <a:gd name="connsiteX3" fmla="*/ 14194 w 28388"/>
                <a:gd name="connsiteY3" fmla="*/ 0 h 22432"/>
                <a:gd name="connsiteX4" fmla="*/ 28389 w 28388"/>
                <a:gd name="connsiteY4" fmla="*/ 11153 h 22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388" h="22432">
                  <a:moveTo>
                    <a:pt x="28389" y="11153"/>
                  </a:moveTo>
                  <a:cubicBezTo>
                    <a:pt x="28389" y="17363"/>
                    <a:pt x="22052" y="22432"/>
                    <a:pt x="14194" y="22432"/>
                  </a:cubicBezTo>
                  <a:cubicBezTo>
                    <a:pt x="6337" y="22432"/>
                    <a:pt x="0" y="17363"/>
                    <a:pt x="0" y="11153"/>
                  </a:cubicBezTo>
                  <a:cubicBezTo>
                    <a:pt x="0" y="4943"/>
                    <a:pt x="6337" y="0"/>
                    <a:pt x="14194" y="0"/>
                  </a:cubicBezTo>
                  <a:cubicBezTo>
                    <a:pt x="22052" y="0"/>
                    <a:pt x="28389" y="5069"/>
                    <a:pt x="28389" y="1115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83" name="Freeform: Shape 3882">
              <a:extLst>
                <a:ext uri="{FF2B5EF4-FFF2-40B4-BE49-F238E27FC236}">
                  <a16:creationId xmlns:a16="http://schemas.microsoft.com/office/drawing/2014/main" id="{5D167213-8FA5-539E-C946-69105740DC85}"/>
                </a:ext>
              </a:extLst>
            </p:cNvPr>
            <p:cNvSpPr/>
            <p:nvPr/>
          </p:nvSpPr>
          <p:spPr>
            <a:xfrm>
              <a:off x="10623770" y="3017613"/>
              <a:ext cx="27501" cy="21798"/>
            </a:xfrm>
            <a:custGeom>
              <a:avLst/>
              <a:gdLst>
                <a:gd name="connsiteX0" fmla="*/ 27501 w 27501"/>
                <a:gd name="connsiteY0" fmla="*/ 10899 h 21798"/>
                <a:gd name="connsiteX1" fmla="*/ 13688 w 27501"/>
                <a:gd name="connsiteY1" fmla="*/ 21799 h 21798"/>
                <a:gd name="connsiteX2" fmla="*/ 0 w 27501"/>
                <a:gd name="connsiteY2" fmla="*/ 10899 h 21798"/>
                <a:gd name="connsiteX3" fmla="*/ 13688 w 27501"/>
                <a:gd name="connsiteY3" fmla="*/ 0 h 21798"/>
                <a:gd name="connsiteX4" fmla="*/ 27501 w 27501"/>
                <a:gd name="connsiteY4" fmla="*/ 10899 h 21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501" h="21798">
                  <a:moveTo>
                    <a:pt x="27501" y="10899"/>
                  </a:moveTo>
                  <a:cubicBezTo>
                    <a:pt x="27501" y="16983"/>
                    <a:pt x="21292" y="21799"/>
                    <a:pt x="13688" y="21799"/>
                  </a:cubicBezTo>
                  <a:cubicBezTo>
                    <a:pt x="6083" y="21799"/>
                    <a:pt x="0" y="16983"/>
                    <a:pt x="0" y="10899"/>
                  </a:cubicBezTo>
                  <a:cubicBezTo>
                    <a:pt x="0" y="4816"/>
                    <a:pt x="6083" y="0"/>
                    <a:pt x="13688" y="0"/>
                  </a:cubicBezTo>
                  <a:cubicBezTo>
                    <a:pt x="21292" y="0"/>
                    <a:pt x="27501" y="4816"/>
                    <a:pt x="27501" y="1089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84" name="Freeform: Shape 3883">
              <a:extLst>
                <a:ext uri="{FF2B5EF4-FFF2-40B4-BE49-F238E27FC236}">
                  <a16:creationId xmlns:a16="http://schemas.microsoft.com/office/drawing/2014/main" id="{998C0DB7-6BF1-CDD3-CCC0-0CC59AB6BF29}"/>
                </a:ext>
              </a:extLst>
            </p:cNvPr>
            <p:cNvSpPr/>
            <p:nvPr/>
          </p:nvSpPr>
          <p:spPr>
            <a:xfrm>
              <a:off x="10637964" y="3121790"/>
              <a:ext cx="25853" cy="20531"/>
            </a:xfrm>
            <a:custGeom>
              <a:avLst/>
              <a:gdLst>
                <a:gd name="connsiteX0" fmla="*/ 25854 w 25853"/>
                <a:gd name="connsiteY0" fmla="*/ 10266 h 20531"/>
                <a:gd name="connsiteX1" fmla="*/ 12927 w 25853"/>
                <a:gd name="connsiteY1" fmla="*/ 20531 h 20531"/>
                <a:gd name="connsiteX2" fmla="*/ 0 w 25853"/>
                <a:gd name="connsiteY2" fmla="*/ 10266 h 20531"/>
                <a:gd name="connsiteX3" fmla="*/ 12927 w 25853"/>
                <a:gd name="connsiteY3" fmla="*/ 0 h 20531"/>
                <a:gd name="connsiteX4" fmla="*/ 25854 w 25853"/>
                <a:gd name="connsiteY4" fmla="*/ 10266 h 20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853" h="20531">
                  <a:moveTo>
                    <a:pt x="25854" y="10266"/>
                  </a:moveTo>
                  <a:cubicBezTo>
                    <a:pt x="25854" y="15969"/>
                    <a:pt x="20025" y="20531"/>
                    <a:pt x="12927" y="20531"/>
                  </a:cubicBezTo>
                  <a:cubicBezTo>
                    <a:pt x="5830" y="20531"/>
                    <a:pt x="0" y="15969"/>
                    <a:pt x="0" y="10266"/>
                  </a:cubicBezTo>
                  <a:cubicBezTo>
                    <a:pt x="0" y="4563"/>
                    <a:pt x="5830" y="0"/>
                    <a:pt x="12927" y="0"/>
                  </a:cubicBezTo>
                  <a:cubicBezTo>
                    <a:pt x="20025" y="0"/>
                    <a:pt x="25854" y="4563"/>
                    <a:pt x="25854" y="1026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85" name="Freeform: Shape 3884">
              <a:extLst>
                <a:ext uri="{FF2B5EF4-FFF2-40B4-BE49-F238E27FC236}">
                  <a16:creationId xmlns:a16="http://schemas.microsoft.com/office/drawing/2014/main" id="{AA6C8146-8247-E352-2C8E-785095121080}"/>
                </a:ext>
              </a:extLst>
            </p:cNvPr>
            <p:cNvSpPr/>
            <p:nvPr/>
          </p:nvSpPr>
          <p:spPr>
            <a:xfrm>
              <a:off x="10647849" y="3225840"/>
              <a:ext cx="25094" cy="19897"/>
            </a:xfrm>
            <a:custGeom>
              <a:avLst/>
              <a:gdLst>
                <a:gd name="connsiteX0" fmla="*/ 25094 w 25094"/>
                <a:gd name="connsiteY0" fmla="*/ 9885 h 19897"/>
                <a:gd name="connsiteX1" fmla="*/ 12548 w 25094"/>
                <a:gd name="connsiteY1" fmla="*/ 19898 h 19897"/>
                <a:gd name="connsiteX2" fmla="*/ 0 w 25094"/>
                <a:gd name="connsiteY2" fmla="*/ 9885 h 19897"/>
                <a:gd name="connsiteX3" fmla="*/ 12548 w 25094"/>
                <a:gd name="connsiteY3" fmla="*/ 0 h 19897"/>
                <a:gd name="connsiteX4" fmla="*/ 25094 w 25094"/>
                <a:gd name="connsiteY4" fmla="*/ 9885 h 19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94" h="19897">
                  <a:moveTo>
                    <a:pt x="25094" y="9885"/>
                  </a:moveTo>
                  <a:cubicBezTo>
                    <a:pt x="25094" y="15462"/>
                    <a:pt x="19391" y="19898"/>
                    <a:pt x="12548" y="19898"/>
                  </a:cubicBezTo>
                  <a:cubicBezTo>
                    <a:pt x="5703" y="19898"/>
                    <a:pt x="0" y="15462"/>
                    <a:pt x="0" y="9885"/>
                  </a:cubicBezTo>
                  <a:cubicBezTo>
                    <a:pt x="0" y="4309"/>
                    <a:pt x="5576" y="0"/>
                    <a:pt x="12548" y="0"/>
                  </a:cubicBezTo>
                  <a:cubicBezTo>
                    <a:pt x="19518" y="0"/>
                    <a:pt x="25094" y="4436"/>
                    <a:pt x="25094" y="988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86" name="Freeform: Shape 3885">
              <a:extLst>
                <a:ext uri="{FF2B5EF4-FFF2-40B4-BE49-F238E27FC236}">
                  <a16:creationId xmlns:a16="http://schemas.microsoft.com/office/drawing/2014/main" id="{D11B83D5-C48D-C349-2C89-1A693587BBFD}"/>
                </a:ext>
              </a:extLst>
            </p:cNvPr>
            <p:cNvSpPr/>
            <p:nvPr/>
          </p:nvSpPr>
          <p:spPr>
            <a:xfrm>
              <a:off x="10653933" y="3330017"/>
              <a:ext cx="24333" cy="19263"/>
            </a:xfrm>
            <a:custGeom>
              <a:avLst/>
              <a:gdLst>
                <a:gd name="connsiteX0" fmla="*/ 24333 w 24333"/>
                <a:gd name="connsiteY0" fmla="*/ 9632 h 19263"/>
                <a:gd name="connsiteX1" fmla="*/ 12166 w 24333"/>
                <a:gd name="connsiteY1" fmla="*/ 19264 h 19263"/>
                <a:gd name="connsiteX2" fmla="*/ 0 w 24333"/>
                <a:gd name="connsiteY2" fmla="*/ 9632 h 19263"/>
                <a:gd name="connsiteX3" fmla="*/ 12166 w 24333"/>
                <a:gd name="connsiteY3" fmla="*/ 0 h 19263"/>
                <a:gd name="connsiteX4" fmla="*/ 24333 w 24333"/>
                <a:gd name="connsiteY4" fmla="*/ 9632 h 19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33" h="19263">
                  <a:moveTo>
                    <a:pt x="24333" y="9632"/>
                  </a:moveTo>
                  <a:cubicBezTo>
                    <a:pt x="24333" y="14955"/>
                    <a:pt x="18884" y="19264"/>
                    <a:pt x="12166" y="19264"/>
                  </a:cubicBezTo>
                  <a:cubicBezTo>
                    <a:pt x="5450" y="19264"/>
                    <a:pt x="0" y="14955"/>
                    <a:pt x="0" y="9632"/>
                  </a:cubicBezTo>
                  <a:cubicBezTo>
                    <a:pt x="0" y="4309"/>
                    <a:pt x="5450" y="0"/>
                    <a:pt x="12166" y="0"/>
                  </a:cubicBezTo>
                  <a:cubicBezTo>
                    <a:pt x="18884" y="0"/>
                    <a:pt x="24333" y="4309"/>
                    <a:pt x="24333" y="963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87" name="Freeform: Shape 3886">
              <a:extLst>
                <a:ext uri="{FF2B5EF4-FFF2-40B4-BE49-F238E27FC236}">
                  <a16:creationId xmlns:a16="http://schemas.microsoft.com/office/drawing/2014/main" id="{703F4279-E91F-F371-BD66-D5180CA117DA}"/>
                </a:ext>
              </a:extLst>
            </p:cNvPr>
            <p:cNvSpPr/>
            <p:nvPr/>
          </p:nvSpPr>
          <p:spPr>
            <a:xfrm>
              <a:off x="10781049" y="3433941"/>
              <a:ext cx="24333" cy="19263"/>
            </a:xfrm>
            <a:custGeom>
              <a:avLst/>
              <a:gdLst>
                <a:gd name="connsiteX0" fmla="*/ 24334 w 24333"/>
                <a:gd name="connsiteY0" fmla="*/ 9632 h 19263"/>
                <a:gd name="connsiteX1" fmla="*/ 12167 w 24333"/>
                <a:gd name="connsiteY1" fmla="*/ 19264 h 19263"/>
                <a:gd name="connsiteX2" fmla="*/ 0 w 24333"/>
                <a:gd name="connsiteY2" fmla="*/ 9632 h 19263"/>
                <a:gd name="connsiteX3" fmla="*/ 12167 w 24333"/>
                <a:gd name="connsiteY3" fmla="*/ 0 h 19263"/>
                <a:gd name="connsiteX4" fmla="*/ 24334 w 24333"/>
                <a:gd name="connsiteY4" fmla="*/ 9632 h 19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33" h="19263">
                  <a:moveTo>
                    <a:pt x="24334" y="9632"/>
                  </a:moveTo>
                  <a:cubicBezTo>
                    <a:pt x="24334" y="14955"/>
                    <a:pt x="18884" y="19264"/>
                    <a:pt x="12167" y="19264"/>
                  </a:cubicBezTo>
                  <a:cubicBezTo>
                    <a:pt x="5450" y="19264"/>
                    <a:pt x="0" y="14955"/>
                    <a:pt x="0" y="9632"/>
                  </a:cubicBezTo>
                  <a:cubicBezTo>
                    <a:pt x="0" y="4309"/>
                    <a:pt x="5450" y="0"/>
                    <a:pt x="12167" y="0"/>
                  </a:cubicBezTo>
                  <a:cubicBezTo>
                    <a:pt x="18884" y="0"/>
                    <a:pt x="24334" y="4309"/>
                    <a:pt x="24334" y="963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88" name="Freeform: Shape 3887">
              <a:extLst>
                <a:ext uri="{FF2B5EF4-FFF2-40B4-BE49-F238E27FC236}">
                  <a16:creationId xmlns:a16="http://schemas.microsoft.com/office/drawing/2014/main" id="{A5F6DD42-96AA-B34D-C9F3-09AD8CE3780F}"/>
                </a:ext>
              </a:extLst>
            </p:cNvPr>
            <p:cNvSpPr/>
            <p:nvPr/>
          </p:nvSpPr>
          <p:spPr>
            <a:xfrm>
              <a:off x="10779528" y="3538244"/>
              <a:ext cx="23572" cy="18757"/>
            </a:xfrm>
            <a:custGeom>
              <a:avLst/>
              <a:gdLst>
                <a:gd name="connsiteX0" fmla="*/ 23573 w 23572"/>
                <a:gd name="connsiteY0" fmla="*/ 9378 h 18757"/>
                <a:gd name="connsiteX1" fmla="*/ 11786 w 23572"/>
                <a:gd name="connsiteY1" fmla="*/ 18757 h 18757"/>
                <a:gd name="connsiteX2" fmla="*/ 0 w 23572"/>
                <a:gd name="connsiteY2" fmla="*/ 9378 h 18757"/>
                <a:gd name="connsiteX3" fmla="*/ 11786 w 23572"/>
                <a:gd name="connsiteY3" fmla="*/ 0 h 18757"/>
                <a:gd name="connsiteX4" fmla="*/ 23573 w 23572"/>
                <a:gd name="connsiteY4" fmla="*/ 9378 h 18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572" h="18757">
                  <a:moveTo>
                    <a:pt x="23573" y="9378"/>
                  </a:moveTo>
                  <a:cubicBezTo>
                    <a:pt x="23573" y="14575"/>
                    <a:pt x="18250" y="18757"/>
                    <a:pt x="11786" y="18757"/>
                  </a:cubicBezTo>
                  <a:cubicBezTo>
                    <a:pt x="5323" y="18757"/>
                    <a:pt x="0" y="14575"/>
                    <a:pt x="0" y="9378"/>
                  </a:cubicBezTo>
                  <a:cubicBezTo>
                    <a:pt x="0" y="4183"/>
                    <a:pt x="5323" y="0"/>
                    <a:pt x="11786" y="0"/>
                  </a:cubicBezTo>
                  <a:cubicBezTo>
                    <a:pt x="18250" y="0"/>
                    <a:pt x="23573" y="4183"/>
                    <a:pt x="23573" y="937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89" name="Freeform: Shape 3888">
              <a:extLst>
                <a:ext uri="{FF2B5EF4-FFF2-40B4-BE49-F238E27FC236}">
                  <a16:creationId xmlns:a16="http://schemas.microsoft.com/office/drawing/2014/main" id="{AD03D4E2-1FB4-6909-BAC0-A0B26C91B093}"/>
                </a:ext>
              </a:extLst>
            </p:cNvPr>
            <p:cNvSpPr/>
            <p:nvPr/>
          </p:nvSpPr>
          <p:spPr>
            <a:xfrm>
              <a:off x="10774332" y="3642548"/>
              <a:ext cx="22812" cy="17996"/>
            </a:xfrm>
            <a:custGeom>
              <a:avLst/>
              <a:gdLst>
                <a:gd name="connsiteX0" fmla="*/ 22812 w 22812"/>
                <a:gd name="connsiteY0" fmla="*/ 8998 h 17996"/>
                <a:gd name="connsiteX1" fmla="*/ 11406 w 22812"/>
                <a:gd name="connsiteY1" fmla="*/ 17996 h 17996"/>
                <a:gd name="connsiteX2" fmla="*/ 0 w 22812"/>
                <a:gd name="connsiteY2" fmla="*/ 8998 h 17996"/>
                <a:gd name="connsiteX3" fmla="*/ 11406 w 22812"/>
                <a:gd name="connsiteY3" fmla="*/ 0 h 17996"/>
                <a:gd name="connsiteX4" fmla="*/ 22812 w 22812"/>
                <a:gd name="connsiteY4" fmla="*/ 8998 h 17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12" h="17996">
                  <a:moveTo>
                    <a:pt x="22812" y="8998"/>
                  </a:moveTo>
                  <a:cubicBezTo>
                    <a:pt x="22812" y="13941"/>
                    <a:pt x="17743" y="17996"/>
                    <a:pt x="11406" y="17996"/>
                  </a:cubicBezTo>
                  <a:cubicBezTo>
                    <a:pt x="5069" y="17996"/>
                    <a:pt x="0" y="13941"/>
                    <a:pt x="0" y="8998"/>
                  </a:cubicBezTo>
                  <a:cubicBezTo>
                    <a:pt x="0" y="4056"/>
                    <a:pt x="5069" y="0"/>
                    <a:pt x="11406" y="0"/>
                  </a:cubicBezTo>
                  <a:cubicBezTo>
                    <a:pt x="17743" y="0"/>
                    <a:pt x="22812" y="4056"/>
                    <a:pt x="22812" y="89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90" name="Freeform: Shape 3889">
              <a:extLst>
                <a:ext uri="{FF2B5EF4-FFF2-40B4-BE49-F238E27FC236}">
                  <a16:creationId xmlns:a16="http://schemas.microsoft.com/office/drawing/2014/main" id="{D281EB46-D81B-6572-DF74-3AEA4366D7DA}"/>
                </a:ext>
              </a:extLst>
            </p:cNvPr>
            <p:cNvSpPr/>
            <p:nvPr/>
          </p:nvSpPr>
          <p:spPr>
            <a:xfrm>
              <a:off x="10765460" y="3746471"/>
              <a:ext cx="22051" cy="17489"/>
            </a:xfrm>
            <a:custGeom>
              <a:avLst/>
              <a:gdLst>
                <a:gd name="connsiteX0" fmla="*/ 22052 w 22051"/>
                <a:gd name="connsiteY0" fmla="*/ 8745 h 17489"/>
                <a:gd name="connsiteX1" fmla="*/ 11026 w 22051"/>
                <a:gd name="connsiteY1" fmla="*/ 17490 h 17489"/>
                <a:gd name="connsiteX2" fmla="*/ 0 w 22051"/>
                <a:gd name="connsiteY2" fmla="*/ 8745 h 17489"/>
                <a:gd name="connsiteX3" fmla="*/ 11026 w 22051"/>
                <a:gd name="connsiteY3" fmla="*/ 0 h 17489"/>
                <a:gd name="connsiteX4" fmla="*/ 22052 w 22051"/>
                <a:gd name="connsiteY4" fmla="*/ 8745 h 1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051" h="17489">
                  <a:moveTo>
                    <a:pt x="22052" y="8745"/>
                  </a:moveTo>
                  <a:cubicBezTo>
                    <a:pt x="22052" y="13561"/>
                    <a:pt x="17109" y="17490"/>
                    <a:pt x="11026" y="17490"/>
                  </a:cubicBezTo>
                  <a:cubicBezTo>
                    <a:pt x="4943" y="17490"/>
                    <a:pt x="0" y="13561"/>
                    <a:pt x="0" y="8745"/>
                  </a:cubicBezTo>
                  <a:cubicBezTo>
                    <a:pt x="0" y="3929"/>
                    <a:pt x="4943" y="0"/>
                    <a:pt x="11026" y="0"/>
                  </a:cubicBezTo>
                  <a:cubicBezTo>
                    <a:pt x="17109" y="0"/>
                    <a:pt x="22052" y="3929"/>
                    <a:pt x="22052" y="874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91" name="Freeform: Shape 3890">
              <a:extLst>
                <a:ext uri="{FF2B5EF4-FFF2-40B4-BE49-F238E27FC236}">
                  <a16:creationId xmlns:a16="http://schemas.microsoft.com/office/drawing/2014/main" id="{CA064A8F-5EB6-79A4-67FA-58F4E117DC5D}"/>
                </a:ext>
              </a:extLst>
            </p:cNvPr>
            <p:cNvSpPr/>
            <p:nvPr/>
          </p:nvSpPr>
          <p:spPr>
            <a:xfrm>
              <a:off x="10752787" y="3850268"/>
              <a:ext cx="21545" cy="16982"/>
            </a:xfrm>
            <a:custGeom>
              <a:avLst/>
              <a:gdLst>
                <a:gd name="connsiteX0" fmla="*/ 21545 w 21545"/>
                <a:gd name="connsiteY0" fmla="*/ 8491 h 16982"/>
                <a:gd name="connsiteX1" fmla="*/ 10772 w 21545"/>
                <a:gd name="connsiteY1" fmla="*/ 16983 h 16982"/>
                <a:gd name="connsiteX2" fmla="*/ 0 w 21545"/>
                <a:gd name="connsiteY2" fmla="*/ 8491 h 16982"/>
                <a:gd name="connsiteX3" fmla="*/ 10772 w 21545"/>
                <a:gd name="connsiteY3" fmla="*/ 0 h 16982"/>
                <a:gd name="connsiteX4" fmla="*/ 21545 w 21545"/>
                <a:gd name="connsiteY4" fmla="*/ 8491 h 1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45" h="16982">
                  <a:moveTo>
                    <a:pt x="21545" y="8491"/>
                  </a:moveTo>
                  <a:cubicBezTo>
                    <a:pt x="21545" y="13181"/>
                    <a:pt x="16729" y="16983"/>
                    <a:pt x="10772" y="16983"/>
                  </a:cubicBezTo>
                  <a:cubicBezTo>
                    <a:pt x="4816" y="16983"/>
                    <a:pt x="0" y="13181"/>
                    <a:pt x="0" y="8491"/>
                  </a:cubicBezTo>
                  <a:cubicBezTo>
                    <a:pt x="0" y="3802"/>
                    <a:pt x="4816" y="0"/>
                    <a:pt x="10772" y="0"/>
                  </a:cubicBezTo>
                  <a:cubicBezTo>
                    <a:pt x="16729" y="0"/>
                    <a:pt x="21545" y="3802"/>
                    <a:pt x="21545" y="84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92" name="Freeform: Shape 3891">
              <a:extLst>
                <a:ext uri="{FF2B5EF4-FFF2-40B4-BE49-F238E27FC236}">
                  <a16:creationId xmlns:a16="http://schemas.microsoft.com/office/drawing/2014/main" id="{FFC16348-6AC3-8FA9-BC24-65848B0781B1}"/>
                </a:ext>
              </a:extLst>
            </p:cNvPr>
            <p:cNvSpPr/>
            <p:nvPr/>
          </p:nvSpPr>
          <p:spPr>
            <a:xfrm>
              <a:off x="10736691" y="3953685"/>
              <a:ext cx="20531" cy="16475"/>
            </a:xfrm>
            <a:custGeom>
              <a:avLst/>
              <a:gdLst>
                <a:gd name="connsiteX0" fmla="*/ 20531 w 20531"/>
                <a:gd name="connsiteY0" fmla="*/ 8238 h 16475"/>
                <a:gd name="connsiteX1" fmla="*/ 10266 w 20531"/>
                <a:gd name="connsiteY1" fmla="*/ 16476 h 16475"/>
                <a:gd name="connsiteX2" fmla="*/ 0 w 20531"/>
                <a:gd name="connsiteY2" fmla="*/ 8238 h 16475"/>
                <a:gd name="connsiteX3" fmla="*/ 10266 w 20531"/>
                <a:gd name="connsiteY3" fmla="*/ 0 h 16475"/>
                <a:gd name="connsiteX4" fmla="*/ 20531 w 20531"/>
                <a:gd name="connsiteY4" fmla="*/ 8238 h 16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31" h="16475">
                  <a:moveTo>
                    <a:pt x="20531" y="8238"/>
                  </a:moveTo>
                  <a:cubicBezTo>
                    <a:pt x="20531" y="12800"/>
                    <a:pt x="15969" y="16476"/>
                    <a:pt x="10266" y="16476"/>
                  </a:cubicBezTo>
                  <a:cubicBezTo>
                    <a:pt x="4563" y="16476"/>
                    <a:pt x="0" y="12800"/>
                    <a:pt x="0" y="8238"/>
                  </a:cubicBezTo>
                  <a:cubicBezTo>
                    <a:pt x="0" y="3675"/>
                    <a:pt x="4563" y="0"/>
                    <a:pt x="10266" y="0"/>
                  </a:cubicBezTo>
                  <a:cubicBezTo>
                    <a:pt x="15969" y="0"/>
                    <a:pt x="20531" y="3675"/>
                    <a:pt x="20531" y="823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93" name="Freeform: Shape 3892">
              <a:extLst>
                <a:ext uri="{FF2B5EF4-FFF2-40B4-BE49-F238E27FC236}">
                  <a16:creationId xmlns:a16="http://schemas.microsoft.com/office/drawing/2014/main" id="{C2662406-6BD8-F4FA-ABDD-974FB034C4B7}"/>
                </a:ext>
              </a:extLst>
            </p:cNvPr>
            <p:cNvSpPr/>
            <p:nvPr/>
          </p:nvSpPr>
          <p:spPr>
            <a:xfrm>
              <a:off x="10717047" y="4056974"/>
              <a:ext cx="19010" cy="15208"/>
            </a:xfrm>
            <a:custGeom>
              <a:avLst/>
              <a:gdLst>
                <a:gd name="connsiteX0" fmla="*/ 19010 w 19010"/>
                <a:gd name="connsiteY0" fmla="*/ 7604 h 15208"/>
                <a:gd name="connsiteX1" fmla="*/ 9505 w 19010"/>
                <a:gd name="connsiteY1" fmla="*/ 15208 h 15208"/>
                <a:gd name="connsiteX2" fmla="*/ 0 w 19010"/>
                <a:gd name="connsiteY2" fmla="*/ 7604 h 15208"/>
                <a:gd name="connsiteX3" fmla="*/ 9505 w 19010"/>
                <a:gd name="connsiteY3" fmla="*/ 0 h 15208"/>
                <a:gd name="connsiteX4" fmla="*/ 19010 w 19010"/>
                <a:gd name="connsiteY4" fmla="*/ 7604 h 15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10" h="15208">
                  <a:moveTo>
                    <a:pt x="19010" y="7604"/>
                  </a:moveTo>
                  <a:cubicBezTo>
                    <a:pt x="19010" y="11787"/>
                    <a:pt x="14702" y="15208"/>
                    <a:pt x="9505" y="15208"/>
                  </a:cubicBezTo>
                  <a:cubicBezTo>
                    <a:pt x="4309" y="15208"/>
                    <a:pt x="0" y="11787"/>
                    <a:pt x="0" y="7604"/>
                  </a:cubicBezTo>
                  <a:cubicBezTo>
                    <a:pt x="0" y="3422"/>
                    <a:pt x="4309" y="0"/>
                    <a:pt x="9505" y="0"/>
                  </a:cubicBezTo>
                  <a:cubicBezTo>
                    <a:pt x="14702" y="0"/>
                    <a:pt x="19010" y="3422"/>
                    <a:pt x="19010" y="760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94" name="Freeform: Shape 3893">
              <a:extLst>
                <a:ext uri="{FF2B5EF4-FFF2-40B4-BE49-F238E27FC236}">
                  <a16:creationId xmlns:a16="http://schemas.microsoft.com/office/drawing/2014/main" id="{74515ADE-F714-7732-8E16-E2C15264FF83}"/>
                </a:ext>
              </a:extLst>
            </p:cNvPr>
            <p:cNvSpPr/>
            <p:nvPr/>
          </p:nvSpPr>
          <p:spPr>
            <a:xfrm>
              <a:off x="10693475" y="4159631"/>
              <a:ext cx="18250" cy="14448"/>
            </a:xfrm>
            <a:custGeom>
              <a:avLst/>
              <a:gdLst>
                <a:gd name="connsiteX0" fmla="*/ 18250 w 18250"/>
                <a:gd name="connsiteY0" fmla="*/ 7224 h 14448"/>
                <a:gd name="connsiteX1" fmla="*/ 9125 w 18250"/>
                <a:gd name="connsiteY1" fmla="*/ 14448 h 14448"/>
                <a:gd name="connsiteX2" fmla="*/ 0 w 18250"/>
                <a:gd name="connsiteY2" fmla="*/ 7224 h 14448"/>
                <a:gd name="connsiteX3" fmla="*/ 9125 w 18250"/>
                <a:gd name="connsiteY3" fmla="*/ 0 h 14448"/>
                <a:gd name="connsiteX4" fmla="*/ 18250 w 18250"/>
                <a:gd name="connsiteY4" fmla="*/ 7224 h 14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8">
                  <a:moveTo>
                    <a:pt x="18250" y="7224"/>
                  </a:moveTo>
                  <a:cubicBezTo>
                    <a:pt x="18250" y="11280"/>
                    <a:pt x="14194" y="14448"/>
                    <a:pt x="9125" y="14448"/>
                  </a:cubicBezTo>
                  <a:cubicBezTo>
                    <a:pt x="4056" y="14448"/>
                    <a:pt x="0" y="11280"/>
                    <a:pt x="0" y="7224"/>
                  </a:cubicBezTo>
                  <a:cubicBezTo>
                    <a:pt x="0" y="3168"/>
                    <a:pt x="4056" y="0"/>
                    <a:pt x="9125" y="0"/>
                  </a:cubicBezTo>
                  <a:cubicBezTo>
                    <a:pt x="14194" y="0"/>
                    <a:pt x="18250" y="3295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95" name="Freeform: Shape 3894">
              <a:extLst>
                <a:ext uri="{FF2B5EF4-FFF2-40B4-BE49-F238E27FC236}">
                  <a16:creationId xmlns:a16="http://schemas.microsoft.com/office/drawing/2014/main" id="{A2B05623-3540-DAFD-219C-1CC759A24842}"/>
                </a:ext>
              </a:extLst>
            </p:cNvPr>
            <p:cNvSpPr/>
            <p:nvPr/>
          </p:nvSpPr>
          <p:spPr>
            <a:xfrm>
              <a:off x="10666099" y="4261526"/>
              <a:ext cx="17743" cy="13941"/>
            </a:xfrm>
            <a:custGeom>
              <a:avLst/>
              <a:gdLst>
                <a:gd name="connsiteX0" fmla="*/ 17743 w 17743"/>
                <a:gd name="connsiteY0" fmla="*/ 6970 h 13941"/>
                <a:gd name="connsiteX1" fmla="*/ 8872 w 17743"/>
                <a:gd name="connsiteY1" fmla="*/ 13941 h 13941"/>
                <a:gd name="connsiteX2" fmla="*/ 0 w 17743"/>
                <a:gd name="connsiteY2" fmla="*/ 6970 h 13941"/>
                <a:gd name="connsiteX3" fmla="*/ 8872 w 17743"/>
                <a:gd name="connsiteY3" fmla="*/ 0 h 13941"/>
                <a:gd name="connsiteX4" fmla="*/ 17743 w 17743"/>
                <a:gd name="connsiteY4" fmla="*/ 6970 h 1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3" h="13941">
                  <a:moveTo>
                    <a:pt x="17743" y="6970"/>
                  </a:moveTo>
                  <a:cubicBezTo>
                    <a:pt x="17743" y="10899"/>
                    <a:pt x="13815" y="13941"/>
                    <a:pt x="8872" y="13941"/>
                  </a:cubicBezTo>
                  <a:cubicBezTo>
                    <a:pt x="3929" y="13941"/>
                    <a:pt x="0" y="10773"/>
                    <a:pt x="0" y="6970"/>
                  </a:cubicBezTo>
                  <a:cubicBezTo>
                    <a:pt x="0" y="3168"/>
                    <a:pt x="3929" y="0"/>
                    <a:pt x="8872" y="0"/>
                  </a:cubicBezTo>
                  <a:cubicBezTo>
                    <a:pt x="13815" y="0"/>
                    <a:pt x="17743" y="3168"/>
                    <a:pt x="17743" y="69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96" name="Freeform: Shape 3895">
              <a:extLst>
                <a:ext uri="{FF2B5EF4-FFF2-40B4-BE49-F238E27FC236}">
                  <a16:creationId xmlns:a16="http://schemas.microsoft.com/office/drawing/2014/main" id="{57668C8B-164C-682F-4C6D-A0C4CEAC5B9A}"/>
                </a:ext>
              </a:extLst>
            </p:cNvPr>
            <p:cNvSpPr/>
            <p:nvPr/>
          </p:nvSpPr>
          <p:spPr>
            <a:xfrm>
              <a:off x="10635176" y="4362788"/>
              <a:ext cx="16982" cy="13433"/>
            </a:xfrm>
            <a:custGeom>
              <a:avLst/>
              <a:gdLst>
                <a:gd name="connsiteX0" fmla="*/ 16983 w 16982"/>
                <a:gd name="connsiteY0" fmla="*/ 6717 h 13433"/>
                <a:gd name="connsiteX1" fmla="*/ 8492 w 16982"/>
                <a:gd name="connsiteY1" fmla="*/ 13434 h 13433"/>
                <a:gd name="connsiteX2" fmla="*/ 0 w 16982"/>
                <a:gd name="connsiteY2" fmla="*/ 6717 h 13433"/>
                <a:gd name="connsiteX3" fmla="*/ 8492 w 16982"/>
                <a:gd name="connsiteY3" fmla="*/ 0 h 13433"/>
                <a:gd name="connsiteX4" fmla="*/ 16983 w 16982"/>
                <a:gd name="connsiteY4" fmla="*/ 6717 h 13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82" h="13433">
                  <a:moveTo>
                    <a:pt x="16983" y="6717"/>
                  </a:moveTo>
                  <a:cubicBezTo>
                    <a:pt x="16983" y="10392"/>
                    <a:pt x="13181" y="13434"/>
                    <a:pt x="8492" y="13434"/>
                  </a:cubicBezTo>
                  <a:cubicBezTo>
                    <a:pt x="3803" y="13434"/>
                    <a:pt x="0" y="10392"/>
                    <a:pt x="0" y="6717"/>
                  </a:cubicBezTo>
                  <a:cubicBezTo>
                    <a:pt x="0" y="3042"/>
                    <a:pt x="3803" y="0"/>
                    <a:pt x="8492" y="0"/>
                  </a:cubicBezTo>
                  <a:cubicBezTo>
                    <a:pt x="13181" y="0"/>
                    <a:pt x="16983" y="3042"/>
                    <a:pt x="16983" y="671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97" name="Freeform: Shape 3896">
              <a:extLst>
                <a:ext uri="{FF2B5EF4-FFF2-40B4-BE49-F238E27FC236}">
                  <a16:creationId xmlns:a16="http://schemas.microsoft.com/office/drawing/2014/main" id="{62576191-3C36-9227-D4FF-76D2DE5638E1}"/>
                </a:ext>
              </a:extLst>
            </p:cNvPr>
            <p:cNvSpPr/>
            <p:nvPr/>
          </p:nvSpPr>
          <p:spPr>
            <a:xfrm>
              <a:off x="10600831" y="4463417"/>
              <a:ext cx="16094" cy="12673"/>
            </a:xfrm>
            <a:custGeom>
              <a:avLst/>
              <a:gdLst>
                <a:gd name="connsiteX0" fmla="*/ 16095 w 16094"/>
                <a:gd name="connsiteY0" fmla="*/ 6337 h 12673"/>
                <a:gd name="connsiteX1" fmla="*/ 8111 w 16094"/>
                <a:gd name="connsiteY1" fmla="*/ 12674 h 12673"/>
                <a:gd name="connsiteX2" fmla="*/ 0 w 16094"/>
                <a:gd name="connsiteY2" fmla="*/ 6337 h 12673"/>
                <a:gd name="connsiteX3" fmla="*/ 8111 w 16094"/>
                <a:gd name="connsiteY3" fmla="*/ 0 h 12673"/>
                <a:gd name="connsiteX4" fmla="*/ 16095 w 16094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94" h="12673">
                  <a:moveTo>
                    <a:pt x="16095" y="6337"/>
                  </a:moveTo>
                  <a:cubicBezTo>
                    <a:pt x="16095" y="9885"/>
                    <a:pt x="12547" y="12674"/>
                    <a:pt x="8111" y="12674"/>
                  </a:cubicBezTo>
                  <a:cubicBezTo>
                    <a:pt x="3675" y="12674"/>
                    <a:pt x="0" y="9885"/>
                    <a:pt x="0" y="6337"/>
                  </a:cubicBezTo>
                  <a:cubicBezTo>
                    <a:pt x="0" y="2788"/>
                    <a:pt x="3548" y="0"/>
                    <a:pt x="8111" y="0"/>
                  </a:cubicBezTo>
                  <a:cubicBezTo>
                    <a:pt x="12674" y="0"/>
                    <a:pt x="16095" y="2915"/>
                    <a:pt x="16095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98" name="Freeform: Shape 3897">
              <a:extLst>
                <a:ext uri="{FF2B5EF4-FFF2-40B4-BE49-F238E27FC236}">
                  <a16:creationId xmlns:a16="http://schemas.microsoft.com/office/drawing/2014/main" id="{63C80225-7FC7-C23F-16D6-44D4CBDB602E}"/>
                </a:ext>
              </a:extLst>
            </p:cNvPr>
            <p:cNvSpPr/>
            <p:nvPr/>
          </p:nvSpPr>
          <p:spPr>
            <a:xfrm>
              <a:off x="10563190" y="4563412"/>
              <a:ext cx="14701" cy="11659"/>
            </a:xfrm>
            <a:custGeom>
              <a:avLst/>
              <a:gdLst>
                <a:gd name="connsiteX0" fmla="*/ 14702 w 14701"/>
                <a:gd name="connsiteY0" fmla="*/ 5830 h 11659"/>
                <a:gd name="connsiteX1" fmla="*/ 7351 w 14701"/>
                <a:gd name="connsiteY1" fmla="*/ 11659 h 11659"/>
                <a:gd name="connsiteX2" fmla="*/ 0 w 14701"/>
                <a:gd name="connsiteY2" fmla="*/ 5830 h 11659"/>
                <a:gd name="connsiteX3" fmla="*/ 7351 w 14701"/>
                <a:gd name="connsiteY3" fmla="*/ 0 h 11659"/>
                <a:gd name="connsiteX4" fmla="*/ 14702 w 14701"/>
                <a:gd name="connsiteY4" fmla="*/ 5830 h 11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01" h="11659">
                  <a:moveTo>
                    <a:pt x="14702" y="5830"/>
                  </a:moveTo>
                  <a:cubicBezTo>
                    <a:pt x="14702" y="8998"/>
                    <a:pt x="11407" y="11659"/>
                    <a:pt x="7351" y="11659"/>
                  </a:cubicBezTo>
                  <a:cubicBezTo>
                    <a:pt x="3295" y="11659"/>
                    <a:pt x="0" y="9125"/>
                    <a:pt x="0" y="5830"/>
                  </a:cubicBezTo>
                  <a:cubicBezTo>
                    <a:pt x="0" y="2534"/>
                    <a:pt x="3295" y="0"/>
                    <a:pt x="7351" y="0"/>
                  </a:cubicBezTo>
                  <a:cubicBezTo>
                    <a:pt x="11407" y="0"/>
                    <a:pt x="14702" y="2534"/>
                    <a:pt x="14702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99" name="Freeform: Shape 3898">
              <a:extLst>
                <a:ext uri="{FF2B5EF4-FFF2-40B4-BE49-F238E27FC236}">
                  <a16:creationId xmlns:a16="http://schemas.microsoft.com/office/drawing/2014/main" id="{FDE0ABA0-9963-A97E-A87C-6191623736C9}"/>
                </a:ext>
              </a:extLst>
            </p:cNvPr>
            <p:cNvSpPr/>
            <p:nvPr/>
          </p:nvSpPr>
          <p:spPr>
            <a:xfrm>
              <a:off x="10521621" y="4662139"/>
              <a:ext cx="13940" cy="11152"/>
            </a:xfrm>
            <a:custGeom>
              <a:avLst/>
              <a:gdLst>
                <a:gd name="connsiteX0" fmla="*/ 13941 w 13940"/>
                <a:gd name="connsiteY0" fmla="*/ 5576 h 11152"/>
                <a:gd name="connsiteX1" fmla="*/ 6970 w 13940"/>
                <a:gd name="connsiteY1" fmla="*/ 11153 h 11152"/>
                <a:gd name="connsiteX2" fmla="*/ 0 w 13940"/>
                <a:gd name="connsiteY2" fmla="*/ 5576 h 11152"/>
                <a:gd name="connsiteX3" fmla="*/ 6970 w 13940"/>
                <a:gd name="connsiteY3" fmla="*/ 0 h 11152"/>
                <a:gd name="connsiteX4" fmla="*/ 13941 w 13940"/>
                <a:gd name="connsiteY4" fmla="*/ 5576 h 11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0" h="11152">
                  <a:moveTo>
                    <a:pt x="13941" y="5576"/>
                  </a:moveTo>
                  <a:cubicBezTo>
                    <a:pt x="13941" y="8618"/>
                    <a:pt x="10772" y="11153"/>
                    <a:pt x="6970" y="11153"/>
                  </a:cubicBezTo>
                  <a:cubicBezTo>
                    <a:pt x="3168" y="11153"/>
                    <a:pt x="0" y="8618"/>
                    <a:pt x="0" y="5576"/>
                  </a:cubicBezTo>
                  <a:cubicBezTo>
                    <a:pt x="0" y="2535"/>
                    <a:pt x="3168" y="0"/>
                    <a:pt x="6970" y="0"/>
                  </a:cubicBezTo>
                  <a:cubicBezTo>
                    <a:pt x="10772" y="0"/>
                    <a:pt x="13941" y="2535"/>
                    <a:pt x="13941" y="55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00" name="Freeform: Shape 3899">
              <a:extLst>
                <a:ext uri="{FF2B5EF4-FFF2-40B4-BE49-F238E27FC236}">
                  <a16:creationId xmlns:a16="http://schemas.microsoft.com/office/drawing/2014/main" id="{7FBC6AC3-D4E9-DA57-16F8-0B6EB3561BF9}"/>
                </a:ext>
              </a:extLst>
            </p:cNvPr>
            <p:cNvSpPr/>
            <p:nvPr/>
          </p:nvSpPr>
          <p:spPr>
            <a:xfrm>
              <a:off x="10476376" y="4759979"/>
              <a:ext cx="13433" cy="10645"/>
            </a:xfrm>
            <a:custGeom>
              <a:avLst/>
              <a:gdLst>
                <a:gd name="connsiteX0" fmla="*/ 13434 w 13433"/>
                <a:gd name="connsiteY0" fmla="*/ 5323 h 10645"/>
                <a:gd name="connsiteX1" fmla="*/ 6717 w 13433"/>
                <a:gd name="connsiteY1" fmla="*/ 10646 h 10645"/>
                <a:gd name="connsiteX2" fmla="*/ 0 w 13433"/>
                <a:gd name="connsiteY2" fmla="*/ 5323 h 10645"/>
                <a:gd name="connsiteX3" fmla="*/ 6717 w 13433"/>
                <a:gd name="connsiteY3" fmla="*/ 0 h 10645"/>
                <a:gd name="connsiteX4" fmla="*/ 13434 w 13433"/>
                <a:gd name="connsiteY4" fmla="*/ 5323 h 1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33" h="10645">
                  <a:moveTo>
                    <a:pt x="13434" y="5323"/>
                  </a:moveTo>
                  <a:cubicBezTo>
                    <a:pt x="13434" y="8238"/>
                    <a:pt x="10392" y="10646"/>
                    <a:pt x="6717" y="10646"/>
                  </a:cubicBezTo>
                  <a:cubicBezTo>
                    <a:pt x="3042" y="10646"/>
                    <a:pt x="0" y="8238"/>
                    <a:pt x="0" y="5323"/>
                  </a:cubicBezTo>
                  <a:cubicBezTo>
                    <a:pt x="0" y="2408"/>
                    <a:pt x="3042" y="0"/>
                    <a:pt x="6717" y="0"/>
                  </a:cubicBezTo>
                  <a:cubicBezTo>
                    <a:pt x="10392" y="0"/>
                    <a:pt x="13434" y="2408"/>
                    <a:pt x="13434" y="532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01" name="Freeform: Shape 3900">
              <a:extLst>
                <a:ext uri="{FF2B5EF4-FFF2-40B4-BE49-F238E27FC236}">
                  <a16:creationId xmlns:a16="http://schemas.microsoft.com/office/drawing/2014/main" id="{9CB14866-B383-09AB-D7E9-9B7EDC5E0A53}"/>
                </a:ext>
              </a:extLst>
            </p:cNvPr>
            <p:cNvSpPr/>
            <p:nvPr/>
          </p:nvSpPr>
          <p:spPr>
            <a:xfrm>
              <a:off x="10428343" y="4857059"/>
              <a:ext cx="11913" cy="9505"/>
            </a:xfrm>
            <a:custGeom>
              <a:avLst/>
              <a:gdLst>
                <a:gd name="connsiteX0" fmla="*/ 11913 w 11913"/>
                <a:gd name="connsiteY0" fmla="*/ 4689 h 9505"/>
                <a:gd name="connsiteX1" fmla="*/ 5956 w 11913"/>
                <a:gd name="connsiteY1" fmla="*/ 9505 h 9505"/>
                <a:gd name="connsiteX2" fmla="*/ 0 w 11913"/>
                <a:gd name="connsiteY2" fmla="*/ 4689 h 9505"/>
                <a:gd name="connsiteX3" fmla="*/ 5956 w 11913"/>
                <a:gd name="connsiteY3" fmla="*/ 0 h 9505"/>
                <a:gd name="connsiteX4" fmla="*/ 11913 w 11913"/>
                <a:gd name="connsiteY4" fmla="*/ 4689 h 9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13" h="9505">
                  <a:moveTo>
                    <a:pt x="11913" y="4689"/>
                  </a:moveTo>
                  <a:lnTo>
                    <a:pt x="5956" y="9505"/>
                  </a:lnTo>
                  <a:lnTo>
                    <a:pt x="0" y="4689"/>
                  </a:lnTo>
                  <a:lnTo>
                    <a:pt x="5956" y="0"/>
                  </a:lnTo>
                  <a:lnTo>
                    <a:pt x="11913" y="468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02" name="Freeform: Shape 3901">
              <a:extLst>
                <a:ext uri="{FF2B5EF4-FFF2-40B4-BE49-F238E27FC236}">
                  <a16:creationId xmlns:a16="http://schemas.microsoft.com/office/drawing/2014/main" id="{371E3DDC-ABCB-1358-90F1-405318A8D722}"/>
                </a:ext>
              </a:extLst>
            </p:cNvPr>
            <p:cNvSpPr/>
            <p:nvPr/>
          </p:nvSpPr>
          <p:spPr>
            <a:xfrm>
              <a:off x="10376381" y="4952618"/>
              <a:ext cx="11279" cy="8998"/>
            </a:xfrm>
            <a:custGeom>
              <a:avLst/>
              <a:gdLst>
                <a:gd name="connsiteX0" fmla="*/ 11280 w 11279"/>
                <a:gd name="connsiteY0" fmla="*/ 4562 h 8998"/>
                <a:gd name="connsiteX1" fmla="*/ 5576 w 11279"/>
                <a:gd name="connsiteY1" fmla="*/ 8998 h 8998"/>
                <a:gd name="connsiteX2" fmla="*/ 0 w 11279"/>
                <a:gd name="connsiteY2" fmla="*/ 4562 h 8998"/>
                <a:gd name="connsiteX3" fmla="*/ 5576 w 11279"/>
                <a:gd name="connsiteY3" fmla="*/ 0 h 8998"/>
                <a:gd name="connsiteX4" fmla="*/ 11280 w 11279"/>
                <a:gd name="connsiteY4" fmla="*/ 4562 h 8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79" h="8998">
                  <a:moveTo>
                    <a:pt x="11280" y="4562"/>
                  </a:moveTo>
                  <a:lnTo>
                    <a:pt x="5576" y="8998"/>
                  </a:lnTo>
                  <a:lnTo>
                    <a:pt x="0" y="4562"/>
                  </a:lnTo>
                  <a:lnTo>
                    <a:pt x="5576" y="0"/>
                  </a:lnTo>
                  <a:lnTo>
                    <a:pt x="11280" y="456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03" name="Freeform: Shape 3902">
              <a:extLst>
                <a:ext uri="{FF2B5EF4-FFF2-40B4-BE49-F238E27FC236}">
                  <a16:creationId xmlns:a16="http://schemas.microsoft.com/office/drawing/2014/main" id="{A382D769-18DB-502A-ABA3-49791C141789}"/>
                </a:ext>
              </a:extLst>
            </p:cNvPr>
            <p:cNvSpPr/>
            <p:nvPr/>
          </p:nvSpPr>
          <p:spPr>
            <a:xfrm>
              <a:off x="10321378" y="5047416"/>
              <a:ext cx="9885" cy="7730"/>
            </a:xfrm>
            <a:custGeom>
              <a:avLst/>
              <a:gdLst>
                <a:gd name="connsiteX0" fmla="*/ 9885 w 9885"/>
                <a:gd name="connsiteY0" fmla="*/ 3802 h 7730"/>
                <a:gd name="connsiteX1" fmla="*/ 4942 w 9885"/>
                <a:gd name="connsiteY1" fmla="*/ 7731 h 7730"/>
                <a:gd name="connsiteX2" fmla="*/ 0 w 9885"/>
                <a:gd name="connsiteY2" fmla="*/ 3802 h 7730"/>
                <a:gd name="connsiteX3" fmla="*/ 4942 w 9885"/>
                <a:gd name="connsiteY3" fmla="*/ 0 h 7730"/>
                <a:gd name="connsiteX4" fmla="*/ 9885 w 9885"/>
                <a:gd name="connsiteY4" fmla="*/ 3802 h 7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85" h="7730">
                  <a:moveTo>
                    <a:pt x="9885" y="3802"/>
                  </a:moveTo>
                  <a:lnTo>
                    <a:pt x="4942" y="7731"/>
                  </a:lnTo>
                  <a:lnTo>
                    <a:pt x="0" y="3802"/>
                  </a:lnTo>
                  <a:lnTo>
                    <a:pt x="4942" y="0"/>
                  </a:lnTo>
                  <a:lnTo>
                    <a:pt x="9885" y="380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04" name="Freeform: Shape 3903">
              <a:extLst>
                <a:ext uri="{FF2B5EF4-FFF2-40B4-BE49-F238E27FC236}">
                  <a16:creationId xmlns:a16="http://schemas.microsoft.com/office/drawing/2014/main" id="{1DAE678E-D27C-0B6A-E047-5D3DA392ED4D}"/>
                </a:ext>
              </a:extLst>
            </p:cNvPr>
            <p:cNvSpPr/>
            <p:nvPr/>
          </p:nvSpPr>
          <p:spPr>
            <a:xfrm>
              <a:off x="10262699" y="5140440"/>
              <a:ext cx="9124" cy="7350"/>
            </a:xfrm>
            <a:custGeom>
              <a:avLst/>
              <a:gdLst>
                <a:gd name="connsiteX0" fmla="*/ 9125 w 9124"/>
                <a:gd name="connsiteY0" fmla="*/ 3675 h 7350"/>
                <a:gd name="connsiteX1" fmla="*/ 4562 w 9124"/>
                <a:gd name="connsiteY1" fmla="*/ 7351 h 7350"/>
                <a:gd name="connsiteX2" fmla="*/ 0 w 9124"/>
                <a:gd name="connsiteY2" fmla="*/ 3675 h 7350"/>
                <a:gd name="connsiteX3" fmla="*/ 4562 w 9124"/>
                <a:gd name="connsiteY3" fmla="*/ 0 h 7350"/>
                <a:gd name="connsiteX4" fmla="*/ 9125 w 9124"/>
                <a:gd name="connsiteY4" fmla="*/ 3675 h 7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4" h="7350">
                  <a:moveTo>
                    <a:pt x="9125" y="3675"/>
                  </a:moveTo>
                  <a:lnTo>
                    <a:pt x="4562" y="7351"/>
                  </a:lnTo>
                  <a:lnTo>
                    <a:pt x="0" y="3675"/>
                  </a:lnTo>
                  <a:lnTo>
                    <a:pt x="4562" y="0"/>
                  </a:lnTo>
                  <a:lnTo>
                    <a:pt x="9125" y="367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05" name="Freeform: Shape 3904">
              <a:extLst>
                <a:ext uri="{FF2B5EF4-FFF2-40B4-BE49-F238E27FC236}">
                  <a16:creationId xmlns:a16="http://schemas.microsoft.com/office/drawing/2014/main" id="{A31EFFE7-6BB9-1F7C-ECAB-8EDEEACAE190}"/>
                </a:ext>
              </a:extLst>
            </p:cNvPr>
            <p:cNvSpPr/>
            <p:nvPr/>
          </p:nvSpPr>
          <p:spPr>
            <a:xfrm>
              <a:off x="10200979" y="5232577"/>
              <a:ext cx="7984" cy="6209"/>
            </a:xfrm>
            <a:custGeom>
              <a:avLst/>
              <a:gdLst>
                <a:gd name="connsiteX0" fmla="*/ 7984 w 7984"/>
                <a:gd name="connsiteY0" fmla="*/ 3042 h 6209"/>
                <a:gd name="connsiteX1" fmla="*/ 4055 w 7984"/>
                <a:gd name="connsiteY1" fmla="*/ 6210 h 6209"/>
                <a:gd name="connsiteX2" fmla="*/ 0 w 7984"/>
                <a:gd name="connsiteY2" fmla="*/ 3042 h 6209"/>
                <a:gd name="connsiteX3" fmla="*/ 4055 w 7984"/>
                <a:gd name="connsiteY3" fmla="*/ 0 h 6209"/>
                <a:gd name="connsiteX4" fmla="*/ 7984 w 7984"/>
                <a:gd name="connsiteY4" fmla="*/ 3042 h 6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84" h="6209">
                  <a:moveTo>
                    <a:pt x="7984" y="3042"/>
                  </a:moveTo>
                  <a:lnTo>
                    <a:pt x="4055" y="6210"/>
                  </a:lnTo>
                  <a:lnTo>
                    <a:pt x="0" y="3042"/>
                  </a:lnTo>
                  <a:lnTo>
                    <a:pt x="4055" y="0"/>
                  </a:lnTo>
                  <a:lnTo>
                    <a:pt x="7984" y="30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06" name="Freeform: Shape 3905">
              <a:extLst>
                <a:ext uri="{FF2B5EF4-FFF2-40B4-BE49-F238E27FC236}">
                  <a16:creationId xmlns:a16="http://schemas.microsoft.com/office/drawing/2014/main" id="{56D66062-6B50-C71C-CF0B-1E8A8DBD40C4}"/>
                </a:ext>
              </a:extLst>
            </p:cNvPr>
            <p:cNvSpPr/>
            <p:nvPr/>
          </p:nvSpPr>
          <p:spPr>
            <a:xfrm>
              <a:off x="10135836" y="5322813"/>
              <a:ext cx="7224" cy="5703"/>
            </a:xfrm>
            <a:custGeom>
              <a:avLst/>
              <a:gdLst>
                <a:gd name="connsiteX0" fmla="*/ 7224 w 7224"/>
                <a:gd name="connsiteY0" fmla="*/ 2915 h 5703"/>
                <a:gd name="connsiteX1" fmla="*/ 3548 w 7224"/>
                <a:gd name="connsiteY1" fmla="*/ 5703 h 5703"/>
                <a:gd name="connsiteX2" fmla="*/ 0 w 7224"/>
                <a:gd name="connsiteY2" fmla="*/ 2915 h 5703"/>
                <a:gd name="connsiteX3" fmla="*/ 3548 w 7224"/>
                <a:gd name="connsiteY3" fmla="*/ 0 h 5703"/>
                <a:gd name="connsiteX4" fmla="*/ 7224 w 7224"/>
                <a:gd name="connsiteY4" fmla="*/ 2915 h 5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24" h="5703">
                  <a:moveTo>
                    <a:pt x="7224" y="2915"/>
                  </a:moveTo>
                  <a:lnTo>
                    <a:pt x="3548" y="5703"/>
                  </a:lnTo>
                  <a:lnTo>
                    <a:pt x="0" y="2915"/>
                  </a:lnTo>
                  <a:lnTo>
                    <a:pt x="3548" y="0"/>
                  </a:lnTo>
                  <a:lnTo>
                    <a:pt x="7224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07" name="Freeform: Shape 3906">
              <a:extLst>
                <a:ext uri="{FF2B5EF4-FFF2-40B4-BE49-F238E27FC236}">
                  <a16:creationId xmlns:a16="http://schemas.microsoft.com/office/drawing/2014/main" id="{C07215A4-681A-D28E-94C9-FC9ED5645391}"/>
                </a:ext>
              </a:extLst>
            </p:cNvPr>
            <p:cNvSpPr/>
            <p:nvPr/>
          </p:nvSpPr>
          <p:spPr>
            <a:xfrm>
              <a:off x="10067652" y="5411909"/>
              <a:ext cx="5956" cy="4689"/>
            </a:xfrm>
            <a:custGeom>
              <a:avLst/>
              <a:gdLst>
                <a:gd name="connsiteX0" fmla="*/ 5956 w 5956"/>
                <a:gd name="connsiteY0" fmla="*/ 2408 h 4689"/>
                <a:gd name="connsiteX1" fmla="*/ 3042 w 5956"/>
                <a:gd name="connsiteY1" fmla="*/ 4689 h 4689"/>
                <a:gd name="connsiteX2" fmla="*/ 0 w 5956"/>
                <a:gd name="connsiteY2" fmla="*/ 2408 h 4689"/>
                <a:gd name="connsiteX3" fmla="*/ 3042 w 5956"/>
                <a:gd name="connsiteY3" fmla="*/ 0 h 4689"/>
                <a:gd name="connsiteX4" fmla="*/ 5956 w 5956"/>
                <a:gd name="connsiteY4" fmla="*/ 2408 h 4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6" h="4689">
                  <a:moveTo>
                    <a:pt x="5956" y="2408"/>
                  </a:moveTo>
                  <a:lnTo>
                    <a:pt x="3042" y="4689"/>
                  </a:lnTo>
                  <a:lnTo>
                    <a:pt x="0" y="2408"/>
                  </a:lnTo>
                  <a:lnTo>
                    <a:pt x="3042" y="0"/>
                  </a:lnTo>
                  <a:lnTo>
                    <a:pt x="5956" y="240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08" name="Freeform: Shape 3907">
              <a:extLst>
                <a:ext uri="{FF2B5EF4-FFF2-40B4-BE49-F238E27FC236}">
                  <a16:creationId xmlns:a16="http://schemas.microsoft.com/office/drawing/2014/main" id="{BE8A935A-C6C5-4270-5333-0F897E8DAF5C}"/>
                </a:ext>
              </a:extLst>
            </p:cNvPr>
            <p:cNvSpPr/>
            <p:nvPr/>
          </p:nvSpPr>
          <p:spPr>
            <a:xfrm>
              <a:off x="9995793" y="5498850"/>
              <a:ext cx="5956" cy="4689"/>
            </a:xfrm>
            <a:custGeom>
              <a:avLst/>
              <a:gdLst>
                <a:gd name="connsiteX0" fmla="*/ 5956 w 5956"/>
                <a:gd name="connsiteY0" fmla="*/ 2408 h 4689"/>
                <a:gd name="connsiteX1" fmla="*/ 3042 w 5956"/>
                <a:gd name="connsiteY1" fmla="*/ 4689 h 4689"/>
                <a:gd name="connsiteX2" fmla="*/ 0 w 5956"/>
                <a:gd name="connsiteY2" fmla="*/ 2408 h 4689"/>
                <a:gd name="connsiteX3" fmla="*/ 3042 w 5956"/>
                <a:gd name="connsiteY3" fmla="*/ 0 h 4689"/>
                <a:gd name="connsiteX4" fmla="*/ 5956 w 5956"/>
                <a:gd name="connsiteY4" fmla="*/ 2408 h 4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6" h="4689">
                  <a:moveTo>
                    <a:pt x="5956" y="2408"/>
                  </a:moveTo>
                  <a:lnTo>
                    <a:pt x="3042" y="4689"/>
                  </a:lnTo>
                  <a:lnTo>
                    <a:pt x="0" y="2408"/>
                  </a:lnTo>
                  <a:lnTo>
                    <a:pt x="3042" y="0"/>
                  </a:lnTo>
                  <a:lnTo>
                    <a:pt x="5956" y="240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09" name="Freeform: Shape 3908">
              <a:extLst>
                <a:ext uri="{FF2B5EF4-FFF2-40B4-BE49-F238E27FC236}">
                  <a16:creationId xmlns:a16="http://schemas.microsoft.com/office/drawing/2014/main" id="{62B526E5-0B01-4B23-233B-6C6457C26285}"/>
                </a:ext>
              </a:extLst>
            </p:cNvPr>
            <p:cNvSpPr/>
            <p:nvPr/>
          </p:nvSpPr>
          <p:spPr>
            <a:xfrm>
              <a:off x="9921525" y="5584650"/>
              <a:ext cx="4689" cy="3802"/>
            </a:xfrm>
            <a:custGeom>
              <a:avLst/>
              <a:gdLst>
                <a:gd name="connsiteX0" fmla="*/ 4689 w 4689"/>
                <a:gd name="connsiteY0" fmla="*/ 1901 h 3802"/>
                <a:gd name="connsiteX1" fmla="*/ 2282 w 4689"/>
                <a:gd name="connsiteY1" fmla="*/ 3802 h 3802"/>
                <a:gd name="connsiteX2" fmla="*/ 0 w 4689"/>
                <a:gd name="connsiteY2" fmla="*/ 1901 h 3802"/>
                <a:gd name="connsiteX3" fmla="*/ 2282 w 4689"/>
                <a:gd name="connsiteY3" fmla="*/ 0 h 3802"/>
                <a:gd name="connsiteX4" fmla="*/ 4689 w 4689"/>
                <a:gd name="connsiteY4" fmla="*/ 1901 h 3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89" h="3802">
                  <a:moveTo>
                    <a:pt x="4689" y="1901"/>
                  </a:moveTo>
                  <a:lnTo>
                    <a:pt x="2282" y="3802"/>
                  </a:lnTo>
                  <a:lnTo>
                    <a:pt x="0" y="1901"/>
                  </a:lnTo>
                  <a:lnTo>
                    <a:pt x="2282" y="0"/>
                  </a:lnTo>
                  <a:lnTo>
                    <a:pt x="4689" y="190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10" name="Freeform: Shape 3909">
              <a:extLst>
                <a:ext uri="{FF2B5EF4-FFF2-40B4-BE49-F238E27FC236}">
                  <a16:creationId xmlns:a16="http://schemas.microsoft.com/office/drawing/2014/main" id="{D73707BA-802C-2C65-3D44-7F1966BB1AEC}"/>
                </a:ext>
              </a:extLst>
            </p:cNvPr>
            <p:cNvSpPr/>
            <p:nvPr/>
          </p:nvSpPr>
          <p:spPr>
            <a:xfrm>
              <a:off x="9844090" y="5668676"/>
              <a:ext cx="3548" cy="2915"/>
            </a:xfrm>
            <a:custGeom>
              <a:avLst/>
              <a:gdLst>
                <a:gd name="connsiteX0" fmla="*/ 3549 w 3548"/>
                <a:gd name="connsiteY0" fmla="*/ 1521 h 2915"/>
                <a:gd name="connsiteX1" fmla="*/ 1774 w 3548"/>
                <a:gd name="connsiteY1" fmla="*/ 2915 h 2915"/>
                <a:gd name="connsiteX2" fmla="*/ 0 w 3548"/>
                <a:gd name="connsiteY2" fmla="*/ 1521 h 2915"/>
                <a:gd name="connsiteX3" fmla="*/ 1774 w 3548"/>
                <a:gd name="connsiteY3" fmla="*/ 0 h 2915"/>
                <a:gd name="connsiteX4" fmla="*/ 3549 w 3548"/>
                <a:gd name="connsiteY4" fmla="*/ 1521 h 2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915">
                  <a:moveTo>
                    <a:pt x="3549" y="1521"/>
                  </a:moveTo>
                  <a:lnTo>
                    <a:pt x="1774" y="2915"/>
                  </a:lnTo>
                  <a:lnTo>
                    <a:pt x="0" y="1521"/>
                  </a:lnTo>
                  <a:lnTo>
                    <a:pt x="1774" y="0"/>
                  </a:lnTo>
                  <a:lnTo>
                    <a:pt x="3549" y="152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11" name="Freeform: Shape 3910">
              <a:extLst>
                <a:ext uri="{FF2B5EF4-FFF2-40B4-BE49-F238E27FC236}">
                  <a16:creationId xmlns:a16="http://schemas.microsoft.com/office/drawing/2014/main" id="{87DA1A66-8C91-01CB-797F-299313E8FC80}"/>
                </a:ext>
              </a:extLst>
            </p:cNvPr>
            <p:cNvSpPr/>
            <p:nvPr/>
          </p:nvSpPr>
          <p:spPr>
            <a:xfrm>
              <a:off x="9763486" y="5750801"/>
              <a:ext cx="2914" cy="2281"/>
            </a:xfrm>
            <a:custGeom>
              <a:avLst/>
              <a:gdLst>
                <a:gd name="connsiteX0" fmla="*/ 2915 w 2914"/>
                <a:gd name="connsiteY0" fmla="*/ 1141 h 2281"/>
                <a:gd name="connsiteX1" fmla="*/ 1521 w 2914"/>
                <a:gd name="connsiteY1" fmla="*/ 2281 h 2281"/>
                <a:gd name="connsiteX2" fmla="*/ 0 w 2914"/>
                <a:gd name="connsiteY2" fmla="*/ 1141 h 2281"/>
                <a:gd name="connsiteX3" fmla="*/ 1521 w 2914"/>
                <a:gd name="connsiteY3" fmla="*/ 0 h 2281"/>
                <a:gd name="connsiteX4" fmla="*/ 2915 w 2914"/>
                <a:gd name="connsiteY4" fmla="*/ 1141 h 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" h="2281">
                  <a:moveTo>
                    <a:pt x="2915" y="1141"/>
                  </a:moveTo>
                  <a:lnTo>
                    <a:pt x="1521" y="2281"/>
                  </a:lnTo>
                  <a:lnTo>
                    <a:pt x="0" y="1141"/>
                  </a:lnTo>
                  <a:lnTo>
                    <a:pt x="1521" y="0"/>
                  </a:lnTo>
                  <a:lnTo>
                    <a:pt x="2915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12" name="Freeform: Shape 3911">
              <a:extLst>
                <a:ext uri="{FF2B5EF4-FFF2-40B4-BE49-F238E27FC236}">
                  <a16:creationId xmlns:a16="http://schemas.microsoft.com/office/drawing/2014/main" id="{FBE2D390-215E-C35B-A089-EC0C07F41EDF}"/>
                </a:ext>
              </a:extLst>
            </p:cNvPr>
            <p:cNvSpPr/>
            <p:nvPr/>
          </p:nvSpPr>
          <p:spPr>
            <a:xfrm>
              <a:off x="9680220" y="5831278"/>
              <a:ext cx="1774" cy="1394"/>
            </a:xfrm>
            <a:custGeom>
              <a:avLst/>
              <a:gdLst>
                <a:gd name="connsiteX0" fmla="*/ 1774 w 1774"/>
                <a:gd name="connsiteY0" fmla="*/ 634 h 1394"/>
                <a:gd name="connsiteX1" fmla="*/ 887 w 1774"/>
                <a:gd name="connsiteY1" fmla="*/ 1394 h 1394"/>
                <a:gd name="connsiteX2" fmla="*/ 0 w 1774"/>
                <a:gd name="connsiteY2" fmla="*/ 634 h 1394"/>
                <a:gd name="connsiteX3" fmla="*/ 887 w 1774"/>
                <a:gd name="connsiteY3" fmla="*/ 0 h 1394"/>
                <a:gd name="connsiteX4" fmla="*/ 1774 w 1774"/>
                <a:gd name="connsiteY4" fmla="*/ 634 h 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" h="1394">
                  <a:moveTo>
                    <a:pt x="1774" y="634"/>
                  </a:moveTo>
                  <a:lnTo>
                    <a:pt x="887" y="1394"/>
                  </a:lnTo>
                  <a:lnTo>
                    <a:pt x="0" y="634"/>
                  </a:lnTo>
                  <a:lnTo>
                    <a:pt x="887" y="0"/>
                  </a:lnTo>
                  <a:lnTo>
                    <a:pt x="1774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13" name="Freeform: Shape 3912">
              <a:extLst>
                <a:ext uri="{FF2B5EF4-FFF2-40B4-BE49-F238E27FC236}">
                  <a16:creationId xmlns:a16="http://schemas.microsoft.com/office/drawing/2014/main" id="{1A35E711-6DDA-BF81-394B-8AF5B8E9CE63}"/>
                </a:ext>
              </a:extLst>
            </p:cNvPr>
            <p:cNvSpPr/>
            <p:nvPr/>
          </p:nvSpPr>
          <p:spPr>
            <a:xfrm>
              <a:off x="9594167" y="5909727"/>
              <a:ext cx="760" cy="633"/>
            </a:xfrm>
            <a:custGeom>
              <a:avLst/>
              <a:gdLst>
                <a:gd name="connsiteX0" fmla="*/ 760 w 760"/>
                <a:gd name="connsiteY0" fmla="*/ 254 h 633"/>
                <a:gd name="connsiteX1" fmla="*/ 380 w 760"/>
                <a:gd name="connsiteY1" fmla="*/ 634 h 633"/>
                <a:gd name="connsiteX2" fmla="*/ 0 w 760"/>
                <a:gd name="connsiteY2" fmla="*/ 254 h 633"/>
                <a:gd name="connsiteX3" fmla="*/ 380 w 760"/>
                <a:gd name="connsiteY3" fmla="*/ 0 h 633"/>
                <a:gd name="connsiteX4" fmla="*/ 760 w 760"/>
                <a:gd name="connsiteY4" fmla="*/ 254 h 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0" h="633">
                  <a:moveTo>
                    <a:pt x="760" y="254"/>
                  </a:moveTo>
                  <a:lnTo>
                    <a:pt x="380" y="634"/>
                  </a:lnTo>
                  <a:lnTo>
                    <a:pt x="0" y="254"/>
                  </a:lnTo>
                  <a:lnTo>
                    <a:pt x="380" y="0"/>
                  </a:lnTo>
                  <a:lnTo>
                    <a:pt x="760" y="2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14" name="Freeform: Shape 3913">
              <a:extLst>
                <a:ext uri="{FF2B5EF4-FFF2-40B4-BE49-F238E27FC236}">
                  <a16:creationId xmlns:a16="http://schemas.microsoft.com/office/drawing/2014/main" id="{2D8E0B1C-2D43-97E4-AE0C-FB49C0583635}"/>
                </a:ext>
              </a:extLst>
            </p:cNvPr>
            <p:cNvSpPr/>
            <p:nvPr/>
          </p:nvSpPr>
          <p:spPr>
            <a:xfrm>
              <a:off x="9504817" y="5985769"/>
              <a:ext cx="761" cy="633"/>
            </a:xfrm>
            <a:custGeom>
              <a:avLst/>
              <a:gdLst>
                <a:gd name="connsiteX0" fmla="*/ 761 w 761"/>
                <a:gd name="connsiteY0" fmla="*/ 254 h 633"/>
                <a:gd name="connsiteX1" fmla="*/ 381 w 761"/>
                <a:gd name="connsiteY1" fmla="*/ 634 h 633"/>
                <a:gd name="connsiteX2" fmla="*/ 0 w 761"/>
                <a:gd name="connsiteY2" fmla="*/ 254 h 633"/>
                <a:gd name="connsiteX3" fmla="*/ 381 w 761"/>
                <a:gd name="connsiteY3" fmla="*/ 0 h 633"/>
                <a:gd name="connsiteX4" fmla="*/ 761 w 761"/>
                <a:gd name="connsiteY4" fmla="*/ 254 h 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1" h="633">
                  <a:moveTo>
                    <a:pt x="761" y="254"/>
                  </a:moveTo>
                  <a:lnTo>
                    <a:pt x="381" y="634"/>
                  </a:lnTo>
                  <a:lnTo>
                    <a:pt x="0" y="254"/>
                  </a:lnTo>
                  <a:lnTo>
                    <a:pt x="381" y="0"/>
                  </a:lnTo>
                  <a:lnTo>
                    <a:pt x="761" y="2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15" name="Freeform: Shape 3914">
              <a:extLst>
                <a:ext uri="{FF2B5EF4-FFF2-40B4-BE49-F238E27FC236}">
                  <a16:creationId xmlns:a16="http://schemas.microsoft.com/office/drawing/2014/main" id="{DB58390D-C4AE-9124-5952-52E8A2B79340}"/>
                </a:ext>
              </a:extLst>
            </p:cNvPr>
            <p:cNvSpPr/>
            <p:nvPr/>
          </p:nvSpPr>
          <p:spPr>
            <a:xfrm>
              <a:off x="9317756" y="6131515"/>
              <a:ext cx="1393" cy="1140"/>
            </a:xfrm>
            <a:custGeom>
              <a:avLst/>
              <a:gdLst>
                <a:gd name="connsiteX0" fmla="*/ 1394 w 1393"/>
                <a:gd name="connsiteY0" fmla="*/ 634 h 1140"/>
                <a:gd name="connsiteX1" fmla="*/ 634 w 1393"/>
                <a:gd name="connsiteY1" fmla="*/ 1141 h 1140"/>
                <a:gd name="connsiteX2" fmla="*/ 0 w 1393"/>
                <a:gd name="connsiteY2" fmla="*/ 634 h 1140"/>
                <a:gd name="connsiteX3" fmla="*/ 634 w 1393"/>
                <a:gd name="connsiteY3" fmla="*/ 0 h 1140"/>
                <a:gd name="connsiteX4" fmla="*/ 1394 w 1393"/>
                <a:gd name="connsiteY4" fmla="*/ 634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3" h="1140">
                  <a:moveTo>
                    <a:pt x="1394" y="634"/>
                  </a:moveTo>
                  <a:lnTo>
                    <a:pt x="634" y="1141"/>
                  </a:lnTo>
                  <a:lnTo>
                    <a:pt x="0" y="634"/>
                  </a:lnTo>
                  <a:lnTo>
                    <a:pt x="634" y="0"/>
                  </a:lnTo>
                  <a:lnTo>
                    <a:pt x="1394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16" name="Freeform: Shape 3915">
              <a:extLst>
                <a:ext uri="{FF2B5EF4-FFF2-40B4-BE49-F238E27FC236}">
                  <a16:creationId xmlns:a16="http://schemas.microsoft.com/office/drawing/2014/main" id="{DE47A6D8-8274-5516-333E-8C4620A26D93}"/>
                </a:ext>
              </a:extLst>
            </p:cNvPr>
            <p:cNvSpPr/>
            <p:nvPr/>
          </p:nvSpPr>
          <p:spPr>
            <a:xfrm>
              <a:off x="9220169" y="6201094"/>
              <a:ext cx="2154" cy="1647"/>
            </a:xfrm>
            <a:custGeom>
              <a:avLst/>
              <a:gdLst>
                <a:gd name="connsiteX0" fmla="*/ 2154 w 2154"/>
                <a:gd name="connsiteY0" fmla="*/ 887 h 1647"/>
                <a:gd name="connsiteX1" fmla="*/ 1140 w 2154"/>
                <a:gd name="connsiteY1" fmla="*/ 1647 h 1647"/>
                <a:gd name="connsiteX2" fmla="*/ 0 w 2154"/>
                <a:gd name="connsiteY2" fmla="*/ 887 h 1647"/>
                <a:gd name="connsiteX3" fmla="*/ 1140 w 2154"/>
                <a:gd name="connsiteY3" fmla="*/ 0 h 1647"/>
                <a:gd name="connsiteX4" fmla="*/ 2154 w 2154"/>
                <a:gd name="connsiteY4" fmla="*/ 887 h 1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4" h="1647">
                  <a:moveTo>
                    <a:pt x="2154" y="887"/>
                  </a:moveTo>
                  <a:lnTo>
                    <a:pt x="1140" y="1647"/>
                  </a:lnTo>
                  <a:lnTo>
                    <a:pt x="0" y="887"/>
                  </a:lnTo>
                  <a:lnTo>
                    <a:pt x="1140" y="0"/>
                  </a:lnTo>
                  <a:lnTo>
                    <a:pt x="2154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17" name="Freeform: Shape 3916">
              <a:extLst>
                <a:ext uri="{FF2B5EF4-FFF2-40B4-BE49-F238E27FC236}">
                  <a16:creationId xmlns:a16="http://schemas.microsoft.com/office/drawing/2014/main" id="{DD68201B-6B3D-D3B9-D09A-F2B96B6A24A8}"/>
                </a:ext>
              </a:extLst>
            </p:cNvPr>
            <p:cNvSpPr/>
            <p:nvPr/>
          </p:nvSpPr>
          <p:spPr>
            <a:xfrm>
              <a:off x="9120174" y="6268390"/>
              <a:ext cx="2914" cy="2281"/>
            </a:xfrm>
            <a:custGeom>
              <a:avLst/>
              <a:gdLst>
                <a:gd name="connsiteX0" fmla="*/ 2915 w 2914"/>
                <a:gd name="connsiteY0" fmla="*/ 1141 h 2281"/>
                <a:gd name="connsiteX1" fmla="*/ 1394 w 2914"/>
                <a:gd name="connsiteY1" fmla="*/ 2281 h 2281"/>
                <a:gd name="connsiteX2" fmla="*/ 0 w 2914"/>
                <a:gd name="connsiteY2" fmla="*/ 1141 h 2281"/>
                <a:gd name="connsiteX3" fmla="*/ 1394 w 2914"/>
                <a:gd name="connsiteY3" fmla="*/ 0 h 2281"/>
                <a:gd name="connsiteX4" fmla="*/ 2915 w 2914"/>
                <a:gd name="connsiteY4" fmla="*/ 1141 h 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" h="2281">
                  <a:moveTo>
                    <a:pt x="2915" y="1141"/>
                  </a:moveTo>
                  <a:lnTo>
                    <a:pt x="1394" y="2281"/>
                  </a:lnTo>
                  <a:lnTo>
                    <a:pt x="0" y="1141"/>
                  </a:lnTo>
                  <a:lnTo>
                    <a:pt x="1394" y="0"/>
                  </a:lnTo>
                  <a:lnTo>
                    <a:pt x="2915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18" name="Freeform: Shape 3917">
              <a:extLst>
                <a:ext uri="{FF2B5EF4-FFF2-40B4-BE49-F238E27FC236}">
                  <a16:creationId xmlns:a16="http://schemas.microsoft.com/office/drawing/2014/main" id="{EA185134-2EFB-3EFB-4C4A-58E6618B2591}"/>
                </a:ext>
              </a:extLst>
            </p:cNvPr>
            <p:cNvSpPr/>
            <p:nvPr/>
          </p:nvSpPr>
          <p:spPr>
            <a:xfrm>
              <a:off x="9017391" y="6333152"/>
              <a:ext cx="4435" cy="3422"/>
            </a:xfrm>
            <a:custGeom>
              <a:avLst/>
              <a:gdLst>
                <a:gd name="connsiteX0" fmla="*/ 4435 w 4435"/>
                <a:gd name="connsiteY0" fmla="*/ 1648 h 3422"/>
                <a:gd name="connsiteX1" fmla="*/ 2154 w 4435"/>
                <a:gd name="connsiteY1" fmla="*/ 3422 h 3422"/>
                <a:gd name="connsiteX2" fmla="*/ 0 w 4435"/>
                <a:gd name="connsiteY2" fmla="*/ 1648 h 3422"/>
                <a:gd name="connsiteX3" fmla="*/ 2154 w 4435"/>
                <a:gd name="connsiteY3" fmla="*/ 0 h 3422"/>
                <a:gd name="connsiteX4" fmla="*/ 4435 w 4435"/>
                <a:gd name="connsiteY4" fmla="*/ 1648 h 3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5" h="3422">
                  <a:moveTo>
                    <a:pt x="4435" y="1648"/>
                  </a:moveTo>
                  <a:lnTo>
                    <a:pt x="2154" y="3422"/>
                  </a:lnTo>
                  <a:lnTo>
                    <a:pt x="0" y="1648"/>
                  </a:lnTo>
                  <a:lnTo>
                    <a:pt x="2154" y="0"/>
                  </a:lnTo>
                  <a:lnTo>
                    <a:pt x="4435" y="164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19" name="Freeform: Shape 3918">
              <a:extLst>
                <a:ext uri="{FF2B5EF4-FFF2-40B4-BE49-F238E27FC236}">
                  <a16:creationId xmlns:a16="http://schemas.microsoft.com/office/drawing/2014/main" id="{FD90A7C9-6CE9-EF10-D2B4-7C9398F27BAC}"/>
                </a:ext>
              </a:extLst>
            </p:cNvPr>
            <p:cNvSpPr/>
            <p:nvPr/>
          </p:nvSpPr>
          <p:spPr>
            <a:xfrm>
              <a:off x="8912834" y="6395887"/>
              <a:ext cx="5068" cy="3928"/>
            </a:xfrm>
            <a:custGeom>
              <a:avLst/>
              <a:gdLst>
                <a:gd name="connsiteX0" fmla="*/ 5069 w 5068"/>
                <a:gd name="connsiteY0" fmla="*/ 1901 h 3928"/>
                <a:gd name="connsiteX1" fmla="*/ 2535 w 5068"/>
                <a:gd name="connsiteY1" fmla="*/ 3929 h 3928"/>
                <a:gd name="connsiteX2" fmla="*/ 0 w 5068"/>
                <a:gd name="connsiteY2" fmla="*/ 1901 h 3928"/>
                <a:gd name="connsiteX3" fmla="*/ 2535 w 5068"/>
                <a:gd name="connsiteY3" fmla="*/ 0 h 3928"/>
                <a:gd name="connsiteX4" fmla="*/ 5069 w 5068"/>
                <a:gd name="connsiteY4" fmla="*/ 1901 h 3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8" h="3928">
                  <a:moveTo>
                    <a:pt x="5069" y="1901"/>
                  </a:moveTo>
                  <a:lnTo>
                    <a:pt x="2535" y="3929"/>
                  </a:lnTo>
                  <a:lnTo>
                    <a:pt x="0" y="1901"/>
                  </a:lnTo>
                  <a:lnTo>
                    <a:pt x="2535" y="0"/>
                  </a:lnTo>
                  <a:lnTo>
                    <a:pt x="5069" y="190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20" name="Freeform: Shape 3919">
              <a:extLst>
                <a:ext uri="{FF2B5EF4-FFF2-40B4-BE49-F238E27FC236}">
                  <a16:creationId xmlns:a16="http://schemas.microsoft.com/office/drawing/2014/main" id="{F9D27CBD-65BA-12AD-830A-D6178C8EBBBB}"/>
                </a:ext>
              </a:extLst>
            </p:cNvPr>
            <p:cNvSpPr/>
            <p:nvPr/>
          </p:nvSpPr>
          <p:spPr>
            <a:xfrm>
              <a:off x="8805615" y="6455959"/>
              <a:ext cx="6463" cy="5069"/>
            </a:xfrm>
            <a:custGeom>
              <a:avLst/>
              <a:gdLst>
                <a:gd name="connsiteX0" fmla="*/ 6464 w 6463"/>
                <a:gd name="connsiteY0" fmla="*/ 2535 h 5069"/>
                <a:gd name="connsiteX1" fmla="*/ 3168 w 6463"/>
                <a:gd name="connsiteY1" fmla="*/ 5069 h 5069"/>
                <a:gd name="connsiteX2" fmla="*/ 0 w 6463"/>
                <a:gd name="connsiteY2" fmla="*/ 2535 h 5069"/>
                <a:gd name="connsiteX3" fmla="*/ 3168 w 6463"/>
                <a:gd name="connsiteY3" fmla="*/ 0 h 5069"/>
                <a:gd name="connsiteX4" fmla="*/ 6464 w 6463"/>
                <a:gd name="connsiteY4" fmla="*/ 2535 h 5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069">
                  <a:moveTo>
                    <a:pt x="6464" y="2535"/>
                  </a:moveTo>
                  <a:lnTo>
                    <a:pt x="3168" y="5069"/>
                  </a:lnTo>
                  <a:lnTo>
                    <a:pt x="0" y="2535"/>
                  </a:lnTo>
                  <a:lnTo>
                    <a:pt x="3168" y="0"/>
                  </a:lnTo>
                  <a:lnTo>
                    <a:pt x="6464" y="253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21" name="Freeform: Shape 3920">
              <a:extLst>
                <a:ext uri="{FF2B5EF4-FFF2-40B4-BE49-F238E27FC236}">
                  <a16:creationId xmlns:a16="http://schemas.microsoft.com/office/drawing/2014/main" id="{592A04AC-DC2E-7EB4-3FB3-5C2D85B27245}"/>
                </a:ext>
              </a:extLst>
            </p:cNvPr>
            <p:cNvSpPr/>
            <p:nvPr/>
          </p:nvSpPr>
          <p:spPr>
            <a:xfrm>
              <a:off x="8696242" y="6513498"/>
              <a:ext cx="7984" cy="6463"/>
            </a:xfrm>
            <a:custGeom>
              <a:avLst/>
              <a:gdLst>
                <a:gd name="connsiteX0" fmla="*/ 7984 w 7984"/>
                <a:gd name="connsiteY0" fmla="*/ 3295 h 6463"/>
                <a:gd name="connsiteX1" fmla="*/ 3929 w 7984"/>
                <a:gd name="connsiteY1" fmla="*/ 6464 h 6463"/>
                <a:gd name="connsiteX2" fmla="*/ 0 w 7984"/>
                <a:gd name="connsiteY2" fmla="*/ 3295 h 6463"/>
                <a:gd name="connsiteX3" fmla="*/ 3929 w 7984"/>
                <a:gd name="connsiteY3" fmla="*/ 0 h 6463"/>
                <a:gd name="connsiteX4" fmla="*/ 7984 w 7984"/>
                <a:gd name="connsiteY4" fmla="*/ 3295 h 6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84" h="6463">
                  <a:moveTo>
                    <a:pt x="7984" y="3295"/>
                  </a:moveTo>
                  <a:lnTo>
                    <a:pt x="3929" y="6464"/>
                  </a:lnTo>
                  <a:lnTo>
                    <a:pt x="0" y="3295"/>
                  </a:lnTo>
                  <a:lnTo>
                    <a:pt x="3929" y="0"/>
                  </a:lnTo>
                  <a:lnTo>
                    <a:pt x="7984" y="32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22" name="Freeform: Shape 3921">
              <a:extLst>
                <a:ext uri="{FF2B5EF4-FFF2-40B4-BE49-F238E27FC236}">
                  <a16:creationId xmlns:a16="http://schemas.microsoft.com/office/drawing/2014/main" id="{D98C95D9-3C34-3792-E930-F9D54631B009}"/>
                </a:ext>
              </a:extLst>
            </p:cNvPr>
            <p:cNvSpPr/>
            <p:nvPr/>
          </p:nvSpPr>
          <p:spPr>
            <a:xfrm>
              <a:off x="8585221" y="6569135"/>
              <a:ext cx="8618" cy="6843"/>
            </a:xfrm>
            <a:custGeom>
              <a:avLst/>
              <a:gdLst>
                <a:gd name="connsiteX0" fmla="*/ 8619 w 8618"/>
                <a:gd name="connsiteY0" fmla="*/ 3421 h 6843"/>
                <a:gd name="connsiteX1" fmla="*/ 4309 w 8618"/>
                <a:gd name="connsiteY1" fmla="*/ 6843 h 6843"/>
                <a:gd name="connsiteX2" fmla="*/ 0 w 8618"/>
                <a:gd name="connsiteY2" fmla="*/ 3421 h 6843"/>
                <a:gd name="connsiteX3" fmla="*/ 4309 w 8618"/>
                <a:gd name="connsiteY3" fmla="*/ 0 h 6843"/>
                <a:gd name="connsiteX4" fmla="*/ 8619 w 8618"/>
                <a:gd name="connsiteY4" fmla="*/ 3421 h 6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8" h="6843">
                  <a:moveTo>
                    <a:pt x="8619" y="3421"/>
                  </a:moveTo>
                  <a:lnTo>
                    <a:pt x="4309" y="6843"/>
                  </a:lnTo>
                  <a:lnTo>
                    <a:pt x="0" y="3421"/>
                  </a:lnTo>
                  <a:lnTo>
                    <a:pt x="4309" y="0"/>
                  </a:lnTo>
                  <a:lnTo>
                    <a:pt x="8619" y="342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23" name="Freeform: Shape 3922">
              <a:extLst>
                <a:ext uri="{FF2B5EF4-FFF2-40B4-BE49-F238E27FC236}">
                  <a16:creationId xmlns:a16="http://schemas.microsoft.com/office/drawing/2014/main" id="{31C1FF5C-0ED5-E586-18BD-D019DDDE918B}"/>
                </a:ext>
              </a:extLst>
            </p:cNvPr>
            <p:cNvSpPr/>
            <p:nvPr/>
          </p:nvSpPr>
          <p:spPr>
            <a:xfrm>
              <a:off x="8472173" y="6622110"/>
              <a:ext cx="9505" cy="7350"/>
            </a:xfrm>
            <a:custGeom>
              <a:avLst/>
              <a:gdLst>
                <a:gd name="connsiteX0" fmla="*/ 9505 w 9505"/>
                <a:gd name="connsiteY0" fmla="*/ 3675 h 7350"/>
                <a:gd name="connsiteX1" fmla="*/ 4816 w 9505"/>
                <a:gd name="connsiteY1" fmla="*/ 7351 h 7350"/>
                <a:gd name="connsiteX2" fmla="*/ 0 w 9505"/>
                <a:gd name="connsiteY2" fmla="*/ 3675 h 7350"/>
                <a:gd name="connsiteX3" fmla="*/ 4816 w 9505"/>
                <a:gd name="connsiteY3" fmla="*/ 0 h 7350"/>
                <a:gd name="connsiteX4" fmla="*/ 9505 w 9505"/>
                <a:gd name="connsiteY4" fmla="*/ 3675 h 7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05" h="7350">
                  <a:moveTo>
                    <a:pt x="9505" y="3675"/>
                  </a:moveTo>
                  <a:lnTo>
                    <a:pt x="4816" y="7351"/>
                  </a:lnTo>
                  <a:lnTo>
                    <a:pt x="0" y="3675"/>
                  </a:lnTo>
                  <a:lnTo>
                    <a:pt x="4816" y="0"/>
                  </a:lnTo>
                  <a:lnTo>
                    <a:pt x="9505" y="367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24" name="Freeform: Shape 3923">
              <a:extLst>
                <a:ext uri="{FF2B5EF4-FFF2-40B4-BE49-F238E27FC236}">
                  <a16:creationId xmlns:a16="http://schemas.microsoft.com/office/drawing/2014/main" id="{0A47169F-1093-5EF9-B44A-FFBA06D6B044}"/>
                </a:ext>
              </a:extLst>
            </p:cNvPr>
            <p:cNvSpPr/>
            <p:nvPr/>
          </p:nvSpPr>
          <p:spPr>
            <a:xfrm>
              <a:off x="8357350" y="6672424"/>
              <a:ext cx="10265" cy="8111"/>
            </a:xfrm>
            <a:custGeom>
              <a:avLst/>
              <a:gdLst>
                <a:gd name="connsiteX0" fmla="*/ 10266 w 10265"/>
                <a:gd name="connsiteY0" fmla="*/ 4056 h 8111"/>
                <a:gd name="connsiteX1" fmla="*/ 5197 w 10265"/>
                <a:gd name="connsiteY1" fmla="*/ 8111 h 8111"/>
                <a:gd name="connsiteX2" fmla="*/ 0 w 10265"/>
                <a:gd name="connsiteY2" fmla="*/ 4056 h 8111"/>
                <a:gd name="connsiteX3" fmla="*/ 5197 w 10265"/>
                <a:gd name="connsiteY3" fmla="*/ 0 h 8111"/>
                <a:gd name="connsiteX4" fmla="*/ 10266 w 10265"/>
                <a:gd name="connsiteY4" fmla="*/ 4056 h 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5" h="8111">
                  <a:moveTo>
                    <a:pt x="10266" y="4056"/>
                  </a:moveTo>
                  <a:lnTo>
                    <a:pt x="5197" y="8111"/>
                  </a:lnTo>
                  <a:lnTo>
                    <a:pt x="0" y="4056"/>
                  </a:lnTo>
                  <a:lnTo>
                    <a:pt x="5197" y="0"/>
                  </a:lnTo>
                  <a:lnTo>
                    <a:pt x="10266" y="405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25" name="Freeform: Shape 3924">
              <a:extLst>
                <a:ext uri="{FF2B5EF4-FFF2-40B4-BE49-F238E27FC236}">
                  <a16:creationId xmlns:a16="http://schemas.microsoft.com/office/drawing/2014/main" id="{37EAB0ED-35B6-7C32-D030-84A60F452CE7}"/>
                </a:ext>
              </a:extLst>
            </p:cNvPr>
            <p:cNvSpPr/>
            <p:nvPr/>
          </p:nvSpPr>
          <p:spPr>
            <a:xfrm>
              <a:off x="8240500" y="6720077"/>
              <a:ext cx="11532" cy="9125"/>
            </a:xfrm>
            <a:custGeom>
              <a:avLst/>
              <a:gdLst>
                <a:gd name="connsiteX0" fmla="*/ 11533 w 11532"/>
                <a:gd name="connsiteY0" fmla="*/ 4562 h 9125"/>
                <a:gd name="connsiteX1" fmla="*/ 5702 w 11532"/>
                <a:gd name="connsiteY1" fmla="*/ 9125 h 9125"/>
                <a:gd name="connsiteX2" fmla="*/ 0 w 11532"/>
                <a:gd name="connsiteY2" fmla="*/ 4562 h 9125"/>
                <a:gd name="connsiteX3" fmla="*/ 5702 w 11532"/>
                <a:gd name="connsiteY3" fmla="*/ 0 h 9125"/>
                <a:gd name="connsiteX4" fmla="*/ 11533 w 11532"/>
                <a:gd name="connsiteY4" fmla="*/ 4562 h 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32" h="9125">
                  <a:moveTo>
                    <a:pt x="11533" y="4562"/>
                  </a:moveTo>
                  <a:lnTo>
                    <a:pt x="5702" y="9125"/>
                  </a:lnTo>
                  <a:lnTo>
                    <a:pt x="0" y="4562"/>
                  </a:lnTo>
                  <a:lnTo>
                    <a:pt x="5702" y="0"/>
                  </a:lnTo>
                  <a:lnTo>
                    <a:pt x="11533" y="456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26" name="Freeform: Shape 3925">
              <a:extLst>
                <a:ext uri="{FF2B5EF4-FFF2-40B4-BE49-F238E27FC236}">
                  <a16:creationId xmlns:a16="http://schemas.microsoft.com/office/drawing/2014/main" id="{19FD154B-92F0-CDC9-CD42-5A50BB36068B}"/>
                </a:ext>
              </a:extLst>
            </p:cNvPr>
            <p:cNvSpPr/>
            <p:nvPr/>
          </p:nvSpPr>
          <p:spPr>
            <a:xfrm>
              <a:off x="8122128" y="6765195"/>
              <a:ext cx="12419" cy="9885"/>
            </a:xfrm>
            <a:custGeom>
              <a:avLst/>
              <a:gdLst>
                <a:gd name="connsiteX0" fmla="*/ 12420 w 12419"/>
                <a:gd name="connsiteY0" fmla="*/ 4943 h 9885"/>
                <a:gd name="connsiteX1" fmla="*/ 6210 w 12419"/>
                <a:gd name="connsiteY1" fmla="*/ 9886 h 9885"/>
                <a:gd name="connsiteX2" fmla="*/ 0 w 12419"/>
                <a:gd name="connsiteY2" fmla="*/ 4943 h 9885"/>
                <a:gd name="connsiteX3" fmla="*/ 6210 w 12419"/>
                <a:gd name="connsiteY3" fmla="*/ 0 h 9885"/>
                <a:gd name="connsiteX4" fmla="*/ 12420 w 12419"/>
                <a:gd name="connsiteY4" fmla="*/ 4943 h 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19" h="9885">
                  <a:moveTo>
                    <a:pt x="12420" y="4943"/>
                  </a:moveTo>
                  <a:lnTo>
                    <a:pt x="6210" y="9886"/>
                  </a:lnTo>
                  <a:lnTo>
                    <a:pt x="0" y="4943"/>
                  </a:lnTo>
                  <a:lnTo>
                    <a:pt x="6210" y="0"/>
                  </a:lnTo>
                  <a:lnTo>
                    <a:pt x="12420" y="494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27" name="Freeform: Shape 3926">
              <a:extLst>
                <a:ext uri="{FF2B5EF4-FFF2-40B4-BE49-F238E27FC236}">
                  <a16:creationId xmlns:a16="http://schemas.microsoft.com/office/drawing/2014/main" id="{C4C083D4-5ECB-8350-13AC-1011DC12E2ED}"/>
                </a:ext>
              </a:extLst>
            </p:cNvPr>
            <p:cNvSpPr/>
            <p:nvPr/>
          </p:nvSpPr>
          <p:spPr>
            <a:xfrm>
              <a:off x="8002110" y="6807525"/>
              <a:ext cx="13686" cy="10899"/>
            </a:xfrm>
            <a:custGeom>
              <a:avLst/>
              <a:gdLst>
                <a:gd name="connsiteX0" fmla="*/ 13687 w 13686"/>
                <a:gd name="connsiteY0" fmla="*/ 5450 h 10899"/>
                <a:gd name="connsiteX1" fmla="*/ 6843 w 13686"/>
                <a:gd name="connsiteY1" fmla="*/ 10899 h 10899"/>
                <a:gd name="connsiteX2" fmla="*/ 0 w 13686"/>
                <a:gd name="connsiteY2" fmla="*/ 5450 h 10899"/>
                <a:gd name="connsiteX3" fmla="*/ 6843 w 13686"/>
                <a:gd name="connsiteY3" fmla="*/ 0 h 10899"/>
                <a:gd name="connsiteX4" fmla="*/ 13687 w 13686"/>
                <a:gd name="connsiteY4" fmla="*/ 5450 h 10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86" h="10899">
                  <a:moveTo>
                    <a:pt x="13687" y="5450"/>
                  </a:moveTo>
                  <a:cubicBezTo>
                    <a:pt x="13687" y="8491"/>
                    <a:pt x="10645" y="10899"/>
                    <a:pt x="6843" y="10899"/>
                  </a:cubicBezTo>
                  <a:cubicBezTo>
                    <a:pt x="3042" y="10899"/>
                    <a:pt x="0" y="8491"/>
                    <a:pt x="0" y="5450"/>
                  </a:cubicBezTo>
                  <a:cubicBezTo>
                    <a:pt x="0" y="2408"/>
                    <a:pt x="3042" y="0"/>
                    <a:pt x="6843" y="0"/>
                  </a:cubicBezTo>
                  <a:cubicBezTo>
                    <a:pt x="10645" y="0"/>
                    <a:pt x="13687" y="2408"/>
                    <a:pt x="13687" y="545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28" name="Freeform: Shape 3927">
              <a:extLst>
                <a:ext uri="{FF2B5EF4-FFF2-40B4-BE49-F238E27FC236}">
                  <a16:creationId xmlns:a16="http://schemas.microsoft.com/office/drawing/2014/main" id="{4ABEC4AA-F21A-A989-9474-E7D94863434B}"/>
                </a:ext>
              </a:extLst>
            </p:cNvPr>
            <p:cNvSpPr/>
            <p:nvPr/>
          </p:nvSpPr>
          <p:spPr>
            <a:xfrm>
              <a:off x="4294449" y="6798780"/>
              <a:ext cx="35739" cy="26107"/>
            </a:xfrm>
            <a:custGeom>
              <a:avLst/>
              <a:gdLst>
                <a:gd name="connsiteX0" fmla="*/ 35740 w 35739"/>
                <a:gd name="connsiteY0" fmla="*/ 14194 h 26107"/>
                <a:gd name="connsiteX1" fmla="*/ 17870 w 35739"/>
                <a:gd name="connsiteY1" fmla="*/ 0 h 26107"/>
                <a:gd name="connsiteX2" fmla="*/ 0 w 35739"/>
                <a:gd name="connsiteY2" fmla="*/ 14194 h 26107"/>
                <a:gd name="connsiteX3" fmla="*/ 8745 w 35739"/>
                <a:gd name="connsiteY3" fmla="*/ 26108 h 26107"/>
                <a:gd name="connsiteX4" fmla="*/ 26995 w 35739"/>
                <a:gd name="connsiteY4" fmla="*/ 26108 h 26107"/>
                <a:gd name="connsiteX5" fmla="*/ 35740 w 35739"/>
                <a:gd name="connsiteY5" fmla="*/ 14194 h 2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5739" h="26107">
                  <a:moveTo>
                    <a:pt x="35740" y="14194"/>
                  </a:moveTo>
                  <a:cubicBezTo>
                    <a:pt x="35740" y="6337"/>
                    <a:pt x="27755" y="0"/>
                    <a:pt x="17870" y="0"/>
                  </a:cubicBezTo>
                  <a:cubicBezTo>
                    <a:pt x="7984" y="0"/>
                    <a:pt x="0" y="6337"/>
                    <a:pt x="0" y="14194"/>
                  </a:cubicBezTo>
                  <a:cubicBezTo>
                    <a:pt x="0" y="19263"/>
                    <a:pt x="3675" y="23573"/>
                    <a:pt x="8745" y="26108"/>
                  </a:cubicBezTo>
                  <a:lnTo>
                    <a:pt x="26995" y="26108"/>
                  </a:lnTo>
                  <a:cubicBezTo>
                    <a:pt x="32191" y="23573"/>
                    <a:pt x="35740" y="19263"/>
                    <a:pt x="35740" y="141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29" name="Freeform: Shape 3928">
              <a:extLst>
                <a:ext uri="{FF2B5EF4-FFF2-40B4-BE49-F238E27FC236}">
                  <a16:creationId xmlns:a16="http://schemas.microsoft.com/office/drawing/2014/main" id="{451AEDD0-FC10-BAD2-D702-F618CAECE5A7}"/>
                </a:ext>
              </a:extLst>
            </p:cNvPr>
            <p:cNvSpPr/>
            <p:nvPr/>
          </p:nvSpPr>
          <p:spPr>
            <a:xfrm>
              <a:off x="4175063" y="6755944"/>
              <a:ext cx="35739" cy="28388"/>
            </a:xfrm>
            <a:custGeom>
              <a:avLst/>
              <a:gdLst>
                <a:gd name="connsiteX0" fmla="*/ 35740 w 35739"/>
                <a:gd name="connsiteY0" fmla="*/ 14194 h 28388"/>
                <a:gd name="connsiteX1" fmla="*/ 17870 w 35739"/>
                <a:gd name="connsiteY1" fmla="*/ 28389 h 28388"/>
                <a:gd name="connsiteX2" fmla="*/ 0 w 35739"/>
                <a:gd name="connsiteY2" fmla="*/ 14194 h 28388"/>
                <a:gd name="connsiteX3" fmla="*/ 17870 w 35739"/>
                <a:gd name="connsiteY3" fmla="*/ 0 h 28388"/>
                <a:gd name="connsiteX4" fmla="*/ 35740 w 35739"/>
                <a:gd name="connsiteY4" fmla="*/ 14194 h 28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739" h="28388">
                  <a:moveTo>
                    <a:pt x="35740" y="14194"/>
                  </a:moveTo>
                  <a:cubicBezTo>
                    <a:pt x="35740" y="22052"/>
                    <a:pt x="27755" y="28389"/>
                    <a:pt x="17870" y="28389"/>
                  </a:cubicBezTo>
                  <a:cubicBezTo>
                    <a:pt x="7984" y="28389"/>
                    <a:pt x="0" y="22052"/>
                    <a:pt x="0" y="14194"/>
                  </a:cubicBezTo>
                  <a:cubicBezTo>
                    <a:pt x="0" y="6337"/>
                    <a:pt x="7984" y="0"/>
                    <a:pt x="17870" y="0"/>
                  </a:cubicBezTo>
                  <a:cubicBezTo>
                    <a:pt x="27755" y="0"/>
                    <a:pt x="35740" y="6337"/>
                    <a:pt x="35740" y="141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30" name="Freeform: Shape 3929">
              <a:extLst>
                <a:ext uri="{FF2B5EF4-FFF2-40B4-BE49-F238E27FC236}">
                  <a16:creationId xmlns:a16="http://schemas.microsoft.com/office/drawing/2014/main" id="{BF4FD212-8366-9CE2-CAAF-F246A2FAF589}"/>
                </a:ext>
              </a:extLst>
            </p:cNvPr>
            <p:cNvSpPr/>
            <p:nvPr/>
          </p:nvSpPr>
          <p:spPr>
            <a:xfrm>
              <a:off x="4056692" y="6710192"/>
              <a:ext cx="36500" cy="28895"/>
            </a:xfrm>
            <a:custGeom>
              <a:avLst/>
              <a:gdLst>
                <a:gd name="connsiteX0" fmla="*/ 36500 w 36500"/>
                <a:gd name="connsiteY0" fmla="*/ 14447 h 28895"/>
                <a:gd name="connsiteX1" fmla="*/ 18250 w 36500"/>
                <a:gd name="connsiteY1" fmla="*/ 28895 h 28895"/>
                <a:gd name="connsiteX2" fmla="*/ 0 w 36500"/>
                <a:gd name="connsiteY2" fmla="*/ 14447 h 28895"/>
                <a:gd name="connsiteX3" fmla="*/ 18250 w 36500"/>
                <a:gd name="connsiteY3" fmla="*/ 0 h 28895"/>
                <a:gd name="connsiteX4" fmla="*/ 36500 w 36500"/>
                <a:gd name="connsiteY4" fmla="*/ 14447 h 28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500" h="28895">
                  <a:moveTo>
                    <a:pt x="36500" y="14447"/>
                  </a:moveTo>
                  <a:cubicBezTo>
                    <a:pt x="36500" y="22432"/>
                    <a:pt x="28389" y="28895"/>
                    <a:pt x="18250" y="28895"/>
                  </a:cubicBezTo>
                  <a:cubicBezTo>
                    <a:pt x="8111" y="28895"/>
                    <a:pt x="0" y="22432"/>
                    <a:pt x="0" y="14447"/>
                  </a:cubicBezTo>
                  <a:cubicBezTo>
                    <a:pt x="0" y="6463"/>
                    <a:pt x="8111" y="0"/>
                    <a:pt x="18250" y="0"/>
                  </a:cubicBezTo>
                  <a:cubicBezTo>
                    <a:pt x="28389" y="0"/>
                    <a:pt x="36500" y="6463"/>
                    <a:pt x="36500" y="1444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31" name="Freeform: Shape 3930">
              <a:extLst>
                <a:ext uri="{FF2B5EF4-FFF2-40B4-BE49-F238E27FC236}">
                  <a16:creationId xmlns:a16="http://schemas.microsoft.com/office/drawing/2014/main" id="{BE221922-6060-8C8C-1306-30D627E141FB}"/>
                </a:ext>
              </a:extLst>
            </p:cNvPr>
            <p:cNvSpPr/>
            <p:nvPr/>
          </p:nvSpPr>
          <p:spPr>
            <a:xfrm>
              <a:off x="3940475" y="6662032"/>
              <a:ext cx="36499" cy="28896"/>
            </a:xfrm>
            <a:custGeom>
              <a:avLst/>
              <a:gdLst>
                <a:gd name="connsiteX0" fmla="*/ 36500 w 36499"/>
                <a:gd name="connsiteY0" fmla="*/ 14448 h 28896"/>
                <a:gd name="connsiteX1" fmla="*/ 18250 w 36499"/>
                <a:gd name="connsiteY1" fmla="*/ 28896 h 28896"/>
                <a:gd name="connsiteX2" fmla="*/ 0 w 36499"/>
                <a:gd name="connsiteY2" fmla="*/ 14448 h 28896"/>
                <a:gd name="connsiteX3" fmla="*/ 18250 w 36499"/>
                <a:gd name="connsiteY3" fmla="*/ 0 h 28896"/>
                <a:gd name="connsiteX4" fmla="*/ 36500 w 36499"/>
                <a:gd name="connsiteY4" fmla="*/ 14448 h 28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99" h="28896">
                  <a:moveTo>
                    <a:pt x="36500" y="14448"/>
                  </a:moveTo>
                  <a:cubicBezTo>
                    <a:pt x="36500" y="22433"/>
                    <a:pt x="28389" y="28896"/>
                    <a:pt x="18250" y="28896"/>
                  </a:cubicBezTo>
                  <a:cubicBezTo>
                    <a:pt x="8111" y="28896"/>
                    <a:pt x="0" y="22433"/>
                    <a:pt x="0" y="14448"/>
                  </a:cubicBezTo>
                  <a:cubicBezTo>
                    <a:pt x="0" y="6464"/>
                    <a:pt x="8111" y="0"/>
                    <a:pt x="18250" y="0"/>
                  </a:cubicBezTo>
                  <a:cubicBezTo>
                    <a:pt x="28389" y="0"/>
                    <a:pt x="36500" y="6464"/>
                    <a:pt x="36500" y="1444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32" name="Freeform: Shape 3931">
              <a:extLst>
                <a:ext uri="{FF2B5EF4-FFF2-40B4-BE49-F238E27FC236}">
                  <a16:creationId xmlns:a16="http://schemas.microsoft.com/office/drawing/2014/main" id="{E16926FE-053E-F160-CAE5-3DF51CB4912D}"/>
                </a:ext>
              </a:extLst>
            </p:cNvPr>
            <p:cNvSpPr/>
            <p:nvPr/>
          </p:nvSpPr>
          <p:spPr>
            <a:xfrm>
              <a:off x="3825779" y="6611084"/>
              <a:ext cx="37133" cy="29402"/>
            </a:xfrm>
            <a:custGeom>
              <a:avLst/>
              <a:gdLst>
                <a:gd name="connsiteX0" fmla="*/ 37134 w 37133"/>
                <a:gd name="connsiteY0" fmla="*/ 14701 h 29402"/>
                <a:gd name="connsiteX1" fmla="*/ 18503 w 37133"/>
                <a:gd name="connsiteY1" fmla="*/ 29403 h 29402"/>
                <a:gd name="connsiteX2" fmla="*/ 0 w 37133"/>
                <a:gd name="connsiteY2" fmla="*/ 14701 h 29402"/>
                <a:gd name="connsiteX3" fmla="*/ 18503 w 37133"/>
                <a:gd name="connsiteY3" fmla="*/ 0 h 29402"/>
                <a:gd name="connsiteX4" fmla="*/ 37134 w 37133"/>
                <a:gd name="connsiteY4" fmla="*/ 14701 h 29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33" h="29402">
                  <a:moveTo>
                    <a:pt x="37134" y="14701"/>
                  </a:moveTo>
                  <a:cubicBezTo>
                    <a:pt x="37134" y="22812"/>
                    <a:pt x="28769" y="29403"/>
                    <a:pt x="18503" y="29403"/>
                  </a:cubicBezTo>
                  <a:cubicBezTo>
                    <a:pt x="8238" y="29403"/>
                    <a:pt x="0" y="22812"/>
                    <a:pt x="0" y="14701"/>
                  </a:cubicBezTo>
                  <a:cubicBezTo>
                    <a:pt x="0" y="6590"/>
                    <a:pt x="8365" y="0"/>
                    <a:pt x="18503" y="0"/>
                  </a:cubicBezTo>
                  <a:cubicBezTo>
                    <a:pt x="28642" y="0"/>
                    <a:pt x="37134" y="6590"/>
                    <a:pt x="37134" y="1470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33" name="Freeform: Shape 3932">
              <a:extLst>
                <a:ext uri="{FF2B5EF4-FFF2-40B4-BE49-F238E27FC236}">
                  <a16:creationId xmlns:a16="http://schemas.microsoft.com/office/drawing/2014/main" id="{D1F39871-8A9B-C62A-90B8-9A41945F285D}"/>
                </a:ext>
              </a:extLst>
            </p:cNvPr>
            <p:cNvSpPr/>
            <p:nvPr/>
          </p:nvSpPr>
          <p:spPr>
            <a:xfrm>
              <a:off x="3713491" y="6558109"/>
              <a:ext cx="36500" cy="28895"/>
            </a:xfrm>
            <a:custGeom>
              <a:avLst/>
              <a:gdLst>
                <a:gd name="connsiteX0" fmla="*/ 36500 w 36500"/>
                <a:gd name="connsiteY0" fmla="*/ 14447 h 28895"/>
                <a:gd name="connsiteX1" fmla="*/ 18250 w 36500"/>
                <a:gd name="connsiteY1" fmla="*/ 28895 h 28895"/>
                <a:gd name="connsiteX2" fmla="*/ 0 w 36500"/>
                <a:gd name="connsiteY2" fmla="*/ 14447 h 28895"/>
                <a:gd name="connsiteX3" fmla="*/ 18250 w 36500"/>
                <a:gd name="connsiteY3" fmla="*/ 0 h 28895"/>
                <a:gd name="connsiteX4" fmla="*/ 36500 w 36500"/>
                <a:gd name="connsiteY4" fmla="*/ 14447 h 28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500" h="28895">
                  <a:moveTo>
                    <a:pt x="36500" y="14447"/>
                  </a:moveTo>
                  <a:cubicBezTo>
                    <a:pt x="36500" y="22432"/>
                    <a:pt x="28389" y="28895"/>
                    <a:pt x="18250" y="28895"/>
                  </a:cubicBezTo>
                  <a:cubicBezTo>
                    <a:pt x="8111" y="28895"/>
                    <a:pt x="0" y="22432"/>
                    <a:pt x="0" y="14447"/>
                  </a:cubicBezTo>
                  <a:cubicBezTo>
                    <a:pt x="0" y="6463"/>
                    <a:pt x="8238" y="0"/>
                    <a:pt x="18250" y="0"/>
                  </a:cubicBezTo>
                  <a:cubicBezTo>
                    <a:pt x="28262" y="0"/>
                    <a:pt x="36500" y="6463"/>
                    <a:pt x="36500" y="1444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34" name="Freeform: Shape 3933">
              <a:extLst>
                <a:ext uri="{FF2B5EF4-FFF2-40B4-BE49-F238E27FC236}">
                  <a16:creationId xmlns:a16="http://schemas.microsoft.com/office/drawing/2014/main" id="{0F8E9565-96C7-27A9-BFDE-A8641B5CC4F8}"/>
                </a:ext>
              </a:extLst>
            </p:cNvPr>
            <p:cNvSpPr/>
            <p:nvPr/>
          </p:nvSpPr>
          <p:spPr>
            <a:xfrm>
              <a:off x="3602470" y="6502091"/>
              <a:ext cx="37133" cy="29402"/>
            </a:xfrm>
            <a:custGeom>
              <a:avLst/>
              <a:gdLst>
                <a:gd name="connsiteX0" fmla="*/ 37134 w 37133"/>
                <a:gd name="connsiteY0" fmla="*/ 14702 h 29402"/>
                <a:gd name="connsiteX1" fmla="*/ 18503 w 37133"/>
                <a:gd name="connsiteY1" fmla="*/ 29403 h 29402"/>
                <a:gd name="connsiteX2" fmla="*/ 0 w 37133"/>
                <a:gd name="connsiteY2" fmla="*/ 14702 h 29402"/>
                <a:gd name="connsiteX3" fmla="*/ 18503 w 37133"/>
                <a:gd name="connsiteY3" fmla="*/ 0 h 29402"/>
                <a:gd name="connsiteX4" fmla="*/ 37134 w 37133"/>
                <a:gd name="connsiteY4" fmla="*/ 14702 h 29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33" h="29402">
                  <a:moveTo>
                    <a:pt x="37134" y="14702"/>
                  </a:moveTo>
                  <a:cubicBezTo>
                    <a:pt x="37134" y="22813"/>
                    <a:pt x="28769" y="29403"/>
                    <a:pt x="18503" y="29403"/>
                  </a:cubicBezTo>
                  <a:cubicBezTo>
                    <a:pt x="8238" y="29403"/>
                    <a:pt x="0" y="22813"/>
                    <a:pt x="0" y="14702"/>
                  </a:cubicBezTo>
                  <a:cubicBezTo>
                    <a:pt x="0" y="6591"/>
                    <a:pt x="8365" y="0"/>
                    <a:pt x="18503" y="0"/>
                  </a:cubicBezTo>
                  <a:cubicBezTo>
                    <a:pt x="28642" y="0"/>
                    <a:pt x="37134" y="6591"/>
                    <a:pt x="37134" y="1470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35" name="Freeform: Shape 3934">
              <a:extLst>
                <a:ext uri="{FF2B5EF4-FFF2-40B4-BE49-F238E27FC236}">
                  <a16:creationId xmlns:a16="http://schemas.microsoft.com/office/drawing/2014/main" id="{280EE77F-3027-9A57-A4EE-6D1CF917739F}"/>
                </a:ext>
              </a:extLst>
            </p:cNvPr>
            <p:cNvSpPr/>
            <p:nvPr/>
          </p:nvSpPr>
          <p:spPr>
            <a:xfrm>
              <a:off x="3493858" y="6443793"/>
              <a:ext cx="37133" cy="29402"/>
            </a:xfrm>
            <a:custGeom>
              <a:avLst/>
              <a:gdLst>
                <a:gd name="connsiteX0" fmla="*/ 37134 w 37133"/>
                <a:gd name="connsiteY0" fmla="*/ 14701 h 29402"/>
                <a:gd name="connsiteX1" fmla="*/ 18504 w 37133"/>
                <a:gd name="connsiteY1" fmla="*/ 29403 h 29402"/>
                <a:gd name="connsiteX2" fmla="*/ 0 w 37133"/>
                <a:gd name="connsiteY2" fmla="*/ 14701 h 29402"/>
                <a:gd name="connsiteX3" fmla="*/ 18504 w 37133"/>
                <a:gd name="connsiteY3" fmla="*/ 0 h 29402"/>
                <a:gd name="connsiteX4" fmla="*/ 37134 w 37133"/>
                <a:gd name="connsiteY4" fmla="*/ 14701 h 29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33" h="29402">
                  <a:moveTo>
                    <a:pt x="37134" y="14701"/>
                  </a:moveTo>
                  <a:cubicBezTo>
                    <a:pt x="37134" y="22812"/>
                    <a:pt x="28769" y="29403"/>
                    <a:pt x="18504" y="29403"/>
                  </a:cubicBezTo>
                  <a:cubicBezTo>
                    <a:pt x="8238" y="29403"/>
                    <a:pt x="0" y="22812"/>
                    <a:pt x="0" y="14701"/>
                  </a:cubicBezTo>
                  <a:cubicBezTo>
                    <a:pt x="0" y="6590"/>
                    <a:pt x="8365" y="0"/>
                    <a:pt x="18504" y="0"/>
                  </a:cubicBezTo>
                  <a:cubicBezTo>
                    <a:pt x="28642" y="0"/>
                    <a:pt x="37134" y="6590"/>
                    <a:pt x="37134" y="1470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36" name="Freeform: Shape 3935">
              <a:extLst>
                <a:ext uri="{FF2B5EF4-FFF2-40B4-BE49-F238E27FC236}">
                  <a16:creationId xmlns:a16="http://schemas.microsoft.com/office/drawing/2014/main" id="{5D5C8934-D470-B972-A68B-87239C1EFB7E}"/>
                </a:ext>
              </a:extLst>
            </p:cNvPr>
            <p:cNvSpPr/>
            <p:nvPr/>
          </p:nvSpPr>
          <p:spPr>
            <a:xfrm>
              <a:off x="3387273" y="6383086"/>
              <a:ext cx="37133" cy="29402"/>
            </a:xfrm>
            <a:custGeom>
              <a:avLst/>
              <a:gdLst>
                <a:gd name="connsiteX0" fmla="*/ 37134 w 37133"/>
                <a:gd name="connsiteY0" fmla="*/ 14701 h 29402"/>
                <a:gd name="connsiteX1" fmla="*/ 18504 w 37133"/>
                <a:gd name="connsiteY1" fmla="*/ 29403 h 29402"/>
                <a:gd name="connsiteX2" fmla="*/ 0 w 37133"/>
                <a:gd name="connsiteY2" fmla="*/ 14701 h 29402"/>
                <a:gd name="connsiteX3" fmla="*/ 18504 w 37133"/>
                <a:gd name="connsiteY3" fmla="*/ 0 h 29402"/>
                <a:gd name="connsiteX4" fmla="*/ 37134 w 37133"/>
                <a:gd name="connsiteY4" fmla="*/ 14701 h 29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33" h="29402">
                  <a:moveTo>
                    <a:pt x="37134" y="14701"/>
                  </a:moveTo>
                  <a:cubicBezTo>
                    <a:pt x="37134" y="22813"/>
                    <a:pt x="28769" y="29403"/>
                    <a:pt x="18504" y="29403"/>
                  </a:cubicBezTo>
                  <a:cubicBezTo>
                    <a:pt x="8238" y="29403"/>
                    <a:pt x="0" y="22813"/>
                    <a:pt x="0" y="14701"/>
                  </a:cubicBezTo>
                  <a:cubicBezTo>
                    <a:pt x="0" y="6590"/>
                    <a:pt x="8365" y="0"/>
                    <a:pt x="18504" y="0"/>
                  </a:cubicBezTo>
                  <a:cubicBezTo>
                    <a:pt x="28642" y="0"/>
                    <a:pt x="37134" y="6590"/>
                    <a:pt x="37134" y="1470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37" name="Freeform: Shape 3936">
              <a:extLst>
                <a:ext uri="{FF2B5EF4-FFF2-40B4-BE49-F238E27FC236}">
                  <a16:creationId xmlns:a16="http://schemas.microsoft.com/office/drawing/2014/main" id="{9FA6A713-C6AA-BBED-18E9-7CC3B48D5002}"/>
                </a:ext>
              </a:extLst>
            </p:cNvPr>
            <p:cNvSpPr/>
            <p:nvPr/>
          </p:nvSpPr>
          <p:spPr>
            <a:xfrm>
              <a:off x="3282462" y="6319718"/>
              <a:ext cx="38020" cy="30163"/>
            </a:xfrm>
            <a:custGeom>
              <a:avLst/>
              <a:gdLst>
                <a:gd name="connsiteX0" fmla="*/ 38021 w 38020"/>
                <a:gd name="connsiteY0" fmla="*/ 15082 h 30163"/>
                <a:gd name="connsiteX1" fmla="*/ 19010 w 38020"/>
                <a:gd name="connsiteY1" fmla="*/ 30163 h 30163"/>
                <a:gd name="connsiteX2" fmla="*/ 0 w 38020"/>
                <a:gd name="connsiteY2" fmla="*/ 15082 h 30163"/>
                <a:gd name="connsiteX3" fmla="*/ 19010 w 38020"/>
                <a:gd name="connsiteY3" fmla="*/ 0 h 30163"/>
                <a:gd name="connsiteX4" fmla="*/ 38021 w 38020"/>
                <a:gd name="connsiteY4" fmla="*/ 15082 h 30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0" h="30163">
                  <a:moveTo>
                    <a:pt x="38021" y="15082"/>
                  </a:moveTo>
                  <a:cubicBezTo>
                    <a:pt x="38021" y="23446"/>
                    <a:pt x="29529" y="30163"/>
                    <a:pt x="19010" y="30163"/>
                  </a:cubicBezTo>
                  <a:cubicBezTo>
                    <a:pt x="8491" y="30163"/>
                    <a:pt x="0" y="23446"/>
                    <a:pt x="0" y="15082"/>
                  </a:cubicBezTo>
                  <a:cubicBezTo>
                    <a:pt x="0" y="6717"/>
                    <a:pt x="8491" y="0"/>
                    <a:pt x="19010" y="0"/>
                  </a:cubicBezTo>
                  <a:cubicBezTo>
                    <a:pt x="29529" y="0"/>
                    <a:pt x="38021" y="6717"/>
                    <a:pt x="38021" y="1508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38" name="Freeform: Shape 3937">
              <a:extLst>
                <a:ext uri="{FF2B5EF4-FFF2-40B4-BE49-F238E27FC236}">
                  <a16:creationId xmlns:a16="http://schemas.microsoft.com/office/drawing/2014/main" id="{9FA17055-D4F1-8A7E-793D-C5B85D2A2D73}"/>
                </a:ext>
              </a:extLst>
            </p:cNvPr>
            <p:cNvSpPr/>
            <p:nvPr/>
          </p:nvSpPr>
          <p:spPr>
            <a:xfrm>
              <a:off x="3180566" y="6254449"/>
              <a:ext cx="37893" cy="30163"/>
            </a:xfrm>
            <a:custGeom>
              <a:avLst/>
              <a:gdLst>
                <a:gd name="connsiteX0" fmla="*/ 37894 w 37893"/>
                <a:gd name="connsiteY0" fmla="*/ 15082 h 30163"/>
                <a:gd name="connsiteX1" fmla="*/ 19010 w 37893"/>
                <a:gd name="connsiteY1" fmla="*/ 30163 h 30163"/>
                <a:gd name="connsiteX2" fmla="*/ 0 w 37893"/>
                <a:gd name="connsiteY2" fmla="*/ 15082 h 30163"/>
                <a:gd name="connsiteX3" fmla="*/ 19010 w 37893"/>
                <a:gd name="connsiteY3" fmla="*/ 0 h 30163"/>
                <a:gd name="connsiteX4" fmla="*/ 37894 w 37893"/>
                <a:gd name="connsiteY4" fmla="*/ 15082 h 30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893" h="30163">
                  <a:moveTo>
                    <a:pt x="37894" y="15082"/>
                  </a:moveTo>
                  <a:cubicBezTo>
                    <a:pt x="37894" y="23446"/>
                    <a:pt x="29403" y="30163"/>
                    <a:pt x="19010" y="30163"/>
                  </a:cubicBezTo>
                  <a:cubicBezTo>
                    <a:pt x="8618" y="30163"/>
                    <a:pt x="0" y="23446"/>
                    <a:pt x="0" y="15082"/>
                  </a:cubicBezTo>
                  <a:cubicBezTo>
                    <a:pt x="0" y="6717"/>
                    <a:pt x="8491" y="0"/>
                    <a:pt x="19010" y="0"/>
                  </a:cubicBezTo>
                  <a:cubicBezTo>
                    <a:pt x="29529" y="0"/>
                    <a:pt x="37894" y="6717"/>
                    <a:pt x="37894" y="1508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39" name="Freeform: Shape 3938">
              <a:extLst>
                <a:ext uri="{FF2B5EF4-FFF2-40B4-BE49-F238E27FC236}">
                  <a16:creationId xmlns:a16="http://schemas.microsoft.com/office/drawing/2014/main" id="{590F6C7D-0F9E-9162-DA67-8E35D10FBB12}"/>
                </a:ext>
              </a:extLst>
            </p:cNvPr>
            <p:cNvSpPr/>
            <p:nvPr/>
          </p:nvSpPr>
          <p:spPr>
            <a:xfrm>
              <a:off x="3081459" y="6187279"/>
              <a:ext cx="37006" cy="29402"/>
            </a:xfrm>
            <a:custGeom>
              <a:avLst/>
              <a:gdLst>
                <a:gd name="connsiteX0" fmla="*/ 37007 w 37006"/>
                <a:gd name="connsiteY0" fmla="*/ 14701 h 29402"/>
                <a:gd name="connsiteX1" fmla="*/ 18504 w 37006"/>
                <a:gd name="connsiteY1" fmla="*/ 29402 h 29402"/>
                <a:gd name="connsiteX2" fmla="*/ 0 w 37006"/>
                <a:gd name="connsiteY2" fmla="*/ 14701 h 29402"/>
                <a:gd name="connsiteX3" fmla="*/ 18504 w 37006"/>
                <a:gd name="connsiteY3" fmla="*/ 0 h 29402"/>
                <a:gd name="connsiteX4" fmla="*/ 37007 w 37006"/>
                <a:gd name="connsiteY4" fmla="*/ 14701 h 29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006" h="29402">
                  <a:moveTo>
                    <a:pt x="37007" y="14701"/>
                  </a:moveTo>
                  <a:cubicBezTo>
                    <a:pt x="37007" y="22812"/>
                    <a:pt x="28769" y="29402"/>
                    <a:pt x="18504" y="29402"/>
                  </a:cubicBezTo>
                  <a:cubicBezTo>
                    <a:pt x="8238" y="29402"/>
                    <a:pt x="0" y="22812"/>
                    <a:pt x="0" y="14701"/>
                  </a:cubicBezTo>
                  <a:cubicBezTo>
                    <a:pt x="0" y="6590"/>
                    <a:pt x="8365" y="0"/>
                    <a:pt x="18504" y="0"/>
                  </a:cubicBezTo>
                  <a:cubicBezTo>
                    <a:pt x="28642" y="0"/>
                    <a:pt x="37007" y="6590"/>
                    <a:pt x="37007" y="1470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40" name="Freeform: Shape 3939">
              <a:extLst>
                <a:ext uri="{FF2B5EF4-FFF2-40B4-BE49-F238E27FC236}">
                  <a16:creationId xmlns:a16="http://schemas.microsoft.com/office/drawing/2014/main" id="{3700A38E-2946-E90F-4D6C-DCDF9D1E3CB8}"/>
                </a:ext>
              </a:extLst>
            </p:cNvPr>
            <p:cNvSpPr/>
            <p:nvPr/>
          </p:nvSpPr>
          <p:spPr>
            <a:xfrm>
              <a:off x="2983745" y="6117068"/>
              <a:ext cx="38020" cy="30163"/>
            </a:xfrm>
            <a:custGeom>
              <a:avLst/>
              <a:gdLst>
                <a:gd name="connsiteX0" fmla="*/ 38021 w 38020"/>
                <a:gd name="connsiteY0" fmla="*/ 15082 h 30163"/>
                <a:gd name="connsiteX1" fmla="*/ 19010 w 38020"/>
                <a:gd name="connsiteY1" fmla="*/ 30163 h 30163"/>
                <a:gd name="connsiteX2" fmla="*/ 0 w 38020"/>
                <a:gd name="connsiteY2" fmla="*/ 15082 h 30163"/>
                <a:gd name="connsiteX3" fmla="*/ 19010 w 38020"/>
                <a:gd name="connsiteY3" fmla="*/ 0 h 30163"/>
                <a:gd name="connsiteX4" fmla="*/ 38021 w 38020"/>
                <a:gd name="connsiteY4" fmla="*/ 15082 h 30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0" h="30163">
                  <a:moveTo>
                    <a:pt x="38021" y="15082"/>
                  </a:moveTo>
                  <a:cubicBezTo>
                    <a:pt x="38021" y="23446"/>
                    <a:pt x="29530" y="30163"/>
                    <a:pt x="19010" y="30163"/>
                  </a:cubicBezTo>
                  <a:cubicBezTo>
                    <a:pt x="8491" y="30163"/>
                    <a:pt x="0" y="23446"/>
                    <a:pt x="0" y="15082"/>
                  </a:cubicBezTo>
                  <a:cubicBezTo>
                    <a:pt x="0" y="6717"/>
                    <a:pt x="8491" y="0"/>
                    <a:pt x="19010" y="0"/>
                  </a:cubicBezTo>
                  <a:cubicBezTo>
                    <a:pt x="29530" y="0"/>
                    <a:pt x="38021" y="6717"/>
                    <a:pt x="38021" y="1508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41" name="Freeform: Shape 3940">
              <a:extLst>
                <a:ext uri="{FF2B5EF4-FFF2-40B4-BE49-F238E27FC236}">
                  <a16:creationId xmlns:a16="http://schemas.microsoft.com/office/drawing/2014/main" id="{C6806D17-E63E-9427-334F-21C46A90F112}"/>
                </a:ext>
              </a:extLst>
            </p:cNvPr>
            <p:cNvSpPr/>
            <p:nvPr/>
          </p:nvSpPr>
          <p:spPr>
            <a:xfrm>
              <a:off x="2889074" y="6045082"/>
              <a:ext cx="38020" cy="30162"/>
            </a:xfrm>
            <a:custGeom>
              <a:avLst/>
              <a:gdLst>
                <a:gd name="connsiteX0" fmla="*/ 38021 w 38020"/>
                <a:gd name="connsiteY0" fmla="*/ 15081 h 30162"/>
                <a:gd name="connsiteX1" fmla="*/ 19010 w 38020"/>
                <a:gd name="connsiteY1" fmla="*/ 30163 h 30162"/>
                <a:gd name="connsiteX2" fmla="*/ 0 w 38020"/>
                <a:gd name="connsiteY2" fmla="*/ 15081 h 30162"/>
                <a:gd name="connsiteX3" fmla="*/ 19010 w 38020"/>
                <a:gd name="connsiteY3" fmla="*/ 0 h 30162"/>
                <a:gd name="connsiteX4" fmla="*/ 38021 w 38020"/>
                <a:gd name="connsiteY4" fmla="*/ 15081 h 30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0" h="30162">
                  <a:moveTo>
                    <a:pt x="38021" y="15081"/>
                  </a:moveTo>
                  <a:cubicBezTo>
                    <a:pt x="38021" y="23446"/>
                    <a:pt x="29529" y="30163"/>
                    <a:pt x="19010" y="30163"/>
                  </a:cubicBezTo>
                  <a:cubicBezTo>
                    <a:pt x="8491" y="30163"/>
                    <a:pt x="0" y="23446"/>
                    <a:pt x="0" y="15081"/>
                  </a:cubicBezTo>
                  <a:cubicBezTo>
                    <a:pt x="0" y="6717"/>
                    <a:pt x="8491" y="0"/>
                    <a:pt x="19010" y="0"/>
                  </a:cubicBezTo>
                  <a:cubicBezTo>
                    <a:pt x="29529" y="0"/>
                    <a:pt x="38021" y="6717"/>
                    <a:pt x="38021" y="1508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42" name="Freeform: Shape 3941">
              <a:extLst>
                <a:ext uri="{FF2B5EF4-FFF2-40B4-BE49-F238E27FC236}">
                  <a16:creationId xmlns:a16="http://schemas.microsoft.com/office/drawing/2014/main" id="{6DA865E6-7EAD-95AA-13EB-809A106D046D}"/>
                </a:ext>
              </a:extLst>
            </p:cNvPr>
            <p:cNvSpPr/>
            <p:nvPr/>
          </p:nvSpPr>
          <p:spPr>
            <a:xfrm>
              <a:off x="2797063" y="5970941"/>
              <a:ext cx="38020" cy="30163"/>
            </a:xfrm>
            <a:custGeom>
              <a:avLst/>
              <a:gdLst>
                <a:gd name="connsiteX0" fmla="*/ 38021 w 38020"/>
                <a:gd name="connsiteY0" fmla="*/ 15082 h 30163"/>
                <a:gd name="connsiteX1" fmla="*/ 19010 w 38020"/>
                <a:gd name="connsiteY1" fmla="*/ 30163 h 30163"/>
                <a:gd name="connsiteX2" fmla="*/ 0 w 38020"/>
                <a:gd name="connsiteY2" fmla="*/ 15082 h 30163"/>
                <a:gd name="connsiteX3" fmla="*/ 19010 w 38020"/>
                <a:gd name="connsiteY3" fmla="*/ 0 h 30163"/>
                <a:gd name="connsiteX4" fmla="*/ 38021 w 38020"/>
                <a:gd name="connsiteY4" fmla="*/ 15082 h 30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0" h="30163">
                  <a:moveTo>
                    <a:pt x="38021" y="15082"/>
                  </a:moveTo>
                  <a:cubicBezTo>
                    <a:pt x="38021" y="23446"/>
                    <a:pt x="29530" y="30163"/>
                    <a:pt x="19010" y="30163"/>
                  </a:cubicBezTo>
                  <a:cubicBezTo>
                    <a:pt x="8491" y="30163"/>
                    <a:pt x="0" y="23446"/>
                    <a:pt x="0" y="15082"/>
                  </a:cubicBezTo>
                  <a:cubicBezTo>
                    <a:pt x="0" y="6717"/>
                    <a:pt x="8491" y="0"/>
                    <a:pt x="19010" y="0"/>
                  </a:cubicBezTo>
                  <a:cubicBezTo>
                    <a:pt x="29530" y="0"/>
                    <a:pt x="38021" y="6717"/>
                    <a:pt x="38021" y="1508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43" name="Freeform: Shape 3942">
              <a:extLst>
                <a:ext uri="{FF2B5EF4-FFF2-40B4-BE49-F238E27FC236}">
                  <a16:creationId xmlns:a16="http://schemas.microsoft.com/office/drawing/2014/main" id="{420B5445-92EE-3C0B-F82C-4B4431F1C6F0}"/>
                </a:ext>
              </a:extLst>
            </p:cNvPr>
            <p:cNvSpPr/>
            <p:nvPr/>
          </p:nvSpPr>
          <p:spPr>
            <a:xfrm>
              <a:off x="2707588" y="5894900"/>
              <a:ext cx="38020" cy="30163"/>
            </a:xfrm>
            <a:custGeom>
              <a:avLst/>
              <a:gdLst>
                <a:gd name="connsiteX0" fmla="*/ 38021 w 38020"/>
                <a:gd name="connsiteY0" fmla="*/ 15082 h 30163"/>
                <a:gd name="connsiteX1" fmla="*/ 19010 w 38020"/>
                <a:gd name="connsiteY1" fmla="*/ 30163 h 30163"/>
                <a:gd name="connsiteX2" fmla="*/ 0 w 38020"/>
                <a:gd name="connsiteY2" fmla="*/ 15082 h 30163"/>
                <a:gd name="connsiteX3" fmla="*/ 19010 w 38020"/>
                <a:gd name="connsiteY3" fmla="*/ 0 h 30163"/>
                <a:gd name="connsiteX4" fmla="*/ 38021 w 38020"/>
                <a:gd name="connsiteY4" fmla="*/ 15082 h 30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0" h="30163">
                  <a:moveTo>
                    <a:pt x="38021" y="15082"/>
                  </a:moveTo>
                  <a:cubicBezTo>
                    <a:pt x="38021" y="23446"/>
                    <a:pt x="29530" y="30163"/>
                    <a:pt x="19010" y="30163"/>
                  </a:cubicBezTo>
                  <a:cubicBezTo>
                    <a:pt x="8491" y="30163"/>
                    <a:pt x="0" y="23446"/>
                    <a:pt x="0" y="15082"/>
                  </a:cubicBezTo>
                  <a:cubicBezTo>
                    <a:pt x="0" y="6717"/>
                    <a:pt x="8491" y="0"/>
                    <a:pt x="19010" y="0"/>
                  </a:cubicBezTo>
                  <a:cubicBezTo>
                    <a:pt x="29530" y="0"/>
                    <a:pt x="38021" y="6717"/>
                    <a:pt x="38021" y="1508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44" name="Freeform: Shape 3943">
              <a:extLst>
                <a:ext uri="{FF2B5EF4-FFF2-40B4-BE49-F238E27FC236}">
                  <a16:creationId xmlns:a16="http://schemas.microsoft.com/office/drawing/2014/main" id="{71BE3A4E-82CF-ADDE-BFDF-17AA3AC69569}"/>
                </a:ext>
              </a:extLst>
            </p:cNvPr>
            <p:cNvSpPr/>
            <p:nvPr/>
          </p:nvSpPr>
          <p:spPr>
            <a:xfrm>
              <a:off x="2621027" y="5816830"/>
              <a:ext cx="38020" cy="30036"/>
            </a:xfrm>
            <a:custGeom>
              <a:avLst/>
              <a:gdLst>
                <a:gd name="connsiteX0" fmla="*/ 38021 w 38020"/>
                <a:gd name="connsiteY0" fmla="*/ 15082 h 30036"/>
                <a:gd name="connsiteX1" fmla="*/ 19010 w 38020"/>
                <a:gd name="connsiteY1" fmla="*/ 30036 h 30036"/>
                <a:gd name="connsiteX2" fmla="*/ 0 w 38020"/>
                <a:gd name="connsiteY2" fmla="*/ 15082 h 30036"/>
                <a:gd name="connsiteX3" fmla="*/ 19010 w 38020"/>
                <a:gd name="connsiteY3" fmla="*/ 0 h 30036"/>
                <a:gd name="connsiteX4" fmla="*/ 38021 w 38020"/>
                <a:gd name="connsiteY4" fmla="*/ 15082 h 30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0" h="30036">
                  <a:moveTo>
                    <a:pt x="38021" y="15082"/>
                  </a:moveTo>
                  <a:cubicBezTo>
                    <a:pt x="38021" y="23446"/>
                    <a:pt x="29530" y="30036"/>
                    <a:pt x="19010" y="30036"/>
                  </a:cubicBezTo>
                  <a:cubicBezTo>
                    <a:pt x="8491" y="30036"/>
                    <a:pt x="0" y="23319"/>
                    <a:pt x="0" y="15082"/>
                  </a:cubicBezTo>
                  <a:cubicBezTo>
                    <a:pt x="0" y="6844"/>
                    <a:pt x="8491" y="0"/>
                    <a:pt x="19010" y="0"/>
                  </a:cubicBezTo>
                  <a:cubicBezTo>
                    <a:pt x="29530" y="0"/>
                    <a:pt x="38021" y="6717"/>
                    <a:pt x="38021" y="1508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45" name="Freeform: Shape 3944">
              <a:extLst>
                <a:ext uri="{FF2B5EF4-FFF2-40B4-BE49-F238E27FC236}">
                  <a16:creationId xmlns:a16="http://schemas.microsoft.com/office/drawing/2014/main" id="{D4094B31-1651-53EC-C9EA-58C0BD91BA4E}"/>
                </a:ext>
              </a:extLst>
            </p:cNvPr>
            <p:cNvSpPr/>
            <p:nvPr/>
          </p:nvSpPr>
          <p:spPr>
            <a:xfrm>
              <a:off x="2537255" y="5736860"/>
              <a:ext cx="38020" cy="30163"/>
            </a:xfrm>
            <a:custGeom>
              <a:avLst/>
              <a:gdLst>
                <a:gd name="connsiteX0" fmla="*/ 38021 w 38020"/>
                <a:gd name="connsiteY0" fmla="*/ 15082 h 30163"/>
                <a:gd name="connsiteX1" fmla="*/ 19010 w 38020"/>
                <a:gd name="connsiteY1" fmla="*/ 30163 h 30163"/>
                <a:gd name="connsiteX2" fmla="*/ 0 w 38020"/>
                <a:gd name="connsiteY2" fmla="*/ 15082 h 30163"/>
                <a:gd name="connsiteX3" fmla="*/ 19010 w 38020"/>
                <a:gd name="connsiteY3" fmla="*/ 0 h 30163"/>
                <a:gd name="connsiteX4" fmla="*/ 38021 w 38020"/>
                <a:gd name="connsiteY4" fmla="*/ 15082 h 30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0" h="30163">
                  <a:moveTo>
                    <a:pt x="38021" y="15082"/>
                  </a:moveTo>
                  <a:cubicBezTo>
                    <a:pt x="38021" y="23446"/>
                    <a:pt x="29530" y="30163"/>
                    <a:pt x="19010" y="30163"/>
                  </a:cubicBezTo>
                  <a:cubicBezTo>
                    <a:pt x="8491" y="30163"/>
                    <a:pt x="0" y="23446"/>
                    <a:pt x="0" y="15082"/>
                  </a:cubicBezTo>
                  <a:cubicBezTo>
                    <a:pt x="0" y="6717"/>
                    <a:pt x="8491" y="0"/>
                    <a:pt x="19010" y="0"/>
                  </a:cubicBezTo>
                  <a:cubicBezTo>
                    <a:pt x="29530" y="0"/>
                    <a:pt x="38021" y="6717"/>
                    <a:pt x="38021" y="1508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46" name="Freeform: Shape 3945">
              <a:extLst>
                <a:ext uri="{FF2B5EF4-FFF2-40B4-BE49-F238E27FC236}">
                  <a16:creationId xmlns:a16="http://schemas.microsoft.com/office/drawing/2014/main" id="{6AB488B8-98AA-E9BB-18FA-6CD790E0CD3F}"/>
                </a:ext>
              </a:extLst>
            </p:cNvPr>
            <p:cNvSpPr/>
            <p:nvPr/>
          </p:nvSpPr>
          <p:spPr>
            <a:xfrm>
              <a:off x="2456777" y="5655369"/>
              <a:ext cx="37133" cy="29402"/>
            </a:xfrm>
            <a:custGeom>
              <a:avLst/>
              <a:gdLst>
                <a:gd name="connsiteX0" fmla="*/ 37134 w 37133"/>
                <a:gd name="connsiteY0" fmla="*/ 14701 h 29402"/>
                <a:gd name="connsiteX1" fmla="*/ 18503 w 37133"/>
                <a:gd name="connsiteY1" fmla="*/ 29402 h 29402"/>
                <a:gd name="connsiteX2" fmla="*/ 0 w 37133"/>
                <a:gd name="connsiteY2" fmla="*/ 14701 h 29402"/>
                <a:gd name="connsiteX3" fmla="*/ 18503 w 37133"/>
                <a:gd name="connsiteY3" fmla="*/ 0 h 29402"/>
                <a:gd name="connsiteX4" fmla="*/ 37134 w 37133"/>
                <a:gd name="connsiteY4" fmla="*/ 14701 h 29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33" h="29402">
                  <a:moveTo>
                    <a:pt x="37134" y="14701"/>
                  </a:moveTo>
                  <a:cubicBezTo>
                    <a:pt x="37134" y="22812"/>
                    <a:pt x="28769" y="29402"/>
                    <a:pt x="18503" y="29402"/>
                  </a:cubicBezTo>
                  <a:cubicBezTo>
                    <a:pt x="8238" y="29402"/>
                    <a:pt x="0" y="22812"/>
                    <a:pt x="0" y="14701"/>
                  </a:cubicBezTo>
                  <a:cubicBezTo>
                    <a:pt x="0" y="6590"/>
                    <a:pt x="8364" y="0"/>
                    <a:pt x="18503" y="0"/>
                  </a:cubicBezTo>
                  <a:cubicBezTo>
                    <a:pt x="28642" y="0"/>
                    <a:pt x="37134" y="6590"/>
                    <a:pt x="37134" y="1470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47" name="Freeform: Shape 3946">
              <a:extLst>
                <a:ext uri="{FF2B5EF4-FFF2-40B4-BE49-F238E27FC236}">
                  <a16:creationId xmlns:a16="http://schemas.microsoft.com/office/drawing/2014/main" id="{C4730164-1F32-B195-647B-5B8574C4DE0A}"/>
                </a:ext>
              </a:extLst>
            </p:cNvPr>
            <p:cNvSpPr/>
            <p:nvPr/>
          </p:nvSpPr>
          <p:spPr>
            <a:xfrm>
              <a:off x="2378835" y="5571849"/>
              <a:ext cx="37133" cy="29402"/>
            </a:xfrm>
            <a:custGeom>
              <a:avLst/>
              <a:gdLst>
                <a:gd name="connsiteX0" fmla="*/ 37134 w 37133"/>
                <a:gd name="connsiteY0" fmla="*/ 14701 h 29402"/>
                <a:gd name="connsiteX1" fmla="*/ 18504 w 37133"/>
                <a:gd name="connsiteY1" fmla="*/ 29403 h 29402"/>
                <a:gd name="connsiteX2" fmla="*/ 0 w 37133"/>
                <a:gd name="connsiteY2" fmla="*/ 14701 h 29402"/>
                <a:gd name="connsiteX3" fmla="*/ 18504 w 37133"/>
                <a:gd name="connsiteY3" fmla="*/ 0 h 29402"/>
                <a:gd name="connsiteX4" fmla="*/ 37134 w 37133"/>
                <a:gd name="connsiteY4" fmla="*/ 14701 h 29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33" h="29402">
                  <a:moveTo>
                    <a:pt x="37134" y="14701"/>
                  </a:moveTo>
                  <a:cubicBezTo>
                    <a:pt x="37134" y="22813"/>
                    <a:pt x="28769" y="29403"/>
                    <a:pt x="18504" y="29403"/>
                  </a:cubicBezTo>
                  <a:cubicBezTo>
                    <a:pt x="8238" y="29403"/>
                    <a:pt x="0" y="22813"/>
                    <a:pt x="0" y="14701"/>
                  </a:cubicBezTo>
                  <a:cubicBezTo>
                    <a:pt x="0" y="6591"/>
                    <a:pt x="8365" y="0"/>
                    <a:pt x="18504" y="0"/>
                  </a:cubicBezTo>
                  <a:cubicBezTo>
                    <a:pt x="28642" y="0"/>
                    <a:pt x="37134" y="6591"/>
                    <a:pt x="37134" y="1470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48" name="Freeform: Shape 3947">
              <a:extLst>
                <a:ext uri="{FF2B5EF4-FFF2-40B4-BE49-F238E27FC236}">
                  <a16:creationId xmlns:a16="http://schemas.microsoft.com/office/drawing/2014/main" id="{207F7577-3F18-228F-F5EE-15A26D414B60}"/>
                </a:ext>
              </a:extLst>
            </p:cNvPr>
            <p:cNvSpPr/>
            <p:nvPr/>
          </p:nvSpPr>
          <p:spPr>
            <a:xfrm>
              <a:off x="2303934" y="5486429"/>
              <a:ext cx="37007" cy="29529"/>
            </a:xfrm>
            <a:custGeom>
              <a:avLst/>
              <a:gdLst>
                <a:gd name="connsiteX0" fmla="*/ 37007 w 37007"/>
                <a:gd name="connsiteY0" fmla="*/ 14828 h 29529"/>
                <a:gd name="connsiteX1" fmla="*/ 18504 w 37007"/>
                <a:gd name="connsiteY1" fmla="*/ 29530 h 29529"/>
                <a:gd name="connsiteX2" fmla="*/ 0 w 37007"/>
                <a:gd name="connsiteY2" fmla="*/ 14828 h 29529"/>
                <a:gd name="connsiteX3" fmla="*/ 18504 w 37007"/>
                <a:gd name="connsiteY3" fmla="*/ 0 h 29529"/>
                <a:gd name="connsiteX4" fmla="*/ 37007 w 37007"/>
                <a:gd name="connsiteY4" fmla="*/ 14828 h 29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007" h="29529">
                  <a:moveTo>
                    <a:pt x="37007" y="14828"/>
                  </a:moveTo>
                  <a:cubicBezTo>
                    <a:pt x="37007" y="22939"/>
                    <a:pt x="28769" y="29530"/>
                    <a:pt x="18504" y="29530"/>
                  </a:cubicBezTo>
                  <a:cubicBezTo>
                    <a:pt x="8238" y="29530"/>
                    <a:pt x="0" y="22939"/>
                    <a:pt x="0" y="14828"/>
                  </a:cubicBezTo>
                  <a:cubicBezTo>
                    <a:pt x="0" y="6717"/>
                    <a:pt x="8365" y="0"/>
                    <a:pt x="18504" y="0"/>
                  </a:cubicBezTo>
                  <a:cubicBezTo>
                    <a:pt x="28642" y="0"/>
                    <a:pt x="37007" y="6590"/>
                    <a:pt x="37007" y="1482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49" name="Freeform: Shape 3948">
              <a:extLst>
                <a:ext uri="{FF2B5EF4-FFF2-40B4-BE49-F238E27FC236}">
                  <a16:creationId xmlns:a16="http://schemas.microsoft.com/office/drawing/2014/main" id="{C0662576-43D2-963E-1FB6-50AB2E075794}"/>
                </a:ext>
              </a:extLst>
            </p:cNvPr>
            <p:cNvSpPr/>
            <p:nvPr/>
          </p:nvSpPr>
          <p:spPr>
            <a:xfrm>
              <a:off x="2232074" y="5399615"/>
              <a:ext cx="37006" cy="29402"/>
            </a:xfrm>
            <a:custGeom>
              <a:avLst/>
              <a:gdLst>
                <a:gd name="connsiteX0" fmla="*/ 37007 w 37006"/>
                <a:gd name="connsiteY0" fmla="*/ 14701 h 29402"/>
                <a:gd name="connsiteX1" fmla="*/ 18504 w 37006"/>
                <a:gd name="connsiteY1" fmla="*/ 29403 h 29402"/>
                <a:gd name="connsiteX2" fmla="*/ 0 w 37006"/>
                <a:gd name="connsiteY2" fmla="*/ 14701 h 29402"/>
                <a:gd name="connsiteX3" fmla="*/ 18504 w 37006"/>
                <a:gd name="connsiteY3" fmla="*/ 0 h 29402"/>
                <a:gd name="connsiteX4" fmla="*/ 37007 w 37006"/>
                <a:gd name="connsiteY4" fmla="*/ 14701 h 29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006" h="29402">
                  <a:moveTo>
                    <a:pt x="37007" y="14701"/>
                  </a:moveTo>
                  <a:cubicBezTo>
                    <a:pt x="37007" y="22813"/>
                    <a:pt x="28769" y="29403"/>
                    <a:pt x="18504" y="29403"/>
                  </a:cubicBezTo>
                  <a:cubicBezTo>
                    <a:pt x="8238" y="29403"/>
                    <a:pt x="0" y="22813"/>
                    <a:pt x="0" y="14701"/>
                  </a:cubicBezTo>
                  <a:cubicBezTo>
                    <a:pt x="0" y="6591"/>
                    <a:pt x="8365" y="0"/>
                    <a:pt x="18504" y="0"/>
                  </a:cubicBezTo>
                  <a:cubicBezTo>
                    <a:pt x="28642" y="0"/>
                    <a:pt x="37007" y="6591"/>
                    <a:pt x="37007" y="1470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50" name="Freeform: Shape 3949">
              <a:extLst>
                <a:ext uri="{FF2B5EF4-FFF2-40B4-BE49-F238E27FC236}">
                  <a16:creationId xmlns:a16="http://schemas.microsoft.com/office/drawing/2014/main" id="{8C4FD68F-06FD-2108-80E0-7139E4268BEA}"/>
                </a:ext>
              </a:extLst>
            </p:cNvPr>
            <p:cNvSpPr/>
            <p:nvPr/>
          </p:nvSpPr>
          <p:spPr>
            <a:xfrm>
              <a:off x="2163383" y="5311027"/>
              <a:ext cx="37006" cy="29402"/>
            </a:xfrm>
            <a:custGeom>
              <a:avLst/>
              <a:gdLst>
                <a:gd name="connsiteX0" fmla="*/ 37007 w 37006"/>
                <a:gd name="connsiteY0" fmla="*/ 14701 h 29402"/>
                <a:gd name="connsiteX1" fmla="*/ 18504 w 37006"/>
                <a:gd name="connsiteY1" fmla="*/ 29403 h 29402"/>
                <a:gd name="connsiteX2" fmla="*/ 0 w 37006"/>
                <a:gd name="connsiteY2" fmla="*/ 14701 h 29402"/>
                <a:gd name="connsiteX3" fmla="*/ 18504 w 37006"/>
                <a:gd name="connsiteY3" fmla="*/ 0 h 29402"/>
                <a:gd name="connsiteX4" fmla="*/ 37007 w 37006"/>
                <a:gd name="connsiteY4" fmla="*/ 14701 h 29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006" h="29402">
                  <a:moveTo>
                    <a:pt x="37007" y="14701"/>
                  </a:moveTo>
                  <a:cubicBezTo>
                    <a:pt x="37007" y="22812"/>
                    <a:pt x="28642" y="29403"/>
                    <a:pt x="18504" y="29403"/>
                  </a:cubicBezTo>
                  <a:cubicBezTo>
                    <a:pt x="8365" y="29403"/>
                    <a:pt x="0" y="22812"/>
                    <a:pt x="0" y="14701"/>
                  </a:cubicBezTo>
                  <a:cubicBezTo>
                    <a:pt x="0" y="6590"/>
                    <a:pt x="8238" y="0"/>
                    <a:pt x="18504" y="0"/>
                  </a:cubicBezTo>
                  <a:cubicBezTo>
                    <a:pt x="28769" y="0"/>
                    <a:pt x="37007" y="6590"/>
                    <a:pt x="37007" y="1470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51" name="Freeform: Shape 3950">
              <a:extLst>
                <a:ext uri="{FF2B5EF4-FFF2-40B4-BE49-F238E27FC236}">
                  <a16:creationId xmlns:a16="http://schemas.microsoft.com/office/drawing/2014/main" id="{FCAE12A8-AF32-02EE-9960-EDA6EEDC242E}"/>
                </a:ext>
              </a:extLst>
            </p:cNvPr>
            <p:cNvSpPr/>
            <p:nvPr/>
          </p:nvSpPr>
          <p:spPr>
            <a:xfrm>
              <a:off x="2097988" y="5221171"/>
              <a:ext cx="36500" cy="28895"/>
            </a:xfrm>
            <a:custGeom>
              <a:avLst/>
              <a:gdLst>
                <a:gd name="connsiteX0" fmla="*/ 36500 w 36500"/>
                <a:gd name="connsiteY0" fmla="*/ 14448 h 28895"/>
                <a:gd name="connsiteX1" fmla="*/ 18250 w 36500"/>
                <a:gd name="connsiteY1" fmla="*/ 28896 h 28895"/>
                <a:gd name="connsiteX2" fmla="*/ 0 w 36500"/>
                <a:gd name="connsiteY2" fmla="*/ 14448 h 28895"/>
                <a:gd name="connsiteX3" fmla="*/ 18250 w 36500"/>
                <a:gd name="connsiteY3" fmla="*/ 0 h 28895"/>
                <a:gd name="connsiteX4" fmla="*/ 36500 w 36500"/>
                <a:gd name="connsiteY4" fmla="*/ 14448 h 28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500" h="28895">
                  <a:moveTo>
                    <a:pt x="36500" y="14448"/>
                  </a:moveTo>
                  <a:cubicBezTo>
                    <a:pt x="36500" y="22432"/>
                    <a:pt x="28389" y="28896"/>
                    <a:pt x="18250" y="28896"/>
                  </a:cubicBezTo>
                  <a:cubicBezTo>
                    <a:pt x="8111" y="28896"/>
                    <a:pt x="0" y="22432"/>
                    <a:pt x="0" y="14448"/>
                  </a:cubicBezTo>
                  <a:cubicBezTo>
                    <a:pt x="0" y="6464"/>
                    <a:pt x="8111" y="0"/>
                    <a:pt x="18250" y="0"/>
                  </a:cubicBezTo>
                  <a:cubicBezTo>
                    <a:pt x="28389" y="0"/>
                    <a:pt x="36500" y="6464"/>
                    <a:pt x="36500" y="1444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52" name="Freeform: Shape 3951">
              <a:extLst>
                <a:ext uri="{FF2B5EF4-FFF2-40B4-BE49-F238E27FC236}">
                  <a16:creationId xmlns:a16="http://schemas.microsoft.com/office/drawing/2014/main" id="{FD8AB2E4-F8A0-0D1E-CE73-6E8D566C701F}"/>
                </a:ext>
              </a:extLst>
            </p:cNvPr>
            <p:cNvSpPr/>
            <p:nvPr/>
          </p:nvSpPr>
          <p:spPr>
            <a:xfrm>
              <a:off x="2035760" y="5129668"/>
              <a:ext cx="36499" cy="28895"/>
            </a:xfrm>
            <a:custGeom>
              <a:avLst/>
              <a:gdLst>
                <a:gd name="connsiteX0" fmla="*/ 36500 w 36499"/>
                <a:gd name="connsiteY0" fmla="*/ 14448 h 28895"/>
                <a:gd name="connsiteX1" fmla="*/ 18250 w 36499"/>
                <a:gd name="connsiteY1" fmla="*/ 28896 h 28895"/>
                <a:gd name="connsiteX2" fmla="*/ 0 w 36499"/>
                <a:gd name="connsiteY2" fmla="*/ 14448 h 28895"/>
                <a:gd name="connsiteX3" fmla="*/ 18250 w 36499"/>
                <a:gd name="connsiteY3" fmla="*/ 0 h 28895"/>
                <a:gd name="connsiteX4" fmla="*/ 36500 w 36499"/>
                <a:gd name="connsiteY4" fmla="*/ 14448 h 28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99" h="28895">
                  <a:moveTo>
                    <a:pt x="36500" y="14448"/>
                  </a:moveTo>
                  <a:cubicBezTo>
                    <a:pt x="36500" y="22432"/>
                    <a:pt x="28389" y="28896"/>
                    <a:pt x="18250" y="28896"/>
                  </a:cubicBezTo>
                  <a:cubicBezTo>
                    <a:pt x="8111" y="28896"/>
                    <a:pt x="0" y="22432"/>
                    <a:pt x="0" y="14448"/>
                  </a:cubicBezTo>
                  <a:cubicBezTo>
                    <a:pt x="0" y="6464"/>
                    <a:pt x="8111" y="0"/>
                    <a:pt x="18250" y="0"/>
                  </a:cubicBezTo>
                  <a:cubicBezTo>
                    <a:pt x="28389" y="0"/>
                    <a:pt x="36500" y="6464"/>
                    <a:pt x="36500" y="1444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53" name="Freeform: Shape 3952">
              <a:extLst>
                <a:ext uri="{FF2B5EF4-FFF2-40B4-BE49-F238E27FC236}">
                  <a16:creationId xmlns:a16="http://schemas.microsoft.com/office/drawing/2014/main" id="{E78F7C81-FB95-DE2F-4177-68D119488547}"/>
                </a:ext>
              </a:extLst>
            </p:cNvPr>
            <p:cNvSpPr/>
            <p:nvPr/>
          </p:nvSpPr>
          <p:spPr>
            <a:xfrm>
              <a:off x="1977082" y="5037024"/>
              <a:ext cx="35739" cy="28388"/>
            </a:xfrm>
            <a:custGeom>
              <a:avLst/>
              <a:gdLst>
                <a:gd name="connsiteX0" fmla="*/ 35740 w 35739"/>
                <a:gd name="connsiteY0" fmla="*/ 14194 h 28388"/>
                <a:gd name="connsiteX1" fmla="*/ 17870 w 35739"/>
                <a:gd name="connsiteY1" fmla="*/ 28389 h 28388"/>
                <a:gd name="connsiteX2" fmla="*/ 0 w 35739"/>
                <a:gd name="connsiteY2" fmla="*/ 14194 h 28388"/>
                <a:gd name="connsiteX3" fmla="*/ 17870 w 35739"/>
                <a:gd name="connsiteY3" fmla="*/ 0 h 28388"/>
                <a:gd name="connsiteX4" fmla="*/ 35740 w 35739"/>
                <a:gd name="connsiteY4" fmla="*/ 14194 h 28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739" h="28388">
                  <a:moveTo>
                    <a:pt x="35740" y="14194"/>
                  </a:moveTo>
                  <a:cubicBezTo>
                    <a:pt x="35740" y="22052"/>
                    <a:pt x="27755" y="28389"/>
                    <a:pt x="17870" y="28389"/>
                  </a:cubicBezTo>
                  <a:cubicBezTo>
                    <a:pt x="7984" y="28389"/>
                    <a:pt x="0" y="22052"/>
                    <a:pt x="0" y="14194"/>
                  </a:cubicBezTo>
                  <a:cubicBezTo>
                    <a:pt x="0" y="6337"/>
                    <a:pt x="7984" y="0"/>
                    <a:pt x="17870" y="0"/>
                  </a:cubicBezTo>
                  <a:cubicBezTo>
                    <a:pt x="27755" y="0"/>
                    <a:pt x="35740" y="6337"/>
                    <a:pt x="35740" y="141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54" name="Freeform: Shape 3953">
              <a:extLst>
                <a:ext uri="{FF2B5EF4-FFF2-40B4-BE49-F238E27FC236}">
                  <a16:creationId xmlns:a16="http://schemas.microsoft.com/office/drawing/2014/main" id="{56496A25-156B-AD73-BAA6-9B999C340292}"/>
                </a:ext>
              </a:extLst>
            </p:cNvPr>
            <p:cNvSpPr/>
            <p:nvPr/>
          </p:nvSpPr>
          <p:spPr>
            <a:xfrm>
              <a:off x="1921318" y="4942859"/>
              <a:ext cx="35739" cy="28388"/>
            </a:xfrm>
            <a:custGeom>
              <a:avLst/>
              <a:gdLst>
                <a:gd name="connsiteX0" fmla="*/ 35739 w 35739"/>
                <a:gd name="connsiteY0" fmla="*/ 14194 h 28388"/>
                <a:gd name="connsiteX1" fmla="*/ 17870 w 35739"/>
                <a:gd name="connsiteY1" fmla="*/ 28389 h 28388"/>
                <a:gd name="connsiteX2" fmla="*/ 0 w 35739"/>
                <a:gd name="connsiteY2" fmla="*/ 14194 h 28388"/>
                <a:gd name="connsiteX3" fmla="*/ 17870 w 35739"/>
                <a:gd name="connsiteY3" fmla="*/ 0 h 28388"/>
                <a:gd name="connsiteX4" fmla="*/ 35739 w 35739"/>
                <a:gd name="connsiteY4" fmla="*/ 14194 h 28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739" h="28388">
                  <a:moveTo>
                    <a:pt x="35739" y="14194"/>
                  </a:moveTo>
                  <a:cubicBezTo>
                    <a:pt x="35739" y="22052"/>
                    <a:pt x="27755" y="28389"/>
                    <a:pt x="17870" y="28389"/>
                  </a:cubicBezTo>
                  <a:cubicBezTo>
                    <a:pt x="7984" y="28389"/>
                    <a:pt x="0" y="22052"/>
                    <a:pt x="0" y="14194"/>
                  </a:cubicBezTo>
                  <a:cubicBezTo>
                    <a:pt x="0" y="6337"/>
                    <a:pt x="7984" y="0"/>
                    <a:pt x="17870" y="0"/>
                  </a:cubicBezTo>
                  <a:cubicBezTo>
                    <a:pt x="27755" y="0"/>
                    <a:pt x="35739" y="6337"/>
                    <a:pt x="35739" y="141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55" name="Freeform: Shape 3954">
              <a:extLst>
                <a:ext uri="{FF2B5EF4-FFF2-40B4-BE49-F238E27FC236}">
                  <a16:creationId xmlns:a16="http://schemas.microsoft.com/office/drawing/2014/main" id="{FADFC15F-6A52-FA1B-5B2D-0DA89E112946}"/>
                </a:ext>
              </a:extLst>
            </p:cNvPr>
            <p:cNvSpPr/>
            <p:nvPr/>
          </p:nvSpPr>
          <p:spPr>
            <a:xfrm>
              <a:off x="1869356" y="4847934"/>
              <a:ext cx="34979" cy="27628"/>
            </a:xfrm>
            <a:custGeom>
              <a:avLst/>
              <a:gdLst>
                <a:gd name="connsiteX0" fmla="*/ 34979 w 34979"/>
                <a:gd name="connsiteY0" fmla="*/ 13814 h 27628"/>
                <a:gd name="connsiteX1" fmla="*/ 17490 w 34979"/>
                <a:gd name="connsiteY1" fmla="*/ 27629 h 27628"/>
                <a:gd name="connsiteX2" fmla="*/ 0 w 34979"/>
                <a:gd name="connsiteY2" fmla="*/ 13814 h 27628"/>
                <a:gd name="connsiteX3" fmla="*/ 17490 w 34979"/>
                <a:gd name="connsiteY3" fmla="*/ 0 h 27628"/>
                <a:gd name="connsiteX4" fmla="*/ 34979 w 34979"/>
                <a:gd name="connsiteY4" fmla="*/ 13814 h 27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979" h="27628">
                  <a:moveTo>
                    <a:pt x="34979" y="13814"/>
                  </a:moveTo>
                  <a:cubicBezTo>
                    <a:pt x="34979" y="21545"/>
                    <a:pt x="27121" y="27629"/>
                    <a:pt x="17490" y="27629"/>
                  </a:cubicBezTo>
                  <a:cubicBezTo>
                    <a:pt x="7858" y="27629"/>
                    <a:pt x="0" y="21418"/>
                    <a:pt x="0" y="13814"/>
                  </a:cubicBezTo>
                  <a:cubicBezTo>
                    <a:pt x="0" y="6210"/>
                    <a:pt x="7858" y="0"/>
                    <a:pt x="17490" y="0"/>
                  </a:cubicBezTo>
                  <a:cubicBezTo>
                    <a:pt x="27121" y="0"/>
                    <a:pt x="34979" y="6210"/>
                    <a:pt x="34979" y="1381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56" name="Freeform: Shape 3955">
              <a:extLst>
                <a:ext uri="{FF2B5EF4-FFF2-40B4-BE49-F238E27FC236}">
                  <a16:creationId xmlns:a16="http://schemas.microsoft.com/office/drawing/2014/main" id="{09E5D6F8-C28D-E280-0E39-FDCC814152E0}"/>
                </a:ext>
              </a:extLst>
            </p:cNvPr>
            <p:cNvSpPr/>
            <p:nvPr/>
          </p:nvSpPr>
          <p:spPr>
            <a:xfrm>
              <a:off x="1820563" y="4751488"/>
              <a:ext cx="34979" cy="27628"/>
            </a:xfrm>
            <a:custGeom>
              <a:avLst/>
              <a:gdLst>
                <a:gd name="connsiteX0" fmla="*/ 34979 w 34979"/>
                <a:gd name="connsiteY0" fmla="*/ 13814 h 27628"/>
                <a:gd name="connsiteX1" fmla="*/ 17490 w 34979"/>
                <a:gd name="connsiteY1" fmla="*/ 27628 h 27628"/>
                <a:gd name="connsiteX2" fmla="*/ 0 w 34979"/>
                <a:gd name="connsiteY2" fmla="*/ 13814 h 27628"/>
                <a:gd name="connsiteX3" fmla="*/ 17490 w 34979"/>
                <a:gd name="connsiteY3" fmla="*/ 0 h 27628"/>
                <a:gd name="connsiteX4" fmla="*/ 34979 w 34979"/>
                <a:gd name="connsiteY4" fmla="*/ 13814 h 27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979" h="27628">
                  <a:moveTo>
                    <a:pt x="34979" y="13814"/>
                  </a:moveTo>
                  <a:cubicBezTo>
                    <a:pt x="34979" y="21545"/>
                    <a:pt x="27121" y="27628"/>
                    <a:pt x="17490" y="27628"/>
                  </a:cubicBezTo>
                  <a:cubicBezTo>
                    <a:pt x="7858" y="27628"/>
                    <a:pt x="0" y="21418"/>
                    <a:pt x="0" y="13814"/>
                  </a:cubicBezTo>
                  <a:cubicBezTo>
                    <a:pt x="0" y="6210"/>
                    <a:pt x="7858" y="0"/>
                    <a:pt x="17490" y="0"/>
                  </a:cubicBezTo>
                  <a:cubicBezTo>
                    <a:pt x="27121" y="0"/>
                    <a:pt x="34979" y="6210"/>
                    <a:pt x="34979" y="1381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57" name="Freeform: Shape 3956">
              <a:extLst>
                <a:ext uri="{FF2B5EF4-FFF2-40B4-BE49-F238E27FC236}">
                  <a16:creationId xmlns:a16="http://schemas.microsoft.com/office/drawing/2014/main" id="{9F1A2B37-3BC1-15B0-8BA1-8B4C68343F70}"/>
                </a:ext>
              </a:extLst>
            </p:cNvPr>
            <p:cNvSpPr/>
            <p:nvPr/>
          </p:nvSpPr>
          <p:spPr>
            <a:xfrm>
              <a:off x="1775445" y="4654155"/>
              <a:ext cx="34218" cy="27121"/>
            </a:xfrm>
            <a:custGeom>
              <a:avLst/>
              <a:gdLst>
                <a:gd name="connsiteX0" fmla="*/ 34219 w 34218"/>
                <a:gd name="connsiteY0" fmla="*/ 13560 h 27121"/>
                <a:gd name="connsiteX1" fmla="*/ 17109 w 34218"/>
                <a:gd name="connsiteY1" fmla="*/ 27121 h 27121"/>
                <a:gd name="connsiteX2" fmla="*/ 0 w 34218"/>
                <a:gd name="connsiteY2" fmla="*/ 13560 h 27121"/>
                <a:gd name="connsiteX3" fmla="*/ 17109 w 34218"/>
                <a:gd name="connsiteY3" fmla="*/ 0 h 27121"/>
                <a:gd name="connsiteX4" fmla="*/ 34219 w 34218"/>
                <a:gd name="connsiteY4" fmla="*/ 13560 h 27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218" h="27121">
                  <a:moveTo>
                    <a:pt x="34219" y="13560"/>
                  </a:moveTo>
                  <a:cubicBezTo>
                    <a:pt x="34219" y="21038"/>
                    <a:pt x="26615" y="27121"/>
                    <a:pt x="17109" y="27121"/>
                  </a:cubicBezTo>
                  <a:cubicBezTo>
                    <a:pt x="7604" y="27121"/>
                    <a:pt x="0" y="21038"/>
                    <a:pt x="0" y="13560"/>
                  </a:cubicBezTo>
                  <a:cubicBezTo>
                    <a:pt x="0" y="6083"/>
                    <a:pt x="7731" y="0"/>
                    <a:pt x="17109" y="0"/>
                  </a:cubicBezTo>
                  <a:cubicBezTo>
                    <a:pt x="26488" y="0"/>
                    <a:pt x="34219" y="6083"/>
                    <a:pt x="34219" y="1356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58" name="Freeform: Shape 3957">
              <a:extLst>
                <a:ext uri="{FF2B5EF4-FFF2-40B4-BE49-F238E27FC236}">
                  <a16:creationId xmlns:a16="http://schemas.microsoft.com/office/drawing/2014/main" id="{27EFA865-7617-8520-DC14-629263E9706C}"/>
                </a:ext>
              </a:extLst>
            </p:cNvPr>
            <p:cNvSpPr/>
            <p:nvPr/>
          </p:nvSpPr>
          <p:spPr>
            <a:xfrm>
              <a:off x="1733875" y="4555934"/>
              <a:ext cx="33585" cy="26614"/>
            </a:xfrm>
            <a:custGeom>
              <a:avLst/>
              <a:gdLst>
                <a:gd name="connsiteX0" fmla="*/ 33585 w 33585"/>
                <a:gd name="connsiteY0" fmla="*/ 13307 h 26614"/>
                <a:gd name="connsiteX1" fmla="*/ 16856 w 33585"/>
                <a:gd name="connsiteY1" fmla="*/ 26614 h 26614"/>
                <a:gd name="connsiteX2" fmla="*/ 0 w 33585"/>
                <a:gd name="connsiteY2" fmla="*/ 13307 h 26614"/>
                <a:gd name="connsiteX3" fmla="*/ 16856 w 33585"/>
                <a:gd name="connsiteY3" fmla="*/ 0 h 26614"/>
                <a:gd name="connsiteX4" fmla="*/ 33585 w 33585"/>
                <a:gd name="connsiteY4" fmla="*/ 13307 h 26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85" h="26614">
                  <a:moveTo>
                    <a:pt x="33585" y="13307"/>
                  </a:moveTo>
                  <a:cubicBezTo>
                    <a:pt x="33585" y="20658"/>
                    <a:pt x="26108" y="26614"/>
                    <a:pt x="16856" y="26614"/>
                  </a:cubicBezTo>
                  <a:cubicBezTo>
                    <a:pt x="7604" y="26614"/>
                    <a:pt x="0" y="20658"/>
                    <a:pt x="0" y="13307"/>
                  </a:cubicBezTo>
                  <a:cubicBezTo>
                    <a:pt x="0" y="5957"/>
                    <a:pt x="7477" y="0"/>
                    <a:pt x="16856" y="0"/>
                  </a:cubicBezTo>
                  <a:cubicBezTo>
                    <a:pt x="26234" y="0"/>
                    <a:pt x="33585" y="5957"/>
                    <a:pt x="33585" y="1330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59" name="Freeform: Shape 3958">
              <a:extLst>
                <a:ext uri="{FF2B5EF4-FFF2-40B4-BE49-F238E27FC236}">
                  <a16:creationId xmlns:a16="http://schemas.microsoft.com/office/drawing/2014/main" id="{B3CC7FFD-CA9E-9B09-B4B9-2F1353E1E0EF}"/>
                </a:ext>
              </a:extLst>
            </p:cNvPr>
            <p:cNvSpPr/>
            <p:nvPr/>
          </p:nvSpPr>
          <p:spPr>
            <a:xfrm>
              <a:off x="1695474" y="4456446"/>
              <a:ext cx="33584" cy="26614"/>
            </a:xfrm>
            <a:custGeom>
              <a:avLst/>
              <a:gdLst>
                <a:gd name="connsiteX0" fmla="*/ 33585 w 33584"/>
                <a:gd name="connsiteY0" fmla="*/ 13307 h 26614"/>
                <a:gd name="connsiteX1" fmla="*/ 16729 w 33584"/>
                <a:gd name="connsiteY1" fmla="*/ 26615 h 26614"/>
                <a:gd name="connsiteX2" fmla="*/ 0 w 33584"/>
                <a:gd name="connsiteY2" fmla="*/ 13307 h 26614"/>
                <a:gd name="connsiteX3" fmla="*/ 16729 w 33584"/>
                <a:gd name="connsiteY3" fmla="*/ 0 h 26614"/>
                <a:gd name="connsiteX4" fmla="*/ 33585 w 33584"/>
                <a:gd name="connsiteY4" fmla="*/ 13307 h 26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84" h="26614">
                  <a:moveTo>
                    <a:pt x="33585" y="13307"/>
                  </a:moveTo>
                  <a:cubicBezTo>
                    <a:pt x="33585" y="20658"/>
                    <a:pt x="26108" y="26615"/>
                    <a:pt x="16729" y="26615"/>
                  </a:cubicBezTo>
                  <a:cubicBezTo>
                    <a:pt x="7351" y="26615"/>
                    <a:pt x="0" y="20658"/>
                    <a:pt x="0" y="13307"/>
                  </a:cubicBezTo>
                  <a:cubicBezTo>
                    <a:pt x="0" y="5957"/>
                    <a:pt x="7477" y="0"/>
                    <a:pt x="16729" y="0"/>
                  </a:cubicBezTo>
                  <a:cubicBezTo>
                    <a:pt x="25981" y="0"/>
                    <a:pt x="33585" y="5957"/>
                    <a:pt x="33585" y="1330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60" name="Freeform: Shape 3959">
              <a:extLst>
                <a:ext uri="{FF2B5EF4-FFF2-40B4-BE49-F238E27FC236}">
                  <a16:creationId xmlns:a16="http://schemas.microsoft.com/office/drawing/2014/main" id="{B5291F71-C9ED-3BB5-B6F0-3171D51720BB}"/>
                </a:ext>
              </a:extLst>
            </p:cNvPr>
            <p:cNvSpPr/>
            <p:nvPr/>
          </p:nvSpPr>
          <p:spPr>
            <a:xfrm>
              <a:off x="1661129" y="4356452"/>
              <a:ext cx="32697" cy="26107"/>
            </a:xfrm>
            <a:custGeom>
              <a:avLst/>
              <a:gdLst>
                <a:gd name="connsiteX0" fmla="*/ 32698 w 32697"/>
                <a:gd name="connsiteY0" fmla="*/ 13054 h 26107"/>
                <a:gd name="connsiteX1" fmla="*/ 16349 w 32697"/>
                <a:gd name="connsiteY1" fmla="*/ 26108 h 26107"/>
                <a:gd name="connsiteX2" fmla="*/ 0 w 32697"/>
                <a:gd name="connsiteY2" fmla="*/ 13054 h 26107"/>
                <a:gd name="connsiteX3" fmla="*/ 16349 w 32697"/>
                <a:gd name="connsiteY3" fmla="*/ 0 h 26107"/>
                <a:gd name="connsiteX4" fmla="*/ 32698 w 32697"/>
                <a:gd name="connsiteY4" fmla="*/ 13054 h 2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97" h="26107">
                  <a:moveTo>
                    <a:pt x="32698" y="13054"/>
                  </a:moveTo>
                  <a:cubicBezTo>
                    <a:pt x="32698" y="20278"/>
                    <a:pt x="25347" y="26108"/>
                    <a:pt x="16349" y="26108"/>
                  </a:cubicBezTo>
                  <a:cubicBezTo>
                    <a:pt x="7351" y="26108"/>
                    <a:pt x="0" y="20278"/>
                    <a:pt x="0" y="13054"/>
                  </a:cubicBezTo>
                  <a:cubicBezTo>
                    <a:pt x="0" y="5830"/>
                    <a:pt x="7351" y="0"/>
                    <a:pt x="16349" y="0"/>
                  </a:cubicBezTo>
                  <a:cubicBezTo>
                    <a:pt x="25347" y="0"/>
                    <a:pt x="32698" y="5830"/>
                    <a:pt x="32698" y="1305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61" name="Freeform: Shape 3960">
              <a:extLst>
                <a:ext uri="{FF2B5EF4-FFF2-40B4-BE49-F238E27FC236}">
                  <a16:creationId xmlns:a16="http://schemas.microsoft.com/office/drawing/2014/main" id="{EB1E4F4A-CB49-6F9B-996E-AECF032ADB81}"/>
                </a:ext>
              </a:extLst>
            </p:cNvPr>
            <p:cNvSpPr/>
            <p:nvPr/>
          </p:nvSpPr>
          <p:spPr>
            <a:xfrm>
              <a:off x="1630332" y="4255823"/>
              <a:ext cx="31937" cy="25347"/>
            </a:xfrm>
            <a:custGeom>
              <a:avLst/>
              <a:gdLst>
                <a:gd name="connsiteX0" fmla="*/ 31938 w 31937"/>
                <a:gd name="connsiteY0" fmla="*/ 12674 h 25347"/>
                <a:gd name="connsiteX1" fmla="*/ 15969 w 31937"/>
                <a:gd name="connsiteY1" fmla="*/ 25347 h 25347"/>
                <a:gd name="connsiteX2" fmla="*/ 0 w 31937"/>
                <a:gd name="connsiteY2" fmla="*/ 12674 h 25347"/>
                <a:gd name="connsiteX3" fmla="*/ 15969 w 31937"/>
                <a:gd name="connsiteY3" fmla="*/ 0 h 25347"/>
                <a:gd name="connsiteX4" fmla="*/ 31938 w 31937"/>
                <a:gd name="connsiteY4" fmla="*/ 12674 h 25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937" h="25347">
                  <a:moveTo>
                    <a:pt x="31938" y="12674"/>
                  </a:moveTo>
                  <a:cubicBezTo>
                    <a:pt x="31938" y="19644"/>
                    <a:pt x="24840" y="25347"/>
                    <a:pt x="15969" y="25347"/>
                  </a:cubicBezTo>
                  <a:cubicBezTo>
                    <a:pt x="7097" y="25347"/>
                    <a:pt x="0" y="19644"/>
                    <a:pt x="0" y="12674"/>
                  </a:cubicBezTo>
                  <a:cubicBezTo>
                    <a:pt x="0" y="5703"/>
                    <a:pt x="7224" y="0"/>
                    <a:pt x="15969" y="0"/>
                  </a:cubicBezTo>
                  <a:cubicBezTo>
                    <a:pt x="24713" y="0"/>
                    <a:pt x="31938" y="5703"/>
                    <a:pt x="31938" y="1267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62" name="Freeform: Shape 3961">
              <a:extLst>
                <a:ext uri="{FF2B5EF4-FFF2-40B4-BE49-F238E27FC236}">
                  <a16:creationId xmlns:a16="http://schemas.microsoft.com/office/drawing/2014/main" id="{B18D945D-4358-8739-5ED4-374540AAB53D}"/>
                </a:ext>
              </a:extLst>
            </p:cNvPr>
            <p:cNvSpPr/>
            <p:nvPr/>
          </p:nvSpPr>
          <p:spPr>
            <a:xfrm>
              <a:off x="1602830" y="4154434"/>
              <a:ext cx="31430" cy="24840"/>
            </a:xfrm>
            <a:custGeom>
              <a:avLst/>
              <a:gdLst>
                <a:gd name="connsiteX0" fmla="*/ 31430 w 31430"/>
                <a:gd name="connsiteY0" fmla="*/ 12420 h 24840"/>
                <a:gd name="connsiteX1" fmla="*/ 15715 w 31430"/>
                <a:gd name="connsiteY1" fmla="*/ 24841 h 24840"/>
                <a:gd name="connsiteX2" fmla="*/ 0 w 31430"/>
                <a:gd name="connsiteY2" fmla="*/ 12420 h 24840"/>
                <a:gd name="connsiteX3" fmla="*/ 15715 w 31430"/>
                <a:gd name="connsiteY3" fmla="*/ 0 h 24840"/>
                <a:gd name="connsiteX4" fmla="*/ 31430 w 31430"/>
                <a:gd name="connsiteY4" fmla="*/ 12420 h 2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30" h="24840">
                  <a:moveTo>
                    <a:pt x="31430" y="12420"/>
                  </a:moveTo>
                  <a:cubicBezTo>
                    <a:pt x="31430" y="19264"/>
                    <a:pt x="24460" y="24841"/>
                    <a:pt x="15715" y="24841"/>
                  </a:cubicBezTo>
                  <a:cubicBezTo>
                    <a:pt x="6970" y="24841"/>
                    <a:pt x="0" y="19264"/>
                    <a:pt x="0" y="12420"/>
                  </a:cubicBezTo>
                  <a:cubicBezTo>
                    <a:pt x="0" y="5576"/>
                    <a:pt x="7097" y="0"/>
                    <a:pt x="15715" y="0"/>
                  </a:cubicBezTo>
                  <a:cubicBezTo>
                    <a:pt x="24333" y="0"/>
                    <a:pt x="31430" y="5576"/>
                    <a:pt x="31430" y="1242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63" name="Freeform: Shape 3962">
              <a:extLst>
                <a:ext uri="{FF2B5EF4-FFF2-40B4-BE49-F238E27FC236}">
                  <a16:creationId xmlns:a16="http://schemas.microsoft.com/office/drawing/2014/main" id="{53A62857-C167-4566-20F9-169F2C91B24A}"/>
                </a:ext>
              </a:extLst>
            </p:cNvPr>
            <p:cNvSpPr/>
            <p:nvPr/>
          </p:nvSpPr>
          <p:spPr>
            <a:xfrm>
              <a:off x="1579257" y="4052412"/>
              <a:ext cx="30670" cy="24333"/>
            </a:xfrm>
            <a:custGeom>
              <a:avLst/>
              <a:gdLst>
                <a:gd name="connsiteX0" fmla="*/ 30670 w 30670"/>
                <a:gd name="connsiteY0" fmla="*/ 12167 h 24333"/>
                <a:gd name="connsiteX1" fmla="*/ 15335 w 30670"/>
                <a:gd name="connsiteY1" fmla="*/ 24333 h 24333"/>
                <a:gd name="connsiteX2" fmla="*/ 0 w 30670"/>
                <a:gd name="connsiteY2" fmla="*/ 12167 h 24333"/>
                <a:gd name="connsiteX3" fmla="*/ 15335 w 30670"/>
                <a:gd name="connsiteY3" fmla="*/ 0 h 24333"/>
                <a:gd name="connsiteX4" fmla="*/ 30670 w 30670"/>
                <a:gd name="connsiteY4" fmla="*/ 12167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70" h="24333">
                  <a:moveTo>
                    <a:pt x="30670" y="12167"/>
                  </a:moveTo>
                  <a:cubicBezTo>
                    <a:pt x="30670" y="18884"/>
                    <a:pt x="23826" y="24333"/>
                    <a:pt x="15335" y="24333"/>
                  </a:cubicBezTo>
                  <a:cubicBezTo>
                    <a:pt x="6844" y="24333"/>
                    <a:pt x="0" y="18884"/>
                    <a:pt x="0" y="12167"/>
                  </a:cubicBezTo>
                  <a:cubicBezTo>
                    <a:pt x="0" y="5450"/>
                    <a:pt x="6844" y="0"/>
                    <a:pt x="15335" y="0"/>
                  </a:cubicBezTo>
                  <a:cubicBezTo>
                    <a:pt x="23826" y="0"/>
                    <a:pt x="30670" y="5450"/>
                    <a:pt x="30670" y="121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64" name="Freeform: Shape 3963">
              <a:extLst>
                <a:ext uri="{FF2B5EF4-FFF2-40B4-BE49-F238E27FC236}">
                  <a16:creationId xmlns:a16="http://schemas.microsoft.com/office/drawing/2014/main" id="{6BEA8A53-7299-88B5-733B-D0C22E255D63}"/>
                </a:ext>
              </a:extLst>
            </p:cNvPr>
            <p:cNvSpPr/>
            <p:nvPr/>
          </p:nvSpPr>
          <p:spPr>
            <a:xfrm>
              <a:off x="1558980" y="3949629"/>
              <a:ext cx="30670" cy="24333"/>
            </a:xfrm>
            <a:custGeom>
              <a:avLst/>
              <a:gdLst>
                <a:gd name="connsiteX0" fmla="*/ 30670 w 30670"/>
                <a:gd name="connsiteY0" fmla="*/ 12167 h 24333"/>
                <a:gd name="connsiteX1" fmla="*/ 15335 w 30670"/>
                <a:gd name="connsiteY1" fmla="*/ 24333 h 24333"/>
                <a:gd name="connsiteX2" fmla="*/ 0 w 30670"/>
                <a:gd name="connsiteY2" fmla="*/ 12167 h 24333"/>
                <a:gd name="connsiteX3" fmla="*/ 15335 w 30670"/>
                <a:gd name="connsiteY3" fmla="*/ 0 h 24333"/>
                <a:gd name="connsiteX4" fmla="*/ 30670 w 30670"/>
                <a:gd name="connsiteY4" fmla="*/ 12167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70" h="24333">
                  <a:moveTo>
                    <a:pt x="30670" y="12167"/>
                  </a:moveTo>
                  <a:cubicBezTo>
                    <a:pt x="30670" y="18884"/>
                    <a:pt x="23826" y="24333"/>
                    <a:pt x="15335" y="24333"/>
                  </a:cubicBezTo>
                  <a:cubicBezTo>
                    <a:pt x="6844" y="24333"/>
                    <a:pt x="0" y="18884"/>
                    <a:pt x="0" y="12167"/>
                  </a:cubicBezTo>
                  <a:cubicBezTo>
                    <a:pt x="0" y="5450"/>
                    <a:pt x="6844" y="0"/>
                    <a:pt x="15335" y="0"/>
                  </a:cubicBezTo>
                  <a:cubicBezTo>
                    <a:pt x="23826" y="0"/>
                    <a:pt x="30670" y="5450"/>
                    <a:pt x="30670" y="121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65" name="Freeform: Shape 3964">
              <a:extLst>
                <a:ext uri="{FF2B5EF4-FFF2-40B4-BE49-F238E27FC236}">
                  <a16:creationId xmlns:a16="http://schemas.microsoft.com/office/drawing/2014/main" id="{A4BA1B24-22AF-1814-BD85-E9EC051B864B}"/>
                </a:ext>
              </a:extLst>
            </p:cNvPr>
            <p:cNvSpPr/>
            <p:nvPr/>
          </p:nvSpPr>
          <p:spPr>
            <a:xfrm>
              <a:off x="1542757" y="3846973"/>
              <a:ext cx="29782" cy="23572"/>
            </a:xfrm>
            <a:custGeom>
              <a:avLst/>
              <a:gdLst>
                <a:gd name="connsiteX0" fmla="*/ 29783 w 29782"/>
                <a:gd name="connsiteY0" fmla="*/ 11786 h 23572"/>
                <a:gd name="connsiteX1" fmla="*/ 14955 w 29782"/>
                <a:gd name="connsiteY1" fmla="*/ 23573 h 23572"/>
                <a:gd name="connsiteX2" fmla="*/ 0 w 29782"/>
                <a:gd name="connsiteY2" fmla="*/ 11786 h 23572"/>
                <a:gd name="connsiteX3" fmla="*/ 14955 w 29782"/>
                <a:gd name="connsiteY3" fmla="*/ 0 h 23572"/>
                <a:gd name="connsiteX4" fmla="*/ 29783 w 29782"/>
                <a:gd name="connsiteY4" fmla="*/ 11786 h 2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782" h="23572">
                  <a:moveTo>
                    <a:pt x="29783" y="11786"/>
                  </a:moveTo>
                  <a:cubicBezTo>
                    <a:pt x="29783" y="18376"/>
                    <a:pt x="23193" y="23573"/>
                    <a:pt x="14955" y="23573"/>
                  </a:cubicBezTo>
                  <a:cubicBezTo>
                    <a:pt x="6717" y="23573"/>
                    <a:pt x="0" y="18250"/>
                    <a:pt x="0" y="11786"/>
                  </a:cubicBezTo>
                  <a:cubicBezTo>
                    <a:pt x="0" y="5323"/>
                    <a:pt x="6717" y="0"/>
                    <a:pt x="14955" y="0"/>
                  </a:cubicBezTo>
                  <a:cubicBezTo>
                    <a:pt x="23193" y="0"/>
                    <a:pt x="29783" y="5323"/>
                    <a:pt x="29783" y="1178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66" name="Freeform: Shape 3965">
              <a:extLst>
                <a:ext uri="{FF2B5EF4-FFF2-40B4-BE49-F238E27FC236}">
                  <a16:creationId xmlns:a16="http://schemas.microsoft.com/office/drawing/2014/main" id="{71DCE832-C494-E173-B1EB-729198DDBD70}"/>
                </a:ext>
              </a:extLst>
            </p:cNvPr>
            <p:cNvSpPr/>
            <p:nvPr/>
          </p:nvSpPr>
          <p:spPr>
            <a:xfrm>
              <a:off x="1530084" y="3743557"/>
              <a:ext cx="29275" cy="23192"/>
            </a:xfrm>
            <a:custGeom>
              <a:avLst/>
              <a:gdLst>
                <a:gd name="connsiteX0" fmla="*/ 29276 w 29275"/>
                <a:gd name="connsiteY0" fmla="*/ 11659 h 23192"/>
                <a:gd name="connsiteX1" fmla="*/ 14575 w 29275"/>
                <a:gd name="connsiteY1" fmla="*/ 23193 h 23192"/>
                <a:gd name="connsiteX2" fmla="*/ 0 w 29275"/>
                <a:gd name="connsiteY2" fmla="*/ 11659 h 23192"/>
                <a:gd name="connsiteX3" fmla="*/ 14575 w 29275"/>
                <a:gd name="connsiteY3" fmla="*/ 0 h 23192"/>
                <a:gd name="connsiteX4" fmla="*/ 29276 w 29275"/>
                <a:gd name="connsiteY4" fmla="*/ 11659 h 23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275" h="23192">
                  <a:moveTo>
                    <a:pt x="29276" y="11659"/>
                  </a:moveTo>
                  <a:cubicBezTo>
                    <a:pt x="29276" y="18123"/>
                    <a:pt x="22686" y="23193"/>
                    <a:pt x="14575" y="23193"/>
                  </a:cubicBezTo>
                  <a:cubicBezTo>
                    <a:pt x="6463" y="23193"/>
                    <a:pt x="0" y="17996"/>
                    <a:pt x="0" y="11659"/>
                  </a:cubicBezTo>
                  <a:cubicBezTo>
                    <a:pt x="0" y="5323"/>
                    <a:pt x="6590" y="0"/>
                    <a:pt x="14575" y="0"/>
                  </a:cubicBezTo>
                  <a:cubicBezTo>
                    <a:pt x="22559" y="0"/>
                    <a:pt x="29276" y="5196"/>
                    <a:pt x="29276" y="1165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67" name="Freeform: Shape 3966">
              <a:extLst>
                <a:ext uri="{FF2B5EF4-FFF2-40B4-BE49-F238E27FC236}">
                  <a16:creationId xmlns:a16="http://schemas.microsoft.com/office/drawing/2014/main" id="{F30B4B6F-585E-984D-EADB-3CB6E2153901}"/>
                </a:ext>
              </a:extLst>
            </p:cNvPr>
            <p:cNvSpPr/>
            <p:nvPr/>
          </p:nvSpPr>
          <p:spPr>
            <a:xfrm>
              <a:off x="1521086" y="3640267"/>
              <a:ext cx="28515" cy="22558"/>
            </a:xfrm>
            <a:custGeom>
              <a:avLst/>
              <a:gdLst>
                <a:gd name="connsiteX0" fmla="*/ 28516 w 28515"/>
                <a:gd name="connsiteY0" fmla="*/ 11279 h 22558"/>
                <a:gd name="connsiteX1" fmla="*/ 14194 w 28515"/>
                <a:gd name="connsiteY1" fmla="*/ 22559 h 22558"/>
                <a:gd name="connsiteX2" fmla="*/ 0 w 28515"/>
                <a:gd name="connsiteY2" fmla="*/ 11279 h 22558"/>
                <a:gd name="connsiteX3" fmla="*/ 14194 w 28515"/>
                <a:gd name="connsiteY3" fmla="*/ 0 h 22558"/>
                <a:gd name="connsiteX4" fmla="*/ 28516 w 28515"/>
                <a:gd name="connsiteY4" fmla="*/ 11279 h 22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15" h="22558">
                  <a:moveTo>
                    <a:pt x="28516" y="11279"/>
                  </a:moveTo>
                  <a:cubicBezTo>
                    <a:pt x="28516" y="17489"/>
                    <a:pt x="22179" y="22559"/>
                    <a:pt x="14194" y="22559"/>
                  </a:cubicBezTo>
                  <a:cubicBezTo>
                    <a:pt x="6210" y="22559"/>
                    <a:pt x="0" y="17489"/>
                    <a:pt x="0" y="11279"/>
                  </a:cubicBezTo>
                  <a:cubicBezTo>
                    <a:pt x="0" y="5069"/>
                    <a:pt x="6337" y="0"/>
                    <a:pt x="14194" y="0"/>
                  </a:cubicBezTo>
                  <a:cubicBezTo>
                    <a:pt x="22052" y="0"/>
                    <a:pt x="28516" y="5069"/>
                    <a:pt x="28516" y="1127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68" name="Freeform: Shape 3967">
              <a:extLst>
                <a:ext uri="{FF2B5EF4-FFF2-40B4-BE49-F238E27FC236}">
                  <a16:creationId xmlns:a16="http://schemas.microsoft.com/office/drawing/2014/main" id="{45574F74-337F-B2C2-9218-DBF4BE9EDE23}"/>
                </a:ext>
              </a:extLst>
            </p:cNvPr>
            <p:cNvSpPr/>
            <p:nvPr/>
          </p:nvSpPr>
          <p:spPr>
            <a:xfrm>
              <a:off x="1516016" y="3536724"/>
              <a:ext cx="27628" cy="21925"/>
            </a:xfrm>
            <a:custGeom>
              <a:avLst/>
              <a:gdLst>
                <a:gd name="connsiteX0" fmla="*/ 27628 w 27628"/>
                <a:gd name="connsiteY0" fmla="*/ 10899 h 21925"/>
                <a:gd name="connsiteX1" fmla="*/ 13814 w 27628"/>
                <a:gd name="connsiteY1" fmla="*/ 21925 h 21925"/>
                <a:gd name="connsiteX2" fmla="*/ 0 w 27628"/>
                <a:gd name="connsiteY2" fmla="*/ 10899 h 21925"/>
                <a:gd name="connsiteX3" fmla="*/ 13814 w 27628"/>
                <a:gd name="connsiteY3" fmla="*/ 0 h 21925"/>
                <a:gd name="connsiteX4" fmla="*/ 27628 w 27628"/>
                <a:gd name="connsiteY4" fmla="*/ 10899 h 2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28" h="21925">
                  <a:moveTo>
                    <a:pt x="27628" y="10899"/>
                  </a:moveTo>
                  <a:cubicBezTo>
                    <a:pt x="27628" y="16983"/>
                    <a:pt x="21418" y="21925"/>
                    <a:pt x="13814" y="21925"/>
                  </a:cubicBezTo>
                  <a:cubicBezTo>
                    <a:pt x="6210" y="21925"/>
                    <a:pt x="0" y="16983"/>
                    <a:pt x="0" y="10899"/>
                  </a:cubicBezTo>
                  <a:cubicBezTo>
                    <a:pt x="0" y="4816"/>
                    <a:pt x="6210" y="0"/>
                    <a:pt x="13814" y="0"/>
                  </a:cubicBezTo>
                  <a:cubicBezTo>
                    <a:pt x="21418" y="0"/>
                    <a:pt x="27628" y="4943"/>
                    <a:pt x="27628" y="1089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69" name="Freeform: Shape 3968">
              <a:extLst>
                <a:ext uri="{FF2B5EF4-FFF2-40B4-BE49-F238E27FC236}">
                  <a16:creationId xmlns:a16="http://schemas.microsoft.com/office/drawing/2014/main" id="{62F1E2E1-0EDF-106E-5A1A-B30F886094AD}"/>
                </a:ext>
              </a:extLst>
            </p:cNvPr>
            <p:cNvSpPr/>
            <p:nvPr/>
          </p:nvSpPr>
          <p:spPr>
            <a:xfrm>
              <a:off x="1514622" y="3432927"/>
              <a:ext cx="26867" cy="21291"/>
            </a:xfrm>
            <a:custGeom>
              <a:avLst/>
              <a:gdLst>
                <a:gd name="connsiteX0" fmla="*/ 26868 w 26867"/>
                <a:gd name="connsiteY0" fmla="*/ 10646 h 21291"/>
                <a:gd name="connsiteX1" fmla="*/ 13434 w 26867"/>
                <a:gd name="connsiteY1" fmla="*/ 21292 h 21291"/>
                <a:gd name="connsiteX2" fmla="*/ 0 w 26867"/>
                <a:gd name="connsiteY2" fmla="*/ 10646 h 21291"/>
                <a:gd name="connsiteX3" fmla="*/ 13434 w 26867"/>
                <a:gd name="connsiteY3" fmla="*/ 0 h 21291"/>
                <a:gd name="connsiteX4" fmla="*/ 26868 w 26867"/>
                <a:gd name="connsiteY4" fmla="*/ 10646 h 2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67" h="21291">
                  <a:moveTo>
                    <a:pt x="26868" y="10646"/>
                  </a:moveTo>
                  <a:cubicBezTo>
                    <a:pt x="26868" y="16476"/>
                    <a:pt x="20911" y="21292"/>
                    <a:pt x="13434" y="21292"/>
                  </a:cubicBezTo>
                  <a:cubicBezTo>
                    <a:pt x="5957" y="21292"/>
                    <a:pt x="0" y="16476"/>
                    <a:pt x="0" y="10646"/>
                  </a:cubicBezTo>
                  <a:cubicBezTo>
                    <a:pt x="0" y="4816"/>
                    <a:pt x="5957" y="0"/>
                    <a:pt x="13434" y="0"/>
                  </a:cubicBezTo>
                  <a:cubicBezTo>
                    <a:pt x="20911" y="0"/>
                    <a:pt x="26868" y="4816"/>
                    <a:pt x="26868" y="1064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70" name="Freeform: Shape 3969">
              <a:extLst>
                <a:ext uri="{FF2B5EF4-FFF2-40B4-BE49-F238E27FC236}">
                  <a16:creationId xmlns:a16="http://schemas.microsoft.com/office/drawing/2014/main" id="{DE583988-8132-771D-BE9E-5288F2736F8A}"/>
                </a:ext>
              </a:extLst>
            </p:cNvPr>
            <p:cNvSpPr/>
            <p:nvPr/>
          </p:nvSpPr>
          <p:spPr>
            <a:xfrm>
              <a:off x="1516650" y="3329257"/>
              <a:ext cx="26361" cy="20784"/>
            </a:xfrm>
            <a:custGeom>
              <a:avLst/>
              <a:gdLst>
                <a:gd name="connsiteX0" fmla="*/ 26361 w 26361"/>
                <a:gd name="connsiteY0" fmla="*/ 10392 h 20784"/>
                <a:gd name="connsiteX1" fmla="*/ 13181 w 26361"/>
                <a:gd name="connsiteY1" fmla="*/ 20784 h 20784"/>
                <a:gd name="connsiteX2" fmla="*/ 0 w 26361"/>
                <a:gd name="connsiteY2" fmla="*/ 10392 h 20784"/>
                <a:gd name="connsiteX3" fmla="*/ 13181 w 26361"/>
                <a:gd name="connsiteY3" fmla="*/ 0 h 20784"/>
                <a:gd name="connsiteX4" fmla="*/ 26361 w 26361"/>
                <a:gd name="connsiteY4" fmla="*/ 10392 h 20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61" h="20784">
                  <a:moveTo>
                    <a:pt x="26361" y="10392"/>
                  </a:moveTo>
                  <a:cubicBezTo>
                    <a:pt x="26361" y="16095"/>
                    <a:pt x="20404" y="20784"/>
                    <a:pt x="13181" y="20784"/>
                  </a:cubicBezTo>
                  <a:cubicBezTo>
                    <a:pt x="5957" y="20784"/>
                    <a:pt x="0" y="16095"/>
                    <a:pt x="0" y="10392"/>
                  </a:cubicBezTo>
                  <a:cubicBezTo>
                    <a:pt x="0" y="4689"/>
                    <a:pt x="5830" y="0"/>
                    <a:pt x="13181" y="0"/>
                  </a:cubicBezTo>
                  <a:cubicBezTo>
                    <a:pt x="20531" y="0"/>
                    <a:pt x="26361" y="4689"/>
                    <a:pt x="26361" y="1039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71" name="Freeform: Shape 3970">
              <a:extLst>
                <a:ext uri="{FF2B5EF4-FFF2-40B4-BE49-F238E27FC236}">
                  <a16:creationId xmlns:a16="http://schemas.microsoft.com/office/drawing/2014/main" id="{7DD89694-781E-859F-5B5C-CFEF3A2F6CA3}"/>
                </a:ext>
              </a:extLst>
            </p:cNvPr>
            <p:cNvSpPr/>
            <p:nvPr/>
          </p:nvSpPr>
          <p:spPr>
            <a:xfrm>
              <a:off x="1522606" y="3225587"/>
              <a:ext cx="25600" cy="20277"/>
            </a:xfrm>
            <a:custGeom>
              <a:avLst/>
              <a:gdLst>
                <a:gd name="connsiteX0" fmla="*/ 25601 w 25600"/>
                <a:gd name="connsiteY0" fmla="*/ 10139 h 20277"/>
                <a:gd name="connsiteX1" fmla="*/ 12800 w 25600"/>
                <a:gd name="connsiteY1" fmla="*/ 20278 h 20277"/>
                <a:gd name="connsiteX2" fmla="*/ 0 w 25600"/>
                <a:gd name="connsiteY2" fmla="*/ 10139 h 20277"/>
                <a:gd name="connsiteX3" fmla="*/ 12800 w 25600"/>
                <a:gd name="connsiteY3" fmla="*/ 0 h 20277"/>
                <a:gd name="connsiteX4" fmla="*/ 25601 w 25600"/>
                <a:gd name="connsiteY4" fmla="*/ 10139 h 2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00" h="20277">
                  <a:moveTo>
                    <a:pt x="25601" y="10139"/>
                  </a:moveTo>
                  <a:cubicBezTo>
                    <a:pt x="25601" y="15715"/>
                    <a:pt x="19898" y="20278"/>
                    <a:pt x="12800" y="20278"/>
                  </a:cubicBezTo>
                  <a:cubicBezTo>
                    <a:pt x="5703" y="20278"/>
                    <a:pt x="0" y="15715"/>
                    <a:pt x="0" y="10139"/>
                  </a:cubicBezTo>
                  <a:cubicBezTo>
                    <a:pt x="0" y="4563"/>
                    <a:pt x="5703" y="0"/>
                    <a:pt x="12800" y="0"/>
                  </a:cubicBezTo>
                  <a:cubicBezTo>
                    <a:pt x="19898" y="0"/>
                    <a:pt x="25601" y="4563"/>
                    <a:pt x="25601" y="1013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72" name="Freeform: Shape 3971">
              <a:extLst>
                <a:ext uri="{FF2B5EF4-FFF2-40B4-BE49-F238E27FC236}">
                  <a16:creationId xmlns:a16="http://schemas.microsoft.com/office/drawing/2014/main" id="{F9AB6DA4-C0B5-A1A9-C1D1-1AE4AEBF2A79}"/>
                </a:ext>
              </a:extLst>
            </p:cNvPr>
            <p:cNvSpPr/>
            <p:nvPr/>
          </p:nvSpPr>
          <p:spPr>
            <a:xfrm>
              <a:off x="1532238" y="3122044"/>
              <a:ext cx="24840" cy="19770"/>
            </a:xfrm>
            <a:custGeom>
              <a:avLst/>
              <a:gdLst>
                <a:gd name="connsiteX0" fmla="*/ 24840 w 24840"/>
                <a:gd name="connsiteY0" fmla="*/ 9885 h 19770"/>
                <a:gd name="connsiteX1" fmla="*/ 12420 w 24840"/>
                <a:gd name="connsiteY1" fmla="*/ 19771 h 19770"/>
                <a:gd name="connsiteX2" fmla="*/ 0 w 24840"/>
                <a:gd name="connsiteY2" fmla="*/ 9885 h 19770"/>
                <a:gd name="connsiteX3" fmla="*/ 12420 w 24840"/>
                <a:gd name="connsiteY3" fmla="*/ 0 h 19770"/>
                <a:gd name="connsiteX4" fmla="*/ 24840 w 24840"/>
                <a:gd name="connsiteY4" fmla="*/ 9885 h 19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840" h="19770">
                  <a:moveTo>
                    <a:pt x="24840" y="9885"/>
                  </a:moveTo>
                  <a:cubicBezTo>
                    <a:pt x="24840" y="15335"/>
                    <a:pt x="19264" y="19771"/>
                    <a:pt x="12420" y="19771"/>
                  </a:cubicBezTo>
                  <a:cubicBezTo>
                    <a:pt x="5576" y="19771"/>
                    <a:pt x="0" y="15335"/>
                    <a:pt x="0" y="9885"/>
                  </a:cubicBezTo>
                  <a:cubicBezTo>
                    <a:pt x="0" y="4436"/>
                    <a:pt x="5576" y="0"/>
                    <a:pt x="12420" y="0"/>
                  </a:cubicBezTo>
                  <a:cubicBezTo>
                    <a:pt x="19264" y="0"/>
                    <a:pt x="24840" y="4436"/>
                    <a:pt x="24840" y="988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73" name="Freeform: Shape 3972">
              <a:extLst>
                <a:ext uri="{FF2B5EF4-FFF2-40B4-BE49-F238E27FC236}">
                  <a16:creationId xmlns:a16="http://schemas.microsoft.com/office/drawing/2014/main" id="{B8EDCBD5-BBB9-5621-BE42-BAF6F6CDDD43}"/>
                </a:ext>
              </a:extLst>
            </p:cNvPr>
            <p:cNvSpPr/>
            <p:nvPr/>
          </p:nvSpPr>
          <p:spPr>
            <a:xfrm>
              <a:off x="1546053" y="3019261"/>
              <a:ext cx="23319" cy="18503"/>
            </a:xfrm>
            <a:custGeom>
              <a:avLst/>
              <a:gdLst>
                <a:gd name="connsiteX0" fmla="*/ 23319 w 23319"/>
                <a:gd name="connsiteY0" fmla="*/ 9252 h 18503"/>
                <a:gd name="connsiteX1" fmla="*/ 11660 w 23319"/>
                <a:gd name="connsiteY1" fmla="*/ 18504 h 18503"/>
                <a:gd name="connsiteX2" fmla="*/ 0 w 23319"/>
                <a:gd name="connsiteY2" fmla="*/ 9252 h 18503"/>
                <a:gd name="connsiteX3" fmla="*/ 11660 w 23319"/>
                <a:gd name="connsiteY3" fmla="*/ 0 h 18503"/>
                <a:gd name="connsiteX4" fmla="*/ 23319 w 23319"/>
                <a:gd name="connsiteY4" fmla="*/ 9252 h 18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319" h="18503">
                  <a:moveTo>
                    <a:pt x="23319" y="9252"/>
                  </a:moveTo>
                  <a:cubicBezTo>
                    <a:pt x="23319" y="14321"/>
                    <a:pt x="18123" y="18504"/>
                    <a:pt x="11660" y="18504"/>
                  </a:cubicBezTo>
                  <a:cubicBezTo>
                    <a:pt x="5196" y="18504"/>
                    <a:pt x="0" y="14321"/>
                    <a:pt x="0" y="9252"/>
                  </a:cubicBezTo>
                  <a:cubicBezTo>
                    <a:pt x="0" y="4182"/>
                    <a:pt x="5196" y="0"/>
                    <a:pt x="11660" y="0"/>
                  </a:cubicBezTo>
                  <a:cubicBezTo>
                    <a:pt x="18123" y="0"/>
                    <a:pt x="23319" y="4182"/>
                    <a:pt x="23319" y="925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74" name="Freeform: Shape 3973">
              <a:extLst>
                <a:ext uri="{FF2B5EF4-FFF2-40B4-BE49-F238E27FC236}">
                  <a16:creationId xmlns:a16="http://schemas.microsoft.com/office/drawing/2014/main" id="{3F277A28-FD08-D7A0-58DC-7483935149A0}"/>
                </a:ext>
              </a:extLst>
            </p:cNvPr>
            <p:cNvSpPr/>
            <p:nvPr/>
          </p:nvSpPr>
          <p:spPr>
            <a:xfrm>
              <a:off x="1563035" y="2916478"/>
              <a:ext cx="22558" cy="17869"/>
            </a:xfrm>
            <a:custGeom>
              <a:avLst/>
              <a:gdLst>
                <a:gd name="connsiteX0" fmla="*/ 22559 w 22558"/>
                <a:gd name="connsiteY0" fmla="*/ 8871 h 17869"/>
                <a:gd name="connsiteX1" fmla="*/ 11279 w 22558"/>
                <a:gd name="connsiteY1" fmla="*/ 17870 h 17869"/>
                <a:gd name="connsiteX2" fmla="*/ 0 w 22558"/>
                <a:gd name="connsiteY2" fmla="*/ 8871 h 17869"/>
                <a:gd name="connsiteX3" fmla="*/ 11279 w 22558"/>
                <a:gd name="connsiteY3" fmla="*/ 0 h 17869"/>
                <a:gd name="connsiteX4" fmla="*/ 22559 w 22558"/>
                <a:gd name="connsiteY4" fmla="*/ 8871 h 1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8" h="17869">
                  <a:moveTo>
                    <a:pt x="22559" y="8871"/>
                  </a:moveTo>
                  <a:cubicBezTo>
                    <a:pt x="22559" y="13814"/>
                    <a:pt x="17490" y="17870"/>
                    <a:pt x="11279" y="17870"/>
                  </a:cubicBezTo>
                  <a:cubicBezTo>
                    <a:pt x="5069" y="17870"/>
                    <a:pt x="0" y="13814"/>
                    <a:pt x="0" y="8871"/>
                  </a:cubicBezTo>
                  <a:cubicBezTo>
                    <a:pt x="0" y="3929"/>
                    <a:pt x="5069" y="0"/>
                    <a:pt x="11279" y="0"/>
                  </a:cubicBezTo>
                  <a:cubicBezTo>
                    <a:pt x="17490" y="0"/>
                    <a:pt x="22559" y="4056"/>
                    <a:pt x="22559" y="887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75" name="Freeform: Shape 3974">
              <a:extLst>
                <a:ext uri="{FF2B5EF4-FFF2-40B4-BE49-F238E27FC236}">
                  <a16:creationId xmlns:a16="http://schemas.microsoft.com/office/drawing/2014/main" id="{A763A104-B986-E23A-12D0-4B60D9F9984E}"/>
                </a:ext>
              </a:extLst>
            </p:cNvPr>
            <p:cNvSpPr/>
            <p:nvPr/>
          </p:nvSpPr>
          <p:spPr>
            <a:xfrm>
              <a:off x="1583947" y="2814075"/>
              <a:ext cx="21291" cy="16855"/>
            </a:xfrm>
            <a:custGeom>
              <a:avLst/>
              <a:gdLst>
                <a:gd name="connsiteX0" fmla="*/ 21292 w 21291"/>
                <a:gd name="connsiteY0" fmla="*/ 8491 h 16855"/>
                <a:gd name="connsiteX1" fmla="*/ 10646 w 21291"/>
                <a:gd name="connsiteY1" fmla="*/ 16856 h 16855"/>
                <a:gd name="connsiteX2" fmla="*/ 0 w 21291"/>
                <a:gd name="connsiteY2" fmla="*/ 8491 h 16855"/>
                <a:gd name="connsiteX3" fmla="*/ 10646 w 21291"/>
                <a:gd name="connsiteY3" fmla="*/ 0 h 16855"/>
                <a:gd name="connsiteX4" fmla="*/ 21292 w 21291"/>
                <a:gd name="connsiteY4" fmla="*/ 8491 h 16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291" h="16855">
                  <a:moveTo>
                    <a:pt x="21292" y="8491"/>
                  </a:moveTo>
                  <a:cubicBezTo>
                    <a:pt x="21292" y="13181"/>
                    <a:pt x="16602" y="16856"/>
                    <a:pt x="10646" y="16856"/>
                  </a:cubicBezTo>
                  <a:cubicBezTo>
                    <a:pt x="4689" y="16856"/>
                    <a:pt x="0" y="13054"/>
                    <a:pt x="0" y="8491"/>
                  </a:cubicBezTo>
                  <a:cubicBezTo>
                    <a:pt x="0" y="3929"/>
                    <a:pt x="4689" y="0"/>
                    <a:pt x="10646" y="0"/>
                  </a:cubicBezTo>
                  <a:cubicBezTo>
                    <a:pt x="16602" y="0"/>
                    <a:pt x="21292" y="3802"/>
                    <a:pt x="21292" y="84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76" name="Freeform: Shape 3975">
              <a:extLst>
                <a:ext uri="{FF2B5EF4-FFF2-40B4-BE49-F238E27FC236}">
                  <a16:creationId xmlns:a16="http://schemas.microsoft.com/office/drawing/2014/main" id="{4C01FF63-A5B5-9F5F-83E2-4EA59740F44A}"/>
                </a:ext>
              </a:extLst>
            </p:cNvPr>
            <p:cNvSpPr/>
            <p:nvPr/>
          </p:nvSpPr>
          <p:spPr>
            <a:xfrm>
              <a:off x="1608407" y="2712179"/>
              <a:ext cx="20404" cy="16222"/>
            </a:xfrm>
            <a:custGeom>
              <a:avLst/>
              <a:gdLst>
                <a:gd name="connsiteX0" fmla="*/ 20404 w 20404"/>
                <a:gd name="connsiteY0" fmla="*/ 8111 h 16222"/>
                <a:gd name="connsiteX1" fmla="*/ 10266 w 20404"/>
                <a:gd name="connsiteY1" fmla="*/ 16222 h 16222"/>
                <a:gd name="connsiteX2" fmla="*/ 0 w 20404"/>
                <a:gd name="connsiteY2" fmla="*/ 8111 h 16222"/>
                <a:gd name="connsiteX3" fmla="*/ 10266 w 20404"/>
                <a:gd name="connsiteY3" fmla="*/ 0 h 16222"/>
                <a:gd name="connsiteX4" fmla="*/ 20404 w 20404"/>
                <a:gd name="connsiteY4" fmla="*/ 8111 h 1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04" h="16222">
                  <a:moveTo>
                    <a:pt x="20404" y="8111"/>
                  </a:moveTo>
                  <a:cubicBezTo>
                    <a:pt x="20404" y="12547"/>
                    <a:pt x="15842" y="16222"/>
                    <a:pt x="10266" y="16222"/>
                  </a:cubicBezTo>
                  <a:cubicBezTo>
                    <a:pt x="4689" y="16222"/>
                    <a:pt x="0" y="12547"/>
                    <a:pt x="0" y="8111"/>
                  </a:cubicBezTo>
                  <a:cubicBezTo>
                    <a:pt x="0" y="3675"/>
                    <a:pt x="4562" y="0"/>
                    <a:pt x="10266" y="0"/>
                  </a:cubicBezTo>
                  <a:cubicBezTo>
                    <a:pt x="15969" y="0"/>
                    <a:pt x="20404" y="3675"/>
                    <a:pt x="20404" y="811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77" name="Freeform: Shape 3976">
              <a:extLst>
                <a:ext uri="{FF2B5EF4-FFF2-40B4-BE49-F238E27FC236}">
                  <a16:creationId xmlns:a16="http://schemas.microsoft.com/office/drawing/2014/main" id="{2E78CFFF-71CB-D315-A63B-B2FD22B33CD0}"/>
                </a:ext>
              </a:extLst>
            </p:cNvPr>
            <p:cNvSpPr/>
            <p:nvPr/>
          </p:nvSpPr>
          <p:spPr>
            <a:xfrm>
              <a:off x="1636415" y="2610791"/>
              <a:ext cx="19644" cy="15715"/>
            </a:xfrm>
            <a:custGeom>
              <a:avLst/>
              <a:gdLst>
                <a:gd name="connsiteX0" fmla="*/ 19644 w 19644"/>
                <a:gd name="connsiteY0" fmla="*/ 7858 h 15715"/>
                <a:gd name="connsiteX1" fmla="*/ 9885 w 19644"/>
                <a:gd name="connsiteY1" fmla="*/ 15715 h 15715"/>
                <a:gd name="connsiteX2" fmla="*/ 0 w 19644"/>
                <a:gd name="connsiteY2" fmla="*/ 7858 h 15715"/>
                <a:gd name="connsiteX3" fmla="*/ 9885 w 19644"/>
                <a:gd name="connsiteY3" fmla="*/ 0 h 15715"/>
                <a:gd name="connsiteX4" fmla="*/ 19644 w 19644"/>
                <a:gd name="connsiteY4" fmla="*/ 7858 h 1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44" h="15715">
                  <a:moveTo>
                    <a:pt x="19644" y="7858"/>
                  </a:moveTo>
                  <a:cubicBezTo>
                    <a:pt x="19644" y="12167"/>
                    <a:pt x="15208" y="15715"/>
                    <a:pt x="9885" y="15715"/>
                  </a:cubicBezTo>
                  <a:cubicBezTo>
                    <a:pt x="4563" y="15715"/>
                    <a:pt x="0" y="12167"/>
                    <a:pt x="0" y="7858"/>
                  </a:cubicBezTo>
                  <a:cubicBezTo>
                    <a:pt x="0" y="3549"/>
                    <a:pt x="4436" y="0"/>
                    <a:pt x="9885" y="0"/>
                  </a:cubicBezTo>
                  <a:cubicBezTo>
                    <a:pt x="15335" y="0"/>
                    <a:pt x="19644" y="3549"/>
                    <a:pt x="19644" y="785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78" name="Freeform: Shape 3977">
              <a:extLst>
                <a:ext uri="{FF2B5EF4-FFF2-40B4-BE49-F238E27FC236}">
                  <a16:creationId xmlns:a16="http://schemas.microsoft.com/office/drawing/2014/main" id="{FD83EB73-1A12-C690-ED3E-A3DC9A073D21}"/>
                </a:ext>
              </a:extLst>
            </p:cNvPr>
            <p:cNvSpPr/>
            <p:nvPr/>
          </p:nvSpPr>
          <p:spPr>
            <a:xfrm>
              <a:off x="1667973" y="2510162"/>
              <a:ext cx="18883" cy="14954"/>
            </a:xfrm>
            <a:custGeom>
              <a:avLst/>
              <a:gdLst>
                <a:gd name="connsiteX0" fmla="*/ 18884 w 18883"/>
                <a:gd name="connsiteY0" fmla="*/ 7477 h 14954"/>
                <a:gd name="connsiteX1" fmla="*/ 9505 w 18883"/>
                <a:gd name="connsiteY1" fmla="*/ 14955 h 14954"/>
                <a:gd name="connsiteX2" fmla="*/ 0 w 18883"/>
                <a:gd name="connsiteY2" fmla="*/ 7477 h 14954"/>
                <a:gd name="connsiteX3" fmla="*/ 9505 w 18883"/>
                <a:gd name="connsiteY3" fmla="*/ 0 h 14954"/>
                <a:gd name="connsiteX4" fmla="*/ 18884 w 18883"/>
                <a:gd name="connsiteY4" fmla="*/ 7477 h 14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83" h="14954">
                  <a:moveTo>
                    <a:pt x="18884" y="7477"/>
                  </a:moveTo>
                  <a:cubicBezTo>
                    <a:pt x="18884" y="11660"/>
                    <a:pt x="14701" y="14955"/>
                    <a:pt x="9505" y="14955"/>
                  </a:cubicBezTo>
                  <a:cubicBezTo>
                    <a:pt x="4309" y="14955"/>
                    <a:pt x="0" y="11660"/>
                    <a:pt x="0" y="7477"/>
                  </a:cubicBezTo>
                  <a:cubicBezTo>
                    <a:pt x="0" y="3295"/>
                    <a:pt x="4182" y="0"/>
                    <a:pt x="9505" y="0"/>
                  </a:cubicBezTo>
                  <a:cubicBezTo>
                    <a:pt x="14828" y="0"/>
                    <a:pt x="18884" y="3295"/>
                    <a:pt x="18884" y="747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79" name="Freeform: Shape 3978">
              <a:extLst>
                <a:ext uri="{FF2B5EF4-FFF2-40B4-BE49-F238E27FC236}">
                  <a16:creationId xmlns:a16="http://schemas.microsoft.com/office/drawing/2014/main" id="{23D1B12C-C062-8675-8D6A-AB6B2B7D1F47}"/>
                </a:ext>
              </a:extLst>
            </p:cNvPr>
            <p:cNvSpPr/>
            <p:nvPr/>
          </p:nvSpPr>
          <p:spPr>
            <a:xfrm>
              <a:off x="1703205" y="2410168"/>
              <a:ext cx="18250" cy="14447"/>
            </a:xfrm>
            <a:custGeom>
              <a:avLst/>
              <a:gdLst>
                <a:gd name="connsiteX0" fmla="*/ 18250 w 18250"/>
                <a:gd name="connsiteY0" fmla="*/ 7224 h 14447"/>
                <a:gd name="connsiteX1" fmla="*/ 9125 w 18250"/>
                <a:gd name="connsiteY1" fmla="*/ 14448 h 14447"/>
                <a:gd name="connsiteX2" fmla="*/ 0 w 18250"/>
                <a:gd name="connsiteY2" fmla="*/ 7224 h 14447"/>
                <a:gd name="connsiteX3" fmla="*/ 9125 w 18250"/>
                <a:gd name="connsiteY3" fmla="*/ 0 h 14447"/>
                <a:gd name="connsiteX4" fmla="*/ 18250 w 18250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7">
                  <a:moveTo>
                    <a:pt x="18250" y="7224"/>
                  </a:moveTo>
                  <a:cubicBezTo>
                    <a:pt x="18250" y="11153"/>
                    <a:pt x="14194" y="14448"/>
                    <a:pt x="9125" y="14448"/>
                  </a:cubicBezTo>
                  <a:cubicBezTo>
                    <a:pt x="4056" y="14448"/>
                    <a:pt x="0" y="11153"/>
                    <a:pt x="0" y="7224"/>
                  </a:cubicBezTo>
                  <a:cubicBezTo>
                    <a:pt x="0" y="3295"/>
                    <a:pt x="4056" y="0"/>
                    <a:pt x="9125" y="0"/>
                  </a:cubicBezTo>
                  <a:cubicBezTo>
                    <a:pt x="14194" y="0"/>
                    <a:pt x="18250" y="3295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80" name="Freeform: Shape 3979">
              <a:extLst>
                <a:ext uri="{FF2B5EF4-FFF2-40B4-BE49-F238E27FC236}">
                  <a16:creationId xmlns:a16="http://schemas.microsoft.com/office/drawing/2014/main" id="{C59E287B-748A-7282-FBC0-E2E9E3A461DB}"/>
                </a:ext>
              </a:extLst>
            </p:cNvPr>
            <p:cNvSpPr/>
            <p:nvPr/>
          </p:nvSpPr>
          <p:spPr>
            <a:xfrm>
              <a:off x="1742240" y="2311440"/>
              <a:ext cx="16729" cy="13180"/>
            </a:xfrm>
            <a:custGeom>
              <a:avLst/>
              <a:gdLst>
                <a:gd name="connsiteX0" fmla="*/ 16729 w 16729"/>
                <a:gd name="connsiteY0" fmla="*/ 6590 h 13180"/>
                <a:gd name="connsiteX1" fmla="*/ 8365 w 16729"/>
                <a:gd name="connsiteY1" fmla="*/ 13180 h 13180"/>
                <a:gd name="connsiteX2" fmla="*/ 0 w 16729"/>
                <a:gd name="connsiteY2" fmla="*/ 6590 h 13180"/>
                <a:gd name="connsiteX3" fmla="*/ 8365 w 16729"/>
                <a:gd name="connsiteY3" fmla="*/ 0 h 13180"/>
                <a:gd name="connsiteX4" fmla="*/ 16729 w 16729"/>
                <a:gd name="connsiteY4" fmla="*/ 6590 h 13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9" h="13180">
                  <a:moveTo>
                    <a:pt x="16729" y="6590"/>
                  </a:moveTo>
                  <a:cubicBezTo>
                    <a:pt x="16729" y="10266"/>
                    <a:pt x="13054" y="13180"/>
                    <a:pt x="8365" y="13180"/>
                  </a:cubicBezTo>
                  <a:cubicBezTo>
                    <a:pt x="3675" y="13180"/>
                    <a:pt x="0" y="10266"/>
                    <a:pt x="0" y="6590"/>
                  </a:cubicBezTo>
                  <a:cubicBezTo>
                    <a:pt x="0" y="2915"/>
                    <a:pt x="3802" y="0"/>
                    <a:pt x="8365" y="0"/>
                  </a:cubicBezTo>
                  <a:cubicBezTo>
                    <a:pt x="12927" y="0"/>
                    <a:pt x="16729" y="2915"/>
                    <a:pt x="16729" y="659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81" name="Freeform: Shape 3980">
              <a:extLst>
                <a:ext uri="{FF2B5EF4-FFF2-40B4-BE49-F238E27FC236}">
                  <a16:creationId xmlns:a16="http://schemas.microsoft.com/office/drawing/2014/main" id="{C8F7E749-CF35-C45A-C49C-B9E7B39FF99D}"/>
                </a:ext>
              </a:extLst>
            </p:cNvPr>
            <p:cNvSpPr/>
            <p:nvPr/>
          </p:nvSpPr>
          <p:spPr>
            <a:xfrm>
              <a:off x="1784570" y="2213220"/>
              <a:ext cx="15968" cy="12673"/>
            </a:xfrm>
            <a:custGeom>
              <a:avLst/>
              <a:gdLst>
                <a:gd name="connsiteX0" fmla="*/ 15969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9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9" y="6337"/>
                  </a:moveTo>
                  <a:cubicBezTo>
                    <a:pt x="15969" y="9759"/>
                    <a:pt x="12420" y="12674"/>
                    <a:pt x="7984" y="12674"/>
                  </a:cubicBezTo>
                  <a:cubicBezTo>
                    <a:pt x="3549" y="12674"/>
                    <a:pt x="0" y="9885"/>
                    <a:pt x="0" y="6337"/>
                  </a:cubicBezTo>
                  <a:cubicBezTo>
                    <a:pt x="0" y="2788"/>
                    <a:pt x="3549" y="0"/>
                    <a:pt x="7984" y="0"/>
                  </a:cubicBezTo>
                  <a:cubicBezTo>
                    <a:pt x="12420" y="0"/>
                    <a:pt x="15969" y="2788"/>
                    <a:pt x="15969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82" name="Freeform: Shape 3981">
              <a:extLst>
                <a:ext uri="{FF2B5EF4-FFF2-40B4-BE49-F238E27FC236}">
                  <a16:creationId xmlns:a16="http://schemas.microsoft.com/office/drawing/2014/main" id="{71D1ACA6-281A-340D-BA7B-067546E9A60D}"/>
                </a:ext>
              </a:extLst>
            </p:cNvPr>
            <p:cNvSpPr/>
            <p:nvPr/>
          </p:nvSpPr>
          <p:spPr>
            <a:xfrm>
              <a:off x="1830321" y="2115887"/>
              <a:ext cx="15335" cy="12166"/>
            </a:xfrm>
            <a:custGeom>
              <a:avLst/>
              <a:gdLst>
                <a:gd name="connsiteX0" fmla="*/ 15335 w 15335"/>
                <a:gd name="connsiteY0" fmla="*/ 6083 h 12166"/>
                <a:gd name="connsiteX1" fmla="*/ 7604 w 15335"/>
                <a:gd name="connsiteY1" fmla="*/ 12167 h 12166"/>
                <a:gd name="connsiteX2" fmla="*/ 0 w 15335"/>
                <a:gd name="connsiteY2" fmla="*/ 6083 h 12166"/>
                <a:gd name="connsiteX3" fmla="*/ 7604 w 15335"/>
                <a:gd name="connsiteY3" fmla="*/ 0 h 12166"/>
                <a:gd name="connsiteX4" fmla="*/ 15335 w 15335"/>
                <a:gd name="connsiteY4" fmla="*/ 6083 h 1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35" h="12166">
                  <a:moveTo>
                    <a:pt x="15335" y="6083"/>
                  </a:moveTo>
                  <a:cubicBezTo>
                    <a:pt x="15335" y="9379"/>
                    <a:pt x="11913" y="12167"/>
                    <a:pt x="7604" y="12167"/>
                  </a:cubicBezTo>
                  <a:cubicBezTo>
                    <a:pt x="3295" y="12167"/>
                    <a:pt x="0" y="9505"/>
                    <a:pt x="0" y="6083"/>
                  </a:cubicBezTo>
                  <a:cubicBezTo>
                    <a:pt x="0" y="2662"/>
                    <a:pt x="3422" y="0"/>
                    <a:pt x="7604" y="0"/>
                  </a:cubicBezTo>
                  <a:cubicBezTo>
                    <a:pt x="11787" y="0"/>
                    <a:pt x="15335" y="2788"/>
                    <a:pt x="15335" y="60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83" name="Freeform: Shape 3982">
              <a:extLst>
                <a:ext uri="{FF2B5EF4-FFF2-40B4-BE49-F238E27FC236}">
                  <a16:creationId xmlns:a16="http://schemas.microsoft.com/office/drawing/2014/main" id="{41268BE6-BCCB-C5C9-2674-FDD81294AE3B}"/>
                </a:ext>
              </a:extLst>
            </p:cNvPr>
            <p:cNvSpPr/>
            <p:nvPr/>
          </p:nvSpPr>
          <p:spPr>
            <a:xfrm>
              <a:off x="1880129" y="2020074"/>
              <a:ext cx="13687" cy="10899"/>
            </a:xfrm>
            <a:custGeom>
              <a:avLst/>
              <a:gdLst>
                <a:gd name="connsiteX0" fmla="*/ 13687 w 13687"/>
                <a:gd name="connsiteY0" fmla="*/ 5450 h 10899"/>
                <a:gd name="connsiteX1" fmla="*/ 6844 w 13687"/>
                <a:gd name="connsiteY1" fmla="*/ 10899 h 10899"/>
                <a:gd name="connsiteX2" fmla="*/ 0 w 13687"/>
                <a:gd name="connsiteY2" fmla="*/ 5450 h 10899"/>
                <a:gd name="connsiteX3" fmla="*/ 6844 w 13687"/>
                <a:gd name="connsiteY3" fmla="*/ 0 h 10899"/>
                <a:gd name="connsiteX4" fmla="*/ 13687 w 13687"/>
                <a:gd name="connsiteY4" fmla="*/ 5450 h 10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87" h="10899">
                  <a:moveTo>
                    <a:pt x="13687" y="5450"/>
                  </a:moveTo>
                  <a:cubicBezTo>
                    <a:pt x="13687" y="8491"/>
                    <a:pt x="10646" y="10899"/>
                    <a:pt x="6844" y="10899"/>
                  </a:cubicBezTo>
                  <a:cubicBezTo>
                    <a:pt x="3042" y="10899"/>
                    <a:pt x="0" y="8491"/>
                    <a:pt x="0" y="5450"/>
                  </a:cubicBezTo>
                  <a:cubicBezTo>
                    <a:pt x="0" y="2408"/>
                    <a:pt x="3168" y="0"/>
                    <a:pt x="6844" y="0"/>
                  </a:cubicBezTo>
                  <a:cubicBezTo>
                    <a:pt x="10519" y="0"/>
                    <a:pt x="13687" y="2408"/>
                    <a:pt x="13687" y="545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84" name="Freeform: Shape 3983">
              <a:extLst>
                <a:ext uri="{FF2B5EF4-FFF2-40B4-BE49-F238E27FC236}">
                  <a16:creationId xmlns:a16="http://schemas.microsoft.com/office/drawing/2014/main" id="{663B411A-D168-0B7A-B536-04AEF8AE84AD}"/>
                </a:ext>
              </a:extLst>
            </p:cNvPr>
            <p:cNvSpPr/>
            <p:nvPr/>
          </p:nvSpPr>
          <p:spPr>
            <a:xfrm>
              <a:off x="1932724" y="1924896"/>
              <a:ext cx="13053" cy="10392"/>
            </a:xfrm>
            <a:custGeom>
              <a:avLst/>
              <a:gdLst>
                <a:gd name="connsiteX0" fmla="*/ 13054 w 13053"/>
                <a:gd name="connsiteY0" fmla="*/ 5196 h 10392"/>
                <a:gd name="connsiteX1" fmla="*/ 6463 w 13053"/>
                <a:gd name="connsiteY1" fmla="*/ 10392 h 10392"/>
                <a:gd name="connsiteX2" fmla="*/ 0 w 13053"/>
                <a:gd name="connsiteY2" fmla="*/ 5196 h 10392"/>
                <a:gd name="connsiteX3" fmla="*/ 6463 w 13053"/>
                <a:gd name="connsiteY3" fmla="*/ 0 h 10392"/>
                <a:gd name="connsiteX4" fmla="*/ 13054 w 13053"/>
                <a:gd name="connsiteY4" fmla="*/ 5196 h 1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53" h="10392">
                  <a:moveTo>
                    <a:pt x="13054" y="5196"/>
                  </a:moveTo>
                  <a:lnTo>
                    <a:pt x="6463" y="10392"/>
                  </a:lnTo>
                  <a:lnTo>
                    <a:pt x="0" y="5196"/>
                  </a:lnTo>
                  <a:lnTo>
                    <a:pt x="6463" y="0"/>
                  </a:lnTo>
                  <a:lnTo>
                    <a:pt x="13054" y="519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85" name="Freeform: Shape 3984">
              <a:extLst>
                <a:ext uri="{FF2B5EF4-FFF2-40B4-BE49-F238E27FC236}">
                  <a16:creationId xmlns:a16="http://schemas.microsoft.com/office/drawing/2014/main" id="{E1E90FD7-F531-F2A4-EB14-115E38184472}"/>
                </a:ext>
              </a:extLst>
            </p:cNvPr>
            <p:cNvSpPr/>
            <p:nvPr/>
          </p:nvSpPr>
          <p:spPr>
            <a:xfrm>
              <a:off x="1989121" y="1831365"/>
              <a:ext cx="11659" cy="9125"/>
            </a:xfrm>
            <a:custGeom>
              <a:avLst/>
              <a:gdLst>
                <a:gd name="connsiteX0" fmla="*/ 11660 w 11659"/>
                <a:gd name="connsiteY0" fmla="*/ 4563 h 9125"/>
                <a:gd name="connsiteX1" fmla="*/ 5830 w 11659"/>
                <a:gd name="connsiteY1" fmla="*/ 9125 h 9125"/>
                <a:gd name="connsiteX2" fmla="*/ 0 w 11659"/>
                <a:gd name="connsiteY2" fmla="*/ 4563 h 9125"/>
                <a:gd name="connsiteX3" fmla="*/ 5830 w 11659"/>
                <a:gd name="connsiteY3" fmla="*/ 0 h 9125"/>
                <a:gd name="connsiteX4" fmla="*/ 11660 w 11659"/>
                <a:gd name="connsiteY4" fmla="*/ 4563 h 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59" h="9125">
                  <a:moveTo>
                    <a:pt x="11660" y="4563"/>
                  </a:moveTo>
                  <a:lnTo>
                    <a:pt x="5830" y="9125"/>
                  </a:lnTo>
                  <a:lnTo>
                    <a:pt x="0" y="4563"/>
                  </a:lnTo>
                  <a:lnTo>
                    <a:pt x="5830" y="0"/>
                  </a:lnTo>
                  <a:lnTo>
                    <a:pt x="11660" y="456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86" name="Freeform: Shape 3985">
              <a:extLst>
                <a:ext uri="{FF2B5EF4-FFF2-40B4-BE49-F238E27FC236}">
                  <a16:creationId xmlns:a16="http://schemas.microsoft.com/office/drawing/2014/main" id="{ADB5EE5E-4E81-6BED-C9C2-2C58D7470718}"/>
                </a:ext>
              </a:extLst>
            </p:cNvPr>
            <p:cNvSpPr/>
            <p:nvPr/>
          </p:nvSpPr>
          <p:spPr>
            <a:xfrm>
              <a:off x="2048180" y="1738467"/>
              <a:ext cx="11533" cy="9251"/>
            </a:xfrm>
            <a:custGeom>
              <a:avLst/>
              <a:gdLst>
                <a:gd name="connsiteX0" fmla="*/ 11533 w 11533"/>
                <a:gd name="connsiteY0" fmla="*/ 4689 h 9251"/>
                <a:gd name="connsiteX1" fmla="*/ 5830 w 11533"/>
                <a:gd name="connsiteY1" fmla="*/ 9252 h 9251"/>
                <a:gd name="connsiteX2" fmla="*/ 0 w 11533"/>
                <a:gd name="connsiteY2" fmla="*/ 4689 h 9251"/>
                <a:gd name="connsiteX3" fmla="*/ 5830 w 11533"/>
                <a:gd name="connsiteY3" fmla="*/ 0 h 9251"/>
                <a:gd name="connsiteX4" fmla="*/ 11533 w 11533"/>
                <a:gd name="connsiteY4" fmla="*/ 4689 h 9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33" h="9251">
                  <a:moveTo>
                    <a:pt x="11533" y="4689"/>
                  </a:moveTo>
                  <a:lnTo>
                    <a:pt x="5830" y="9252"/>
                  </a:lnTo>
                  <a:lnTo>
                    <a:pt x="0" y="4689"/>
                  </a:lnTo>
                  <a:lnTo>
                    <a:pt x="5830" y="0"/>
                  </a:lnTo>
                  <a:lnTo>
                    <a:pt x="11533" y="468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87" name="Freeform: Shape 3986">
              <a:extLst>
                <a:ext uri="{FF2B5EF4-FFF2-40B4-BE49-F238E27FC236}">
                  <a16:creationId xmlns:a16="http://schemas.microsoft.com/office/drawing/2014/main" id="{5480D6D7-0DEA-CFE9-57BE-4AC93C2DACAE}"/>
                </a:ext>
              </a:extLst>
            </p:cNvPr>
            <p:cNvSpPr/>
            <p:nvPr/>
          </p:nvSpPr>
          <p:spPr>
            <a:xfrm>
              <a:off x="2111168" y="1647471"/>
              <a:ext cx="10265" cy="8111"/>
            </a:xfrm>
            <a:custGeom>
              <a:avLst/>
              <a:gdLst>
                <a:gd name="connsiteX0" fmla="*/ 10266 w 10265"/>
                <a:gd name="connsiteY0" fmla="*/ 4182 h 8111"/>
                <a:gd name="connsiteX1" fmla="*/ 5069 w 10265"/>
                <a:gd name="connsiteY1" fmla="*/ 8111 h 8111"/>
                <a:gd name="connsiteX2" fmla="*/ 0 w 10265"/>
                <a:gd name="connsiteY2" fmla="*/ 4182 h 8111"/>
                <a:gd name="connsiteX3" fmla="*/ 5069 w 10265"/>
                <a:gd name="connsiteY3" fmla="*/ 0 h 8111"/>
                <a:gd name="connsiteX4" fmla="*/ 10266 w 10265"/>
                <a:gd name="connsiteY4" fmla="*/ 4182 h 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5" h="8111">
                  <a:moveTo>
                    <a:pt x="10266" y="4182"/>
                  </a:moveTo>
                  <a:lnTo>
                    <a:pt x="5069" y="8111"/>
                  </a:lnTo>
                  <a:lnTo>
                    <a:pt x="0" y="4182"/>
                  </a:lnTo>
                  <a:lnTo>
                    <a:pt x="5069" y="0"/>
                  </a:lnTo>
                  <a:lnTo>
                    <a:pt x="10266" y="41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88" name="Freeform: Shape 3987">
              <a:extLst>
                <a:ext uri="{FF2B5EF4-FFF2-40B4-BE49-F238E27FC236}">
                  <a16:creationId xmlns:a16="http://schemas.microsoft.com/office/drawing/2014/main" id="{4BC3388C-2DEA-B9AD-C4E1-CCEF769B7B52}"/>
                </a:ext>
              </a:extLst>
            </p:cNvPr>
            <p:cNvSpPr/>
            <p:nvPr/>
          </p:nvSpPr>
          <p:spPr>
            <a:xfrm>
              <a:off x="2177071" y="1557742"/>
              <a:ext cx="9505" cy="7477"/>
            </a:xfrm>
            <a:custGeom>
              <a:avLst/>
              <a:gdLst>
                <a:gd name="connsiteX0" fmla="*/ 9505 w 9505"/>
                <a:gd name="connsiteY0" fmla="*/ 3802 h 7477"/>
                <a:gd name="connsiteX1" fmla="*/ 4689 w 9505"/>
                <a:gd name="connsiteY1" fmla="*/ 7477 h 7477"/>
                <a:gd name="connsiteX2" fmla="*/ 0 w 9505"/>
                <a:gd name="connsiteY2" fmla="*/ 3802 h 7477"/>
                <a:gd name="connsiteX3" fmla="*/ 4689 w 9505"/>
                <a:gd name="connsiteY3" fmla="*/ 0 h 7477"/>
                <a:gd name="connsiteX4" fmla="*/ 9505 w 9505"/>
                <a:gd name="connsiteY4" fmla="*/ 3802 h 7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05" h="7477">
                  <a:moveTo>
                    <a:pt x="9505" y="3802"/>
                  </a:moveTo>
                  <a:lnTo>
                    <a:pt x="4689" y="7477"/>
                  </a:lnTo>
                  <a:lnTo>
                    <a:pt x="0" y="3802"/>
                  </a:lnTo>
                  <a:lnTo>
                    <a:pt x="4689" y="0"/>
                  </a:lnTo>
                  <a:lnTo>
                    <a:pt x="9505" y="380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89" name="Freeform: Shape 3988">
              <a:extLst>
                <a:ext uri="{FF2B5EF4-FFF2-40B4-BE49-F238E27FC236}">
                  <a16:creationId xmlns:a16="http://schemas.microsoft.com/office/drawing/2014/main" id="{60C0C353-9AE1-1D10-5DDA-6DCB7DC9DCC4}"/>
                </a:ext>
              </a:extLst>
            </p:cNvPr>
            <p:cNvSpPr/>
            <p:nvPr/>
          </p:nvSpPr>
          <p:spPr>
            <a:xfrm>
              <a:off x="2246522" y="1469787"/>
              <a:ext cx="8111" cy="6336"/>
            </a:xfrm>
            <a:custGeom>
              <a:avLst/>
              <a:gdLst>
                <a:gd name="connsiteX0" fmla="*/ 8111 w 8111"/>
                <a:gd name="connsiteY0" fmla="*/ 3168 h 6336"/>
                <a:gd name="connsiteX1" fmla="*/ 4056 w 8111"/>
                <a:gd name="connsiteY1" fmla="*/ 6337 h 6336"/>
                <a:gd name="connsiteX2" fmla="*/ 0 w 8111"/>
                <a:gd name="connsiteY2" fmla="*/ 3168 h 6336"/>
                <a:gd name="connsiteX3" fmla="*/ 4056 w 8111"/>
                <a:gd name="connsiteY3" fmla="*/ 0 h 6336"/>
                <a:gd name="connsiteX4" fmla="*/ 8111 w 8111"/>
                <a:gd name="connsiteY4" fmla="*/ 3168 h 6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11" h="6336">
                  <a:moveTo>
                    <a:pt x="8111" y="3168"/>
                  </a:moveTo>
                  <a:lnTo>
                    <a:pt x="4056" y="6337"/>
                  </a:lnTo>
                  <a:lnTo>
                    <a:pt x="0" y="3168"/>
                  </a:lnTo>
                  <a:lnTo>
                    <a:pt x="4056" y="0"/>
                  </a:lnTo>
                  <a:lnTo>
                    <a:pt x="8111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90" name="Freeform: Shape 3989">
              <a:extLst>
                <a:ext uri="{FF2B5EF4-FFF2-40B4-BE49-F238E27FC236}">
                  <a16:creationId xmlns:a16="http://schemas.microsoft.com/office/drawing/2014/main" id="{6EE5DC07-6BA5-36E9-7924-AEF2A2D7242A}"/>
                </a:ext>
              </a:extLst>
            </p:cNvPr>
            <p:cNvSpPr/>
            <p:nvPr/>
          </p:nvSpPr>
          <p:spPr>
            <a:xfrm>
              <a:off x="2318762" y="1383100"/>
              <a:ext cx="7350" cy="5829"/>
            </a:xfrm>
            <a:custGeom>
              <a:avLst/>
              <a:gdLst>
                <a:gd name="connsiteX0" fmla="*/ 7351 w 7350"/>
                <a:gd name="connsiteY0" fmla="*/ 2915 h 5829"/>
                <a:gd name="connsiteX1" fmla="*/ 3675 w 7350"/>
                <a:gd name="connsiteY1" fmla="*/ 5830 h 5829"/>
                <a:gd name="connsiteX2" fmla="*/ 0 w 7350"/>
                <a:gd name="connsiteY2" fmla="*/ 2915 h 5829"/>
                <a:gd name="connsiteX3" fmla="*/ 3675 w 7350"/>
                <a:gd name="connsiteY3" fmla="*/ 0 h 5829"/>
                <a:gd name="connsiteX4" fmla="*/ 7351 w 7350"/>
                <a:gd name="connsiteY4" fmla="*/ 2915 h 5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0" h="5829">
                  <a:moveTo>
                    <a:pt x="7351" y="2915"/>
                  </a:moveTo>
                  <a:lnTo>
                    <a:pt x="3675" y="5830"/>
                  </a:lnTo>
                  <a:lnTo>
                    <a:pt x="0" y="2915"/>
                  </a:lnTo>
                  <a:lnTo>
                    <a:pt x="3675" y="0"/>
                  </a:lnTo>
                  <a:lnTo>
                    <a:pt x="7351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91" name="Freeform: Shape 3990">
              <a:extLst>
                <a:ext uri="{FF2B5EF4-FFF2-40B4-BE49-F238E27FC236}">
                  <a16:creationId xmlns:a16="http://schemas.microsoft.com/office/drawing/2014/main" id="{B0913295-F0E9-2307-8E86-A42AEAB8A3DB}"/>
                </a:ext>
              </a:extLst>
            </p:cNvPr>
            <p:cNvSpPr/>
            <p:nvPr/>
          </p:nvSpPr>
          <p:spPr>
            <a:xfrm>
              <a:off x="2394550" y="1298440"/>
              <a:ext cx="5703" cy="4435"/>
            </a:xfrm>
            <a:custGeom>
              <a:avLst/>
              <a:gdLst>
                <a:gd name="connsiteX0" fmla="*/ 5703 w 5703"/>
                <a:gd name="connsiteY0" fmla="*/ 2281 h 4435"/>
                <a:gd name="connsiteX1" fmla="*/ 2915 w 5703"/>
                <a:gd name="connsiteY1" fmla="*/ 4436 h 4435"/>
                <a:gd name="connsiteX2" fmla="*/ 0 w 5703"/>
                <a:gd name="connsiteY2" fmla="*/ 2281 h 4435"/>
                <a:gd name="connsiteX3" fmla="*/ 2915 w 5703"/>
                <a:gd name="connsiteY3" fmla="*/ 0 h 4435"/>
                <a:gd name="connsiteX4" fmla="*/ 5703 w 5703"/>
                <a:gd name="connsiteY4" fmla="*/ 2281 h 4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03" h="4435">
                  <a:moveTo>
                    <a:pt x="5703" y="2281"/>
                  </a:moveTo>
                  <a:lnTo>
                    <a:pt x="2915" y="4436"/>
                  </a:lnTo>
                  <a:lnTo>
                    <a:pt x="0" y="2281"/>
                  </a:lnTo>
                  <a:lnTo>
                    <a:pt x="2915" y="0"/>
                  </a:lnTo>
                  <a:lnTo>
                    <a:pt x="5703" y="22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92" name="Freeform: Shape 3991">
              <a:extLst>
                <a:ext uri="{FF2B5EF4-FFF2-40B4-BE49-F238E27FC236}">
                  <a16:creationId xmlns:a16="http://schemas.microsoft.com/office/drawing/2014/main" id="{20A5B4B8-9F6E-7C29-C902-A0CA227D6431}"/>
                </a:ext>
              </a:extLst>
            </p:cNvPr>
            <p:cNvSpPr/>
            <p:nvPr/>
          </p:nvSpPr>
          <p:spPr>
            <a:xfrm>
              <a:off x="2473253" y="1215301"/>
              <a:ext cx="4309" cy="3421"/>
            </a:xfrm>
            <a:custGeom>
              <a:avLst/>
              <a:gdLst>
                <a:gd name="connsiteX0" fmla="*/ 4309 w 4309"/>
                <a:gd name="connsiteY0" fmla="*/ 1774 h 3421"/>
                <a:gd name="connsiteX1" fmla="*/ 2155 w 4309"/>
                <a:gd name="connsiteY1" fmla="*/ 3422 h 3421"/>
                <a:gd name="connsiteX2" fmla="*/ 0 w 4309"/>
                <a:gd name="connsiteY2" fmla="*/ 1774 h 3421"/>
                <a:gd name="connsiteX3" fmla="*/ 2155 w 4309"/>
                <a:gd name="connsiteY3" fmla="*/ 0 h 3421"/>
                <a:gd name="connsiteX4" fmla="*/ 4309 w 4309"/>
                <a:gd name="connsiteY4" fmla="*/ 1774 h 3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9" h="3421">
                  <a:moveTo>
                    <a:pt x="4309" y="1774"/>
                  </a:moveTo>
                  <a:lnTo>
                    <a:pt x="2155" y="3422"/>
                  </a:lnTo>
                  <a:lnTo>
                    <a:pt x="0" y="1774"/>
                  </a:lnTo>
                  <a:lnTo>
                    <a:pt x="2155" y="0"/>
                  </a:lnTo>
                  <a:lnTo>
                    <a:pt x="4309" y="177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93" name="Freeform: Shape 3992">
              <a:extLst>
                <a:ext uri="{FF2B5EF4-FFF2-40B4-BE49-F238E27FC236}">
                  <a16:creationId xmlns:a16="http://schemas.microsoft.com/office/drawing/2014/main" id="{9F05D950-B484-9D89-0DE2-6E1BCD533240}"/>
                </a:ext>
              </a:extLst>
            </p:cNvPr>
            <p:cNvSpPr/>
            <p:nvPr/>
          </p:nvSpPr>
          <p:spPr>
            <a:xfrm>
              <a:off x="2554491" y="1133810"/>
              <a:ext cx="3548" cy="2788"/>
            </a:xfrm>
            <a:custGeom>
              <a:avLst/>
              <a:gdLst>
                <a:gd name="connsiteX0" fmla="*/ 3549 w 3548"/>
                <a:gd name="connsiteY0" fmla="*/ 1394 h 2788"/>
                <a:gd name="connsiteX1" fmla="*/ 1774 w 3548"/>
                <a:gd name="connsiteY1" fmla="*/ 2788 h 2788"/>
                <a:gd name="connsiteX2" fmla="*/ 0 w 3548"/>
                <a:gd name="connsiteY2" fmla="*/ 1394 h 2788"/>
                <a:gd name="connsiteX3" fmla="*/ 1774 w 3548"/>
                <a:gd name="connsiteY3" fmla="*/ 0 h 2788"/>
                <a:gd name="connsiteX4" fmla="*/ 3549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9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9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94" name="Freeform: Shape 3993">
              <a:extLst>
                <a:ext uri="{FF2B5EF4-FFF2-40B4-BE49-F238E27FC236}">
                  <a16:creationId xmlns:a16="http://schemas.microsoft.com/office/drawing/2014/main" id="{C84E8861-AB78-3DF4-C09F-1806CE5DF1EC}"/>
                </a:ext>
              </a:extLst>
            </p:cNvPr>
            <p:cNvSpPr/>
            <p:nvPr/>
          </p:nvSpPr>
          <p:spPr>
            <a:xfrm>
              <a:off x="2638643" y="1054093"/>
              <a:ext cx="2914" cy="2281"/>
            </a:xfrm>
            <a:custGeom>
              <a:avLst/>
              <a:gdLst>
                <a:gd name="connsiteX0" fmla="*/ 2915 w 2914"/>
                <a:gd name="connsiteY0" fmla="*/ 1141 h 2281"/>
                <a:gd name="connsiteX1" fmla="*/ 1394 w 2914"/>
                <a:gd name="connsiteY1" fmla="*/ 2281 h 2281"/>
                <a:gd name="connsiteX2" fmla="*/ 0 w 2914"/>
                <a:gd name="connsiteY2" fmla="*/ 1141 h 2281"/>
                <a:gd name="connsiteX3" fmla="*/ 1394 w 2914"/>
                <a:gd name="connsiteY3" fmla="*/ 0 h 2281"/>
                <a:gd name="connsiteX4" fmla="*/ 2915 w 2914"/>
                <a:gd name="connsiteY4" fmla="*/ 1141 h 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" h="2281">
                  <a:moveTo>
                    <a:pt x="2915" y="1141"/>
                  </a:moveTo>
                  <a:lnTo>
                    <a:pt x="1394" y="2281"/>
                  </a:lnTo>
                  <a:lnTo>
                    <a:pt x="0" y="1141"/>
                  </a:lnTo>
                  <a:lnTo>
                    <a:pt x="1394" y="0"/>
                  </a:lnTo>
                  <a:lnTo>
                    <a:pt x="2915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95" name="Freeform: Shape 3994">
              <a:extLst>
                <a:ext uri="{FF2B5EF4-FFF2-40B4-BE49-F238E27FC236}">
                  <a16:creationId xmlns:a16="http://schemas.microsoft.com/office/drawing/2014/main" id="{7C5F2034-10AE-B1C4-A4C7-98185A4F52D3}"/>
                </a:ext>
              </a:extLst>
            </p:cNvPr>
            <p:cNvSpPr/>
            <p:nvPr/>
          </p:nvSpPr>
          <p:spPr>
            <a:xfrm>
              <a:off x="2725964" y="976657"/>
              <a:ext cx="1394" cy="1140"/>
            </a:xfrm>
            <a:custGeom>
              <a:avLst/>
              <a:gdLst>
                <a:gd name="connsiteX0" fmla="*/ 1394 w 1394"/>
                <a:gd name="connsiteY0" fmla="*/ 507 h 1140"/>
                <a:gd name="connsiteX1" fmla="*/ 760 w 1394"/>
                <a:gd name="connsiteY1" fmla="*/ 1141 h 1140"/>
                <a:gd name="connsiteX2" fmla="*/ 0 w 1394"/>
                <a:gd name="connsiteY2" fmla="*/ 507 h 1140"/>
                <a:gd name="connsiteX3" fmla="*/ 760 w 1394"/>
                <a:gd name="connsiteY3" fmla="*/ 0 h 1140"/>
                <a:gd name="connsiteX4" fmla="*/ 1394 w 1394"/>
                <a:gd name="connsiteY4" fmla="*/ 507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" h="1140">
                  <a:moveTo>
                    <a:pt x="1394" y="507"/>
                  </a:moveTo>
                  <a:lnTo>
                    <a:pt x="760" y="1141"/>
                  </a:lnTo>
                  <a:lnTo>
                    <a:pt x="0" y="507"/>
                  </a:lnTo>
                  <a:lnTo>
                    <a:pt x="760" y="0"/>
                  </a:lnTo>
                  <a:lnTo>
                    <a:pt x="1394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96" name="Freeform: Shape 3995">
              <a:extLst>
                <a:ext uri="{FF2B5EF4-FFF2-40B4-BE49-F238E27FC236}">
                  <a16:creationId xmlns:a16="http://schemas.microsoft.com/office/drawing/2014/main" id="{81F3EC6F-778B-1773-20E7-E6DE4A6EB0EB}"/>
                </a:ext>
              </a:extLst>
            </p:cNvPr>
            <p:cNvSpPr/>
            <p:nvPr/>
          </p:nvSpPr>
          <p:spPr>
            <a:xfrm>
              <a:off x="2815820" y="900869"/>
              <a:ext cx="507" cy="506"/>
            </a:xfrm>
            <a:custGeom>
              <a:avLst/>
              <a:gdLst>
                <a:gd name="connsiteX0" fmla="*/ 507 w 507"/>
                <a:gd name="connsiteY0" fmla="*/ 254 h 506"/>
                <a:gd name="connsiteX1" fmla="*/ 254 w 507"/>
                <a:gd name="connsiteY1" fmla="*/ 507 h 506"/>
                <a:gd name="connsiteX2" fmla="*/ 0 w 507"/>
                <a:gd name="connsiteY2" fmla="*/ 254 h 506"/>
                <a:gd name="connsiteX3" fmla="*/ 254 w 507"/>
                <a:gd name="connsiteY3" fmla="*/ 0 h 506"/>
                <a:gd name="connsiteX4" fmla="*/ 507 w 507"/>
                <a:gd name="connsiteY4" fmla="*/ 254 h 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7" h="506">
                  <a:moveTo>
                    <a:pt x="507" y="254"/>
                  </a:moveTo>
                  <a:lnTo>
                    <a:pt x="254" y="507"/>
                  </a:lnTo>
                  <a:lnTo>
                    <a:pt x="0" y="254"/>
                  </a:lnTo>
                  <a:lnTo>
                    <a:pt x="254" y="0"/>
                  </a:lnTo>
                  <a:lnTo>
                    <a:pt x="507" y="2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97" name="Freeform: Shape 3996">
              <a:extLst>
                <a:ext uri="{FF2B5EF4-FFF2-40B4-BE49-F238E27FC236}">
                  <a16:creationId xmlns:a16="http://schemas.microsoft.com/office/drawing/2014/main" id="{9995BD07-268B-07F2-8E8E-729909F73600}"/>
                </a:ext>
              </a:extLst>
            </p:cNvPr>
            <p:cNvSpPr/>
            <p:nvPr/>
          </p:nvSpPr>
          <p:spPr>
            <a:xfrm>
              <a:off x="2907957" y="826855"/>
              <a:ext cx="380" cy="380"/>
            </a:xfrm>
            <a:custGeom>
              <a:avLst/>
              <a:gdLst>
                <a:gd name="connsiteX0" fmla="*/ 380 w 380"/>
                <a:gd name="connsiteY0" fmla="*/ 253 h 380"/>
                <a:gd name="connsiteX1" fmla="*/ 254 w 380"/>
                <a:gd name="connsiteY1" fmla="*/ 380 h 380"/>
                <a:gd name="connsiteX2" fmla="*/ 0 w 380"/>
                <a:gd name="connsiteY2" fmla="*/ 253 h 380"/>
                <a:gd name="connsiteX3" fmla="*/ 254 w 380"/>
                <a:gd name="connsiteY3" fmla="*/ 0 h 380"/>
                <a:gd name="connsiteX4" fmla="*/ 380 w 380"/>
                <a:gd name="connsiteY4" fmla="*/ 253 h 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" h="380">
                  <a:moveTo>
                    <a:pt x="380" y="253"/>
                  </a:moveTo>
                  <a:lnTo>
                    <a:pt x="254" y="380"/>
                  </a:lnTo>
                  <a:lnTo>
                    <a:pt x="0" y="253"/>
                  </a:lnTo>
                  <a:lnTo>
                    <a:pt x="254" y="0"/>
                  </a:lnTo>
                  <a:lnTo>
                    <a:pt x="380" y="25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98" name="Freeform: Shape 3997">
              <a:extLst>
                <a:ext uri="{FF2B5EF4-FFF2-40B4-BE49-F238E27FC236}">
                  <a16:creationId xmlns:a16="http://schemas.microsoft.com/office/drawing/2014/main" id="{0251E717-2DF9-2FED-B2BA-3AC7A8EA1188}"/>
                </a:ext>
              </a:extLst>
            </p:cNvPr>
            <p:cNvSpPr/>
            <p:nvPr/>
          </p:nvSpPr>
          <p:spPr>
            <a:xfrm>
              <a:off x="3002375" y="754743"/>
              <a:ext cx="887" cy="633"/>
            </a:xfrm>
            <a:custGeom>
              <a:avLst/>
              <a:gdLst>
                <a:gd name="connsiteX0" fmla="*/ 887 w 887"/>
                <a:gd name="connsiteY0" fmla="*/ 380 h 633"/>
                <a:gd name="connsiteX1" fmla="*/ 380 w 887"/>
                <a:gd name="connsiteY1" fmla="*/ 634 h 633"/>
                <a:gd name="connsiteX2" fmla="*/ 0 w 887"/>
                <a:gd name="connsiteY2" fmla="*/ 380 h 633"/>
                <a:gd name="connsiteX3" fmla="*/ 380 w 887"/>
                <a:gd name="connsiteY3" fmla="*/ 0 h 633"/>
                <a:gd name="connsiteX4" fmla="*/ 887 w 887"/>
                <a:gd name="connsiteY4" fmla="*/ 380 h 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7" h="633">
                  <a:moveTo>
                    <a:pt x="887" y="380"/>
                  </a:moveTo>
                  <a:lnTo>
                    <a:pt x="380" y="634"/>
                  </a:lnTo>
                  <a:lnTo>
                    <a:pt x="0" y="380"/>
                  </a:lnTo>
                  <a:lnTo>
                    <a:pt x="380" y="0"/>
                  </a:lnTo>
                  <a:lnTo>
                    <a:pt x="887" y="38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99" name="Freeform: Shape 3998">
              <a:extLst>
                <a:ext uri="{FF2B5EF4-FFF2-40B4-BE49-F238E27FC236}">
                  <a16:creationId xmlns:a16="http://schemas.microsoft.com/office/drawing/2014/main" id="{55A4CE36-8243-D53B-A068-47F7270CFBAD}"/>
                </a:ext>
              </a:extLst>
            </p:cNvPr>
            <p:cNvSpPr/>
            <p:nvPr/>
          </p:nvSpPr>
          <p:spPr>
            <a:xfrm>
              <a:off x="3099075" y="684531"/>
              <a:ext cx="1774" cy="1520"/>
            </a:xfrm>
            <a:custGeom>
              <a:avLst/>
              <a:gdLst>
                <a:gd name="connsiteX0" fmla="*/ 1774 w 1774"/>
                <a:gd name="connsiteY0" fmla="*/ 760 h 1520"/>
                <a:gd name="connsiteX1" fmla="*/ 887 w 1774"/>
                <a:gd name="connsiteY1" fmla="*/ 1521 h 1520"/>
                <a:gd name="connsiteX2" fmla="*/ 0 w 1774"/>
                <a:gd name="connsiteY2" fmla="*/ 760 h 1520"/>
                <a:gd name="connsiteX3" fmla="*/ 887 w 1774"/>
                <a:gd name="connsiteY3" fmla="*/ 0 h 1520"/>
                <a:gd name="connsiteX4" fmla="*/ 1774 w 1774"/>
                <a:gd name="connsiteY4" fmla="*/ 760 h 1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" h="1520">
                  <a:moveTo>
                    <a:pt x="1774" y="760"/>
                  </a:moveTo>
                  <a:lnTo>
                    <a:pt x="887" y="1521"/>
                  </a:lnTo>
                  <a:lnTo>
                    <a:pt x="0" y="760"/>
                  </a:lnTo>
                  <a:lnTo>
                    <a:pt x="887" y="0"/>
                  </a:lnTo>
                  <a:lnTo>
                    <a:pt x="1774" y="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00" name="Freeform: Shape 3999">
              <a:extLst>
                <a:ext uri="{FF2B5EF4-FFF2-40B4-BE49-F238E27FC236}">
                  <a16:creationId xmlns:a16="http://schemas.microsoft.com/office/drawing/2014/main" id="{2B7C9655-52B3-256B-9DF8-237FF1808313}"/>
                </a:ext>
              </a:extLst>
            </p:cNvPr>
            <p:cNvSpPr/>
            <p:nvPr/>
          </p:nvSpPr>
          <p:spPr>
            <a:xfrm>
              <a:off x="3198436" y="616727"/>
              <a:ext cx="2281" cy="1901"/>
            </a:xfrm>
            <a:custGeom>
              <a:avLst/>
              <a:gdLst>
                <a:gd name="connsiteX0" fmla="*/ 2281 w 2281"/>
                <a:gd name="connsiteY0" fmla="*/ 1014 h 1901"/>
                <a:gd name="connsiteX1" fmla="*/ 1141 w 2281"/>
                <a:gd name="connsiteY1" fmla="*/ 1901 h 1901"/>
                <a:gd name="connsiteX2" fmla="*/ 0 w 2281"/>
                <a:gd name="connsiteY2" fmla="*/ 1014 h 1901"/>
                <a:gd name="connsiteX3" fmla="*/ 1141 w 2281"/>
                <a:gd name="connsiteY3" fmla="*/ 0 h 1901"/>
                <a:gd name="connsiteX4" fmla="*/ 2281 w 2281"/>
                <a:gd name="connsiteY4" fmla="*/ 1014 h 1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1" h="1901">
                  <a:moveTo>
                    <a:pt x="2281" y="1014"/>
                  </a:moveTo>
                  <a:lnTo>
                    <a:pt x="1141" y="1901"/>
                  </a:lnTo>
                  <a:lnTo>
                    <a:pt x="0" y="1014"/>
                  </a:lnTo>
                  <a:lnTo>
                    <a:pt x="1141" y="0"/>
                  </a:lnTo>
                  <a:lnTo>
                    <a:pt x="2281" y="101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01" name="Freeform: Shape 4000">
              <a:extLst>
                <a:ext uri="{FF2B5EF4-FFF2-40B4-BE49-F238E27FC236}">
                  <a16:creationId xmlns:a16="http://schemas.microsoft.com/office/drawing/2014/main" id="{C563C3FB-C92B-A07F-9672-AB4097B04C1F}"/>
                </a:ext>
              </a:extLst>
            </p:cNvPr>
            <p:cNvSpPr/>
            <p:nvPr/>
          </p:nvSpPr>
          <p:spPr>
            <a:xfrm>
              <a:off x="3300079" y="551205"/>
              <a:ext cx="3041" cy="2281"/>
            </a:xfrm>
            <a:custGeom>
              <a:avLst/>
              <a:gdLst>
                <a:gd name="connsiteX0" fmla="*/ 3042 w 3041"/>
                <a:gd name="connsiteY0" fmla="*/ 1141 h 2281"/>
                <a:gd name="connsiteX1" fmla="*/ 1521 w 3041"/>
                <a:gd name="connsiteY1" fmla="*/ 2281 h 2281"/>
                <a:gd name="connsiteX2" fmla="*/ 0 w 3041"/>
                <a:gd name="connsiteY2" fmla="*/ 1141 h 2281"/>
                <a:gd name="connsiteX3" fmla="*/ 1521 w 3041"/>
                <a:gd name="connsiteY3" fmla="*/ 0 h 2281"/>
                <a:gd name="connsiteX4" fmla="*/ 3042 w 3041"/>
                <a:gd name="connsiteY4" fmla="*/ 1141 h 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1" h="2281">
                  <a:moveTo>
                    <a:pt x="3042" y="1141"/>
                  </a:moveTo>
                  <a:lnTo>
                    <a:pt x="1521" y="2281"/>
                  </a:lnTo>
                  <a:lnTo>
                    <a:pt x="0" y="1141"/>
                  </a:lnTo>
                  <a:lnTo>
                    <a:pt x="1521" y="0"/>
                  </a:lnTo>
                  <a:lnTo>
                    <a:pt x="3042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02" name="Freeform: Shape 4001">
              <a:extLst>
                <a:ext uri="{FF2B5EF4-FFF2-40B4-BE49-F238E27FC236}">
                  <a16:creationId xmlns:a16="http://schemas.microsoft.com/office/drawing/2014/main" id="{3AB47C2E-A38E-26AE-8305-264020DF67A2}"/>
                </a:ext>
              </a:extLst>
            </p:cNvPr>
            <p:cNvSpPr/>
            <p:nvPr/>
          </p:nvSpPr>
          <p:spPr>
            <a:xfrm>
              <a:off x="3403875" y="487710"/>
              <a:ext cx="4055" cy="3295"/>
            </a:xfrm>
            <a:custGeom>
              <a:avLst/>
              <a:gdLst>
                <a:gd name="connsiteX0" fmla="*/ 4056 w 4055"/>
                <a:gd name="connsiteY0" fmla="*/ 1648 h 3295"/>
                <a:gd name="connsiteX1" fmla="*/ 2028 w 4055"/>
                <a:gd name="connsiteY1" fmla="*/ 3295 h 3295"/>
                <a:gd name="connsiteX2" fmla="*/ 0 w 4055"/>
                <a:gd name="connsiteY2" fmla="*/ 1648 h 3295"/>
                <a:gd name="connsiteX3" fmla="*/ 2028 w 4055"/>
                <a:gd name="connsiteY3" fmla="*/ 0 h 3295"/>
                <a:gd name="connsiteX4" fmla="*/ 4056 w 4055"/>
                <a:gd name="connsiteY4" fmla="*/ 1648 h 3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5" h="3295">
                  <a:moveTo>
                    <a:pt x="4056" y="1648"/>
                  </a:moveTo>
                  <a:lnTo>
                    <a:pt x="2028" y="3295"/>
                  </a:lnTo>
                  <a:lnTo>
                    <a:pt x="0" y="1648"/>
                  </a:lnTo>
                  <a:lnTo>
                    <a:pt x="2028" y="0"/>
                  </a:lnTo>
                  <a:lnTo>
                    <a:pt x="4056" y="164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03" name="Freeform: Shape 4002">
              <a:extLst>
                <a:ext uri="{FF2B5EF4-FFF2-40B4-BE49-F238E27FC236}">
                  <a16:creationId xmlns:a16="http://schemas.microsoft.com/office/drawing/2014/main" id="{9B3F0869-8D2D-D5B5-C603-9621B7AB926C}"/>
                </a:ext>
              </a:extLst>
            </p:cNvPr>
            <p:cNvSpPr/>
            <p:nvPr/>
          </p:nvSpPr>
          <p:spPr>
            <a:xfrm>
              <a:off x="3509700" y="426623"/>
              <a:ext cx="5323" cy="4182"/>
            </a:xfrm>
            <a:custGeom>
              <a:avLst/>
              <a:gdLst>
                <a:gd name="connsiteX0" fmla="*/ 5323 w 5323"/>
                <a:gd name="connsiteY0" fmla="*/ 2155 h 4182"/>
                <a:gd name="connsiteX1" fmla="*/ 2662 w 5323"/>
                <a:gd name="connsiteY1" fmla="*/ 4182 h 4182"/>
                <a:gd name="connsiteX2" fmla="*/ 0 w 5323"/>
                <a:gd name="connsiteY2" fmla="*/ 2155 h 4182"/>
                <a:gd name="connsiteX3" fmla="*/ 2662 w 5323"/>
                <a:gd name="connsiteY3" fmla="*/ 0 h 4182"/>
                <a:gd name="connsiteX4" fmla="*/ 5323 w 5323"/>
                <a:gd name="connsiteY4" fmla="*/ 2155 h 4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23" h="4182">
                  <a:moveTo>
                    <a:pt x="5323" y="2155"/>
                  </a:moveTo>
                  <a:lnTo>
                    <a:pt x="2662" y="4182"/>
                  </a:lnTo>
                  <a:lnTo>
                    <a:pt x="0" y="2155"/>
                  </a:lnTo>
                  <a:lnTo>
                    <a:pt x="2662" y="0"/>
                  </a:lnTo>
                  <a:lnTo>
                    <a:pt x="5323" y="215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04" name="Freeform: Shape 4003">
              <a:extLst>
                <a:ext uri="{FF2B5EF4-FFF2-40B4-BE49-F238E27FC236}">
                  <a16:creationId xmlns:a16="http://schemas.microsoft.com/office/drawing/2014/main" id="{B372A3E0-54A8-2142-74EE-5E44E5D1C28D}"/>
                </a:ext>
              </a:extLst>
            </p:cNvPr>
            <p:cNvSpPr/>
            <p:nvPr/>
          </p:nvSpPr>
          <p:spPr>
            <a:xfrm>
              <a:off x="3618059" y="368198"/>
              <a:ext cx="5956" cy="4689"/>
            </a:xfrm>
            <a:custGeom>
              <a:avLst/>
              <a:gdLst>
                <a:gd name="connsiteX0" fmla="*/ 5957 w 5956"/>
                <a:gd name="connsiteY0" fmla="*/ 2281 h 4689"/>
                <a:gd name="connsiteX1" fmla="*/ 3042 w 5956"/>
                <a:gd name="connsiteY1" fmla="*/ 4689 h 4689"/>
                <a:gd name="connsiteX2" fmla="*/ 0 w 5956"/>
                <a:gd name="connsiteY2" fmla="*/ 2281 h 4689"/>
                <a:gd name="connsiteX3" fmla="*/ 3042 w 5956"/>
                <a:gd name="connsiteY3" fmla="*/ 0 h 4689"/>
                <a:gd name="connsiteX4" fmla="*/ 5957 w 5956"/>
                <a:gd name="connsiteY4" fmla="*/ 2281 h 4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6" h="4689">
                  <a:moveTo>
                    <a:pt x="5957" y="2281"/>
                  </a:moveTo>
                  <a:lnTo>
                    <a:pt x="3042" y="4689"/>
                  </a:lnTo>
                  <a:lnTo>
                    <a:pt x="0" y="2281"/>
                  </a:lnTo>
                  <a:lnTo>
                    <a:pt x="3042" y="0"/>
                  </a:lnTo>
                  <a:lnTo>
                    <a:pt x="5957" y="22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05" name="Freeform: Shape 4004">
              <a:extLst>
                <a:ext uri="{FF2B5EF4-FFF2-40B4-BE49-F238E27FC236}">
                  <a16:creationId xmlns:a16="http://schemas.microsoft.com/office/drawing/2014/main" id="{5A6DD2FD-E1AB-1150-E1A6-D5D0920C99DB}"/>
                </a:ext>
              </a:extLst>
            </p:cNvPr>
            <p:cNvSpPr/>
            <p:nvPr/>
          </p:nvSpPr>
          <p:spPr>
            <a:xfrm>
              <a:off x="3728066" y="311801"/>
              <a:ext cx="7224" cy="5829"/>
            </a:xfrm>
            <a:custGeom>
              <a:avLst/>
              <a:gdLst>
                <a:gd name="connsiteX0" fmla="*/ 7224 w 7224"/>
                <a:gd name="connsiteY0" fmla="*/ 2915 h 5829"/>
                <a:gd name="connsiteX1" fmla="*/ 3675 w 7224"/>
                <a:gd name="connsiteY1" fmla="*/ 5830 h 5829"/>
                <a:gd name="connsiteX2" fmla="*/ 0 w 7224"/>
                <a:gd name="connsiteY2" fmla="*/ 2915 h 5829"/>
                <a:gd name="connsiteX3" fmla="*/ 3675 w 7224"/>
                <a:gd name="connsiteY3" fmla="*/ 0 h 5829"/>
                <a:gd name="connsiteX4" fmla="*/ 7224 w 7224"/>
                <a:gd name="connsiteY4" fmla="*/ 2915 h 5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24" h="5829">
                  <a:moveTo>
                    <a:pt x="7224" y="2915"/>
                  </a:moveTo>
                  <a:lnTo>
                    <a:pt x="3675" y="5830"/>
                  </a:lnTo>
                  <a:lnTo>
                    <a:pt x="0" y="2915"/>
                  </a:lnTo>
                  <a:lnTo>
                    <a:pt x="3675" y="0"/>
                  </a:lnTo>
                  <a:lnTo>
                    <a:pt x="7224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06" name="Freeform: Shape 4005">
              <a:extLst>
                <a:ext uri="{FF2B5EF4-FFF2-40B4-BE49-F238E27FC236}">
                  <a16:creationId xmlns:a16="http://schemas.microsoft.com/office/drawing/2014/main" id="{4D927125-17A3-8092-0225-EE269EC29210}"/>
                </a:ext>
              </a:extLst>
            </p:cNvPr>
            <p:cNvSpPr/>
            <p:nvPr/>
          </p:nvSpPr>
          <p:spPr>
            <a:xfrm>
              <a:off x="3840354" y="258318"/>
              <a:ext cx="7857" cy="6210"/>
            </a:xfrm>
            <a:custGeom>
              <a:avLst/>
              <a:gdLst>
                <a:gd name="connsiteX0" fmla="*/ 7858 w 7857"/>
                <a:gd name="connsiteY0" fmla="*/ 3168 h 6210"/>
                <a:gd name="connsiteX1" fmla="*/ 3929 w 7857"/>
                <a:gd name="connsiteY1" fmla="*/ 6210 h 6210"/>
                <a:gd name="connsiteX2" fmla="*/ 0 w 7857"/>
                <a:gd name="connsiteY2" fmla="*/ 3168 h 6210"/>
                <a:gd name="connsiteX3" fmla="*/ 3929 w 7857"/>
                <a:gd name="connsiteY3" fmla="*/ 0 h 6210"/>
                <a:gd name="connsiteX4" fmla="*/ 7858 w 7857"/>
                <a:gd name="connsiteY4" fmla="*/ 3168 h 6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57" h="6210">
                  <a:moveTo>
                    <a:pt x="7858" y="3168"/>
                  </a:moveTo>
                  <a:lnTo>
                    <a:pt x="3929" y="6210"/>
                  </a:lnTo>
                  <a:lnTo>
                    <a:pt x="0" y="3168"/>
                  </a:lnTo>
                  <a:lnTo>
                    <a:pt x="3929" y="0"/>
                  </a:lnTo>
                  <a:lnTo>
                    <a:pt x="7858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07" name="Freeform: Shape 4006">
              <a:extLst>
                <a:ext uri="{FF2B5EF4-FFF2-40B4-BE49-F238E27FC236}">
                  <a16:creationId xmlns:a16="http://schemas.microsoft.com/office/drawing/2014/main" id="{F7162ED3-9C36-77C7-76DA-06EE7F41D0F1}"/>
                </a:ext>
              </a:extLst>
            </p:cNvPr>
            <p:cNvSpPr/>
            <p:nvPr/>
          </p:nvSpPr>
          <p:spPr>
            <a:xfrm>
              <a:off x="3954543" y="207370"/>
              <a:ext cx="8491" cy="6717"/>
            </a:xfrm>
            <a:custGeom>
              <a:avLst/>
              <a:gdLst>
                <a:gd name="connsiteX0" fmla="*/ 8491 w 8491"/>
                <a:gd name="connsiteY0" fmla="*/ 3422 h 6717"/>
                <a:gd name="connsiteX1" fmla="*/ 4182 w 8491"/>
                <a:gd name="connsiteY1" fmla="*/ 6717 h 6717"/>
                <a:gd name="connsiteX2" fmla="*/ 0 w 8491"/>
                <a:gd name="connsiteY2" fmla="*/ 3422 h 6717"/>
                <a:gd name="connsiteX3" fmla="*/ 4182 w 8491"/>
                <a:gd name="connsiteY3" fmla="*/ 0 h 6717"/>
                <a:gd name="connsiteX4" fmla="*/ 8491 w 8491"/>
                <a:gd name="connsiteY4" fmla="*/ 3422 h 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91" h="6717">
                  <a:moveTo>
                    <a:pt x="8491" y="3422"/>
                  </a:moveTo>
                  <a:lnTo>
                    <a:pt x="4182" y="6717"/>
                  </a:lnTo>
                  <a:lnTo>
                    <a:pt x="0" y="3422"/>
                  </a:lnTo>
                  <a:lnTo>
                    <a:pt x="4182" y="0"/>
                  </a:lnTo>
                  <a:lnTo>
                    <a:pt x="8491" y="342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08" name="Freeform: Shape 4007">
              <a:extLst>
                <a:ext uri="{FF2B5EF4-FFF2-40B4-BE49-F238E27FC236}">
                  <a16:creationId xmlns:a16="http://schemas.microsoft.com/office/drawing/2014/main" id="{62BE92EE-DB00-6162-25F7-7D87E6B3A324}"/>
                </a:ext>
              </a:extLst>
            </p:cNvPr>
            <p:cNvSpPr/>
            <p:nvPr/>
          </p:nvSpPr>
          <p:spPr>
            <a:xfrm>
              <a:off x="4070380" y="158957"/>
              <a:ext cx="9251" cy="7350"/>
            </a:xfrm>
            <a:custGeom>
              <a:avLst/>
              <a:gdLst>
                <a:gd name="connsiteX0" fmla="*/ 9251 w 9251"/>
                <a:gd name="connsiteY0" fmla="*/ 3675 h 7350"/>
                <a:gd name="connsiteX1" fmla="*/ 4562 w 9251"/>
                <a:gd name="connsiteY1" fmla="*/ 7351 h 7350"/>
                <a:gd name="connsiteX2" fmla="*/ 0 w 9251"/>
                <a:gd name="connsiteY2" fmla="*/ 3675 h 7350"/>
                <a:gd name="connsiteX3" fmla="*/ 4562 w 9251"/>
                <a:gd name="connsiteY3" fmla="*/ 0 h 7350"/>
                <a:gd name="connsiteX4" fmla="*/ 9251 w 9251"/>
                <a:gd name="connsiteY4" fmla="*/ 3675 h 7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51" h="7350">
                  <a:moveTo>
                    <a:pt x="9251" y="3675"/>
                  </a:moveTo>
                  <a:lnTo>
                    <a:pt x="4562" y="7351"/>
                  </a:lnTo>
                  <a:lnTo>
                    <a:pt x="0" y="3675"/>
                  </a:lnTo>
                  <a:lnTo>
                    <a:pt x="4562" y="0"/>
                  </a:lnTo>
                  <a:lnTo>
                    <a:pt x="9251" y="367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09" name="Freeform: Shape 4008">
              <a:extLst>
                <a:ext uri="{FF2B5EF4-FFF2-40B4-BE49-F238E27FC236}">
                  <a16:creationId xmlns:a16="http://schemas.microsoft.com/office/drawing/2014/main" id="{5F7A5142-886C-C665-6ED6-04F7735902D3}"/>
                </a:ext>
              </a:extLst>
            </p:cNvPr>
            <p:cNvSpPr/>
            <p:nvPr/>
          </p:nvSpPr>
          <p:spPr>
            <a:xfrm>
              <a:off x="4187610" y="112825"/>
              <a:ext cx="10645" cy="8491"/>
            </a:xfrm>
            <a:custGeom>
              <a:avLst/>
              <a:gdLst>
                <a:gd name="connsiteX0" fmla="*/ 10646 w 10645"/>
                <a:gd name="connsiteY0" fmla="*/ 4309 h 8491"/>
                <a:gd name="connsiteX1" fmla="*/ 5323 w 10645"/>
                <a:gd name="connsiteY1" fmla="*/ 8491 h 8491"/>
                <a:gd name="connsiteX2" fmla="*/ 0 w 10645"/>
                <a:gd name="connsiteY2" fmla="*/ 4309 h 8491"/>
                <a:gd name="connsiteX3" fmla="*/ 5323 w 10645"/>
                <a:gd name="connsiteY3" fmla="*/ 0 h 8491"/>
                <a:gd name="connsiteX4" fmla="*/ 10646 w 10645"/>
                <a:gd name="connsiteY4" fmla="*/ 4309 h 8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45" h="8491">
                  <a:moveTo>
                    <a:pt x="10646" y="4309"/>
                  </a:moveTo>
                  <a:lnTo>
                    <a:pt x="5323" y="8491"/>
                  </a:lnTo>
                  <a:lnTo>
                    <a:pt x="0" y="4309"/>
                  </a:lnTo>
                  <a:lnTo>
                    <a:pt x="5323" y="0"/>
                  </a:lnTo>
                  <a:lnTo>
                    <a:pt x="10646" y="430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10" name="Freeform: Shape 4009">
              <a:extLst>
                <a:ext uri="{FF2B5EF4-FFF2-40B4-BE49-F238E27FC236}">
                  <a16:creationId xmlns:a16="http://schemas.microsoft.com/office/drawing/2014/main" id="{7CFA47B4-0730-60AD-8A3E-7124C342B994}"/>
                </a:ext>
              </a:extLst>
            </p:cNvPr>
            <p:cNvSpPr/>
            <p:nvPr/>
          </p:nvSpPr>
          <p:spPr>
            <a:xfrm>
              <a:off x="4306742" y="69862"/>
              <a:ext cx="11152" cy="8871"/>
            </a:xfrm>
            <a:custGeom>
              <a:avLst/>
              <a:gdLst>
                <a:gd name="connsiteX0" fmla="*/ 11153 w 11152"/>
                <a:gd name="connsiteY0" fmla="*/ 4436 h 8871"/>
                <a:gd name="connsiteX1" fmla="*/ 5576 w 11152"/>
                <a:gd name="connsiteY1" fmla="*/ 8872 h 8871"/>
                <a:gd name="connsiteX2" fmla="*/ 0 w 11152"/>
                <a:gd name="connsiteY2" fmla="*/ 4436 h 8871"/>
                <a:gd name="connsiteX3" fmla="*/ 5576 w 11152"/>
                <a:gd name="connsiteY3" fmla="*/ 0 h 8871"/>
                <a:gd name="connsiteX4" fmla="*/ 11153 w 11152"/>
                <a:gd name="connsiteY4" fmla="*/ 4436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52" h="8871">
                  <a:moveTo>
                    <a:pt x="11153" y="4436"/>
                  </a:moveTo>
                  <a:lnTo>
                    <a:pt x="5576" y="8872"/>
                  </a:lnTo>
                  <a:lnTo>
                    <a:pt x="0" y="4436"/>
                  </a:lnTo>
                  <a:lnTo>
                    <a:pt x="5576" y="0"/>
                  </a:lnTo>
                  <a:lnTo>
                    <a:pt x="11153" y="44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11" name="Freeform: Shape 4010">
              <a:extLst>
                <a:ext uri="{FF2B5EF4-FFF2-40B4-BE49-F238E27FC236}">
                  <a16:creationId xmlns:a16="http://schemas.microsoft.com/office/drawing/2014/main" id="{CC561BFC-F244-A4DA-10F3-7A4C39428C21}"/>
                </a:ext>
              </a:extLst>
            </p:cNvPr>
            <p:cNvSpPr/>
            <p:nvPr/>
          </p:nvSpPr>
          <p:spPr>
            <a:xfrm>
              <a:off x="4427268" y="33108"/>
              <a:ext cx="12040" cy="5829"/>
            </a:xfrm>
            <a:custGeom>
              <a:avLst/>
              <a:gdLst>
                <a:gd name="connsiteX0" fmla="*/ 6083 w 12040"/>
                <a:gd name="connsiteY0" fmla="*/ 5830 h 5829"/>
                <a:gd name="connsiteX1" fmla="*/ 12040 w 12040"/>
                <a:gd name="connsiteY1" fmla="*/ 1014 h 5829"/>
                <a:gd name="connsiteX2" fmla="*/ 11533 w 12040"/>
                <a:gd name="connsiteY2" fmla="*/ 0 h 5829"/>
                <a:gd name="connsiteX3" fmla="*/ 634 w 12040"/>
                <a:gd name="connsiteY3" fmla="*/ 0 h 5829"/>
                <a:gd name="connsiteX4" fmla="*/ 0 w 12040"/>
                <a:gd name="connsiteY4" fmla="*/ 1014 h 5829"/>
                <a:gd name="connsiteX5" fmla="*/ 6083 w 12040"/>
                <a:gd name="connsiteY5" fmla="*/ 5830 h 5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040" h="5829">
                  <a:moveTo>
                    <a:pt x="6083" y="5830"/>
                  </a:moveTo>
                  <a:lnTo>
                    <a:pt x="12040" y="1014"/>
                  </a:lnTo>
                  <a:lnTo>
                    <a:pt x="11533" y="0"/>
                  </a:lnTo>
                  <a:lnTo>
                    <a:pt x="634" y="0"/>
                  </a:lnTo>
                  <a:lnTo>
                    <a:pt x="0" y="1014"/>
                  </a:lnTo>
                  <a:lnTo>
                    <a:pt x="6083" y="583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12" name="Freeform: Shape 4011">
              <a:extLst>
                <a:ext uri="{FF2B5EF4-FFF2-40B4-BE49-F238E27FC236}">
                  <a16:creationId xmlns:a16="http://schemas.microsoft.com/office/drawing/2014/main" id="{021D2985-7143-9D83-DEC1-02FBFFB5AEC8}"/>
                </a:ext>
              </a:extLst>
            </p:cNvPr>
            <p:cNvSpPr/>
            <p:nvPr/>
          </p:nvSpPr>
          <p:spPr>
            <a:xfrm>
              <a:off x="7871318" y="33108"/>
              <a:ext cx="33077" cy="14067"/>
            </a:xfrm>
            <a:custGeom>
              <a:avLst/>
              <a:gdLst>
                <a:gd name="connsiteX0" fmla="*/ 16602 w 33077"/>
                <a:gd name="connsiteY0" fmla="*/ 14068 h 14067"/>
                <a:gd name="connsiteX1" fmla="*/ 33078 w 33077"/>
                <a:gd name="connsiteY1" fmla="*/ 1014 h 14067"/>
                <a:gd name="connsiteX2" fmla="*/ 32824 w 33077"/>
                <a:gd name="connsiteY2" fmla="*/ 0 h 14067"/>
                <a:gd name="connsiteX3" fmla="*/ 253 w 33077"/>
                <a:gd name="connsiteY3" fmla="*/ 0 h 14067"/>
                <a:gd name="connsiteX4" fmla="*/ 0 w 33077"/>
                <a:gd name="connsiteY4" fmla="*/ 1014 h 14067"/>
                <a:gd name="connsiteX5" fmla="*/ 16476 w 33077"/>
                <a:gd name="connsiteY5" fmla="*/ 14068 h 14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077" h="14067">
                  <a:moveTo>
                    <a:pt x="16602" y="14068"/>
                  </a:moveTo>
                  <a:cubicBezTo>
                    <a:pt x="25727" y="14068"/>
                    <a:pt x="33078" y="8238"/>
                    <a:pt x="33078" y="1014"/>
                  </a:cubicBezTo>
                  <a:lnTo>
                    <a:pt x="32824" y="0"/>
                  </a:lnTo>
                  <a:lnTo>
                    <a:pt x="253" y="0"/>
                  </a:lnTo>
                  <a:lnTo>
                    <a:pt x="0" y="1014"/>
                  </a:lnTo>
                  <a:cubicBezTo>
                    <a:pt x="0" y="8238"/>
                    <a:pt x="7350" y="14068"/>
                    <a:pt x="16476" y="1406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13" name="Freeform: Shape 4012">
              <a:extLst>
                <a:ext uri="{FF2B5EF4-FFF2-40B4-BE49-F238E27FC236}">
                  <a16:creationId xmlns:a16="http://schemas.microsoft.com/office/drawing/2014/main" id="{22E7596E-66AF-69D4-45AA-3927F6723031}"/>
                </a:ext>
              </a:extLst>
            </p:cNvPr>
            <p:cNvSpPr/>
            <p:nvPr/>
          </p:nvSpPr>
          <p:spPr>
            <a:xfrm>
              <a:off x="7991970" y="60863"/>
              <a:ext cx="33839" cy="26868"/>
            </a:xfrm>
            <a:custGeom>
              <a:avLst/>
              <a:gdLst>
                <a:gd name="connsiteX0" fmla="*/ 33839 w 33839"/>
                <a:gd name="connsiteY0" fmla="*/ 13434 h 26868"/>
                <a:gd name="connsiteX1" fmla="*/ 16856 w 33839"/>
                <a:gd name="connsiteY1" fmla="*/ 26868 h 26868"/>
                <a:gd name="connsiteX2" fmla="*/ 0 w 33839"/>
                <a:gd name="connsiteY2" fmla="*/ 13434 h 26868"/>
                <a:gd name="connsiteX3" fmla="*/ 16856 w 33839"/>
                <a:gd name="connsiteY3" fmla="*/ 0 h 26868"/>
                <a:gd name="connsiteX4" fmla="*/ 33839 w 33839"/>
                <a:gd name="connsiteY4" fmla="*/ 13434 h 26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839" h="26868">
                  <a:moveTo>
                    <a:pt x="33839" y="13434"/>
                  </a:moveTo>
                  <a:cubicBezTo>
                    <a:pt x="33839" y="20911"/>
                    <a:pt x="26234" y="26868"/>
                    <a:pt x="16856" y="26868"/>
                  </a:cubicBezTo>
                  <a:cubicBezTo>
                    <a:pt x="7478" y="26868"/>
                    <a:pt x="0" y="20911"/>
                    <a:pt x="0" y="13434"/>
                  </a:cubicBezTo>
                  <a:cubicBezTo>
                    <a:pt x="0" y="5957"/>
                    <a:pt x="7605" y="0"/>
                    <a:pt x="16856" y="0"/>
                  </a:cubicBezTo>
                  <a:cubicBezTo>
                    <a:pt x="26108" y="0"/>
                    <a:pt x="33839" y="5957"/>
                    <a:pt x="33839" y="1343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14" name="Freeform: Shape 4013">
              <a:extLst>
                <a:ext uri="{FF2B5EF4-FFF2-40B4-BE49-F238E27FC236}">
                  <a16:creationId xmlns:a16="http://schemas.microsoft.com/office/drawing/2014/main" id="{D11E0766-DAAC-1ACB-FD0B-343AF44F8854}"/>
                </a:ext>
              </a:extLst>
            </p:cNvPr>
            <p:cNvSpPr/>
            <p:nvPr/>
          </p:nvSpPr>
          <p:spPr>
            <a:xfrm>
              <a:off x="8111102" y="103447"/>
              <a:ext cx="34471" cy="27374"/>
            </a:xfrm>
            <a:custGeom>
              <a:avLst/>
              <a:gdLst>
                <a:gd name="connsiteX0" fmla="*/ 34472 w 34471"/>
                <a:gd name="connsiteY0" fmla="*/ 13687 h 27374"/>
                <a:gd name="connsiteX1" fmla="*/ 17236 w 34471"/>
                <a:gd name="connsiteY1" fmla="*/ 27375 h 27374"/>
                <a:gd name="connsiteX2" fmla="*/ 0 w 34471"/>
                <a:gd name="connsiteY2" fmla="*/ 13687 h 27374"/>
                <a:gd name="connsiteX3" fmla="*/ 17236 w 34471"/>
                <a:gd name="connsiteY3" fmla="*/ 0 h 27374"/>
                <a:gd name="connsiteX4" fmla="*/ 34472 w 34471"/>
                <a:gd name="connsiteY4" fmla="*/ 13687 h 27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471" h="27374">
                  <a:moveTo>
                    <a:pt x="34472" y="13687"/>
                  </a:moveTo>
                  <a:cubicBezTo>
                    <a:pt x="34472" y="21292"/>
                    <a:pt x="26741" y="27375"/>
                    <a:pt x="17236" y="27375"/>
                  </a:cubicBezTo>
                  <a:cubicBezTo>
                    <a:pt x="7731" y="27375"/>
                    <a:pt x="0" y="21165"/>
                    <a:pt x="0" y="13687"/>
                  </a:cubicBezTo>
                  <a:cubicBezTo>
                    <a:pt x="0" y="6210"/>
                    <a:pt x="7731" y="0"/>
                    <a:pt x="17236" y="0"/>
                  </a:cubicBezTo>
                  <a:cubicBezTo>
                    <a:pt x="26741" y="0"/>
                    <a:pt x="34472" y="6083"/>
                    <a:pt x="34472" y="1368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15" name="Freeform: Shape 4014">
              <a:extLst>
                <a:ext uri="{FF2B5EF4-FFF2-40B4-BE49-F238E27FC236}">
                  <a16:creationId xmlns:a16="http://schemas.microsoft.com/office/drawing/2014/main" id="{D7AFAEF0-A6BA-C9F0-B7CB-E22B367C8864}"/>
                </a:ext>
              </a:extLst>
            </p:cNvPr>
            <p:cNvSpPr/>
            <p:nvPr/>
          </p:nvSpPr>
          <p:spPr>
            <a:xfrm>
              <a:off x="8229094" y="148945"/>
              <a:ext cx="34472" cy="27374"/>
            </a:xfrm>
            <a:custGeom>
              <a:avLst/>
              <a:gdLst>
                <a:gd name="connsiteX0" fmla="*/ 34473 w 34472"/>
                <a:gd name="connsiteY0" fmla="*/ 13687 h 27374"/>
                <a:gd name="connsiteX1" fmla="*/ 17236 w 34472"/>
                <a:gd name="connsiteY1" fmla="*/ 27375 h 27374"/>
                <a:gd name="connsiteX2" fmla="*/ 0 w 34472"/>
                <a:gd name="connsiteY2" fmla="*/ 13687 h 27374"/>
                <a:gd name="connsiteX3" fmla="*/ 17236 w 34472"/>
                <a:gd name="connsiteY3" fmla="*/ 0 h 27374"/>
                <a:gd name="connsiteX4" fmla="*/ 34473 w 34472"/>
                <a:gd name="connsiteY4" fmla="*/ 13687 h 27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472" h="27374">
                  <a:moveTo>
                    <a:pt x="34473" y="13687"/>
                  </a:moveTo>
                  <a:cubicBezTo>
                    <a:pt x="34473" y="21292"/>
                    <a:pt x="26741" y="27375"/>
                    <a:pt x="17236" y="27375"/>
                  </a:cubicBezTo>
                  <a:cubicBezTo>
                    <a:pt x="7731" y="27375"/>
                    <a:pt x="0" y="21292"/>
                    <a:pt x="0" y="13687"/>
                  </a:cubicBezTo>
                  <a:cubicBezTo>
                    <a:pt x="0" y="6083"/>
                    <a:pt x="7731" y="0"/>
                    <a:pt x="17236" y="0"/>
                  </a:cubicBezTo>
                  <a:cubicBezTo>
                    <a:pt x="26741" y="0"/>
                    <a:pt x="34473" y="6083"/>
                    <a:pt x="34473" y="1368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16" name="Freeform: Shape 4015">
              <a:extLst>
                <a:ext uri="{FF2B5EF4-FFF2-40B4-BE49-F238E27FC236}">
                  <a16:creationId xmlns:a16="http://schemas.microsoft.com/office/drawing/2014/main" id="{47606BD7-FDB6-1D7B-4B25-5FB2EEF8D6F0}"/>
                </a:ext>
              </a:extLst>
            </p:cNvPr>
            <p:cNvSpPr/>
            <p:nvPr/>
          </p:nvSpPr>
          <p:spPr>
            <a:xfrm>
              <a:off x="8344804" y="196724"/>
              <a:ext cx="35485" cy="28135"/>
            </a:xfrm>
            <a:custGeom>
              <a:avLst/>
              <a:gdLst>
                <a:gd name="connsiteX0" fmla="*/ 35486 w 35485"/>
                <a:gd name="connsiteY0" fmla="*/ 14068 h 28135"/>
                <a:gd name="connsiteX1" fmla="*/ 17743 w 35485"/>
                <a:gd name="connsiteY1" fmla="*/ 28135 h 28135"/>
                <a:gd name="connsiteX2" fmla="*/ 0 w 35485"/>
                <a:gd name="connsiteY2" fmla="*/ 14068 h 28135"/>
                <a:gd name="connsiteX3" fmla="*/ 17743 w 35485"/>
                <a:gd name="connsiteY3" fmla="*/ 0 h 28135"/>
                <a:gd name="connsiteX4" fmla="*/ 35486 w 35485"/>
                <a:gd name="connsiteY4" fmla="*/ 14068 h 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5" h="28135">
                  <a:moveTo>
                    <a:pt x="35486" y="14068"/>
                  </a:moveTo>
                  <a:cubicBezTo>
                    <a:pt x="35486" y="21799"/>
                    <a:pt x="27501" y="28135"/>
                    <a:pt x="17743" y="28135"/>
                  </a:cubicBezTo>
                  <a:cubicBezTo>
                    <a:pt x="7984" y="28135"/>
                    <a:pt x="0" y="21799"/>
                    <a:pt x="0" y="14068"/>
                  </a:cubicBezTo>
                  <a:cubicBezTo>
                    <a:pt x="0" y="6337"/>
                    <a:pt x="7984" y="0"/>
                    <a:pt x="17743" y="0"/>
                  </a:cubicBezTo>
                  <a:cubicBezTo>
                    <a:pt x="27501" y="0"/>
                    <a:pt x="35486" y="6337"/>
                    <a:pt x="35486" y="1406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17" name="Freeform: Shape 4016">
              <a:extLst>
                <a:ext uri="{FF2B5EF4-FFF2-40B4-BE49-F238E27FC236}">
                  <a16:creationId xmlns:a16="http://schemas.microsoft.com/office/drawing/2014/main" id="{4F8BEAE2-802A-2B23-6F70-FB36CE26E1F4}"/>
                </a:ext>
              </a:extLst>
            </p:cNvPr>
            <p:cNvSpPr/>
            <p:nvPr/>
          </p:nvSpPr>
          <p:spPr>
            <a:xfrm>
              <a:off x="8459246" y="247419"/>
              <a:ext cx="35486" cy="28135"/>
            </a:xfrm>
            <a:custGeom>
              <a:avLst/>
              <a:gdLst>
                <a:gd name="connsiteX0" fmla="*/ 35487 w 35486"/>
                <a:gd name="connsiteY0" fmla="*/ 14068 h 28135"/>
                <a:gd name="connsiteX1" fmla="*/ 17743 w 35486"/>
                <a:gd name="connsiteY1" fmla="*/ 28135 h 28135"/>
                <a:gd name="connsiteX2" fmla="*/ 0 w 35486"/>
                <a:gd name="connsiteY2" fmla="*/ 14068 h 28135"/>
                <a:gd name="connsiteX3" fmla="*/ 17743 w 35486"/>
                <a:gd name="connsiteY3" fmla="*/ 0 h 28135"/>
                <a:gd name="connsiteX4" fmla="*/ 35487 w 35486"/>
                <a:gd name="connsiteY4" fmla="*/ 14068 h 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6" h="28135">
                  <a:moveTo>
                    <a:pt x="35487" y="14068"/>
                  </a:moveTo>
                  <a:cubicBezTo>
                    <a:pt x="35487" y="21799"/>
                    <a:pt x="27502" y="28135"/>
                    <a:pt x="17743" y="28135"/>
                  </a:cubicBezTo>
                  <a:cubicBezTo>
                    <a:pt x="7984" y="28135"/>
                    <a:pt x="0" y="21799"/>
                    <a:pt x="0" y="14068"/>
                  </a:cubicBezTo>
                  <a:cubicBezTo>
                    <a:pt x="0" y="6337"/>
                    <a:pt x="7984" y="0"/>
                    <a:pt x="17743" y="0"/>
                  </a:cubicBezTo>
                  <a:cubicBezTo>
                    <a:pt x="27502" y="0"/>
                    <a:pt x="35487" y="6337"/>
                    <a:pt x="35487" y="1406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18" name="Freeform: Shape 4017">
              <a:extLst>
                <a:ext uri="{FF2B5EF4-FFF2-40B4-BE49-F238E27FC236}">
                  <a16:creationId xmlns:a16="http://schemas.microsoft.com/office/drawing/2014/main" id="{9B2D2694-73B4-6D46-DDD9-266EB4B032A1}"/>
                </a:ext>
              </a:extLst>
            </p:cNvPr>
            <p:cNvSpPr/>
            <p:nvPr/>
          </p:nvSpPr>
          <p:spPr>
            <a:xfrm>
              <a:off x="8571914" y="300648"/>
              <a:ext cx="35485" cy="28135"/>
            </a:xfrm>
            <a:custGeom>
              <a:avLst/>
              <a:gdLst>
                <a:gd name="connsiteX0" fmla="*/ 35486 w 35485"/>
                <a:gd name="connsiteY0" fmla="*/ 14068 h 28135"/>
                <a:gd name="connsiteX1" fmla="*/ 17743 w 35485"/>
                <a:gd name="connsiteY1" fmla="*/ 28135 h 28135"/>
                <a:gd name="connsiteX2" fmla="*/ 0 w 35485"/>
                <a:gd name="connsiteY2" fmla="*/ 14068 h 28135"/>
                <a:gd name="connsiteX3" fmla="*/ 17743 w 35485"/>
                <a:gd name="connsiteY3" fmla="*/ 0 h 28135"/>
                <a:gd name="connsiteX4" fmla="*/ 35486 w 35485"/>
                <a:gd name="connsiteY4" fmla="*/ 14068 h 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5" h="28135">
                  <a:moveTo>
                    <a:pt x="35486" y="14068"/>
                  </a:moveTo>
                  <a:cubicBezTo>
                    <a:pt x="35486" y="21925"/>
                    <a:pt x="27502" y="28135"/>
                    <a:pt x="17743" y="28135"/>
                  </a:cubicBezTo>
                  <a:cubicBezTo>
                    <a:pt x="7984" y="28135"/>
                    <a:pt x="0" y="21799"/>
                    <a:pt x="0" y="14068"/>
                  </a:cubicBezTo>
                  <a:cubicBezTo>
                    <a:pt x="0" y="6337"/>
                    <a:pt x="7984" y="0"/>
                    <a:pt x="17743" y="0"/>
                  </a:cubicBezTo>
                  <a:cubicBezTo>
                    <a:pt x="27502" y="0"/>
                    <a:pt x="35486" y="6337"/>
                    <a:pt x="35486" y="1406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19" name="Freeform: Shape 4018">
              <a:extLst>
                <a:ext uri="{FF2B5EF4-FFF2-40B4-BE49-F238E27FC236}">
                  <a16:creationId xmlns:a16="http://schemas.microsoft.com/office/drawing/2014/main" id="{50FD83F8-DD8B-48AC-D935-B1149D9CD421}"/>
                </a:ext>
              </a:extLst>
            </p:cNvPr>
            <p:cNvSpPr/>
            <p:nvPr/>
          </p:nvSpPr>
          <p:spPr>
            <a:xfrm>
              <a:off x="8682301" y="356412"/>
              <a:ext cx="35612" cy="28135"/>
            </a:xfrm>
            <a:custGeom>
              <a:avLst/>
              <a:gdLst>
                <a:gd name="connsiteX0" fmla="*/ 35613 w 35612"/>
                <a:gd name="connsiteY0" fmla="*/ 14068 h 28135"/>
                <a:gd name="connsiteX1" fmla="*/ 17869 w 35612"/>
                <a:gd name="connsiteY1" fmla="*/ 28135 h 28135"/>
                <a:gd name="connsiteX2" fmla="*/ 0 w 35612"/>
                <a:gd name="connsiteY2" fmla="*/ 14068 h 28135"/>
                <a:gd name="connsiteX3" fmla="*/ 17869 w 35612"/>
                <a:gd name="connsiteY3" fmla="*/ 0 h 28135"/>
                <a:gd name="connsiteX4" fmla="*/ 35613 w 35612"/>
                <a:gd name="connsiteY4" fmla="*/ 14068 h 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612" h="28135">
                  <a:moveTo>
                    <a:pt x="35613" y="14068"/>
                  </a:moveTo>
                  <a:cubicBezTo>
                    <a:pt x="35613" y="21925"/>
                    <a:pt x="27628" y="28135"/>
                    <a:pt x="17869" y="28135"/>
                  </a:cubicBezTo>
                  <a:cubicBezTo>
                    <a:pt x="8111" y="28135"/>
                    <a:pt x="0" y="21799"/>
                    <a:pt x="0" y="14068"/>
                  </a:cubicBezTo>
                  <a:cubicBezTo>
                    <a:pt x="0" y="6337"/>
                    <a:pt x="7984" y="0"/>
                    <a:pt x="17869" y="0"/>
                  </a:cubicBezTo>
                  <a:cubicBezTo>
                    <a:pt x="27755" y="0"/>
                    <a:pt x="35613" y="6337"/>
                    <a:pt x="35613" y="1406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20" name="Freeform: Shape 4019">
              <a:extLst>
                <a:ext uri="{FF2B5EF4-FFF2-40B4-BE49-F238E27FC236}">
                  <a16:creationId xmlns:a16="http://schemas.microsoft.com/office/drawing/2014/main" id="{550BCFC1-7C11-2041-45D9-E07A46D27E64}"/>
                </a:ext>
              </a:extLst>
            </p:cNvPr>
            <p:cNvSpPr/>
            <p:nvPr/>
          </p:nvSpPr>
          <p:spPr>
            <a:xfrm>
              <a:off x="8790661" y="414330"/>
              <a:ext cx="36246" cy="28895"/>
            </a:xfrm>
            <a:custGeom>
              <a:avLst/>
              <a:gdLst>
                <a:gd name="connsiteX0" fmla="*/ 36246 w 36246"/>
                <a:gd name="connsiteY0" fmla="*/ 14448 h 28895"/>
                <a:gd name="connsiteX1" fmla="*/ 18123 w 36246"/>
                <a:gd name="connsiteY1" fmla="*/ 28896 h 28895"/>
                <a:gd name="connsiteX2" fmla="*/ 0 w 36246"/>
                <a:gd name="connsiteY2" fmla="*/ 14448 h 28895"/>
                <a:gd name="connsiteX3" fmla="*/ 18123 w 36246"/>
                <a:gd name="connsiteY3" fmla="*/ 0 h 28895"/>
                <a:gd name="connsiteX4" fmla="*/ 36246 w 36246"/>
                <a:gd name="connsiteY4" fmla="*/ 14448 h 28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246" h="28895">
                  <a:moveTo>
                    <a:pt x="36246" y="14448"/>
                  </a:moveTo>
                  <a:cubicBezTo>
                    <a:pt x="36246" y="22432"/>
                    <a:pt x="28136" y="28896"/>
                    <a:pt x="18123" y="28896"/>
                  </a:cubicBezTo>
                  <a:cubicBezTo>
                    <a:pt x="8111" y="28896"/>
                    <a:pt x="0" y="22432"/>
                    <a:pt x="0" y="14448"/>
                  </a:cubicBezTo>
                  <a:cubicBezTo>
                    <a:pt x="0" y="6464"/>
                    <a:pt x="8111" y="0"/>
                    <a:pt x="18123" y="0"/>
                  </a:cubicBezTo>
                  <a:cubicBezTo>
                    <a:pt x="28136" y="0"/>
                    <a:pt x="36246" y="6464"/>
                    <a:pt x="36246" y="1444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21" name="Freeform: Shape 4020">
              <a:extLst>
                <a:ext uri="{FF2B5EF4-FFF2-40B4-BE49-F238E27FC236}">
                  <a16:creationId xmlns:a16="http://schemas.microsoft.com/office/drawing/2014/main" id="{EC0B9E3C-C585-D0FC-F63A-846EDC62CCF6}"/>
                </a:ext>
              </a:extLst>
            </p:cNvPr>
            <p:cNvSpPr/>
            <p:nvPr/>
          </p:nvSpPr>
          <p:spPr>
            <a:xfrm>
              <a:off x="8897246" y="474910"/>
              <a:ext cx="36246" cy="28895"/>
            </a:xfrm>
            <a:custGeom>
              <a:avLst/>
              <a:gdLst>
                <a:gd name="connsiteX0" fmla="*/ 36246 w 36246"/>
                <a:gd name="connsiteY0" fmla="*/ 14448 h 28895"/>
                <a:gd name="connsiteX1" fmla="*/ 18123 w 36246"/>
                <a:gd name="connsiteY1" fmla="*/ 28896 h 28895"/>
                <a:gd name="connsiteX2" fmla="*/ 0 w 36246"/>
                <a:gd name="connsiteY2" fmla="*/ 14448 h 28895"/>
                <a:gd name="connsiteX3" fmla="*/ 18123 w 36246"/>
                <a:gd name="connsiteY3" fmla="*/ 0 h 28895"/>
                <a:gd name="connsiteX4" fmla="*/ 36246 w 36246"/>
                <a:gd name="connsiteY4" fmla="*/ 14448 h 28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246" h="28895">
                  <a:moveTo>
                    <a:pt x="36246" y="14448"/>
                  </a:moveTo>
                  <a:cubicBezTo>
                    <a:pt x="36246" y="22432"/>
                    <a:pt x="28135" y="28896"/>
                    <a:pt x="18123" y="28896"/>
                  </a:cubicBezTo>
                  <a:cubicBezTo>
                    <a:pt x="8111" y="28896"/>
                    <a:pt x="0" y="22432"/>
                    <a:pt x="0" y="14448"/>
                  </a:cubicBezTo>
                  <a:cubicBezTo>
                    <a:pt x="0" y="6464"/>
                    <a:pt x="8111" y="0"/>
                    <a:pt x="18123" y="0"/>
                  </a:cubicBezTo>
                  <a:cubicBezTo>
                    <a:pt x="28135" y="0"/>
                    <a:pt x="36246" y="6464"/>
                    <a:pt x="36246" y="1444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22" name="Freeform: Shape 4021">
              <a:extLst>
                <a:ext uri="{FF2B5EF4-FFF2-40B4-BE49-F238E27FC236}">
                  <a16:creationId xmlns:a16="http://schemas.microsoft.com/office/drawing/2014/main" id="{44B1DA45-DEEF-02C0-08FF-FBDD98C30085}"/>
                </a:ext>
              </a:extLst>
            </p:cNvPr>
            <p:cNvSpPr/>
            <p:nvPr/>
          </p:nvSpPr>
          <p:spPr>
            <a:xfrm>
              <a:off x="9001549" y="537897"/>
              <a:ext cx="36246" cy="28895"/>
            </a:xfrm>
            <a:custGeom>
              <a:avLst/>
              <a:gdLst>
                <a:gd name="connsiteX0" fmla="*/ 36246 w 36246"/>
                <a:gd name="connsiteY0" fmla="*/ 14448 h 28895"/>
                <a:gd name="connsiteX1" fmla="*/ 18123 w 36246"/>
                <a:gd name="connsiteY1" fmla="*/ 28896 h 28895"/>
                <a:gd name="connsiteX2" fmla="*/ 0 w 36246"/>
                <a:gd name="connsiteY2" fmla="*/ 14448 h 28895"/>
                <a:gd name="connsiteX3" fmla="*/ 18123 w 36246"/>
                <a:gd name="connsiteY3" fmla="*/ 0 h 28895"/>
                <a:gd name="connsiteX4" fmla="*/ 36246 w 36246"/>
                <a:gd name="connsiteY4" fmla="*/ 14448 h 28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246" h="28895">
                  <a:moveTo>
                    <a:pt x="36246" y="14448"/>
                  </a:moveTo>
                  <a:cubicBezTo>
                    <a:pt x="36246" y="22432"/>
                    <a:pt x="28135" y="28896"/>
                    <a:pt x="18123" y="28896"/>
                  </a:cubicBezTo>
                  <a:cubicBezTo>
                    <a:pt x="8111" y="28896"/>
                    <a:pt x="0" y="22432"/>
                    <a:pt x="0" y="14448"/>
                  </a:cubicBezTo>
                  <a:cubicBezTo>
                    <a:pt x="0" y="6464"/>
                    <a:pt x="8111" y="0"/>
                    <a:pt x="18123" y="0"/>
                  </a:cubicBezTo>
                  <a:cubicBezTo>
                    <a:pt x="28135" y="0"/>
                    <a:pt x="36246" y="6464"/>
                    <a:pt x="36246" y="1444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23" name="Freeform: Shape 4022">
              <a:extLst>
                <a:ext uri="{FF2B5EF4-FFF2-40B4-BE49-F238E27FC236}">
                  <a16:creationId xmlns:a16="http://schemas.microsoft.com/office/drawing/2014/main" id="{77A5FF9D-D02A-D90E-0851-BC43360DC2D3}"/>
                </a:ext>
              </a:extLst>
            </p:cNvPr>
            <p:cNvSpPr/>
            <p:nvPr/>
          </p:nvSpPr>
          <p:spPr>
            <a:xfrm>
              <a:off x="9103192" y="603040"/>
              <a:ext cx="37006" cy="29402"/>
            </a:xfrm>
            <a:custGeom>
              <a:avLst/>
              <a:gdLst>
                <a:gd name="connsiteX0" fmla="*/ 37007 w 37006"/>
                <a:gd name="connsiteY0" fmla="*/ 14701 h 29402"/>
                <a:gd name="connsiteX1" fmla="*/ 18503 w 37006"/>
                <a:gd name="connsiteY1" fmla="*/ 29403 h 29402"/>
                <a:gd name="connsiteX2" fmla="*/ 0 w 37006"/>
                <a:gd name="connsiteY2" fmla="*/ 14701 h 29402"/>
                <a:gd name="connsiteX3" fmla="*/ 18503 w 37006"/>
                <a:gd name="connsiteY3" fmla="*/ 0 h 29402"/>
                <a:gd name="connsiteX4" fmla="*/ 37007 w 37006"/>
                <a:gd name="connsiteY4" fmla="*/ 14701 h 29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006" h="29402">
                  <a:moveTo>
                    <a:pt x="37007" y="14701"/>
                  </a:moveTo>
                  <a:cubicBezTo>
                    <a:pt x="37007" y="22812"/>
                    <a:pt x="28769" y="29403"/>
                    <a:pt x="18503" y="29403"/>
                  </a:cubicBezTo>
                  <a:cubicBezTo>
                    <a:pt x="8237" y="29403"/>
                    <a:pt x="0" y="22812"/>
                    <a:pt x="0" y="14701"/>
                  </a:cubicBezTo>
                  <a:cubicBezTo>
                    <a:pt x="0" y="6590"/>
                    <a:pt x="8364" y="0"/>
                    <a:pt x="18503" y="0"/>
                  </a:cubicBezTo>
                  <a:cubicBezTo>
                    <a:pt x="28642" y="0"/>
                    <a:pt x="37007" y="6590"/>
                    <a:pt x="37007" y="1470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24" name="Freeform: Shape 4023">
              <a:extLst>
                <a:ext uri="{FF2B5EF4-FFF2-40B4-BE49-F238E27FC236}">
                  <a16:creationId xmlns:a16="http://schemas.microsoft.com/office/drawing/2014/main" id="{C3D846A6-1D80-9CF7-F972-53BB27F83DB3}"/>
                </a:ext>
              </a:extLst>
            </p:cNvPr>
            <p:cNvSpPr/>
            <p:nvPr/>
          </p:nvSpPr>
          <p:spPr>
            <a:xfrm>
              <a:off x="9203186" y="670843"/>
              <a:ext cx="36247" cy="28895"/>
            </a:xfrm>
            <a:custGeom>
              <a:avLst/>
              <a:gdLst>
                <a:gd name="connsiteX0" fmla="*/ 36247 w 36247"/>
                <a:gd name="connsiteY0" fmla="*/ 14448 h 28895"/>
                <a:gd name="connsiteX1" fmla="*/ 18123 w 36247"/>
                <a:gd name="connsiteY1" fmla="*/ 28896 h 28895"/>
                <a:gd name="connsiteX2" fmla="*/ 0 w 36247"/>
                <a:gd name="connsiteY2" fmla="*/ 14448 h 28895"/>
                <a:gd name="connsiteX3" fmla="*/ 18123 w 36247"/>
                <a:gd name="connsiteY3" fmla="*/ 0 h 28895"/>
                <a:gd name="connsiteX4" fmla="*/ 36247 w 36247"/>
                <a:gd name="connsiteY4" fmla="*/ 14448 h 28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247" h="28895">
                  <a:moveTo>
                    <a:pt x="36247" y="14448"/>
                  </a:moveTo>
                  <a:cubicBezTo>
                    <a:pt x="36247" y="22432"/>
                    <a:pt x="28136" y="28896"/>
                    <a:pt x="18123" y="28896"/>
                  </a:cubicBezTo>
                  <a:cubicBezTo>
                    <a:pt x="8111" y="28896"/>
                    <a:pt x="0" y="22432"/>
                    <a:pt x="0" y="14448"/>
                  </a:cubicBezTo>
                  <a:cubicBezTo>
                    <a:pt x="0" y="6464"/>
                    <a:pt x="8111" y="0"/>
                    <a:pt x="18123" y="0"/>
                  </a:cubicBezTo>
                  <a:cubicBezTo>
                    <a:pt x="28136" y="0"/>
                    <a:pt x="36247" y="6464"/>
                    <a:pt x="36247" y="1444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25" name="Freeform: Shape 4024">
              <a:extLst>
                <a:ext uri="{FF2B5EF4-FFF2-40B4-BE49-F238E27FC236}">
                  <a16:creationId xmlns:a16="http://schemas.microsoft.com/office/drawing/2014/main" id="{595798D0-E2C7-1CCA-0630-AE71E5809649}"/>
                </a:ext>
              </a:extLst>
            </p:cNvPr>
            <p:cNvSpPr/>
            <p:nvPr/>
          </p:nvSpPr>
          <p:spPr>
            <a:xfrm>
              <a:off x="9300393" y="740675"/>
              <a:ext cx="36246" cy="28895"/>
            </a:xfrm>
            <a:custGeom>
              <a:avLst/>
              <a:gdLst>
                <a:gd name="connsiteX0" fmla="*/ 36246 w 36246"/>
                <a:gd name="connsiteY0" fmla="*/ 14448 h 28895"/>
                <a:gd name="connsiteX1" fmla="*/ 18123 w 36246"/>
                <a:gd name="connsiteY1" fmla="*/ 28896 h 28895"/>
                <a:gd name="connsiteX2" fmla="*/ 0 w 36246"/>
                <a:gd name="connsiteY2" fmla="*/ 14448 h 28895"/>
                <a:gd name="connsiteX3" fmla="*/ 18123 w 36246"/>
                <a:gd name="connsiteY3" fmla="*/ 0 h 28895"/>
                <a:gd name="connsiteX4" fmla="*/ 36246 w 36246"/>
                <a:gd name="connsiteY4" fmla="*/ 14448 h 28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246" h="28895">
                  <a:moveTo>
                    <a:pt x="36246" y="14448"/>
                  </a:moveTo>
                  <a:cubicBezTo>
                    <a:pt x="36246" y="22432"/>
                    <a:pt x="28135" y="28896"/>
                    <a:pt x="18123" y="28896"/>
                  </a:cubicBezTo>
                  <a:cubicBezTo>
                    <a:pt x="8111" y="28896"/>
                    <a:pt x="0" y="22432"/>
                    <a:pt x="0" y="14448"/>
                  </a:cubicBezTo>
                  <a:cubicBezTo>
                    <a:pt x="0" y="6464"/>
                    <a:pt x="8111" y="0"/>
                    <a:pt x="18123" y="0"/>
                  </a:cubicBezTo>
                  <a:cubicBezTo>
                    <a:pt x="28135" y="0"/>
                    <a:pt x="36246" y="6464"/>
                    <a:pt x="36246" y="1444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26" name="Freeform: Shape 4025">
              <a:extLst>
                <a:ext uri="{FF2B5EF4-FFF2-40B4-BE49-F238E27FC236}">
                  <a16:creationId xmlns:a16="http://schemas.microsoft.com/office/drawing/2014/main" id="{A258B7F9-0D4E-E0F5-2CC3-F1D643611645}"/>
                </a:ext>
              </a:extLst>
            </p:cNvPr>
            <p:cNvSpPr/>
            <p:nvPr/>
          </p:nvSpPr>
          <p:spPr>
            <a:xfrm>
              <a:off x="9394685" y="812408"/>
              <a:ext cx="37006" cy="29402"/>
            </a:xfrm>
            <a:custGeom>
              <a:avLst/>
              <a:gdLst>
                <a:gd name="connsiteX0" fmla="*/ 37007 w 37006"/>
                <a:gd name="connsiteY0" fmla="*/ 14701 h 29402"/>
                <a:gd name="connsiteX1" fmla="*/ 18503 w 37006"/>
                <a:gd name="connsiteY1" fmla="*/ 29403 h 29402"/>
                <a:gd name="connsiteX2" fmla="*/ 0 w 37006"/>
                <a:gd name="connsiteY2" fmla="*/ 14701 h 29402"/>
                <a:gd name="connsiteX3" fmla="*/ 18503 w 37006"/>
                <a:gd name="connsiteY3" fmla="*/ 0 h 29402"/>
                <a:gd name="connsiteX4" fmla="*/ 37007 w 37006"/>
                <a:gd name="connsiteY4" fmla="*/ 14701 h 29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006" h="29402">
                  <a:moveTo>
                    <a:pt x="37007" y="14701"/>
                  </a:moveTo>
                  <a:cubicBezTo>
                    <a:pt x="37007" y="22812"/>
                    <a:pt x="28769" y="29403"/>
                    <a:pt x="18503" y="29403"/>
                  </a:cubicBezTo>
                  <a:cubicBezTo>
                    <a:pt x="8237" y="29403"/>
                    <a:pt x="0" y="22812"/>
                    <a:pt x="0" y="14701"/>
                  </a:cubicBezTo>
                  <a:cubicBezTo>
                    <a:pt x="0" y="6590"/>
                    <a:pt x="8364" y="0"/>
                    <a:pt x="18503" y="0"/>
                  </a:cubicBezTo>
                  <a:cubicBezTo>
                    <a:pt x="28642" y="0"/>
                    <a:pt x="37007" y="6590"/>
                    <a:pt x="37007" y="1470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27" name="Freeform: Shape 4026">
              <a:extLst>
                <a:ext uri="{FF2B5EF4-FFF2-40B4-BE49-F238E27FC236}">
                  <a16:creationId xmlns:a16="http://schemas.microsoft.com/office/drawing/2014/main" id="{FC367994-B681-89C5-25C0-6098D7332CBC}"/>
                </a:ext>
              </a:extLst>
            </p:cNvPr>
            <p:cNvSpPr/>
            <p:nvPr/>
          </p:nvSpPr>
          <p:spPr>
            <a:xfrm>
              <a:off x="9486694" y="886421"/>
              <a:ext cx="37133" cy="29402"/>
            </a:xfrm>
            <a:custGeom>
              <a:avLst/>
              <a:gdLst>
                <a:gd name="connsiteX0" fmla="*/ 37134 w 37133"/>
                <a:gd name="connsiteY0" fmla="*/ 14701 h 29402"/>
                <a:gd name="connsiteX1" fmla="*/ 18504 w 37133"/>
                <a:gd name="connsiteY1" fmla="*/ 29403 h 29402"/>
                <a:gd name="connsiteX2" fmla="*/ 0 w 37133"/>
                <a:gd name="connsiteY2" fmla="*/ 14701 h 29402"/>
                <a:gd name="connsiteX3" fmla="*/ 18504 w 37133"/>
                <a:gd name="connsiteY3" fmla="*/ 0 h 29402"/>
                <a:gd name="connsiteX4" fmla="*/ 37134 w 37133"/>
                <a:gd name="connsiteY4" fmla="*/ 14701 h 29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33" h="29402">
                  <a:moveTo>
                    <a:pt x="37134" y="14701"/>
                  </a:moveTo>
                  <a:cubicBezTo>
                    <a:pt x="37134" y="22813"/>
                    <a:pt x="28769" y="29403"/>
                    <a:pt x="18504" y="29403"/>
                  </a:cubicBezTo>
                  <a:cubicBezTo>
                    <a:pt x="8238" y="29403"/>
                    <a:pt x="0" y="22813"/>
                    <a:pt x="0" y="14701"/>
                  </a:cubicBezTo>
                  <a:cubicBezTo>
                    <a:pt x="0" y="6590"/>
                    <a:pt x="8365" y="0"/>
                    <a:pt x="18504" y="0"/>
                  </a:cubicBezTo>
                  <a:cubicBezTo>
                    <a:pt x="28642" y="0"/>
                    <a:pt x="37134" y="6590"/>
                    <a:pt x="37134" y="1470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28" name="Freeform: Shape 4027">
              <a:extLst>
                <a:ext uri="{FF2B5EF4-FFF2-40B4-BE49-F238E27FC236}">
                  <a16:creationId xmlns:a16="http://schemas.microsoft.com/office/drawing/2014/main" id="{5666CC22-F244-1835-0B20-76235EEB214E}"/>
                </a:ext>
              </a:extLst>
            </p:cNvPr>
            <p:cNvSpPr/>
            <p:nvPr/>
          </p:nvSpPr>
          <p:spPr>
            <a:xfrm>
              <a:off x="9576424" y="962716"/>
              <a:ext cx="36246" cy="28895"/>
            </a:xfrm>
            <a:custGeom>
              <a:avLst/>
              <a:gdLst>
                <a:gd name="connsiteX0" fmla="*/ 36246 w 36246"/>
                <a:gd name="connsiteY0" fmla="*/ 14448 h 28895"/>
                <a:gd name="connsiteX1" fmla="*/ 18123 w 36246"/>
                <a:gd name="connsiteY1" fmla="*/ 28896 h 28895"/>
                <a:gd name="connsiteX2" fmla="*/ 0 w 36246"/>
                <a:gd name="connsiteY2" fmla="*/ 14448 h 28895"/>
                <a:gd name="connsiteX3" fmla="*/ 18123 w 36246"/>
                <a:gd name="connsiteY3" fmla="*/ 0 h 28895"/>
                <a:gd name="connsiteX4" fmla="*/ 36246 w 36246"/>
                <a:gd name="connsiteY4" fmla="*/ 14448 h 28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246" h="28895">
                  <a:moveTo>
                    <a:pt x="36246" y="14448"/>
                  </a:moveTo>
                  <a:cubicBezTo>
                    <a:pt x="36246" y="22432"/>
                    <a:pt x="28136" y="28896"/>
                    <a:pt x="18123" y="28896"/>
                  </a:cubicBezTo>
                  <a:cubicBezTo>
                    <a:pt x="8111" y="28896"/>
                    <a:pt x="0" y="22432"/>
                    <a:pt x="0" y="14448"/>
                  </a:cubicBezTo>
                  <a:cubicBezTo>
                    <a:pt x="0" y="6464"/>
                    <a:pt x="8111" y="0"/>
                    <a:pt x="18123" y="0"/>
                  </a:cubicBezTo>
                  <a:cubicBezTo>
                    <a:pt x="28136" y="0"/>
                    <a:pt x="36246" y="6464"/>
                    <a:pt x="36246" y="1444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29" name="Freeform: Shape 4028">
              <a:extLst>
                <a:ext uri="{FF2B5EF4-FFF2-40B4-BE49-F238E27FC236}">
                  <a16:creationId xmlns:a16="http://schemas.microsoft.com/office/drawing/2014/main" id="{41B1C6CE-0B9E-4698-265B-9BB620E15508}"/>
                </a:ext>
              </a:extLst>
            </p:cNvPr>
            <p:cNvSpPr/>
            <p:nvPr/>
          </p:nvSpPr>
          <p:spPr>
            <a:xfrm>
              <a:off x="9663111" y="1040786"/>
              <a:ext cx="36246" cy="28895"/>
            </a:xfrm>
            <a:custGeom>
              <a:avLst/>
              <a:gdLst>
                <a:gd name="connsiteX0" fmla="*/ 36246 w 36246"/>
                <a:gd name="connsiteY0" fmla="*/ 14448 h 28895"/>
                <a:gd name="connsiteX1" fmla="*/ 18123 w 36246"/>
                <a:gd name="connsiteY1" fmla="*/ 28896 h 28895"/>
                <a:gd name="connsiteX2" fmla="*/ 0 w 36246"/>
                <a:gd name="connsiteY2" fmla="*/ 14448 h 28895"/>
                <a:gd name="connsiteX3" fmla="*/ 18123 w 36246"/>
                <a:gd name="connsiteY3" fmla="*/ 0 h 28895"/>
                <a:gd name="connsiteX4" fmla="*/ 36246 w 36246"/>
                <a:gd name="connsiteY4" fmla="*/ 14448 h 28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246" h="28895">
                  <a:moveTo>
                    <a:pt x="36246" y="14448"/>
                  </a:moveTo>
                  <a:cubicBezTo>
                    <a:pt x="36246" y="22432"/>
                    <a:pt x="28135" y="28896"/>
                    <a:pt x="18123" y="28896"/>
                  </a:cubicBezTo>
                  <a:cubicBezTo>
                    <a:pt x="8111" y="28896"/>
                    <a:pt x="0" y="22432"/>
                    <a:pt x="0" y="14448"/>
                  </a:cubicBezTo>
                  <a:cubicBezTo>
                    <a:pt x="0" y="6464"/>
                    <a:pt x="8111" y="0"/>
                    <a:pt x="18123" y="0"/>
                  </a:cubicBezTo>
                  <a:cubicBezTo>
                    <a:pt x="28135" y="0"/>
                    <a:pt x="36246" y="6464"/>
                    <a:pt x="36246" y="1444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30" name="Freeform: Shape 4029">
              <a:extLst>
                <a:ext uri="{FF2B5EF4-FFF2-40B4-BE49-F238E27FC236}">
                  <a16:creationId xmlns:a16="http://schemas.microsoft.com/office/drawing/2014/main" id="{7FC84DB6-F332-ED36-B2DA-AB4FBEEC9D21}"/>
                </a:ext>
              </a:extLst>
            </p:cNvPr>
            <p:cNvSpPr/>
            <p:nvPr/>
          </p:nvSpPr>
          <p:spPr>
            <a:xfrm>
              <a:off x="9746377" y="1120503"/>
              <a:ext cx="37133" cy="29402"/>
            </a:xfrm>
            <a:custGeom>
              <a:avLst/>
              <a:gdLst>
                <a:gd name="connsiteX0" fmla="*/ 37134 w 37133"/>
                <a:gd name="connsiteY0" fmla="*/ 14701 h 29402"/>
                <a:gd name="connsiteX1" fmla="*/ 18503 w 37133"/>
                <a:gd name="connsiteY1" fmla="*/ 29403 h 29402"/>
                <a:gd name="connsiteX2" fmla="*/ 0 w 37133"/>
                <a:gd name="connsiteY2" fmla="*/ 14701 h 29402"/>
                <a:gd name="connsiteX3" fmla="*/ 18503 w 37133"/>
                <a:gd name="connsiteY3" fmla="*/ 0 h 29402"/>
                <a:gd name="connsiteX4" fmla="*/ 37134 w 37133"/>
                <a:gd name="connsiteY4" fmla="*/ 14701 h 29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33" h="29402">
                  <a:moveTo>
                    <a:pt x="37134" y="14701"/>
                  </a:moveTo>
                  <a:cubicBezTo>
                    <a:pt x="37134" y="22813"/>
                    <a:pt x="28769" y="29403"/>
                    <a:pt x="18503" y="29403"/>
                  </a:cubicBezTo>
                  <a:cubicBezTo>
                    <a:pt x="8237" y="29403"/>
                    <a:pt x="0" y="22813"/>
                    <a:pt x="0" y="14701"/>
                  </a:cubicBezTo>
                  <a:cubicBezTo>
                    <a:pt x="0" y="6590"/>
                    <a:pt x="8364" y="0"/>
                    <a:pt x="18503" y="0"/>
                  </a:cubicBezTo>
                  <a:cubicBezTo>
                    <a:pt x="28642" y="0"/>
                    <a:pt x="37134" y="6590"/>
                    <a:pt x="37134" y="1470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31" name="Freeform: Shape 4030">
              <a:extLst>
                <a:ext uri="{FF2B5EF4-FFF2-40B4-BE49-F238E27FC236}">
                  <a16:creationId xmlns:a16="http://schemas.microsoft.com/office/drawing/2014/main" id="{C111A46D-A890-C400-BE5B-15A1A0F8F49E}"/>
                </a:ext>
              </a:extLst>
            </p:cNvPr>
            <p:cNvSpPr/>
            <p:nvPr/>
          </p:nvSpPr>
          <p:spPr>
            <a:xfrm>
              <a:off x="9827868" y="1202628"/>
              <a:ext cx="36246" cy="28895"/>
            </a:xfrm>
            <a:custGeom>
              <a:avLst/>
              <a:gdLst>
                <a:gd name="connsiteX0" fmla="*/ 36246 w 36246"/>
                <a:gd name="connsiteY0" fmla="*/ 14448 h 28895"/>
                <a:gd name="connsiteX1" fmla="*/ 18123 w 36246"/>
                <a:gd name="connsiteY1" fmla="*/ 28896 h 28895"/>
                <a:gd name="connsiteX2" fmla="*/ 0 w 36246"/>
                <a:gd name="connsiteY2" fmla="*/ 14448 h 28895"/>
                <a:gd name="connsiteX3" fmla="*/ 18123 w 36246"/>
                <a:gd name="connsiteY3" fmla="*/ 0 h 28895"/>
                <a:gd name="connsiteX4" fmla="*/ 36246 w 36246"/>
                <a:gd name="connsiteY4" fmla="*/ 14448 h 28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246" h="28895">
                  <a:moveTo>
                    <a:pt x="36246" y="14448"/>
                  </a:moveTo>
                  <a:cubicBezTo>
                    <a:pt x="36246" y="22432"/>
                    <a:pt x="28135" y="28896"/>
                    <a:pt x="18123" y="28896"/>
                  </a:cubicBezTo>
                  <a:cubicBezTo>
                    <a:pt x="8111" y="28896"/>
                    <a:pt x="0" y="22432"/>
                    <a:pt x="0" y="14448"/>
                  </a:cubicBezTo>
                  <a:cubicBezTo>
                    <a:pt x="0" y="6463"/>
                    <a:pt x="8111" y="0"/>
                    <a:pt x="18123" y="0"/>
                  </a:cubicBezTo>
                  <a:cubicBezTo>
                    <a:pt x="28135" y="0"/>
                    <a:pt x="36246" y="6463"/>
                    <a:pt x="36246" y="1444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32" name="Freeform: Shape 4031">
              <a:extLst>
                <a:ext uri="{FF2B5EF4-FFF2-40B4-BE49-F238E27FC236}">
                  <a16:creationId xmlns:a16="http://schemas.microsoft.com/office/drawing/2014/main" id="{B69AD74B-8F65-656E-D7ED-ED05FB135CC7}"/>
                </a:ext>
              </a:extLst>
            </p:cNvPr>
            <p:cNvSpPr/>
            <p:nvPr/>
          </p:nvSpPr>
          <p:spPr>
            <a:xfrm>
              <a:off x="9905810" y="1286273"/>
              <a:ext cx="36246" cy="28895"/>
            </a:xfrm>
            <a:custGeom>
              <a:avLst/>
              <a:gdLst>
                <a:gd name="connsiteX0" fmla="*/ 36246 w 36246"/>
                <a:gd name="connsiteY0" fmla="*/ 14448 h 28895"/>
                <a:gd name="connsiteX1" fmla="*/ 18123 w 36246"/>
                <a:gd name="connsiteY1" fmla="*/ 28896 h 28895"/>
                <a:gd name="connsiteX2" fmla="*/ 0 w 36246"/>
                <a:gd name="connsiteY2" fmla="*/ 14448 h 28895"/>
                <a:gd name="connsiteX3" fmla="*/ 18123 w 36246"/>
                <a:gd name="connsiteY3" fmla="*/ 0 h 28895"/>
                <a:gd name="connsiteX4" fmla="*/ 36246 w 36246"/>
                <a:gd name="connsiteY4" fmla="*/ 14448 h 28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246" h="28895">
                  <a:moveTo>
                    <a:pt x="36246" y="14448"/>
                  </a:moveTo>
                  <a:cubicBezTo>
                    <a:pt x="36246" y="22432"/>
                    <a:pt x="28136" y="28896"/>
                    <a:pt x="18123" y="28896"/>
                  </a:cubicBezTo>
                  <a:cubicBezTo>
                    <a:pt x="8111" y="28896"/>
                    <a:pt x="0" y="22432"/>
                    <a:pt x="0" y="14448"/>
                  </a:cubicBezTo>
                  <a:cubicBezTo>
                    <a:pt x="0" y="6464"/>
                    <a:pt x="8111" y="0"/>
                    <a:pt x="18123" y="0"/>
                  </a:cubicBezTo>
                  <a:cubicBezTo>
                    <a:pt x="28136" y="0"/>
                    <a:pt x="36246" y="6464"/>
                    <a:pt x="36246" y="1444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33" name="Freeform: Shape 4032">
              <a:extLst>
                <a:ext uri="{FF2B5EF4-FFF2-40B4-BE49-F238E27FC236}">
                  <a16:creationId xmlns:a16="http://schemas.microsoft.com/office/drawing/2014/main" id="{E7657CD3-3B13-FAFA-91F7-FC3FD99E8A22}"/>
                </a:ext>
              </a:extLst>
            </p:cNvPr>
            <p:cNvSpPr/>
            <p:nvPr/>
          </p:nvSpPr>
          <p:spPr>
            <a:xfrm>
              <a:off x="9980712" y="1371567"/>
              <a:ext cx="36246" cy="28895"/>
            </a:xfrm>
            <a:custGeom>
              <a:avLst/>
              <a:gdLst>
                <a:gd name="connsiteX0" fmla="*/ 36246 w 36246"/>
                <a:gd name="connsiteY0" fmla="*/ 14448 h 28895"/>
                <a:gd name="connsiteX1" fmla="*/ 18123 w 36246"/>
                <a:gd name="connsiteY1" fmla="*/ 28896 h 28895"/>
                <a:gd name="connsiteX2" fmla="*/ 0 w 36246"/>
                <a:gd name="connsiteY2" fmla="*/ 14448 h 28895"/>
                <a:gd name="connsiteX3" fmla="*/ 18123 w 36246"/>
                <a:gd name="connsiteY3" fmla="*/ 0 h 28895"/>
                <a:gd name="connsiteX4" fmla="*/ 36246 w 36246"/>
                <a:gd name="connsiteY4" fmla="*/ 14448 h 28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246" h="28895">
                  <a:moveTo>
                    <a:pt x="36246" y="14448"/>
                  </a:moveTo>
                  <a:cubicBezTo>
                    <a:pt x="36246" y="22432"/>
                    <a:pt x="28135" y="28896"/>
                    <a:pt x="18123" y="28896"/>
                  </a:cubicBezTo>
                  <a:cubicBezTo>
                    <a:pt x="8111" y="28896"/>
                    <a:pt x="0" y="22432"/>
                    <a:pt x="0" y="14448"/>
                  </a:cubicBezTo>
                  <a:cubicBezTo>
                    <a:pt x="0" y="6463"/>
                    <a:pt x="8111" y="0"/>
                    <a:pt x="18123" y="0"/>
                  </a:cubicBezTo>
                  <a:cubicBezTo>
                    <a:pt x="28135" y="0"/>
                    <a:pt x="36246" y="6463"/>
                    <a:pt x="36246" y="1444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34" name="Freeform: Shape 4033">
              <a:extLst>
                <a:ext uri="{FF2B5EF4-FFF2-40B4-BE49-F238E27FC236}">
                  <a16:creationId xmlns:a16="http://schemas.microsoft.com/office/drawing/2014/main" id="{57621BAE-9ACA-F011-C157-4FCA6C1CC55D}"/>
                </a:ext>
              </a:extLst>
            </p:cNvPr>
            <p:cNvSpPr/>
            <p:nvPr/>
          </p:nvSpPr>
          <p:spPr>
            <a:xfrm>
              <a:off x="10052950" y="1458888"/>
              <a:ext cx="35486" cy="28135"/>
            </a:xfrm>
            <a:custGeom>
              <a:avLst/>
              <a:gdLst>
                <a:gd name="connsiteX0" fmla="*/ 35487 w 35486"/>
                <a:gd name="connsiteY0" fmla="*/ 14068 h 28135"/>
                <a:gd name="connsiteX1" fmla="*/ 17743 w 35486"/>
                <a:gd name="connsiteY1" fmla="*/ 28135 h 28135"/>
                <a:gd name="connsiteX2" fmla="*/ 0 w 35486"/>
                <a:gd name="connsiteY2" fmla="*/ 14068 h 28135"/>
                <a:gd name="connsiteX3" fmla="*/ 17743 w 35486"/>
                <a:gd name="connsiteY3" fmla="*/ 0 h 28135"/>
                <a:gd name="connsiteX4" fmla="*/ 35487 w 35486"/>
                <a:gd name="connsiteY4" fmla="*/ 14068 h 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6" h="28135">
                  <a:moveTo>
                    <a:pt x="35487" y="14068"/>
                  </a:moveTo>
                  <a:cubicBezTo>
                    <a:pt x="35487" y="21799"/>
                    <a:pt x="27502" y="28135"/>
                    <a:pt x="17743" y="28135"/>
                  </a:cubicBezTo>
                  <a:cubicBezTo>
                    <a:pt x="7984" y="28135"/>
                    <a:pt x="0" y="21799"/>
                    <a:pt x="0" y="14068"/>
                  </a:cubicBezTo>
                  <a:cubicBezTo>
                    <a:pt x="0" y="6337"/>
                    <a:pt x="7984" y="0"/>
                    <a:pt x="17743" y="0"/>
                  </a:cubicBezTo>
                  <a:cubicBezTo>
                    <a:pt x="27502" y="0"/>
                    <a:pt x="35487" y="6337"/>
                    <a:pt x="35487" y="1406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35" name="Freeform: Shape 4034">
              <a:extLst>
                <a:ext uri="{FF2B5EF4-FFF2-40B4-BE49-F238E27FC236}">
                  <a16:creationId xmlns:a16="http://schemas.microsoft.com/office/drawing/2014/main" id="{324897B2-6333-46D0-A6C1-DB9894058418}"/>
                </a:ext>
              </a:extLst>
            </p:cNvPr>
            <p:cNvSpPr/>
            <p:nvPr/>
          </p:nvSpPr>
          <p:spPr>
            <a:xfrm>
              <a:off x="10121642" y="1547476"/>
              <a:ext cx="35485" cy="28135"/>
            </a:xfrm>
            <a:custGeom>
              <a:avLst/>
              <a:gdLst>
                <a:gd name="connsiteX0" fmla="*/ 35486 w 35485"/>
                <a:gd name="connsiteY0" fmla="*/ 14068 h 28135"/>
                <a:gd name="connsiteX1" fmla="*/ 17743 w 35485"/>
                <a:gd name="connsiteY1" fmla="*/ 28135 h 28135"/>
                <a:gd name="connsiteX2" fmla="*/ 0 w 35485"/>
                <a:gd name="connsiteY2" fmla="*/ 14068 h 28135"/>
                <a:gd name="connsiteX3" fmla="*/ 17743 w 35485"/>
                <a:gd name="connsiteY3" fmla="*/ 0 h 28135"/>
                <a:gd name="connsiteX4" fmla="*/ 35486 w 35485"/>
                <a:gd name="connsiteY4" fmla="*/ 14068 h 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5" h="28135">
                  <a:moveTo>
                    <a:pt x="35486" y="14068"/>
                  </a:moveTo>
                  <a:cubicBezTo>
                    <a:pt x="35486" y="21799"/>
                    <a:pt x="27501" y="28135"/>
                    <a:pt x="17743" y="28135"/>
                  </a:cubicBezTo>
                  <a:cubicBezTo>
                    <a:pt x="7984" y="28135"/>
                    <a:pt x="0" y="21799"/>
                    <a:pt x="0" y="14068"/>
                  </a:cubicBezTo>
                  <a:cubicBezTo>
                    <a:pt x="0" y="6337"/>
                    <a:pt x="7984" y="0"/>
                    <a:pt x="17743" y="0"/>
                  </a:cubicBezTo>
                  <a:cubicBezTo>
                    <a:pt x="27501" y="0"/>
                    <a:pt x="35486" y="6337"/>
                    <a:pt x="35486" y="1406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36" name="Freeform: Shape 4035">
              <a:extLst>
                <a:ext uri="{FF2B5EF4-FFF2-40B4-BE49-F238E27FC236}">
                  <a16:creationId xmlns:a16="http://schemas.microsoft.com/office/drawing/2014/main" id="{D38F92B2-0A5F-1C76-4130-41F1D5D8E26A}"/>
                </a:ext>
              </a:extLst>
            </p:cNvPr>
            <p:cNvSpPr/>
            <p:nvPr/>
          </p:nvSpPr>
          <p:spPr>
            <a:xfrm>
              <a:off x="10187798" y="1637965"/>
              <a:ext cx="34472" cy="27375"/>
            </a:xfrm>
            <a:custGeom>
              <a:avLst/>
              <a:gdLst>
                <a:gd name="connsiteX0" fmla="*/ 34473 w 34472"/>
                <a:gd name="connsiteY0" fmla="*/ 13688 h 27375"/>
                <a:gd name="connsiteX1" fmla="*/ 17236 w 34472"/>
                <a:gd name="connsiteY1" fmla="*/ 27375 h 27375"/>
                <a:gd name="connsiteX2" fmla="*/ 0 w 34472"/>
                <a:gd name="connsiteY2" fmla="*/ 13688 h 27375"/>
                <a:gd name="connsiteX3" fmla="*/ 17236 w 34472"/>
                <a:gd name="connsiteY3" fmla="*/ 0 h 27375"/>
                <a:gd name="connsiteX4" fmla="*/ 34473 w 34472"/>
                <a:gd name="connsiteY4" fmla="*/ 13688 h 27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472" h="27375">
                  <a:moveTo>
                    <a:pt x="34473" y="13688"/>
                  </a:moveTo>
                  <a:cubicBezTo>
                    <a:pt x="34473" y="21292"/>
                    <a:pt x="26741" y="27375"/>
                    <a:pt x="17236" y="27375"/>
                  </a:cubicBezTo>
                  <a:cubicBezTo>
                    <a:pt x="7731" y="27375"/>
                    <a:pt x="0" y="21292"/>
                    <a:pt x="0" y="13688"/>
                  </a:cubicBezTo>
                  <a:cubicBezTo>
                    <a:pt x="0" y="6083"/>
                    <a:pt x="7731" y="0"/>
                    <a:pt x="17236" y="0"/>
                  </a:cubicBezTo>
                  <a:cubicBezTo>
                    <a:pt x="26741" y="0"/>
                    <a:pt x="34473" y="6083"/>
                    <a:pt x="34473" y="136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37" name="Freeform: Shape 4036">
              <a:extLst>
                <a:ext uri="{FF2B5EF4-FFF2-40B4-BE49-F238E27FC236}">
                  <a16:creationId xmlns:a16="http://schemas.microsoft.com/office/drawing/2014/main" id="{C14494D4-E6EE-0301-4744-8C82874CE01B}"/>
                </a:ext>
              </a:extLst>
            </p:cNvPr>
            <p:cNvSpPr/>
            <p:nvPr/>
          </p:nvSpPr>
          <p:spPr>
            <a:xfrm>
              <a:off x="10250152" y="1729469"/>
              <a:ext cx="34471" cy="27375"/>
            </a:xfrm>
            <a:custGeom>
              <a:avLst/>
              <a:gdLst>
                <a:gd name="connsiteX0" fmla="*/ 34472 w 34471"/>
                <a:gd name="connsiteY0" fmla="*/ 13688 h 27375"/>
                <a:gd name="connsiteX1" fmla="*/ 17236 w 34471"/>
                <a:gd name="connsiteY1" fmla="*/ 27375 h 27375"/>
                <a:gd name="connsiteX2" fmla="*/ 0 w 34471"/>
                <a:gd name="connsiteY2" fmla="*/ 13688 h 27375"/>
                <a:gd name="connsiteX3" fmla="*/ 17236 w 34471"/>
                <a:gd name="connsiteY3" fmla="*/ 0 h 27375"/>
                <a:gd name="connsiteX4" fmla="*/ 34472 w 34471"/>
                <a:gd name="connsiteY4" fmla="*/ 13688 h 27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471" h="27375">
                  <a:moveTo>
                    <a:pt x="34472" y="13688"/>
                  </a:moveTo>
                  <a:cubicBezTo>
                    <a:pt x="34472" y="21292"/>
                    <a:pt x="26741" y="27375"/>
                    <a:pt x="17236" y="27375"/>
                  </a:cubicBezTo>
                  <a:cubicBezTo>
                    <a:pt x="7731" y="27375"/>
                    <a:pt x="0" y="21292"/>
                    <a:pt x="0" y="13688"/>
                  </a:cubicBezTo>
                  <a:cubicBezTo>
                    <a:pt x="0" y="6083"/>
                    <a:pt x="7731" y="0"/>
                    <a:pt x="17236" y="0"/>
                  </a:cubicBezTo>
                  <a:cubicBezTo>
                    <a:pt x="26741" y="0"/>
                    <a:pt x="34472" y="6210"/>
                    <a:pt x="34472" y="136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38" name="Freeform: Shape 4037">
              <a:extLst>
                <a:ext uri="{FF2B5EF4-FFF2-40B4-BE49-F238E27FC236}">
                  <a16:creationId xmlns:a16="http://schemas.microsoft.com/office/drawing/2014/main" id="{CAC0EC40-8AA4-E906-540E-C95783ABC609}"/>
                </a:ext>
              </a:extLst>
            </p:cNvPr>
            <p:cNvSpPr/>
            <p:nvPr/>
          </p:nvSpPr>
          <p:spPr>
            <a:xfrm>
              <a:off x="10309084" y="1822240"/>
              <a:ext cx="34472" cy="27375"/>
            </a:xfrm>
            <a:custGeom>
              <a:avLst/>
              <a:gdLst>
                <a:gd name="connsiteX0" fmla="*/ 34473 w 34472"/>
                <a:gd name="connsiteY0" fmla="*/ 13688 h 27375"/>
                <a:gd name="connsiteX1" fmla="*/ 17236 w 34472"/>
                <a:gd name="connsiteY1" fmla="*/ 27375 h 27375"/>
                <a:gd name="connsiteX2" fmla="*/ 0 w 34472"/>
                <a:gd name="connsiteY2" fmla="*/ 13688 h 27375"/>
                <a:gd name="connsiteX3" fmla="*/ 17236 w 34472"/>
                <a:gd name="connsiteY3" fmla="*/ 0 h 27375"/>
                <a:gd name="connsiteX4" fmla="*/ 34473 w 34472"/>
                <a:gd name="connsiteY4" fmla="*/ 13688 h 27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472" h="27375">
                  <a:moveTo>
                    <a:pt x="34473" y="13688"/>
                  </a:moveTo>
                  <a:cubicBezTo>
                    <a:pt x="34473" y="21292"/>
                    <a:pt x="26741" y="27375"/>
                    <a:pt x="17236" y="27375"/>
                  </a:cubicBezTo>
                  <a:cubicBezTo>
                    <a:pt x="7731" y="27375"/>
                    <a:pt x="0" y="21292"/>
                    <a:pt x="0" y="13688"/>
                  </a:cubicBezTo>
                  <a:cubicBezTo>
                    <a:pt x="0" y="6083"/>
                    <a:pt x="7731" y="0"/>
                    <a:pt x="17236" y="0"/>
                  </a:cubicBezTo>
                  <a:cubicBezTo>
                    <a:pt x="26741" y="0"/>
                    <a:pt x="34473" y="6210"/>
                    <a:pt x="34473" y="136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39" name="Freeform: Shape 4038">
              <a:extLst>
                <a:ext uri="{FF2B5EF4-FFF2-40B4-BE49-F238E27FC236}">
                  <a16:creationId xmlns:a16="http://schemas.microsoft.com/office/drawing/2014/main" id="{1CF84716-33CB-D039-5FDB-A6FF26BB8DA2}"/>
                </a:ext>
              </a:extLst>
            </p:cNvPr>
            <p:cNvSpPr/>
            <p:nvPr/>
          </p:nvSpPr>
          <p:spPr>
            <a:xfrm>
              <a:off x="10364848" y="1916404"/>
              <a:ext cx="34471" cy="27375"/>
            </a:xfrm>
            <a:custGeom>
              <a:avLst/>
              <a:gdLst>
                <a:gd name="connsiteX0" fmla="*/ 34472 w 34471"/>
                <a:gd name="connsiteY0" fmla="*/ 13688 h 27375"/>
                <a:gd name="connsiteX1" fmla="*/ 17236 w 34471"/>
                <a:gd name="connsiteY1" fmla="*/ 27375 h 27375"/>
                <a:gd name="connsiteX2" fmla="*/ 0 w 34471"/>
                <a:gd name="connsiteY2" fmla="*/ 13688 h 27375"/>
                <a:gd name="connsiteX3" fmla="*/ 17236 w 34471"/>
                <a:gd name="connsiteY3" fmla="*/ 0 h 27375"/>
                <a:gd name="connsiteX4" fmla="*/ 34472 w 34471"/>
                <a:gd name="connsiteY4" fmla="*/ 13688 h 27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471" h="27375">
                  <a:moveTo>
                    <a:pt x="34472" y="13688"/>
                  </a:moveTo>
                  <a:cubicBezTo>
                    <a:pt x="34472" y="21292"/>
                    <a:pt x="26741" y="27375"/>
                    <a:pt x="17236" y="27375"/>
                  </a:cubicBezTo>
                  <a:cubicBezTo>
                    <a:pt x="7731" y="27375"/>
                    <a:pt x="0" y="21292"/>
                    <a:pt x="0" y="13688"/>
                  </a:cubicBezTo>
                  <a:cubicBezTo>
                    <a:pt x="0" y="6083"/>
                    <a:pt x="7731" y="0"/>
                    <a:pt x="17236" y="0"/>
                  </a:cubicBezTo>
                  <a:cubicBezTo>
                    <a:pt x="26741" y="0"/>
                    <a:pt x="34472" y="6083"/>
                    <a:pt x="34472" y="136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40" name="Freeform: Shape 4039">
              <a:extLst>
                <a:ext uri="{FF2B5EF4-FFF2-40B4-BE49-F238E27FC236}">
                  <a16:creationId xmlns:a16="http://schemas.microsoft.com/office/drawing/2014/main" id="{E92A19FF-16B9-B173-F527-17F2E8BE2793}"/>
                </a:ext>
              </a:extLst>
            </p:cNvPr>
            <p:cNvSpPr/>
            <p:nvPr/>
          </p:nvSpPr>
          <p:spPr>
            <a:xfrm>
              <a:off x="10417316" y="2012090"/>
              <a:ext cx="33839" cy="26868"/>
            </a:xfrm>
            <a:custGeom>
              <a:avLst/>
              <a:gdLst>
                <a:gd name="connsiteX0" fmla="*/ 33839 w 33839"/>
                <a:gd name="connsiteY0" fmla="*/ 13434 h 26868"/>
                <a:gd name="connsiteX1" fmla="*/ 16983 w 33839"/>
                <a:gd name="connsiteY1" fmla="*/ 26868 h 26868"/>
                <a:gd name="connsiteX2" fmla="*/ 0 w 33839"/>
                <a:gd name="connsiteY2" fmla="*/ 13434 h 26868"/>
                <a:gd name="connsiteX3" fmla="*/ 16983 w 33839"/>
                <a:gd name="connsiteY3" fmla="*/ 0 h 26868"/>
                <a:gd name="connsiteX4" fmla="*/ 33839 w 33839"/>
                <a:gd name="connsiteY4" fmla="*/ 13434 h 26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839" h="26868">
                  <a:moveTo>
                    <a:pt x="33839" y="13434"/>
                  </a:moveTo>
                  <a:cubicBezTo>
                    <a:pt x="33839" y="20912"/>
                    <a:pt x="26234" y="26868"/>
                    <a:pt x="16983" y="26868"/>
                  </a:cubicBezTo>
                  <a:cubicBezTo>
                    <a:pt x="7731" y="26868"/>
                    <a:pt x="0" y="20912"/>
                    <a:pt x="0" y="13434"/>
                  </a:cubicBezTo>
                  <a:cubicBezTo>
                    <a:pt x="0" y="5957"/>
                    <a:pt x="7605" y="0"/>
                    <a:pt x="16983" y="0"/>
                  </a:cubicBezTo>
                  <a:cubicBezTo>
                    <a:pt x="26361" y="0"/>
                    <a:pt x="33839" y="5957"/>
                    <a:pt x="33839" y="1343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41" name="Freeform: Shape 4040">
              <a:extLst>
                <a:ext uri="{FF2B5EF4-FFF2-40B4-BE49-F238E27FC236}">
                  <a16:creationId xmlns:a16="http://schemas.microsoft.com/office/drawing/2014/main" id="{27F063C2-6F8C-8D43-19A2-BBC146EF9F5E}"/>
                </a:ext>
              </a:extLst>
            </p:cNvPr>
            <p:cNvSpPr/>
            <p:nvPr/>
          </p:nvSpPr>
          <p:spPr>
            <a:xfrm>
              <a:off x="10466237" y="2108536"/>
              <a:ext cx="33838" cy="26867"/>
            </a:xfrm>
            <a:custGeom>
              <a:avLst/>
              <a:gdLst>
                <a:gd name="connsiteX0" fmla="*/ 33838 w 33838"/>
                <a:gd name="connsiteY0" fmla="*/ 13434 h 26867"/>
                <a:gd name="connsiteX1" fmla="*/ 16855 w 33838"/>
                <a:gd name="connsiteY1" fmla="*/ 26868 h 26867"/>
                <a:gd name="connsiteX2" fmla="*/ 0 w 33838"/>
                <a:gd name="connsiteY2" fmla="*/ 13434 h 26867"/>
                <a:gd name="connsiteX3" fmla="*/ 16855 w 33838"/>
                <a:gd name="connsiteY3" fmla="*/ 0 h 26867"/>
                <a:gd name="connsiteX4" fmla="*/ 33838 w 33838"/>
                <a:gd name="connsiteY4" fmla="*/ 13434 h 26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838" h="26867">
                  <a:moveTo>
                    <a:pt x="33838" y="13434"/>
                  </a:moveTo>
                  <a:cubicBezTo>
                    <a:pt x="33838" y="20785"/>
                    <a:pt x="26234" y="26868"/>
                    <a:pt x="16855" y="26868"/>
                  </a:cubicBezTo>
                  <a:cubicBezTo>
                    <a:pt x="7477" y="26868"/>
                    <a:pt x="0" y="20912"/>
                    <a:pt x="0" y="13434"/>
                  </a:cubicBezTo>
                  <a:cubicBezTo>
                    <a:pt x="0" y="5957"/>
                    <a:pt x="7604" y="0"/>
                    <a:pt x="16855" y="0"/>
                  </a:cubicBezTo>
                  <a:cubicBezTo>
                    <a:pt x="26108" y="0"/>
                    <a:pt x="33838" y="5957"/>
                    <a:pt x="33838" y="1343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42" name="Freeform: Shape 4041">
              <a:extLst>
                <a:ext uri="{FF2B5EF4-FFF2-40B4-BE49-F238E27FC236}">
                  <a16:creationId xmlns:a16="http://schemas.microsoft.com/office/drawing/2014/main" id="{03565BEF-7EB8-3F88-D090-4723DB548104}"/>
                </a:ext>
              </a:extLst>
            </p:cNvPr>
            <p:cNvSpPr/>
            <p:nvPr/>
          </p:nvSpPr>
          <p:spPr>
            <a:xfrm>
              <a:off x="10512115" y="2206503"/>
              <a:ext cx="32951" cy="26107"/>
            </a:xfrm>
            <a:custGeom>
              <a:avLst/>
              <a:gdLst>
                <a:gd name="connsiteX0" fmla="*/ 32951 w 32951"/>
                <a:gd name="connsiteY0" fmla="*/ 13054 h 26107"/>
                <a:gd name="connsiteX1" fmla="*/ 16476 w 32951"/>
                <a:gd name="connsiteY1" fmla="*/ 26108 h 26107"/>
                <a:gd name="connsiteX2" fmla="*/ 0 w 32951"/>
                <a:gd name="connsiteY2" fmla="*/ 13054 h 26107"/>
                <a:gd name="connsiteX3" fmla="*/ 16476 w 32951"/>
                <a:gd name="connsiteY3" fmla="*/ 0 h 26107"/>
                <a:gd name="connsiteX4" fmla="*/ 32951 w 32951"/>
                <a:gd name="connsiteY4" fmla="*/ 13054 h 2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951" h="26107">
                  <a:moveTo>
                    <a:pt x="32951" y="13054"/>
                  </a:moveTo>
                  <a:cubicBezTo>
                    <a:pt x="32951" y="20278"/>
                    <a:pt x="25600" y="26108"/>
                    <a:pt x="16476" y="26108"/>
                  </a:cubicBezTo>
                  <a:cubicBezTo>
                    <a:pt x="7351" y="26108"/>
                    <a:pt x="0" y="20278"/>
                    <a:pt x="0" y="13054"/>
                  </a:cubicBezTo>
                  <a:cubicBezTo>
                    <a:pt x="0" y="5830"/>
                    <a:pt x="7351" y="0"/>
                    <a:pt x="16476" y="0"/>
                  </a:cubicBezTo>
                  <a:cubicBezTo>
                    <a:pt x="25600" y="0"/>
                    <a:pt x="32951" y="5830"/>
                    <a:pt x="32951" y="1305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43" name="Freeform: Shape 4042">
              <a:extLst>
                <a:ext uri="{FF2B5EF4-FFF2-40B4-BE49-F238E27FC236}">
                  <a16:creationId xmlns:a16="http://schemas.microsoft.com/office/drawing/2014/main" id="{6EB148A4-9752-A131-25F3-D78755E43B8F}"/>
                </a:ext>
              </a:extLst>
            </p:cNvPr>
            <p:cNvSpPr/>
            <p:nvPr/>
          </p:nvSpPr>
          <p:spPr>
            <a:xfrm>
              <a:off x="10554445" y="2305230"/>
              <a:ext cx="32191" cy="25600"/>
            </a:xfrm>
            <a:custGeom>
              <a:avLst/>
              <a:gdLst>
                <a:gd name="connsiteX0" fmla="*/ 32191 w 32191"/>
                <a:gd name="connsiteY0" fmla="*/ 12800 h 25600"/>
                <a:gd name="connsiteX1" fmla="*/ 16096 w 32191"/>
                <a:gd name="connsiteY1" fmla="*/ 25601 h 25600"/>
                <a:gd name="connsiteX2" fmla="*/ 0 w 32191"/>
                <a:gd name="connsiteY2" fmla="*/ 12800 h 25600"/>
                <a:gd name="connsiteX3" fmla="*/ 16096 w 32191"/>
                <a:gd name="connsiteY3" fmla="*/ 0 h 25600"/>
                <a:gd name="connsiteX4" fmla="*/ 32191 w 32191"/>
                <a:gd name="connsiteY4" fmla="*/ 12800 h 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91" h="25600">
                  <a:moveTo>
                    <a:pt x="32191" y="12800"/>
                  </a:moveTo>
                  <a:cubicBezTo>
                    <a:pt x="32191" y="19897"/>
                    <a:pt x="24967" y="25601"/>
                    <a:pt x="16096" y="25601"/>
                  </a:cubicBezTo>
                  <a:cubicBezTo>
                    <a:pt x="7224" y="25601"/>
                    <a:pt x="0" y="19897"/>
                    <a:pt x="0" y="12800"/>
                  </a:cubicBezTo>
                  <a:cubicBezTo>
                    <a:pt x="0" y="5703"/>
                    <a:pt x="7224" y="0"/>
                    <a:pt x="16096" y="0"/>
                  </a:cubicBezTo>
                  <a:cubicBezTo>
                    <a:pt x="24967" y="0"/>
                    <a:pt x="32191" y="5703"/>
                    <a:pt x="32191" y="1280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44" name="Freeform: Shape 4043">
              <a:extLst>
                <a:ext uri="{FF2B5EF4-FFF2-40B4-BE49-F238E27FC236}">
                  <a16:creationId xmlns:a16="http://schemas.microsoft.com/office/drawing/2014/main" id="{E7431A1C-D7C5-9FDB-F6F6-157968EE4741}"/>
                </a:ext>
              </a:extLst>
            </p:cNvPr>
            <p:cNvSpPr/>
            <p:nvPr/>
          </p:nvSpPr>
          <p:spPr>
            <a:xfrm>
              <a:off x="10592846" y="2404718"/>
              <a:ext cx="32190" cy="25600"/>
            </a:xfrm>
            <a:custGeom>
              <a:avLst/>
              <a:gdLst>
                <a:gd name="connsiteX0" fmla="*/ 32191 w 32190"/>
                <a:gd name="connsiteY0" fmla="*/ 12800 h 25600"/>
                <a:gd name="connsiteX1" fmla="*/ 16096 w 32190"/>
                <a:gd name="connsiteY1" fmla="*/ 25601 h 25600"/>
                <a:gd name="connsiteX2" fmla="*/ 0 w 32190"/>
                <a:gd name="connsiteY2" fmla="*/ 12800 h 25600"/>
                <a:gd name="connsiteX3" fmla="*/ 16096 w 32190"/>
                <a:gd name="connsiteY3" fmla="*/ 0 h 25600"/>
                <a:gd name="connsiteX4" fmla="*/ 32191 w 32190"/>
                <a:gd name="connsiteY4" fmla="*/ 12800 h 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90" h="25600">
                  <a:moveTo>
                    <a:pt x="32191" y="12800"/>
                  </a:moveTo>
                  <a:cubicBezTo>
                    <a:pt x="32191" y="19898"/>
                    <a:pt x="24967" y="25601"/>
                    <a:pt x="16096" y="25601"/>
                  </a:cubicBezTo>
                  <a:cubicBezTo>
                    <a:pt x="7224" y="25601"/>
                    <a:pt x="0" y="19898"/>
                    <a:pt x="0" y="12800"/>
                  </a:cubicBezTo>
                  <a:cubicBezTo>
                    <a:pt x="0" y="5703"/>
                    <a:pt x="7224" y="0"/>
                    <a:pt x="16096" y="0"/>
                  </a:cubicBezTo>
                  <a:cubicBezTo>
                    <a:pt x="24967" y="0"/>
                    <a:pt x="32191" y="5703"/>
                    <a:pt x="32191" y="1280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45" name="Freeform: Shape 4044">
              <a:extLst>
                <a:ext uri="{FF2B5EF4-FFF2-40B4-BE49-F238E27FC236}">
                  <a16:creationId xmlns:a16="http://schemas.microsoft.com/office/drawing/2014/main" id="{AA966186-644A-4258-22EE-6A1CDE597271}"/>
                </a:ext>
              </a:extLst>
            </p:cNvPr>
            <p:cNvSpPr/>
            <p:nvPr/>
          </p:nvSpPr>
          <p:spPr>
            <a:xfrm>
              <a:off x="10627952" y="2505346"/>
              <a:ext cx="31430" cy="24840"/>
            </a:xfrm>
            <a:custGeom>
              <a:avLst/>
              <a:gdLst>
                <a:gd name="connsiteX0" fmla="*/ 31430 w 31430"/>
                <a:gd name="connsiteY0" fmla="*/ 12420 h 24840"/>
                <a:gd name="connsiteX1" fmla="*/ 15715 w 31430"/>
                <a:gd name="connsiteY1" fmla="*/ 24840 h 24840"/>
                <a:gd name="connsiteX2" fmla="*/ 0 w 31430"/>
                <a:gd name="connsiteY2" fmla="*/ 12420 h 24840"/>
                <a:gd name="connsiteX3" fmla="*/ 15715 w 31430"/>
                <a:gd name="connsiteY3" fmla="*/ 0 h 24840"/>
                <a:gd name="connsiteX4" fmla="*/ 31430 w 31430"/>
                <a:gd name="connsiteY4" fmla="*/ 12420 h 2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30" h="24840">
                  <a:moveTo>
                    <a:pt x="31430" y="12420"/>
                  </a:moveTo>
                  <a:cubicBezTo>
                    <a:pt x="31430" y="19264"/>
                    <a:pt x="24460" y="24840"/>
                    <a:pt x="15715" y="24840"/>
                  </a:cubicBezTo>
                  <a:cubicBezTo>
                    <a:pt x="6970" y="24840"/>
                    <a:pt x="0" y="19264"/>
                    <a:pt x="0" y="12420"/>
                  </a:cubicBezTo>
                  <a:cubicBezTo>
                    <a:pt x="0" y="5576"/>
                    <a:pt x="7097" y="0"/>
                    <a:pt x="15715" y="0"/>
                  </a:cubicBezTo>
                  <a:cubicBezTo>
                    <a:pt x="24333" y="0"/>
                    <a:pt x="31430" y="5576"/>
                    <a:pt x="31430" y="1242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46" name="Freeform: Shape 4045">
              <a:extLst>
                <a:ext uri="{FF2B5EF4-FFF2-40B4-BE49-F238E27FC236}">
                  <a16:creationId xmlns:a16="http://schemas.microsoft.com/office/drawing/2014/main" id="{F44BF4D6-C6DE-E0C1-148F-2C9AD60A3769}"/>
                </a:ext>
              </a:extLst>
            </p:cNvPr>
            <p:cNvSpPr/>
            <p:nvPr/>
          </p:nvSpPr>
          <p:spPr>
            <a:xfrm>
              <a:off x="10659636" y="2606608"/>
              <a:ext cx="30669" cy="24333"/>
            </a:xfrm>
            <a:custGeom>
              <a:avLst/>
              <a:gdLst>
                <a:gd name="connsiteX0" fmla="*/ 30670 w 30669"/>
                <a:gd name="connsiteY0" fmla="*/ 12167 h 24333"/>
                <a:gd name="connsiteX1" fmla="*/ 15335 w 30669"/>
                <a:gd name="connsiteY1" fmla="*/ 24333 h 24333"/>
                <a:gd name="connsiteX2" fmla="*/ 0 w 30669"/>
                <a:gd name="connsiteY2" fmla="*/ 12167 h 24333"/>
                <a:gd name="connsiteX3" fmla="*/ 15335 w 30669"/>
                <a:gd name="connsiteY3" fmla="*/ 0 h 24333"/>
                <a:gd name="connsiteX4" fmla="*/ 30670 w 30669"/>
                <a:gd name="connsiteY4" fmla="*/ 12167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9" h="24333">
                  <a:moveTo>
                    <a:pt x="30670" y="12167"/>
                  </a:moveTo>
                  <a:cubicBezTo>
                    <a:pt x="30670" y="18884"/>
                    <a:pt x="23826" y="24333"/>
                    <a:pt x="15335" y="24333"/>
                  </a:cubicBezTo>
                  <a:cubicBezTo>
                    <a:pt x="6843" y="24333"/>
                    <a:pt x="0" y="18884"/>
                    <a:pt x="0" y="12167"/>
                  </a:cubicBezTo>
                  <a:cubicBezTo>
                    <a:pt x="0" y="5450"/>
                    <a:pt x="6843" y="0"/>
                    <a:pt x="15335" y="0"/>
                  </a:cubicBezTo>
                  <a:cubicBezTo>
                    <a:pt x="23826" y="0"/>
                    <a:pt x="30670" y="5450"/>
                    <a:pt x="30670" y="121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47" name="Freeform: Shape 4046">
              <a:extLst>
                <a:ext uri="{FF2B5EF4-FFF2-40B4-BE49-F238E27FC236}">
                  <a16:creationId xmlns:a16="http://schemas.microsoft.com/office/drawing/2014/main" id="{25505741-66B3-1E80-2177-564EF04C1F53}"/>
                </a:ext>
              </a:extLst>
            </p:cNvPr>
            <p:cNvSpPr/>
            <p:nvPr/>
          </p:nvSpPr>
          <p:spPr>
            <a:xfrm>
              <a:off x="10687644" y="2708631"/>
              <a:ext cx="29909" cy="23699"/>
            </a:xfrm>
            <a:custGeom>
              <a:avLst/>
              <a:gdLst>
                <a:gd name="connsiteX0" fmla="*/ 29910 w 29909"/>
                <a:gd name="connsiteY0" fmla="*/ 11786 h 23699"/>
                <a:gd name="connsiteX1" fmla="*/ 14955 w 29909"/>
                <a:gd name="connsiteY1" fmla="*/ 23700 h 23699"/>
                <a:gd name="connsiteX2" fmla="*/ 0 w 29909"/>
                <a:gd name="connsiteY2" fmla="*/ 11786 h 23699"/>
                <a:gd name="connsiteX3" fmla="*/ 14955 w 29909"/>
                <a:gd name="connsiteY3" fmla="*/ 0 h 23699"/>
                <a:gd name="connsiteX4" fmla="*/ 29910 w 29909"/>
                <a:gd name="connsiteY4" fmla="*/ 11786 h 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909" h="23699">
                  <a:moveTo>
                    <a:pt x="29910" y="11786"/>
                  </a:moveTo>
                  <a:cubicBezTo>
                    <a:pt x="29910" y="18377"/>
                    <a:pt x="23193" y="23700"/>
                    <a:pt x="14955" y="23700"/>
                  </a:cubicBezTo>
                  <a:cubicBezTo>
                    <a:pt x="6717" y="23700"/>
                    <a:pt x="0" y="18377"/>
                    <a:pt x="0" y="11786"/>
                  </a:cubicBezTo>
                  <a:cubicBezTo>
                    <a:pt x="0" y="5196"/>
                    <a:pt x="6717" y="0"/>
                    <a:pt x="14955" y="0"/>
                  </a:cubicBezTo>
                  <a:cubicBezTo>
                    <a:pt x="23193" y="0"/>
                    <a:pt x="29910" y="5323"/>
                    <a:pt x="29910" y="1178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48" name="Freeform: Shape 4047">
              <a:extLst>
                <a:ext uri="{FF2B5EF4-FFF2-40B4-BE49-F238E27FC236}">
                  <a16:creationId xmlns:a16="http://schemas.microsoft.com/office/drawing/2014/main" id="{D250F17F-7099-D9F2-231E-8AE3EAA12C9C}"/>
                </a:ext>
              </a:extLst>
            </p:cNvPr>
            <p:cNvSpPr/>
            <p:nvPr/>
          </p:nvSpPr>
          <p:spPr>
            <a:xfrm>
              <a:off x="10711978" y="2811034"/>
              <a:ext cx="29149" cy="23065"/>
            </a:xfrm>
            <a:custGeom>
              <a:avLst/>
              <a:gdLst>
                <a:gd name="connsiteX0" fmla="*/ 29150 w 29149"/>
                <a:gd name="connsiteY0" fmla="*/ 11533 h 23065"/>
                <a:gd name="connsiteX1" fmla="*/ 14575 w 29149"/>
                <a:gd name="connsiteY1" fmla="*/ 23066 h 23065"/>
                <a:gd name="connsiteX2" fmla="*/ 0 w 29149"/>
                <a:gd name="connsiteY2" fmla="*/ 11533 h 23065"/>
                <a:gd name="connsiteX3" fmla="*/ 14575 w 29149"/>
                <a:gd name="connsiteY3" fmla="*/ 0 h 23065"/>
                <a:gd name="connsiteX4" fmla="*/ 29150 w 29149"/>
                <a:gd name="connsiteY4" fmla="*/ 11533 h 23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9" h="23065">
                  <a:moveTo>
                    <a:pt x="29150" y="11533"/>
                  </a:moveTo>
                  <a:cubicBezTo>
                    <a:pt x="29150" y="17870"/>
                    <a:pt x="22686" y="23066"/>
                    <a:pt x="14575" y="23066"/>
                  </a:cubicBezTo>
                  <a:cubicBezTo>
                    <a:pt x="6464" y="23066"/>
                    <a:pt x="0" y="17870"/>
                    <a:pt x="0" y="11533"/>
                  </a:cubicBezTo>
                  <a:cubicBezTo>
                    <a:pt x="0" y="5196"/>
                    <a:pt x="6464" y="0"/>
                    <a:pt x="14575" y="0"/>
                  </a:cubicBezTo>
                  <a:cubicBezTo>
                    <a:pt x="22686" y="0"/>
                    <a:pt x="29150" y="5196"/>
                    <a:pt x="29150" y="1153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49" name="Freeform: Shape 4048">
              <a:extLst>
                <a:ext uri="{FF2B5EF4-FFF2-40B4-BE49-F238E27FC236}">
                  <a16:creationId xmlns:a16="http://schemas.microsoft.com/office/drawing/2014/main" id="{EE5CA644-012B-93E6-F66D-0366453BE3B5}"/>
                </a:ext>
              </a:extLst>
            </p:cNvPr>
            <p:cNvSpPr/>
            <p:nvPr/>
          </p:nvSpPr>
          <p:spPr>
            <a:xfrm>
              <a:off x="10732256" y="2913816"/>
              <a:ext cx="29149" cy="23065"/>
            </a:xfrm>
            <a:custGeom>
              <a:avLst/>
              <a:gdLst>
                <a:gd name="connsiteX0" fmla="*/ 29149 w 29149"/>
                <a:gd name="connsiteY0" fmla="*/ 11533 h 23065"/>
                <a:gd name="connsiteX1" fmla="*/ 14574 w 29149"/>
                <a:gd name="connsiteY1" fmla="*/ 23066 h 23065"/>
                <a:gd name="connsiteX2" fmla="*/ 0 w 29149"/>
                <a:gd name="connsiteY2" fmla="*/ 11533 h 23065"/>
                <a:gd name="connsiteX3" fmla="*/ 14574 w 29149"/>
                <a:gd name="connsiteY3" fmla="*/ 0 h 23065"/>
                <a:gd name="connsiteX4" fmla="*/ 29149 w 29149"/>
                <a:gd name="connsiteY4" fmla="*/ 11533 h 23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9" h="23065">
                  <a:moveTo>
                    <a:pt x="29149" y="11533"/>
                  </a:moveTo>
                  <a:cubicBezTo>
                    <a:pt x="29149" y="17870"/>
                    <a:pt x="22559" y="23066"/>
                    <a:pt x="14574" y="23066"/>
                  </a:cubicBezTo>
                  <a:cubicBezTo>
                    <a:pt x="6591" y="23066"/>
                    <a:pt x="0" y="17870"/>
                    <a:pt x="0" y="11533"/>
                  </a:cubicBezTo>
                  <a:cubicBezTo>
                    <a:pt x="0" y="5196"/>
                    <a:pt x="6464" y="0"/>
                    <a:pt x="14574" y="0"/>
                  </a:cubicBezTo>
                  <a:cubicBezTo>
                    <a:pt x="22685" y="0"/>
                    <a:pt x="29149" y="5196"/>
                    <a:pt x="29149" y="1153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50" name="Freeform: Shape 4049">
              <a:extLst>
                <a:ext uri="{FF2B5EF4-FFF2-40B4-BE49-F238E27FC236}">
                  <a16:creationId xmlns:a16="http://schemas.microsoft.com/office/drawing/2014/main" id="{A6C8B1B1-6A65-B802-EB8A-1227318BF03A}"/>
                </a:ext>
              </a:extLst>
            </p:cNvPr>
            <p:cNvSpPr/>
            <p:nvPr/>
          </p:nvSpPr>
          <p:spPr>
            <a:xfrm>
              <a:off x="10749365" y="3017360"/>
              <a:ext cx="28388" cy="22305"/>
            </a:xfrm>
            <a:custGeom>
              <a:avLst/>
              <a:gdLst>
                <a:gd name="connsiteX0" fmla="*/ 28389 w 28388"/>
                <a:gd name="connsiteY0" fmla="*/ 11153 h 22305"/>
                <a:gd name="connsiteX1" fmla="*/ 14194 w 28388"/>
                <a:gd name="connsiteY1" fmla="*/ 22305 h 22305"/>
                <a:gd name="connsiteX2" fmla="*/ 0 w 28388"/>
                <a:gd name="connsiteY2" fmla="*/ 11153 h 22305"/>
                <a:gd name="connsiteX3" fmla="*/ 14194 w 28388"/>
                <a:gd name="connsiteY3" fmla="*/ 0 h 22305"/>
                <a:gd name="connsiteX4" fmla="*/ 28389 w 28388"/>
                <a:gd name="connsiteY4" fmla="*/ 11153 h 22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388" h="22305">
                  <a:moveTo>
                    <a:pt x="28389" y="11153"/>
                  </a:moveTo>
                  <a:cubicBezTo>
                    <a:pt x="28389" y="17363"/>
                    <a:pt x="22052" y="22305"/>
                    <a:pt x="14194" y="22305"/>
                  </a:cubicBezTo>
                  <a:cubicBezTo>
                    <a:pt x="6337" y="22305"/>
                    <a:pt x="0" y="17236"/>
                    <a:pt x="0" y="11153"/>
                  </a:cubicBezTo>
                  <a:cubicBezTo>
                    <a:pt x="0" y="5069"/>
                    <a:pt x="6337" y="0"/>
                    <a:pt x="14194" y="0"/>
                  </a:cubicBezTo>
                  <a:cubicBezTo>
                    <a:pt x="22052" y="0"/>
                    <a:pt x="28389" y="5069"/>
                    <a:pt x="28389" y="1115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51" name="Freeform: Shape 4050">
              <a:extLst>
                <a:ext uri="{FF2B5EF4-FFF2-40B4-BE49-F238E27FC236}">
                  <a16:creationId xmlns:a16="http://schemas.microsoft.com/office/drawing/2014/main" id="{6CCF1687-7B82-F069-1F4E-54F1E5DC34E8}"/>
                </a:ext>
              </a:extLst>
            </p:cNvPr>
            <p:cNvSpPr/>
            <p:nvPr/>
          </p:nvSpPr>
          <p:spPr>
            <a:xfrm>
              <a:off x="10763179" y="3121410"/>
              <a:ext cx="26741" cy="21164"/>
            </a:xfrm>
            <a:custGeom>
              <a:avLst/>
              <a:gdLst>
                <a:gd name="connsiteX0" fmla="*/ 26741 w 26741"/>
                <a:gd name="connsiteY0" fmla="*/ 10646 h 21164"/>
                <a:gd name="connsiteX1" fmla="*/ 13307 w 26741"/>
                <a:gd name="connsiteY1" fmla="*/ 21165 h 21164"/>
                <a:gd name="connsiteX2" fmla="*/ 0 w 26741"/>
                <a:gd name="connsiteY2" fmla="*/ 10646 h 21164"/>
                <a:gd name="connsiteX3" fmla="*/ 13307 w 26741"/>
                <a:gd name="connsiteY3" fmla="*/ 0 h 21164"/>
                <a:gd name="connsiteX4" fmla="*/ 26741 w 26741"/>
                <a:gd name="connsiteY4" fmla="*/ 10646 h 21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741" h="21164">
                  <a:moveTo>
                    <a:pt x="26741" y="10646"/>
                  </a:moveTo>
                  <a:cubicBezTo>
                    <a:pt x="26741" y="16476"/>
                    <a:pt x="20785" y="21165"/>
                    <a:pt x="13307" y="21165"/>
                  </a:cubicBezTo>
                  <a:cubicBezTo>
                    <a:pt x="5829" y="21165"/>
                    <a:pt x="0" y="16476"/>
                    <a:pt x="0" y="10646"/>
                  </a:cubicBezTo>
                  <a:cubicBezTo>
                    <a:pt x="0" y="4816"/>
                    <a:pt x="5956" y="0"/>
                    <a:pt x="13307" y="0"/>
                  </a:cubicBezTo>
                  <a:cubicBezTo>
                    <a:pt x="20658" y="0"/>
                    <a:pt x="26741" y="4816"/>
                    <a:pt x="26741" y="1064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52" name="Freeform: Shape 4051">
              <a:extLst>
                <a:ext uri="{FF2B5EF4-FFF2-40B4-BE49-F238E27FC236}">
                  <a16:creationId xmlns:a16="http://schemas.microsoft.com/office/drawing/2014/main" id="{5F037442-F5ED-F837-023E-E18587A6AB7F}"/>
                </a:ext>
              </a:extLst>
            </p:cNvPr>
            <p:cNvSpPr/>
            <p:nvPr/>
          </p:nvSpPr>
          <p:spPr>
            <a:xfrm>
              <a:off x="10772938" y="3225460"/>
              <a:ext cx="25853" cy="20531"/>
            </a:xfrm>
            <a:custGeom>
              <a:avLst/>
              <a:gdLst>
                <a:gd name="connsiteX0" fmla="*/ 25854 w 25853"/>
                <a:gd name="connsiteY0" fmla="*/ 10266 h 20531"/>
                <a:gd name="connsiteX1" fmla="*/ 12927 w 25853"/>
                <a:gd name="connsiteY1" fmla="*/ 20531 h 20531"/>
                <a:gd name="connsiteX2" fmla="*/ 0 w 25853"/>
                <a:gd name="connsiteY2" fmla="*/ 10266 h 20531"/>
                <a:gd name="connsiteX3" fmla="*/ 12927 w 25853"/>
                <a:gd name="connsiteY3" fmla="*/ 0 h 20531"/>
                <a:gd name="connsiteX4" fmla="*/ 25854 w 25853"/>
                <a:gd name="connsiteY4" fmla="*/ 10266 h 20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853" h="20531">
                  <a:moveTo>
                    <a:pt x="25854" y="10266"/>
                  </a:moveTo>
                  <a:cubicBezTo>
                    <a:pt x="25854" y="15969"/>
                    <a:pt x="20024" y="20531"/>
                    <a:pt x="12927" y="20531"/>
                  </a:cubicBezTo>
                  <a:cubicBezTo>
                    <a:pt x="5829" y="20531"/>
                    <a:pt x="0" y="15969"/>
                    <a:pt x="0" y="10266"/>
                  </a:cubicBezTo>
                  <a:cubicBezTo>
                    <a:pt x="0" y="4563"/>
                    <a:pt x="5829" y="0"/>
                    <a:pt x="12927" y="0"/>
                  </a:cubicBezTo>
                  <a:cubicBezTo>
                    <a:pt x="20024" y="0"/>
                    <a:pt x="25854" y="4563"/>
                    <a:pt x="25854" y="1026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53" name="Freeform: Shape 4052">
              <a:extLst>
                <a:ext uri="{FF2B5EF4-FFF2-40B4-BE49-F238E27FC236}">
                  <a16:creationId xmlns:a16="http://schemas.microsoft.com/office/drawing/2014/main" id="{227905B9-CA00-2645-8A17-E9E57D3D29CE}"/>
                </a:ext>
              </a:extLst>
            </p:cNvPr>
            <p:cNvSpPr/>
            <p:nvPr/>
          </p:nvSpPr>
          <p:spPr>
            <a:xfrm>
              <a:off x="10778894" y="3329637"/>
              <a:ext cx="25093" cy="20024"/>
            </a:xfrm>
            <a:custGeom>
              <a:avLst/>
              <a:gdLst>
                <a:gd name="connsiteX0" fmla="*/ 25093 w 25093"/>
                <a:gd name="connsiteY0" fmla="*/ 10012 h 20024"/>
                <a:gd name="connsiteX1" fmla="*/ 12547 w 25093"/>
                <a:gd name="connsiteY1" fmla="*/ 20024 h 20024"/>
                <a:gd name="connsiteX2" fmla="*/ 0 w 25093"/>
                <a:gd name="connsiteY2" fmla="*/ 10012 h 20024"/>
                <a:gd name="connsiteX3" fmla="*/ 12547 w 25093"/>
                <a:gd name="connsiteY3" fmla="*/ 0 h 20024"/>
                <a:gd name="connsiteX4" fmla="*/ 25093 w 25093"/>
                <a:gd name="connsiteY4" fmla="*/ 10012 h 2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93" h="20024">
                  <a:moveTo>
                    <a:pt x="25093" y="10012"/>
                  </a:moveTo>
                  <a:cubicBezTo>
                    <a:pt x="25093" y="15462"/>
                    <a:pt x="19391" y="20024"/>
                    <a:pt x="12547" y="20024"/>
                  </a:cubicBezTo>
                  <a:cubicBezTo>
                    <a:pt x="5703" y="20024"/>
                    <a:pt x="0" y="15589"/>
                    <a:pt x="0" y="10012"/>
                  </a:cubicBezTo>
                  <a:cubicBezTo>
                    <a:pt x="0" y="4436"/>
                    <a:pt x="5576" y="0"/>
                    <a:pt x="12547" y="0"/>
                  </a:cubicBezTo>
                  <a:cubicBezTo>
                    <a:pt x="19517" y="0"/>
                    <a:pt x="25093" y="4436"/>
                    <a:pt x="25093" y="1001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54" name="Freeform: Shape 4053">
              <a:extLst>
                <a:ext uri="{FF2B5EF4-FFF2-40B4-BE49-F238E27FC236}">
                  <a16:creationId xmlns:a16="http://schemas.microsoft.com/office/drawing/2014/main" id="{5C3E740E-017E-19E5-7B5E-4FF9B766BE89}"/>
                </a:ext>
              </a:extLst>
            </p:cNvPr>
            <p:cNvSpPr/>
            <p:nvPr/>
          </p:nvSpPr>
          <p:spPr>
            <a:xfrm>
              <a:off x="10905884" y="3433560"/>
              <a:ext cx="25093" cy="20024"/>
            </a:xfrm>
            <a:custGeom>
              <a:avLst/>
              <a:gdLst>
                <a:gd name="connsiteX0" fmla="*/ 25093 w 25093"/>
                <a:gd name="connsiteY0" fmla="*/ 10012 h 20024"/>
                <a:gd name="connsiteX1" fmla="*/ 12547 w 25093"/>
                <a:gd name="connsiteY1" fmla="*/ 20024 h 20024"/>
                <a:gd name="connsiteX2" fmla="*/ 0 w 25093"/>
                <a:gd name="connsiteY2" fmla="*/ 10012 h 20024"/>
                <a:gd name="connsiteX3" fmla="*/ 12547 w 25093"/>
                <a:gd name="connsiteY3" fmla="*/ 0 h 20024"/>
                <a:gd name="connsiteX4" fmla="*/ 25093 w 25093"/>
                <a:gd name="connsiteY4" fmla="*/ 10012 h 2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93" h="20024">
                  <a:moveTo>
                    <a:pt x="25093" y="10012"/>
                  </a:moveTo>
                  <a:cubicBezTo>
                    <a:pt x="25093" y="15462"/>
                    <a:pt x="19390" y="20024"/>
                    <a:pt x="12547" y="20024"/>
                  </a:cubicBezTo>
                  <a:cubicBezTo>
                    <a:pt x="5702" y="20024"/>
                    <a:pt x="0" y="15589"/>
                    <a:pt x="0" y="10012"/>
                  </a:cubicBezTo>
                  <a:cubicBezTo>
                    <a:pt x="0" y="4436"/>
                    <a:pt x="5576" y="0"/>
                    <a:pt x="12547" y="0"/>
                  </a:cubicBezTo>
                  <a:cubicBezTo>
                    <a:pt x="19517" y="0"/>
                    <a:pt x="25093" y="4436"/>
                    <a:pt x="25093" y="1001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55" name="Freeform: Shape 4054">
              <a:extLst>
                <a:ext uri="{FF2B5EF4-FFF2-40B4-BE49-F238E27FC236}">
                  <a16:creationId xmlns:a16="http://schemas.microsoft.com/office/drawing/2014/main" id="{DBC0EE1C-18F8-351B-07BA-997AB4199E07}"/>
                </a:ext>
              </a:extLst>
            </p:cNvPr>
            <p:cNvSpPr/>
            <p:nvPr/>
          </p:nvSpPr>
          <p:spPr>
            <a:xfrm>
              <a:off x="10904489" y="3537991"/>
              <a:ext cx="24333" cy="19263"/>
            </a:xfrm>
            <a:custGeom>
              <a:avLst/>
              <a:gdLst>
                <a:gd name="connsiteX0" fmla="*/ 24334 w 24333"/>
                <a:gd name="connsiteY0" fmla="*/ 9632 h 19263"/>
                <a:gd name="connsiteX1" fmla="*/ 12167 w 24333"/>
                <a:gd name="connsiteY1" fmla="*/ 19264 h 19263"/>
                <a:gd name="connsiteX2" fmla="*/ 0 w 24333"/>
                <a:gd name="connsiteY2" fmla="*/ 9632 h 19263"/>
                <a:gd name="connsiteX3" fmla="*/ 12167 w 24333"/>
                <a:gd name="connsiteY3" fmla="*/ 0 h 19263"/>
                <a:gd name="connsiteX4" fmla="*/ 24334 w 24333"/>
                <a:gd name="connsiteY4" fmla="*/ 9632 h 19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33" h="19263">
                  <a:moveTo>
                    <a:pt x="24334" y="9632"/>
                  </a:moveTo>
                  <a:cubicBezTo>
                    <a:pt x="24334" y="14955"/>
                    <a:pt x="18884" y="19264"/>
                    <a:pt x="12167" y="19264"/>
                  </a:cubicBezTo>
                  <a:cubicBezTo>
                    <a:pt x="5450" y="19264"/>
                    <a:pt x="0" y="14955"/>
                    <a:pt x="0" y="9632"/>
                  </a:cubicBezTo>
                  <a:cubicBezTo>
                    <a:pt x="0" y="4309"/>
                    <a:pt x="5450" y="0"/>
                    <a:pt x="12167" y="0"/>
                  </a:cubicBezTo>
                  <a:cubicBezTo>
                    <a:pt x="18884" y="0"/>
                    <a:pt x="24334" y="4309"/>
                    <a:pt x="24334" y="963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56" name="Freeform: Shape 4055">
              <a:extLst>
                <a:ext uri="{FF2B5EF4-FFF2-40B4-BE49-F238E27FC236}">
                  <a16:creationId xmlns:a16="http://schemas.microsoft.com/office/drawing/2014/main" id="{442232FF-AEDE-F427-90A3-A4B8726C7AF0}"/>
                </a:ext>
              </a:extLst>
            </p:cNvPr>
            <p:cNvSpPr/>
            <p:nvPr/>
          </p:nvSpPr>
          <p:spPr>
            <a:xfrm>
              <a:off x="10899420" y="3642168"/>
              <a:ext cx="23572" cy="18756"/>
            </a:xfrm>
            <a:custGeom>
              <a:avLst/>
              <a:gdLst>
                <a:gd name="connsiteX0" fmla="*/ 23573 w 23572"/>
                <a:gd name="connsiteY0" fmla="*/ 9378 h 18756"/>
                <a:gd name="connsiteX1" fmla="*/ 11786 w 23572"/>
                <a:gd name="connsiteY1" fmla="*/ 18757 h 18756"/>
                <a:gd name="connsiteX2" fmla="*/ 0 w 23572"/>
                <a:gd name="connsiteY2" fmla="*/ 9378 h 18756"/>
                <a:gd name="connsiteX3" fmla="*/ 11786 w 23572"/>
                <a:gd name="connsiteY3" fmla="*/ 0 h 18756"/>
                <a:gd name="connsiteX4" fmla="*/ 23573 w 23572"/>
                <a:gd name="connsiteY4" fmla="*/ 9378 h 1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572" h="18756">
                  <a:moveTo>
                    <a:pt x="23573" y="9378"/>
                  </a:moveTo>
                  <a:cubicBezTo>
                    <a:pt x="23573" y="14575"/>
                    <a:pt x="18250" y="18757"/>
                    <a:pt x="11786" y="18757"/>
                  </a:cubicBezTo>
                  <a:cubicBezTo>
                    <a:pt x="5323" y="18757"/>
                    <a:pt x="0" y="14575"/>
                    <a:pt x="0" y="9378"/>
                  </a:cubicBezTo>
                  <a:cubicBezTo>
                    <a:pt x="0" y="4182"/>
                    <a:pt x="5196" y="0"/>
                    <a:pt x="11786" y="0"/>
                  </a:cubicBezTo>
                  <a:cubicBezTo>
                    <a:pt x="18377" y="0"/>
                    <a:pt x="23573" y="4182"/>
                    <a:pt x="23573" y="937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57" name="Freeform: Shape 4056">
              <a:extLst>
                <a:ext uri="{FF2B5EF4-FFF2-40B4-BE49-F238E27FC236}">
                  <a16:creationId xmlns:a16="http://schemas.microsoft.com/office/drawing/2014/main" id="{CBD4F4C5-1A89-FBEF-095B-995F1A5C9BBB}"/>
                </a:ext>
              </a:extLst>
            </p:cNvPr>
            <p:cNvSpPr/>
            <p:nvPr/>
          </p:nvSpPr>
          <p:spPr>
            <a:xfrm>
              <a:off x="10890803" y="3746218"/>
              <a:ext cx="22812" cy="17996"/>
            </a:xfrm>
            <a:custGeom>
              <a:avLst/>
              <a:gdLst>
                <a:gd name="connsiteX0" fmla="*/ 22812 w 22812"/>
                <a:gd name="connsiteY0" fmla="*/ 8998 h 17996"/>
                <a:gd name="connsiteX1" fmla="*/ 11406 w 22812"/>
                <a:gd name="connsiteY1" fmla="*/ 17997 h 17996"/>
                <a:gd name="connsiteX2" fmla="*/ 0 w 22812"/>
                <a:gd name="connsiteY2" fmla="*/ 8998 h 17996"/>
                <a:gd name="connsiteX3" fmla="*/ 11406 w 22812"/>
                <a:gd name="connsiteY3" fmla="*/ 0 h 17996"/>
                <a:gd name="connsiteX4" fmla="*/ 22812 w 22812"/>
                <a:gd name="connsiteY4" fmla="*/ 8998 h 17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12" h="17996">
                  <a:moveTo>
                    <a:pt x="22812" y="8998"/>
                  </a:moveTo>
                  <a:cubicBezTo>
                    <a:pt x="22812" y="13941"/>
                    <a:pt x="17743" y="17997"/>
                    <a:pt x="11406" y="17997"/>
                  </a:cubicBezTo>
                  <a:cubicBezTo>
                    <a:pt x="5069" y="17997"/>
                    <a:pt x="0" y="13941"/>
                    <a:pt x="0" y="8998"/>
                  </a:cubicBezTo>
                  <a:cubicBezTo>
                    <a:pt x="0" y="4056"/>
                    <a:pt x="5069" y="0"/>
                    <a:pt x="11406" y="0"/>
                  </a:cubicBezTo>
                  <a:cubicBezTo>
                    <a:pt x="17743" y="0"/>
                    <a:pt x="22812" y="4056"/>
                    <a:pt x="22812" y="89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58" name="Freeform: Shape 4057">
              <a:extLst>
                <a:ext uri="{FF2B5EF4-FFF2-40B4-BE49-F238E27FC236}">
                  <a16:creationId xmlns:a16="http://schemas.microsoft.com/office/drawing/2014/main" id="{A061E599-FF1B-6A0F-0465-72AB13F1A619}"/>
                </a:ext>
              </a:extLst>
            </p:cNvPr>
            <p:cNvSpPr/>
            <p:nvPr/>
          </p:nvSpPr>
          <p:spPr>
            <a:xfrm>
              <a:off x="10878509" y="3850015"/>
              <a:ext cx="22051" cy="17489"/>
            </a:xfrm>
            <a:custGeom>
              <a:avLst/>
              <a:gdLst>
                <a:gd name="connsiteX0" fmla="*/ 22052 w 22051"/>
                <a:gd name="connsiteY0" fmla="*/ 8745 h 17489"/>
                <a:gd name="connsiteX1" fmla="*/ 11026 w 22051"/>
                <a:gd name="connsiteY1" fmla="*/ 17490 h 17489"/>
                <a:gd name="connsiteX2" fmla="*/ 0 w 22051"/>
                <a:gd name="connsiteY2" fmla="*/ 8745 h 17489"/>
                <a:gd name="connsiteX3" fmla="*/ 11026 w 22051"/>
                <a:gd name="connsiteY3" fmla="*/ 0 h 17489"/>
                <a:gd name="connsiteX4" fmla="*/ 22052 w 22051"/>
                <a:gd name="connsiteY4" fmla="*/ 8745 h 1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051" h="17489">
                  <a:moveTo>
                    <a:pt x="22052" y="8745"/>
                  </a:moveTo>
                  <a:cubicBezTo>
                    <a:pt x="22052" y="13561"/>
                    <a:pt x="17110" y="17490"/>
                    <a:pt x="11026" y="17490"/>
                  </a:cubicBezTo>
                  <a:cubicBezTo>
                    <a:pt x="4943" y="17490"/>
                    <a:pt x="0" y="13561"/>
                    <a:pt x="0" y="8745"/>
                  </a:cubicBezTo>
                  <a:cubicBezTo>
                    <a:pt x="0" y="3929"/>
                    <a:pt x="4943" y="0"/>
                    <a:pt x="11026" y="0"/>
                  </a:cubicBezTo>
                  <a:cubicBezTo>
                    <a:pt x="17110" y="0"/>
                    <a:pt x="22052" y="3929"/>
                    <a:pt x="22052" y="874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59" name="Freeform: Shape 4058">
              <a:extLst>
                <a:ext uri="{FF2B5EF4-FFF2-40B4-BE49-F238E27FC236}">
                  <a16:creationId xmlns:a16="http://schemas.microsoft.com/office/drawing/2014/main" id="{4B32B894-8BD1-F276-1BD2-2BA8DA0D633C}"/>
                </a:ext>
              </a:extLst>
            </p:cNvPr>
            <p:cNvSpPr/>
            <p:nvPr/>
          </p:nvSpPr>
          <p:spPr>
            <a:xfrm>
              <a:off x="10862667" y="3953431"/>
              <a:ext cx="21418" cy="16982"/>
            </a:xfrm>
            <a:custGeom>
              <a:avLst/>
              <a:gdLst>
                <a:gd name="connsiteX0" fmla="*/ 21418 w 21418"/>
                <a:gd name="connsiteY0" fmla="*/ 8491 h 16982"/>
                <a:gd name="connsiteX1" fmla="*/ 10646 w 21418"/>
                <a:gd name="connsiteY1" fmla="*/ 16983 h 16982"/>
                <a:gd name="connsiteX2" fmla="*/ 0 w 21418"/>
                <a:gd name="connsiteY2" fmla="*/ 8491 h 16982"/>
                <a:gd name="connsiteX3" fmla="*/ 10646 w 21418"/>
                <a:gd name="connsiteY3" fmla="*/ 0 h 16982"/>
                <a:gd name="connsiteX4" fmla="*/ 21418 w 21418"/>
                <a:gd name="connsiteY4" fmla="*/ 8491 h 1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18" h="16982">
                  <a:moveTo>
                    <a:pt x="21418" y="8491"/>
                  </a:moveTo>
                  <a:cubicBezTo>
                    <a:pt x="21418" y="13181"/>
                    <a:pt x="16602" y="16983"/>
                    <a:pt x="10646" y="16983"/>
                  </a:cubicBezTo>
                  <a:cubicBezTo>
                    <a:pt x="4689" y="16983"/>
                    <a:pt x="0" y="13181"/>
                    <a:pt x="0" y="8491"/>
                  </a:cubicBezTo>
                  <a:cubicBezTo>
                    <a:pt x="0" y="3802"/>
                    <a:pt x="4816" y="0"/>
                    <a:pt x="10646" y="0"/>
                  </a:cubicBezTo>
                  <a:cubicBezTo>
                    <a:pt x="16476" y="0"/>
                    <a:pt x="21418" y="3802"/>
                    <a:pt x="21418" y="84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60" name="Freeform: Shape 4059">
              <a:extLst>
                <a:ext uri="{FF2B5EF4-FFF2-40B4-BE49-F238E27FC236}">
                  <a16:creationId xmlns:a16="http://schemas.microsoft.com/office/drawing/2014/main" id="{22A3F085-1D74-A472-8B03-5DF3DF23F20D}"/>
                </a:ext>
              </a:extLst>
            </p:cNvPr>
            <p:cNvSpPr/>
            <p:nvPr/>
          </p:nvSpPr>
          <p:spPr>
            <a:xfrm>
              <a:off x="10843530" y="4056848"/>
              <a:ext cx="19897" cy="15715"/>
            </a:xfrm>
            <a:custGeom>
              <a:avLst/>
              <a:gdLst>
                <a:gd name="connsiteX0" fmla="*/ 19898 w 19897"/>
                <a:gd name="connsiteY0" fmla="*/ 7858 h 15715"/>
                <a:gd name="connsiteX1" fmla="*/ 9886 w 19897"/>
                <a:gd name="connsiteY1" fmla="*/ 15715 h 15715"/>
                <a:gd name="connsiteX2" fmla="*/ 0 w 19897"/>
                <a:gd name="connsiteY2" fmla="*/ 7858 h 15715"/>
                <a:gd name="connsiteX3" fmla="*/ 9886 w 19897"/>
                <a:gd name="connsiteY3" fmla="*/ 0 h 15715"/>
                <a:gd name="connsiteX4" fmla="*/ 19898 w 19897"/>
                <a:gd name="connsiteY4" fmla="*/ 7858 h 1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97" h="15715">
                  <a:moveTo>
                    <a:pt x="19898" y="7858"/>
                  </a:moveTo>
                  <a:cubicBezTo>
                    <a:pt x="19898" y="12167"/>
                    <a:pt x="15462" y="15715"/>
                    <a:pt x="9886" y="15715"/>
                  </a:cubicBezTo>
                  <a:cubicBezTo>
                    <a:pt x="4309" y="15715"/>
                    <a:pt x="0" y="12167"/>
                    <a:pt x="0" y="7858"/>
                  </a:cubicBezTo>
                  <a:cubicBezTo>
                    <a:pt x="0" y="3549"/>
                    <a:pt x="4436" y="0"/>
                    <a:pt x="9886" y="0"/>
                  </a:cubicBezTo>
                  <a:cubicBezTo>
                    <a:pt x="15335" y="0"/>
                    <a:pt x="19898" y="3549"/>
                    <a:pt x="19898" y="785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61" name="Freeform: Shape 4060">
              <a:extLst>
                <a:ext uri="{FF2B5EF4-FFF2-40B4-BE49-F238E27FC236}">
                  <a16:creationId xmlns:a16="http://schemas.microsoft.com/office/drawing/2014/main" id="{1915D940-CA45-B87C-56B6-E8EBFB7C17D7}"/>
                </a:ext>
              </a:extLst>
            </p:cNvPr>
            <p:cNvSpPr/>
            <p:nvPr/>
          </p:nvSpPr>
          <p:spPr>
            <a:xfrm>
              <a:off x="10820717" y="4159504"/>
              <a:ext cx="19010" cy="15208"/>
            </a:xfrm>
            <a:custGeom>
              <a:avLst/>
              <a:gdLst>
                <a:gd name="connsiteX0" fmla="*/ 19010 w 19010"/>
                <a:gd name="connsiteY0" fmla="*/ 7604 h 15208"/>
                <a:gd name="connsiteX1" fmla="*/ 9505 w 19010"/>
                <a:gd name="connsiteY1" fmla="*/ 15208 h 15208"/>
                <a:gd name="connsiteX2" fmla="*/ 0 w 19010"/>
                <a:gd name="connsiteY2" fmla="*/ 7604 h 15208"/>
                <a:gd name="connsiteX3" fmla="*/ 9505 w 19010"/>
                <a:gd name="connsiteY3" fmla="*/ 0 h 15208"/>
                <a:gd name="connsiteX4" fmla="*/ 19010 w 19010"/>
                <a:gd name="connsiteY4" fmla="*/ 7604 h 15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10" h="15208">
                  <a:moveTo>
                    <a:pt x="19010" y="7604"/>
                  </a:moveTo>
                  <a:cubicBezTo>
                    <a:pt x="19010" y="11786"/>
                    <a:pt x="14702" y="15208"/>
                    <a:pt x="9505" y="15208"/>
                  </a:cubicBezTo>
                  <a:cubicBezTo>
                    <a:pt x="4309" y="15208"/>
                    <a:pt x="0" y="11786"/>
                    <a:pt x="0" y="7604"/>
                  </a:cubicBezTo>
                  <a:cubicBezTo>
                    <a:pt x="0" y="3422"/>
                    <a:pt x="4309" y="0"/>
                    <a:pt x="9505" y="0"/>
                  </a:cubicBezTo>
                  <a:cubicBezTo>
                    <a:pt x="14702" y="0"/>
                    <a:pt x="19010" y="3422"/>
                    <a:pt x="19010" y="760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62" name="Freeform: Shape 4061">
              <a:extLst>
                <a:ext uri="{FF2B5EF4-FFF2-40B4-BE49-F238E27FC236}">
                  <a16:creationId xmlns:a16="http://schemas.microsoft.com/office/drawing/2014/main" id="{4D4ECF01-01CF-EE32-4711-F3747EA44380}"/>
                </a:ext>
              </a:extLst>
            </p:cNvPr>
            <p:cNvSpPr/>
            <p:nvPr/>
          </p:nvSpPr>
          <p:spPr>
            <a:xfrm>
              <a:off x="10794103" y="4261653"/>
              <a:ext cx="18250" cy="14447"/>
            </a:xfrm>
            <a:custGeom>
              <a:avLst/>
              <a:gdLst>
                <a:gd name="connsiteX0" fmla="*/ 18250 w 18250"/>
                <a:gd name="connsiteY0" fmla="*/ 7224 h 14447"/>
                <a:gd name="connsiteX1" fmla="*/ 9125 w 18250"/>
                <a:gd name="connsiteY1" fmla="*/ 14448 h 14447"/>
                <a:gd name="connsiteX2" fmla="*/ 0 w 18250"/>
                <a:gd name="connsiteY2" fmla="*/ 7224 h 14447"/>
                <a:gd name="connsiteX3" fmla="*/ 9125 w 18250"/>
                <a:gd name="connsiteY3" fmla="*/ 0 h 14447"/>
                <a:gd name="connsiteX4" fmla="*/ 18250 w 18250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7">
                  <a:moveTo>
                    <a:pt x="18250" y="7224"/>
                  </a:moveTo>
                  <a:cubicBezTo>
                    <a:pt x="18250" y="11279"/>
                    <a:pt x="14194" y="14448"/>
                    <a:pt x="9125" y="14448"/>
                  </a:cubicBezTo>
                  <a:cubicBezTo>
                    <a:pt x="4056" y="14448"/>
                    <a:pt x="0" y="11279"/>
                    <a:pt x="0" y="7224"/>
                  </a:cubicBezTo>
                  <a:cubicBezTo>
                    <a:pt x="0" y="3168"/>
                    <a:pt x="4056" y="0"/>
                    <a:pt x="9125" y="0"/>
                  </a:cubicBezTo>
                  <a:cubicBezTo>
                    <a:pt x="14194" y="0"/>
                    <a:pt x="18250" y="3168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63" name="Freeform: Shape 4062">
              <a:extLst>
                <a:ext uri="{FF2B5EF4-FFF2-40B4-BE49-F238E27FC236}">
                  <a16:creationId xmlns:a16="http://schemas.microsoft.com/office/drawing/2014/main" id="{871962B6-99B5-D43F-05EC-D0032336E86B}"/>
                </a:ext>
              </a:extLst>
            </p:cNvPr>
            <p:cNvSpPr/>
            <p:nvPr/>
          </p:nvSpPr>
          <p:spPr>
            <a:xfrm>
              <a:off x="10763940" y="4362915"/>
              <a:ext cx="17742" cy="14067"/>
            </a:xfrm>
            <a:custGeom>
              <a:avLst/>
              <a:gdLst>
                <a:gd name="connsiteX0" fmla="*/ 17743 w 17742"/>
                <a:gd name="connsiteY0" fmla="*/ 7097 h 14067"/>
                <a:gd name="connsiteX1" fmla="*/ 8872 w 17742"/>
                <a:gd name="connsiteY1" fmla="*/ 14068 h 14067"/>
                <a:gd name="connsiteX2" fmla="*/ 0 w 17742"/>
                <a:gd name="connsiteY2" fmla="*/ 7097 h 14067"/>
                <a:gd name="connsiteX3" fmla="*/ 8872 w 17742"/>
                <a:gd name="connsiteY3" fmla="*/ 0 h 14067"/>
                <a:gd name="connsiteX4" fmla="*/ 17743 w 17742"/>
                <a:gd name="connsiteY4" fmla="*/ 7097 h 14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2" h="14067">
                  <a:moveTo>
                    <a:pt x="17743" y="7097"/>
                  </a:moveTo>
                  <a:cubicBezTo>
                    <a:pt x="17743" y="10899"/>
                    <a:pt x="13814" y="14068"/>
                    <a:pt x="8872" y="14068"/>
                  </a:cubicBezTo>
                  <a:cubicBezTo>
                    <a:pt x="3929" y="14068"/>
                    <a:pt x="0" y="10899"/>
                    <a:pt x="0" y="7097"/>
                  </a:cubicBezTo>
                  <a:cubicBezTo>
                    <a:pt x="0" y="3295"/>
                    <a:pt x="3929" y="0"/>
                    <a:pt x="8872" y="0"/>
                  </a:cubicBezTo>
                  <a:cubicBezTo>
                    <a:pt x="13814" y="0"/>
                    <a:pt x="17743" y="3168"/>
                    <a:pt x="17743" y="70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64" name="Freeform: Shape 4063">
              <a:extLst>
                <a:ext uri="{FF2B5EF4-FFF2-40B4-BE49-F238E27FC236}">
                  <a16:creationId xmlns:a16="http://schemas.microsoft.com/office/drawing/2014/main" id="{AC8E6021-623E-23DD-FE92-816BBB6CA259}"/>
                </a:ext>
              </a:extLst>
            </p:cNvPr>
            <p:cNvSpPr/>
            <p:nvPr/>
          </p:nvSpPr>
          <p:spPr>
            <a:xfrm>
              <a:off x="10730354" y="4463797"/>
              <a:ext cx="16982" cy="13433"/>
            </a:xfrm>
            <a:custGeom>
              <a:avLst/>
              <a:gdLst>
                <a:gd name="connsiteX0" fmla="*/ 16983 w 16982"/>
                <a:gd name="connsiteY0" fmla="*/ 6717 h 13433"/>
                <a:gd name="connsiteX1" fmla="*/ 8492 w 16982"/>
                <a:gd name="connsiteY1" fmla="*/ 13434 h 13433"/>
                <a:gd name="connsiteX2" fmla="*/ 0 w 16982"/>
                <a:gd name="connsiteY2" fmla="*/ 6717 h 13433"/>
                <a:gd name="connsiteX3" fmla="*/ 8492 w 16982"/>
                <a:gd name="connsiteY3" fmla="*/ 0 h 13433"/>
                <a:gd name="connsiteX4" fmla="*/ 16983 w 16982"/>
                <a:gd name="connsiteY4" fmla="*/ 6717 h 13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82" h="13433">
                  <a:moveTo>
                    <a:pt x="16983" y="6717"/>
                  </a:moveTo>
                  <a:cubicBezTo>
                    <a:pt x="16983" y="10392"/>
                    <a:pt x="13181" y="13434"/>
                    <a:pt x="8492" y="13434"/>
                  </a:cubicBezTo>
                  <a:cubicBezTo>
                    <a:pt x="3802" y="13434"/>
                    <a:pt x="0" y="10392"/>
                    <a:pt x="0" y="6717"/>
                  </a:cubicBezTo>
                  <a:cubicBezTo>
                    <a:pt x="0" y="3042"/>
                    <a:pt x="3802" y="0"/>
                    <a:pt x="8492" y="0"/>
                  </a:cubicBezTo>
                  <a:cubicBezTo>
                    <a:pt x="13181" y="0"/>
                    <a:pt x="16983" y="3042"/>
                    <a:pt x="16983" y="671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65" name="Freeform: Shape 4064">
              <a:extLst>
                <a:ext uri="{FF2B5EF4-FFF2-40B4-BE49-F238E27FC236}">
                  <a16:creationId xmlns:a16="http://schemas.microsoft.com/office/drawing/2014/main" id="{2293AD82-6504-E165-4F7F-5CA030E409B4}"/>
                </a:ext>
              </a:extLst>
            </p:cNvPr>
            <p:cNvSpPr/>
            <p:nvPr/>
          </p:nvSpPr>
          <p:spPr>
            <a:xfrm>
              <a:off x="10693854" y="4563918"/>
              <a:ext cx="15462" cy="12420"/>
            </a:xfrm>
            <a:custGeom>
              <a:avLst/>
              <a:gdLst>
                <a:gd name="connsiteX0" fmla="*/ 15462 w 15462"/>
                <a:gd name="connsiteY0" fmla="*/ 6210 h 12420"/>
                <a:gd name="connsiteX1" fmla="*/ 7731 w 15462"/>
                <a:gd name="connsiteY1" fmla="*/ 12420 h 12420"/>
                <a:gd name="connsiteX2" fmla="*/ 0 w 15462"/>
                <a:gd name="connsiteY2" fmla="*/ 6210 h 12420"/>
                <a:gd name="connsiteX3" fmla="*/ 7731 w 15462"/>
                <a:gd name="connsiteY3" fmla="*/ 0 h 12420"/>
                <a:gd name="connsiteX4" fmla="*/ 15462 w 15462"/>
                <a:gd name="connsiteY4" fmla="*/ 6210 h 12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62" h="12420">
                  <a:moveTo>
                    <a:pt x="15462" y="6210"/>
                  </a:moveTo>
                  <a:cubicBezTo>
                    <a:pt x="15462" y="9632"/>
                    <a:pt x="11913" y="12420"/>
                    <a:pt x="7731" y="12420"/>
                  </a:cubicBezTo>
                  <a:cubicBezTo>
                    <a:pt x="3549" y="12420"/>
                    <a:pt x="0" y="9632"/>
                    <a:pt x="0" y="6210"/>
                  </a:cubicBezTo>
                  <a:cubicBezTo>
                    <a:pt x="0" y="2788"/>
                    <a:pt x="3549" y="0"/>
                    <a:pt x="7731" y="0"/>
                  </a:cubicBezTo>
                  <a:cubicBezTo>
                    <a:pt x="11913" y="0"/>
                    <a:pt x="15462" y="2788"/>
                    <a:pt x="15462" y="621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66" name="Freeform: Shape 4065">
              <a:extLst>
                <a:ext uri="{FF2B5EF4-FFF2-40B4-BE49-F238E27FC236}">
                  <a16:creationId xmlns:a16="http://schemas.microsoft.com/office/drawing/2014/main" id="{E654C2DE-0C0D-2881-476C-C01376079837}"/>
                </a:ext>
              </a:extLst>
            </p:cNvPr>
            <p:cNvSpPr/>
            <p:nvPr/>
          </p:nvSpPr>
          <p:spPr>
            <a:xfrm>
              <a:off x="10653299" y="4663153"/>
              <a:ext cx="14701" cy="11659"/>
            </a:xfrm>
            <a:custGeom>
              <a:avLst/>
              <a:gdLst>
                <a:gd name="connsiteX0" fmla="*/ 14701 w 14701"/>
                <a:gd name="connsiteY0" fmla="*/ 5830 h 11659"/>
                <a:gd name="connsiteX1" fmla="*/ 7350 w 14701"/>
                <a:gd name="connsiteY1" fmla="*/ 11659 h 11659"/>
                <a:gd name="connsiteX2" fmla="*/ 0 w 14701"/>
                <a:gd name="connsiteY2" fmla="*/ 5830 h 11659"/>
                <a:gd name="connsiteX3" fmla="*/ 7350 w 14701"/>
                <a:gd name="connsiteY3" fmla="*/ 0 h 11659"/>
                <a:gd name="connsiteX4" fmla="*/ 14701 w 14701"/>
                <a:gd name="connsiteY4" fmla="*/ 5830 h 11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01" h="11659">
                  <a:moveTo>
                    <a:pt x="14701" y="5830"/>
                  </a:moveTo>
                  <a:cubicBezTo>
                    <a:pt x="14701" y="9125"/>
                    <a:pt x="11406" y="11659"/>
                    <a:pt x="7350" y="11659"/>
                  </a:cubicBezTo>
                  <a:cubicBezTo>
                    <a:pt x="3294" y="11659"/>
                    <a:pt x="0" y="9125"/>
                    <a:pt x="0" y="5830"/>
                  </a:cubicBezTo>
                  <a:cubicBezTo>
                    <a:pt x="0" y="2534"/>
                    <a:pt x="3294" y="0"/>
                    <a:pt x="7350" y="0"/>
                  </a:cubicBezTo>
                  <a:cubicBezTo>
                    <a:pt x="11406" y="0"/>
                    <a:pt x="14701" y="2534"/>
                    <a:pt x="14701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67" name="Freeform: Shape 4066">
              <a:extLst>
                <a:ext uri="{FF2B5EF4-FFF2-40B4-BE49-F238E27FC236}">
                  <a16:creationId xmlns:a16="http://schemas.microsoft.com/office/drawing/2014/main" id="{91E1EE7C-6651-2D75-DFAF-099EED81BD46}"/>
                </a:ext>
              </a:extLst>
            </p:cNvPr>
            <p:cNvSpPr/>
            <p:nvPr/>
          </p:nvSpPr>
          <p:spPr>
            <a:xfrm>
              <a:off x="10609322" y="4761246"/>
              <a:ext cx="13940" cy="11152"/>
            </a:xfrm>
            <a:custGeom>
              <a:avLst/>
              <a:gdLst>
                <a:gd name="connsiteX0" fmla="*/ 13941 w 13940"/>
                <a:gd name="connsiteY0" fmla="*/ 5576 h 11152"/>
                <a:gd name="connsiteX1" fmla="*/ 6970 w 13940"/>
                <a:gd name="connsiteY1" fmla="*/ 11153 h 11152"/>
                <a:gd name="connsiteX2" fmla="*/ 0 w 13940"/>
                <a:gd name="connsiteY2" fmla="*/ 5576 h 11152"/>
                <a:gd name="connsiteX3" fmla="*/ 6970 w 13940"/>
                <a:gd name="connsiteY3" fmla="*/ 0 h 11152"/>
                <a:gd name="connsiteX4" fmla="*/ 13941 w 13940"/>
                <a:gd name="connsiteY4" fmla="*/ 5576 h 11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0" h="11152">
                  <a:moveTo>
                    <a:pt x="13941" y="5576"/>
                  </a:moveTo>
                  <a:cubicBezTo>
                    <a:pt x="13941" y="8618"/>
                    <a:pt x="10772" y="11153"/>
                    <a:pt x="6970" y="11153"/>
                  </a:cubicBezTo>
                  <a:cubicBezTo>
                    <a:pt x="3168" y="11153"/>
                    <a:pt x="0" y="8618"/>
                    <a:pt x="0" y="5576"/>
                  </a:cubicBezTo>
                  <a:cubicBezTo>
                    <a:pt x="0" y="2535"/>
                    <a:pt x="3168" y="0"/>
                    <a:pt x="6970" y="0"/>
                  </a:cubicBezTo>
                  <a:cubicBezTo>
                    <a:pt x="10772" y="0"/>
                    <a:pt x="13941" y="2408"/>
                    <a:pt x="13941" y="55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68" name="Freeform: Shape 4067">
              <a:extLst>
                <a:ext uri="{FF2B5EF4-FFF2-40B4-BE49-F238E27FC236}">
                  <a16:creationId xmlns:a16="http://schemas.microsoft.com/office/drawing/2014/main" id="{90F8D177-29BF-DA29-6E05-6D951020C9DD}"/>
                </a:ext>
              </a:extLst>
            </p:cNvPr>
            <p:cNvSpPr/>
            <p:nvPr/>
          </p:nvSpPr>
          <p:spPr>
            <a:xfrm>
              <a:off x="10562429" y="4858706"/>
              <a:ext cx="12546" cy="10012"/>
            </a:xfrm>
            <a:custGeom>
              <a:avLst/>
              <a:gdLst>
                <a:gd name="connsiteX0" fmla="*/ 12547 w 12546"/>
                <a:gd name="connsiteY0" fmla="*/ 4943 h 10012"/>
                <a:gd name="connsiteX1" fmla="*/ 6210 w 12546"/>
                <a:gd name="connsiteY1" fmla="*/ 10012 h 10012"/>
                <a:gd name="connsiteX2" fmla="*/ 0 w 12546"/>
                <a:gd name="connsiteY2" fmla="*/ 4943 h 10012"/>
                <a:gd name="connsiteX3" fmla="*/ 6210 w 12546"/>
                <a:gd name="connsiteY3" fmla="*/ 0 h 10012"/>
                <a:gd name="connsiteX4" fmla="*/ 12547 w 12546"/>
                <a:gd name="connsiteY4" fmla="*/ 4943 h 1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46" h="10012">
                  <a:moveTo>
                    <a:pt x="12547" y="4943"/>
                  </a:moveTo>
                  <a:lnTo>
                    <a:pt x="6210" y="10012"/>
                  </a:lnTo>
                  <a:lnTo>
                    <a:pt x="0" y="4943"/>
                  </a:lnTo>
                  <a:lnTo>
                    <a:pt x="6210" y="0"/>
                  </a:lnTo>
                  <a:lnTo>
                    <a:pt x="12547" y="494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69" name="Freeform: Shape 4068">
              <a:extLst>
                <a:ext uri="{FF2B5EF4-FFF2-40B4-BE49-F238E27FC236}">
                  <a16:creationId xmlns:a16="http://schemas.microsoft.com/office/drawing/2014/main" id="{D8FA5B65-1765-DBC9-ECC1-3FE111BD18DB}"/>
                </a:ext>
              </a:extLst>
            </p:cNvPr>
            <p:cNvSpPr/>
            <p:nvPr/>
          </p:nvSpPr>
          <p:spPr>
            <a:xfrm>
              <a:off x="10511608" y="4954772"/>
              <a:ext cx="12040" cy="9505"/>
            </a:xfrm>
            <a:custGeom>
              <a:avLst/>
              <a:gdLst>
                <a:gd name="connsiteX0" fmla="*/ 12040 w 12040"/>
                <a:gd name="connsiteY0" fmla="*/ 4816 h 9505"/>
                <a:gd name="connsiteX1" fmla="*/ 6084 w 12040"/>
                <a:gd name="connsiteY1" fmla="*/ 9505 h 9505"/>
                <a:gd name="connsiteX2" fmla="*/ 0 w 12040"/>
                <a:gd name="connsiteY2" fmla="*/ 4816 h 9505"/>
                <a:gd name="connsiteX3" fmla="*/ 6084 w 12040"/>
                <a:gd name="connsiteY3" fmla="*/ 0 h 9505"/>
                <a:gd name="connsiteX4" fmla="*/ 12040 w 12040"/>
                <a:gd name="connsiteY4" fmla="*/ 4816 h 9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40" h="9505">
                  <a:moveTo>
                    <a:pt x="12040" y="4816"/>
                  </a:moveTo>
                  <a:lnTo>
                    <a:pt x="6084" y="9505"/>
                  </a:lnTo>
                  <a:lnTo>
                    <a:pt x="0" y="4816"/>
                  </a:lnTo>
                  <a:lnTo>
                    <a:pt x="6084" y="0"/>
                  </a:lnTo>
                  <a:lnTo>
                    <a:pt x="12040" y="481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70" name="Freeform: Shape 4069">
              <a:extLst>
                <a:ext uri="{FF2B5EF4-FFF2-40B4-BE49-F238E27FC236}">
                  <a16:creationId xmlns:a16="http://schemas.microsoft.com/office/drawing/2014/main" id="{C104E3FB-A204-C3EF-33B4-822E70D02E29}"/>
                </a:ext>
              </a:extLst>
            </p:cNvPr>
            <p:cNvSpPr/>
            <p:nvPr/>
          </p:nvSpPr>
          <p:spPr>
            <a:xfrm>
              <a:off x="10458126" y="5049951"/>
              <a:ext cx="10519" cy="8364"/>
            </a:xfrm>
            <a:custGeom>
              <a:avLst/>
              <a:gdLst>
                <a:gd name="connsiteX0" fmla="*/ 10519 w 10519"/>
                <a:gd name="connsiteY0" fmla="*/ 4183 h 8364"/>
                <a:gd name="connsiteX1" fmla="*/ 5196 w 10519"/>
                <a:gd name="connsiteY1" fmla="*/ 8365 h 8364"/>
                <a:gd name="connsiteX2" fmla="*/ 0 w 10519"/>
                <a:gd name="connsiteY2" fmla="*/ 4183 h 8364"/>
                <a:gd name="connsiteX3" fmla="*/ 5196 w 10519"/>
                <a:gd name="connsiteY3" fmla="*/ 0 h 8364"/>
                <a:gd name="connsiteX4" fmla="*/ 10519 w 10519"/>
                <a:gd name="connsiteY4" fmla="*/ 4183 h 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19" h="8364">
                  <a:moveTo>
                    <a:pt x="10519" y="4183"/>
                  </a:moveTo>
                  <a:lnTo>
                    <a:pt x="5196" y="8365"/>
                  </a:lnTo>
                  <a:lnTo>
                    <a:pt x="0" y="4183"/>
                  </a:lnTo>
                  <a:lnTo>
                    <a:pt x="5196" y="0"/>
                  </a:lnTo>
                  <a:lnTo>
                    <a:pt x="10519" y="418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71" name="Freeform: Shape 4070">
              <a:extLst>
                <a:ext uri="{FF2B5EF4-FFF2-40B4-BE49-F238E27FC236}">
                  <a16:creationId xmlns:a16="http://schemas.microsoft.com/office/drawing/2014/main" id="{BC4976FE-2E94-1AE1-C3F2-B23236B65E64}"/>
                </a:ext>
              </a:extLst>
            </p:cNvPr>
            <p:cNvSpPr/>
            <p:nvPr/>
          </p:nvSpPr>
          <p:spPr>
            <a:xfrm>
              <a:off x="10400841" y="5143735"/>
              <a:ext cx="9885" cy="7731"/>
            </a:xfrm>
            <a:custGeom>
              <a:avLst/>
              <a:gdLst>
                <a:gd name="connsiteX0" fmla="*/ 9886 w 9885"/>
                <a:gd name="connsiteY0" fmla="*/ 3802 h 7731"/>
                <a:gd name="connsiteX1" fmla="*/ 4943 w 9885"/>
                <a:gd name="connsiteY1" fmla="*/ 7731 h 7731"/>
                <a:gd name="connsiteX2" fmla="*/ 0 w 9885"/>
                <a:gd name="connsiteY2" fmla="*/ 3802 h 7731"/>
                <a:gd name="connsiteX3" fmla="*/ 4943 w 9885"/>
                <a:gd name="connsiteY3" fmla="*/ 0 h 7731"/>
                <a:gd name="connsiteX4" fmla="*/ 9886 w 9885"/>
                <a:gd name="connsiteY4" fmla="*/ 3802 h 7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85" h="7731">
                  <a:moveTo>
                    <a:pt x="9886" y="3802"/>
                  </a:moveTo>
                  <a:lnTo>
                    <a:pt x="4943" y="7731"/>
                  </a:lnTo>
                  <a:lnTo>
                    <a:pt x="0" y="3802"/>
                  </a:lnTo>
                  <a:lnTo>
                    <a:pt x="4943" y="0"/>
                  </a:lnTo>
                  <a:lnTo>
                    <a:pt x="9886" y="380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72" name="Freeform: Shape 4071">
              <a:extLst>
                <a:ext uri="{FF2B5EF4-FFF2-40B4-BE49-F238E27FC236}">
                  <a16:creationId xmlns:a16="http://schemas.microsoft.com/office/drawing/2014/main" id="{32E0836E-F985-4E45-040A-66E4C14B099F}"/>
                </a:ext>
              </a:extLst>
            </p:cNvPr>
            <p:cNvSpPr/>
            <p:nvPr/>
          </p:nvSpPr>
          <p:spPr>
            <a:xfrm>
              <a:off x="10340768" y="5236379"/>
              <a:ext cx="8491" cy="6717"/>
            </a:xfrm>
            <a:custGeom>
              <a:avLst/>
              <a:gdLst>
                <a:gd name="connsiteX0" fmla="*/ 8491 w 8491"/>
                <a:gd name="connsiteY0" fmla="*/ 3295 h 6717"/>
                <a:gd name="connsiteX1" fmla="*/ 4309 w 8491"/>
                <a:gd name="connsiteY1" fmla="*/ 6717 h 6717"/>
                <a:gd name="connsiteX2" fmla="*/ 0 w 8491"/>
                <a:gd name="connsiteY2" fmla="*/ 3295 h 6717"/>
                <a:gd name="connsiteX3" fmla="*/ 4309 w 8491"/>
                <a:gd name="connsiteY3" fmla="*/ 0 h 6717"/>
                <a:gd name="connsiteX4" fmla="*/ 8491 w 8491"/>
                <a:gd name="connsiteY4" fmla="*/ 3295 h 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91" h="6717">
                  <a:moveTo>
                    <a:pt x="8491" y="3295"/>
                  </a:moveTo>
                  <a:lnTo>
                    <a:pt x="4309" y="6717"/>
                  </a:lnTo>
                  <a:lnTo>
                    <a:pt x="0" y="3295"/>
                  </a:lnTo>
                  <a:lnTo>
                    <a:pt x="4309" y="0"/>
                  </a:lnTo>
                  <a:lnTo>
                    <a:pt x="8491" y="32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73" name="Freeform: Shape 4072">
              <a:extLst>
                <a:ext uri="{FF2B5EF4-FFF2-40B4-BE49-F238E27FC236}">
                  <a16:creationId xmlns:a16="http://schemas.microsoft.com/office/drawing/2014/main" id="{F11328C3-D113-C566-D219-362B50EC2043}"/>
                </a:ext>
              </a:extLst>
            </p:cNvPr>
            <p:cNvSpPr/>
            <p:nvPr/>
          </p:nvSpPr>
          <p:spPr>
            <a:xfrm>
              <a:off x="10277146" y="5327376"/>
              <a:ext cx="7858" cy="6209"/>
            </a:xfrm>
            <a:custGeom>
              <a:avLst/>
              <a:gdLst>
                <a:gd name="connsiteX0" fmla="*/ 7858 w 7858"/>
                <a:gd name="connsiteY0" fmla="*/ 3168 h 6209"/>
                <a:gd name="connsiteX1" fmla="*/ 3929 w 7858"/>
                <a:gd name="connsiteY1" fmla="*/ 6210 h 6209"/>
                <a:gd name="connsiteX2" fmla="*/ 0 w 7858"/>
                <a:gd name="connsiteY2" fmla="*/ 3168 h 6209"/>
                <a:gd name="connsiteX3" fmla="*/ 3929 w 7858"/>
                <a:gd name="connsiteY3" fmla="*/ 0 h 6209"/>
                <a:gd name="connsiteX4" fmla="*/ 7858 w 7858"/>
                <a:gd name="connsiteY4" fmla="*/ 3168 h 6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58" h="6209">
                  <a:moveTo>
                    <a:pt x="7858" y="3168"/>
                  </a:moveTo>
                  <a:lnTo>
                    <a:pt x="3929" y="6210"/>
                  </a:lnTo>
                  <a:lnTo>
                    <a:pt x="0" y="3168"/>
                  </a:lnTo>
                  <a:lnTo>
                    <a:pt x="3929" y="0"/>
                  </a:lnTo>
                  <a:lnTo>
                    <a:pt x="7858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74" name="Freeform: Shape 4073">
              <a:extLst>
                <a:ext uri="{FF2B5EF4-FFF2-40B4-BE49-F238E27FC236}">
                  <a16:creationId xmlns:a16="http://schemas.microsoft.com/office/drawing/2014/main" id="{4573EC37-9B4A-1691-F1B9-C81F635C3689}"/>
                </a:ext>
              </a:extLst>
            </p:cNvPr>
            <p:cNvSpPr/>
            <p:nvPr/>
          </p:nvSpPr>
          <p:spPr>
            <a:xfrm>
              <a:off x="10210610" y="5417232"/>
              <a:ext cx="6590" cy="5196"/>
            </a:xfrm>
            <a:custGeom>
              <a:avLst/>
              <a:gdLst>
                <a:gd name="connsiteX0" fmla="*/ 6591 w 6590"/>
                <a:gd name="connsiteY0" fmla="*/ 2661 h 5196"/>
                <a:gd name="connsiteX1" fmla="*/ 3295 w 6590"/>
                <a:gd name="connsiteY1" fmla="*/ 5196 h 5196"/>
                <a:gd name="connsiteX2" fmla="*/ 0 w 6590"/>
                <a:gd name="connsiteY2" fmla="*/ 2661 h 5196"/>
                <a:gd name="connsiteX3" fmla="*/ 3295 w 6590"/>
                <a:gd name="connsiteY3" fmla="*/ 0 h 5196"/>
                <a:gd name="connsiteX4" fmla="*/ 6591 w 6590"/>
                <a:gd name="connsiteY4" fmla="*/ 2661 h 5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90" h="5196">
                  <a:moveTo>
                    <a:pt x="6591" y="2661"/>
                  </a:moveTo>
                  <a:lnTo>
                    <a:pt x="3295" y="5196"/>
                  </a:lnTo>
                  <a:lnTo>
                    <a:pt x="0" y="2661"/>
                  </a:lnTo>
                  <a:lnTo>
                    <a:pt x="3295" y="0"/>
                  </a:lnTo>
                  <a:lnTo>
                    <a:pt x="6591" y="266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75" name="Freeform: Shape 4074">
              <a:extLst>
                <a:ext uri="{FF2B5EF4-FFF2-40B4-BE49-F238E27FC236}">
                  <a16:creationId xmlns:a16="http://schemas.microsoft.com/office/drawing/2014/main" id="{51EE2B90-EB4F-216B-5ADD-C5EE6164D1F1}"/>
                </a:ext>
              </a:extLst>
            </p:cNvPr>
            <p:cNvSpPr/>
            <p:nvPr/>
          </p:nvSpPr>
          <p:spPr>
            <a:xfrm>
              <a:off x="10140525" y="5505060"/>
              <a:ext cx="6463" cy="5196"/>
            </a:xfrm>
            <a:custGeom>
              <a:avLst/>
              <a:gdLst>
                <a:gd name="connsiteX0" fmla="*/ 6464 w 6463"/>
                <a:gd name="connsiteY0" fmla="*/ 2535 h 5196"/>
                <a:gd name="connsiteX1" fmla="*/ 3168 w 6463"/>
                <a:gd name="connsiteY1" fmla="*/ 5196 h 5196"/>
                <a:gd name="connsiteX2" fmla="*/ 0 w 6463"/>
                <a:gd name="connsiteY2" fmla="*/ 2535 h 5196"/>
                <a:gd name="connsiteX3" fmla="*/ 3168 w 6463"/>
                <a:gd name="connsiteY3" fmla="*/ 0 h 5196"/>
                <a:gd name="connsiteX4" fmla="*/ 6464 w 6463"/>
                <a:gd name="connsiteY4" fmla="*/ 2535 h 5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196">
                  <a:moveTo>
                    <a:pt x="6464" y="2535"/>
                  </a:moveTo>
                  <a:lnTo>
                    <a:pt x="3168" y="5196"/>
                  </a:lnTo>
                  <a:lnTo>
                    <a:pt x="0" y="2535"/>
                  </a:lnTo>
                  <a:lnTo>
                    <a:pt x="3168" y="0"/>
                  </a:lnTo>
                  <a:lnTo>
                    <a:pt x="6464" y="253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76" name="Freeform: Shape 4075">
              <a:extLst>
                <a:ext uri="{FF2B5EF4-FFF2-40B4-BE49-F238E27FC236}">
                  <a16:creationId xmlns:a16="http://schemas.microsoft.com/office/drawing/2014/main" id="{B818CAE6-54DE-E812-6AD4-8B0D17F79137}"/>
                </a:ext>
              </a:extLst>
            </p:cNvPr>
            <p:cNvSpPr/>
            <p:nvPr/>
          </p:nvSpPr>
          <p:spPr>
            <a:xfrm>
              <a:off x="10067779" y="5591874"/>
              <a:ext cx="5322" cy="4182"/>
            </a:xfrm>
            <a:custGeom>
              <a:avLst/>
              <a:gdLst>
                <a:gd name="connsiteX0" fmla="*/ 5323 w 5322"/>
                <a:gd name="connsiteY0" fmla="*/ 2028 h 4182"/>
                <a:gd name="connsiteX1" fmla="*/ 2788 w 5322"/>
                <a:gd name="connsiteY1" fmla="*/ 4182 h 4182"/>
                <a:gd name="connsiteX2" fmla="*/ 0 w 5322"/>
                <a:gd name="connsiteY2" fmla="*/ 2028 h 4182"/>
                <a:gd name="connsiteX3" fmla="*/ 2788 w 5322"/>
                <a:gd name="connsiteY3" fmla="*/ 0 h 4182"/>
                <a:gd name="connsiteX4" fmla="*/ 5323 w 5322"/>
                <a:gd name="connsiteY4" fmla="*/ 2028 h 4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22" h="4182">
                  <a:moveTo>
                    <a:pt x="5323" y="2028"/>
                  </a:moveTo>
                  <a:lnTo>
                    <a:pt x="2788" y="4182"/>
                  </a:lnTo>
                  <a:lnTo>
                    <a:pt x="0" y="2028"/>
                  </a:lnTo>
                  <a:lnTo>
                    <a:pt x="2788" y="0"/>
                  </a:lnTo>
                  <a:lnTo>
                    <a:pt x="5323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77" name="Freeform: Shape 4076">
              <a:extLst>
                <a:ext uri="{FF2B5EF4-FFF2-40B4-BE49-F238E27FC236}">
                  <a16:creationId xmlns:a16="http://schemas.microsoft.com/office/drawing/2014/main" id="{072B2CB0-AE33-F9A0-C0D0-96D56261D6BF}"/>
                </a:ext>
              </a:extLst>
            </p:cNvPr>
            <p:cNvSpPr/>
            <p:nvPr/>
          </p:nvSpPr>
          <p:spPr>
            <a:xfrm>
              <a:off x="9991991" y="5676660"/>
              <a:ext cx="4689" cy="3801"/>
            </a:xfrm>
            <a:custGeom>
              <a:avLst/>
              <a:gdLst>
                <a:gd name="connsiteX0" fmla="*/ 4690 w 4689"/>
                <a:gd name="connsiteY0" fmla="*/ 1901 h 3801"/>
                <a:gd name="connsiteX1" fmla="*/ 2282 w 4689"/>
                <a:gd name="connsiteY1" fmla="*/ 3802 h 3801"/>
                <a:gd name="connsiteX2" fmla="*/ 0 w 4689"/>
                <a:gd name="connsiteY2" fmla="*/ 1901 h 3801"/>
                <a:gd name="connsiteX3" fmla="*/ 2282 w 4689"/>
                <a:gd name="connsiteY3" fmla="*/ 0 h 3801"/>
                <a:gd name="connsiteX4" fmla="*/ 4690 w 4689"/>
                <a:gd name="connsiteY4" fmla="*/ 1901 h 3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89" h="3801">
                  <a:moveTo>
                    <a:pt x="4690" y="1901"/>
                  </a:moveTo>
                  <a:lnTo>
                    <a:pt x="2282" y="3802"/>
                  </a:lnTo>
                  <a:lnTo>
                    <a:pt x="0" y="1901"/>
                  </a:lnTo>
                  <a:lnTo>
                    <a:pt x="2282" y="0"/>
                  </a:lnTo>
                  <a:lnTo>
                    <a:pt x="4690" y="190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78" name="Freeform: Shape 4077">
              <a:extLst>
                <a:ext uri="{FF2B5EF4-FFF2-40B4-BE49-F238E27FC236}">
                  <a16:creationId xmlns:a16="http://schemas.microsoft.com/office/drawing/2014/main" id="{238F0118-989B-A02A-B555-EEC4C1F60B96}"/>
                </a:ext>
              </a:extLst>
            </p:cNvPr>
            <p:cNvSpPr/>
            <p:nvPr/>
          </p:nvSpPr>
          <p:spPr>
            <a:xfrm>
              <a:off x="9913415" y="5760052"/>
              <a:ext cx="3548" cy="2788"/>
            </a:xfrm>
            <a:custGeom>
              <a:avLst/>
              <a:gdLst>
                <a:gd name="connsiteX0" fmla="*/ 3548 w 3548"/>
                <a:gd name="connsiteY0" fmla="*/ 1394 h 2788"/>
                <a:gd name="connsiteX1" fmla="*/ 1774 w 3548"/>
                <a:gd name="connsiteY1" fmla="*/ 2788 h 2788"/>
                <a:gd name="connsiteX2" fmla="*/ 0 w 3548"/>
                <a:gd name="connsiteY2" fmla="*/ 1394 h 2788"/>
                <a:gd name="connsiteX3" fmla="*/ 1774 w 3548"/>
                <a:gd name="connsiteY3" fmla="*/ 0 h 2788"/>
                <a:gd name="connsiteX4" fmla="*/ 3548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8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8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79" name="Freeform: Shape 4078">
              <a:extLst>
                <a:ext uri="{FF2B5EF4-FFF2-40B4-BE49-F238E27FC236}">
                  <a16:creationId xmlns:a16="http://schemas.microsoft.com/office/drawing/2014/main" id="{A7689B7D-8685-47F8-65CF-33A217280E50}"/>
                </a:ext>
              </a:extLst>
            </p:cNvPr>
            <p:cNvSpPr/>
            <p:nvPr/>
          </p:nvSpPr>
          <p:spPr>
            <a:xfrm>
              <a:off x="9832050" y="5841797"/>
              <a:ext cx="2408" cy="1774"/>
            </a:xfrm>
            <a:custGeom>
              <a:avLst/>
              <a:gdLst>
                <a:gd name="connsiteX0" fmla="*/ 2408 w 2408"/>
                <a:gd name="connsiteY0" fmla="*/ 887 h 1774"/>
                <a:gd name="connsiteX1" fmla="*/ 1141 w 2408"/>
                <a:gd name="connsiteY1" fmla="*/ 1774 h 1774"/>
                <a:gd name="connsiteX2" fmla="*/ 0 w 2408"/>
                <a:gd name="connsiteY2" fmla="*/ 887 h 1774"/>
                <a:gd name="connsiteX3" fmla="*/ 1141 w 2408"/>
                <a:gd name="connsiteY3" fmla="*/ 0 h 1774"/>
                <a:gd name="connsiteX4" fmla="*/ 2408 w 2408"/>
                <a:gd name="connsiteY4" fmla="*/ 887 h 1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8" h="1774">
                  <a:moveTo>
                    <a:pt x="2408" y="887"/>
                  </a:moveTo>
                  <a:lnTo>
                    <a:pt x="1141" y="1774"/>
                  </a:lnTo>
                  <a:lnTo>
                    <a:pt x="0" y="887"/>
                  </a:lnTo>
                  <a:lnTo>
                    <a:pt x="1141" y="0"/>
                  </a:lnTo>
                  <a:lnTo>
                    <a:pt x="2408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80" name="Freeform: Shape 4079">
              <a:extLst>
                <a:ext uri="{FF2B5EF4-FFF2-40B4-BE49-F238E27FC236}">
                  <a16:creationId xmlns:a16="http://schemas.microsoft.com/office/drawing/2014/main" id="{F3ABEA71-4277-362E-E7F9-79D34098A93F}"/>
                </a:ext>
              </a:extLst>
            </p:cNvPr>
            <p:cNvSpPr/>
            <p:nvPr/>
          </p:nvSpPr>
          <p:spPr>
            <a:xfrm>
              <a:off x="9747644" y="5921387"/>
              <a:ext cx="1774" cy="1393"/>
            </a:xfrm>
            <a:custGeom>
              <a:avLst/>
              <a:gdLst>
                <a:gd name="connsiteX0" fmla="*/ 1774 w 1774"/>
                <a:gd name="connsiteY0" fmla="*/ 634 h 1393"/>
                <a:gd name="connsiteX1" fmla="*/ 887 w 1774"/>
                <a:gd name="connsiteY1" fmla="*/ 1394 h 1393"/>
                <a:gd name="connsiteX2" fmla="*/ 0 w 1774"/>
                <a:gd name="connsiteY2" fmla="*/ 634 h 1393"/>
                <a:gd name="connsiteX3" fmla="*/ 887 w 1774"/>
                <a:gd name="connsiteY3" fmla="*/ 0 h 1393"/>
                <a:gd name="connsiteX4" fmla="*/ 1774 w 1774"/>
                <a:gd name="connsiteY4" fmla="*/ 634 h 1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" h="1393">
                  <a:moveTo>
                    <a:pt x="1774" y="634"/>
                  </a:moveTo>
                  <a:lnTo>
                    <a:pt x="887" y="1394"/>
                  </a:lnTo>
                  <a:lnTo>
                    <a:pt x="0" y="634"/>
                  </a:lnTo>
                  <a:lnTo>
                    <a:pt x="887" y="0"/>
                  </a:lnTo>
                  <a:lnTo>
                    <a:pt x="1774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81" name="Freeform: Shape 4080">
              <a:extLst>
                <a:ext uri="{FF2B5EF4-FFF2-40B4-BE49-F238E27FC236}">
                  <a16:creationId xmlns:a16="http://schemas.microsoft.com/office/drawing/2014/main" id="{627B6DEA-0528-6A18-B125-E91C7BD224C9}"/>
                </a:ext>
              </a:extLst>
            </p:cNvPr>
            <p:cNvSpPr/>
            <p:nvPr/>
          </p:nvSpPr>
          <p:spPr>
            <a:xfrm>
              <a:off x="9660323" y="5998950"/>
              <a:ext cx="1393" cy="1140"/>
            </a:xfrm>
            <a:custGeom>
              <a:avLst/>
              <a:gdLst>
                <a:gd name="connsiteX0" fmla="*/ 1394 w 1393"/>
                <a:gd name="connsiteY0" fmla="*/ 507 h 1140"/>
                <a:gd name="connsiteX1" fmla="*/ 760 w 1393"/>
                <a:gd name="connsiteY1" fmla="*/ 1141 h 1140"/>
                <a:gd name="connsiteX2" fmla="*/ 0 w 1393"/>
                <a:gd name="connsiteY2" fmla="*/ 507 h 1140"/>
                <a:gd name="connsiteX3" fmla="*/ 760 w 1393"/>
                <a:gd name="connsiteY3" fmla="*/ 0 h 1140"/>
                <a:gd name="connsiteX4" fmla="*/ 1394 w 1393"/>
                <a:gd name="connsiteY4" fmla="*/ 507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3" h="1140">
                  <a:moveTo>
                    <a:pt x="1394" y="507"/>
                  </a:moveTo>
                  <a:lnTo>
                    <a:pt x="760" y="1141"/>
                  </a:lnTo>
                  <a:lnTo>
                    <a:pt x="0" y="507"/>
                  </a:lnTo>
                  <a:lnTo>
                    <a:pt x="760" y="0"/>
                  </a:lnTo>
                  <a:lnTo>
                    <a:pt x="1394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82" name="Freeform: Shape 4081">
              <a:extLst>
                <a:ext uri="{FF2B5EF4-FFF2-40B4-BE49-F238E27FC236}">
                  <a16:creationId xmlns:a16="http://schemas.microsoft.com/office/drawing/2014/main" id="{B050A260-8885-3BE6-CDD4-E8B970DD095C}"/>
                </a:ext>
              </a:extLst>
            </p:cNvPr>
            <p:cNvSpPr/>
            <p:nvPr/>
          </p:nvSpPr>
          <p:spPr>
            <a:xfrm>
              <a:off x="9570720" y="6074864"/>
              <a:ext cx="380" cy="380"/>
            </a:xfrm>
            <a:custGeom>
              <a:avLst/>
              <a:gdLst>
                <a:gd name="connsiteX0" fmla="*/ 381 w 380"/>
                <a:gd name="connsiteY0" fmla="*/ 127 h 380"/>
                <a:gd name="connsiteX1" fmla="*/ 254 w 380"/>
                <a:gd name="connsiteY1" fmla="*/ 380 h 380"/>
                <a:gd name="connsiteX2" fmla="*/ 0 w 380"/>
                <a:gd name="connsiteY2" fmla="*/ 127 h 380"/>
                <a:gd name="connsiteX3" fmla="*/ 254 w 380"/>
                <a:gd name="connsiteY3" fmla="*/ 0 h 380"/>
                <a:gd name="connsiteX4" fmla="*/ 381 w 380"/>
                <a:gd name="connsiteY4" fmla="*/ 127 h 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" h="380">
                  <a:moveTo>
                    <a:pt x="381" y="127"/>
                  </a:moveTo>
                  <a:lnTo>
                    <a:pt x="254" y="380"/>
                  </a:lnTo>
                  <a:lnTo>
                    <a:pt x="0" y="127"/>
                  </a:lnTo>
                  <a:lnTo>
                    <a:pt x="254" y="0"/>
                  </a:lnTo>
                  <a:lnTo>
                    <a:pt x="381" y="12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83" name="Freeform: Shape 4082">
              <a:extLst>
                <a:ext uri="{FF2B5EF4-FFF2-40B4-BE49-F238E27FC236}">
                  <a16:creationId xmlns:a16="http://schemas.microsoft.com/office/drawing/2014/main" id="{B847E148-BFA2-7E30-6C85-D646CDF20754}"/>
                </a:ext>
              </a:extLst>
            </p:cNvPr>
            <p:cNvSpPr/>
            <p:nvPr/>
          </p:nvSpPr>
          <p:spPr>
            <a:xfrm>
              <a:off x="9477949" y="6148371"/>
              <a:ext cx="507" cy="380"/>
            </a:xfrm>
            <a:custGeom>
              <a:avLst/>
              <a:gdLst>
                <a:gd name="connsiteX0" fmla="*/ 507 w 507"/>
                <a:gd name="connsiteY0" fmla="*/ 253 h 380"/>
                <a:gd name="connsiteX1" fmla="*/ 254 w 507"/>
                <a:gd name="connsiteY1" fmla="*/ 380 h 380"/>
                <a:gd name="connsiteX2" fmla="*/ 0 w 507"/>
                <a:gd name="connsiteY2" fmla="*/ 253 h 380"/>
                <a:gd name="connsiteX3" fmla="*/ 254 w 507"/>
                <a:gd name="connsiteY3" fmla="*/ 0 h 380"/>
                <a:gd name="connsiteX4" fmla="*/ 507 w 507"/>
                <a:gd name="connsiteY4" fmla="*/ 253 h 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7" h="380">
                  <a:moveTo>
                    <a:pt x="507" y="253"/>
                  </a:moveTo>
                  <a:lnTo>
                    <a:pt x="254" y="380"/>
                  </a:lnTo>
                  <a:lnTo>
                    <a:pt x="0" y="253"/>
                  </a:lnTo>
                  <a:lnTo>
                    <a:pt x="254" y="0"/>
                  </a:lnTo>
                  <a:lnTo>
                    <a:pt x="507" y="25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84" name="Freeform: Shape 4083">
              <a:extLst>
                <a:ext uri="{FF2B5EF4-FFF2-40B4-BE49-F238E27FC236}">
                  <a16:creationId xmlns:a16="http://schemas.microsoft.com/office/drawing/2014/main" id="{5DB07597-022F-BF0C-4CEA-B78B9CEE68FF}"/>
                </a:ext>
              </a:extLst>
            </p:cNvPr>
            <p:cNvSpPr/>
            <p:nvPr/>
          </p:nvSpPr>
          <p:spPr>
            <a:xfrm>
              <a:off x="9382264" y="6219470"/>
              <a:ext cx="1393" cy="1140"/>
            </a:xfrm>
            <a:custGeom>
              <a:avLst/>
              <a:gdLst>
                <a:gd name="connsiteX0" fmla="*/ 1394 w 1393"/>
                <a:gd name="connsiteY0" fmla="*/ 634 h 1140"/>
                <a:gd name="connsiteX1" fmla="*/ 760 w 1393"/>
                <a:gd name="connsiteY1" fmla="*/ 1141 h 1140"/>
                <a:gd name="connsiteX2" fmla="*/ 0 w 1393"/>
                <a:gd name="connsiteY2" fmla="*/ 634 h 1140"/>
                <a:gd name="connsiteX3" fmla="*/ 760 w 1393"/>
                <a:gd name="connsiteY3" fmla="*/ 0 h 1140"/>
                <a:gd name="connsiteX4" fmla="*/ 1394 w 1393"/>
                <a:gd name="connsiteY4" fmla="*/ 634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3" h="1140">
                  <a:moveTo>
                    <a:pt x="1394" y="634"/>
                  </a:moveTo>
                  <a:lnTo>
                    <a:pt x="760" y="1141"/>
                  </a:lnTo>
                  <a:lnTo>
                    <a:pt x="0" y="634"/>
                  </a:lnTo>
                  <a:lnTo>
                    <a:pt x="760" y="0"/>
                  </a:lnTo>
                  <a:lnTo>
                    <a:pt x="1394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85" name="Freeform: Shape 4084">
              <a:extLst>
                <a:ext uri="{FF2B5EF4-FFF2-40B4-BE49-F238E27FC236}">
                  <a16:creationId xmlns:a16="http://schemas.microsoft.com/office/drawing/2014/main" id="{A8C02EEC-D111-F7A0-FE0D-8265BDE99485}"/>
                </a:ext>
              </a:extLst>
            </p:cNvPr>
            <p:cNvSpPr/>
            <p:nvPr/>
          </p:nvSpPr>
          <p:spPr>
            <a:xfrm>
              <a:off x="9284297" y="6288541"/>
              <a:ext cx="2154" cy="1774"/>
            </a:xfrm>
            <a:custGeom>
              <a:avLst/>
              <a:gdLst>
                <a:gd name="connsiteX0" fmla="*/ 2154 w 2154"/>
                <a:gd name="connsiteY0" fmla="*/ 887 h 1774"/>
                <a:gd name="connsiteX1" fmla="*/ 1014 w 2154"/>
                <a:gd name="connsiteY1" fmla="*/ 1774 h 1774"/>
                <a:gd name="connsiteX2" fmla="*/ 0 w 2154"/>
                <a:gd name="connsiteY2" fmla="*/ 887 h 1774"/>
                <a:gd name="connsiteX3" fmla="*/ 1014 w 2154"/>
                <a:gd name="connsiteY3" fmla="*/ 0 h 1774"/>
                <a:gd name="connsiteX4" fmla="*/ 2154 w 2154"/>
                <a:gd name="connsiteY4" fmla="*/ 887 h 1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4" h="1774">
                  <a:moveTo>
                    <a:pt x="2154" y="887"/>
                  </a:moveTo>
                  <a:lnTo>
                    <a:pt x="1014" y="1774"/>
                  </a:lnTo>
                  <a:lnTo>
                    <a:pt x="0" y="887"/>
                  </a:lnTo>
                  <a:lnTo>
                    <a:pt x="1014" y="0"/>
                  </a:lnTo>
                  <a:lnTo>
                    <a:pt x="2154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86" name="Freeform: Shape 4085">
              <a:extLst>
                <a:ext uri="{FF2B5EF4-FFF2-40B4-BE49-F238E27FC236}">
                  <a16:creationId xmlns:a16="http://schemas.microsoft.com/office/drawing/2014/main" id="{B3FA1A9D-8315-CD1B-2E07-CFE7724B81C9}"/>
                </a:ext>
              </a:extLst>
            </p:cNvPr>
            <p:cNvSpPr/>
            <p:nvPr/>
          </p:nvSpPr>
          <p:spPr>
            <a:xfrm>
              <a:off x="9183542" y="6355205"/>
              <a:ext cx="3548" cy="2787"/>
            </a:xfrm>
            <a:custGeom>
              <a:avLst/>
              <a:gdLst>
                <a:gd name="connsiteX0" fmla="*/ 3549 w 3548"/>
                <a:gd name="connsiteY0" fmla="*/ 1394 h 2787"/>
                <a:gd name="connsiteX1" fmla="*/ 1774 w 3548"/>
                <a:gd name="connsiteY1" fmla="*/ 2788 h 2787"/>
                <a:gd name="connsiteX2" fmla="*/ 0 w 3548"/>
                <a:gd name="connsiteY2" fmla="*/ 1394 h 2787"/>
                <a:gd name="connsiteX3" fmla="*/ 1774 w 3548"/>
                <a:gd name="connsiteY3" fmla="*/ 0 h 2787"/>
                <a:gd name="connsiteX4" fmla="*/ 3549 w 3548"/>
                <a:gd name="connsiteY4" fmla="*/ 1394 h 2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7">
                  <a:moveTo>
                    <a:pt x="3549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9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87" name="Freeform: Shape 4086">
              <a:extLst>
                <a:ext uri="{FF2B5EF4-FFF2-40B4-BE49-F238E27FC236}">
                  <a16:creationId xmlns:a16="http://schemas.microsoft.com/office/drawing/2014/main" id="{4E6C1619-EC6E-5D2F-AF29-B7BE8C6EB9AB}"/>
                </a:ext>
              </a:extLst>
            </p:cNvPr>
            <p:cNvSpPr/>
            <p:nvPr/>
          </p:nvSpPr>
          <p:spPr>
            <a:xfrm>
              <a:off x="9080379" y="6419586"/>
              <a:ext cx="5069" cy="4055"/>
            </a:xfrm>
            <a:custGeom>
              <a:avLst/>
              <a:gdLst>
                <a:gd name="connsiteX0" fmla="*/ 5070 w 5069"/>
                <a:gd name="connsiteY0" fmla="*/ 2028 h 4055"/>
                <a:gd name="connsiteX1" fmla="*/ 2535 w 5069"/>
                <a:gd name="connsiteY1" fmla="*/ 4056 h 4055"/>
                <a:gd name="connsiteX2" fmla="*/ 0 w 5069"/>
                <a:gd name="connsiteY2" fmla="*/ 2028 h 4055"/>
                <a:gd name="connsiteX3" fmla="*/ 2535 w 5069"/>
                <a:gd name="connsiteY3" fmla="*/ 0 h 4055"/>
                <a:gd name="connsiteX4" fmla="*/ 5070 w 5069"/>
                <a:gd name="connsiteY4" fmla="*/ 2028 h 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9" h="4055">
                  <a:moveTo>
                    <a:pt x="5070" y="2028"/>
                  </a:moveTo>
                  <a:lnTo>
                    <a:pt x="2535" y="4056"/>
                  </a:lnTo>
                  <a:lnTo>
                    <a:pt x="0" y="2028"/>
                  </a:lnTo>
                  <a:lnTo>
                    <a:pt x="2535" y="0"/>
                  </a:lnTo>
                  <a:lnTo>
                    <a:pt x="5070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88" name="Freeform: Shape 4087">
              <a:extLst>
                <a:ext uri="{FF2B5EF4-FFF2-40B4-BE49-F238E27FC236}">
                  <a16:creationId xmlns:a16="http://schemas.microsoft.com/office/drawing/2014/main" id="{82E0DB0B-406B-CAFC-69CF-7720DA262A62}"/>
                </a:ext>
              </a:extLst>
            </p:cNvPr>
            <p:cNvSpPr/>
            <p:nvPr/>
          </p:nvSpPr>
          <p:spPr>
            <a:xfrm>
              <a:off x="8975822" y="6482321"/>
              <a:ext cx="5069" cy="4055"/>
            </a:xfrm>
            <a:custGeom>
              <a:avLst/>
              <a:gdLst>
                <a:gd name="connsiteX0" fmla="*/ 5070 w 5069"/>
                <a:gd name="connsiteY0" fmla="*/ 2027 h 4055"/>
                <a:gd name="connsiteX1" fmla="*/ 2535 w 5069"/>
                <a:gd name="connsiteY1" fmla="*/ 4055 h 4055"/>
                <a:gd name="connsiteX2" fmla="*/ 0 w 5069"/>
                <a:gd name="connsiteY2" fmla="*/ 2027 h 4055"/>
                <a:gd name="connsiteX3" fmla="*/ 2535 w 5069"/>
                <a:gd name="connsiteY3" fmla="*/ 0 h 4055"/>
                <a:gd name="connsiteX4" fmla="*/ 5070 w 5069"/>
                <a:gd name="connsiteY4" fmla="*/ 2027 h 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9" h="4055">
                  <a:moveTo>
                    <a:pt x="5070" y="2027"/>
                  </a:moveTo>
                  <a:lnTo>
                    <a:pt x="2535" y="4055"/>
                  </a:lnTo>
                  <a:lnTo>
                    <a:pt x="0" y="2027"/>
                  </a:lnTo>
                  <a:lnTo>
                    <a:pt x="2535" y="0"/>
                  </a:lnTo>
                  <a:lnTo>
                    <a:pt x="5070" y="202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89" name="Freeform: Shape 4088">
              <a:extLst>
                <a:ext uri="{FF2B5EF4-FFF2-40B4-BE49-F238E27FC236}">
                  <a16:creationId xmlns:a16="http://schemas.microsoft.com/office/drawing/2014/main" id="{BDBB173C-D935-4519-4452-3FF6C997478B}"/>
                </a:ext>
              </a:extLst>
            </p:cNvPr>
            <p:cNvSpPr/>
            <p:nvPr/>
          </p:nvSpPr>
          <p:spPr>
            <a:xfrm>
              <a:off x="8868350" y="6542267"/>
              <a:ext cx="6590" cy="5068"/>
            </a:xfrm>
            <a:custGeom>
              <a:avLst/>
              <a:gdLst>
                <a:gd name="connsiteX0" fmla="*/ 6591 w 6590"/>
                <a:gd name="connsiteY0" fmla="*/ 2534 h 5068"/>
                <a:gd name="connsiteX1" fmla="*/ 3295 w 6590"/>
                <a:gd name="connsiteY1" fmla="*/ 5069 h 5068"/>
                <a:gd name="connsiteX2" fmla="*/ 0 w 6590"/>
                <a:gd name="connsiteY2" fmla="*/ 2534 h 5068"/>
                <a:gd name="connsiteX3" fmla="*/ 3295 w 6590"/>
                <a:gd name="connsiteY3" fmla="*/ 0 h 5068"/>
                <a:gd name="connsiteX4" fmla="*/ 6591 w 6590"/>
                <a:gd name="connsiteY4" fmla="*/ 2534 h 5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90" h="5068">
                  <a:moveTo>
                    <a:pt x="6591" y="2534"/>
                  </a:moveTo>
                  <a:lnTo>
                    <a:pt x="3295" y="5069"/>
                  </a:lnTo>
                  <a:lnTo>
                    <a:pt x="0" y="2534"/>
                  </a:lnTo>
                  <a:lnTo>
                    <a:pt x="3295" y="0"/>
                  </a:lnTo>
                  <a:lnTo>
                    <a:pt x="6591" y="25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90" name="Freeform: Shape 4089">
              <a:extLst>
                <a:ext uri="{FF2B5EF4-FFF2-40B4-BE49-F238E27FC236}">
                  <a16:creationId xmlns:a16="http://schemas.microsoft.com/office/drawing/2014/main" id="{D8B210D7-3032-CBFA-F1D5-BABF570529DC}"/>
                </a:ext>
              </a:extLst>
            </p:cNvPr>
            <p:cNvSpPr/>
            <p:nvPr/>
          </p:nvSpPr>
          <p:spPr>
            <a:xfrm>
              <a:off x="8759230" y="6600059"/>
              <a:ext cx="7224" cy="5702"/>
            </a:xfrm>
            <a:custGeom>
              <a:avLst/>
              <a:gdLst>
                <a:gd name="connsiteX0" fmla="*/ 7224 w 7224"/>
                <a:gd name="connsiteY0" fmla="*/ 2788 h 5702"/>
                <a:gd name="connsiteX1" fmla="*/ 3675 w 7224"/>
                <a:gd name="connsiteY1" fmla="*/ 5702 h 5702"/>
                <a:gd name="connsiteX2" fmla="*/ 0 w 7224"/>
                <a:gd name="connsiteY2" fmla="*/ 2788 h 5702"/>
                <a:gd name="connsiteX3" fmla="*/ 3675 w 7224"/>
                <a:gd name="connsiteY3" fmla="*/ 0 h 5702"/>
                <a:gd name="connsiteX4" fmla="*/ 7224 w 7224"/>
                <a:gd name="connsiteY4" fmla="*/ 2788 h 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24" h="5702">
                  <a:moveTo>
                    <a:pt x="7224" y="2788"/>
                  </a:moveTo>
                  <a:lnTo>
                    <a:pt x="3675" y="5702"/>
                  </a:lnTo>
                  <a:lnTo>
                    <a:pt x="0" y="2788"/>
                  </a:lnTo>
                  <a:lnTo>
                    <a:pt x="3675" y="0"/>
                  </a:lnTo>
                  <a:lnTo>
                    <a:pt x="7224" y="278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91" name="Freeform: Shape 4090">
              <a:extLst>
                <a:ext uri="{FF2B5EF4-FFF2-40B4-BE49-F238E27FC236}">
                  <a16:creationId xmlns:a16="http://schemas.microsoft.com/office/drawing/2014/main" id="{A599203D-579A-0F5E-D8F8-B2A237593C33}"/>
                </a:ext>
              </a:extLst>
            </p:cNvPr>
            <p:cNvSpPr/>
            <p:nvPr/>
          </p:nvSpPr>
          <p:spPr>
            <a:xfrm>
              <a:off x="8647829" y="6655188"/>
              <a:ext cx="8618" cy="6843"/>
            </a:xfrm>
            <a:custGeom>
              <a:avLst/>
              <a:gdLst>
                <a:gd name="connsiteX0" fmla="*/ 8619 w 8618"/>
                <a:gd name="connsiteY0" fmla="*/ 3295 h 6843"/>
                <a:gd name="connsiteX1" fmla="*/ 4309 w 8618"/>
                <a:gd name="connsiteY1" fmla="*/ 6843 h 6843"/>
                <a:gd name="connsiteX2" fmla="*/ 0 w 8618"/>
                <a:gd name="connsiteY2" fmla="*/ 3295 h 6843"/>
                <a:gd name="connsiteX3" fmla="*/ 4309 w 8618"/>
                <a:gd name="connsiteY3" fmla="*/ 0 h 6843"/>
                <a:gd name="connsiteX4" fmla="*/ 8619 w 8618"/>
                <a:gd name="connsiteY4" fmla="*/ 3295 h 6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8" h="6843">
                  <a:moveTo>
                    <a:pt x="8619" y="3295"/>
                  </a:moveTo>
                  <a:lnTo>
                    <a:pt x="4309" y="6843"/>
                  </a:lnTo>
                  <a:lnTo>
                    <a:pt x="0" y="3295"/>
                  </a:lnTo>
                  <a:lnTo>
                    <a:pt x="4309" y="0"/>
                  </a:lnTo>
                  <a:lnTo>
                    <a:pt x="8619" y="32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92" name="Freeform: Shape 4091">
              <a:extLst>
                <a:ext uri="{FF2B5EF4-FFF2-40B4-BE49-F238E27FC236}">
                  <a16:creationId xmlns:a16="http://schemas.microsoft.com/office/drawing/2014/main" id="{64D8AA89-25FB-D9E5-0A2D-34A5B9D55F0B}"/>
                </a:ext>
              </a:extLst>
            </p:cNvPr>
            <p:cNvSpPr/>
            <p:nvPr/>
          </p:nvSpPr>
          <p:spPr>
            <a:xfrm>
              <a:off x="8534401" y="6707784"/>
              <a:ext cx="10265" cy="8110"/>
            </a:xfrm>
            <a:custGeom>
              <a:avLst/>
              <a:gdLst>
                <a:gd name="connsiteX0" fmla="*/ 10266 w 10265"/>
                <a:gd name="connsiteY0" fmla="*/ 4056 h 8110"/>
                <a:gd name="connsiteX1" fmla="*/ 5196 w 10265"/>
                <a:gd name="connsiteY1" fmla="*/ 8111 h 8110"/>
                <a:gd name="connsiteX2" fmla="*/ 0 w 10265"/>
                <a:gd name="connsiteY2" fmla="*/ 4056 h 8110"/>
                <a:gd name="connsiteX3" fmla="*/ 5196 w 10265"/>
                <a:gd name="connsiteY3" fmla="*/ 0 h 8110"/>
                <a:gd name="connsiteX4" fmla="*/ 10266 w 10265"/>
                <a:gd name="connsiteY4" fmla="*/ 4056 h 8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5" h="8110">
                  <a:moveTo>
                    <a:pt x="10266" y="4056"/>
                  </a:moveTo>
                  <a:lnTo>
                    <a:pt x="5196" y="8111"/>
                  </a:lnTo>
                  <a:lnTo>
                    <a:pt x="0" y="4056"/>
                  </a:lnTo>
                  <a:lnTo>
                    <a:pt x="5196" y="0"/>
                  </a:lnTo>
                  <a:lnTo>
                    <a:pt x="10266" y="405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93" name="Freeform: Shape 4092">
              <a:extLst>
                <a:ext uri="{FF2B5EF4-FFF2-40B4-BE49-F238E27FC236}">
                  <a16:creationId xmlns:a16="http://schemas.microsoft.com/office/drawing/2014/main" id="{07113A79-57FE-74DA-6752-FED4A701CE95}"/>
                </a:ext>
              </a:extLst>
            </p:cNvPr>
            <p:cNvSpPr/>
            <p:nvPr/>
          </p:nvSpPr>
          <p:spPr>
            <a:xfrm>
              <a:off x="8419578" y="6758098"/>
              <a:ext cx="11025" cy="8871"/>
            </a:xfrm>
            <a:custGeom>
              <a:avLst/>
              <a:gdLst>
                <a:gd name="connsiteX0" fmla="*/ 11026 w 11025"/>
                <a:gd name="connsiteY0" fmla="*/ 4436 h 8871"/>
                <a:gd name="connsiteX1" fmla="*/ 5450 w 11025"/>
                <a:gd name="connsiteY1" fmla="*/ 8872 h 8871"/>
                <a:gd name="connsiteX2" fmla="*/ 0 w 11025"/>
                <a:gd name="connsiteY2" fmla="*/ 4436 h 8871"/>
                <a:gd name="connsiteX3" fmla="*/ 5450 w 11025"/>
                <a:gd name="connsiteY3" fmla="*/ 0 h 8871"/>
                <a:gd name="connsiteX4" fmla="*/ 11026 w 11025"/>
                <a:gd name="connsiteY4" fmla="*/ 4436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25" h="8871">
                  <a:moveTo>
                    <a:pt x="11026" y="4436"/>
                  </a:moveTo>
                  <a:lnTo>
                    <a:pt x="5450" y="8872"/>
                  </a:lnTo>
                  <a:lnTo>
                    <a:pt x="0" y="4436"/>
                  </a:lnTo>
                  <a:lnTo>
                    <a:pt x="5450" y="0"/>
                  </a:lnTo>
                  <a:lnTo>
                    <a:pt x="11026" y="44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94" name="Freeform: Shape 4093">
              <a:extLst>
                <a:ext uri="{FF2B5EF4-FFF2-40B4-BE49-F238E27FC236}">
                  <a16:creationId xmlns:a16="http://schemas.microsoft.com/office/drawing/2014/main" id="{A81C2DD0-B02F-2271-2B7A-7376BAF5515D}"/>
                </a:ext>
              </a:extLst>
            </p:cNvPr>
            <p:cNvSpPr/>
            <p:nvPr/>
          </p:nvSpPr>
          <p:spPr>
            <a:xfrm>
              <a:off x="8302727" y="6805878"/>
              <a:ext cx="12419" cy="9758"/>
            </a:xfrm>
            <a:custGeom>
              <a:avLst/>
              <a:gdLst>
                <a:gd name="connsiteX0" fmla="*/ 12420 w 12419"/>
                <a:gd name="connsiteY0" fmla="*/ 4943 h 9758"/>
                <a:gd name="connsiteX1" fmla="*/ 6210 w 12419"/>
                <a:gd name="connsiteY1" fmla="*/ 9758 h 9758"/>
                <a:gd name="connsiteX2" fmla="*/ 0 w 12419"/>
                <a:gd name="connsiteY2" fmla="*/ 4943 h 9758"/>
                <a:gd name="connsiteX3" fmla="*/ 6210 w 12419"/>
                <a:gd name="connsiteY3" fmla="*/ 0 h 9758"/>
                <a:gd name="connsiteX4" fmla="*/ 12420 w 12419"/>
                <a:gd name="connsiteY4" fmla="*/ 4943 h 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19" h="9758">
                  <a:moveTo>
                    <a:pt x="12420" y="4943"/>
                  </a:moveTo>
                  <a:lnTo>
                    <a:pt x="6210" y="9758"/>
                  </a:lnTo>
                  <a:lnTo>
                    <a:pt x="0" y="4943"/>
                  </a:lnTo>
                  <a:lnTo>
                    <a:pt x="6210" y="0"/>
                  </a:lnTo>
                  <a:lnTo>
                    <a:pt x="12420" y="494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95" name="Freeform: Shape 4094">
              <a:extLst>
                <a:ext uri="{FF2B5EF4-FFF2-40B4-BE49-F238E27FC236}">
                  <a16:creationId xmlns:a16="http://schemas.microsoft.com/office/drawing/2014/main" id="{A99BDC50-661F-00A4-7C3C-49A8D13BAD43}"/>
                </a:ext>
              </a:extLst>
            </p:cNvPr>
            <p:cNvSpPr/>
            <p:nvPr/>
          </p:nvSpPr>
          <p:spPr>
            <a:xfrm>
              <a:off x="3993831" y="6796119"/>
              <a:ext cx="37006" cy="28769"/>
            </a:xfrm>
            <a:custGeom>
              <a:avLst/>
              <a:gdLst>
                <a:gd name="connsiteX0" fmla="*/ 37007 w 37006"/>
                <a:gd name="connsiteY0" fmla="*/ 14702 h 28769"/>
                <a:gd name="connsiteX1" fmla="*/ 18503 w 37006"/>
                <a:gd name="connsiteY1" fmla="*/ 0 h 28769"/>
                <a:gd name="connsiteX2" fmla="*/ 0 w 37006"/>
                <a:gd name="connsiteY2" fmla="*/ 14702 h 28769"/>
                <a:gd name="connsiteX3" fmla="*/ 14575 w 37006"/>
                <a:gd name="connsiteY3" fmla="*/ 28769 h 28769"/>
                <a:gd name="connsiteX4" fmla="*/ 22432 w 37006"/>
                <a:gd name="connsiteY4" fmla="*/ 28769 h 28769"/>
                <a:gd name="connsiteX5" fmla="*/ 37007 w 37006"/>
                <a:gd name="connsiteY5" fmla="*/ 14702 h 28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006" h="28769">
                  <a:moveTo>
                    <a:pt x="37007" y="14702"/>
                  </a:moveTo>
                  <a:cubicBezTo>
                    <a:pt x="37007" y="6591"/>
                    <a:pt x="28769" y="0"/>
                    <a:pt x="18503" y="0"/>
                  </a:cubicBezTo>
                  <a:cubicBezTo>
                    <a:pt x="8238" y="0"/>
                    <a:pt x="0" y="6591"/>
                    <a:pt x="0" y="14702"/>
                  </a:cubicBezTo>
                  <a:cubicBezTo>
                    <a:pt x="0" y="21672"/>
                    <a:pt x="6337" y="27249"/>
                    <a:pt x="14575" y="28769"/>
                  </a:cubicBezTo>
                  <a:lnTo>
                    <a:pt x="22432" y="28769"/>
                  </a:lnTo>
                  <a:cubicBezTo>
                    <a:pt x="30670" y="27249"/>
                    <a:pt x="37007" y="21672"/>
                    <a:pt x="37007" y="1470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96" name="Freeform: Shape 4095">
              <a:extLst>
                <a:ext uri="{FF2B5EF4-FFF2-40B4-BE49-F238E27FC236}">
                  <a16:creationId xmlns:a16="http://schemas.microsoft.com/office/drawing/2014/main" id="{8AC4ECE6-B679-B4AD-A3DC-ACFD9E33B5A8}"/>
                </a:ext>
              </a:extLst>
            </p:cNvPr>
            <p:cNvSpPr/>
            <p:nvPr/>
          </p:nvSpPr>
          <p:spPr>
            <a:xfrm>
              <a:off x="3877741" y="6747832"/>
              <a:ext cx="37007" cy="29402"/>
            </a:xfrm>
            <a:custGeom>
              <a:avLst/>
              <a:gdLst>
                <a:gd name="connsiteX0" fmla="*/ 37007 w 37007"/>
                <a:gd name="connsiteY0" fmla="*/ 14702 h 29402"/>
                <a:gd name="connsiteX1" fmla="*/ 18503 w 37007"/>
                <a:gd name="connsiteY1" fmla="*/ 29403 h 29402"/>
                <a:gd name="connsiteX2" fmla="*/ 0 w 37007"/>
                <a:gd name="connsiteY2" fmla="*/ 14702 h 29402"/>
                <a:gd name="connsiteX3" fmla="*/ 18503 w 37007"/>
                <a:gd name="connsiteY3" fmla="*/ 0 h 29402"/>
                <a:gd name="connsiteX4" fmla="*/ 37007 w 37007"/>
                <a:gd name="connsiteY4" fmla="*/ 14702 h 29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007" h="29402">
                  <a:moveTo>
                    <a:pt x="37007" y="14702"/>
                  </a:moveTo>
                  <a:cubicBezTo>
                    <a:pt x="37007" y="22812"/>
                    <a:pt x="28642" y="29403"/>
                    <a:pt x="18503" y="29403"/>
                  </a:cubicBezTo>
                  <a:cubicBezTo>
                    <a:pt x="8365" y="29403"/>
                    <a:pt x="0" y="22812"/>
                    <a:pt x="0" y="14702"/>
                  </a:cubicBezTo>
                  <a:cubicBezTo>
                    <a:pt x="0" y="6591"/>
                    <a:pt x="8365" y="0"/>
                    <a:pt x="18503" y="0"/>
                  </a:cubicBezTo>
                  <a:cubicBezTo>
                    <a:pt x="28642" y="0"/>
                    <a:pt x="37007" y="6591"/>
                    <a:pt x="37007" y="1470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97" name="Freeform: Shape 4096">
              <a:extLst>
                <a:ext uri="{FF2B5EF4-FFF2-40B4-BE49-F238E27FC236}">
                  <a16:creationId xmlns:a16="http://schemas.microsoft.com/office/drawing/2014/main" id="{60DD9CF0-763F-FB2A-ADDF-7FAA6C87A76B}"/>
                </a:ext>
              </a:extLst>
            </p:cNvPr>
            <p:cNvSpPr/>
            <p:nvPr/>
          </p:nvSpPr>
          <p:spPr>
            <a:xfrm>
              <a:off x="3762665" y="6696758"/>
              <a:ext cx="38020" cy="30162"/>
            </a:xfrm>
            <a:custGeom>
              <a:avLst/>
              <a:gdLst>
                <a:gd name="connsiteX0" fmla="*/ 38021 w 38020"/>
                <a:gd name="connsiteY0" fmla="*/ 15082 h 30162"/>
                <a:gd name="connsiteX1" fmla="*/ 19010 w 38020"/>
                <a:gd name="connsiteY1" fmla="*/ 30162 h 30162"/>
                <a:gd name="connsiteX2" fmla="*/ 0 w 38020"/>
                <a:gd name="connsiteY2" fmla="*/ 15082 h 30162"/>
                <a:gd name="connsiteX3" fmla="*/ 19010 w 38020"/>
                <a:gd name="connsiteY3" fmla="*/ 0 h 30162"/>
                <a:gd name="connsiteX4" fmla="*/ 38021 w 38020"/>
                <a:gd name="connsiteY4" fmla="*/ 15082 h 30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0" h="30162">
                  <a:moveTo>
                    <a:pt x="38021" y="15082"/>
                  </a:moveTo>
                  <a:cubicBezTo>
                    <a:pt x="38021" y="23446"/>
                    <a:pt x="29529" y="30162"/>
                    <a:pt x="19010" y="30162"/>
                  </a:cubicBezTo>
                  <a:cubicBezTo>
                    <a:pt x="8491" y="30162"/>
                    <a:pt x="0" y="23446"/>
                    <a:pt x="0" y="15082"/>
                  </a:cubicBezTo>
                  <a:cubicBezTo>
                    <a:pt x="0" y="6717"/>
                    <a:pt x="8491" y="0"/>
                    <a:pt x="19010" y="0"/>
                  </a:cubicBezTo>
                  <a:cubicBezTo>
                    <a:pt x="29529" y="0"/>
                    <a:pt x="38021" y="6717"/>
                    <a:pt x="38021" y="1508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98" name="Freeform: Shape 4097">
              <a:extLst>
                <a:ext uri="{FF2B5EF4-FFF2-40B4-BE49-F238E27FC236}">
                  <a16:creationId xmlns:a16="http://schemas.microsoft.com/office/drawing/2014/main" id="{023FF9A1-CB22-1982-4BF6-CA160698DF73}"/>
                </a:ext>
              </a:extLst>
            </p:cNvPr>
            <p:cNvSpPr/>
            <p:nvPr/>
          </p:nvSpPr>
          <p:spPr>
            <a:xfrm>
              <a:off x="3650123" y="6643402"/>
              <a:ext cx="37893" cy="30163"/>
            </a:xfrm>
            <a:custGeom>
              <a:avLst/>
              <a:gdLst>
                <a:gd name="connsiteX0" fmla="*/ 37894 w 37893"/>
                <a:gd name="connsiteY0" fmla="*/ 15082 h 30163"/>
                <a:gd name="connsiteX1" fmla="*/ 19010 w 37893"/>
                <a:gd name="connsiteY1" fmla="*/ 30163 h 30163"/>
                <a:gd name="connsiteX2" fmla="*/ 0 w 37893"/>
                <a:gd name="connsiteY2" fmla="*/ 15082 h 30163"/>
                <a:gd name="connsiteX3" fmla="*/ 19010 w 37893"/>
                <a:gd name="connsiteY3" fmla="*/ 0 h 30163"/>
                <a:gd name="connsiteX4" fmla="*/ 37894 w 37893"/>
                <a:gd name="connsiteY4" fmla="*/ 15082 h 30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893" h="30163">
                  <a:moveTo>
                    <a:pt x="37894" y="15082"/>
                  </a:moveTo>
                  <a:cubicBezTo>
                    <a:pt x="37894" y="23446"/>
                    <a:pt x="29402" y="30163"/>
                    <a:pt x="19010" y="30163"/>
                  </a:cubicBezTo>
                  <a:cubicBezTo>
                    <a:pt x="8618" y="30163"/>
                    <a:pt x="0" y="23446"/>
                    <a:pt x="0" y="15082"/>
                  </a:cubicBezTo>
                  <a:cubicBezTo>
                    <a:pt x="0" y="6717"/>
                    <a:pt x="8491" y="0"/>
                    <a:pt x="19010" y="0"/>
                  </a:cubicBezTo>
                  <a:cubicBezTo>
                    <a:pt x="29529" y="0"/>
                    <a:pt x="37894" y="6717"/>
                    <a:pt x="37894" y="1508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99" name="Freeform: Shape 4098">
              <a:extLst>
                <a:ext uri="{FF2B5EF4-FFF2-40B4-BE49-F238E27FC236}">
                  <a16:creationId xmlns:a16="http://schemas.microsoft.com/office/drawing/2014/main" id="{FF7AE879-AE45-02E9-E20F-6B556D080014}"/>
                </a:ext>
              </a:extLst>
            </p:cNvPr>
            <p:cNvSpPr/>
            <p:nvPr/>
          </p:nvSpPr>
          <p:spPr>
            <a:xfrm>
              <a:off x="3539229" y="6587765"/>
              <a:ext cx="38020" cy="30163"/>
            </a:xfrm>
            <a:custGeom>
              <a:avLst/>
              <a:gdLst>
                <a:gd name="connsiteX0" fmla="*/ 38021 w 38020"/>
                <a:gd name="connsiteY0" fmla="*/ 15082 h 30163"/>
                <a:gd name="connsiteX1" fmla="*/ 19010 w 38020"/>
                <a:gd name="connsiteY1" fmla="*/ 30163 h 30163"/>
                <a:gd name="connsiteX2" fmla="*/ 0 w 38020"/>
                <a:gd name="connsiteY2" fmla="*/ 15082 h 30163"/>
                <a:gd name="connsiteX3" fmla="*/ 19010 w 38020"/>
                <a:gd name="connsiteY3" fmla="*/ 0 h 30163"/>
                <a:gd name="connsiteX4" fmla="*/ 38021 w 38020"/>
                <a:gd name="connsiteY4" fmla="*/ 15082 h 30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0" h="30163">
                  <a:moveTo>
                    <a:pt x="38021" y="15082"/>
                  </a:moveTo>
                  <a:cubicBezTo>
                    <a:pt x="38021" y="23447"/>
                    <a:pt x="29529" y="30163"/>
                    <a:pt x="19010" y="30163"/>
                  </a:cubicBezTo>
                  <a:cubicBezTo>
                    <a:pt x="8491" y="30163"/>
                    <a:pt x="0" y="23447"/>
                    <a:pt x="0" y="15082"/>
                  </a:cubicBezTo>
                  <a:cubicBezTo>
                    <a:pt x="0" y="6717"/>
                    <a:pt x="8491" y="0"/>
                    <a:pt x="19010" y="0"/>
                  </a:cubicBezTo>
                  <a:cubicBezTo>
                    <a:pt x="29529" y="0"/>
                    <a:pt x="38021" y="6717"/>
                    <a:pt x="38021" y="1508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00" name="Freeform: Shape 4099">
              <a:extLst>
                <a:ext uri="{FF2B5EF4-FFF2-40B4-BE49-F238E27FC236}">
                  <a16:creationId xmlns:a16="http://schemas.microsoft.com/office/drawing/2014/main" id="{686F79AF-AE07-76A3-E854-E095BB78E6D3}"/>
                </a:ext>
              </a:extLst>
            </p:cNvPr>
            <p:cNvSpPr/>
            <p:nvPr/>
          </p:nvSpPr>
          <p:spPr>
            <a:xfrm>
              <a:off x="3430109" y="6529467"/>
              <a:ext cx="38781" cy="30669"/>
            </a:xfrm>
            <a:custGeom>
              <a:avLst/>
              <a:gdLst>
                <a:gd name="connsiteX0" fmla="*/ 38781 w 38781"/>
                <a:gd name="connsiteY0" fmla="*/ 15335 h 30669"/>
                <a:gd name="connsiteX1" fmla="*/ 19391 w 38781"/>
                <a:gd name="connsiteY1" fmla="*/ 30670 h 30669"/>
                <a:gd name="connsiteX2" fmla="*/ 0 w 38781"/>
                <a:gd name="connsiteY2" fmla="*/ 15335 h 30669"/>
                <a:gd name="connsiteX3" fmla="*/ 19391 w 38781"/>
                <a:gd name="connsiteY3" fmla="*/ 0 h 30669"/>
                <a:gd name="connsiteX4" fmla="*/ 38781 w 38781"/>
                <a:gd name="connsiteY4" fmla="*/ 15335 h 3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781" h="30669">
                  <a:moveTo>
                    <a:pt x="38781" y="15335"/>
                  </a:moveTo>
                  <a:cubicBezTo>
                    <a:pt x="38781" y="23826"/>
                    <a:pt x="30036" y="30670"/>
                    <a:pt x="19391" y="30670"/>
                  </a:cubicBezTo>
                  <a:cubicBezTo>
                    <a:pt x="8745" y="30670"/>
                    <a:pt x="0" y="23826"/>
                    <a:pt x="0" y="15335"/>
                  </a:cubicBezTo>
                  <a:cubicBezTo>
                    <a:pt x="0" y="6843"/>
                    <a:pt x="8618" y="0"/>
                    <a:pt x="19391" y="0"/>
                  </a:cubicBezTo>
                  <a:cubicBezTo>
                    <a:pt x="30163" y="0"/>
                    <a:pt x="38781" y="6843"/>
                    <a:pt x="38781" y="153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01" name="Freeform: Shape 4100">
              <a:extLst>
                <a:ext uri="{FF2B5EF4-FFF2-40B4-BE49-F238E27FC236}">
                  <a16:creationId xmlns:a16="http://schemas.microsoft.com/office/drawing/2014/main" id="{4338BBC9-22F1-B471-2F7D-5F6216957C65}"/>
                </a:ext>
              </a:extLst>
            </p:cNvPr>
            <p:cNvSpPr/>
            <p:nvPr/>
          </p:nvSpPr>
          <p:spPr>
            <a:xfrm>
              <a:off x="3323398" y="6469013"/>
              <a:ext cx="38781" cy="30669"/>
            </a:xfrm>
            <a:custGeom>
              <a:avLst/>
              <a:gdLst>
                <a:gd name="connsiteX0" fmla="*/ 38781 w 38781"/>
                <a:gd name="connsiteY0" fmla="*/ 15335 h 30669"/>
                <a:gd name="connsiteX1" fmla="*/ 19391 w 38781"/>
                <a:gd name="connsiteY1" fmla="*/ 30670 h 30669"/>
                <a:gd name="connsiteX2" fmla="*/ 0 w 38781"/>
                <a:gd name="connsiteY2" fmla="*/ 15335 h 30669"/>
                <a:gd name="connsiteX3" fmla="*/ 19391 w 38781"/>
                <a:gd name="connsiteY3" fmla="*/ 0 h 30669"/>
                <a:gd name="connsiteX4" fmla="*/ 38781 w 38781"/>
                <a:gd name="connsiteY4" fmla="*/ 15335 h 3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781" h="30669">
                  <a:moveTo>
                    <a:pt x="38781" y="15335"/>
                  </a:moveTo>
                  <a:cubicBezTo>
                    <a:pt x="38781" y="23826"/>
                    <a:pt x="30163" y="30670"/>
                    <a:pt x="19391" y="30670"/>
                  </a:cubicBezTo>
                  <a:cubicBezTo>
                    <a:pt x="8618" y="30670"/>
                    <a:pt x="0" y="23826"/>
                    <a:pt x="0" y="15335"/>
                  </a:cubicBezTo>
                  <a:cubicBezTo>
                    <a:pt x="0" y="6844"/>
                    <a:pt x="8745" y="0"/>
                    <a:pt x="19391" y="0"/>
                  </a:cubicBezTo>
                  <a:cubicBezTo>
                    <a:pt x="30036" y="0"/>
                    <a:pt x="38781" y="6844"/>
                    <a:pt x="38781" y="153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02" name="Freeform: Shape 4101">
              <a:extLst>
                <a:ext uri="{FF2B5EF4-FFF2-40B4-BE49-F238E27FC236}">
                  <a16:creationId xmlns:a16="http://schemas.microsoft.com/office/drawing/2014/main" id="{114591B2-13EC-F195-90B6-FB49C21EE10C}"/>
                </a:ext>
              </a:extLst>
            </p:cNvPr>
            <p:cNvSpPr/>
            <p:nvPr/>
          </p:nvSpPr>
          <p:spPr>
            <a:xfrm>
              <a:off x="3218841" y="6406279"/>
              <a:ext cx="38781" cy="30669"/>
            </a:xfrm>
            <a:custGeom>
              <a:avLst/>
              <a:gdLst>
                <a:gd name="connsiteX0" fmla="*/ 38781 w 38781"/>
                <a:gd name="connsiteY0" fmla="*/ 15335 h 30669"/>
                <a:gd name="connsiteX1" fmla="*/ 19391 w 38781"/>
                <a:gd name="connsiteY1" fmla="*/ 30670 h 30669"/>
                <a:gd name="connsiteX2" fmla="*/ 0 w 38781"/>
                <a:gd name="connsiteY2" fmla="*/ 15335 h 30669"/>
                <a:gd name="connsiteX3" fmla="*/ 19391 w 38781"/>
                <a:gd name="connsiteY3" fmla="*/ 0 h 30669"/>
                <a:gd name="connsiteX4" fmla="*/ 38781 w 38781"/>
                <a:gd name="connsiteY4" fmla="*/ 15335 h 3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781" h="30669">
                  <a:moveTo>
                    <a:pt x="38781" y="15335"/>
                  </a:moveTo>
                  <a:cubicBezTo>
                    <a:pt x="38781" y="23826"/>
                    <a:pt x="30163" y="30670"/>
                    <a:pt x="19391" y="30670"/>
                  </a:cubicBezTo>
                  <a:cubicBezTo>
                    <a:pt x="8618" y="30670"/>
                    <a:pt x="0" y="23826"/>
                    <a:pt x="0" y="15335"/>
                  </a:cubicBezTo>
                  <a:cubicBezTo>
                    <a:pt x="0" y="6843"/>
                    <a:pt x="8745" y="0"/>
                    <a:pt x="19391" y="0"/>
                  </a:cubicBezTo>
                  <a:cubicBezTo>
                    <a:pt x="30037" y="0"/>
                    <a:pt x="38781" y="6843"/>
                    <a:pt x="38781" y="153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03" name="Freeform: Shape 4102">
              <a:extLst>
                <a:ext uri="{FF2B5EF4-FFF2-40B4-BE49-F238E27FC236}">
                  <a16:creationId xmlns:a16="http://schemas.microsoft.com/office/drawing/2014/main" id="{595A6F69-72E5-00E5-8A9E-15969BE9D7E9}"/>
                </a:ext>
              </a:extLst>
            </p:cNvPr>
            <p:cNvSpPr/>
            <p:nvPr/>
          </p:nvSpPr>
          <p:spPr>
            <a:xfrm>
              <a:off x="3116438" y="6341264"/>
              <a:ext cx="38781" cy="30669"/>
            </a:xfrm>
            <a:custGeom>
              <a:avLst/>
              <a:gdLst>
                <a:gd name="connsiteX0" fmla="*/ 38781 w 38781"/>
                <a:gd name="connsiteY0" fmla="*/ 15335 h 30669"/>
                <a:gd name="connsiteX1" fmla="*/ 19391 w 38781"/>
                <a:gd name="connsiteY1" fmla="*/ 30670 h 30669"/>
                <a:gd name="connsiteX2" fmla="*/ 0 w 38781"/>
                <a:gd name="connsiteY2" fmla="*/ 15335 h 30669"/>
                <a:gd name="connsiteX3" fmla="*/ 19391 w 38781"/>
                <a:gd name="connsiteY3" fmla="*/ 0 h 30669"/>
                <a:gd name="connsiteX4" fmla="*/ 38781 w 38781"/>
                <a:gd name="connsiteY4" fmla="*/ 15335 h 3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781" h="30669">
                  <a:moveTo>
                    <a:pt x="38781" y="15335"/>
                  </a:moveTo>
                  <a:cubicBezTo>
                    <a:pt x="38781" y="23826"/>
                    <a:pt x="30037" y="30670"/>
                    <a:pt x="19391" y="30670"/>
                  </a:cubicBezTo>
                  <a:cubicBezTo>
                    <a:pt x="8745" y="30670"/>
                    <a:pt x="0" y="23826"/>
                    <a:pt x="0" y="15335"/>
                  </a:cubicBezTo>
                  <a:cubicBezTo>
                    <a:pt x="0" y="6843"/>
                    <a:pt x="8618" y="0"/>
                    <a:pt x="19391" y="0"/>
                  </a:cubicBezTo>
                  <a:cubicBezTo>
                    <a:pt x="30163" y="0"/>
                    <a:pt x="38781" y="6843"/>
                    <a:pt x="38781" y="153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04" name="Freeform: Shape 4103">
              <a:extLst>
                <a:ext uri="{FF2B5EF4-FFF2-40B4-BE49-F238E27FC236}">
                  <a16:creationId xmlns:a16="http://schemas.microsoft.com/office/drawing/2014/main" id="{0C63DCFC-332E-7698-02F0-0043797D4C73}"/>
                </a:ext>
              </a:extLst>
            </p:cNvPr>
            <p:cNvSpPr/>
            <p:nvPr/>
          </p:nvSpPr>
          <p:spPr>
            <a:xfrm>
              <a:off x="3016570" y="6274093"/>
              <a:ext cx="38654" cy="30670"/>
            </a:xfrm>
            <a:custGeom>
              <a:avLst/>
              <a:gdLst>
                <a:gd name="connsiteX0" fmla="*/ 38655 w 38654"/>
                <a:gd name="connsiteY0" fmla="*/ 15335 h 30670"/>
                <a:gd name="connsiteX1" fmla="*/ 19264 w 38654"/>
                <a:gd name="connsiteY1" fmla="*/ 30670 h 30670"/>
                <a:gd name="connsiteX2" fmla="*/ 0 w 38654"/>
                <a:gd name="connsiteY2" fmla="*/ 15335 h 30670"/>
                <a:gd name="connsiteX3" fmla="*/ 19264 w 38654"/>
                <a:gd name="connsiteY3" fmla="*/ 0 h 30670"/>
                <a:gd name="connsiteX4" fmla="*/ 38655 w 38654"/>
                <a:gd name="connsiteY4" fmla="*/ 15335 h 30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654" h="30670">
                  <a:moveTo>
                    <a:pt x="38655" y="15335"/>
                  </a:moveTo>
                  <a:cubicBezTo>
                    <a:pt x="38655" y="23826"/>
                    <a:pt x="30036" y="30670"/>
                    <a:pt x="19264" y="30670"/>
                  </a:cubicBezTo>
                  <a:cubicBezTo>
                    <a:pt x="8491" y="30670"/>
                    <a:pt x="0" y="23826"/>
                    <a:pt x="0" y="15335"/>
                  </a:cubicBezTo>
                  <a:cubicBezTo>
                    <a:pt x="0" y="6844"/>
                    <a:pt x="8618" y="0"/>
                    <a:pt x="19264" y="0"/>
                  </a:cubicBezTo>
                  <a:cubicBezTo>
                    <a:pt x="29910" y="0"/>
                    <a:pt x="38655" y="6844"/>
                    <a:pt x="38655" y="153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05" name="Freeform: Shape 4104">
              <a:extLst>
                <a:ext uri="{FF2B5EF4-FFF2-40B4-BE49-F238E27FC236}">
                  <a16:creationId xmlns:a16="http://schemas.microsoft.com/office/drawing/2014/main" id="{CBDDED7C-DBA0-D92A-4369-8C3A23DA4601}"/>
                </a:ext>
              </a:extLst>
            </p:cNvPr>
            <p:cNvSpPr/>
            <p:nvPr/>
          </p:nvSpPr>
          <p:spPr>
            <a:xfrm>
              <a:off x="2918476" y="6204388"/>
              <a:ext cx="39541" cy="31430"/>
            </a:xfrm>
            <a:custGeom>
              <a:avLst/>
              <a:gdLst>
                <a:gd name="connsiteX0" fmla="*/ 39542 w 39541"/>
                <a:gd name="connsiteY0" fmla="*/ 15716 h 31430"/>
                <a:gd name="connsiteX1" fmla="*/ 19771 w 39541"/>
                <a:gd name="connsiteY1" fmla="*/ 31431 h 31430"/>
                <a:gd name="connsiteX2" fmla="*/ 0 w 39541"/>
                <a:gd name="connsiteY2" fmla="*/ 15716 h 31430"/>
                <a:gd name="connsiteX3" fmla="*/ 19771 w 39541"/>
                <a:gd name="connsiteY3" fmla="*/ 0 h 31430"/>
                <a:gd name="connsiteX4" fmla="*/ 39542 w 39541"/>
                <a:gd name="connsiteY4" fmla="*/ 15716 h 31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541" h="31430">
                  <a:moveTo>
                    <a:pt x="39542" y="15716"/>
                  </a:moveTo>
                  <a:cubicBezTo>
                    <a:pt x="39542" y="24333"/>
                    <a:pt x="30670" y="31431"/>
                    <a:pt x="19771" y="31431"/>
                  </a:cubicBezTo>
                  <a:cubicBezTo>
                    <a:pt x="8871" y="31431"/>
                    <a:pt x="0" y="24460"/>
                    <a:pt x="0" y="15716"/>
                  </a:cubicBezTo>
                  <a:cubicBezTo>
                    <a:pt x="0" y="6971"/>
                    <a:pt x="8871" y="0"/>
                    <a:pt x="19771" y="0"/>
                  </a:cubicBezTo>
                  <a:cubicBezTo>
                    <a:pt x="30670" y="0"/>
                    <a:pt x="39542" y="6971"/>
                    <a:pt x="39542" y="1571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06" name="Freeform: Shape 4105">
              <a:extLst>
                <a:ext uri="{FF2B5EF4-FFF2-40B4-BE49-F238E27FC236}">
                  <a16:creationId xmlns:a16="http://schemas.microsoft.com/office/drawing/2014/main" id="{28C6EB8A-F5D8-4B30-3E95-0D7304531398}"/>
                </a:ext>
              </a:extLst>
            </p:cNvPr>
            <p:cNvSpPr/>
            <p:nvPr/>
          </p:nvSpPr>
          <p:spPr>
            <a:xfrm>
              <a:off x="2823551" y="6133163"/>
              <a:ext cx="38781" cy="30670"/>
            </a:xfrm>
            <a:custGeom>
              <a:avLst/>
              <a:gdLst>
                <a:gd name="connsiteX0" fmla="*/ 38781 w 38781"/>
                <a:gd name="connsiteY0" fmla="*/ 15335 h 30670"/>
                <a:gd name="connsiteX1" fmla="*/ 19391 w 38781"/>
                <a:gd name="connsiteY1" fmla="*/ 30670 h 30670"/>
                <a:gd name="connsiteX2" fmla="*/ 0 w 38781"/>
                <a:gd name="connsiteY2" fmla="*/ 15335 h 30670"/>
                <a:gd name="connsiteX3" fmla="*/ 19391 w 38781"/>
                <a:gd name="connsiteY3" fmla="*/ 0 h 30670"/>
                <a:gd name="connsiteX4" fmla="*/ 38781 w 38781"/>
                <a:gd name="connsiteY4" fmla="*/ 15335 h 30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781" h="30670">
                  <a:moveTo>
                    <a:pt x="38781" y="15335"/>
                  </a:moveTo>
                  <a:cubicBezTo>
                    <a:pt x="38781" y="23826"/>
                    <a:pt x="30037" y="30670"/>
                    <a:pt x="19391" y="30670"/>
                  </a:cubicBezTo>
                  <a:cubicBezTo>
                    <a:pt x="8745" y="30670"/>
                    <a:pt x="0" y="23826"/>
                    <a:pt x="0" y="15335"/>
                  </a:cubicBezTo>
                  <a:cubicBezTo>
                    <a:pt x="0" y="6844"/>
                    <a:pt x="8618" y="0"/>
                    <a:pt x="19391" y="0"/>
                  </a:cubicBezTo>
                  <a:cubicBezTo>
                    <a:pt x="30163" y="0"/>
                    <a:pt x="38781" y="6844"/>
                    <a:pt x="38781" y="153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07" name="Freeform: Shape 4106">
              <a:extLst>
                <a:ext uri="{FF2B5EF4-FFF2-40B4-BE49-F238E27FC236}">
                  <a16:creationId xmlns:a16="http://schemas.microsoft.com/office/drawing/2014/main" id="{D1AF12B4-F4CF-DC1A-2D9B-AA81062F9418}"/>
                </a:ext>
              </a:extLst>
            </p:cNvPr>
            <p:cNvSpPr/>
            <p:nvPr/>
          </p:nvSpPr>
          <p:spPr>
            <a:xfrm>
              <a:off x="2730907" y="6059656"/>
              <a:ext cx="38781" cy="30669"/>
            </a:xfrm>
            <a:custGeom>
              <a:avLst/>
              <a:gdLst>
                <a:gd name="connsiteX0" fmla="*/ 38781 w 38781"/>
                <a:gd name="connsiteY0" fmla="*/ 15335 h 30669"/>
                <a:gd name="connsiteX1" fmla="*/ 19391 w 38781"/>
                <a:gd name="connsiteY1" fmla="*/ 30670 h 30669"/>
                <a:gd name="connsiteX2" fmla="*/ 0 w 38781"/>
                <a:gd name="connsiteY2" fmla="*/ 15335 h 30669"/>
                <a:gd name="connsiteX3" fmla="*/ 19391 w 38781"/>
                <a:gd name="connsiteY3" fmla="*/ 0 h 30669"/>
                <a:gd name="connsiteX4" fmla="*/ 38781 w 38781"/>
                <a:gd name="connsiteY4" fmla="*/ 15335 h 3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781" h="30669">
                  <a:moveTo>
                    <a:pt x="38781" y="15335"/>
                  </a:moveTo>
                  <a:cubicBezTo>
                    <a:pt x="38781" y="23826"/>
                    <a:pt x="30037" y="30670"/>
                    <a:pt x="19391" y="30670"/>
                  </a:cubicBezTo>
                  <a:cubicBezTo>
                    <a:pt x="8745" y="30670"/>
                    <a:pt x="0" y="23826"/>
                    <a:pt x="0" y="15335"/>
                  </a:cubicBezTo>
                  <a:cubicBezTo>
                    <a:pt x="0" y="6843"/>
                    <a:pt x="8618" y="0"/>
                    <a:pt x="19391" y="0"/>
                  </a:cubicBezTo>
                  <a:cubicBezTo>
                    <a:pt x="30163" y="0"/>
                    <a:pt x="38781" y="6843"/>
                    <a:pt x="38781" y="153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08" name="Freeform: Shape 4107">
              <a:extLst>
                <a:ext uri="{FF2B5EF4-FFF2-40B4-BE49-F238E27FC236}">
                  <a16:creationId xmlns:a16="http://schemas.microsoft.com/office/drawing/2014/main" id="{35F8D8F4-C341-A879-011F-E88B49FDA448}"/>
                </a:ext>
              </a:extLst>
            </p:cNvPr>
            <p:cNvSpPr/>
            <p:nvPr/>
          </p:nvSpPr>
          <p:spPr>
            <a:xfrm>
              <a:off x="2640798" y="5984121"/>
              <a:ext cx="38781" cy="30670"/>
            </a:xfrm>
            <a:custGeom>
              <a:avLst/>
              <a:gdLst>
                <a:gd name="connsiteX0" fmla="*/ 38781 w 38781"/>
                <a:gd name="connsiteY0" fmla="*/ 15335 h 30670"/>
                <a:gd name="connsiteX1" fmla="*/ 19391 w 38781"/>
                <a:gd name="connsiteY1" fmla="*/ 30670 h 30670"/>
                <a:gd name="connsiteX2" fmla="*/ 0 w 38781"/>
                <a:gd name="connsiteY2" fmla="*/ 15335 h 30670"/>
                <a:gd name="connsiteX3" fmla="*/ 19391 w 38781"/>
                <a:gd name="connsiteY3" fmla="*/ 0 h 30670"/>
                <a:gd name="connsiteX4" fmla="*/ 38781 w 38781"/>
                <a:gd name="connsiteY4" fmla="*/ 15335 h 30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781" h="30670">
                  <a:moveTo>
                    <a:pt x="38781" y="15335"/>
                  </a:moveTo>
                  <a:cubicBezTo>
                    <a:pt x="38781" y="23826"/>
                    <a:pt x="30037" y="30670"/>
                    <a:pt x="19391" y="30670"/>
                  </a:cubicBezTo>
                  <a:cubicBezTo>
                    <a:pt x="8745" y="30670"/>
                    <a:pt x="0" y="23826"/>
                    <a:pt x="0" y="15335"/>
                  </a:cubicBezTo>
                  <a:cubicBezTo>
                    <a:pt x="0" y="6844"/>
                    <a:pt x="8618" y="0"/>
                    <a:pt x="19391" y="0"/>
                  </a:cubicBezTo>
                  <a:cubicBezTo>
                    <a:pt x="30163" y="0"/>
                    <a:pt x="38781" y="6844"/>
                    <a:pt x="38781" y="153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09" name="Freeform: Shape 4108">
              <a:extLst>
                <a:ext uri="{FF2B5EF4-FFF2-40B4-BE49-F238E27FC236}">
                  <a16:creationId xmlns:a16="http://schemas.microsoft.com/office/drawing/2014/main" id="{41784871-2C8D-5CEF-CC1C-CAC7FCFCC231}"/>
                </a:ext>
              </a:extLst>
            </p:cNvPr>
            <p:cNvSpPr/>
            <p:nvPr/>
          </p:nvSpPr>
          <p:spPr>
            <a:xfrm>
              <a:off x="2552970" y="5906306"/>
              <a:ext cx="39541" cy="31430"/>
            </a:xfrm>
            <a:custGeom>
              <a:avLst/>
              <a:gdLst>
                <a:gd name="connsiteX0" fmla="*/ 39542 w 39541"/>
                <a:gd name="connsiteY0" fmla="*/ 15715 h 31430"/>
                <a:gd name="connsiteX1" fmla="*/ 19771 w 39541"/>
                <a:gd name="connsiteY1" fmla="*/ 31431 h 31430"/>
                <a:gd name="connsiteX2" fmla="*/ 0 w 39541"/>
                <a:gd name="connsiteY2" fmla="*/ 15715 h 31430"/>
                <a:gd name="connsiteX3" fmla="*/ 19771 w 39541"/>
                <a:gd name="connsiteY3" fmla="*/ 0 h 31430"/>
                <a:gd name="connsiteX4" fmla="*/ 39542 w 39541"/>
                <a:gd name="connsiteY4" fmla="*/ 15715 h 31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541" h="31430">
                  <a:moveTo>
                    <a:pt x="39542" y="15715"/>
                  </a:moveTo>
                  <a:cubicBezTo>
                    <a:pt x="39542" y="24333"/>
                    <a:pt x="30670" y="31431"/>
                    <a:pt x="19771" y="31431"/>
                  </a:cubicBezTo>
                  <a:cubicBezTo>
                    <a:pt x="8871" y="31431"/>
                    <a:pt x="0" y="24333"/>
                    <a:pt x="0" y="15715"/>
                  </a:cubicBezTo>
                  <a:cubicBezTo>
                    <a:pt x="0" y="7097"/>
                    <a:pt x="8871" y="0"/>
                    <a:pt x="19771" y="0"/>
                  </a:cubicBezTo>
                  <a:cubicBezTo>
                    <a:pt x="30670" y="0"/>
                    <a:pt x="39542" y="6970"/>
                    <a:pt x="39542" y="1571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10" name="Freeform: Shape 4109">
              <a:extLst>
                <a:ext uri="{FF2B5EF4-FFF2-40B4-BE49-F238E27FC236}">
                  <a16:creationId xmlns:a16="http://schemas.microsoft.com/office/drawing/2014/main" id="{524E7A40-88E2-9015-CE78-2B04AF4EF316}"/>
                </a:ext>
              </a:extLst>
            </p:cNvPr>
            <p:cNvSpPr/>
            <p:nvPr/>
          </p:nvSpPr>
          <p:spPr>
            <a:xfrm>
              <a:off x="2468564" y="5827349"/>
              <a:ext cx="38781" cy="30670"/>
            </a:xfrm>
            <a:custGeom>
              <a:avLst/>
              <a:gdLst>
                <a:gd name="connsiteX0" fmla="*/ 38781 w 38781"/>
                <a:gd name="connsiteY0" fmla="*/ 15335 h 30670"/>
                <a:gd name="connsiteX1" fmla="*/ 19391 w 38781"/>
                <a:gd name="connsiteY1" fmla="*/ 30670 h 30670"/>
                <a:gd name="connsiteX2" fmla="*/ 0 w 38781"/>
                <a:gd name="connsiteY2" fmla="*/ 15335 h 30670"/>
                <a:gd name="connsiteX3" fmla="*/ 19391 w 38781"/>
                <a:gd name="connsiteY3" fmla="*/ 0 h 30670"/>
                <a:gd name="connsiteX4" fmla="*/ 38781 w 38781"/>
                <a:gd name="connsiteY4" fmla="*/ 15335 h 30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781" h="30670">
                  <a:moveTo>
                    <a:pt x="38781" y="15335"/>
                  </a:moveTo>
                  <a:cubicBezTo>
                    <a:pt x="38781" y="23826"/>
                    <a:pt x="30163" y="30670"/>
                    <a:pt x="19391" y="30670"/>
                  </a:cubicBezTo>
                  <a:cubicBezTo>
                    <a:pt x="8618" y="30670"/>
                    <a:pt x="0" y="23826"/>
                    <a:pt x="0" y="15335"/>
                  </a:cubicBezTo>
                  <a:cubicBezTo>
                    <a:pt x="0" y="6844"/>
                    <a:pt x="8745" y="0"/>
                    <a:pt x="19391" y="0"/>
                  </a:cubicBezTo>
                  <a:cubicBezTo>
                    <a:pt x="30036" y="0"/>
                    <a:pt x="38781" y="6844"/>
                    <a:pt x="38781" y="153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11" name="Freeform: Shape 4110">
              <a:extLst>
                <a:ext uri="{FF2B5EF4-FFF2-40B4-BE49-F238E27FC236}">
                  <a16:creationId xmlns:a16="http://schemas.microsoft.com/office/drawing/2014/main" id="{EE9C17A0-9EAD-2031-40CC-2BF42D2EE28A}"/>
                </a:ext>
              </a:extLst>
            </p:cNvPr>
            <p:cNvSpPr/>
            <p:nvPr/>
          </p:nvSpPr>
          <p:spPr>
            <a:xfrm>
              <a:off x="2386565" y="5746111"/>
              <a:ext cx="38781" cy="30670"/>
            </a:xfrm>
            <a:custGeom>
              <a:avLst/>
              <a:gdLst>
                <a:gd name="connsiteX0" fmla="*/ 38781 w 38781"/>
                <a:gd name="connsiteY0" fmla="*/ 15335 h 30670"/>
                <a:gd name="connsiteX1" fmla="*/ 19391 w 38781"/>
                <a:gd name="connsiteY1" fmla="*/ 30670 h 30670"/>
                <a:gd name="connsiteX2" fmla="*/ 0 w 38781"/>
                <a:gd name="connsiteY2" fmla="*/ 15335 h 30670"/>
                <a:gd name="connsiteX3" fmla="*/ 19391 w 38781"/>
                <a:gd name="connsiteY3" fmla="*/ 0 h 30670"/>
                <a:gd name="connsiteX4" fmla="*/ 38781 w 38781"/>
                <a:gd name="connsiteY4" fmla="*/ 15335 h 30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781" h="30670">
                  <a:moveTo>
                    <a:pt x="38781" y="15335"/>
                  </a:moveTo>
                  <a:cubicBezTo>
                    <a:pt x="38781" y="23826"/>
                    <a:pt x="30036" y="30670"/>
                    <a:pt x="19391" y="30670"/>
                  </a:cubicBezTo>
                  <a:cubicBezTo>
                    <a:pt x="8745" y="30670"/>
                    <a:pt x="0" y="23826"/>
                    <a:pt x="0" y="15335"/>
                  </a:cubicBezTo>
                  <a:cubicBezTo>
                    <a:pt x="0" y="6844"/>
                    <a:pt x="8618" y="0"/>
                    <a:pt x="19391" y="0"/>
                  </a:cubicBezTo>
                  <a:cubicBezTo>
                    <a:pt x="30163" y="0"/>
                    <a:pt x="38781" y="6844"/>
                    <a:pt x="38781" y="153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12" name="Freeform: Shape 4111">
              <a:extLst>
                <a:ext uri="{FF2B5EF4-FFF2-40B4-BE49-F238E27FC236}">
                  <a16:creationId xmlns:a16="http://schemas.microsoft.com/office/drawing/2014/main" id="{600FFE4E-3849-8307-5431-E0950E34B7DA}"/>
                </a:ext>
              </a:extLst>
            </p:cNvPr>
            <p:cNvSpPr/>
            <p:nvPr/>
          </p:nvSpPr>
          <p:spPr>
            <a:xfrm>
              <a:off x="2307609" y="5663226"/>
              <a:ext cx="38654" cy="30669"/>
            </a:xfrm>
            <a:custGeom>
              <a:avLst/>
              <a:gdLst>
                <a:gd name="connsiteX0" fmla="*/ 38655 w 38654"/>
                <a:gd name="connsiteY0" fmla="*/ 15335 h 30669"/>
                <a:gd name="connsiteX1" fmla="*/ 19391 w 38654"/>
                <a:gd name="connsiteY1" fmla="*/ 30670 h 30669"/>
                <a:gd name="connsiteX2" fmla="*/ 0 w 38654"/>
                <a:gd name="connsiteY2" fmla="*/ 15335 h 30669"/>
                <a:gd name="connsiteX3" fmla="*/ 19391 w 38654"/>
                <a:gd name="connsiteY3" fmla="*/ 0 h 30669"/>
                <a:gd name="connsiteX4" fmla="*/ 38655 w 38654"/>
                <a:gd name="connsiteY4" fmla="*/ 15335 h 3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654" h="30669">
                  <a:moveTo>
                    <a:pt x="38655" y="15335"/>
                  </a:moveTo>
                  <a:cubicBezTo>
                    <a:pt x="38655" y="23826"/>
                    <a:pt x="30036" y="30670"/>
                    <a:pt x="19391" y="30670"/>
                  </a:cubicBezTo>
                  <a:cubicBezTo>
                    <a:pt x="8745" y="30670"/>
                    <a:pt x="0" y="23826"/>
                    <a:pt x="0" y="15335"/>
                  </a:cubicBezTo>
                  <a:cubicBezTo>
                    <a:pt x="0" y="6843"/>
                    <a:pt x="8618" y="0"/>
                    <a:pt x="19391" y="0"/>
                  </a:cubicBezTo>
                  <a:cubicBezTo>
                    <a:pt x="30163" y="0"/>
                    <a:pt x="38655" y="6843"/>
                    <a:pt x="38655" y="153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13" name="Freeform: Shape 4112">
              <a:extLst>
                <a:ext uri="{FF2B5EF4-FFF2-40B4-BE49-F238E27FC236}">
                  <a16:creationId xmlns:a16="http://schemas.microsoft.com/office/drawing/2014/main" id="{DE2F78EF-72AA-9818-0102-42B130EF661E}"/>
                </a:ext>
              </a:extLst>
            </p:cNvPr>
            <p:cNvSpPr/>
            <p:nvPr/>
          </p:nvSpPr>
          <p:spPr>
            <a:xfrm>
              <a:off x="2231694" y="5578820"/>
              <a:ext cx="38020" cy="30163"/>
            </a:xfrm>
            <a:custGeom>
              <a:avLst/>
              <a:gdLst>
                <a:gd name="connsiteX0" fmla="*/ 38021 w 38020"/>
                <a:gd name="connsiteY0" fmla="*/ 15082 h 30163"/>
                <a:gd name="connsiteX1" fmla="*/ 19010 w 38020"/>
                <a:gd name="connsiteY1" fmla="*/ 30163 h 30163"/>
                <a:gd name="connsiteX2" fmla="*/ 0 w 38020"/>
                <a:gd name="connsiteY2" fmla="*/ 15082 h 30163"/>
                <a:gd name="connsiteX3" fmla="*/ 19010 w 38020"/>
                <a:gd name="connsiteY3" fmla="*/ 0 h 30163"/>
                <a:gd name="connsiteX4" fmla="*/ 38021 w 38020"/>
                <a:gd name="connsiteY4" fmla="*/ 15082 h 30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0" h="30163">
                  <a:moveTo>
                    <a:pt x="38021" y="15082"/>
                  </a:moveTo>
                  <a:cubicBezTo>
                    <a:pt x="38021" y="23446"/>
                    <a:pt x="29530" y="30163"/>
                    <a:pt x="19010" y="30163"/>
                  </a:cubicBezTo>
                  <a:cubicBezTo>
                    <a:pt x="8491" y="30163"/>
                    <a:pt x="0" y="23446"/>
                    <a:pt x="0" y="15082"/>
                  </a:cubicBezTo>
                  <a:cubicBezTo>
                    <a:pt x="0" y="6717"/>
                    <a:pt x="8491" y="0"/>
                    <a:pt x="19010" y="0"/>
                  </a:cubicBezTo>
                  <a:cubicBezTo>
                    <a:pt x="29530" y="0"/>
                    <a:pt x="38021" y="6717"/>
                    <a:pt x="38021" y="1508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14" name="Freeform: Shape 4113">
              <a:extLst>
                <a:ext uri="{FF2B5EF4-FFF2-40B4-BE49-F238E27FC236}">
                  <a16:creationId xmlns:a16="http://schemas.microsoft.com/office/drawing/2014/main" id="{86CA0AC9-A32E-2915-F7D4-A7FEF817D89E}"/>
                </a:ext>
              </a:extLst>
            </p:cNvPr>
            <p:cNvSpPr/>
            <p:nvPr/>
          </p:nvSpPr>
          <p:spPr>
            <a:xfrm>
              <a:off x="2158441" y="5492639"/>
              <a:ext cx="38020" cy="30036"/>
            </a:xfrm>
            <a:custGeom>
              <a:avLst/>
              <a:gdLst>
                <a:gd name="connsiteX0" fmla="*/ 38021 w 38020"/>
                <a:gd name="connsiteY0" fmla="*/ 14955 h 30036"/>
                <a:gd name="connsiteX1" fmla="*/ 19010 w 38020"/>
                <a:gd name="connsiteY1" fmla="*/ 30037 h 30036"/>
                <a:gd name="connsiteX2" fmla="*/ 0 w 38020"/>
                <a:gd name="connsiteY2" fmla="*/ 14955 h 30036"/>
                <a:gd name="connsiteX3" fmla="*/ 19010 w 38020"/>
                <a:gd name="connsiteY3" fmla="*/ 0 h 30036"/>
                <a:gd name="connsiteX4" fmla="*/ 38021 w 38020"/>
                <a:gd name="connsiteY4" fmla="*/ 14955 h 30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0" h="30036">
                  <a:moveTo>
                    <a:pt x="38021" y="14955"/>
                  </a:moveTo>
                  <a:cubicBezTo>
                    <a:pt x="38021" y="23320"/>
                    <a:pt x="29530" y="30037"/>
                    <a:pt x="19010" y="30037"/>
                  </a:cubicBezTo>
                  <a:cubicBezTo>
                    <a:pt x="8491" y="30037"/>
                    <a:pt x="0" y="23320"/>
                    <a:pt x="0" y="14955"/>
                  </a:cubicBezTo>
                  <a:cubicBezTo>
                    <a:pt x="0" y="6591"/>
                    <a:pt x="8491" y="0"/>
                    <a:pt x="19010" y="0"/>
                  </a:cubicBezTo>
                  <a:cubicBezTo>
                    <a:pt x="29530" y="0"/>
                    <a:pt x="38021" y="6717"/>
                    <a:pt x="38021" y="1495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15" name="Freeform: Shape 4114">
              <a:extLst>
                <a:ext uri="{FF2B5EF4-FFF2-40B4-BE49-F238E27FC236}">
                  <a16:creationId xmlns:a16="http://schemas.microsoft.com/office/drawing/2014/main" id="{928E0836-E088-21DD-76C7-E5F04963CDD1}"/>
                </a:ext>
              </a:extLst>
            </p:cNvPr>
            <p:cNvSpPr/>
            <p:nvPr/>
          </p:nvSpPr>
          <p:spPr>
            <a:xfrm>
              <a:off x="2088229" y="5404811"/>
              <a:ext cx="38020" cy="30163"/>
            </a:xfrm>
            <a:custGeom>
              <a:avLst/>
              <a:gdLst>
                <a:gd name="connsiteX0" fmla="*/ 38021 w 38020"/>
                <a:gd name="connsiteY0" fmla="*/ 15082 h 30163"/>
                <a:gd name="connsiteX1" fmla="*/ 19010 w 38020"/>
                <a:gd name="connsiteY1" fmla="*/ 30163 h 30163"/>
                <a:gd name="connsiteX2" fmla="*/ 0 w 38020"/>
                <a:gd name="connsiteY2" fmla="*/ 15082 h 30163"/>
                <a:gd name="connsiteX3" fmla="*/ 19010 w 38020"/>
                <a:gd name="connsiteY3" fmla="*/ 0 h 30163"/>
                <a:gd name="connsiteX4" fmla="*/ 38021 w 38020"/>
                <a:gd name="connsiteY4" fmla="*/ 15082 h 30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0" h="30163">
                  <a:moveTo>
                    <a:pt x="38021" y="15082"/>
                  </a:moveTo>
                  <a:cubicBezTo>
                    <a:pt x="38021" y="23446"/>
                    <a:pt x="29530" y="30163"/>
                    <a:pt x="19010" y="30163"/>
                  </a:cubicBezTo>
                  <a:cubicBezTo>
                    <a:pt x="8491" y="30163"/>
                    <a:pt x="0" y="23446"/>
                    <a:pt x="0" y="15082"/>
                  </a:cubicBezTo>
                  <a:cubicBezTo>
                    <a:pt x="0" y="6717"/>
                    <a:pt x="8491" y="0"/>
                    <a:pt x="19010" y="0"/>
                  </a:cubicBezTo>
                  <a:cubicBezTo>
                    <a:pt x="29530" y="0"/>
                    <a:pt x="38021" y="6717"/>
                    <a:pt x="38021" y="1508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16" name="Freeform: Shape 4115">
              <a:extLst>
                <a:ext uri="{FF2B5EF4-FFF2-40B4-BE49-F238E27FC236}">
                  <a16:creationId xmlns:a16="http://schemas.microsoft.com/office/drawing/2014/main" id="{8CBDE9AE-202C-FD9A-7AB3-0685F1763864}"/>
                </a:ext>
              </a:extLst>
            </p:cNvPr>
            <p:cNvSpPr/>
            <p:nvPr/>
          </p:nvSpPr>
          <p:spPr>
            <a:xfrm>
              <a:off x="2021059" y="5315463"/>
              <a:ext cx="38020" cy="30163"/>
            </a:xfrm>
            <a:custGeom>
              <a:avLst/>
              <a:gdLst>
                <a:gd name="connsiteX0" fmla="*/ 38021 w 38020"/>
                <a:gd name="connsiteY0" fmla="*/ 15082 h 30163"/>
                <a:gd name="connsiteX1" fmla="*/ 19010 w 38020"/>
                <a:gd name="connsiteY1" fmla="*/ 30163 h 30163"/>
                <a:gd name="connsiteX2" fmla="*/ 0 w 38020"/>
                <a:gd name="connsiteY2" fmla="*/ 15082 h 30163"/>
                <a:gd name="connsiteX3" fmla="*/ 19010 w 38020"/>
                <a:gd name="connsiteY3" fmla="*/ 0 h 30163"/>
                <a:gd name="connsiteX4" fmla="*/ 38021 w 38020"/>
                <a:gd name="connsiteY4" fmla="*/ 15082 h 30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0" h="30163">
                  <a:moveTo>
                    <a:pt x="38021" y="15082"/>
                  </a:moveTo>
                  <a:cubicBezTo>
                    <a:pt x="38021" y="23446"/>
                    <a:pt x="29530" y="30163"/>
                    <a:pt x="19010" y="30163"/>
                  </a:cubicBezTo>
                  <a:cubicBezTo>
                    <a:pt x="8491" y="30163"/>
                    <a:pt x="0" y="23446"/>
                    <a:pt x="0" y="15082"/>
                  </a:cubicBezTo>
                  <a:cubicBezTo>
                    <a:pt x="0" y="6717"/>
                    <a:pt x="8491" y="0"/>
                    <a:pt x="19010" y="0"/>
                  </a:cubicBezTo>
                  <a:cubicBezTo>
                    <a:pt x="29530" y="0"/>
                    <a:pt x="38021" y="6717"/>
                    <a:pt x="38021" y="1508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17" name="Freeform: Shape 4116">
              <a:extLst>
                <a:ext uri="{FF2B5EF4-FFF2-40B4-BE49-F238E27FC236}">
                  <a16:creationId xmlns:a16="http://schemas.microsoft.com/office/drawing/2014/main" id="{58CB920C-3BDA-ACBF-18DF-B549B1E6D7FB}"/>
                </a:ext>
              </a:extLst>
            </p:cNvPr>
            <p:cNvSpPr/>
            <p:nvPr/>
          </p:nvSpPr>
          <p:spPr>
            <a:xfrm>
              <a:off x="1957691" y="5224973"/>
              <a:ext cx="37133" cy="29402"/>
            </a:xfrm>
            <a:custGeom>
              <a:avLst/>
              <a:gdLst>
                <a:gd name="connsiteX0" fmla="*/ 37134 w 37133"/>
                <a:gd name="connsiteY0" fmla="*/ 14701 h 29402"/>
                <a:gd name="connsiteX1" fmla="*/ 18630 w 37133"/>
                <a:gd name="connsiteY1" fmla="*/ 29403 h 29402"/>
                <a:gd name="connsiteX2" fmla="*/ 0 w 37133"/>
                <a:gd name="connsiteY2" fmla="*/ 14701 h 29402"/>
                <a:gd name="connsiteX3" fmla="*/ 18630 w 37133"/>
                <a:gd name="connsiteY3" fmla="*/ 0 h 29402"/>
                <a:gd name="connsiteX4" fmla="*/ 37134 w 37133"/>
                <a:gd name="connsiteY4" fmla="*/ 14701 h 29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33" h="29402">
                  <a:moveTo>
                    <a:pt x="37134" y="14701"/>
                  </a:moveTo>
                  <a:cubicBezTo>
                    <a:pt x="37134" y="22813"/>
                    <a:pt x="28769" y="29403"/>
                    <a:pt x="18630" y="29403"/>
                  </a:cubicBezTo>
                  <a:cubicBezTo>
                    <a:pt x="8491" y="29403"/>
                    <a:pt x="0" y="22813"/>
                    <a:pt x="0" y="14701"/>
                  </a:cubicBezTo>
                  <a:cubicBezTo>
                    <a:pt x="0" y="6591"/>
                    <a:pt x="8365" y="0"/>
                    <a:pt x="18630" y="0"/>
                  </a:cubicBezTo>
                  <a:cubicBezTo>
                    <a:pt x="28896" y="0"/>
                    <a:pt x="37134" y="6591"/>
                    <a:pt x="37134" y="1470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18" name="Freeform: Shape 4117">
              <a:extLst>
                <a:ext uri="{FF2B5EF4-FFF2-40B4-BE49-F238E27FC236}">
                  <a16:creationId xmlns:a16="http://schemas.microsoft.com/office/drawing/2014/main" id="{F5D8CADB-15C6-D5D9-9E3C-DE1DA93FE9FE}"/>
                </a:ext>
              </a:extLst>
            </p:cNvPr>
            <p:cNvSpPr/>
            <p:nvPr/>
          </p:nvSpPr>
          <p:spPr>
            <a:xfrm>
              <a:off x="1896858" y="5132836"/>
              <a:ext cx="37133" cy="29402"/>
            </a:xfrm>
            <a:custGeom>
              <a:avLst/>
              <a:gdLst>
                <a:gd name="connsiteX0" fmla="*/ 37134 w 37133"/>
                <a:gd name="connsiteY0" fmla="*/ 14701 h 29402"/>
                <a:gd name="connsiteX1" fmla="*/ 18630 w 37133"/>
                <a:gd name="connsiteY1" fmla="*/ 29403 h 29402"/>
                <a:gd name="connsiteX2" fmla="*/ 0 w 37133"/>
                <a:gd name="connsiteY2" fmla="*/ 14701 h 29402"/>
                <a:gd name="connsiteX3" fmla="*/ 18630 w 37133"/>
                <a:gd name="connsiteY3" fmla="*/ 0 h 29402"/>
                <a:gd name="connsiteX4" fmla="*/ 37134 w 37133"/>
                <a:gd name="connsiteY4" fmla="*/ 14701 h 29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33" h="29402">
                  <a:moveTo>
                    <a:pt x="37134" y="14701"/>
                  </a:moveTo>
                  <a:cubicBezTo>
                    <a:pt x="37134" y="22812"/>
                    <a:pt x="28769" y="29403"/>
                    <a:pt x="18630" y="29403"/>
                  </a:cubicBezTo>
                  <a:cubicBezTo>
                    <a:pt x="8491" y="29403"/>
                    <a:pt x="0" y="22812"/>
                    <a:pt x="0" y="14701"/>
                  </a:cubicBezTo>
                  <a:cubicBezTo>
                    <a:pt x="0" y="6590"/>
                    <a:pt x="8365" y="0"/>
                    <a:pt x="18630" y="0"/>
                  </a:cubicBezTo>
                  <a:cubicBezTo>
                    <a:pt x="28896" y="0"/>
                    <a:pt x="37134" y="6590"/>
                    <a:pt x="37134" y="1470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19" name="Freeform: Shape 4118">
              <a:extLst>
                <a:ext uri="{FF2B5EF4-FFF2-40B4-BE49-F238E27FC236}">
                  <a16:creationId xmlns:a16="http://schemas.microsoft.com/office/drawing/2014/main" id="{CC9EA1A1-AAB4-6B28-7DDF-3C5FDB6B5248}"/>
                </a:ext>
              </a:extLst>
            </p:cNvPr>
            <p:cNvSpPr/>
            <p:nvPr/>
          </p:nvSpPr>
          <p:spPr>
            <a:xfrm>
              <a:off x="1839573" y="5039685"/>
              <a:ext cx="36500" cy="28895"/>
            </a:xfrm>
            <a:custGeom>
              <a:avLst/>
              <a:gdLst>
                <a:gd name="connsiteX0" fmla="*/ 36500 w 36500"/>
                <a:gd name="connsiteY0" fmla="*/ 14448 h 28895"/>
                <a:gd name="connsiteX1" fmla="*/ 18250 w 36500"/>
                <a:gd name="connsiteY1" fmla="*/ 28896 h 28895"/>
                <a:gd name="connsiteX2" fmla="*/ 0 w 36500"/>
                <a:gd name="connsiteY2" fmla="*/ 14448 h 28895"/>
                <a:gd name="connsiteX3" fmla="*/ 18250 w 36500"/>
                <a:gd name="connsiteY3" fmla="*/ 0 h 28895"/>
                <a:gd name="connsiteX4" fmla="*/ 36500 w 36500"/>
                <a:gd name="connsiteY4" fmla="*/ 14448 h 28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500" h="28895">
                  <a:moveTo>
                    <a:pt x="36500" y="14448"/>
                  </a:moveTo>
                  <a:cubicBezTo>
                    <a:pt x="36500" y="22432"/>
                    <a:pt x="28389" y="28896"/>
                    <a:pt x="18250" y="28896"/>
                  </a:cubicBezTo>
                  <a:cubicBezTo>
                    <a:pt x="8111" y="28896"/>
                    <a:pt x="0" y="22432"/>
                    <a:pt x="0" y="14448"/>
                  </a:cubicBezTo>
                  <a:cubicBezTo>
                    <a:pt x="0" y="6464"/>
                    <a:pt x="8111" y="0"/>
                    <a:pt x="18250" y="0"/>
                  </a:cubicBezTo>
                  <a:cubicBezTo>
                    <a:pt x="28389" y="0"/>
                    <a:pt x="36500" y="6464"/>
                    <a:pt x="36500" y="1444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20" name="Freeform: Shape 4119">
              <a:extLst>
                <a:ext uri="{FF2B5EF4-FFF2-40B4-BE49-F238E27FC236}">
                  <a16:creationId xmlns:a16="http://schemas.microsoft.com/office/drawing/2014/main" id="{0CA80F73-567E-6ADC-D5F0-C7D016D4C791}"/>
                </a:ext>
              </a:extLst>
            </p:cNvPr>
            <p:cNvSpPr/>
            <p:nvPr/>
          </p:nvSpPr>
          <p:spPr>
            <a:xfrm>
              <a:off x="1785330" y="4945013"/>
              <a:ext cx="36500" cy="28895"/>
            </a:xfrm>
            <a:custGeom>
              <a:avLst/>
              <a:gdLst>
                <a:gd name="connsiteX0" fmla="*/ 36500 w 36500"/>
                <a:gd name="connsiteY0" fmla="*/ 14448 h 28895"/>
                <a:gd name="connsiteX1" fmla="*/ 18250 w 36500"/>
                <a:gd name="connsiteY1" fmla="*/ 28896 h 28895"/>
                <a:gd name="connsiteX2" fmla="*/ 0 w 36500"/>
                <a:gd name="connsiteY2" fmla="*/ 14448 h 28895"/>
                <a:gd name="connsiteX3" fmla="*/ 18250 w 36500"/>
                <a:gd name="connsiteY3" fmla="*/ 0 h 28895"/>
                <a:gd name="connsiteX4" fmla="*/ 36500 w 36500"/>
                <a:gd name="connsiteY4" fmla="*/ 14448 h 28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500" h="28895">
                  <a:moveTo>
                    <a:pt x="36500" y="14448"/>
                  </a:moveTo>
                  <a:cubicBezTo>
                    <a:pt x="36500" y="22433"/>
                    <a:pt x="28389" y="28896"/>
                    <a:pt x="18250" y="28896"/>
                  </a:cubicBezTo>
                  <a:cubicBezTo>
                    <a:pt x="8111" y="28896"/>
                    <a:pt x="0" y="22433"/>
                    <a:pt x="0" y="14448"/>
                  </a:cubicBezTo>
                  <a:cubicBezTo>
                    <a:pt x="0" y="6464"/>
                    <a:pt x="8111" y="0"/>
                    <a:pt x="18250" y="0"/>
                  </a:cubicBezTo>
                  <a:cubicBezTo>
                    <a:pt x="28389" y="0"/>
                    <a:pt x="36500" y="6464"/>
                    <a:pt x="36500" y="1444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21" name="Freeform: Shape 4120">
              <a:extLst>
                <a:ext uri="{FF2B5EF4-FFF2-40B4-BE49-F238E27FC236}">
                  <a16:creationId xmlns:a16="http://schemas.microsoft.com/office/drawing/2014/main" id="{DEB4671C-1852-34D4-33F5-C20838EFF5F9}"/>
                </a:ext>
              </a:extLst>
            </p:cNvPr>
            <p:cNvSpPr/>
            <p:nvPr/>
          </p:nvSpPr>
          <p:spPr>
            <a:xfrm>
              <a:off x="1734636" y="4849454"/>
              <a:ext cx="35739" cy="28389"/>
            </a:xfrm>
            <a:custGeom>
              <a:avLst/>
              <a:gdLst>
                <a:gd name="connsiteX0" fmla="*/ 35740 w 35739"/>
                <a:gd name="connsiteY0" fmla="*/ 14195 h 28389"/>
                <a:gd name="connsiteX1" fmla="*/ 17870 w 35739"/>
                <a:gd name="connsiteY1" fmla="*/ 28389 h 28389"/>
                <a:gd name="connsiteX2" fmla="*/ 0 w 35739"/>
                <a:gd name="connsiteY2" fmla="*/ 14195 h 28389"/>
                <a:gd name="connsiteX3" fmla="*/ 17870 w 35739"/>
                <a:gd name="connsiteY3" fmla="*/ 0 h 28389"/>
                <a:gd name="connsiteX4" fmla="*/ 35740 w 35739"/>
                <a:gd name="connsiteY4" fmla="*/ 14195 h 28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739" h="28389">
                  <a:moveTo>
                    <a:pt x="35740" y="14195"/>
                  </a:moveTo>
                  <a:cubicBezTo>
                    <a:pt x="35740" y="22052"/>
                    <a:pt x="27755" y="28389"/>
                    <a:pt x="17870" y="28389"/>
                  </a:cubicBezTo>
                  <a:cubicBezTo>
                    <a:pt x="7984" y="28389"/>
                    <a:pt x="0" y="22052"/>
                    <a:pt x="0" y="14195"/>
                  </a:cubicBezTo>
                  <a:cubicBezTo>
                    <a:pt x="0" y="6337"/>
                    <a:pt x="7984" y="0"/>
                    <a:pt x="17870" y="0"/>
                  </a:cubicBezTo>
                  <a:cubicBezTo>
                    <a:pt x="27755" y="0"/>
                    <a:pt x="35740" y="6337"/>
                    <a:pt x="35740" y="1419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22" name="Freeform: Shape 4121">
              <a:extLst>
                <a:ext uri="{FF2B5EF4-FFF2-40B4-BE49-F238E27FC236}">
                  <a16:creationId xmlns:a16="http://schemas.microsoft.com/office/drawing/2014/main" id="{CBFBCADA-4E4E-54BB-5BB4-F93CBB68FF15}"/>
                </a:ext>
              </a:extLst>
            </p:cNvPr>
            <p:cNvSpPr/>
            <p:nvPr/>
          </p:nvSpPr>
          <p:spPr>
            <a:xfrm>
              <a:off x="1686983" y="4752628"/>
              <a:ext cx="35739" cy="28388"/>
            </a:xfrm>
            <a:custGeom>
              <a:avLst/>
              <a:gdLst>
                <a:gd name="connsiteX0" fmla="*/ 35739 w 35739"/>
                <a:gd name="connsiteY0" fmla="*/ 14194 h 28388"/>
                <a:gd name="connsiteX1" fmla="*/ 17870 w 35739"/>
                <a:gd name="connsiteY1" fmla="*/ 28389 h 28388"/>
                <a:gd name="connsiteX2" fmla="*/ 0 w 35739"/>
                <a:gd name="connsiteY2" fmla="*/ 14194 h 28388"/>
                <a:gd name="connsiteX3" fmla="*/ 17870 w 35739"/>
                <a:gd name="connsiteY3" fmla="*/ 0 h 28388"/>
                <a:gd name="connsiteX4" fmla="*/ 35739 w 35739"/>
                <a:gd name="connsiteY4" fmla="*/ 14194 h 28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739" h="28388">
                  <a:moveTo>
                    <a:pt x="35739" y="14194"/>
                  </a:moveTo>
                  <a:cubicBezTo>
                    <a:pt x="35739" y="22052"/>
                    <a:pt x="27755" y="28389"/>
                    <a:pt x="17870" y="28389"/>
                  </a:cubicBezTo>
                  <a:cubicBezTo>
                    <a:pt x="7984" y="28389"/>
                    <a:pt x="0" y="22052"/>
                    <a:pt x="0" y="14194"/>
                  </a:cubicBezTo>
                  <a:cubicBezTo>
                    <a:pt x="0" y="6337"/>
                    <a:pt x="7984" y="0"/>
                    <a:pt x="17870" y="0"/>
                  </a:cubicBezTo>
                  <a:cubicBezTo>
                    <a:pt x="27755" y="0"/>
                    <a:pt x="35739" y="6337"/>
                    <a:pt x="35739" y="141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23" name="Freeform: Shape 4122">
              <a:extLst>
                <a:ext uri="{FF2B5EF4-FFF2-40B4-BE49-F238E27FC236}">
                  <a16:creationId xmlns:a16="http://schemas.microsoft.com/office/drawing/2014/main" id="{D33D8706-CE02-D776-F408-6E8BD0B2F762}"/>
                </a:ext>
              </a:extLst>
            </p:cNvPr>
            <p:cNvSpPr/>
            <p:nvPr/>
          </p:nvSpPr>
          <p:spPr>
            <a:xfrm>
              <a:off x="1643132" y="4655168"/>
              <a:ext cx="34979" cy="27628"/>
            </a:xfrm>
            <a:custGeom>
              <a:avLst/>
              <a:gdLst>
                <a:gd name="connsiteX0" fmla="*/ 34979 w 34979"/>
                <a:gd name="connsiteY0" fmla="*/ 13814 h 27628"/>
                <a:gd name="connsiteX1" fmla="*/ 17490 w 34979"/>
                <a:gd name="connsiteY1" fmla="*/ 27628 h 27628"/>
                <a:gd name="connsiteX2" fmla="*/ 0 w 34979"/>
                <a:gd name="connsiteY2" fmla="*/ 13814 h 27628"/>
                <a:gd name="connsiteX3" fmla="*/ 17490 w 34979"/>
                <a:gd name="connsiteY3" fmla="*/ 0 h 27628"/>
                <a:gd name="connsiteX4" fmla="*/ 34979 w 34979"/>
                <a:gd name="connsiteY4" fmla="*/ 13814 h 27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979" h="27628">
                  <a:moveTo>
                    <a:pt x="34979" y="13814"/>
                  </a:moveTo>
                  <a:cubicBezTo>
                    <a:pt x="34979" y="21545"/>
                    <a:pt x="27121" y="27628"/>
                    <a:pt x="17490" y="27628"/>
                  </a:cubicBezTo>
                  <a:cubicBezTo>
                    <a:pt x="7858" y="27628"/>
                    <a:pt x="0" y="21418"/>
                    <a:pt x="0" y="13814"/>
                  </a:cubicBezTo>
                  <a:cubicBezTo>
                    <a:pt x="0" y="6210"/>
                    <a:pt x="7858" y="0"/>
                    <a:pt x="17490" y="0"/>
                  </a:cubicBezTo>
                  <a:cubicBezTo>
                    <a:pt x="27121" y="0"/>
                    <a:pt x="34979" y="6210"/>
                    <a:pt x="34979" y="1381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24" name="Freeform: Shape 4123">
              <a:extLst>
                <a:ext uri="{FF2B5EF4-FFF2-40B4-BE49-F238E27FC236}">
                  <a16:creationId xmlns:a16="http://schemas.microsoft.com/office/drawing/2014/main" id="{5FDA37F7-FCE6-0573-A123-890165827357}"/>
                </a:ext>
              </a:extLst>
            </p:cNvPr>
            <p:cNvSpPr/>
            <p:nvPr/>
          </p:nvSpPr>
          <p:spPr>
            <a:xfrm>
              <a:off x="1602577" y="4556568"/>
              <a:ext cx="34218" cy="27121"/>
            </a:xfrm>
            <a:custGeom>
              <a:avLst/>
              <a:gdLst>
                <a:gd name="connsiteX0" fmla="*/ 34219 w 34218"/>
                <a:gd name="connsiteY0" fmla="*/ 13561 h 27121"/>
                <a:gd name="connsiteX1" fmla="*/ 17109 w 34218"/>
                <a:gd name="connsiteY1" fmla="*/ 27121 h 27121"/>
                <a:gd name="connsiteX2" fmla="*/ 0 w 34218"/>
                <a:gd name="connsiteY2" fmla="*/ 13561 h 27121"/>
                <a:gd name="connsiteX3" fmla="*/ 17109 w 34218"/>
                <a:gd name="connsiteY3" fmla="*/ 0 h 27121"/>
                <a:gd name="connsiteX4" fmla="*/ 34219 w 34218"/>
                <a:gd name="connsiteY4" fmla="*/ 13561 h 27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218" h="27121">
                  <a:moveTo>
                    <a:pt x="34219" y="13561"/>
                  </a:moveTo>
                  <a:cubicBezTo>
                    <a:pt x="34219" y="21038"/>
                    <a:pt x="26488" y="27121"/>
                    <a:pt x="17109" y="27121"/>
                  </a:cubicBezTo>
                  <a:cubicBezTo>
                    <a:pt x="7731" y="27121"/>
                    <a:pt x="0" y="21038"/>
                    <a:pt x="0" y="13561"/>
                  </a:cubicBezTo>
                  <a:cubicBezTo>
                    <a:pt x="0" y="6083"/>
                    <a:pt x="7731" y="0"/>
                    <a:pt x="17109" y="0"/>
                  </a:cubicBezTo>
                  <a:cubicBezTo>
                    <a:pt x="26488" y="0"/>
                    <a:pt x="34219" y="6083"/>
                    <a:pt x="34219" y="1356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25" name="Freeform: Shape 4124">
              <a:extLst>
                <a:ext uri="{FF2B5EF4-FFF2-40B4-BE49-F238E27FC236}">
                  <a16:creationId xmlns:a16="http://schemas.microsoft.com/office/drawing/2014/main" id="{D7AD0E55-B015-7A5A-0324-96D85E8DC778}"/>
                </a:ext>
              </a:extLst>
            </p:cNvPr>
            <p:cNvSpPr/>
            <p:nvPr/>
          </p:nvSpPr>
          <p:spPr>
            <a:xfrm>
              <a:off x="1565190" y="4456953"/>
              <a:ext cx="34218" cy="27121"/>
            </a:xfrm>
            <a:custGeom>
              <a:avLst/>
              <a:gdLst>
                <a:gd name="connsiteX0" fmla="*/ 34219 w 34218"/>
                <a:gd name="connsiteY0" fmla="*/ 13561 h 27121"/>
                <a:gd name="connsiteX1" fmla="*/ 17109 w 34218"/>
                <a:gd name="connsiteY1" fmla="*/ 27122 h 27121"/>
                <a:gd name="connsiteX2" fmla="*/ 0 w 34218"/>
                <a:gd name="connsiteY2" fmla="*/ 13561 h 27121"/>
                <a:gd name="connsiteX3" fmla="*/ 17109 w 34218"/>
                <a:gd name="connsiteY3" fmla="*/ 0 h 27121"/>
                <a:gd name="connsiteX4" fmla="*/ 34219 w 34218"/>
                <a:gd name="connsiteY4" fmla="*/ 13561 h 27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218" h="27121">
                  <a:moveTo>
                    <a:pt x="34219" y="13561"/>
                  </a:moveTo>
                  <a:cubicBezTo>
                    <a:pt x="34219" y="21038"/>
                    <a:pt x="26615" y="27122"/>
                    <a:pt x="17109" y="27122"/>
                  </a:cubicBezTo>
                  <a:cubicBezTo>
                    <a:pt x="7604" y="27122"/>
                    <a:pt x="0" y="21038"/>
                    <a:pt x="0" y="13561"/>
                  </a:cubicBezTo>
                  <a:cubicBezTo>
                    <a:pt x="0" y="6083"/>
                    <a:pt x="7604" y="0"/>
                    <a:pt x="17109" y="0"/>
                  </a:cubicBezTo>
                  <a:cubicBezTo>
                    <a:pt x="26615" y="0"/>
                    <a:pt x="34219" y="6083"/>
                    <a:pt x="34219" y="1356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26" name="Freeform: Shape 4125">
              <a:extLst>
                <a:ext uri="{FF2B5EF4-FFF2-40B4-BE49-F238E27FC236}">
                  <a16:creationId xmlns:a16="http://schemas.microsoft.com/office/drawing/2014/main" id="{E552B5A8-6916-D401-0CC8-802BF9DD1EF5}"/>
                </a:ext>
              </a:extLst>
            </p:cNvPr>
            <p:cNvSpPr/>
            <p:nvPr/>
          </p:nvSpPr>
          <p:spPr>
            <a:xfrm>
              <a:off x="1531605" y="4356705"/>
              <a:ext cx="33585" cy="26614"/>
            </a:xfrm>
            <a:custGeom>
              <a:avLst/>
              <a:gdLst>
                <a:gd name="connsiteX0" fmla="*/ 33585 w 33585"/>
                <a:gd name="connsiteY0" fmla="*/ 13307 h 26614"/>
                <a:gd name="connsiteX1" fmla="*/ 16856 w 33585"/>
                <a:gd name="connsiteY1" fmla="*/ 26614 h 26614"/>
                <a:gd name="connsiteX2" fmla="*/ 0 w 33585"/>
                <a:gd name="connsiteY2" fmla="*/ 13307 h 26614"/>
                <a:gd name="connsiteX3" fmla="*/ 16856 w 33585"/>
                <a:gd name="connsiteY3" fmla="*/ 0 h 26614"/>
                <a:gd name="connsiteX4" fmla="*/ 33585 w 33585"/>
                <a:gd name="connsiteY4" fmla="*/ 13307 h 26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85" h="26614">
                  <a:moveTo>
                    <a:pt x="33585" y="13307"/>
                  </a:moveTo>
                  <a:cubicBezTo>
                    <a:pt x="33585" y="20658"/>
                    <a:pt x="26108" y="26614"/>
                    <a:pt x="16856" y="26614"/>
                  </a:cubicBezTo>
                  <a:cubicBezTo>
                    <a:pt x="7604" y="26614"/>
                    <a:pt x="0" y="20658"/>
                    <a:pt x="0" y="13307"/>
                  </a:cubicBezTo>
                  <a:cubicBezTo>
                    <a:pt x="0" y="5957"/>
                    <a:pt x="7477" y="0"/>
                    <a:pt x="16856" y="0"/>
                  </a:cubicBezTo>
                  <a:cubicBezTo>
                    <a:pt x="26234" y="0"/>
                    <a:pt x="33585" y="5957"/>
                    <a:pt x="33585" y="1330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27" name="Freeform: Shape 4126">
              <a:extLst>
                <a:ext uri="{FF2B5EF4-FFF2-40B4-BE49-F238E27FC236}">
                  <a16:creationId xmlns:a16="http://schemas.microsoft.com/office/drawing/2014/main" id="{06D2FD61-9FED-41BF-59C2-141FC168B947}"/>
                </a:ext>
              </a:extLst>
            </p:cNvPr>
            <p:cNvSpPr/>
            <p:nvPr/>
          </p:nvSpPr>
          <p:spPr>
            <a:xfrm>
              <a:off x="1501568" y="4255823"/>
              <a:ext cx="32697" cy="26107"/>
            </a:xfrm>
            <a:custGeom>
              <a:avLst/>
              <a:gdLst>
                <a:gd name="connsiteX0" fmla="*/ 32698 w 32697"/>
                <a:gd name="connsiteY0" fmla="*/ 13054 h 26107"/>
                <a:gd name="connsiteX1" fmla="*/ 16349 w 32697"/>
                <a:gd name="connsiteY1" fmla="*/ 26108 h 26107"/>
                <a:gd name="connsiteX2" fmla="*/ 0 w 32697"/>
                <a:gd name="connsiteY2" fmla="*/ 13054 h 26107"/>
                <a:gd name="connsiteX3" fmla="*/ 16349 w 32697"/>
                <a:gd name="connsiteY3" fmla="*/ 0 h 26107"/>
                <a:gd name="connsiteX4" fmla="*/ 32698 w 32697"/>
                <a:gd name="connsiteY4" fmla="*/ 13054 h 2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97" h="26107">
                  <a:moveTo>
                    <a:pt x="32698" y="13054"/>
                  </a:moveTo>
                  <a:cubicBezTo>
                    <a:pt x="32698" y="20278"/>
                    <a:pt x="25347" y="26108"/>
                    <a:pt x="16349" y="26108"/>
                  </a:cubicBezTo>
                  <a:cubicBezTo>
                    <a:pt x="7351" y="26108"/>
                    <a:pt x="0" y="20278"/>
                    <a:pt x="0" y="13054"/>
                  </a:cubicBezTo>
                  <a:cubicBezTo>
                    <a:pt x="0" y="5830"/>
                    <a:pt x="7351" y="0"/>
                    <a:pt x="16349" y="0"/>
                  </a:cubicBezTo>
                  <a:cubicBezTo>
                    <a:pt x="25347" y="0"/>
                    <a:pt x="32698" y="5830"/>
                    <a:pt x="32698" y="1305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28" name="Freeform: Shape 4127">
              <a:extLst>
                <a:ext uri="{FF2B5EF4-FFF2-40B4-BE49-F238E27FC236}">
                  <a16:creationId xmlns:a16="http://schemas.microsoft.com/office/drawing/2014/main" id="{DFD26DEF-651D-8EDA-5423-68FCDBC0BB7F}"/>
                </a:ext>
              </a:extLst>
            </p:cNvPr>
            <p:cNvSpPr/>
            <p:nvPr/>
          </p:nvSpPr>
          <p:spPr>
            <a:xfrm>
              <a:off x="1475080" y="4154434"/>
              <a:ext cx="31937" cy="25347"/>
            </a:xfrm>
            <a:custGeom>
              <a:avLst/>
              <a:gdLst>
                <a:gd name="connsiteX0" fmla="*/ 31938 w 31937"/>
                <a:gd name="connsiteY0" fmla="*/ 12674 h 25347"/>
                <a:gd name="connsiteX1" fmla="*/ 15969 w 31937"/>
                <a:gd name="connsiteY1" fmla="*/ 25347 h 25347"/>
                <a:gd name="connsiteX2" fmla="*/ 0 w 31937"/>
                <a:gd name="connsiteY2" fmla="*/ 12674 h 25347"/>
                <a:gd name="connsiteX3" fmla="*/ 15969 w 31937"/>
                <a:gd name="connsiteY3" fmla="*/ 0 h 25347"/>
                <a:gd name="connsiteX4" fmla="*/ 31938 w 31937"/>
                <a:gd name="connsiteY4" fmla="*/ 12674 h 25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937" h="25347">
                  <a:moveTo>
                    <a:pt x="31938" y="12674"/>
                  </a:moveTo>
                  <a:cubicBezTo>
                    <a:pt x="31938" y="19644"/>
                    <a:pt x="24713" y="25347"/>
                    <a:pt x="15969" y="25347"/>
                  </a:cubicBezTo>
                  <a:cubicBezTo>
                    <a:pt x="7224" y="25347"/>
                    <a:pt x="0" y="19644"/>
                    <a:pt x="0" y="12674"/>
                  </a:cubicBezTo>
                  <a:cubicBezTo>
                    <a:pt x="0" y="5703"/>
                    <a:pt x="7224" y="0"/>
                    <a:pt x="15969" y="0"/>
                  </a:cubicBezTo>
                  <a:cubicBezTo>
                    <a:pt x="24713" y="0"/>
                    <a:pt x="31938" y="5703"/>
                    <a:pt x="31938" y="1267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29" name="Freeform: Shape 4128">
              <a:extLst>
                <a:ext uri="{FF2B5EF4-FFF2-40B4-BE49-F238E27FC236}">
                  <a16:creationId xmlns:a16="http://schemas.microsoft.com/office/drawing/2014/main" id="{E3B30CC4-BB8D-4692-05DE-7E0840FB5902}"/>
                </a:ext>
              </a:extLst>
            </p:cNvPr>
            <p:cNvSpPr/>
            <p:nvPr/>
          </p:nvSpPr>
          <p:spPr>
            <a:xfrm>
              <a:off x="1451888" y="4052285"/>
              <a:ext cx="31430" cy="24840"/>
            </a:xfrm>
            <a:custGeom>
              <a:avLst/>
              <a:gdLst>
                <a:gd name="connsiteX0" fmla="*/ 31431 w 31430"/>
                <a:gd name="connsiteY0" fmla="*/ 12420 h 24840"/>
                <a:gd name="connsiteX1" fmla="*/ 15715 w 31430"/>
                <a:gd name="connsiteY1" fmla="*/ 24841 h 24840"/>
                <a:gd name="connsiteX2" fmla="*/ 0 w 31430"/>
                <a:gd name="connsiteY2" fmla="*/ 12420 h 24840"/>
                <a:gd name="connsiteX3" fmla="*/ 15715 w 31430"/>
                <a:gd name="connsiteY3" fmla="*/ 0 h 24840"/>
                <a:gd name="connsiteX4" fmla="*/ 31431 w 31430"/>
                <a:gd name="connsiteY4" fmla="*/ 12420 h 2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30" h="24840">
                  <a:moveTo>
                    <a:pt x="31431" y="12420"/>
                  </a:moveTo>
                  <a:cubicBezTo>
                    <a:pt x="31431" y="19264"/>
                    <a:pt x="24333" y="24841"/>
                    <a:pt x="15715" y="24841"/>
                  </a:cubicBezTo>
                  <a:cubicBezTo>
                    <a:pt x="7097" y="24841"/>
                    <a:pt x="0" y="19264"/>
                    <a:pt x="0" y="12420"/>
                  </a:cubicBezTo>
                  <a:cubicBezTo>
                    <a:pt x="0" y="5576"/>
                    <a:pt x="6971" y="0"/>
                    <a:pt x="15715" y="0"/>
                  </a:cubicBezTo>
                  <a:cubicBezTo>
                    <a:pt x="24460" y="0"/>
                    <a:pt x="31431" y="5576"/>
                    <a:pt x="31431" y="1242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30" name="Freeform: Shape 4129">
              <a:extLst>
                <a:ext uri="{FF2B5EF4-FFF2-40B4-BE49-F238E27FC236}">
                  <a16:creationId xmlns:a16="http://schemas.microsoft.com/office/drawing/2014/main" id="{22EFB813-1AFD-FC64-5D8A-01292FBCC3C4}"/>
                </a:ext>
              </a:extLst>
            </p:cNvPr>
            <p:cNvSpPr/>
            <p:nvPr/>
          </p:nvSpPr>
          <p:spPr>
            <a:xfrm>
              <a:off x="1432117" y="3949503"/>
              <a:ext cx="31430" cy="24840"/>
            </a:xfrm>
            <a:custGeom>
              <a:avLst/>
              <a:gdLst>
                <a:gd name="connsiteX0" fmla="*/ 31431 w 31430"/>
                <a:gd name="connsiteY0" fmla="*/ 12420 h 24840"/>
                <a:gd name="connsiteX1" fmla="*/ 15715 w 31430"/>
                <a:gd name="connsiteY1" fmla="*/ 24840 h 24840"/>
                <a:gd name="connsiteX2" fmla="*/ 0 w 31430"/>
                <a:gd name="connsiteY2" fmla="*/ 12420 h 24840"/>
                <a:gd name="connsiteX3" fmla="*/ 15715 w 31430"/>
                <a:gd name="connsiteY3" fmla="*/ 0 h 24840"/>
                <a:gd name="connsiteX4" fmla="*/ 31431 w 31430"/>
                <a:gd name="connsiteY4" fmla="*/ 12420 h 2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30" h="24840">
                  <a:moveTo>
                    <a:pt x="31431" y="12420"/>
                  </a:moveTo>
                  <a:cubicBezTo>
                    <a:pt x="31431" y="19264"/>
                    <a:pt x="24333" y="24840"/>
                    <a:pt x="15715" y="24840"/>
                  </a:cubicBezTo>
                  <a:cubicBezTo>
                    <a:pt x="7097" y="24840"/>
                    <a:pt x="0" y="19264"/>
                    <a:pt x="0" y="12420"/>
                  </a:cubicBezTo>
                  <a:cubicBezTo>
                    <a:pt x="0" y="5576"/>
                    <a:pt x="6971" y="0"/>
                    <a:pt x="15715" y="0"/>
                  </a:cubicBezTo>
                  <a:cubicBezTo>
                    <a:pt x="24460" y="0"/>
                    <a:pt x="31431" y="5576"/>
                    <a:pt x="31431" y="1242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31" name="Freeform: Shape 4130">
              <a:extLst>
                <a:ext uri="{FF2B5EF4-FFF2-40B4-BE49-F238E27FC236}">
                  <a16:creationId xmlns:a16="http://schemas.microsoft.com/office/drawing/2014/main" id="{C0861400-2162-8C18-9051-DCBBBD4E843B}"/>
                </a:ext>
              </a:extLst>
            </p:cNvPr>
            <p:cNvSpPr/>
            <p:nvPr/>
          </p:nvSpPr>
          <p:spPr>
            <a:xfrm>
              <a:off x="1416275" y="3846593"/>
              <a:ext cx="30670" cy="24333"/>
            </a:xfrm>
            <a:custGeom>
              <a:avLst/>
              <a:gdLst>
                <a:gd name="connsiteX0" fmla="*/ 30670 w 30670"/>
                <a:gd name="connsiteY0" fmla="*/ 12167 h 24333"/>
                <a:gd name="connsiteX1" fmla="*/ 15335 w 30670"/>
                <a:gd name="connsiteY1" fmla="*/ 24333 h 24333"/>
                <a:gd name="connsiteX2" fmla="*/ 0 w 30670"/>
                <a:gd name="connsiteY2" fmla="*/ 12167 h 24333"/>
                <a:gd name="connsiteX3" fmla="*/ 15335 w 30670"/>
                <a:gd name="connsiteY3" fmla="*/ 0 h 24333"/>
                <a:gd name="connsiteX4" fmla="*/ 30670 w 30670"/>
                <a:gd name="connsiteY4" fmla="*/ 12167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70" h="24333">
                  <a:moveTo>
                    <a:pt x="30670" y="12167"/>
                  </a:moveTo>
                  <a:cubicBezTo>
                    <a:pt x="30670" y="18884"/>
                    <a:pt x="23826" y="24333"/>
                    <a:pt x="15335" y="24333"/>
                  </a:cubicBezTo>
                  <a:cubicBezTo>
                    <a:pt x="6844" y="24333"/>
                    <a:pt x="0" y="18884"/>
                    <a:pt x="0" y="12167"/>
                  </a:cubicBezTo>
                  <a:cubicBezTo>
                    <a:pt x="0" y="5450"/>
                    <a:pt x="6844" y="0"/>
                    <a:pt x="15335" y="0"/>
                  </a:cubicBezTo>
                  <a:cubicBezTo>
                    <a:pt x="23826" y="0"/>
                    <a:pt x="30670" y="5450"/>
                    <a:pt x="30670" y="121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32" name="Freeform: Shape 4131">
              <a:extLst>
                <a:ext uri="{FF2B5EF4-FFF2-40B4-BE49-F238E27FC236}">
                  <a16:creationId xmlns:a16="http://schemas.microsoft.com/office/drawing/2014/main" id="{CAE57754-FA46-13B3-88CA-55CC98F80386}"/>
                </a:ext>
              </a:extLst>
            </p:cNvPr>
            <p:cNvSpPr/>
            <p:nvPr/>
          </p:nvSpPr>
          <p:spPr>
            <a:xfrm>
              <a:off x="1404108" y="3743430"/>
              <a:ext cx="29909" cy="23573"/>
            </a:xfrm>
            <a:custGeom>
              <a:avLst/>
              <a:gdLst>
                <a:gd name="connsiteX0" fmla="*/ 29910 w 29909"/>
                <a:gd name="connsiteY0" fmla="*/ 11786 h 23573"/>
                <a:gd name="connsiteX1" fmla="*/ 14955 w 29909"/>
                <a:gd name="connsiteY1" fmla="*/ 23573 h 23573"/>
                <a:gd name="connsiteX2" fmla="*/ 0 w 29909"/>
                <a:gd name="connsiteY2" fmla="*/ 11786 h 23573"/>
                <a:gd name="connsiteX3" fmla="*/ 14955 w 29909"/>
                <a:gd name="connsiteY3" fmla="*/ 0 h 23573"/>
                <a:gd name="connsiteX4" fmla="*/ 29910 w 29909"/>
                <a:gd name="connsiteY4" fmla="*/ 11786 h 23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909" h="23573">
                  <a:moveTo>
                    <a:pt x="29910" y="11786"/>
                  </a:moveTo>
                  <a:cubicBezTo>
                    <a:pt x="29910" y="18377"/>
                    <a:pt x="23193" y="23573"/>
                    <a:pt x="14955" y="23573"/>
                  </a:cubicBezTo>
                  <a:cubicBezTo>
                    <a:pt x="6717" y="23573"/>
                    <a:pt x="0" y="18250"/>
                    <a:pt x="0" y="11786"/>
                  </a:cubicBezTo>
                  <a:cubicBezTo>
                    <a:pt x="0" y="5323"/>
                    <a:pt x="6717" y="0"/>
                    <a:pt x="14955" y="0"/>
                  </a:cubicBezTo>
                  <a:cubicBezTo>
                    <a:pt x="23193" y="0"/>
                    <a:pt x="29910" y="5323"/>
                    <a:pt x="29910" y="1178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33" name="Freeform: Shape 4132">
              <a:extLst>
                <a:ext uri="{FF2B5EF4-FFF2-40B4-BE49-F238E27FC236}">
                  <a16:creationId xmlns:a16="http://schemas.microsoft.com/office/drawing/2014/main" id="{5FBD04BF-9E17-8FE1-E9EF-5410A511E7E5}"/>
                </a:ext>
              </a:extLst>
            </p:cNvPr>
            <p:cNvSpPr/>
            <p:nvPr/>
          </p:nvSpPr>
          <p:spPr>
            <a:xfrm>
              <a:off x="1395490" y="3639887"/>
              <a:ext cx="29149" cy="23192"/>
            </a:xfrm>
            <a:custGeom>
              <a:avLst/>
              <a:gdLst>
                <a:gd name="connsiteX0" fmla="*/ 29149 w 29149"/>
                <a:gd name="connsiteY0" fmla="*/ 11659 h 23192"/>
                <a:gd name="connsiteX1" fmla="*/ 14575 w 29149"/>
                <a:gd name="connsiteY1" fmla="*/ 23193 h 23192"/>
                <a:gd name="connsiteX2" fmla="*/ 0 w 29149"/>
                <a:gd name="connsiteY2" fmla="*/ 11659 h 23192"/>
                <a:gd name="connsiteX3" fmla="*/ 14575 w 29149"/>
                <a:gd name="connsiteY3" fmla="*/ 0 h 23192"/>
                <a:gd name="connsiteX4" fmla="*/ 29149 w 29149"/>
                <a:gd name="connsiteY4" fmla="*/ 11659 h 23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9" h="23192">
                  <a:moveTo>
                    <a:pt x="29149" y="11659"/>
                  </a:moveTo>
                  <a:cubicBezTo>
                    <a:pt x="29149" y="18123"/>
                    <a:pt x="22559" y="23193"/>
                    <a:pt x="14575" y="23193"/>
                  </a:cubicBezTo>
                  <a:cubicBezTo>
                    <a:pt x="6590" y="23193"/>
                    <a:pt x="0" y="17996"/>
                    <a:pt x="0" y="11659"/>
                  </a:cubicBezTo>
                  <a:cubicBezTo>
                    <a:pt x="0" y="5323"/>
                    <a:pt x="6590" y="0"/>
                    <a:pt x="14575" y="0"/>
                  </a:cubicBezTo>
                  <a:cubicBezTo>
                    <a:pt x="22559" y="0"/>
                    <a:pt x="29149" y="5196"/>
                    <a:pt x="29149" y="1165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34" name="Freeform: Shape 4133">
              <a:extLst>
                <a:ext uri="{FF2B5EF4-FFF2-40B4-BE49-F238E27FC236}">
                  <a16:creationId xmlns:a16="http://schemas.microsoft.com/office/drawing/2014/main" id="{42C5E6CC-CD39-5BA9-5D56-339036CB58B8}"/>
                </a:ext>
              </a:extLst>
            </p:cNvPr>
            <p:cNvSpPr/>
            <p:nvPr/>
          </p:nvSpPr>
          <p:spPr>
            <a:xfrm>
              <a:off x="1390421" y="3536343"/>
              <a:ext cx="28388" cy="22558"/>
            </a:xfrm>
            <a:custGeom>
              <a:avLst/>
              <a:gdLst>
                <a:gd name="connsiteX0" fmla="*/ 28389 w 28388"/>
                <a:gd name="connsiteY0" fmla="*/ 11279 h 22558"/>
                <a:gd name="connsiteX1" fmla="*/ 14194 w 28388"/>
                <a:gd name="connsiteY1" fmla="*/ 22559 h 22558"/>
                <a:gd name="connsiteX2" fmla="*/ 0 w 28388"/>
                <a:gd name="connsiteY2" fmla="*/ 11279 h 22558"/>
                <a:gd name="connsiteX3" fmla="*/ 14194 w 28388"/>
                <a:gd name="connsiteY3" fmla="*/ 0 h 22558"/>
                <a:gd name="connsiteX4" fmla="*/ 28389 w 28388"/>
                <a:gd name="connsiteY4" fmla="*/ 11279 h 22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388" h="22558">
                  <a:moveTo>
                    <a:pt x="28389" y="11279"/>
                  </a:moveTo>
                  <a:cubicBezTo>
                    <a:pt x="28389" y="17490"/>
                    <a:pt x="22052" y="22559"/>
                    <a:pt x="14194" y="22559"/>
                  </a:cubicBezTo>
                  <a:cubicBezTo>
                    <a:pt x="6337" y="22559"/>
                    <a:pt x="0" y="17490"/>
                    <a:pt x="0" y="11279"/>
                  </a:cubicBezTo>
                  <a:cubicBezTo>
                    <a:pt x="0" y="5069"/>
                    <a:pt x="6337" y="0"/>
                    <a:pt x="14194" y="0"/>
                  </a:cubicBezTo>
                  <a:cubicBezTo>
                    <a:pt x="22052" y="0"/>
                    <a:pt x="28389" y="5069"/>
                    <a:pt x="28389" y="1127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35" name="Freeform: Shape 4134">
              <a:extLst>
                <a:ext uri="{FF2B5EF4-FFF2-40B4-BE49-F238E27FC236}">
                  <a16:creationId xmlns:a16="http://schemas.microsoft.com/office/drawing/2014/main" id="{CE08D882-D99D-C058-8B54-13E7A0997978}"/>
                </a:ext>
              </a:extLst>
            </p:cNvPr>
            <p:cNvSpPr/>
            <p:nvPr/>
          </p:nvSpPr>
          <p:spPr>
            <a:xfrm>
              <a:off x="1389027" y="3432547"/>
              <a:ext cx="27628" cy="21925"/>
            </a:xfrm>
            <a:custGeom>
              <a:avLst/>
              <a:gdLst>
                <a:gd name="connsiteX0" fmla="*/ 27628 w 27628"/>
                <a:gd name="connsiteY0" fmla="*/ 11026 h 21925"/>
                <a:gd name="connsiteX1" fmla="*/ 13814 w 27628"/>
                <a:gd name="connsiteY1" fmla="*/ 21925 h 21925"/>
                <a:gd name="connsiteX2" fmla="*/ 0 w 27628"/>
                <a:gd name="connsiteY2" fmla="*/ 11026 h 21925"/>
                <a:gd name="connsiteX3" fmla="*/ 13814 w 27628"/>
                <a:gd name="connsiteY3" fmla="*/ 0 h 21925"/>
                <a:gd name="connsiteX4" fmla="*/ 27628 w 27628"/>
                <a:gd name="connsiteY4" fmla="*/ 11026 h 2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28" h="21925">
                  <a:moveTo>
                    <a:pt x="27628" y="11026"/>
                  </a:moveTo>
                  <a:cubicBezTo>
                    <a:pt x="27628" y="17109"/>
                    <a:pt x="21418" y="21925"/>
                    <a:pt x="13814" y="21925"/>
                  </a:cubicBezTo>
                  <a:cubicBezTo>
                    <a:pt x="6210" y="21925"/>
                    <a:pt x="0" y="16983"/>
                    <a:pt x="0" y="11026"/>
                  </a:cubicBezTo>
                  <a:cubicBezTo>
                    <a:pt x="0" y="5069"/>
                    <a:pt x="6210" y="0"/>
                    <a:pt x="13814" y="0"/>
                  </a:cubicBezTo>
                  <a:cubicBezTo>
                    <a:pt x="21418" y="0"/>
                    <a:pt x="27628" y="4943"/>
                    <a:pt x="27628" y="1102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36" name="Freeform: Shape 4135">
              <a:extLst>
                <a:ext uri="{FF2B5EF4-FFF2-40B4-BE49-F238E27FC236}">
                  <a16:creationId xmlns:a16="http://schemas.microsoft.com/office/drawing/2014/main" id="{048A928E-1C46-562A-C66B-7301BFA51A12}"/>
                </a:ext>
              </a:extLst>
            </p:cNvPr>
            <p:cNvSpPr/>
            <p:nvPr/>
          </p:nvSpPr>
          <p:spPr>
            <a:xfrm>
              <a:off x="1391181" y="3329003"/>
              <a:ext cx="26868" cy="21291"/>
            </a:xfrm>
            <a:custGeom>
              <a:avLst/>
              <a:gdLst>
                <a:gd name="connsiteX0" fmla="*/ 26868 w 26868"/>
                <a:gd name="connsiteY0" fmla="*/ 10646 h 21291"/>
                <a:gd name="connsiteX1" fmla="*/ 13434 w 26868"/>
                <a:gd name="connsiteY1" fmla="*/ 21292 h 21291"/>
                <a:gd name="connsiteX2" fmla="*/ 0 w 26868"/>
                <a:gd name="connsiteY2" fmla="*/ 10646 h 21291"/>
                <a:gd name="connsiteX3" fmla="*/ 13434 w 26868"/>
                <a:gd name="connsiteY3" fmla="*/ 0 h 21291"/>
                <a:gd name="connsiteX4" fmla="*/ 26868 w 26868"/>
                <a:gd name="connsiteY4" fmla="*/ 10646 h 2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68" h="21291">
                  <a:moveTo>
                    <a:pt x="26868" y="10646"/>
                  </a:moveTo>
                  <a:cubicBezTo>
                    <a:pt x="26868" y="16603"/>
                    <a:pt x="20785" y="21292"/>
                    <a:pt x="13434" y="21292"/>
                  </a:cubicBezTo>
                  <a:cubicBezTo>
                    <a:pt x="6083" y="21292"/>
                    <a:pt x="0" y="16476"/>
                    <a:pt x="0" y="10646"/>
                  </a:cubicBezTo>
                  <a:cubicBezTo>
                    <a:pt x="0" y="4816"/>
                    <a:pt x="6083" y="0"/>
                    <a:pt x="13434" y="0"/>
                  </a:cubicBezTo>
                  <a:cubicBezTo>
                    <a:pt x="20785" y="0"/>
                    <a:pt x="26868" y="4816"/>
                    <a:pt x="26868" y="1064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37" name="Freeform: Shape 4136">
              <a:extLst>
                <a:ext uri="{FF2B5EF4-FFF2-40B4-BE49-F238E27FC236}">
                  <a16:creationId xmlns:a16="http://schemas.microsoft.com/office/drawing/2014/main" id="{D8458FF1-C6BE-8510-B8A9-B5E8D3B5B750}"/>
                </a:ext>
              </a:extLst>
            </p:cNvPr>
            <p:cNvSpPr/>
            <p:nvPr/>
          </p:nvSpPr>
          <p:spPr>
            <a:xfrm>
              <a:off x="1396758" y="3225333"/>
              <a:ext cx="26361" cy="20784"/>
            </a:xfrm>
            <a:custGeom>
              <a:avLst/>
              <a:gdLst>
                <a:gd name="connsiteX0" fmla="*/ 26361 w 26361"/>
                <a:gd name="connsiteY0" fmla="*/ 10392 h 20784"/>
                <a:gd name="connsiteX1" fmla="*/ 13181 w 26361"/>
                <a:gd name="connsiteY1" fmla="*/ 20785 h 20784"/>
                <a:gd name="connsiteX2" fmla="*/ 0 w 26361"/>
                <a:gd name="connsiteY2" fmla="*/ 10392 h 20784"/>
                <a:gd name="connsiteX3" fmla="*/ 13181 w 26361"/>
                <a:gd name="connsiteY3" fmla="*/ 0 h 20784"/>
                <a:gd name="connsiteX4" fmla="*/ 26361 w 26361"/>
                <a:gd name="connsiteY4" fmla="*/ 10392 h 20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61" h="20784">
                  <a:moveTo>
                    <a:pt x="26361" y="10392"/>
                  </a:moveTo>
                  <a:cubicBezTo>
                    <a:pt x="26361" y="16222"/>
                    <a:pt x="20404" y="20785"/>
                    <a:pt x="13181" y="20785"/>
                  </a:cubicBezTo>
                  <a:cubicBezTo>
                    <a:pt x="5957" y="20785"/>
                    <a:pt x="0" y="16096"/>
                    <a:pt x="0" y="10392"/>
                  </a:cubicBezTo>
                  <a:cubicBezTo>
                    <a:pt x="0" y="4689"/>
                    <a:pt x="5957" y="0"/>
                    <a:pt x="13181" y="0"/>
                  </a:cubicBezTo>
                  <a:cubicBezTo>
                    <a:pt x="20404" y="0"/>
                    <a:pt x="26361" y="4689"/>
                    <a:pt x="26361" y="1039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38" name="Freeform: Shape 4137">
              <a:extLst>
                <a:ext uri="{FF2B5EF4-FFF2-40B4-BE49-F238E27FC236}">
                  <a16:creationId xmlns:a16="http://schemas.microsoft.com/office/drawing/2014/main" id="{CAA5DAB6-8D90-9F7F-4F60-2D1476634850}"/>
                </a:ext>
              </a:extLst>
            </p:cNvPr>
            <p:cNvSpPr/>
            <p:nvPr/>
          </p:nvSpPr>
          <p:spPr>
            <a:xfrm>
              <a:off x="1406136" y="3121790"/>
              <a:ext cx="25600" cy="20277"/>
            </a:xfrm>
            <a:custGeom>
              <a:avLst/>
              <a:gdLst>
                <a:gd name="connsiteX0" fmla="*/ 25601 w 25600"/>
                <a:gd name="connsiteY0" fmla="*/ 10139 h 20277"/>
                <a:gd name="connsiteX1" fmla="*/ 12800 w 25600"/>
                <a:gd name="connsiteY1" fmla="*/ 20278 h 20277"/>
                <a:gd name="connsiteX2" fmla="*/ 0 w 25600"/>
                <a:gd name="connsiteY2" fmla="*/ 10139 h 20277"/>
                <a:gd name="connsiteX3" fmla="*/ 12800 w 25600"/>
                <a:gd name="connsiteY3" fmla="*/ 0 h 20277"/>
                <a:gd name="connsiteX4" fmla="*/ 25601 w 25600"/>
                <a:gd name="connsiteY4" fmla="*/ 10139 h 2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00" h="20277">
                  <a:moveTo>
                    <a:pt x="25601" y="10139"/>
                  </a:moveTo>
                  <a:cubicBezTo>
                    <a:pt x="25601" y="15715"/>
                    <a:pt x="19898" y="20278"/>
                    <a:pt x="12800" y="20278"/>
                  </a:cubicBezTo>
                  <a:cubicBezTo>
                    <a:pt x="5703" y="20278"/>
                    <a:pt x="0" y="15715"/>
                    <a:pt x="0" y="10139"/>
                  </a:cubicBezTo>
                  <a:cubicBezTo>
                    <a:pt x="0" y="4563"/>
                    <a:pt x="5703" y="0"/>
                    <a:pt x="12800" y="0"/>
                  </a:cubicBezTo>
                  <a:cubicBezTo>
                    <a:pt x="19898" y="0"/>
                    <a:pt x="25601" y="4563"/>
                    <a:pt x="25601" y="1013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39" name="Freeform: Shape 4138">
              <a:extLst>
                <a:ext uri="{FF2B5EF4-FFF2-40B4-BE49-F238E27FC236}">
                  <a16:creationId xmlns:a16="http://schemas.microsoft.com/office/drawing/2014/main" id="{070D6F7B-55E4-F9A0-8937-999270CA27C7}"/>
                </a:ext>
              </a:extLst>
            </p:cNvPr>
            <p:cNvSpPr/>
            <p:nvPr/>
          </p:nvSpPr>
          <p:spPr>
            <a:xfrm>
              <a:off x="1419570" y="3019007"/>
              <a:ext cx="24079" cy="19010"/>
            </a:xfrm>
            <a:custGeom>
              <a:avLst/>
              <a:gdLst>
                <a:gd name="connsiteX0" fmla="*/ 24080 w 24079"/>
                <a:gd name="connsiteY0" fmla="*/ 9505 h 19010"/>
                <a:gd name="connsiteX1" fmla="*/ 12040 w 24079"/>
                <a:gd name="connsiteY1" fmla="*/ 19010 h 19010"/>
                <a:gd name="connsiteX2" fmla="*/ 0 w 24079"/>
                <a:gd name="connsiteY2" fmla="*/ 9505 h 19010"/>
                <a:gd name="connsiteX3" fmla="*/ 12040 w 24079"/>
                <a:gd name="connsiteY3" fmla="*/ 0 h 19010"/>
                <a:gd name="connsiteX4" fmla="*/ 24080 w 24079"/>
                <a:gd name="connsiteY4" fmla="*/ 9505 h 19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79" h="19010">
                  <a:moveTo>
                    <a:pt x="24080" y="9505"/>
                  </a:moveTo>
                  <a:cubicBezTo>
                    <a:pt x="24080" y="14701"/>
                    <a:pt x="18757" y="19010"/>
                    <a:pt x="12040" y="19010"/>
                  </a:cubicBezTo>
                  <a:cubicBezTo>
                    <a:pt x="5323" y="19010"/>
                    <a:pt x="0" y="14701"/>
                    <a:pt x="0" y="9505"/>
                  </a:cubicBezTo>
                  <a:cubicBezTo>
                    <a:pt x="0" y="4309"/>
                    <a:pt x="5323" y="0"/>
                    <a:pt x="12040" y="0"/>
                  </a:cubicBezTo>
                  <a:cubicBezTo>
                    <a:pt x="18757" y="0"/>
                    <a:pt x="24080" y="4309"/>
                    <a:pt x="24080" y="950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40" name="Freeform: Shape 4139">
              <a:extLst>
                <a:ext uri="{FF2B5EF4-FFF2-40B4-BE49-F238E27FC236}">
                  <a16:creationId xmlns:a16="http://schemas.microsoft.com/office/drawing/2014/main" id="{A0C212C9-A770-A044-0B9B-537FA9E149A1}"/>
                </a:ext>
              </a:extLst>
            </p:cNvPr>
            <p:cNvSpPr/>
            <p:nvPr/>
          </p:nvSpPr>
          <p:spPr>
            <a:xfrm>
              <a:off x="1436299" y="2915971"/>
              <a:ext cx="23319" cy="18503"/>
            </a:xfrm>
            <a:custGeom>
              <a:avLst/>
              <a:gdLst>
                <a:gd name="connsiteX0" fmla="*/ 23319 w 23319"/>
                <a:gd name="connsiteY0" fmla="*/ 9252 h 18503"/>
                <a:gd name="connsiteX1" fmla="*/ 11660 w 23319"/>
                <a:gd name="connsiteY1" fmla="*/ 18503 h 18503"/>
                <a:gd name="connsiteX2" fmla="*/ 0 w 23319"/>
                <a:gd name="connsiteY2" fmla="*/ 9252 h 18503"/>
                <a:gd name="connsiteX3" fmla="*/ 11660 w 23319"/>
                <a:gd name="connsiteY3" fmla="*/ 0 h 18503"/>
                <a:gd name="connsiteX4" fmla="*/ 23319 w 23319"/>
                <a:gd name="connsiteY4" fmla="*/ 9252 h 18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319" h="18503">
                  <a:moveTo>
                    <a:pt x="23319" y="9252"/>
                  </a:moveTo>
                  <a:cubicBezTo>
                    <a:pt x="23319" y="14321"/>
                    <a:pt x="18123" y="18503"/>
                    <a:pt x="11660" y="18503"/>
                  </a:cubicBezTo>
                  <a:cubicBezTo>
                    <a:pt x="5196" y="18503"/>
                    <a:pt x="0" y="14321"/>
                    <a:pt x="0" y="9252"/>
                  </a:cubicBezTo>
                  <a:cubicBezTo>
                    <a:pt x="0" y="4182"/>
                    <a:pt x="5196" y="0"/>
                    <a:pt x="11660" y="0"/>
                  </a:cubicBezTo>
                  <a:cubicBezTo>
                    <a:pt x="18123" y="0"/>
                    <a:pt x="23319" y="4182"/>
                    <a:pt x="23319" y="925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41" name="Freeform: Shape 4140">
              <a:extLst>
                <a:ext uri="{FF2B5EF4-FFF2-40B4-BE49-F238E27FC236}">
                  <a16:creationId xmlns:a16="http://schemas.microsoft.com/office/drawing/2014/main" id="{9AF0D230-D17C-9831-90B1-A3E5396213F0}"/>
                </a:ext>
              </a:extLst>
            </p:cNvPr>
            <p:cNvSpPr/>
            <p:nvPr/>
          </p:nvSpPr>
          <p:spPr>
            <a:xfrm>
              <a:off x="1456704" y="2813822"/>
              <a:ext cx="21798" cy="17236"/>
            </a:xfrm>
            <a:custGeom>
              <a:avLst/>
              <a:gdLst>
                <a:gd name="connsiteX0" fmla="*/ 21799 w 21798"/>
                <a:gd name="connsiteY0" fmla="*/ 8618 h 17236"/>
                <a:gd name="connsiteX1" fmla="*/ 10899 w 21798"/>
                <a:gd name="connsiteY1" fmla="*/ 17236 h 17236"/>
                <a:gd name="connsiteX2" fmla="*/ 0 w 21798"/>
                <a:gd name="connsiteY2" fmla="*/ 8618 h 17236"/>
                <a:gd name="connsiteX3" fmla="*/ 10899 w 21798"/>
                <a:gd name="connsiteY3" fmla="*/ 0 h 17236"/>
                <a:gd name="connsiteX4" fmla="*/ 21799 w 21798"/>
                <a:gd name="connsiteY4" fmla="*/ 8618 h 17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798" h="17236">
                  <a:moveTo>
                    <a:pt x="21799" y="8618"/>
                  </a:moveTo>
                  <a:cubicBezTo>
                    <a:pt x="21799" y="13434"/>
                    <a:pt x="16983" y="17236"/>
                    <a:pt x="10899" y="17236"/>
                  </a:cubicBezTo>
                  <a:cubicBezTo>
                    <a:pt x="4816" y="17236"/>
                    <a:pt x="0" y="13307"/>
                    <a:pt x="0" y="8618"/>
                  </a:cubicBezTo>
                  <a:cubicBezTo>
                    <a:pt x="0" y="3929"/>
                    <a:pt x="4816" y="0"/>
                    <a:pt x="10899" y="0"/>
                  </a:cubicBezTo>
                  <a:cubicBezTo>
                    <a:pt x="16983" y="0"/>
                    <a:pt x="21799" y="3929"/>
                    <a:pt x="21799" y="86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42" name="Freeform: Shape 4141">
              <a:extLst>
                <a:ext uri="{FF2B5EF4-FFF2-40B4-BE49-F238E27FC236}">
                  <a16:creationId xmlns:a16="http://schemas.microsoft.com/office/drawing/2014/main" id="{5534FEDE-D886-DF57-26A9-39C5D0D4B725}"/>
                </a:ext>
              </a:extLst>
            </p:cNvPr>
            <p:cNvSpPr/>
            <p:nvPr/>
          </p:nvSpPr>
          <p:spPr>
            <a:xfrm>
              <a:off x="1480277" y="2711672"/>
              <a:ext cx="21291" cy="16855"/>
            </a:xfrm>
            <a:custGeom>
              <a:avLst/>
              <a:gdLst>
                <a:gd name="connsiteX0" fmla="*/ 21292 w 21291"/>
                <a:gd name="connsiteY0" fmla="*/ 8491 h 16855"/>
                <a:gd name="connsiteX1" fmla="*/ 10646 w 21291"/>
                <a:gd name="connsiteY1" fmla="*/ 16856 h 16855"/>
                <a:gd name="connsiteX2" fmla="*/ 0 w 21291"/>
                <a:gd name="connsiteY2" fmla="*/ 8491 h 16855"/>
                <a:gd name="connsiteX3" fmla="*/ 10646 w 21291"/>
                <a:gd name="connsiteY3" fmla="*/ 0 h 16855"/>
                <a:gd name="connsiteX4" fmla="*/ 21292 w 21291"/>
                <a:gd name="connsiteY4" fmla="*/ 8491 h 16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291" h="16855">
                  <a:moveTo>
                    <a:pt x="21292" y="8491"/>
                  </a:moveTo>
                  <a:cubicBezTo>
                    <a:pt x="21292" y="13181"/>
                    <a:pt x="16602" y="16856"/>
                    <a:pt x="10646" y="16856"/>
                  </a:cubicBezTo>
                  <a:cubicBezTo>
                    <a:pt x="4689" y="16856"/>
                    <a:pt x="0" y="13054"/>
                    <a:pt x="0" y="8491"/>
                  </a:cubicBezTo>
                  <a:cubicBezTo>
                    <a:pt x="0" y="3929"/>
                    <a:pt x="4816" y="0"/>
                    <a:pt x="10646" y="0"/>
                  </a:cubicBezTo>
                  <a:cubicBezTo>
                    <a:pt x="16476" y="0"/>
                    <a:pt x="21292" y="3802"/>
                    <a:pt x="21292" y="84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43" name="Freeform: Shape 4142">
              <a:extLst>
                <a:ext uri="{FF2B5EF4-FFF2-40B4-BE49-F238E27FC236}">
                  <a16:creationId xmlns:a16="http://schemas.microsoft.com/office/drawing/2014/main" id="{9769FD83-4C6B-68B0-0844-0E6138E56658}"/>
                </a:ext>
              </a:extLst>
            </p:cNvPr>
            <p:cNvSpPr/>
            <p:nvPr/>
          </p:nvSpPr>
          <p:spPr>
            <a:xfrm>
              <a:off x="1507778" y="2610157"/>
              <a:ext cx="20404" cy="16222"/>
            </a:xfrm>
            <a:custGeom>
              <a:avLst/>
              <a:gdLst>
                <a:gd name="connsiteX0" fmla="*/ 20404 w 20404"/>
                <a:gd name="connsiteY0" fmla="*/ 8111 h 16222"/>
                <a:gd name="connsiteX1" fmla="*/ 10266 w 20404"/>
                <a:gd name="connsiteY1" fmla="*/ 16222 h 16222"/>
                <a:gd name="connsiteX2" fmla="*/ 0 w 20404"/>
                <a:gd name="connsiteY2" fmla="*/ 8111 h 16222"/>
                <a:gd name="connsiteX3" fmla="*/ 10266 w 20404"/>
                <a:gd name="connsiteY3" fmla="*/ 0 h 16222"/>
                <a:gd name="connsiteX4" fmla="*/ 20404 w 20404"/>
                <a:gd name="connsiteY4" fmla="*/ 8111 h 1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04" h="16222">
                  <a:moveTo>
                    <a:pt x="20404" y="8111"/>
                  </a:moveTo>
                  <a:cubicBezTo>
                    <a:pt x="20404" y="12547"/>
                    <a:pt x="15842" y="16222"/>
                    <a:pt x="10266" y="16222"/>
                  </a:cubicBezTo>
                  <a:cubicBezTo>
                    <a:pt x="4689" y="16222"/>
                    <a:pt x="0" y="12547"/>
                    <a:pt x="0" y="8111"/>
                  </a:cubicBezTo>
                  <a:cubicBezTo>
                    <a:pt x="0" y="3675"/>
                    <a:pt x="4563" y="0"/>
                    <a:pt x="10266" y="0"/>
                  </a:cubicBezTo>
                  <a:cubicBezTo>
                    <a:pt x="15969" y="0"/>
                    <a:pt x="20404" y="3549"/>
                    <a:pt x="20404" y="811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44" name="Freeform: Shape 4143">
              <a:extLst>
                <a:ext uri="{FF2B5EF4-FFF2-40B4-BE49-F238E27FC236}">
                  <a16:creationId xmlns:a16="http://schemas.microsoft.com/office/drawing/2014/main" id="{E40AD65B-800B-AE10-20F8-2AE28EBA9FF5}"/>
                </a:ext>
              </a:extLst>
            </p:cNvPr>
            <p:cNvSpPr/>
            <p:nvPr/>
          </p:nvSpPr>
          <p:spPr>
            <a:xfrm>
              <a:off x="1538448" y="2509402"/>
              <a:ext cx="19770" cy="15588"/>
            </a:xfrm>
            <a:custGeom>
              <a:avLst/>
              <a:gdLst>
                <a:gd name="connsiteX0" fmla="*/ 19771 w 19770"/>
                <a:gd name="connsiteY0" fmla="*/ 7731 h 15588"/>
                <a:gd name="connsiteX1" fmla="*/ 9885 w 19770"/>
                <a:gd name="connsiteY1" fmla="*/ 15588 h 15588"/>
                <a:gd name="connsiteX2" fmla="*/ 0 w 19770"/>
                <a:gd name="connsiteY2" fmla="*/ 7731 h 15588"/>
                <a:gd name="connsiteX3" fmla="*/ 9885 w 19770"/>
                <a:gd name="connsiteY3" fmla="*/ 0 h 15588"/>
                <a:gd name="connsiteX4" fmla="*/ 19771 w 19770"/>
                <a:gd name="connsiteY4" fmla="*/ 7731 h 1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70" h="15588">
                  <a:moveTo>
                    <a:pt x="19771" y="7731"/>
                  </a:moveTo>
                  <a:cubicBezTo>
                    <a:pt x="19771" y="12040"/>
                    <a:pt x="15335" y="15588"/>
                    <a:pt x="9885" y="15588"/>
                  </a:cubicBezTo>
                  <a:cubicBezTo>
                    <a:pt x="4436" y="15588"/>
                    <a:pt x="0" y="12167"/>
                    <a:pt x="0" y="7731"/>
                  </a:cubicBezTo>
                  <a:cubicBezTo>
                    <a:pt x="0" y="3295"/>
                    <a:pt x="4436" y="0"/>
                    <a:pt x="9885" y="0"/>
                  </a:cubicBezTo>
                  <a:cubicBezTo>
                    <a:pt x="15335" y="0"/>
                    <a:pt x="19771" y="3422"/>
                    <a:pt x="19771" y="773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45" name="Freeform: Shape 4144">
              <a:extLst>
                <a:ext uri="{FF2B5EF4-FFF2-40B4-BE49-F238E27FC236}">
                  <a16:creationId xmlns:a16="http://schemas.microsoft.com/office/drawing/2014/main" id="{211428F0-2CFC-1BFF-4CF2-031C0CFA7EF8}"/>
                </a:ext>
              </a:extLst>
            </p:cNvPr>
            <p:cNvSpPr/>
            <p:nvPr/>
          </p:nvSpPr>
          <p:spPr>
            <a:xfrm>
              <a:off x="1572794" y="2409280"/>
              <a:ext cx="18883" cy="14954"/>
            </a:xfrm>
            <a:custGeom>
              <a:avLst/>
              <a:gdLst>
                <a:gd name="connsiteX0" fmla="*/ 18884 w 18883"/>
                <a:gd name="connsiteY0" fmla="*/ 7478 h 14954"/>
                <a:gd name="connsiteX1" fmla="*/ 9505 w 18883"/>
                <a:gd name="connsiteY1" fmla="*/ 14955 h 14954"/>
                <a:gd name="connsiteX2" fmla="*/ 0 w 18883"/>
                <a:gd name="connsiteY2" fmla="*/ 7478 h 14954"/>
                <a:gd name="connsiteX3" fmla="*/ 9505 w 18883"/>
                <a:gd name="connsiteY3" fmla="*/ 0 h 14954"/>
                <a:gd name="connsiteX4" fmla="*/ 18884 w 18883"/>
                <a:gd name="connsiteY4" fmla="*/ 7478 h 14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83" h="14954">
                  <a:moveTo>
                    <a:pt x="18884" y="7478"/>
                  </a:moveTo>
                  <a:cubicBezTo>
                    <a:pt x="18884" y="11660"/>
                    <a:pt x="14701" y="14955"/>
                    <a:pt x="9505" y="14955"/>
                  </a:cubicBezTo>
                  <a:cubicBezTo>
                    <a:pt x="4309" y="14955"/>
                    <a:pt x="0" y="11660"/>
                    <a:pt x="0" y="7478"/>
                  </a:cubicBezTo>
                  <a:cubicBezTo>
                    <a:pt x="0" y="3295"/>
                    <a:pt x="4182" y="0"/>
                    <a:pt x="9505" y="0"/>
                  </a:cubicBezTo>
                  <a:cubicBezTo>
                    <a:pt x="14828" y="0"/>
                    <a:pt x="18884" y="3295"/>
                    <a:pt x="18884" y="747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46" name="Freeform: Shape 4145">
              <a:extLst>
                <a:ext uri="{FF2B5EF4-FFF2-40B4-BE49-F238E27FC236}">
                  <a16:creationId xmlns:a16="http://schemas.microsoft.com/office/drawing/2014/main" id="{2A109D1E-4A54-9B73-589E-346E71F48D8A}"/>
                </a:ext>
              </a:extLst>
            </p:cNvPr>
            <p:cNvSpPr/>
            <p:nvPr/>
          </p:nvSpPr>
          <p:spPr>
            <a:xfrm>
              <a:off x="1610941" y="2310173"/>
              <a:ext cx="17489" cy="13941"/>
            </a:xfrm>
            <a:custGeom>
              <a:avLst/>
              <a:gdLst>
                <a:gd name="connsiteX0" fmla="*/ 17490 w 17489"/>
                <a:gd name="connsiteY0" fmla="*/ 6971 h 13941"/>
                <a:gd name="connsiteX1" fmla="*/ 8745 w 17489"/>
                <a:gd name="connsiteY1" fmla="*/ 13941 h 13941"/>
                <a:gd name="connsiteX2" fmla="*/ 0 w 17489"/>
                <a:gd name="connsiteY2" fmla="*/ 6971 h 13941"/>
                <a:gd name="connsiteX3" fmla="*/ 8745 w 17489"/>
                <a:gd name="connsiteY3" fmla="*/ 0 h 13941"/>
                <a:gd name="connsiteX4" fmla="*/ 17490 w 17489"/>
                <a:gd name="connsiteY4" fmla="*/ 6971 h 1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89" h="13941">
                  <a:moveTo>
                    <a:pt x="17490" y="6971"/>
                  </a:moveTo>
                  <a:cubicBezTo>
                    <a:pt x="17490" y="10773"/>
                    <a:pt x="13561" y="13941"/>
                    <a:pt x="8745" y="13941"/>
                  </a:cubicBezTo>
                  <a:cubicBezTo>
                    <a:pt x="3929" y="13941"/>
                    <a:pt x="0" y="10773"/>
                    <a:pt x="0" y="6971"/>
                  </a:cubicBezTo>
                  <a:cubicBezTo>
                    <a:pt x="0" y="3168"/>
                    <a:pt x="3929" y="0"/>
                    <a:pt x="8745" y="0"/>
                  </a:cubicBezTo>
                  <a:cubicBezTo>
                    <a:pt x="13561" y="0"/>
                    <a:pt x="17490" y="3042"/>
                    <a:pt x="17490" y="697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47" name="Freeform: Shape 4146">
              <a:extLst>
                <a:ext uri="{FF2B5EF4-FFF2-40B4-BE49-F238E27FC236}">
                  <a16:creationId xmlns:a16="http://schemas.microsoft.com/office/drawing/2014/main" id="{EA7A4570-399D-E62F-727F-A5D6D9A4A686}"/>
                </a:ext>
              </a:extLst>
            </p:cNvPr>
            <p:cNvSpPr/>
            <p:nvPr/>
          </p:nvSpPr>
          <p:spPr>
            <a:xfrm>
              <a:off x="1652131" y="2211699"/>
              <a:ext cx="16729" cy="13180"/>
            </a:xfrm>
            <a:custGeom>
              <a:avLst/>
              <a:gdLst>
                <a:gd name="connsiteX0" fmla="*/ 16729 w 16729"/>
                <a:gd name="connsiteY0" fmla="*/ 6590 h 13180"/>
                <a:gd name="connsiteX1" fmla="*/ 8365 w 16729"/>
                <a:gd name="connsiteY1" fmla="*/ 13181 h 13180"/>
                <a:gd name="connsiteX2" fmla="*/ 0 w 16729"/>
                <a:gd name="connsiteY2" fmla="*/ 6590 h 13180"/>
                <a:gd name="connsiteX3" fmla="*/ 8365 w 16729"/>
                <a:gd name="connsiteY3" fmla="*/ 0 h 13180"/>
                <a:gd name="connsiteX4" fmla="*/ 16729 w 16729"/>
                <a:gd name="connsiteY4" fmla="*/ 6590 h 13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9" h="13180">
                  <a:moveTo>
                    <a:pt x="16729" y="6590"/>
                  </a:moveTo>
                  <a:cubicBezTo>
                    <a:pt x="16729" y="10266"/>
                    <a:pt x="12927" y="13181"/>
                    <a:pt x="8365" y="13181"/>
                  </a:cubicBezTo>
                  <a:cubicBezTo>
                    <a:pt x="3802" y="13181"/>
                    <a:pt x="0" y="10266"/>
                    <a:pt x="0" y="6590"/>
                  </a:cubicBezTo>
                  <a:cubicBezTo>
                    <a:pt x="0" y="2915"/>
                    <a:pt x="3802" y="0"/>
                    <a:pt x="8365" y="0"/>
                  </a:cubicBezTo>
                  <a:cubicBezTo>
                    <a:pt x="12927" y="0"/>
                    <a:pt x="16729" y="2915"/>
                    <a:pt x="16729" y="659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48" name="Freeform: Shape 4147">
              <a:extLst>
                <a:ext uri="{FF2B5EF4-FFF2-40B4-BE49-F238E27FC236}">
                  <a16:creationId xmlns:a16="http://schemas.microsoft.com/office/drawing/2014/main" id="{302501D9-7D8C-5475-70F6-3F24B224364A}"/>
                </a:ext>
              </a:extLst>
            </p:cNvPr>
            <p:cNvSpPr/>
            <p:nvPr/>
          </p:nvSpPr>
          <p:spPr>
            <a:xfrm>
              <a:off x="1696868" y="2113986"/>
              <a:ext cx="15968" cy="12673"/>
            </a:xfrm>
            <a:custGeom>
              <a:avLst/>
              <a:gdLst>
                <a:gd name="connsiteX0" fmla="*/ 15969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9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9" y="6337"/>
                  </a:moveTo>
                  <a:cubicBezTo>
                    <a:pt x="15969" y="9885"/>
                    <a:pt x="12420" y="12674"/>
                    <a:pt x="7984" y="12674"/>
                  </a:cubicBezTo>
                  <a:cubicBezTo>
                    <a:pt x="3549" y="12674"/>
                    <a:pt x="0" y="9885"/>
                    <a:pt x="0" y="6337"/>
                  </a:cubicBezTo>
                  <a:cubicBezTo>
                    <a:pt x="0" y="2788"/>
                    <a:pt x="3549" y="0"/>
                    <a:pt x="7984" y="0"/>
                  </a:cubicBezTo>
                  <a:cubicBezTo>
                    <a:pt x="12420" y="0"/>
                    <a:pt x="15969" y="2788"/>
                    <a:pt x="15969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49" name="Freeform: Shape 4148">
              <a:extLst>
                <a:ext uri="{FF2B5EF4-FFF2-40B4-BE49-F238E27FC236}">
                  <a16:creationId xmlns:a16="http://schemas.microsoft.com/office/drawing/2014/main" id="{A10C12DF-2853-7075-2EBA-EA035E69C06E}"/>
                </a:ext>
              </a:extLst>
            </p:cNvPr>
            <p:cNvSpPr/>
            <p:nvPr/>
          </p:nvSpPr>
          <p:spPr>
            <a:xfrm>
              <a:off x="1745155" y="2017793"/>
              <a:ext cx="14574" cy="11406"/>
            </a:xfrm>
            <a:custGeom>
              <a:avLst/>
              <a:gdLst>
                <a:gd name="connsiteX0" fmla="*/ 14575 w 14574"/>
                <a:gd name="connsiteY0" fmla="*/ 5703 h 11406"/>
                <a:gd name="connsiteX1" fmla="*/ 7351 w 14574"/>
                <a:gd name="connsiteY1" fmla="*/ 11406 h 11406"/>
                <a:gd name="connsiteX2" fmla="*/ 0 w 14574"/>
                <a:gd name="connsiteY2" fmla="*/ 5703 h 11406"/>
                <a:gd name="connsiteX3" fmla="*/ 7351 w 14574"/>
                <a:gd name="connsiteY3" fmla="*/ 0 h 11406"/>
                <a:gd name="connsiteX4" fmla="*/ 14575 w 14574"/>
                <a:gd name="connsiteY4" fmla="*/ 5703 h 11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574" h="11406">
                  <a:moveTo>
                    <a:pt x="14575" y="5703"/>
                  </a:moveTo>
                  <a:cubicBezTo>
                    <a:pt x="14575" y="8872"/>
                    <a:pt x="11279" y="11406"/>
                    <a:pt x="7351" y="11406"/>
                  </a:cubicBezTo>
                  <a:cubicBezTo>
                    <a:pt x="3422" y="11406"/>
                    <a:pt x="0" y="8872"/>
                    <a:pt x="0" y="5703"/>
                  </a:cubicBezTo>
                  <a:cubicBezTo>
                    <a:pt x="0" y="2535"/>
                    <a:pt x="3295" y="0"/>
                    <a:pt x="7351" y="0"/>
                  </a:cubicBezTo>
                  <a:cubicBezTo>
                    <a:pt x="11406" y="0"/>
                    <a:pt x="14575" y="2535"/>
                    <a:pt x="14575" y="570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50" name="Freeform: Shape 4149">
              <a:extLst>
                <a:ext uri="{FF2B5EF4-FFF2-40B4-BE49-F238E27FC236}">
                  <a16:creationId xmlns:a16="http://schemas.microsoft.com/office/drawing/2014/main" id="{FC9AFA24-6E32-27CF-6A0B-4BECCD0E5550}"/>
                </a:ext>
              </a:extLst>
            </p:cNvPr>
            <p:cNvSpPr/>
            <p:nvPr/>
          </p:nvSpPr>
          <p:spPr>
            <a:xfrm>
              <a:off x="1796736" y="1922234"/>
              <a:ext cx="13687" cy="10899"/>
            </a:xfrm>
            <a:custGeom>
              <a:avLst/>
              <a:gdLst>
                <a:gd name="connsiteX0" fmla="*/ 13688 w 13687"/>
                <a:gd name="connsiteY0" fmla="*/ 5450 h 10899"/>
                <a:gd name="connsiteX1" fmla="*/ 6844 w 13687"/>
                <a:gd name="connsiteY1" fmla="*/ 10899 h 10899"/>
                <a:gd name="connsiteX2" fmla="*/ 0 w 13687"/>
                <a:gd name="connsiteY2" fmla="*/ 5450 h 10899"/>
                <a:gd name="connsiteX3" fmla="*/ 6844 w 13687"/>
                <a:gd name="connsiteY3" fmla="*/ 0 h 10899"/>
                <a:gd name="connsiteX4" fmla="*/ 13688 w 13687"/>
                <a:gd name="connsiteY4" fmla="*/ 5450 h 10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87" h="10899">
                  <a:moveTo>
                    <a:pt x="13688" y="5450"/>
                  </a:moveTo>
                  <a:cubicBezTo>
                    <a:pt x="13688" y="8491"/>
                    <a:pt x="10646" y="10899"/>
                    <a:pt x="6844" y="10899"/>
                  </a:cubicBezTo>
                  <a:cubicBezTo>
                    <a:pt x="3042" y="10899"/>
                    <a:pt x="0" y="8491"/>
                    <a:pt x="0" y="5450"/>
                  </a:cubicBezTo>
                  <a:cubicBezTo>
                    <a:pt x="0" y="2408"/>
                    <a:pt x="3042" y="0"/>
                    <a:pt x="6844" y="0"/>
                  </a:cubicBezTo>
                  <a:cubicBezTo>
                    <a:pt x="10646" y="0"/>
                    <a:pt x="13688" y="2408"/>
                    <a:pt x="13688" y="545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51" name="Freeform: Shape 4150">
              <a:extLst>
                <a:ext uri="{FF2B5EF4-FFF2-40B4-BE49-F238E27FC236}">
                  <a16:creationId xmlns:a16="http://schemas.microsoft.com/office/drawing/2014/main" id="{C52D6551-F886-7951-4E04-BCA52F05A13E}"/>
                </a:ext>
              </a:extLst>
            </p:cNvPr>
            <p:cNvSpPr/>
            <p:nvPr/>
          </p:nvSpPr>
          <p:spPr>
            <a:xfrm>
              <a:off x="1851613" y="1828069"/>
              <a:ext cx="12420" cy="9885"/>
            </a:xfrm>
            <a:custGeom>
              <a:avLst/>
              <a:gdLst>
                <a:gd name="connsiteX0" fmla="*/ 12420 w 12420"/>
                <a:gd name="connsiteY0" fmla="*/ 4943 h 9885"/>
                <a:gd name="connsiteX1" fmla="*/ 6210 w 12420"/>
                <a:gd name="connsiteY1" fmla="*/ 9886 h 9885"/>
                <a:gd name="connsiteX2" fmla="*/ 0 w 12420"/>
                <a:gd name="connsiteY2" fmla="*/ 4943 h 9885"/>
                <a:gd name="connsiteX3" fmla="*/ 6210 w 12420"/>
                <a:gd name="connsiteY3" fmla="*/ 0 h 9885"/>
                <a:gd name="connsiteX4" fmla="*/ 12420 w 12420"/>
                <a:gd name="connsiteY4" fmla="*/ 4943 h 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20" h="9885">
                  <a:moveTo>
                    <a:pt x="12420" y="4943"/>
                  </a:moveTo>
                  <a:lnTo>
                    <a:pt x="6210" y="9886"/>
                  </a:lnTo>
                  <a:lnTo>
                    <a:pt x="0" y="4943"/>
                  </a:lnTo>
                  <a:lnTo>
                    <a:pt x="6210" y="0"/>
                  </a:lnTo>
                  <a:lnTo>
                    <a:pt x="12420" y="494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52" name="Freeform: Shape 4151">
              <a:extLst>
                <a:ext uri="{FF2B5EF4-FFF2-40B4-BE49-F238E27FC236}">
                  <a16:creationId xmlns:a16="http://schemas.microsoft.com/office/drawing/2014/main" id="{02E80A94-1AD1-B80E-5999-D8A8333F9E4D}"/>
                </a:ext>
              </a:extLst>
            </p:cNvPr>
            <p:cNvSpPr/>
            <p:nvPr/>
          </p:nvSpPr>
          <p:spPr>
            <a:xfrm>
              <a:off x="1909151" y="1734665"/>
              <a:ext cx="12420" cy="9885"/>
            </a:xfrm>
            <a:custGeom>
              <a:avLst/>
              <a:gdLst>
                <a:gd name="connsiteX0" fmla="*/ 12420 w 12420"/>
                <a:gd name="connsiteY0" fmla="*/ 4943 h 9885"/>
                <a:gd name="connsiteX1" fmla="*/ 6337 w 12420"/>
                <a:gd name="connsiteY1" fmla="*/ 9885 h 9885"/>
                <a:gd name="connsiteX2" fmla="*/ 0 w 12420"/>
                <a:gd name="connsiteY2" fmla="*/ 4943 h 9885"/>
                <a:gd name="connsiteX3" fmla="*/ 6337 w 12420"/>
                <a:gd name="connsiteY3" fmla="*/ 0 h 9885"/>
                <a:gd name="connsiteX4" fmla="*/ 12420 w 12420"/>
                <a:gd name="connsiteY4" fmla="*/ 4943 h 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20" h="9885">
                  <a:moveTo>
                    <a:pt x="12420" y="4943"/>
                  </a:moveTo>
                  <a:lnTo>
                    <a:pt x="6337" y="9885"/>
                  </a:lnTo>
                  <a:lnTo>
                    <a:pt x="0" y="4943"/>
                  </a:lnTo>
                  <a:lnTo>
                    <a:pt x="6337" y="0"/>
                  </a:lnTo>
                  <a:lnTo>
                    <a:pt x="12420" y="494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53" name="Freeform: Shape 4152">
              <a:extLst>
                <a:ext uri="{FF2B5EF4-FFF2-40B4-BE49-F238E27FC236}">
                  <a16:creationId xmlns:a16="http://schemas.microsoft.com/office/drawing/2014/main" id="{2B81A03C-E7B9-D873-6110-5C518C36B147}"/>
                </a:ext>
              </a:extLst>
            </p:cNvPr>
            <p:cNvSpPr/>
            <p:nvPr/>
          </p:nvSpPr>
          <p:spPr>
            <a:xfrm>
              <a:off x="1970745" y="1643162"/>
              <a:ext cx="11025" cy="8744"/>
            </a:xfrm>
            <a:custGeom>
              <a:avLst/>
              <a:gdLst>
                <a:gd name="connsiteX0" fmla="*/ 11026 w 11025"/>
                <a:gd name="connsiteY0" fmla="*/ 4309 h 8744"/>
                <a:gd name="connsiteX1" fmla="*/ 5450 w 11025"/>
                <a:gd name="connsiteY1" fmla="*/ 8745 h 8744"/>
                <a:gd name="connsiteX2" fmla="*/ 0 w 11025"/>
                <a:gd name="connsiteY2" fmla="*/ 4309 h 8744"/>
                <a:gd name="connsiteX3" fmla="*/ 5450 w 11025"/>
                <a:gd name="connsiteY3" fmla="*/ 0 h 8744"/>
                <a:gd name="connsiteX4" fmla="*/ 11026 w 11025"/>
                <a:gd name="connsiteY4" fmla="*/ 4309 h 8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25" h="8744">
                  <a:moveTo>
                    <a:pt x="11026" y="4309"/>
                  </a:moveTo>
                  <a:lnTo>
                    <a:pt x="5450" y="8745"/>
                  </a:lnTo>
                  <a:lnTo>
                    <a:pt x="0" y="4309"/>
                  </a:lnTo>
                  <a:lnTo>
                    <a:pt x="5450" y="0"/>
                  </a:lnTo>
                  <a:lnTo>
                    <a:pt x="11026" y="430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54" name="Freeform: Shape 4153">
              <a:extLst>
                <a:ext uri="{FF2B5EF4-FFF2-40B4-BE49-F238E27FC236}">
                  <a16:creationId xmlns:a16="http://schemas.microsoft.com/office/drawing/2014/main" id="{13FC8FFA-F98C-B3C5-6752-732F1D69D143}"/>
                </a:ext>
              </a:extLst>
            </p:cNvPr>
            <p:cNvSpPr/>
            <p:nvPr/>
          </p:nvSpPr>
          <p:spPr>
            <a:xfrm>
              <a:off x="2035127" y="1552672"/>
              <a:ext cx="10138" cy="8111"/>
            </a:xfrm>
            <a:custGeom>
              <a:avLst/>
              <a:gdLst>
                <a:gd name="connsiteX0" fmla="*/ 10139 w 10138"/>
                <a:gd name="connsiteY0" fmla="*/ 4056 h 8111"/>
                <a:gd name="connsiteX1" fmla="*/ 5069 w 10138"/>
                <a:gd name="connsiteY1" fmla="*/ 8111 h 8111"/>
                <a:gd name="connsiteX2" fmla="*/ 0 w 10138"/>
                <a:gd name="connsiteY2" fmla="*/ 4056 h 8111"/>
                <a:gd name="connsiteX3" fmla="*/ 5069 w 10138"/>
                <a:gd name="connsiteY3" fmla="*/ 0 h 8111"/>
                <a:gd name="connsiteX4" fmla="*/ 10139 w 10138"/>
                <a:gd name="connsiteY4" fmla="*/ 4056 h 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38" h="8111">
                  <a:moveTo>
                    <a:pt x="10139" y="4056"/>
                  </a:moveTo>
                  <a:lnTo>
                    <a:pt x="5069" y="8111"/>
                  </a:lnTo>
                  <a:lnTo>
                    <a:pt x="0" y="4056"/>
                  </a:lnTo>
                  <a:lnTo>
                    <a:pt x="5069" y="0"/>
                  </a:lnTo>
                  <a:lnTo>
                    <a:pt x="10139" y="405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55" name="Freeform: Shape 4154">
              <a:extLst>
                <a:ext uri="{FF2B5EF4-FFF2-40B4-BE49-F238E27FC236}">
                  <a16:creationId xmlns:a16="http://schemas.microsoft.com/office/drawing/2014/main" id="{F5D7E884-73A9-36B1-46D9-912110E894DF}"/>
                </a:ext>
              </a:extLst>
            </p:cNvPr>
            <p:cNvSpPr/>
            <p:nvPr/>
          </p:nvSpPr>
          <p:spPr>
            <a:xfrm>
              <a:off x="2103057" y="1463957"/>
              <a:ext cx="8617" cy="6843"/>
            </a:xfrm>
            <a:custGeom>
              <a:avLst/>
              <a:gdLst>
                <a:gd name="connsiteX0" fmla="*/ 8618 w 8617"/>
                <a:gd name="connsiteY0" fmla="*/ 3422 h 6843"/>
                <a:gd name="connsiteX1" fmla="*/ 4309 w 8617"/>
                <a:gd name="connsiteY1" fmla="*/ 6844 h 6843"/>
                <a:gd name="connsiteX2" fmla="*/ 0 w 8617"/>
                <a:gd name="connsiteY2" fmla="*/ 3422 h 6843"/>
                <a:gd name="connsiteX3" fmla="*/ 4309 w 8617"/>
                <a:gd name="connsiteY3" fmla="*/ 0 h 6843"/>
                <a:gd name="connsiteX4" fmla="*/ 8618 w 8617"/>
                <a:gd name="connsiteY4" fmla="*/ 3422 h 6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7" h="6843">
                  <a:moveTo>
                    <a:pt x="8618" y="3422"/>
                  </a:moveTo>
                  <a:lnTo>
                    <a:pt x="4309" y="6844"/>
                  </a:lnTo>
                  <a:lnTo>
                    <a:pt x="0" y="3422"/>
                  </a:lnTo>
                  <a:lnTo>
                    <a:pt x="4309" y="0"/>
                  </a:lnTo>
                  <a:lnTo>
                    <a:pt x="8618" y="342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56" name="Freeform: Shape 4155">
              <a:extLst>
                <a:ext uri="{FF2B5EF4-FFF2-40B4-BE49-F238E27FC236}">
                  <a16:creationId xmlns:a16="http://schemas.microsoft.com/office/drawing/2014/main" id="{38218B10-B0D2-6475-08AF-B29BA243553E}"/>
                </a:ext>
              </a:extLst>
            </p:cNvPr>
            <p:cNvSpPr/>
            <p:nvPr/>
          </p:nvSpPr>
          <p:spPr>
            <a:xfrm>
              <a:off x="2173522" y="1376383"/>
              <a:ext cx="7984" cy="6336"/>
            </a:xfrm>
            <a:custGeom>
              <a:avLst/>
              <a:gdLst>
                <a:gd name="connsiteX0" fmla="*/ 7984 w 7984"/>
                <a:gd name="connsiteY0" fmla="*/ 3168 h 6336"/>
                <a:gd name="connsiteX1" fmla="*/ 4056 w 7984"/>
                <a:gd name="connsiteY1" fmla="*/ 6337 h 6336"/>
                <a:gd name="connsiteX2" fmla="*/ 0 w 7984"/>
                <a:gd name="connsiteY2" fmla="*/ 3168 h 6336"/>
                <a:gd name="connsiteX3" fmla="*/ 4056 w 7984"/>
                <a:gd name="connsiteY3" fmla="*/ 0 h 6336"/>
                <a:gd name="connsiteX4" fmla="*/ 7984 w 7984"/>
                <a:gd name="connsiteY4" fmla="*/ 3168 h 6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84" h="6336">
                  <a:moveTo>
                    <a:pt x="7984" y="3168"/>
                  </a:moveTo>
                  <a:lnTo>
                    <a:pt x="4056" y="6337"/>
                  </a:lnTo>
                  <a:lnTo>
                    <a:pt x="0" y="3168"/>
                  </a:lnTo>
                  <a:lnTo>
                    <a:pt x="4056" y="0"/>
                  </a:lnTo>
                  <a:lnTo>
                    <a:pt x="7984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57" name="Freeform: Shape 4156">
              <a:extLst>
                <a:ext uri="{FF2B5EF4-FFF2-40B4-BE49-F238E27FC236}">
                  <a16:creationId xmlns:a16="http://schemas.microsoft.com/office/drawing/2014/main" id="{8ADD9DB8-9517-3631-CE4F-D6DE569BB315}"/>
                </a:ext>
              </a:extLst>
            </p:cNvPr>
            <p:cNvSpPr/>
            <p:nvPr/>
          </p:nvSpPr>
          <p:spPr>
            <a:xfrm>
              <a:off x="2247536" y="1290709"/>
              <a:ext cx="6463" cy="5069"/>
            </a:xfrm>
            <a:custGeom>
              <a:avLst/>
              <a:gdLst>
                <a:gd name="connsiteX0" fmla="*/ 6464 w 6463"/>
                <a:gd name="connsiteY0" fmla="*/ 2535 h 5069"/>
                <a:gd name="connsiteX1" fmla="*/ 3168 w 6463"/>
                <a:gd name="connsiteY1" fmla="*/ 5069 h 5069"/>
                <a:gd name="connsiteX2" fmla="*/ 0 w 6463"/>
                <a:gd name="connsiteY2" fmla="*/ 2535 h 5069"/>
                <a:gd name="connsiteX3" fmla="*/ 3168 w 6463"/>
                <a:gd name="connsiteY3" fmla="*/ 0 h 5069"/>
                <a:gd name="connsiteX4" fmla="*/ 6464 w 6463"/>
                <a:gd name="connsiteY4" fmla="*/ 2535 h 5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069">
                  <a:moveTo>
                    <a:pt x="6464" y="2535"/>
                  </a:moveTo>
                  <a:lnTo>
                    <a:pt x="3168" y="5069"/>
                  </a:lnTo>
                  <a:lnTo>
                    <a:pt x="0" y="2535"/>
                  </a:lnTo>
                  <a:lnTo>
                    <a:pt x="3168" y="0"/>
                  </a:lnTo>
                  <a:lnTo>
                    <a:pt x="6464" y="253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58" name="Freeform: Shape 4157">
              <a:extLst>
                <a:ext uri="{FF2B5EF4-FFF2-40B4-BE49-F238E27FC236}">
                  <a16:creationId xmlns:a16="http://schemas.microsoft.com/office/drawing/2014/main" id="{C92285C0-C59C-D48F-FD2D-AE8113489679}"/>
                </a:ext>
              </a:extLst>
            </p:cNvPr>
            <p:cNvSpPr/>
            <p:nvPr/>
          </p:nvSpPr>
          <p:spPr>
            <a:xfrm>
              <a:off x="2324085" y="1206430"/>
              <a:ext cx="5703" cy="4435"/>
            </a:xfrm>
            <a:custGeom>
              <a:avLst/>
              <a:gdLst>
                <a:gd name="connsiteX0" fmla="*/ 5703 w 5703"/>
                <a:gd name="connsiteY0" fmla="*/ 2155 h 4435"/>
                <a:gd name="connsiteX1" fmla="*/ 2788 w 5703"/>
                <a:gd name="connsiteY1" fmla="*/ 4436 h 4435"/>
                <a:gd name="connsiteX2" fmla="*/ 0 w 5703"/>
                <a:gd name="connsiteY2" fmla="*/ 2155 h 4435"/>
                <a:gd name="connsiteX3" fmla="*/ 2788 w 5703"/>
                <a:gd name="connsiteY3" fmla="*/ 0 h 4435"/>
                <a:gd name="connsiteX4" fmla="*/ 5703 w 5703"/>
                <a:gd name="connsiteY4" fmla="*/ 2155 h 4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03" h="4435">
                  <a:moveTo>
                    <a:pt x="5703" y="2155"/>
                  </a:moveTo>
                  <a:lnTo>
                    <a:pt x="2788" y="4436"/>
                  </a:lnTo>
                  <a:lnTo>
                    <a:pt x="0" y="2155"/>
                  </a:lnTo>
                  <a:lnTo>
                    <a:pt x="2788" y="0"/>
                  </a:lnTo>
                  <a:lnTo>
                    <a:pt x="5703" y="215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59" name="Freeform: Shape 4158">
              <a:extLst>
                <a:ext uri="{FF2B5EF4-FFF2-40B4-BE49-F238E27FC236}">
                  <a16:creationId xmlns:a16="http://schemas.microsoft.com/office/drawing/2014/main" id="{9A4DDA96-21E0-362F-6AB2-1706C2B1729E}"/>
                </a:ext>
              </a:extLst>
            </p:cNvPr>
            <p:cNvSpPr/>
            <p:nvPr/>
          </p:nvSpPr>
          <p:spPr>
            <a:xfrm>
              <a:off x="2403802" y="1123925"/>
              <a:ext cx="4435" cy="3421"/>
            </a:xfrm>
            <a:custGeom>
              <a:avLst/>
              <a:gdLst>
                <a:gd name="connsiteX0" fmla="*/ 4436 w 4435"/>
                <a:gd name="connsiteY0" fmla="*/ 1774 h 3421"/>
                <a:gd name="connsiteX1" fmla="*/ 2154 w 4435"/>
                <a:gd name="connsiteY1" fmla="*/ 3422 h 3421"/>
                <a:gd name="connsiteX2" fmla="*/ 0 w 4435"/>
                <a:gd name="connsiteY2" fmla="*/ 1774 h 3421"/>
                <a:gd name="connsiteX3" fmla="*/ 2154 w 4435"/>
                <a:gd name="connsiteY3" fmla="*/ 0 h 3421"/>
                <a:gd name="connsiteX4" fmla="*/ 4436 w 4435"/>
                <a:gd name="connsiteY4" fmla="*/ 1774 h 3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5" h="3421">
                  <a:moveTo>
                    <a:pt x="4436" y="1774"/>
                  </a:moveTo>
                  <a:lnTo>
                    <a:pt x="2154" y="3422"/>
                  </a:lnTo>
                  <a:lnTo>
                    <a:pt x="0" y="1774"/>
                  </a:lnTo>
                  <a:lnTo>
                    <a:pt x="2154" y="0"/>
                  </a:lnTo>
                  <a:lnTo>
                    <a:pt x="4436" y="177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60" name="Freeform: Shape 4159">
              <a:extLst>
                <a:ext uri="{FF2B5EF4-FFF2-40B4-BE49-F238E27FC236}">
                  <a16:creationId xmlns:a16="http://schemas.microsoft.com/office/drawing/2014/main" id="{BDD26443-F739-B831-6444-76EBD5BD9390}"/>
                </a:ext>
              </a:extLst>
            </p:cNvPr>
            <p:cNvSpPr/>
            <p:nvPr/>
          </p:nvSpPr>
          <p:spPr>
            <a:xfrm>
              <a:off x="2486180" y="1043194"/>
              <a:ext cx="3548" cy="2661"/>
            </a:xfrm>
            <a:custGeom>
              <a:avLst/>
              <a:gdLst>
                <a:gd name="connsiteX0" fmla="*/ 3549 w 3548"/>
                <a:gd name="connsiteY0" fmla="*/ 1267 h 2661"/>
                <a:gd name="connsiteX1" fmla="*/ 1774 w 3548"/>
                <a:gd name="connsiteY1" fmla="*/ 2661 h 2661"/>
                <a:gd name="connsiteX2" fmla="*/ 0 w 3548"/>
                <a:gd name="connsiteY2" fmla="*/ 1267 h 2661"/>
                <a:gd name="connsiteX3" fmla="*/ 1774 w 3548"/>
                <a:gd name="connsiteY3" fmla="*/ 0 h 2661"/>
                <a:gd name="connsiteX4" fmla="*/ 3549 w 3548"/>
                <a:gd name="connsiteY4" fmla="*/ 1267 h 2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661">
                  <a:moveTo>
                    <a:pt x="3549" y="1267"/>
                  </a:moveTo>
                  <a:lnTo>
                    <a:pt x="1774" y="2661"/>
                  </a:lnTo>
                  <a:lnTo>
                    <a:pt x="0" y="1267"/>
                  </a:lnTo>
                  <a:lnTo>
                    <a:pt x="1774" y="0"/>
                  </a:lnTo>
                  <a:lnTo>
                    <a:pt x="3549" y="126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61" name="Freeform: Shape 4160">
              <a:extLst>
                <a:ext uri="{FF2B5EF4-FFF2-40B4-BE49-F238E27FC236}">
                  <a16:creationId xmlns:a16="http://schemas.microsoft.com/office/drawing/2014/main" id="{E1A99EB8-7F11-63E4-2142-EF21197EA422}"/>
                </a:ext>
              </a:extLst>
            </p:cNvPr>
            <p:cNvSpPr/>
            <p:nvPr/>
          </p:nvSpPr>
          <p:spPr>
            <a:xfrm>
              <a:off x="2571220" y="963984"/>
              <a:ext cx="2914" cy="2408"/>
            </a:xfrm>
            <a:custGeom>
              <a:avLst/>
              <a:gdLst>
                <a:gd name="connsiteX0" fmla="*/ 2915 w 2914"/>
                <a:gd name="connsiteY0" fmla="*/ 1141 h 2408"/>
                <a:gd name="connsiteX1" fmla="*/ 1521 w 2914"/>
                <a:gd name="connsiteY1" fmla="*/ 2408 h 2408"/>
                <a:gd name="connsiteX2" fmla="*/ 0 w 2914"/>
                <a:gd name="connsiteY2" fmla="*/ 1141 h 2408"/>
                <a:gd name="connsiteX3" fmla="*/ 1521 w 2914"/>
                <a:gd name="connsiteY3" fmla="*/ 0 h 2408"/>
                <a:gd name="connsiteX4" fmla="*/ 2915 w 2914"/>
                <a:gd name="connsiteY4" fmla="*/ 1141 h 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" h="2408">
                  <a:moveTo>
                    <a:pt x="2915" y="1141"/>
                  </a:moveTo>
                  <a:lnTo>
                    <a:pt x="1521" y="2408"/>
                  </a:lnTo>
                  <a:lnTo>
                    <a:pt x="0" y="1141"/>
                  </a:lnTo>
                  <a:lnTo>
                    <a:pt x="1521" y="0"/>
                  </a:lnTo>
                  <a:lnTo>
                    <a:pt x="2915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62" name="Freeform: Shape 4161">
              <a:extLst>
                <a:ext uri="{FF2B5EF4-FFF2-40B4-BE49-F238E27FC236}">
                  <a16:creationId xmlns:a16="http://schemas.microsoft.com/office/drawing/2014/main" id="{6ECFB307-D075-C424-10D1-FBCE415402AC}"/>
                </a:ext>
              </a:extLst>
            </p:cNvPr>
            <p:cNvSpPr/>
            <p:nvPr/>
          </p:nvSpPr>
          <p:spPr>
            <a:xfrm>
              <a:off x="2659555" y="887182"/>
              <a:ext cx="1267" cy="1140"/>
            </a:xfrm>
            <a:custGeom>
              <a:avLst/>
              <a:gdLst>
                <a:gd name="connsiteX0" fmla="*/ 1267 w 1267"/>
                <a:gd name="connsiteY0" fmla="*/ 507 h 1140"/>
                <a:gd name="connsiteX1" fmla="*/ 634 w 1267"/>
                <a:gd name="connsiteY1" fmla="*/ 1141 h 1140"/>
                <a:gd name="connsiteX2" fmla="*/ 0 w 1267"/>
                <a:gd name="connsiteY2" fmla="*/ 507 h 1140"/>
                <a:gd name="connsiteX3" fmla="*/ 634 w 1267"/>
                <a:gd name="connsiteY3" fmla="*/ 0 h 1140"/>
                <a:gd name="connsiteX4" fmla="*/ 1267 w 1267"/>
                <a:gd name="connsiteY4" fmla="*/ 507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7" h="1140">
                  <a:moveTo>
                    <a:pt x="1267" y="507"/>
                  </a:moveTo>
                  <a:lnTo>
                    <a:pt x="634" y="1141"/>
                  </a:lnTo>
                  <a:lnTo>
                    <a:pt x="0" y="507"/>
                  </a:lnTo>
                  <a:lnTo>
                    <a:pt x="634" y="0"/>
                  </a:lnTo>
                  <a:lnTo>
                    <a:pt x="1267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63" name="Freeform: Shape 4162">
              <a:extLst>
                <a:ext uri="{FF2B5EF4-FFF2-40B4-BE49-F238E27FC236}">
                  <a16:creationId xmlns:a16="http://schemas.microsoft.com/office/drawing/2014/main" id="{4640C832-FB40-3DFF-1F98-4475B9F57502}"/>
                </a:ext>
              </a:extLst>
            </p:cNvPr>
            <p:cNvSpPr/>
            <p:nvPr/>
          </p:nvSpPr>
          <p:spPr>
            <a:xfrm>
              <a:off x="2842561" y="738394"/>
              <a:ext cx="887" cy="633"/>
            </a:xfrm>
            <a:custGeom>
              <a:avLst/>
              <a:gdLst>
                <a:gd name="connsiteX0" fmla="*/ 887 w 887"/>
                <a:gd name="connsiteY0" fmla="*/ 253 h 633"/>
                <a:gd name="connsiteX1" fmla="*/ 507 w 887"/>
                <a:gd name="connsiteY1" fmla="*/ 634 h 633"/>
                <a:gd name="connsiteX2" fmla="*/ 0 w 887"/>
                <a:gd name="connsiteY2" fmla="*/ 253 h 633"/>
                <a:gd name="connsiteX3" fmla="*/ 507 w 887"/>
                <a:gd name="connsiteY3" fmla="*/ 0 h 633"/>
                <a:gd name="connsiteX4" fmla="*/ 887 w 887"/>
                <a:gd name="connsiteY4" fmla="*/ 253 h 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7" h="633">
                  <a:moveTo>
                    <a:pt x="887" y="253"/>
                  </a:moveTo>
                  <a:lnTo>
                    <a:pt x="507" y="634"/>
                  </a:lnTo>
                  <a:lnTo>
                    <a:pt x="0" y="253"/>
                  </a:lnTo>
                  <a:lnTo>
                    <a:pt x="507" y="0"/>
                  </a:lnTo>
                  <a:lnTo>
                    <a:pt x="887" y="25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64" name="Freeform: Shape 4163">
              <a:extLst>
                <a:ext uri="{FF2B5EF4-FFF2-40B4-BE49-F238E27FC236}">
                  <a16:creationId xmlns:a16="http://schemas.microsoft.com/office/drawing/2014/main" id="{15EE3924-C4FB-A7AF-87D9-0F6C701ECAFB}"/>
                </a:ext>
              </a:extLst>
            </p:cNvPr>
            <p:cNvSpPr/>
            <p:nvPr/>
          </p:nvSpPr>
          <p:spPr>
            <a:xfrm>
              <a:off x="2937867" y="666788"/>
              <a:ext cx="760" cy="633"/>
            </a:xfrm>
            <a:custGeom>
              <a:avLst/>
              <a:gdLst>
                <a:gd name="connsiteX0" fmla="*/ 760 w 760"/>
                <a:gd name="connsiteY0" fmla="*/ 380 h 633"/>
                <a:gd name="connsiteX1" fmla="*/ 380 w 760"/>
                <a:gd name="connsiteY1" fmla="*/ 634 h 633"/>
                <a:gd name="connsiteX2" fmla="*/ 0 w 760"/>
                <a:gd name="connsiteY2" fmla="*/ 380 h 633"/>
                <a:gd name="connsiteX3" fmla="*/ 380 w 760"/>
                <a:gd name="connsiteY3" fmla="*/ 0 h 633"/>
                <a:gd name="connsiteX4" fmla="*/ 760 w 760"/>
                <a:gd name="connsiteY4" fmla="*/ 380 h 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0" h="633">
                  <a:moveTo>
                    <a:pt x="760" y="380"/>
                  </a:moveTo>
                  <a:lnTo>
                    <a:pt x="380" y="634"/>
                  </a:lnTo>
                  <a:lnTo>
                    <a:pt x="0" y="380"/>
                  </a:lnTo>
                  <a:lnTo>
                    <a:pt x="380" y="0"/>
                  </a:lnTo>
                  <a:lnTo>
                    <a:pt x="760" y="38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65" name="Freeform: Shape 4164">
              <a:extLst>
                <a:ext uri="{FF2B5EF4-FFF2-40B4-BE49-F238E27FC236}">
                  <a16:creationId xmlns:a16="http://schemas.microsoft.com/office/drawing/2014/main" id="{E6B90771-996E-1DDE-C958-6C0D68728E12}"/>
                </a:ext>
              </a:extLst>
            </p:cNvPr>
            <p:cNvSpPr/>
            <p:nvPr/>
          </p:nvSpPr>
          <p:spPr>
            <a:xfrm>
              <a:off x="3035073" y="597083"/>
              <a:ext cx="1774" cy="1394"/>
            </a:xfrm>
            <a:custGeom>
              <a:avLst/>
              <a:gdLst>
                <a:gd name="connsiteX0" fmla="*/ 1774 w 1774"/>
                <a:gd name="connsiteY0" fmla="*/ 760 h 1394"/>
                <a:gd name="connsiteX1" fmla="*/ 887 w 1774"/>
                <a:gd name="connsiteY1" fmla="*/ 1394 h 1394"/>
                <a:gd name="connsiteX2" fmla="*/ 0 w 1774"/>
                <a:gd name="connsiteY2" fmla="*/ 760 h 1394"/>
                <a:gd name="connsiteX3" fmla="*/ 887 w 1774"/>
                <a:gd name="connsiteY3" fmla="*/ 0 h 1394"/>
                <a:gd name="connsiteX4" fmla="*/ 1774 w 1774"/>
                <a:gd name="connsiteY4" fmla="*/ 760 h 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" h="1394">
                  <a:moveTo>
                    <a:pt x="1774" y="760"/>
                  </a:moveTo>
                  <a:lnTo>
                    <a:pt x="887" y="1394"/>
                  </a:lnTo>
                  <a:lnTo>
                    <a:pt x="0" y="760"/>
                  </a:lnTo>
                  <a:lnTo>
                    <a:pt x="887" y="0"/>
                  </a:lnTo>
                  <a:lnTo>
                    <a:pt x="1774" y="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66" name="Freeform: Shape 4165">
              <a:extLst>
                <a:ext uri="{FF2B5EF4-FFF2-40B4-BE49-F238E27FC236}">
                  <a16:creationId xmlns:a16="http://schemas.microsoft.com/office/drawing/2014/main" id="{A00963D0-F75E-B0EA-E13E-467BB0E2540A}"/>
                </a:ext>
              </a:extLst>
            </p:cNvPr>
            <p:cNvSpPr/>
            <p:nvPr/>
          </p:nvSpPr>
          <p:spPr>
            <a:xfrm>
              <a:off x="3134435" y="529406"/>
              <a:ext cx="2914" cy="2281"/>
            </a:xfrm>
            <a:custGeom>
              <a:avLst/>
              <a:gdLst>
                <a:gd name="connsiteX0" fmla="*/ 2915 w 2914"/>
                <a:gd name="connsiteY0" fmla="*/ 1141 h 2281"/>
                <a:gd name="connsiteX1" fmla="*/ 1521 w 2914"/>
                <a:gd name="connsiteY1" fmla="*/ 2281 h 2281"/>
                <a:gd name="connsiteX2" fmla="*/ 0 w 2914"/>
                <a:gd name="connsiteY2" fmla="*/ 1141 h 2281"/>
                <a:gd name="connsiteX3" fmla="*/ 1521 w 2914"/>
                <a:gd name="connsiteY3" fmla="*/ 0 h 2281"/>
                <a:gd name="connsiteX4" fmla="*/ 2915 w 2914"/>
                <a:gd name="connsiteY4" fmla="*/ 1141 h 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" h="2281">
                  <a:moveTo>
                    <a:pt x="2915" y="1141"/>
                  </a:moveTo>
                  <a:lnTo>
                    <a:pt x="1521" y="2281"/>
                  </a:lnTo>
                  <a:lnTo>
                    <a:pt x="0" y="1141"/>
                  </a:lnTo>
                  <a:lnTo>
                    <a:pt x="1521" y="0"/>
                  </a:lnTo>
                  <a:lnTo>
                    <a:pt x="2915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67" name="Freeform: Shape 4166">
              <a:extLst>
                <a:ext uri="{FF2B5EF4-FFF2-40B4-BE49-F238E27FC236}">
                  <a16:creationId xmlns:a16="http://schemas.microsoft.com/office/drawing/2014/main" id="{0DC53297-520B-B196-CF17-C9A88D3C4956}"/>
                </a:ext>
              </a:extLst>
            </p:cNvPr>
            <p:cNvSpPr/>
            <p:nvPr/>
          </p:nvSpPr>
          <p:spPr>
            <a:xfrm>
              <a:off x="3236457" y="464137"/>
              <a:ext cx="3548" cy="2788"/>
            </a:xfrm>
            <a:custGeom>
              <a:avLst/>
              <a:gdLst>
                <a:gd name="connsiteX0" fmla="*/ 3549 w 3548"/>
                <a:gd name="connsiteY0" fmla="*/ 1394 h 2788"/>
                <a:gd name="connsiteX1" fmla="*/ 1901 w 3548"/>
                <a:gd name="connsiteY1" fmla="*/ 2788 h 2788"/>
                <a:gd name="connsiteX2" fmla="*/ 0 w 3548"/>
                <a:gd name="connsiteY2" fmla="*/ 1394 h 2788"/>
                <a:gd name="connsiteX3" fmla="*/ 1901 w 3548"/>
                <a:gd name="connsiteY3" fmla="*/ 0 h 2788"/>
                <a:gd name="connsiteX4" fmla="*/ 3549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9" y="1394"/>
                  </a:moveTo>
                  <a:lnTo>
                    <a:pt x="1901" y="2788"/>
                  </a:lnTo>
                  <a:lnTo>
                    <a:pt x="0" y="1394"/>
                  </a:lnTo>
                  <a:lnTo>
                    <a:pt x="1901" y="0"/>
                  </a:lnTo>
                  <a:lnTo>
                    <a:pt x="3549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68" name="Freeform: Shape 4167">
              <a:extLst>
                <a:ext uri="{FF2B5EF4-FFF2-40B4-BE49-F238E27FC236}">
                  <a16:creationId xmlns:a16="http://schemas.microsoft.com/office/drawing/2014/main" id="{446D43A2-978E-22E5-92D4-0F829C6B4022}"/>
                </a:ext>
              </a:extLst>
            </p:cNvPr>
            <p:cNvSpPr/>
            <p:nvPr/>
          </p:nvSpPr>
          <p:spPr>
            <a:xfrm>
              <a:off x="3340761" y="401276"/>
              <a:ext cx="4182" cy="3168"/>
            </a:xfrm>
            <a:custGeom>
              <a:avLst/>
              <a:gdLst>
                <a:gd name="connsiteX0" fmla="*/ 4182 w 4182"/>
                <a:gd name="connsiteY0" fmla="*/ 1521 h 3168"/>
                <a:gd name="connsiteX1" fmla="*/ 2154 w 4182"/>
                <a:gd name="connsiteY1" fmla="*/ 3168 h 3168"/>
                <a:gd name="connsiteX2" fmla="*/ 0 w 4182"/>
                <a:gd name="connsiteY2" fmla="*/ 1521 h 3168"/>
                <a:gd name="connsiteX3" fmla="*/ 2154 w 4182"/>
                <a:gd name="connsiteY3" fmla="*/ 0 h 3168"/>
                <a:gd name="connsiteX4" fmla="*/ 4182 w 4182"/>
                <a:gd name="connsiteY4" fmla="*/ 1521 h 3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2" h="3168">
                  <a:moveTo>
                    <a:pt x="4182" y="1521"/>
                  </a:moveTo>
                  <a:lnTo>
                    <a:pt x="2154" y="3168"/>
                  </a:lnTo>
                  <a:lnTo>
                    <a:pt x="0" y="1521"/>
                  </a:lnTo>
                  <a:lnTo>
                    <a:pt x="2154" y="0"/>
                  </a:lnTo>
                  <a:lnTo>
                    <a:pt x="4182" y="152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69" name="Freeform: Shape 4168">
              <a:extLst>
                <a:ext uri="{FF2B5EF4-FFF2-40B4-BE49-F238E27FC236}">
                  <a16:creationId xmlns:a16="http://schemas.microsoft.com/office/drawing/2014/main" id="{37D0D408-DCC4-7D74-5984-C3EE385BEB7A}"/>
                </a:ext>
              </a:extLst>
            </p:cNvPr>
            <p:cNvSpPr/>
            <p:nvPr/>
          </p:nvSpPr>
          <p:spPr>
            <a:xfrm>
              <a:off x="3446965" y="340316"/>
              <a:ext cx="5196" cy="4182"/>
            </a:xfrm>
            <a:custGeom>
              <a:avLst/>
              <a:gdLst>
                <a:gd name="connsiteX0" fmla="*/ 5196 w 5196"/>
                <a:gd name="connsiteY0" fmla="*/ 2028 h 4182"/>
                <a:gd name="connsiteX1" fmla="*/ 2534 w 5196"/>
                <a:gd name="connsiteY1" fmla="*/ 4182 h 4182"/>
                <a:gd name="connsiteX2" fmla="*/ 0 w 5196"/>
                <a:gd name="connsiteY2" fmla="*/ 2028 h 4182"/>
                <a:gd name="connsiteX3" fmla="*/ 2534 w 5196"/>
                <a:gd name="connsiteY3" fmla="*/ 0 h 4182"/>
                <a:gd name="connsiteX4" fmla="*/ 5196 w 5196"/>
                <a:gd name="connsiteY4" fmla="*/ 2028 h 4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96" h="4182">
                  <a:moveTo>
                    <a:pt x="5196" y="2028"/>
                  </a:moveTo>
                  <a:lnTo>
                    <a:pt x="2534" y="4182"/>
                  </a:lnTo>
                  <a:lnTo>
                    <a:pt x="0" y="2028"/>
                  </a:lnTo>
                  <a:lnTo>
                    <a:pt x="2534" y="0"/>
                  </a:lnTo>
                  <a:lnTo>
                    <a:pt x="5196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70" name="Freeform: Shape 4169">
              <a:extLst>
                <a:ext uri="{FF2B5EF4-FFF2-40B4-BE49-F238E27FC236}">
                  <a16:creationId xmlns:a16="http://schemas.microsoft.com/office/drawing/2014/main" id="{9188816A-6B03-4267-7CF8-637EAF56AB80}"/>
                </a:ext>
              </a:extLst>
            </p:cNvPr>
            <p:cNvSpPr/>
            <p:nvPr/>
          </p:nvSpPr>
          <p:spPr>
            <a:xfrm>
              <a:off x="3555325" y="282018"/>
              <a:ext cx="5956" cy="4689"/>
            </a:xfrm>
            <a:custGeom>
              <a:avLst/>
              <a:gdLst>
                <a:gd name="connsiteX0" fmla="*/ 5957 w 5956"/>
                <a:gd name="connsiteY0" fmla="*/ 2281 h 4689"/>
                <a:gd name="connsiteX1" fmla="*/ 3042 w 5956"/>
                <a:gd name="connsiteY1" fmla="*/ 4689 h 4689"/>
                <a:gd name="connsiteX2" fmla="*/ 0 w 5956"/>
                <a:gd name="connsiteY2" fmla="*/ 2281 h 4689"/>
                <a:gd name="connsiteX3" fmla="*/ 3042 w 5956"/>
                <a:gd name="connsiteY3" fmla="*/ 0 h 4689"/>
                <a:gd name="connsiteX4" fmla="*/ 5957 w 5956"/>
                <a:gd name="connsiteY4" fmla="*/ 2281 h 4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6" h="4689">
                  <a:moveTo>
                    <a:pt x="5957" y="2281"/>
                  </a:moveTo>
                  <a:lnTo>
                    <a:pt x="3042" y="4689"/>
                  </a:lnTo>
                  <a:lnTo>
                    <a:pt x="0" y="2281"/>
                  </a:lnTo>
                  <a:lnTo>
                    <a:pt x="3042" y="0"/>
                  </a:lnTo>
                  <a:lnTo>
                    <a:pt x="5957" y="22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71" name="Freeform: Shape 4170">
              <a:extLst>
                <a:ext uri="{FF2B5EF4-FFF2-40B4-BE49-F238E27FC236}">
                  <a16:creationId xmlns:a16="http://schemas.microsoft.com/office/drawing/2014/main" id="{D9BBD401-FD2F-05E5-7697-6361F0FE8C8C}"/>
                </a:ext>
              </a:extLst>
            </p:cNvPr>
            <p:cNvSpPr/>
            <p:nvPr/>
          </p:nvSpPr>
          <p:spPr>
            <a:xfrm>
              <a:off x="3665458" y="225747"/>
              <a:ext cx="7224" cy="5829"/>
            </a:xfrm>
            <a:custGeom>
              <a:avLst/>
              <a:gdLst>
                <a:gd name="connsiteX0" fmla="*/ 7224 w 7224"/>
                <a:gd name="connsiteY0" fmla="*/ 2915 h 5829"/>
                <a:gd name="connsiteX1" fmla="*/ 3675 w 7224"/>
                <a:gd name="connsiteY1" fmla="*/ 5830 h 5829"/>
                <a:gd name="connsiteX2" fmla="*/ 0 w 7224"/>
                <a:gd name="connsiteY2" fmla="*/ 2915 h 5829"/>
                <a:gd name="connsiteX3" fmla="*/ 3675 w 7224"/>
                <a:gd name="connsiteY3" fmla="*/ 0 h 5829"/>
                <a:gd name="connsiteX4" fmla="*/ 7224 w 7224"/>
                <a:gd name="connsiteY4" fmla="*/ 2915 h 5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24" h="5829">
                  <a:moveTo>
                    <a:pt x="7224" y="2915"/>
                  </a:moveTo>
                  <a:lnTo>
                    <a:pt x="3675" y="5830"/>
                  </a:lnTo>
                  <a:lnTo>
                    <a:pt x="0" y="2915"/>
                  </a:lnTo>
                  <a:lnTo>
                    <a:pt x="3675" y="0"/>
                  </a:lnTo>
                  <a:lnTo>
                    <a:pt x="7224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72" name="Freeform: Shape 4171">
              <a:extLst>
                <a:ext uri="{FF2B5EF4-FFF2-40B4-BE49-F238E27FC236}">
                  <a16:creationId xmlns:a16="http://schemas.microsoft.com/office/drawing/2014/main" id="{756B2B6F-D2F5-1B9C-CD23-9C476B91093B}"/>
                </a:ext>
              </a:extLst>
            </p:cNvPr>
            <p:cNvSpPr/>
            <p:nvPr/>
          </p:nvSpPr>
          <p:spPr>
            <a:xfrm>
              <a:off x="3777746" y="172391"/>
              <a:ext cx="7857" cy="6210"/>
            </a:xfrm>
            <a:custGeom>
              <a:avLst/>
              <a:gdLst>
                <a:gd name="connsiteX0" fmla="*/ 7858 w 7857"/>
                <a:gd name="connsiteY0" fmla="*/ 3042 h 6210"/>
                <a:gd name="connsiteX1" fmla="*/ 3929 w 7857"/>
                <a:gd name="connsiteY1" fmla="*/ 6210 h 6210"/>
                <a:gd name="connsiteX2" fmla="*/ 0 w 7857"/>
                <a:gd name="connsiteY2" fmla="*/ 3042 h 6210"/>
                <a:gd name="connsiteX3" fmla="*/ 3929 w 7857"/>
                <a:gd name="connsiteY3" fmla="*/ 0 h 6210"/>
                <a:gd name="connsiteX4" fmla="*/ 7858 w 7857"/>
                <a:gd name="connsiteY4" fmla="*/ 3042 h 6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57" h="6210">
                  <a:moveTo>
                    <a:pt x="7858" y="3042"/>
                  </a:moveTo>
                  <a:lnTo>
                    <a:pt x="3929" y="6210"/>
                  </a:lnTo>
                  <a:lnTo>
                    <a:pt x="0" y="3042"/>
                  </a:lnTo>
                  <a:lnTo>
                    <a:pt x="3929" y="0"/>
                  </a:lnTo>
                  <a:lnTo>
                    <a:pt x="7858" y="30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73" name="Freeform: Shape 4172">
              <a:extLst>
                <a:ext uri="{FF2B5EF4-FFF2-40B4-BE49-F238E27FC236}">
                  <a16:creationId xmlns:a16="http://schemas.microsoft.com/office/drawing/2014/main" id="{3595213A-A8CF-547C-6C6B-82D7DE002173}"/>
                </a:ext>
              </a:extLst>
            </p:cNvPr>
            <p:cNvSpPr/>
            <p:nvPr/>
          </p:nvSpPr>
          <p:spPr>
            <a:xfrm>
              <a:off x="3891555" y="121063"/>
              <a:ext cx="9251" cy="7223"/>
            </a:xfrm>
            <a:custGeom>
              <a:avLst/>
              <a:gdLst>
                <a:gd name="connsiteX0" fmla="*/ 9252 w 9251"/>
                <a:gd name="connsiteY0" fmla="*/ 3549 h 7223"/>
                <a:gd name="connsiteX1" fmla="*/ 4563 w 9251"/>
                <a:gd name="connsiteY1" fmla="*/ 7224 h 7223"/>
                <a:gd name="connsiteX2" fmla="*/ 0 w 9251"/>
                <a:gd name="connsiteY2" fmla="*/ 3549 h 7223"/>
                <a:gd name="connsiteX3" fmla="*/ 4563 w 9251"/>
                <a:gd name="connsiteY3" fmla="*/ 0 h 7223"/>
                <a:gd name="connsiteX4" fmla="*/ 9252 w 9251"/>
                <a:gd name="connsiteY4" fmla="*/ 3549 h 7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51" h="7223">
                  <a:moveTo>
                    <a:pt x="9252" y="3549"/>
                  </a:moveTo>
                  <a:lnTo>
                    <a:pt x="4563" y="7224"/>
                  </a:lnTo>
                  <a:lnTo>
                    <a:pt x="0" y="3549"/>
                  </a:lnTo>
                  <a:lnTo>
                    <a:pt x="4563" y="0"/>
                  </a:lnTo>
                  <a:lnTo>
                    <a:pt x="9252" y="354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74" name="Freeform: Shape 4173">
              <a:extLst>
                <a:ext uri="{FF2B5EF4-FFF2-40B4-BE49-F238E27FC236}">
                  <a16:creationId xmlns:a16="http://schemas.microsoft.com/office/drawing/2014/main" id="{6251E485-5082-362E-4A4A-57ACC4AF48E3}"/>
                </a:ext>
              </a:extLst>
            </p:cNvPr>
            <p:cNvSpPr/>
            <p:nvPr/>
          </p:nvSpPr>
          <p:spPr>
            <a:xfrm>
              <a:off x="4007392" y="72523"/>
              <a:ext cx="9885" cy="7857"/>
            </a:xfrm>
            <a:custGeom>
              <a:avLst/>
              <a:gdLst>
                <a:gd name="connsiteX0" fmla="*/ 9885 w 9885"/>
                <a:gd name="connsiteY0" fmla="*/ 3929 h 7857"/>
                <a:gd name="connsiteX1" fmla="*/ 4943 w 9885"/>
                <a:gd name="connsiteY1" fmla="*/ 7858 h 7857"/>
                <a:gd name="connsiteX2" fmla="*/ 0 w 9885"/>
                <a:gd name="connsiteY2" fmla="*/ 3929 h 7857"/>
                <a:gd name="connsiteX3" fmla="*/ 4943 w 9885"/>
                <a:gd name="connsiteY3" fmla="*/ 0 h 7857"/>
                <a:gd name="connsiteX4" fmla="*/ 9885 w 9885"/>
                <a:gd name="connsiteY4" fmla="*/ 3929 h 7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85" h="7857">
                  <a:moveTo>
                    <a:pt x="9885" y="3929"/>
                  </a:moveTo>
                  <a:lnTo>
                    <a:pt x="4943" y="7858"/>
                  </a:lnTo>
                  <a:lnTo>
                    <a:pt x="0" y="3929"/>
                  </a:lnTo>
                  <a:lnTo>
                    <a:pt x="4943" y="0"/>
                  </a:lnTo>
                  <a:lnTo>
                    <a:pt x="9885" y="392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75" name="Freeform: Shape 4174">
              <a:extLst>
                <a:ext uri="{FF2B5EF4-FFF2-40B4-BE49-F238E27FC236}">
                  <a16:creationId xmlns:a16="http://schemas.microsoft.com/office/drawing/2014/main" id="{D98F5F58-E9BE-B445-EB50-244437A23AFE}"/>
                </a:ext>
              </a:extLst>
            </p:cNvPr>
            <p:cNvSpPr/>
            <p:nvPr/>
          </p:nvSpPr>
          <p:spPr>
            <a:xfrm>
              <a:off x="4126017" y="33108"/>
              <a:ext cx="8111" cy="1901"/>
            </a:xfrm>
            <a:custGeom>
              <a:avLst/>
              <a:gdLst>
                <a:gd name="connsiteX0" fmla="*/ 4056 w 8111"/>
                <a:gd name="connsiteY0" fmla="*/ 1901 h 1901"/>
                <a:gd name="connsiteX1" fmla="*/ 8111 w 8111"/>
                <a:gd name="connsiteY1" fmla="*/ 0 h 1901"/>
                <a:gd name="connsiteX2" fmla="*/ 0 w 8111"/>
                <a:gd name="connsiteY2" fmla="*/ 0 h 1901"/>
                <a:gd name="connsiteX3" fmla="*/ 4056 w 8111"/>
                <a:gd name="connsiteY3" fmla="*/ 1901 h 1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11" h="1901">
                  <a:moveTo>
                    <a:pt x="4056" y="1901"/>
                  </a:moveTo>
                  <a:lnTo>
                    <a:pt x="8111" y="0"/>
                  </a:lnTo>
                  <a:lnTo>
                    <a:pt x="0" y="0"/>
                  </a:lnTo>
                  <a:lnTo>
                    <a:pt x="4056" y="190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76" name="Freeform: Shape 4175">
              <a:extLst>
                <a:ext uri="{FF2B5EF4-FFF2-40B4-BE49-F238E27FC236}">
                  <a16:creationId xmlns:a16="http://schemas.microsoft.com/office/drawing/2014/main" id="{E56A9FE2-CB99-F325-BBB7-47C50984165C}"/>
                </a:ext>
              </a:extLst>
            </p:cNvPr>
            <p:cNvSpPr/>
            <p:nvPr/>
          </p:nvSpPr>
          <p:spPr>
            <a:xfrm>
              <a:off x="8174597" y="33235"/>
              <a:ext cx="33331" cy="11279"/>
            </a:xfrm>
            <a:custGeom>
              <a:avLst/>
              <a:gdLst>
                <a:gd name="connsiteX0" fmla="*/ 16602 w 33331"/>
                <a:gd name="connsiteY0" fmla="*/ 11280 h 11279"/>
                <a:gd name="connsiteX1" fmla="*/ 33332 w 33331"/>
                <a:gd name="connsiteY1" fmla="*/ 0 h 11279"/>
                <a:gd name="connsiteX2" fmla="*/ 0 w 33331"/>
                <a:gd name="connsiteY2" fmla="*/ 0 h 11279"/>
                <a:gd name="connsiteX3" fmla="*/ 16729 w 33331"/>
                <a:gd name="connsiteY3" fmla="*/ 11280 h 11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331" h="11279">
                  <a:moveTo>
                    <a:pt x="16602" y="11280"/>
                  </a:moveTo>
                  <a:cubicBezTo>
                    <a:pt x="25093" y="11280"/>
                    <a:pt x="31811" y="6337"/>
                    <a:pt x="33332" y="0"/>
                  </a:cubicBezTo>
                  <a:lnTo>
                    <a:pt x="0" y="0"/>
                  </a:lnTo>
                  <a:cubicBezTo>
                    <a:pt x="1521" y="6464"/>
                    <a:pt x="8237" y="11280"/>
                    <a:pt x="16729" y="1128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77" name="Freeform: Shape 4176">
              <a:extLst>
                <a:ext uri="{FF2B5EF4-FFF2-40B4-BE49-F238E27FC236}">
                  <a16:creationId xmlns:a16="http://schemas.microsoft.com/office/drawing/2014/main" id="{372EF8FF-A20C-D4BB-D269-8FBD020F8E3B}"/>
                </a:ext>
              </a:extLst>
            </p:cNvPr>
            <p:cNvSpPr/>
            <p:nvPr/>
          </p:nvSpPr>
          <p:spPr>
            <a:xfrm>
              <a:off x="8291194" y="62384"/>
              <a:ext cx="35485" cy="28135"/>
            </a:xfrm>
            <a:custGeom>
              <a:avLst/>
              <a:gdLst>
                <a:gd name="connsiteX0" fmla="*/ 35486 w 35485"/>
                <a:gd name="connsiteY0" fmla="*/ 14068 h 28135"/>
                <a:gd name="connsiteX1" fmla="*/ 17743 w 35485"/>
                <a:gd name="connsiteY1" fmla="*/ 28135 h 28135"/>
                <a:gd name="connsiteX2" fmla="*/ 0 w 35485"/>
                <a:gd name="connsiteY2" fmla="*/ 14068 h 28135"/>
                <a:gd name="connsiteX3" fmla="*/ 17743 w 35485"/>
                <a:gd name="connsiteY3" fmla="*/ 0 h 28135"/>
                <a:gd name="connsiteX4" fmla="*/ 35486 w 35485"/>
                <a:gd name="connsiteY4" fmla="*/ 14068 h 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5" h="28135">
                  <a:moveTo>
                    <a:pt x="35486" y="14068"/>
                  </a:moveTo>
                  <a:cubicBezTo>
                    <a:pt x="35486" y="21799"/>
                    <a:pt x="27501" y="28135"/>
                    <a:pt x="17743" y="28135"/>
                  </a:cubicBezTo>
                  <a:cubicBezTo>
                    <a:pt x="7984" y="28135"/>
                    <a:pt x="0" y="21799"/>
                    <a:pt x="0" y="14068"/>
                  </a:cubicBezTo>
                  <a:cubicBezTo>
                    <a:pt x="0" y="6337"/>
                    <a:pt x="7984" y="0"/>
                    <a:pt x="17743" y="0"/>
                  </a:cubicBezTo>
                  <a:cubicBezTo>
                    <a:pt x="27501" y="0"/>
                    <a:pt x="35486" y="6337"/>
                    <a:pt x="35486" y="1406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78" name="Freeform: Shape 4177">
              <a:extLst>
                <a:ext uri="{FF2B5EF4-FFF2-40B4-BE49-F238E27FC236}">
                  <a16:creationId xmlns:a16="http://schemas.microsoft.com/office/drawing/2014/main" id="{FAD6664F-21A8-D7E3-4F3F-A8F12A84EF3C}"/>
                </a:ext>
              </a:extLst>
            </p:cNvPr>
            <p:cNvSpPr/>
            <p:nvPr/>
          </p:nvSpPr>
          <p:spPr>
            <a:xfrm>
              <a:off x="8407031" y="110290"/>
              <a:ext cx="36247" cy="28895"/>
            </a:xfrm>
            <a:custGeom>
              <a:avLst/>
              <a:gdLst>
                <a:gd name="connsiteX0" fmla="*/ 36247 w 36247"/>
                <a:gd name="connsiteY0" fmla="*/ 14448 h 28895"/>
                <a:gd name="connsiteX1" fmla="*/ 18124 w 36247"/>
                <a:gd name="connsiteY1" fmla="*/ 28896 h 28895"/>
                <a:gd name="connsiteX2" fmla="*/ 0 w 36247"/>
                <a:gd name="connsiteY2" fmla="*/ 14448 h 28895"/>
                <a:gd name="connsiteX3" fmla="*/ 18124 w 36247"/>
                <a:gd name="connsiteY3" fmla="*/ 0 h 28895"/>
                <a:gd name="connsiteX4" fmla="*/ 36247 w 36247"/>
                <a:gd name="connsiteY4" fmla="*/ 14448 h 28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247" h="28895">
                  <a:moveTo>
                    <a:pt x="36247" y="14448"/>
                  </a:moveTo>
                  <a:cubicBezTo>
                    <a:pt x="36247" y="22432"/>
                    <a:pt x="28136" y="28896"/>
                    <a:pt x="18124" y="28896"/>
                  </a:cubicBezTo>
                  <a:cubicBezTo>
                    <a:pt x="8111" y="28896"/>
                    <a:pt x="0" y="22432"/>
                    <a:pt x="0" y="14448"/>
                  </a:cubicBezTo>
                  <a:cubicBezTo>
                    <a:pt x="0" y="6464"/>
                    <a:pt x="8111" y="0"/>
                    <a:pt x="18124" y="0"/>
                  </a:cubicBezTo>
                  <a:cubicBezTo>
                    <a:pt x="28136" y="0"/>
                    <a:pt x="36247" y="6464"/>
                    <a:pt x="36247" y="1444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79" name="Freeform: Shape 4178">
              <a:extLst>
                <a:ext uri="{FF2B5EF4-FFF2-40B4-BE49-F238E27FC236}">
                  <a16:creationId xmlns:a16="http://schemas.microsoft.com/office/drawing/2014/main" id="{6B155C7F-BC2F-A387-40A7-D8C382315323}"/>
                </a:ext>
              </a:extLst>
            </p:cNvPr>
            <p:cNvSpPr/>
            <p:nvPr/>
          </p:nvSpPr>
          <p:spPr>
            <a:xfrm>
              <a:off x="8521473" y="160985"/>
              <a:ext cx="36246" cy="28895"/>
            </a:xfrm>
            <a:custGeom>
              <a:avLst/>
              <a:gdLst>
                <a:gd name="connsiteX0" fmla="*/ 36246 w 36246"/>
                <a:gd name="connsiteY0" fmla="*/ 14448 h 28895"/>
                <a:gd name="connsiteX1" fmla="*/ 18123 w 36246"/>
                <a:gd name="connsiteY1" fmla="*/ 28896 h 28895"/>
                <a:gd name="connsiteX2" fmla="*/ 0 w 36246"/>
                <a:gd name="connsiteY2" fmla="*/ 14448 h 28895"/>
                <a:gd name="connsiteX3" fmla="*/ 18123 w 36246"/>
                <a:gd name="connsiteY3" fmla="*/ 0 h 28895"/>
                <a:gd name="connsiteX4" fmla="*/ 36246 w 36246"/>
                <a:gd name="connsiteY4" fmla="*/ 14448 h 28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246" h="28895">
                  <a:moveTo>
                    <a:pt x="36246" y="14448"/>
                  </a:moveTo>
                  <a:cubicBezTo>
                    <a:pt x="36246" y="22432"/>
                    <a:pt x="28135" y="28896"/>
                    <a:pt x="18123" y="28896"/>
                  </a:cubicBezTo>
                  <a:cubicBezTo>
                    <a:pt x="8111" y="28896"/>
                    <a:pt x="0" y="22432"/>
                    <a:pt x="0" y="14448"/>
                  </a:cubicBezTo>
                  <a:cubicBezTo>
                    <a:pt x="0" y="6464"/>
                    <a:pt x="8111" y="0"/>
                    <a:pt x="18123" y="0"/>
                  </a:cubicBezTo>
                  <a:cubicBezTo>
                    <a:pt x="28135" y="0"/>
                    <a:pt x="36246" y="6464"/>
                    <a:pt x="36246" y="1444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80" name="Freeform: Shape 4179">
              <a:extLst>
                <a:ext uri="{FF2B5EF4-FFF2-40B4-BE49-F238E27FC236}">
                  <a16:creationId xmlns:a16="http://schemas.microsoft.com/office/drawing/2014/main" id="{47899C37-817D-1ECB-18CA-CDAD78E7210D}"/>
                </a:ext>
              </a:extLst>
            </p:cNvPr>
            <p:cNvSpPr/>
            <p:nvPr/>
          </p:nvSpPr>
          <p:spPr>
            <a:xfrm>
              <a:off x="8633635" y="213960"/>
              <a:ext cx="37133" cy="29402"/>
            </a:xfrm>
            <a:custGeom>
              <a:avLst/>
              <a:gdLst>
                <a:gd name="connsiteX0" fmla="*/ 37134 w 37133"/>
                <a:gd name="connsiteY0" fmla="*/ 14701 h 29402"/>
                <a:gd name="connsiteX1" fmla="*/ 18504 w 37133"/>
                <a:gd name="connsiteY1" fmla="*/ 29403 h 29402"/>
                <a:gd name="connsiteX2" fmla="*/ 0 w 37133"/>
                <a:gd name="connsiteY2" fmla="*/ 14701 h 29402"/>
                <a:gd name="connsiteX3" fmla="*/ 18504 w 37133"/>
                <a:gd name="connsiteY3" fmla="*/ 0 h 29402"/>
                <a:gd name="connsiteX4" fmla="*/ 37134 w 37133"/>
                <a:gd name="connsiteY4" fmla="*/ 14701 h 29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33" h="29402">
                  <a:moveTo>
                    <a:pt x="37134" y="14701"/>
                  </a:moveTo>
                  <a:cubicBezTo>
                    <a:pt x="37134" y="22812"/>
                    <a:pt x="28769" y="29403"/>
                    <a:pt x="18504" y="29403"/>
                  </a:cubicBezTo>
                  <a:cubicBezTo>
                    <a:pt x="8238" y="29403"/>
                    <a:pt x="0" y="22812"/>
                    <a:pt x="0" y="14701"/>
                  </a:cubicBezTo>
                  <a:cubicBezTo>
                    <a:pt x="0" y="6590"/>
                    <a:pt x="8365" y="0"/>
                    <a:pt x="18504" y="0"/>
                  </a:cubicBezTo>
                  <a:cubicBezTo>
                    <a:pt x="28642" y="0"/>
                    <a:pt x="37134" y="6590"/>
                    <a:pt x="37134" y="1470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81" name="Freeform: Shape 4180">
              <a:extLst>
                <a:ext uri="{FF2B5EF4-FFF2-40B4-BE49-F238E27FC236}">
                  <a16:creationId xmlns:a16="http://schemas.microsoft.com/office/drawing/2014/main" id="{D644F273-E31F-2EE8-454D-D96C63FC0687}"/>
                </a:ext>
              </a:extLst>
            </p:cNvPr>
            <p:cNvSpPr/>
            <p:nvPr/>
          </p:nvSpPr>
          <p:spPr>
            <a:xfrm>
              <a:off x="8744402" y="269597"/>
              <a:ext cx="37134" cy="29402"/>
            </a:xfrm>
            <a:custGeom>
              <a:avLst/>
              <a:gdLst>
                <a:gd name="connsiteX0" fmla="*/ 37134 w 37134"/>
                <a:gd name="connsiteY0" fmla="*/ 14701 h 29402"/>
                <a:gd name="connsiteX1" fmla="*/ 18504 w 37134"/>
                <a:gd name="connsiteY1" fmla="*/ 29403 h 29402"/>
                <a:gd name="connsiteX2" fmla="*/ 0 w 37134"/>
                <a:gd name="connsiteY2" fmla="*/ 14701 h 29402"/>
                <a:gd name="connsiteX3" fmla="*/ 18504 w 37134"/>
                <a:gd name="connsiteY3" fmla="*/ 0 h 29402"/>
                <a:gd name="connsiteX4" fmla="*/ 37134 w 37134"/>
                <a:gd name="connsiteY4" fmla="*/ 14701 h 29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34" h="29402">
                  <a:moveTo>
                    <a:pt x="37134" y="14701"/>
                  </a:moveTo>
                  <a:cubicBezTo>
                    <a:pt x="37134" y="22812"/>
                    <a:pt x="28769" y="29403"/>
                    <a:pt x="18504" y="29403"/>
                  </a:cubicBezTo>
                  <a:cubicBezTo>
                    <a:pt x="8238" y="29403"/>
                    <a:pt x="0" y="22812"/>
                    <a:pt x="0" y="14701"/>
                  </a:cubicBezTo>
                  <a:cubicBezTo>
                    <a:pt x="0" y="6590"/>
                    <a:pt x="8365" y="0"/>
                    <a:pt x="18504" y="0"/>
                  </a:cubicBezTo>
                  <a:cubicBezTo>
                    <a:pt x="28642" y="0"/>
                    <a:pt x="37134" y="6590"/>
                    <a:pt x="37134" y="1470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82" name="Freeform: Shape 4181">
              <a:extLst>
                <a:ext uri="{FF2B5EF4-FFF2-40B4-BE49-F238E27FC236}">
                  <a16:creationId xmlns:a16="http://schemas.microsoft.com/office/drawing/2014/main" id="{21032CED-178E-F890-1165-8661AC03EDB5}"/>
                </a:ext>
              </a:extLst>
            </p:cNvPr>
            <p:cNvSpPr/>
            <p:nvPr/>
          </p:nvSpPr>
          <p:spPr>
            <a:xfrm>
              <a:off x="8852635" y="327389"/>
              <a:ext cx="38020" cy="30163"/>
            </a:xfrm>
            <a:custGeom>
              <a:avLst/>
              <a:gdLst>
                <a:gd name="connsiteX0" fmla="*/ 38021 w 38020"/>
                <a:gd name="connsiteY0" fmla="*/ 15082 h 30163"/>
                <a:gd name="connsiteX1" fmla="*/ 19010 w 38020"/>
                <a:gd name="connsiteY1" fmla="*/ 30163 h 30163"/>
                <a:gd name="connsiteX2" fmla="*/ 0 w 38020"/>
                <a:gd name="connsiteY2" fmla="*/ 15082 h 30163"/>
                <a:gd name="connsiteX3" fmla="*/ 19010 w 38020"/>
                <a:gd name="connsiteY3" fmla="*/ 0 h 30163"/>
                <a:gd name="connsiteX4" fmla="*/ 38021 w 38020"/>
                <a:gd name="connsiteY4" fmla="*/ 15082 h 30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0" h="30163">
                  <a:moveTo>
                    <a:pt x="38021" y="15082"/>
                  </a:moveTo>
                  <a:cubicBezTo>
                    <a:pt x="38021" y="23446"/>
                    <a:pt x="29530" y="30163"/>
                    <a:pt x="19010" y="30163"/>
                  </a:cubicBezTo>
                  <a:cubicBezTo>
                    <a:pt x="8491" y="30163"/>
                    <a:pt x="0" y="23446"/>
                    <a:pt x="0" y="15082"/>
                  </a:cubicBezTo>
                  <a:cubicBezTo>
                    <a:pt x="0" y="6717"/>
                    <a:pt x="8491" y="0"/>
                    <a:pt x="19010" y="0"/>
                  </a:cubicBezTo>
                  <a:cubicBezTo>
                    <a:pt x="29530" y="0"/>
                    <a:pt x="38021" y="6717"/>
                    <a:pt x="38021" y="1508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83" name="Freeform: Shape 4182">
              <a:extLst>
                <a:ext uri="{FF2B5EF4-FFF2-40B4-BE49-F238E27FC236}">
                  <a16:creationId xmlns:a16="http://schemas.microsoft.com/office/drawing/2014/main" id="{A0B81614-3A5A-BA8F-C499-6CCECC23F90C}"/>
                </a:ext>
              </a:extLst>
            </p:cNvPr>
            <p:cNvSpPr/>
            <p:nvPr/>
          </p:nvSpPr>
          <p:spPr>
            <a:xfrm>
              <a:off x="8959219" y="387715"/>
              <a:ext cx="38020" cy="30163"/>
            </a:xfrm>
            <a:custGeom>
              <a:avLst/>
              <a:gdLst>
                <a:gd name="connsiteX0" fmla="*/ 38021 w 38020"/>
                <a:gd name="connsiteY0" fmla="*/ 15082 h 30163"/>
                <a:gd name="connsiteX1" fmla="*/ 19010 w 38020"/>
                <a:gd name="connsiteY1" fmla="*/ 30163 h 30163"/>
                <a:gd name="connsiteX2" fmla="*/ 0 w 38020"/>
                <a:gd name="connsiteY2" fmla="*/ 15082 h 30163"/>
                <a:gd name="connsiteX3" fmla="*/ 19010 w 38020"/>
                <a:gd name="connsiteY3" fmla="*/ 0 h 30163"/>
                <a:gd name="connsiteX4" fmla="*/ 38021 w 38020"/>
                <a:gd name="connsiteY4" fmla="*/ 15082 h 30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0" h="30163">
                  <a:moveTo>
                    <a:pt x="38021" y="15082"/>
                  </a:moveTo>
                  <a:cubicBezTo>
                    <a:pt x="38021" y="23446"/>
                    <a:pt x="29530" y="30163"/>
                    <a:pt x="19010" y="30163"/>
                  </a:cubicBezTo>
                  <a:cubicBezTo>
                    <a:pt x="8492" y="30163"/>
                    <a:pt x="0" y="23446"/>
                    <a:pt x="0" y="15082"/>
                  </a:cubicBezTo>
                  <a:cubicBezTo>
                    <a:pt x="0" y="6717"/>
                    <a:pt x="8492" y="0"/>
                    <a:pt x="19010" y="0"/>
                  </a:cubicBezTo>
                  <a:cubicBezTo>
                    <a:pt x="29530" y="0"/>
                    <a:pt x="38021" y="6717"/>
                    <a:pt x="38021" y="1508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84" name="Freeform: Shape 4183">
              <a:extLst>
                <a:ext uri="{FF2B5EF4-FFF2-40B4-BE49-F238E27FC236}">
                  <a16:creationId xmlns:a16="http://schemas.microsoft.com/office/drawing/2014/main" id="{B0FEF4A2-7F4D-9C85-EE8F-3588087394F9}"/>
                </a:ext>
              </a:extLst>
            </p:cNvPr>
            <p:cNvSpPr/>
            <p:nvPr/>
          </p:nvSpPr>
          <p:spPr>
            <a:xfrm>
              <a:off x="9064410" y="450830"/>
              <a:ext cx="37134" cy="29402"/>
            </a:xfrm>
            <a:custGeom>
              <a:avLst/>
              <a:gdLst>
                <a:gd name="connsiteX0" fmla="*/ 37134 w 37134"/>
                <a:gd name="connsiteY0" fmla="*/ 14701 h 29402"/>
                <a:gd name="connsiteX1" fmla="*/ 18504 w 37134"/>
                <a:gd name="connsiteY1" fmla="*/ 29403 h 29402"/>
                <a:gd name="connsiteX2" fmla="*/ 0 w 37134"/>
                <a:gd name="connsiteY2" fmla="*/ 14701 h 29402"/>
                <a:gd name="connsiteX3" fmla="*/ 18504 w 37134"/>
                <a:gd name="connsiteY3" fmla="*/ 0 h 29402"/>
                <a:gd name="connsiteX4" fmla="*/ 37134 w 37134"/>
                <a:gd name="connsiteY4" fmla="*/ 14701 h 29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34" h="29402">
                  <a:moveTo>
                    <a:pt x="37134" y="14701"/>
                  </a:moveTo>
                  <a:cubicBezTo>
                    <a:pt x="37134" y="22813"/>
                    <a:pt x="28769" y="29403"/>
                    <a:pt x="18504" y="29403"/>
                  </a:cubicBezTo>
                  <a:cubicBezTo>
                    <a:pt x="8238" y="29403"/>
                    <a:pt x="0" y="22813"/>
                    <a:pt x="0" y="14701"/>
                  </a:cubicBezTo>
                  <a:cubicBezTo>
                    <a:pt x="0" y="6590"/>
                    <a:pt x="8365" y="0"/>
                    <a:pt x="18504" y="0"/>
                  </a:cubicBezTo>
                  <a:cubicBezTo>
                    <a:pt x="28642" y="0"/>
                    <a:pt x="37134" y="6590"/>
                    <a:pt x="37134" y="1470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85" name="Freeform: Shape 4184">
              <a:extLst>
                <a:ext uri="{FF2B5EF4-FFF2-40B4-BE49-F238E27FC236}">
                  <a16:creationId xmlns:a16="http://schemas.microsoft.com/office/drawing/2014/main" id="{9F631DD0-5911-3A4E-1ABF-8D211A7580AA}"/>
                </a:ext>
              </a:extLst>
            </p:cNvPr>
            <p:cNvSpPr/>
            <p:nvPr/>
          </p:nvSpPr>
          <p:spPr>
            <a:xfrm>
              <a:off x="9166306" y="515465"/>
              <a:ext cx="37893" cy="30163"/>
            </a:xfrm>
            <a:custGeom>
              <a:avLst/>
              <a:gdLst>
                <a:gd name="connsiteX0" fmla="*/ 37894 w 37893"/>
                <a:gd name="connsiteY0" fmla="*/ 15082 h 30163"/>
                <a:gd name="connsiteX1" fmla="*/ 18884 w 37893"/>
                <a:gd name="connsiteY1" fmla="*/ 30163 h 30163"/>
                <a:gd name="connsiteX2" fmla="*/ 0 w 37893"/>
                <a:gd name="connsiteY2" fmla="*/ 15082 h 30163"/>
                <a:gd name="connsiteX3" fmla="*/ 18884 w 37893"/>
                <a:gd name="connsiteY3" fmla="*/ 0 h 30163"/>
                <a:gd name="connsiteX4" fmla="*/ 37894 w 37893"/>
                <a:gd name="connsiteY4" fmla="*/ 15082 h 30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893" h="30163">
                  <a:moveTo>
                    <a:pt x="37894" y="15082"/>
                  </a:moveTo>
                  <a:cubicBezTo>
                    <a:pt x="37894" y="23446"/>
                    <a:pt x="29403" y="30163"/>
                    <a:pt x="18884" y="30163"/>
                  </a:cubicBezTo>
                  <a:cubicBezTo>
                    <a:pt x="8364" y="30163"/>
                    <a:pt x="0" y="23446"/>
                    <a:pt x="0" y="15082"/>
                  </a:cubicBezTo>
                  <a:cubicBezTo>
                    <a:pt x="0" y="6717"/>
                    <a:pt x="8491" y="0"/>
                    <a:pt x="18884" y="0"/>
                  </a:cubicBezTo>
                  <a:cubicBezTo>
                    <a:pt x="29276" y="0"/>
                    <a:pt x="37894" y="6717"/>
                    <a:pt x="37894" y="1508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86" name="Freeform: Shape 4185">
              <a:extLst>
                <a:ext uri="{FF2B5EF4-FFF2-40B4-BE49-F238E27FC236}">
                  <a16:creationId xmlns:a16="http://schemas.microsoft.com/office/drawing/2014/main" id="{19BE6F83-4F4F-E444-AC09-F1F916C3871A}"/>
                </a:ext>
              </a:extLst>
            </p:cNvPr>
            <p:cNvSpPr/>
            <p:nvPr/>
          </p:nvSpPr>
          <p:spPr>
            <a:xfrm>
              <a:off x="9266301" y="582762"/>
              <a:ext cx="38020" cy="30163"/>
            </a:xfrm>
            <a:custGeom>
              <a:avLst/>
              <a:gdLst>
                <a:gd name="connsiteX0" fmla="*/ 38021 w 38020"/>
                <a:gd name="connsiteY0" fmla="*/ 15082 h 30163"/>
                <a:gd name="connsiteX1" fmla="*/ 19010 w 38020"/>
                <a:gd name="connsiteY1" fmla="*/ 30163 h 30163"/>
                <a:gd name="connsiteX2" fmla="*/ 0 w 38020"/>
                <a:gd name="connsiteY2" fmla="*/ 15082 h 30163"/>
                <a:gd name="connsiteX3" fmla="*/ 19010 w 38020"/>
                <a:gd name="connsiteY3" fmla="*/ 0 h 30163"/>
                <a:gd name="connsiteX4" fmla="*/ 38021 w 38020"/>
                <a:gd name="connsiteY4" fmla="*/ 15082 h 30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0" h="30163">
                  <a:moveTo>
                    <a:pt x="38021" y="15082"/>
                  </a:moveTo>
                  <a:cubicBezTo>
                    <a:pt x="38021" y="23446"/>
                    <a:pt x="29529" y="30163"/>
                    <a:pt x="19010" y="30163"/>
                  </a:cubicBezTo>
                  <a:cubicBezTo>
                    <a:pt x="8491" y="30163"/>
                    <a:pt x="0" y="23446"/>
                    <a:pt x="0" y="15082"/>
                  </a:cubicBezTo>
                  <a:cubicBezTo>
                    <a:pt x="0" y="6717"/>
                    <a:pt x="8491" y="0"/>
                    <a:pt x="19010" y="0"/>
                  </a:cubicBezTo>
                  <a:cubicBezTo>
                    <a:pt x="29529" y="0"/>
                    <a:pt x="38021" y="6717"/>
                    <a:pt x="38021" y="1508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87" name="Freeform: Shape 4186">
              <a:extLst>
                <a:ext uri="{FF2B5EF4-FFF2-40B4-BE49-F238E27FC236}">
                  <a16:creationId xmlns:a16="http://schemas.microsoft.com/office/drawing/2014/main" id="{D71DE295-F805-795B-7384-5E75780453B0}"/>
                </a:ext>
              </a:extLst>
            </p:cNvPr>
            <p:cNvSpPr/>
            <p:nvPr/>
          </p:nvSpPr>
          <p:spPr>
            <a:xfrm>
              <a:off x="9363887" y="652087"/>
              <a:ext cx="38020" cy="30163"/>
            </a:xfrm>
            <a:custGeom>
              <a:avLst/>
              <a:gdLst>
                <a:gd name="connsiteX0" fmla="*/ 38021 w 38020"/>
                <a:gd name="connsiteY0" fmla="*/ 15082 h 30163"/>
                <a:gd name="connsiteX1" fmla="*/ 19010 w 38020"/>
                <a:gd name="connsiteY1" fmla="*/ 30163 h 30163"/>
                <a:gd name="connsiteX2" fmla="*/ 0 w 38020"/>
                <a:gd name="connsiteY2" fmla="*/ 15082 h 30163"/>
                <a:gd name="connsiteX3" fmla="*/ 19010 w 38020"/>
                <a:gd name="connsiteY3" fmla="*/ 0 h 30163"/>
                <a:gd name="connsiteX4" fmla="*/ 38021 w 38020"/>
                <a:gd name="connsiteY4" fmla="*/ 15082 h 30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0" h="30163">
                  <a:moveTo>
                    <a:pt x="38021" y="15082"/>
                  </a:moveTo>
                  <a:cubicBezTo>
                    <a:pt x="38021" y="23446"/>
                    <a:pt x="29530" y="30163"/>
                    <a:pt x="19010" y="30163"/>
                  </a:cubicBezTo>
                  <a:cubicBezTo>
                    <a:pt x="8492" y="30163"/>
                    <a:pt x="0" y="23446"/>
                    <a:pt x="0" y="15082"/>
                  </a:cubicBezTo>
                  <a:cubicBezTo>
                    <a:pt x="0" y="6717"/>
                    <a:pt x="8492" y="0"/>
                    <a:pt x="19010" y="0"/>
                  </a:cubicBezTo>
                  <a:cubicBezTo>
                    <a:pt x="29530" y="0"/>
                    <a:pt x="38021" y="6717"/>
                    <a:pt x="38021" y="1508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88" name="Freeform: Shape 4187">
              <a:extLst>
                <a:ext uri="{FF2B5EF4-FFF2-40B4-BE49-F238E27FC236}">
                  <a16:creationId xmlns:a16="http://schemas.microsoft.com/office/drawing/2014/main" id="{0A1B4CE7-FEC0-ECE3-14ED-7AB8DA3F822C}"/>
                </a:ext>
              </a:extLst>
            </p:cNvPr>
            <p:cNvSpPr/>
            <p:nvPr/>
          </p:nvSpPr>
          <p:spPr>
            <a:xfrm>
              <a:off x="9459193" y="723566"/>
              <a:ext cx="38020" cy="30163"/>
            </a:xfrm>
            <a:custGeom>
              <a:avLst/>
              <a:gdLst>
                <a:gd name="connsiteX0" fmla="*/ 38021 w 38020"/>
                <a:gd name="connsiteY0" fmla="*/ 15082 h 30163"/>
                <a:gd name="connsiteX1" fmla="*/ 19010 w 38020"/>
                <a:gd name="connsiteY1" fmla="*/ 30163 h 30163"/>
                <a:gd name="connsiteX2" fmla="*/ 0 w 38020"/>
                <a:gd name="connsiteY2" fmla="*/ 15082 h 30163"/>
                <a:gd name="connsiteX3" fmla="*/ 19010 w 38020"/>
                <a:gd name="connsiteY3" fmla="*/ 0 h 30163"/>
                <a:gd name="connsiteX4" fmla="*/ 38021 w 38020"/>
                <a:gd name="connsiteY4" fmla="*/ 15082 h 30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0" h="30163">
                  <a:moveTo>
                    <a:pt x="38021" y="15082"/>
                  </a:moveTo>
                  <a:cubicBezTo>
                    <a:pt x="38021" y="23446"/>
                    <a:pt x="29530" y="30163"/>
                    <a:pt x="19010" y="30163"/>
                  </a:cubicBezTo>
                  <a:cubicBezTo>
                    <a:pt x="8491" y="30163"/>
                    <a:pt x="0" y="23446"/>
                    <a:pt x="0" y="15082"/>
                  </a:cubicBezTo>
                  <a:cubicBezTo>
                    <a:pt x="0" y="6717"/>
                    <a:pt x="8491" y="0"/>
                    <a:pt x="19010" y="0"/>
                  </a:cubicBezTo>
                  <a:cubicBezTo>
                    <a:pt x="29530" y="0"/>
                    <a:pt x="38021" y="6717"/>
                    <a:pt x="38021" y="1508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89" name="Freeform: Shape 4188">
              <a:extLst>
                <a:ext uri="{FF2B5EF4-FFF2-40B4-BE49-F238E27FC236}">
                  <a16:creationId xmlns:a16="http://schemas.microsoft.com/office/drawing/2014/main" id="{89CC28EF-7F9D-B801-6E25-B1E06E360BBF}"/>
                </a:ext>
              </a:extLst>
            </p:cNvPr>
            <p:cNvSpPr/>
            <p:nvPr/>
          </p:nvSpPr>
          <p:spPr>
            <a:xfrm>
              <a:off x="9551837" y="797073"/>
              <a:ext cx="38020" cy="30163"/>
            </a:xfrm>
            <a:custGeom>
              <a:avLst/>
              <a:gdLst>
                <a:gd name="connsiteX0" fmla="*/ 38021 w 38020"/>
                <a:gd name="connsiteY0" fmla="*/ 15082 h 30163"/>
                <a:gd name="connsiteX1" fmla="*/ 19010 w 38020"/>
                <a:gd name="connsiteY1" fmla="*/ 30163 h 30163"/>
                <a:gd name="connsiteX2" fmla="*/ 0 w 38020"/>
                <a:gd name="connsiteY2" fmla="*/ 15082 h 30163"/>
                <a:gd name="connsiteX3" fmla="*/ 19010 w 38020"/>
                <a:gd name="connsiteY3" fmla="*/ 0 h 30163"/>
                <a:gd name="connsiteX4" fmla="*/ 38021 w 38020"/>
                <a:gd name="connsiteY4" fmla="*/ 15082 h 30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0" h="30163">
                  <a:moveTo>
                    <a:pt x="38021" y="15082"/>
                  </a:moveTo>
                  <a:cubicBezTo>
                    <a:pt x="38021" y="23446"/>
                    <a:pt x="29530" y="30163"/>
                    <a:pt x="19010" y="30163"/>
                  </a:cubicBezTo>
                  <a:cubicBezTo>
                    <a:pt x="8491" y="30163"/>
                    <a:pt x="0" y="23446"/>
                    <a:pt x="0" y="15082"/>
                  </a:cubicBezTo>
                  <a:cubicBezTo>
                    <a:pt x="0" y="6717"/>
                    <a:pt x="8491" y="0"/>
                    <a:pt x="19010" y="0"/>
                  </a:cubicBezTo>
                  <a:cubicBezTo>
                    <a:pt x="29530" y="0"/>
                    <a:pt x="38021" y="6717"/>
                    <a:pt x="38021" y="1508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90" name="Freeform: Shape 4189">
              <a:extLst>
                <a:ext uri="{FF2B5EF4-FFF2-40B4-BE49-F238E27FC236}">
                  <a16:creationId xmlns:a16="http://schemas.microsoft.com/office/drawing/2014/main" id="{FFB64ADE-9342-96E7-57C7-BE58A0357E87}"/>
                </a:ext>
              </a:extLst>
            </p:cNvPr>
            <p:cNvSpPr/>
            <p:nvPr/>
          </p:nvSpPr>
          <p:spPr>
            <a:xfrm>
              <a:off x="9641946" y="872607"/>
              <a:ext cx="38020" cy="30163"/>
            </a:xfrm>
            <a:custGeom>
              <a:avLst/>
              <a:gdLst>
                <a:gd name="connsiteX0" fmla="*/ 38021 w 38020"/>
                <a:gd name="connsiteY0" fmla="*/ 15082 h 30163"/>
                <a:gd name="connsiteX1" fmla="*/ 19010 w 38020"/>
                <a:gd name="connsiteY1" fmla="*/ 30163 h 30163"/>
                <a:gd name="connsiteX2" fmla="*/ 0 w 38020"/>
                <a:gd name="connsiteY2" fmla="*/ 15082 h 30163"/>
                <a:gd name="connsiteX3" fmla="*/ 19010 w 38020"/>
                <a:gd name="connsiteY3" fmla="*/ 0 h 30163"/>
                <a:gd name="connsiteX4" fmla="*/ 38021 w 38020"/>
                <a:gd name="connsiteY4" fmla="*/ 15082 h 30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0" h="30163">
                  <a:moveTo>
                    <a:pt x="38021" y="15082"/>
                  </a:moveTo>
                  <a:cubicBezTo>
                    <a:pt x="38021" y="23446"/>
                    <a:pt x="29530" y="30163"/>
                    <a:pt x="19010" y="30163"/>
                  </a:cubicBezTo>
                  <a:cubicBezTo>
                    <a:pt x="8492" y="30163"/>
                    <a:pt x="0" y="23446"/>
                    <a:pt x="0" y="15082"/>
                  </a:cubicBezTo>
                  <a:cubicBezTo>
                    <a:pt x="0" y="6717"/>
                    <a:pt x="8492" y="0"/>
                    <a:pt x="19010" y="0"/>
                  </a:cubicBezTo>
                  <a:cubicBezTo>
                    <a:pt x="29530" y="0"/>
                    <a:pt x="38021" y="6717"/>
                    <a:pt x="38021" y="1508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91" name="Freeform: Shape 4190">
              <a:extLst>
                <a:ext uri="{FF2B5EF4-FFF2-40B4-BE49-F238E27FC236}">
                  <a16:creationId xmlns:a16="http://schemas.microsoft.com/office/drawing/2014/main" id="{03008270-56AF-548F-FAAB-102226F09219}"/>
                </a:ext>
              </a:extLst>
            </p:cNvPr>
            <p:cNvSpPr/>
            <p:nvPr/>
          </p:nvSpPr>
          <p:spPr>
            <a:xfrm>
              <a:off x="9729394" y="950170"/>
              <a:ext cx="38020" cy="30163"/>
            </a:xfrm>
            <a:custGeom>
              <a:avLst/>
              <a:gdLst>
                <a:gd name="connsiteX0" fmla="*/ 38021 w 38020"/>
                <a:gd name="connsiteY0" fmla="*/ 15082 h 30163"/>
                <a:gd name="connsiteX1" fmla="*/ 19010 w 38020"/>
                <a:gd name="connsiteY1" fmla="*/ 30163 h 30163"/>
                <a:gd name="connsiteX2" fmla="*/ 0 w 38020"/>
                <a:gd name="connsiteY2" fmla="*/ 15082 h 30163"/>
                <a:gd name="connsiteX3" fmla="*/ 19010 w 38020"/>
                <a:gd name="connsiteY3" fmla="*/ 0 h 30163"/>
                <a:gd name="connsiteX4" fmla="*/ 38021 w 38020"/>
                <a:gd name="connsiteY4" fmla="*/ 15082 h 30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0" h="30163">
                  <a:moveTo>
                    <a:pt x="38021" y="15082"/>
                  </a:moveTo>
                  <a:cubicBezTo>
                    <a:pt x="38021" y="23446"/>
                    <a:pt x="29530" y="30163"/>
                    <a:pt x="19010" y="30163"/>
                  </a:cubicBezTo>
                  <a:cubicBezTo>
                    <a:pt x="8491" y="30163"/>
                    <a:pt x="0" y="23446"/>
                    <a:pt x="0" y="15082"/>
                  </a:cubicBezTo>
                  <a:cubicBezTo>
                    <a:pt x="0" y="6717"/>
                    <a:pt x="8491" y="0"/>
                    <a:pt x="19010" y="0"/>
                  </a:cubicBezTo>
                  <a:cubicBezTo>
                    <a:pt x="29530" y="0"/>
                    <a:pt x="38021" y="6717"/>
                    <a:pt x="38021" y="1508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92" name="Freeform: Shape 4191">
              <a:extLst>
                <a:ext uri="{FF2B5EF4-FFF2-40B4-BE49-F238E27FC236}">
                  <a16:creationId xmlns:a16="http://schemas.microsoft.com/office/drawing/2014/main" id="{2DB5820E-7908-426A-FFD1-45BBA6F335C8}"/>
                </a:ext>
              </a:extLst>
            </p:cNvPr>
            <p:cNvSpPr/>
            <p:nvPr/>
          </p:nvSpPr>
          <p:spPr>
            <a:xfrm>
              <a:off x="9814687" y="1029760"/>
              <a:ext cx="37133" cy="29402"/>
            </a:xfrm>
            <a:custGeom>
              <a:avLst/>
              <a:gdLst>
                <a:gd name="connsiteX0" fmla="*/ 37134 w 37133"/>
                <a:gd name="connsiteY0" fmla="*/ 14701 h 29402"/>
                <a:gd name="connsiteX1" fmla="*/ 18504 w 37133"/>
                <a:gd name="connsiteY1" fmla="*/ 29403 h 29402"/>
                <a:gd name="connsiteX2" fmla="*/ 0 w 37133"/>
                <a:gd name="connsiteY2" fmla="*/ 14701 h 29402"/>
                <a:gd name="connsiteX3" fmla="*/ 18504 w 37133"/>
                <a:gd name="connsiteY3" fmla="*/ 0 h 29402"/>
                <a:gd name="connsiteX4" fmla="*/ 37134 w 37133"/>
                <a:gd name="connsiteY4" fmla="*/ 14701 h 29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33" h="29402">
                  <a:moveTo>
                    <a:pt x="37134" y="14701"/>
                  </a:moveTo>
                  <a:cubicBezTo>
                    <a:pt x="37134" y="22812"/>
                    <a:pt x="28769" y="29403"/>
                    <a:pt x="18504" y="29403"/>
                  </a:cubicBezTo>
                  <a:cubicBezTo>
                    <a:pt x="8238" y="29403"/>
                    <a:pt x="0" y="22812"/>
                    <a:pt x="0" y="14701"/>
                  </a:cubicBezTo>
                  <a:cubicBezTo>
                    <a:pt x="0" y="6590"/>
                    <a:pt x="8365" y="0"/>
                    <a:pt x="18504" y="0"/>
                  </a:cubicBezTo>
                  <a:cubicBezTo>
                    <a:pt x="28642" y="0"/>
                    <a:pt x="37134" y="6590"/>
                    <a:pt x="37134" y="1470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93" name="Freeform: Shape 4192">
              <a:extLst>
                <a:ext uri="{FF2B5EF4-FFF2-40B4-BE49-F238E27FC236}">
                  <a16:creationId xmlns:a16="http://schemas.microsoft.com/office/drawing/2014/main" id="{92A0A632-62F1-2E94-2C6C-AB82F984B0D4}"/>
                </a:ext>
              </a:extLst>
            </p:cNvPr>
            <p:cNvSpPr/>
            <p:nvPr/>
          </p:nvSpPr>
          <p:spPr>
            <a:xfrm>
              <a:off x="9896178" y="1110617"/>
              <a:ext cx="38020" cy="30163"/>
            </a:xfrm>
            <a:custGeom>
              <a:avLst/>
              <a:gdLst>
                <a:gd name="connsiteX0" fmla="*/ 38021 w 38020"/>
                <a:gd name="connsiteY0" fmla="*/ 15082 h 30163"/>
                <a:gd name="connsiteX1" fmla="*/ 19010 w 38020"/>
                <a:gd name="connsiteY1" fmla="*/ 30163 h 30163"/>
                <a:gd name="connsiteX2" fmla="*/ 0 w 38020"/>
                <a:gd name="connsiteY2" fmla="*/ 15082 h 30163"/>
                <a:gd name="connsiteX3" fmla="*/ 19010 w 38020"/>
                <a:gd name="connsiteY3" fmla="*/ 0 h 30163"/>
                <a:gd name="connsiteX4" fmla="*/ 38021 w 38020"/>
                <a:gd name="connsiteY4" fmla="*/ 15082 h 30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0" h="30163">
                  <a:moveTo>
                    <a:pt x="38021" y="15082"/>
                  </a:moveTo>
                  <a:cubicBezTo>
                    <a:pt x="38021" y="23319"/>
                    <a:pt x="29530" y="30163"/>
                    <a:pt x="19010" y="30163"/>
                  </a:cubicBezTo>
                  <a:cubicBezTo>
                    <a:pt x="8492" y="30163"/>
                    <a:pt x="0" y="23446"/>
                    <a:pt x="0" y="15082"/>
                  </a:cubicBezTo>
                  <a:cubicBezTo>
                    <a:pt x="0" y="6717"/>
                    <a:pt x="8492" y="0"/>
                    <a:pt x="19010" y="0"/>
                  </a:cubicBezTo>
                  <a:cubicBezTo>
                    <a:pt x="29530" y="0"/>
                    <a:pt x="38021" y="6717"/>
                    <a:pt x="38021" y="1508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94" name="Freeform: Shape 4193">
              <a:extLst>
                <a:ext uri="{FF2B5EF4-FFF2-40B4-BE49-F238E27FC236}">
                  <a16:creationId xmlns:a16="http://schemas.microsoft.com/office/drawing/2014/main" id="{2B7AF447-7742-DB9F-DF85-4D085DA07B03}"/>
                </a:ext>
              </a:extLst>
            </p:cNvPr>
            <p:cNvSpPr/>
            <p:nvPr/>
          </p:nvSpPr>
          <p:spPr>
            <a:xfrm>
              <a:off x="9975262" y="1193629"/>
              <a:ext cx="38020" cy="30163"/>
            </a:xfrm>
            <a:custGeom>
              <a:avLst/>
              <a:gdLst>
                <a:gd name="connsiteX0" fmla="*/ 38021 w 38020"/>
                <a:gd name="connsiteY0" fmla="*/ 15082 h 30163"/>
                <a:gd name="connsiteX1" fmla="*/ 19010 w 38020"/>
                <a:gd name="connsiteY1" fmla="*/ 30163 h 30163"/>
                <a:gd name="connsiteX2" fmla="*/ 0 w 38020"/>
                <a:gd name="connsiteY2" fmla="*/ 15082 h 30163"/>
                <a:gd name="connsiteX3" fmla="*/ 19010 w 38020"/>
                <a:gd name="connsiteY3" fmla="*/ 0 h 30163"/>
                <a:gd name="connsiteX4" fmla="*/ 38021 w 38020"/>
                <a:gd name="connsiteY4" fmla="*/ 15082 h 30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0" h="30163">
                  <a:moveTo>
                    <a:pt x="38021" y="15082"/>
                  </a:moveTo>
                  <a:cubicBezTo>
                    <a:pt x="38021" y="23446"/>
                    <a:pt x="29529" y="30163"/>
                    <a:pt x="19010" y="30163"/>
                  </a:cubicBezTo>
                  <a:cubicBezTo>
                    <a:pt x="8491" y="30163"/>
                    <a:pt x="0" y="23446"/>
                    <a:pt x="0" y="15082"/>
                  </a:cubicBezTo>
                  <a:cubicBezTo>
                    <a:pt x="0" y="6717"/>
                    <a:pt x="8491" y="0"/>
                    <a:pt x="19010" y="0"/>
                  </a:cubicBezTo>
                  <a:cubicBezTo>
                    <a:pt x="29529" y="0"/>
                    <a:pt x="38021" y="6717"/>
                    <a:pt x="38021" y="1508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95" name="Freeform: Shape 4194">
              <a:extLst>
                <a:ext uri="{FF2B5EF4-FFF2-40B4-BE49-F238E27FC236}">
                  <a16:creationId xmlns:a16="http://schemas.microsoft.com/office/drawing/2014/main" id="{D83B3FD4-A198-0BBA-7C49-1616495D7835}"/>
                </a:ext>
              </a:extLst>
            </p:cNvPr>
            <p:cNvSpPr/>
            <p:nvPr/>
          </p:nvSpPr>
          <p:spPr>
            <a:xfrm>
              <a:off x="10051937" y="1278542"/>
              <a:ext cx="37133" cy="29402"/>
            </a:xfrm>
            <a:custGeom>
              <a:avLst/>
              <a:gdLst>
                <a:gd name="connsiteX0" fmla="*/ 37134 w 37133"/>
                <a:gd name="connsiteY0" fmla="*/ 14701 h 29402"/>
                <a:gd name="connsiteX1" fmla="*/ 18503 w 37133"/>
                <a:gd name="connsiteY1" fmla="*/ 29403 h 29402"/>
                <a:gd name="connsiteX2" fmla="*/ 0 w 37133"/>
                <a:gd name="connsiteY2" fmla="*/ 14701 h 29402"/>
                <a:gd name="connsiteX3" fmla="*/ 18503 w 37133"/>
                <a:gd name="connsiteY3" fmla="*/ 0 h 29402"/>
                <a:gd name="connsiteX4" fmla="*/ 37134 w 37133"/>
                <a:gd name="connsiteY4" fmla="*/ 14701 h 29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33" h="29402">
                  <a:moveTo>
                    <a:pt x="37134" y="14701"/>
                  </a:moveTo>
                  <a:cubicBezTo>
                    <a:pt x="37134" y="22813"/>
                    <a:pt x="28769" y="29403"/>
                    <a:pt x="18503" y="29403"/>
                  </a:cubicBezTo>
                  <a:cubicBezTo>
                    <a:pt x="8237" y="29403"/>
                    <a:pt x="0" y="22813"/>
                    <a:pt x="0" y="14701"/>
                  </a:cubicBezTo>
                  <a:cubicBezTo>
                    <a:pt x="0" y="6590"/>
                    <a:pt x="8364" y="0"/>
                    <a:pt x="18503" y="0"/>
                  </a:cubicBezTo>
                  <a:cubicBezTo>
                    <a:pt x="28642" y="0"/>
                    <a:pt x="37134" y="6590"/>
                    <a:pt x="37134" y="1470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96" name="Freeform: Shape 4195">
              <a:extLst>
                <a:ext uri="{FF2B5EF4-FFF2-40B4-BE49-F238E27FC236}">
                  <a16:creationId xmlns:a16="http://schemas.microsoft.com/office/drawing/2014/main" id="{D386F156-DF11-918B-1E27-967B51426310}"/>
                </a:ext>
              </a:extLst>
            </p:cNvPr>
            <p:cNvSpPr/>
            <p:nvPr/>
          </p:nvSpPr>
          <p:spPr>
            <a:xfrm>
              <a:off x="10125317" y="1364850"/>
              <a:ext cx="37006" cy="29402"/>
            </a:xfrm>
            <a:custGeom>
              <a:avLst/>
              <a:gdLst>
                <a:gd name="connsiteX0" fmla="*/ 37007 w 37006"/>
                <a:gd name="connsiteY0" fmla="*/ 14701 h 29402"/>
                <a:gd name="connsiteX1" fmla="*/ 18504 w 37006"/>
                <a:gd name="connsiteY1" fmla="*/ 29403 h 29402"/>
                <a:gd name="connsiteX2" fmla="*/ 0 w 37006"/>
                <a:gd name="connsiteY2" fmla="*/ 14701 h 29402"/>
                <a:gd name="connsiteX3" fmla="*/ 18504 w 37006"/>
                <a:gd name="connsiteY3" fmla="*/ 0 h 29402"/>
                <a:gd name="connsiteX4" fmla="*/ 37007 w 37006"/>
                <a:gd name="connsiteY4" fmla="*/ 14701 h 29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006" h="29402">
                  <a:moveTo>
                    <a:pt x="37007" y="14701"/>
                  </a:moveTo>
                  <a:cubicBezTo>
                    <a:pt x="37007" y="22813"/>
                    <a:pt x="28642" y="29403"/>
                    <a:pt x="18504" y="29403"/>
                  </a:cubicBezTo>
                  <a:cubicBezTo>
                    <a:pt x="8365" y="29403"/>
                    <a:pt x="0" y="22813"/>
                    <a:pt x="0" y="14701"/>
                  </a:cubicBezTo>
                  <a:cubicBezTo>
                    <a:pt x="0" y="6590"/>
                    <a:pt x="8238" y="0"/>
                    <a:pt x="18504" y="0"/>
                  </a:cubicBezTo>
                  <a:cubicBezTo>
                    <a:pt x="28769" y="0"/>
                    <a:pt x="37007" y="6590"/>
                    <a:pt x="37007" y="1470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97" name="Freeform: Shape 4196">
              <a:extLst>
                <a:ext uri="{FF2B5EF4-FFF2-40B4-BE49-F238E27FC236}">
                  <a16:creationId xmlns:a16="http://schemas.microsoft.com/office/drawing/2014/main" id="{88795117-D246-637B-418D-E16CB0A6EC8C}"/>
                </a:ext>
              </a:extLst>
            </p:cNvPr>
            <p:cNvSpPr/>
            <p:nvPr/>
          </p:nvSpPr>
          <p:spPr>
            <a:xfrm>
              <a:off x="10195909" y="1452931"/>
              <a:ext cx="36246" cy="28895"/>
            </a:xfrm>
            <a:custGeom>
              <a:avLst/>
              <a:gdLst>
                <a:gd name="connsiteX0" fmla="*/ 36246 w 36246"/>
                <a:gd name="connsiteY0" fmla="*/ 14448 h 28895"/>
                <a:gd name="connsiteX1" fmla="*/ 18123 w 36246"/>
                <a:gd name="connsiteY1" fmla="*/ 28896 h 28895"/>
                <a:gd name="connsiteX2" fmla="*/ 0 w 36246"/>
                <a:gd name="connsiteY2" fmla="*/ 14448 h 28895"/>
                <a:gd name="connsiteX3" fmla="*/ 18123 w 36246"/>
                <a:gd name="connsiteY3" fmla="*/ 0 h 28895"/>
                <a:gd name="connsiteX4" fmla="*/ 36246 w 36246"/>
                <a:gd name="connsiteY4" fmla="*/ 14448 h 28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246" h="28895">
                  <a:moveTo>
                    <a:pt x="36246" y="14448"/>
                  </a:moveTo>
                  <a:cubicBezTo>
                    <a:pt x="36246" y="22432"/>
                    <a:pt x="28135" y="28896"/>
                    <a:pt x="18123" y="28896"/>
                  </a:cubicBezTo>
                  <a:cubicBezTo>
                    <a:pt x="8111" y="28896"/>
                    <a:pt x="0" y="22432"/>
                    <a:pt x="0" y="14448"/>
                  </a:cubicBezTo>
                  <a:cubicBezTo>
                    <a:pt x="0" y="6463"/>
                    <a:pt x="8111" y="0"/>
                    <a:pt x="18123" y="0"/>
                  </a:cubicBezTo>
                  <a:cubicBezTo>
                    <a:pt x="28135" y="0"/>
                    <a:pt x="36246" y="6463"/>
                    <a:pt x="36246" y="1444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98" name="Freeform: Shape 4197">
              <a:extLst>
                <a:ext uri="{FF2B5EF4-FFF2-40B4-BE49-F238E27FC236}">
                  <a16:creationId xmlns:a16="http://schemas.microsoft.com/office/drawing/2014/main" id="{0225369D-E61E-C28F-25BC-0CB79B8C2AF2}"/>
                </a:ext>
              </a:extLst>
            </p:cNvPr>
            <p:cNvSpPr/>
            <p:nvPr/>
          </p:nvSpPr>
          <p:spPr>
            <a:xfrm>
              <a:off x="10262952" y="1542280"/>
              <a:ext cx="36247" cy="28895"/>
            </a:xfrm>
            <a:custGeom>
              <a:avLst/>
              <a:gdLst>
                <a:gd name="connsiteX0" fmla="*/ 36247 w 36247"/>
                <a:gd name="connsiteY0" fmla="*/ 14448 h 28895"/>
                <a:gd name="connsiteX1" fmla="*/ 18123 w 36247"/>
                <a:gd name="connsiteY1" fmla="*/ 28896 h 28895"/>
                <a:gd name="connsiteX2" fmla="*/ 0 w 36247"/>
                <a:gd name="connsiteY2" fmla="*/ 14448 h 28895"/>
                <a:gd name="connsiteX3" fmla="*/ 18123 w 36247"/>
                <a:gd name="connsiteY3" fmla="*/ 0 h 28895"/>
                <a:gd name="connsiteX4" fmla="*/ 36247 w 36247"/>
                <a:gd name="connsiteY4" fmla="*/ 14448 h 28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247" h="28895">
                  <a:moveTo>
                    <a:pt x="36247" y="14448"/>
                  </a:moveTo>
                  <a:cubicBezTo>
                    <a:pt x="36247" y="22432"/>
                    <a:pt x="28136" y="28896"/>
                    <a:pt x="18123" y="28896"/>
                  </a:cubicBezTo>
                  <a:cubicBezTo>
                    <a:pt x="8111" y="28896"/>
                    <a:pt x="0" y="22432"/>
                    <a:pt x="0" y="14448"/>
                  </a:cubicBezTo>
                  <a:cubicBezTo>
                    <a:pt x="0" y="6464"/>
                    <a:pt x="8111" y="0"/>
                    <a:pt x="18123" y="0"/>
                  </a:cubicBezTo>
                  <a:cubicBezTo>
                    <a:pt x="28136" y="0"/>
                    <a:pt x="36247" y="6464"/>
                    <a:pt x="36247" y="1444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99" name="Freeform: Shape 4198">
              <a:extLst>
                <a:ext uri="{FF2B5EF4-FFF2-40B4-BE49-F238E27FC236}">
                  <a16:creationId xmlns:a16="http://schemas.microsoft.com/office/drawing/2014/main" id="{EB2AE4D5-4F54-4489-269B-12A6D829C982}"/>
                </a:ext>
              </a:extLst>
            </p:cNvPr>
            <p:cNvSpPr/>
            <p:nvPr/>
          </p:nvSpPr>
          <p:spPr>
            <a:xfrm>
              <a:off x="10327334" y="1633403"/>
              <a:ext cx="35485" cy="28135"/>
            </a:xfrm>
            <a:custGeom>
              <a:avLst/>
              <a:gdLst>
                <a:gd name="connsiteX0" fmla="*/ 35486 w 35485"/>
                <a:gd name="connsiteY0" fmla="*/ 14068 h 28135"/>
                <a:gd name="connsiteX1" fmla="*/ 17743 w 35485"/>
                <a:gd name="connsiteY1" fmla="*/ 28135 h 28135"/>
                <a:gd name="connsiteX2" fmla="*/ 0 w 35485"/>
                <a:gd name="connsiteY2" fmla="*/ 14068 h 28135"/>
                <a:gd name="connsiteX3" fmla="*/ 17743 w 35485"/>
                <a:gd name="connsiteY3" fmla="*/ 0 h 28135"/>
                <a:gd name="connsiteX4" fmla="*/ 35486 w 35485"/>
                <a:gd name="connsiteY4" fmla="*/ 14068 h 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5" h="28135">
                  <a:moveTo>
                    <a:pt x="35486" y="14068"/>
                  </a:moveTo>
                  <a:cubicBezTo>
                    <a:pt x="35486" y="21925"/>
                    <a:pt x="27501" y="28135"/>
                    <a:pt x="17743" y="28135"/>
                  </a:cubicBezTo>
                  <a:cubicBezTo>
                    <a:pt x="7984" y="28135"/>
                    <a:pt x="0" y="21798"/>
                    <a:pt x="0" y="14068"/>
                  </a:cubicBezTo>
                  <a:cubicBezTo>
                    <a:pt x="0" y="6337"/>
                    <a:pt x="7984" y="0"/>
                    <a:pt x="17743" y="0"/>
                  </a:cubicBezTo>
                  <a:cubicBezTo>
                    <a:pt x="27501" y="0"/>
                    <a:pt x="35486" y="6337"/>
                    <a:pt x="35486" y="1406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00" name="Freeform: Shape 4199">
              <a:extLst>
                <a:ext uri="{FF2B5EF4-FFF2-40B4-BE49-F238E27FC236}">
                  <a16:creationId xmlns:a16="http://schemas.microsoft.com/office/drawing/2014/main" id="{8896FE01-AA5E-CC04-3F4B-FF7ED236441C}"/>
                </a:ext>
              </a:extLst>
            </p:cNvPr>
            <p:cNvSpPr/>
            <p:nvPr/>
          </p:nvSpPr>
          <p:spPr>
            <a:xfrm>
              <a:off x="10388040" y="1725540"/>
              <a:ext cx="35486" cy="28135"/>
            </a:xfrm>
            <a:custGeom>
              <a:avLst/>
              <a:gdLst>
                <a:gd name="connsiteX0" fmla="*/ 35487 w 35486"/>
                <a:gd name="connsiteY0" fmla="*/ 14068 h 28135"/>
                <a:gd name="connsiteX1" fmla="*/ 17743 w 35486"/>
                <a:gd name="connsiteY1" fmla="*/ 28135 h 28135"/>
                <a:gd name="connsiteX2" fmla="*/ 0 w 35486"/>
                <a:gd name="connsiteY2" fmla="*/ 14068 h 28135"/>
                <a:gd name="connsiteX3" fmla="*/ 17743 w 35486"/>
                <a:gd name="connsiteY3" fmla="*/ 0 h 28135"/>
                <a:gd name="connsiteX4" fmla="*/ 35487 w 35486"/>
                <a:gd name="connsiteY4" fmla="*/ 14068 h 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6" h="28135">
                  <a:moveTo>
                    <a:pt x="35487" y="14068"/>
                  </a:moveTo>
                  <a:cubicBezTo>
                    <a:pt x="35487" y="21799"/>
                    <a:pt x="27502" y="28135"/>
                    <a:pt x="17743" y="28135"/>
                  </a:cubicBezTo>
                  <a:cubicBezTo>
                    <a:pt x="7984" y="28135"/>
                    <a:pt x="0" y="21799"/>
                    <a:pt x="0" y="14068"/>
                  </a:cubicBezTo>
                  <a:cubicBezTo>
                    <a:pt x="0" y="6337"/>
                    <a:pt x="7984" y="0"/>
                    <a:pt x="17743" y="0"/>
                  </a:cubicBezTo>
                  <a:cubicBezTo>
                    <a:pt x="27502" y="0"/>
                    <a:pt x="35487" y="6337"/>
                    <a:pt x="35487" y="1406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01" name="Freeform: Shape 4200">
              <a:extLst>
                <a:ext uri="{FF2B5EF4-FFF2-40B4-BE49-F238E27FC236}">
                  <a16:creationId xmlns:a16="http://schemas.microsoft.com/office/drawing/2014/main" id="{0B28D5C3-5D14-2DE7-EE53-EE168428AE3B}"/>
                </a:ext>
              </a:extLst>
            </p:cNvPr>
            <p:cNvSpPr/>
            <p:nvPr/>
          </p:nvSpPr>
          <p:spPr>
            <a:xfrm>
              <a:off x="10445579" y="1819071"/>
              <a:ext cx="35485" cy="28135"/>
            </a:xfrm>
            <a:custGeom>
              <a:avLst/>
              <a:gdLst>
                <a:gd name="connsiteX0" fmla="*/ 35486 w 35485"/>
                <a:gd name="connsiteY0" fmla="*/ 14068 h 28135"/>
                <a:gd name="connsiteX1" fmla="*/ 17743 w 35485"/>
                <a:gd name="connsiteY1" fmla="*/ 28135 h 28135"/>
                <a:gd name="connsiteX2" fmla="*/ 0 w 35485"/>
                <a:gd name="connsiteY2" fmla="*/ 14068 h 28135"/>
                <a:gd name="connsiteX3" fmla="*/ 17743 w 35485"/>
                <a:gd name="connsiteY3" fmla="*/ 0 h 28135"/>
                <a:gd name="connsiteX4" fmla="*/ 35486 w 35485"/>
                <a:gd name="connsiteY4" fmla="*/ 14068 h 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5" h="28135">
                  <a:moveTo>
                    <a:pt x="35486" y="14068"/>
                  </a:moveTo>
                  <a:cubicBezTo>
                    <a:pt x="35486" y="21799"/>
                    <a:pt x="27501" y="28135"/>
                    <a:pt x="17743" y="28135"/>
                  </a:cubicBezTo>
                  <a:cubicBezTo>
                    <a:pt x="7984" y="28135"/>
                    <a:pt x="0" y="21799"/>
                    <a:pt x="0" y="14068"/>
                  </a:cubicBezTo>
                  <a:cubicBezTo>
                    <a:pt x="0" y="6337"/>
                    <a:pt x="7984" y="0"/>
                    <a:pt x="17743" y="0"/>
                  </a:cubicBezTo>
                  <a:cubicBezTo>
                    <a:pt x="27501" y="0"/>
                    <a:pt x="35486" y="6337"/>
                    <a:pt x="35486" y="1406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02" name="Freeform: Shape 4201">
              <a:extLst>
                <a:ext uri="{FF2B5EF4-FFF2-40B4-BE49-F238E27FC236}">
                  <a16:creationId xmlns:a16="http://schemas.microsoft.com/office/drawing/2014/main" id="{78E2416A-AB08-38ED-CD70-8496D862DEA1}"/>
                </a:ext>
              </a:extLst>
            </p:cNvPr>
            <p:cNvSpPr/>
            <p:nvPr/>
          </p:nvSpPr>
          <p:spPr>
            <a:xfrm>
              <a:off x="10499948" y="1913616"/>
              <a:ext cx="35485" cy="28135"/>
            </a:xfrm>
            <a:custGeom>
              <a:avLst/>
              <a:gdLst>
                <a:gd name="connsiteX0" fmla="*/ 35486 w 35485"/>
                <a:gd name="connsiteY0" fmla="*/ 14068 h 28135"/>
                <a:gd name="connsiteX1" fmla="*/ 17743 w 35485"/>
                <a:gd name="connsiteY1" fmla="*/ 28135 h 28135"/>
                <a:gd name="connsiteX2" fmla="*/ 0 w 35485"/>
                <a:gd name="connsiteY2" fmla="*/ 14068 h 28135"/>
                <a:gd name="connsiteX3" fmla="*/ 17743 w 35485"/>
                <a:gd name="connsiteY3" fmla="*/ 0 h 28135"/>
                <a:gd name="connsiteX4" fmla="*/ 35486 w 35485"/>
                <a:gd name="connsiteY4" fmla="*/ 14068 h 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5" h="28135">
                  <a:moveTo>
                    <a:pt x="35486" y="14068"/>
                  </a:moveTo>
                  <a:cubicBezTo>
                    <a:pt x="35486" y="21925"/>
                    <a:pt x="27501" y="28135"/>
                    <a:pt x="17743" y="28135"/>
                  </a:cubicBezTo>
                  <a:cubicBezTo>
                    <a:pt x="7984" y="28135"/>
                    <a:pt x="0" y="21799"/>
                    <a:pt x="0" y="14068"/>
                  </a:cubicBezTo>
                  <a:cubicBezTo>
                    <a:pt x="0" y="6337"/>
                    <a:pt x="7984" y="0"/>
                    <a:pt x="17743" y="0"/>
                  </a:cubicBezTo>
                  <a:cubicBezTo>
                    <a:pt x="27501" y="0"/>
                    <a:pt x="35486" y="6337"/>
                    <a:pt x="35486" y="1406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03" name="Freeform: Shape 4202">
              <a:extLst>
                <a:ext uri="{FF2B5EF4-FFF2-40B4-BE49-F238E27FC236}">
                  <a16:creationId xmlns:a16="http://schemas.microsoft.com/office/drawing/2014/main" id="{6B9650EF-C0D5-25EB-9963-42DE99D03833}"/>
                </a:ext>
              </a:extLst>
            </p:cNvPr>
            <p:cNvSpPr/>
            <p:nvPr/>
          </p:nvSpPr>
          <p:spPr>
            <a:xfrm>
              <a:off x="10551530" y="2009809"/>
              <a:ext cx="34472" cy="27374"/>
            </a:xfrm>
            <a:custGeom>
              <a:avLst/>
              <a:gdLst>
                <a:gd name="connsiteX0" fmla="*/ 34473 w 34472"/>
                <a:gd name="connsiteY0" fmla="*/ 13688 h 27374"/>
                <a:gd name="connsiteX1" fmla="*/ 17236 w 34472"/>
                <a:gd name="connsiteY1" fmla="*/ 27375 h 27374"/>
                <a:gd name="connsiteX2" fmla="*/ 0 w 34472"/>
                <a:gd name="connsiteY2" fmla="*/ 13688 h 27374"/>
                <a:gd name="connsiteX3" fmla="*/ 17236 w 34472"/>
                <a:gd name="connsiteY3" fmla="*/ 0 h 27374"/>
                <a:gd name="connsiteX4" fmla="*/ 34473 w 34472"/>
                <a:gd name="connsiteY4" fmla="*/ 13688 h 27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472" h="27374">
                  <a:moveTo>
                    <a:pt x="34473" y="13688"/>
                  </a:moveTo>
                  <a:cubicBezTo>
                    <a:pt x="34473" y="21292"/>
                    <a:pt x="26741" y="27375"/>
                    <a:pt x="17236" y="27375"/>
                  </a:cubicBezTo>
                  <a:cubicBezTo>
                    <a:pt x="7731" y="27375"/>
                    <a:pt x="0" y="21165"/>
                    <a:pt x="0" y="13688"/>
                  </a:cubicBezTo>
                  <a:cubicBezTo>
                    <a:pt x="0" y="6210"/>
                    <a:pt x="7731" y="0"/>
                    <a:pt x="17236" y="0"/>
                  </a:cubicBezTo>
                  <a:cubicBezTo>
                    <a:pt x="26741" y="0"/>
                    <a:pt x="34473" y="6083"/>
                    <a:pt x="34473" y="136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04" name="Freeform: Shape 4203">
              <a:extLst>
                <a:ext uri="{FF2B5EF4-FFF2-40B4-BE49-F238E27FC236}">
                  <a16:creationId xmlns:a16="http://schemas.microsoft.com/office/drawing/2014/main" id="{3FA9FB27-A9AD-3124-996F-1B01573B79A5}"/>
                </a:ext>
              </a:extLst>
            </p:cNvPr>
            <p:cNvSpPr/>
            <p:nvPr/>
          </p:nvSpPr>
          <p:spPr>
            <a:xfrm>
              <a:off x="10599183" y="2106762"/>
              <a:ext cx="34471" cy="27375"/>
            </a:xfrm>
            <a:custGeom>
              <a:avLst/>
              <a:gdLst>
                <a:gd name="connsiteX0" fmla="*/ 34472 w 34471"/>
                <a:gd name="connsiteY0" fmla="*/ 13688 h 27375"/>
                <a:gd name="connsiteX1" fmla="*/ 17236 w 34471"/>
                <a:gd name="connsiteY1" fmla="*/ 27375 h 27375"/>
                <a:gd name="connsiteX2" fmla="*/ 0 w 34471"/>
                <a:gd name="connsiteY2" fmla="*/ 13688 h 27375"/>
                <a:gd name="connsiteX3" fmla="*/ 17236 w 34471"/>
                <a:gd name="connsiteY3" fmla="*/ 0 h 27375"/>
                <a:gd name="connsiteX4" fmla="*/ 34472 w 34471"/>
                <a:gd name="connsiteY4" fmla="*/ 13688 h 27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471" h="27375">
                  <a:moveTo>
                    <a:pt x="34472" y="13688"/>
                  </a:moveTo>
                  <a:cubicBezTo>
                    <a:pt x="34472" y="21292"/>
                    <a:pt x="26741" y="27375"/>
                    <a:pt x="17236" y="27375"/>
                  </a:cubicBezTo>
                  <a:cubicBezTo>
                    <a:pt x="7731" y="27375"/>
                    <a:pt x="0" y="21292"/>
                    <a:pt x="0" y="13688"/>
                  </a:cubicBezTo>
                  <a:cubicBezTo>
                    <a:pt x="0" y="6083"/>
                    <a:pt x="7731" y="0"/>
                    <a:pt x="17236" y="0"/>
                  </a:cubicBezTo>
                  <a:cubicBezTo>
                    <a:pt x="26741" y="0"/>
                    <a:pt x="34472" y="6083"/>
                    <a:pt x="34472" y="136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05" name="Freeform: Shape 4204">
              <a:extLst>
                <a:ext uri="{FF2B5EF4-FFF2-40B4-BE49-F238E27FC236}">
                  <a16:creationId xmlns:a16="http://schemas.microsoft.com/office/drawing/2014/main" id="{F79DE12D-D6B9-E7C4-076A-B914B425720D}"/>
                </a:ext>
              </a:extLst>
            </p:cNvPr>
            <p:cNvSpPr/>
            <p:nvPr/>
          </p:nvSpPr>
          <p:spPr>
            <a:xfrm>
              <a:off x="10643794" y="2204855"/>
              <a:ext cx="33711" cy="26867"/>
            </a:xfrm>
            <a:custGeom>
              <a:avLst/>
              <a:gdLst>
                <a:gd name="connsiteX0" fmla="*/ 33711 w 33711"/>
                <a:gd name="connsiteY0" fmla="*/ 13434 h 26867"/>
                <a:gd name="connsiteX1" fmla="*/ 16855 w 33711"/>
                <a:gd name="connsiteY1" fmla="*/ 26868 h 26867"/>
                <a:gd name="connsiteX2" fmla="*/ 0 w 33711"/>
                <a:gd name="connsiteY2" fmla="*/ 13434 h 26867"/>
                <a:gd name="connsiteX3" fmla="*/ 16855 w 33711"/>
                <a:gd name="connsiteY3" fmla="*/ 0 h 26867"/>
                <a:gd name="connsiteX4" fmla="*/ 33711 w 33711"/>
                <a:gd name="connsiteY4" fmla="*/ 13434 h 26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1" h="26867">
                  <a:moveTo>
                    <a:pt x="33711" y="13434"/>
                  </a:moveTo>
                  <a:cubicBezTo>
                    <a:pt x="33711" y="20911"/>
                    <a:pt x="26108" y="26868"/>
                    <a:pt x="16855" y="26868"/>
                  </a:cubicBezTo>
                  <a:cubicBezTo>
                    <a:pt x="7604" y="26868"/>
                    <a:pt x="0" y="20911"/>
                    <a:pt x="0" y="13434"/>
                  </a:cubicBezTo>
                  <a:cubicBezTo>
                    <a:pt x="0" y="5957"/>
                    <a:pt x="7604" y="0"/>
                    <a:pt x="16855" y="0"/>
                  </a:cubicBezTo>
                  <a:cubicBezTo>
                    <a:pt x="26108" y="0"/>
                    <a:pt x="33711" y="5957"/>
                    <a:pt x="33711" y="1343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06" name="Freeform: Shape 4205">
              <a:extLst>
                <a:ext uri="{FF2B5EF4-FFF2-40B4-BE49-F238E27FC236}">
                  <a16:creationId xmlns:a16="http://schemas.microsoft.com/office/drawing/2014/main" id="{FE1AF4B4-F48A-6659-8CB5-2665004F5CFC}"/>
                </a:ext>
              </a:extLst>
            </p:cNvPr>
            <p:cNvSpPr/>
            <p:nvPr/>
          </p:nvSpPr>
          <p:spPr>
            <a:xfrm>
              <a:off x="10685110" y="2304090"/>
              <a:ext cx="32951" cy="26107"/>
            </a:xfrm>
            <a:custGeom>
              <a:avLst/>
              <a:gdLst>
                <a:gd name="connsiteX0" fmla="*/ 32952 w 32951"/>
                <a:gd name="connsiteY0" fmla="*/ 13054 h 26107"/>
                <a:gd name="connsiteX1" fmla="*/ 16476 w 32951"/>
                <a:gd name="connsiteY1" fmla="*/ 26108 h 26107"/>
                <a:gd name="connsiteX2" fmla="*/ 0 w 32951"/>
                <a:gd name="connsiteY2" fmla="*/ 13054 h 26107"/>
                <a:gd name="connsiteX3" fmla="*/ 16476 w 32951"/>
                <a:gd name="connsiteY3" fmla="*/ 0 h 26107"/>
                <a:gd name="connsiteX4" fmla="*/ 32952 w 32951"/>
                <a:gd name="connsiteY4" fmla="*/ 13054 h 2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951" h="26107">
                  <a:moveTo>
                    <a:pt x="32952" y="13054"/>
                  </a:moveTo>
                  <a:cubicBezTo>
                    <a:pt x="32952" y="20278"/>
                    <a:pt x="25601" y="26108"/>
                    <a:pt x="16476" y="26108"/>
                  </a:cubicBezTo>
                  <a:cubicBezTo>
                    <a:pt x="7351" y="26108"/>
                    <a:pt x="0" y="20278"/>
                    <a:pt x="0" y="13054"/>
                  </a:cubicBezTo>
                  <a:cubicBezTo>
                    <a:pt x="0" y="5830"/>
                    <a:pt x="7351" y="0"/>
                    <a:pt x="16476" y="0"/>
                  </a:cubicBezTo>
                  <a:cubicBezTo>
                    <a:pt x="25601" y="0"/>
                    <a:pt x="32952" y="5830"/>
                    <a:pt x="32952" y="1305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07" name="Freeform: Shape 4206">
              <a:extLst>
                <a:ext uri="{FF2B5EF4-FFF2-40B4-BE49-F238E27FC236}">
                  <a16:creationId xmlns:a16="http://schemas.microsoft.com/office/drawing/2014/main" id="{C30409B6-4F3D-6E12-11C7-7DB2F7D772AA}"/>
                </a:ext>
              </a:extLst>
            </p:cNvPr>
            <p:cNvSpPr/>
            <p:nvPr/>
          </p:nvSpPr>
          <p:spPr>
            <a:xfrm>
              <a:off x="10722497" y="2403704"/>
              <a:ext cx="32951" cy="26107"/>
            </a:xfrm>
            <a:custGeom>
              <a:avLst/>
              <a:gdLst>
                <a:gd name="connsiteX0" fmla="*/ 32952 w 32951"/>
                <a:gd name="connsiteY0" fmla="*/ 13054 h 26107"/>
                <a:gd name="connsiteX1" fmla="*/ 16476 w 32951"/>
                <a:gd name="connsiteY1" fmla="*/ 26108 h 26107"/>
                <a:gd name="connsiteX2" fmla="*/ 0 w 32951"/>
                <a:gd name="connsiteY2" fmla="*/ 13054 h 26107"/>
                <a:gd name="connsiteX3" fmla="*/ 16476 w 32951"/>
                <a:gd name="connsiteY3" fmla="*/ 0 h 26107"/>
                <a:gd name="connsiteX4" fmla="*/ 32952 w 32951"/>
                <a:gd name="connsiteY4" fmla="*/ 13054 h 2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951" h="26107">
                  <a:moveTo>
                    <a:pt x="32952" y="13054"/>
                  </a:moveTo>
                  <a:cubicBezTo>
                    <a:pt x="32952" y="20278"/>
                    <a:pt x="25601" y="26108"/>
                    <a:pt x="16476" y="26108"/>
                  </a:cubicBezTo>
                  <a:cubicBezTo>
                    <a:pt x="7351" y="26108"/>
                    <a:pt x="0" y="20278"/>
                    <a:pt x="0" y="13054"/>
                  </a:cubicBezTo>
                  <a:cubicBezTo>
                    <a:pt x="0" y="5830"/>
                    <a:pt x="7351" y="0"/>
                    <a:pt x="16476" y="0"/>
                  </a:cubicBezTo>
                  <a:cubicBezTo>
                    <a:pt x="25601" y="0"/>
                    <a:pt x="32952" y="5830"/>
                    <a:pt x="32952" y="1305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08" name="Freeform: Shape 4207">
              <a:extLst>
                <a:ext uri="{FF2B5EF4-FFF2-40B4-BE49-F238E27FC236}">
                  <a16:creationId xmlns:a16="http://schemas.microsoft.com/office/drawing/2014/main" id="{B6366C86-4950-D3A1-C083-5AB58AA77BBF}"/>
                </a:ext>
              </a:extLst>
            </p:cNvPr>
            <p:cNvSpPr/>
            <p:nvPr/>
          </p:nvSpPr>
          <p:spPr>
            <a:xfrm>
              <a:off x="10756716" y="2504459"/>
              <a:ext cx="32190" cy="25600"/>
            </a:xfrm>
            <a:custGeom>
              <a:avLst/>
              <a:gdLst>
                <a:gd name="connsiteX0" fmla="*/ 32191 w 32190"/>
                <a:gd name="connsiteY0" fmla="*/ 12800 h 25600"/>
                <a:gd name="connsiteX1" fmla="*/ 16096 w 32190"/>
                <a:gd name="connsiteY1" fmla="*/ 25601 h 25600"/>
                <a:gd name="connsiteX2" fmla="*/ 0 w 32190"/>
                <a:gd name="connsiteY2" fmla="*/ 12800 h 25600"/>
                <a:gd name="connsiteX3" fmla="*/ 16096 w 32190"/>
                <a:gd name="connsiteY3" fmla="*/ 0 h 25600"/>
                <a:gd name="connsiteX4" fmla="*/ 32191 w 32190"/>
                <a:gd name="connsiteY4" fmla="*/ 12800 h 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90" h="25600">
                  <a:moveTo>
                    <a:pt x="32191" y="12800"/>
                  </a:moveTo>
                  <a:cubicBezTo>
                    <a:pt x="32191" y="19897"/>
                    <a:pt x="24967" y="25601"/>
                    <a:pt x="16096" y="25601"/>
                  </a:cubicBezTo>
                  <a:cubicBezTo>
                    <a:pt x="7224" y="25601"/>
                    <a:pt x="0" y="19897"/>
                    <a:pt x="0" y="12800"/>
                  </a:cubicBezTo>
                  <a:cubicBezTo>
                    <a:pt x="0" y="5703"/>
                    <a:pt x="7224" y="0"/>
                    <a:pt x="16096" y="0"/>
                  </a:cubicBezTo>
                  <a:cubicBezTo>
                    <a:pt x="24967" y="0"/>
                    <a:pt x="32191" y="5703"/>
                    <a:pt x="32191" y="1280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09" name="Freeform: Shape 4208">
              <a:extLst>
                <a:ext uri="{FF2B5EF4-FFF2-40B4-BE49-F238E27FC236}">
                  <a16:creationId xmlns:a16="http://schemas.microsoft.com/office/drawing/2014/main" id="{002B7E95-4215-BAA7-8905-F4E5CF922461}"/>
                </a:ext>
              </a:extLst>
            </p:cNvPr>
            <p:cNvSpPr/>
            <p:nvPr/>
          </p:nvSpPr>
          <p:spPr>
            <a:xfrm>
              <a:off x="10787512" y="2605975"/>
              <a:ext cx="31430" cy="24840"/>
            </a:xfrm>
            <a:custGeom>
              <a:avLst/>
              <a:gdLst>
                <a:gd name="connsiteX0" fmla="*/ 31430 w 31430"/>
                <a:gd name="connsiteY0" fmla="*/ 12420 h 24840"/>
                <a:gd name="connsiteX1" fmla="*/ 15715 w 31430"/>
                <a:gd name="connsiteY1" fmla="*/ 24840 h 24840"/>
                <a:gd name="connsiteX2" fmla="*/ 0 w 31430"/>
                <a:gd name="connsiteY2" fmla="*/ 12420 h 24840"/>
                <a:gd name="connsiteX3" fmla="*/ 15715 w 31430"/>
                <a:gd name="connsiteY3" fmla="*/ 0 h 24840"/>
                <a:gd name="connsiteX4" fmla="*/ 31430 w 31430"/>
                <a:gd name="connsiteY4" fmla="*/ 12420 h 2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30" h="24840">
                  <a:moveTo>
                    <a:pt x="31430" y="12420"/>
                  </a:moveTo>
                  <a:cubicBezTo>
                    <a:pt x="31430" y="19264"/>
                    <a:pt x="24460" y="24840"/>
                    <a:pt x="15715" y="24840"/>
                  </a:cubicBezTo>
                  <a:cubicBezTo>
                    <a:pt x="6970" y="24840"/>
                    <a:pt x="0" y="19264"/>
                    <a:pt x="0" y="12420"/>
                  </a:cubicBezTo>
                  <a:cubicBezTo>
                    <a:pt x="0" y="5576"/>
                    <a:pt x="7097" y="0"/>
                    <a:pt x="15715" y="0"/>
                  </a:cubicBezTo>
                  <a:cubicBezTo>
                    <a:pt x="24333" y="0"/>
                    <a:pt x="31430" y="5576"/>
                    <a:pt x="31430" y="1242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10" name="Freeform: Shape 4209">
              <a:extLst>
                <a:ext uri="{FF2B5EF4-FFF2-40B4-BE49-F238E27FC236}">
                  <a16:creationId xmlns:a16="http://schemas.microsoft.com/office/drawing/2014/main" id="{F2B4A14C-4F30-5AF5-6FE8-5E26413009A0}"/>
                </a:ext>
              </a:extLst>
            </p:cNvPr>
            <p:cNvSpPr/>
            <p:nvPr/>
          </p:nvSpPr>
          <p:spPr>
            <a:xfrm>
              <a:off x="10814888" y="2707997"/>
              <a:ext cx="30669" cy="24333"/>
            </a:xfrm>
            <a:custGeom>
              <a:avLst/>
              <a:gdLst>
                <a:gd name="connsiteX0" fmla="*/ 30670 w 30669"/>
                <a:gd name="connsiteY0" fmla="*/ 12167 h 24333"/>
                <a:gd name="connsiteX1" fmla="*/ 15335 w 30669"/>
                <a:gd name="connsiteY1" fmla="*/ 24333 h 24333"/>
                <a:gd name="connsiteX2" fmla="*/ 0 w 30669"/>
                <a:gd name="connsiteY2" fmla="*/ 12167 h 24333"/>
                <a:gd name="connsiteX3" fmla="*/ 15335 w 30669"/>
                <a:gd name="connsiteY3" fmla="*/ 0 h 24333"/>
                <a:gd name="connsiteX4" fmla="*/ 30670 w 30669"/>
                <a:gd name="connsiteY4" fmla="*/ 12167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9" h="24333">
                  <a:moveTo>
                    <a:pt x="30670" y="12167"/>
                  </a:moveTo>
                  <a:cubicBezTo>
                    <a:pt x="30670" y="18884"/>
                    <a:pt x="23826" y="24333"/>
                    <a:pt x="15335" y="24333"/>
                  </a:cubicBezTo>
                  <a:cubicBezTo>
                    <a:pt x="6843" y="24333"/>
                    <a:pt x="0" y="18884"/>
                    <a:pt x="0" y="12167"/>
                  </a:cubicBezTo>
                  <a:cubicBezTo>
                    <a:pt x="0" y="5450"/>
                    <a:pt x="6843" y="0"/>
                    <a:pt x="15335" y="0"/>
                  </a:cubicBezTo>
                  <a:cubicBezTo>
                    <a:pt x="23826" y="0"/>
                    <a:pt x="30670" y="5450"/>
                    <a:pt x="30670" y="121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11" name="Freeform: Shape 4210">
              <a:extLst>
                <a:ext uri="{FF2B5EF4-FFF2-40B4-BE49-F238E27FC236}">
                  <a16:creationId xmlns:a16="http://schemas.microsoft.com/office/drawing/2014/main" id="{AA467AFB-4748-1A07-D397-F9933EDBA146}"/>
                </a:ext>
              </a:extLst>
            </p:cNvPr>
            <p:cNvSpPr/>
            <p:nvPr/>
          </p:nvSpPr>
          <p:spPr>
            <a:xfrm>
              <a:off x="10838587" y="2810653"/>
              <a:ext cx="29909" cy="23572"/>
            </a:xfrm>
            <a:custGeom>
              <a:avLst/>
              <a:gdLst>
                <a:gd name="connsiteX0" fmla="*/ 29910 w 29909"/>
                <a:gd name="connsiteY0" fmla="*/ 11786 h 23572"/>
                <a:gd name="connsiteX1" fmla="*/ 14955 w 29909"/>
                <a:gd name="connsiteY1" fmla="*/ 23573 h 23572"/>
                <a:gd name="connsiteX2" fmla="*/ 0 w 29909"/>
                <a:gd name="connsiteY2" fmla="*/ 11786 h 23572"/>
                <a:gd name="connsiteX3" fmla="*/ 14955 w 29909"/>
                <a:gd name="connsiteY3" fmla="*/ 0 h 23572"/>
                <a:gd name="connsiteX4" fmla="*/ 29910 w 29909"/>
                <a:gd name="connsiteY4" fmla="*/ 11786 h 2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909" h="23572">
                  <a:moveTo>
                    <a:pt x="29910" y="11786"/>
                  </a:moveTo>
                  <a:cubicBezTo>
                    <a:pt x="29910" y="18377"/>
                    <a:pt x="23192" y="23573"/>
                    <a:pt x="14955" y="23573"/>
                  </a:cubicBezTo>
                  <a:cubicBezTo>
                    <a:pt x="6717" y="23573"/>
                    <a:pt x="0" y="18250"/>
                    <a:pt x="0" y="11786"/>
                  </a:cubicBezTo>
                  <a:cubicBezTo>
                    <a:pt x="0" y="5323"/>
                    <a:pt x="6717" y="0"/>
                    <a:pt x="14955" y="0"/>
                  </a:cubicBezTo>
                  <a:cubicBezTo>
                    <a:pt x="23192" y="0"/>
                    <a:pt x="29910" y="5323"/>
                    <a:pt x="29910" y="1178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12" name="Freeform: Shape 4211">
              <a:extLst>
                <a:ext uri="{FF2B5EF4-FFF2-40B4-BE49-F238E27FC236}">
                  <a16:creationId xmlns:a16="http://schemas.microsoft.com/office/drawing/2014/main" id="{DE144AEE-0E3A-F51F-37AC-894A61DF23AA}"/>
                </a:ext>
              </a:extLst>
            </p:cNvPr>
            <p:cNvSpPr/>
            <p:nvPr/>
          </p:nvSpPr>
          <p:spPr>
            <a:xfrm>
              <a:off x="10858358" y="2913436"/>
              <a:ext cx="29909" cy="23572"/>
            </a:xfrm>
            <a:custGeom>
              <a:avLst/>
              <a:gdLst>
                <a:gd name="connsiteX0" fmla="*/ 29910 w 29909"/>
                <a:gd name="connsiteY0" fmla="*/ 11786 h 23572"/>
                <a:gd name="connsiteX1" fmla="*/ 14955 w 29909"/>
                <a:gd name="connsiteY1" fmla="*/ 23573 h 23572"/>
                <a:gd name="connsiteX2" fmla="*/ 0 w 29909"/>
                <a:gd name="connsiteY2" fmla="*/ 11786 h 23572"/>
                <a:gd name="connsiteX3" fmla="*/ 14955 w 29909"/>
                <a:gd name="connsiteY3" fmla="*/ 0 h 23572"/>
                <a:gd name="connsiteX4" fmla="*/ 29910 w 29909"/>
                <a:gd name="connsiteY4" fmla="*/ 11786 h 2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909" h="23572">
                  <a:moveTo>
                    <a:pt x="29910" y="11786"/>
                  </a:moveTo>
                  <a:cubicBezTo>
                    <a:pt x="29910" y="18377"/>
                    <a:pt x="23192" y="23573"/>
                    <a:pt x="14955" y="23573"/>
                  </a:cubicBezTo>
                  <a:cubicBezTo>
                    <a:pt x="6717" y="23573"/>
                    <a:pt x="0" y="18250"/>
                    <a:pt x="0" y="11786"/>
                  </a:cubicBezTo>
                  <a:cubicBezTo>
                    <a:pt x="0" y="5323"/>
                    <a:pt x="6717" y="0"/>
                    <a:pt x="14955" y="0"/>
                  </a:cubicBezTo>
                  <a:cubicBezTo>
                    <a:pt x="23192" y="0"/>
                    <a:pt x="29910" y="5323"/>
                    <a:pt x="29910" y="1178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13" name="Freeform: Shape 4212">
              <a:extLst>
                <a:ext uri="{FF2B5EF4-FFF2-40B4-BE49-F238E27FC236}">
                  <a16:creationId xmlns:a16="http://schemas.microsoft.com/office/drawing/2014/main" id="{7847E307-4879-3353-233F-479F0B27C12B}"/>
                </a:ext>
              </a:extLst>
            </p:cNvPr>
            <p:cNvSpPr/>
            <p:nvPr/>
          </p:nvSpPr>
          <p:spPr>
            <a:xfrm>
              <a:off x="10874961" y="3016979"/>
              <a:ext cx="29149" cy="23065"/>
            </a:xfrm>
            <a:custGeom>
              <a:avLst/>
              <a:gdLst>
                <a:gd name="connsiteX0" fmla="*/ 29149 w 29149"/>
                <a:gd name="connsiteY0" fmla="*/ 11533 h 23065"/>
                <a:gd name="connsiteX1" fmla="*/ 14574 w 29149"/>
                <a:gd name="connsiteY1" fmla="*/ 23066 h 23065"/>
                <a:gd name="connsiteX2" fmla="*/ 0 w 29149"/>
                <a:gd name="connsiteY2" fmla="*/ 11533 h 23065"/>
                <a:gd name="connsiteX3" fmla="*/ 14574 w 29149"/>
                <a:gd name="connsiteY3" fmla="*/ 0 h 23065"/>
                <a:gd name="connsiteX4" fmla="*/ 29149 w 29149"/>
                <a:gd name="connsiteY4" fmla="*/ 11533 h 23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9" h="23065">
                  <a:moveTo>
                    <a:pt x="29149" y="11533"/>
                  </a:moveTo>
                  <a:cubicBezTo>
                    <a:pt x="29149" y="17870"/>
                    <a:pt x="22559" y="23066"/>
                    <a:pt x="14574" y="23066"/>
                  </a:cubicBezTo>
                  <a:cubicBezTo>
                    <a:pt x="6590" y="23066"/>
                    <a:pt x="0" y="17870"/>
                    <a:pt x="0" y="11533"/>
                  </a:cubicBezTo>
                  <a:cubicBezTo>
                    <a:pt x="0" y="5196"/>
                    <a:pt x="6464" y="0"/>
                    <a:pt x="14574" y="0"/>
                  </a:cubicBezTo>
                  <a:cubicBezTo>
                    <a:pt x="22685" y="0"/>
                    <a:pt x="29149" y="5196"/>
                    <a:pt x="29149" y="1153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14" name="Freeform: Shape 4213">
              <a:extLst>
                <a:ext uri="{FF2B5EF4-FFF2-40B4-BE49-F238E27FC236}">
                  <a16:creationId xmlns:a16="http://schemas.microsoft.com/office/drawing/2014/main" id="{7C031A65-461C-2F2D-B512-44143E1247F5}"/>
                </a:ext>
              </a:extLst>
            </p:cNvPr>
            <p:cNvSpPr/>
            <p:nvPr/>
          </p:nvSpPr>
          <p:spPr>
            <a:xfrm>
              <a:off x="10888521" y="3121030"/>
              <a:ext cx="27374" cy="21798"/>
            </a:xfrm>
            <a:custGeom>
              <a:avLst/>
              <a:gdLst>
                <a:gd name="connsiteX0" fmla="*/ 27375 w 27374"/>
                <a:gd name="connsiteY0" fmla="*/ 10899 h 21798"/>
                <a:gd name="connsiteX1" fmla="*/ 13687 w 27374"/>
                <a:gd name="connsiteY1" fmla="*/ 21799 h 21798"/>
                <a:gd name="connsiteX2" fmla="*/ 0 w 27374"/>
                <a:gd name="connsiteY2" fmla="*/ 10899 h 21798"/>
                <a:gd name="connsiteX3" fmla="*/ 13687 w 27374"/>
                <a:gd name="connsiteY3" fmla="*/ 0 h 21798"/>
                <a:gd name="connsiteX4" fmla="*/ 27375 w 27374"/>
                <a:gd name="connsiteY4" fmla="*/ 10899 h 21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374" h="21798">
                  <a:moveTo>
                    <a:pt x="27375" y="10899"/>
                  </a:moveTo>
                  <a:cubicBezTo>
                    <a:pt x="27375" y="16983"/>
                    <a:pt x="21292" y="21799"/>
                    <a:pt x="13687" y="21799"/>
                  </a:cubicBezTo>
                  <a:cubicBezTo>
                    <a:pt x="6083" y="21799"/>
                    <a:pt x="0" y="16983"/>
                    <a:pt x="0" y="10899"/>
                  </a:cubicBezTo>
                  <a:cubicBezTo>
                    <a:pt x="0" y="4816"/>
                    <a:pt x="6083" y="0"/>
                    <a:pt x="13687" y="0"/>
                  </a:cubicBezTo>
                  <a:cubicBezTo>
                    <a:pt x="21292" y="0"/>
                    <a:pt x="27375" y="4816"/>
                    <a:pt x="27375" y="1089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15" name="Freeform: Shape 4214">
              <a:extLst>
                <a:ext uri="{FF2B5EF4-FFF2-40B4-BE49-F238E27FC236}">
                  <a16:creationId xmlns:a16="http://schemas.microsoft.com/office/drawing/2014/main" id="{D773C86D-C891-24CB-FF0B-1699518CCBE0}"/>
                </a:ext>
              </a:extLst>
            </p:cNvPr>
            <p:cNvSpPr/>
            <p:nvPr/>
          </p:nvSpPr>
          <p:spPr>
            <a:xfrm>
              <a:off x="10897773" y="3225080"/>
              <a:ext cx="26741" cy="21291"/>
            </a:xfrm>
            <a:custGeom>
              <a:avLst/>
              <a:gdLst>
                <a:gd name="connsiteX0" fmla="*/ 26741 w 26741"/>
                <a:gd name="connsiteY0" fmla="*/ 10646 h 21291"/>
                <a:gd name="connsiteX1" fmla="*/ 13434 w 26741"/>
                <a:gd name="connsiteY1" fmla="*/ 21292 h 21291"/>
                <a:gd name="connsiteX2" fmla="*/ 0 w 26741"/>
                <a:gd name="connsiteY2" fmla="*/ 10646 h 21291"/>
                <a:gd name="connsiteX3" fmla="*/ 13434 w 26741"/>
                <a:gd name="connsiteY3" fmla="*/ 0 h 21291"/>
                <a:gd name="connsiteX4" fmla="*/ 26741 w 26741"/>
                <a:gd name="connsiteY4" fmla="*/ 10646 h 2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741" h="21291">
                  <a:moveTo>
                    <a:pt x="26741" y="10646"/>
                  </a:moveTo>
                  <a:cubicBezTo>
                    <a:pt x="26741" y="16476"/>
                    <a:pt x="20785" y="21292"/>
                    <a:pt x="13434" y="21292"/>
                  </a:cubicBezTo>
                  <a:cubicBezTo>
                    <a:pt x="6083" y="21292"/>
                    <a:pt x="0" y="16602"/>
                    <a:pt x="0" y="10646"/>
                  </a:cubicBezTo>
                  <a:cubicBezTo>
                    <a:pt x="0" y="4689"/>
                    <a:pt x="5956" y="0"/>
                    <a:pt x="13434" y="0"/>
                  </a:cubicBezTo>
                  <a:cubicBezTo>
                    <a:pt x="20912" y="0"/>
                    <a:pt x="26741" y="4816"/>
                    <a:pt x="26741" y="1064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16" name="Freeform: Shape 4215">
              <a:extLst>
                <a:ext uri="{FF2B5EF4-FFF2-40B4-BE49-F238E27FC236}">
                  <a16:creationId xmlns:a16="http://schemas.microsoft.com/office/drawing/2014/main" id="{61160E4E-D989-BFA4-C110-16F00B8BC390}"/>
                </a:ext>
              </a:extLst>
            </p:cNvPr>
            <p:cNvSpPr/>
            <p:nvPr/>
          </p:nvSpPr>
          <p:spPr>
            <a:xfrm>
              <a:off x="10903729" y="3329384"/>
              <a:ext cx="25854" cy="20531"/>
            </a:xfrm>
            <a:custGeom>
              <a:avLst/>
              <a:gdLst>
                <a:gd name="connsiteX0" fmla="*/ 25855 w 25854"/>
                <a:gd name="connsiteY0" fmla="*/ 10266 h 20531"/>
                <a:gd name="connsiteX1" fmla="*/ 12927 w 25854"/>
                <a:gd name="connsiteY1" fmla="*/ 20531 h 20531"/>
                <a:gd name="connsiteX2" fmla="*/ 0 w 25854"/>
                <a:gd name="connsiteY2" fmla="*/ 10266 h 20531"/>
                <a:gd name="connsiteX3" fmla="*/ 12927 w 25854"/>
                <a:gd name="connsiteY3" fmla="*/ 0 h 20531"/>
                <a:gd name="connsiteX4" fmla="*/ 25855 w 25854"/>
                <a:gd name="connsiteY4" fmla="*/ 10266 h 20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854" h="20531">
                  <a:moveTo>
                    <a:pt x="25855" y="10266"/>
                  </a:moveTo>
                  <a:cubicBezTo>
                    <a:pt x="25855" y="15968"/>
                    <a:pt x="20025" y="20531"/>
                    <a:pt x="12927" y="20531"/>
                  </a:cubicBezTo>
                  <a:cubicBezTo>
                    <a:pt x="5830" y="20531"/>
                    <a:pt x="0" y="15968"/>
                    <a:pt x="0" y="10266"/>
                  </a:cubicBezTo>
                  <a:cubicBezTo>
                    <a:pt x="0" y="4562"/>
                    <a:pt x="5830" y="0"/>
                    <a:pt x="12927" y="0"/>
                  </a:cubicBezTo>
                  <a:cubicBezTo>
                    <a:pt x="20025" y="0"/>
                    <a:pt x="25855" y="4562"/>
                    <a:pt x="25855" y="1026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17" name="Freeform: Shape 4216">
              <a:extLst>
                <a:ext uri="{FF2B5EF4-FFF2-40B4-BE49-F238E27FC236}">
                  <a16:creationId xmlns:a16="http://schemas.microsoft.com/office/drawing/2014/main" id="{DA75AD02-C57D-486B-B7D4-2B4F78ECD686}"/>
                </a:ext>
              </a:extLst>
            </p:cNvPr>
            <p:cNvSpPr/>
            <p:nvPr/>
          </p:nvSpPr>
          <p:spPr>
            <a:xfrm>
              <a:off x="11030719" y="3433307"/>
              <a:ext cx="25853" cy="20531"/>
            </a:xfrm>
            <a:custGeom>
              <a:avLst/>
              <a:gdLst>
                <a:gd name="connsiteX0" fmla="*/ 25854 w 25853"/>
                <a:gd name="connsiteY0" fmla="*/ 10266 h 20531"/>
                <a:gd name="connsiteX1" fmla="*/ 12927 w 25853"/>
                <a:gd name="connsiteY1" fmla="*/ 20531 h 20531"/>
                <a:gd name="connsiteX2" fmla="*/ 0 w 25853"/>
                <a:gd name="connsiteY2" fmla="*/ 10266 h 20531"/>
                <a:gd name="connsiteX3" fmla="*/ 12927 w 25853"/>
                <a:gd name="connsiteY3" fmla="*/ 0 h 20531"/>
                <a:gd name="connsiteX4" fmla="*/ 25854 w 25853"/>
                <a:gd name="connsiteY4" fmla="*/ 10266 h 20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853" h="20531">
                  <a:moveTo>
                    <a:pt x="25854" y="10266"/>
                  </a:moveTo>
                  <a:cubicBezTo>
                    <a:pt x="25854" y="15969"/>
                    <a:pt x="20025" y="20531"/>
                    <a:pt x="12927" y="20531"/>
                  </a:cubicBezTo>
                  <a:cubicBezTo>
                    <a:pt x="5830" y="20531"/>
                    <a:pt x="0" y="15969"/>
                    <a:pt x="0" y="10266"/>
                  </a:cubicBezTo>
                  <a:cubicBezTo>
                    <a:pt x="0" y="4563"/>
                    <a:pt x="5830" y="0"/>
                    <a:pt x="12927" y="0"/>
                  </a:cubicBezTo>
                  <a:cubicBezTo>
                    <a:pt x="20025" y="0"/>
                    <a:pt x="25854" y="4563"/>
                    <a:pt x="25854" y="1026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18" name="Freeform: Shape 4217">
              <a:extLst>
                <a:ext uri="{FF2B5EF4-FFF2-40B4-BE49-F238E27FC236}">
                  <a16:creationId xmlns:a16="http://schemas.microsoft.com/office/drawing/2014/main" id="{38ADC753-E4E7-075C-0D08-A97CD28F7C55}"/>
                </a:ext>
              </a:extLst>
            </p:cNvPr>
            <p:cNvSpPr/>
            <p:nvPr/>
          </p:nvSpPr>
          <p:spPr>
            <a:xfrm>
              <a:off x="11029325" y="3537611"/>
              <a:ext cx="25093" cy="20024"/>
            </a:xfrm>
            <a:custGeom>
              <a:avLst/>
              <a:gdLst>
                <a:gd name="connsiteX0" fmla="*/ 25093 w 25093"/>
                <a:gd name="connsiteY0" fmla="*/ 10012 h 20024"/>
                <a:gd name="connsiteX1" fmla="*/ 12547 w 25093"/>
                <a:gd name="connsiteY1" fmla="*/ 20024 h 20024"/>
                <a:gd name="connsiteX2" fmla="*/ 0 w 25093"/>
                <a:gd name="connsiteY2" fmla="*/ 10012 h 20024"/>
                <a:gd name="connsiteX3" fmla="*/ 12547 w 25093"/>
                <a:gd name="connsiteY3" fmla="*/ 0 h 20024"/>
                <a:gd name="connsiteX4" fmla="*/ 25093 w 25093"/>
                <a:gd name="connsiteY4" fmla="*/ 10012 h 2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93" h="20024">
                  <a:moveTo>
                    <a:pt x="25093" y="10012"/>
                  </a:moveTo>
                  <a:cubicBezTo>
                    <a:pt x="25093" y="15588"/>
                    <a:pt x="19517" y="20024"/>
                    <a:pt x="12547" y="20024"/>
                  </a:cubicBezTo>
                  <a:cubicBezTo>
                    <a:pt x="5576" y="20024"/>
                    <a:pt x="0" y="15588"/>
                    <a:pt x="0" y="10012"/>
                  </a:cubicBezTo>
                  <a:cubicBezTo>
                    <a:pt x="0" y="4436"/>
                    <a:pt x="5703" y="0"/>
                    <a:pt x="12547" y="0"/>
                  </a:cubicBezTo>
                  <a:cubicBezTo>
                    <a:pt x="19390" y="0"/>
                    <a:pt x="25093" y="4436"/>
                    <a:pt x="25093" y="1001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19" name="Freeform: Shape 4218">
              <a:extLst>
                <a:ext uri="{FF2B5EF4-FFF2-40B4-BE49-F238E27FC236}">
                  <a16:creationId xmlns:a16="http://schemas.microsoft.com/office/drawing/2014/main" id="{44F0BFDB-A83F-9DFC-759B-6DDF6D3EEBD2}"/>
                </a:ext>
              </a:extLst>
            </p:cNvPr>
            <p:cNvSpPr/>
            <p:nvPr/>
          </p:nvSpPr>
          <p:spPr>
            <a:xfrm>
              <a:off x="11024509" y="3641914"/>
              <a:ext cx="24333" cy="19264"/>
            </a:xfrm>
            <a:custGeom>
              <a:avLst/>
              <a:gdLst>
                <a:gd name="connsiteX0" fmla="*/ 24333 w 24333"/>
                <a:gd name="connsiteY0" fmla="*/ 9632 h 19264"/>
                <a:gd name="connsiteX1" fmla="*/ 12167 w 24333"/>
                <a:gd name="connsiteY1" fmla="*/ 19264 h 19264"/>
                <a:gd name="connsiteX2" fmla="*/ 0 w 24333"/>
                <a:gd name="connsiteY2" fmla="*/ 9632 h 19264"/>
                <a:gd name="connsiteX3" fmla="*/ 12167 w 24333"/>
                <a:gd name="connsiteY3" fmla="*/ 0 h 19264"/>
                <a:gd name="connsiteX4" fmla="*/ 24333 w 24333"/>
                <a:gd name="connsiteY4" fmla="*/ 9632 h 19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33" h="19264">
                  <a:moveTo>
                    <a:pt x="24333" y="9632"/>
                  </a:moveTo>
                  <a:cubicBezTo>
                    <a:pt x="24333" y="14955"/>
                    <a:pt x="18884" y="19264"/>
                    <a:pt x="12167" y="19264"/>
                  </a:cubicBezTo>
                  <a:cubicBezTo>
                    <a:pt x="5450" y="19264"/>
                    <a:pt x="0" y="14955"/>
                    <a:pt x="0" y="9632"/>
                  </a:cubicBezTo>
                  <a:cubicBezTo>
                    <a:pt x="0" y="4309"/>
                    <a:pt x="5450" y="0"/>
                    <a:pt x="12167" y="0"/>
                  </a:cubicBezTo>
                  <a:cubicBezTo>
                    <a:pt x="18884" y="0"/>
                    <a:pt x="24333" y="4309"/>
                    <a:pt x="24333" y="963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20" name="Freeform: Shape 4219">
              <a:extLst>
                <a:ext uri="{FF2B5EF4-FFF2-40B4-BE49-F238E27FC236}">
                  <a16:creationId xmlns:a16="http://schemas.microsoft.com/office/drawing/2014/main" id="{BB54D47F-7AF1-B2D7-DB7E-00A386E33F31}"/>
                </a:ext>
              </a:extLst>
            </p:cNvPr>
            <p:cNvSpPr/>
            <p:nvPr/>
          </p:nvSpPr>
          <p:spPr>
            <a:xfrm>
              <a:off x="11016018" y="3745838"/>
              <a:ext cx="23572" cy="18757"/>
            </a:xfrm>
            <a:custGeom>
              <a:avLst/>
              <a:gdLst>
                <a:gd name="connsiteX0" fmla="*/ 23573 w 23572"/>
                <a:gd name="connsiteY0" fmla="*/ 9378 h 18757"/>
                <a:gd name="connsiteX1" fmla="*/ 11786 w 23572"/>
                <a:gd name="connsiteY1" fmla="*/ 18757 h 18757"/>
                <a:gd name="connsiteX2" fmla="*/ 0 w 23572"/>
                <a:gd name="connsiteY2" fmla="*/ 9378 h 18757"/>
                <a:gd name="connsiteX3" fmla="*/ 11786 w 23572"/>
                <a:gd name="connsiteY3" fmla="*/ 0 h 18757"/>
                <a:gd name="connsiteX4" fmla="*/ 23573 w 23572"/>
                <a:gd name="connsiteY4" fmla="*/ 9378 h 18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572" h="18757">
                  <a:moveTo>
                    <a:pt x="23573" y="9378"/>
                  </a:moveTo>
                  <a:cubicBezTo>
                    <a:pt x="23573" y="14575"/>
                    <a:pt x="18376" y="18757"/>
                    <a:pt x="11786" y="18757"/>
                  </a:cubicBezTo>
                  <a:cubicBezTo>
                    <a:pt x="5196" y="18757"/>
                    <a:pt x="0" y="14575"/>
                    <a:pt x="0" y="9378"/>
                  </a:cubicBezTo>
                  <a:cubicBezTo>
                    <a:pt x="0" y="4182"/>
                    <a:pt x="5196" y="0"/>
                    <a:pt x="11786" y="0"/>
                  </a:cubicBezTo>
                  <a:cubicBezTo>
                    <a:pt x="18376" y="0"/>
                    <a:pt x="23573" y="4182"/>
                    <a:pt x="23573" y="937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21" name="Freeform: Shape 4220">
              <a:extLst>
                <a:ext uri="{FF2B5EF4-FFF2-40B4-BE49-F238E27FC236}">
                  <a16:creationId xmlns:a16="http://schemas.microsoft.com/office/drawing/2014/main" id="{C81680C7-ECAC-93C8-DB00-AF4D71B8CCFE}"/>
                </a:ext>
              </a:extLst>
            </p:cNvPr>
            <p:cNvSpPr/>
            <p:nvPr/>
          </p:nvSpPr>
          <p:spPr>
            <a:xfrm>
              <a:off x="11004105" y="3849762"/>
              <a:ext cx="22812" cy="17996"/>
            </a:xfrm>
            <a:custGeom>
              <a:avLst/>
              <a:gdLst>
                <a:gd name="connsiteX0" fmla="*/ 22812 w 22812"/>
                <a:gd name="connsiteY0" fmla="*/ 8998 h 17996"/>
                <a:gd name="connsiteX1" fmla="*/ 11406 w 22812"/>
                <a:gd name="connsiteY1" fmla="*/ 17996 h 17996"/>
                <a:gd name="connsiteX2" fmla="*/ 0 w 22812"/>
                <a:gd name="connsiteY2" fmla="*/ 8998 h 17996"/>
                <a:gd name="connsiteX3" fmla="*/ 11406 w 22812"/>
                <a:gd name="connsiteY3" fmla="*/ 0 h 17996"/>
                <a:gd name="connsiteX4" fmla="*/ 22812 w 22812"/>
                <a:gd name="connsiteY4" fmla="*/ 8998 h 17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12" h="17996">
                  <a:moveTo>
                    <a:pt x="22812" y="8998"/>
                  </a:moveTo>
                  <a:cubicBezTo>
                    <a:pt x="22812" y="13941"/>
                    <a:pt x="17743" y="17996"/>
                    <a:pt x="11406" y="17996"/>
                  </a:cubicBezTo>
                  <a:cubicBezTo>
                    <a:pt x="5069" y="17996"/>
                    <a:pt x="0" y="13941"/>
                    <a:pt x="0" y="8998"/>
                  </a:cubicBezTo>
                  <a:cubicBezTo>
                    <a:pt x="0" y="4055"/>
                    <a:pt x="5069" y="0"/>
                    <a:pt x="11406" y="0"/>
                  </a:cubicBezTo>
                  <a:cubicBezTo>
                    <a:pt x="17743" y="0"/>
                    <a:pt x="22812" y="4055"/>
                    <a:pt x="22812" y="89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22" name="Freeform: Shape 4221">
              <a:extLst>
                <a:ext uri="{FF2B5EF4-FFF2-40B4-BE49-F238E27FC236}">
                  <a16:creationId xmlns:a16="http://schemas.microsoft.com/office/drawing/2014/main" id="{DD61F7F3-2BEE-F20C-0F28-E38BC0F494A3}"/>
                </a:ext>
              </a:extLst>
            </p:cNvPr>
            <p:cNvSpPr/>
            <p:nvPr/>
          </p:nvSpPr>
          <p:spPr>
            <a:xfrm>
              <a:off x="10988642" y="3953305"/>
              <a:ext cx="22051" cy="17489"/>
            </a:xfrm>
            <a:custGeom>
              <a:avLst/>
              <a:gdLst>
                <a:gd name="connsiteX0" fmla="*/ 22052 w 22051"/>
                <a:gd name="connsiteY0" fmla="*/ 8745 h 17489"/>
                <a:gd name="connsiteX1" fmla="*/ 11026 w 22051"/>
                <a:gd name="connsiteY1" fmla="*/ 17490 h 17489"/>
                <a:gd name="connsiteX2" fmla="*/ 0 w 22051"/>
                <a:gd name="connsiteY2" fmla="*/ 8745 h 17489"/>
                <a:gd name="connsiteX3" fmla="*/ 11026 w 22051"/>
                <a:gd name="connsiteY3" fmla="*/ 0 h 17489"/>
                <a:gd name="connsiteX4" fmla="*/ 22052 w 22051"/>
                <a:gd name="connsiteY4" fmla="*/ 8745 h 1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051" h="17489">
                  <a:moveTo>
                    <a:pt x="22052" y="8745"/>
                  </a:moveTo>
                  <a:cubicBezTo>
                    <a:pt x="22052" y="13561"/>
                    <a:pt x="17110" y="17490"/>
                    <a:pt x="11026" y="17490"/>
                  </a:cubicBezTo>
                  <a:cubicBezTo>
                    <a:pt x="4943" y="17490"/>
                    <a:pt x="0" y="13561"/>
                    <a:pt x="0" y="8745"/>
                  </a:cubicBezTo>
                  <a:cubicBezTo>
                    <a:pt x="0" y="3929"/>
                    <a:pt x="4943" y="0"/>
                    <a:pt x="11026" y="0"/>
                  </a:cubicBezTo>
                  <a:cubicBezTo>
                    <a:pt x="17110" y="0"/>
                    <a:pt x="22052" y="3929"/>
                    <a:pt x="22052" y="874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23" name="Freeform: Shape 4222">
              <a:extLst>
                <a:ext uri="{FF2B5EF4-FFF2-40B4-BE49-F238E27FC236}">
                  <a16:creationId xmlns:a16="http://schemas.microsoft.com/office/drawing/2014/main" id="{098A59E0-40C4-F06C-3AA2-C68A7A078B43}"/>
                </a:ext>
              </a:extLst>
            </p:cNvPr>
            <p:cNvSpPr/>
            <p:nvPr/>
          </p:nvSpPr>
          <p:spPr>
            <a:xfrm>
              <a:off x="10970139" y="4056721"/>
              <a:ext cx="20531" cy="16475"/>
            </a:xfrm>
            <a:custGeom>
              <a:avLst/>
              <a:gdLst>
                <a:gd name="connsiteX0" fmla="*/ 20531 w 20531"/>
                <a:gd name="connsiteY0" fmla="*/ 8238 h 16475"/>
                <a:gd name="connsiteX1" fmla="*/ 10266 w 20531"/>
                <a:gd name="connsiteY1" fmla="*/ 16476 h 16475"/>
                <a:gd name="connsiteX2" fmla="*/ 0 w 20531"/>
                <a:gd name="connsiteY2" fmla="*/ 8238 h 16475"/>
                <a:gd name="connsiteX3" fmla="*/ 10266 w 20531"/>
                <a:gd name="connsiteY3" fmla="*/ 0 h 16475"/>
                <a:gd name="connsiteX4" fmla="*/ 20531 w 20531"/>
                <a:gd name="connsiteY4" fmla="*/ 8238 h 16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31" h="16475">
                  <a:moveTo>
                    <a:pt x="20531" y="8238"/>
                  </a:moveTo>
                  <a:cubicBezTo>
                    <a:pt x="20531" y="12800"/>
                    <a:pt x="15968" y="16476"/>
                    <a:pt x="10266" y="16476"/>
                  </a:cubicBezTo>
                  <a:cubicBezTo>
                    <a:pt x="4562" y="16476"/>
                    <a:pt x="0" y="12800"/>
                    <a:pt x="0" y="8238"/>
                  </a:cubicBezTo>
                  <a:cubicBezTo>
                    <a:pt x="0" y="3675"/>
                    <a:pt x="4562" y="0"/>
                    <a:pt x="10266" y="0"/>
                  </a:cubicBezTo>
                  <a:cubicBezTo>
                    <a:pt x="15968" y="0"/>
                    <a:pt x="20531" y="3675"/>
                    <a:pt x="20531" y="823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24" name="Freeform: Shape 4223">
              <a:extLst>
                <a:ext uri="{FF2B5EF4-FFF2-40B4-BE49-F238E27FC236}">
                  <a16:creationId xmlns:a16="http://schemas.microsoft.com/office/drawing/2014/main" id="{CCDEAEEB-BA89-FD81-760E-B36B3EEF2234}"/>
                </a:ext>
              </a:extLst>
            </p:cNvPr>
            <p:cNvSpPr/>
            <p:nvPr/>
          </p:nvSpPr>
          <p:spPr>
            <a:xfrm>
              <a:off x="10947834" y="4159377"/>
              <a:ext cx="19770" cy="15715"/>
            </a:xfrm>
            <a:custGeom>
              <a:avLst/>
              <a:gdLst>
                <a:gd name="connsiteX0" fmla="*/ 19771 w 19770"/>
                <a:gd name="connsiteY0" fmla="*/ 7858 h 15715"/>
                <a:gd name="connsiteX1" fmla="*/ 9885 w 19770"/>
                <a:gd name="connsiteY1" fmla="*/ 15715 h 15715"/>
                <a:gd name="connsiteX2" fmla="*/ 0 w 19770"/>
                <a:gd name="connsiteY2" fmla="*/ 7858 h 15715"/>
                <a:gd name="connsiteX3" fmla="*/ 9885 w 19770"/>
                <a:gd name="connsiteY3" fmla="*/ 0 h 15715"/>
                <a:gd name="connsiteX4" fmla="*/ 19771 w 19770"/>
                <a:gd name="connsiteY4" fmla="*/ 7858 h 1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70" h="15715">
                  <a:moveTo>
                    <a:pt x="19771" y="7858"/>
                  </a:moveTo>
                  <a:cubicBezTo>
                    <a:pt x="19771" y="12167"/>
                    <a:pt x="15335" y="15715"/>
                    <a:pt x="9885" y="15715"/>
                  </a:cubicBezTo>
                  <a:cubicBezTo>
                    <a:pt x="4435" y="15715"/>
                    <a:pt x="0" y="12167"/>
                    <a:pt x="0" y="7858"/>
                  </a:cubicBezTo>
                  <a:cubicBezTo>
                    <a:pt x="0" y="3549"/>
                    <a:pt x="4435" y="0"/>
                    <a:pt x="9885" y="0"/>
                  </a:cubicBezTo>
                  <a:cubicBezTo>
                    <a:pt x="15335" y="0"/>
                    <a:pt x="19771" y="3549"/>
                    <a:pt x="19771" y="785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25" name="Freeform: Shape 4224">
              <a:extLst>
                <a:ext uri="{FF2B5EF4-FFF2-40B4-BE49-F238E27FC236}">
                  <a16:creationId xmlns:a16="http://schemas.microsoft.com/office/drawing/2014/main" id="{4D7BA55D-1562-5D28-DE73-51C6D658FB5C}"/>
                </a:ext>
              </a:extLst>
            </p:cNvPr>
            <p:cNvSpPr/>
            <p:nvPr/>
          </p:nvSpPr>
          <p:spPr>
            <a:xfrm>
              <a:off x="10921979" y="4261653"/>
              <a:ext cx="19010" cy="15208"/>
            </a:xfrm>
            <a:custGeom>
              <a:avLst/>
              <a:gdLst>
                <a:gd name="connsiteX0" fmla="*/ 19010 w 19010"/>
                <a:gd name="connsiteY0" fmla="*/ 7604 h 15208"/>
                <a:gd name="connsiteX1" fmla="*/ 9505 w 19010"/>
                <a:gd name="connsiteY1" fmla="*/ 15208 h 15208"/>
                <a:gd name="connsiteX2" fmla="*/ 0 w 19010"/>
                <a:gd name="connsiteY2" fmla="*/ 7604 h 15208"/>
                <a:gd name="connsiteX3" fmla="*/ 9505 w 19010"/>
                <a:gd name="connsiteY3" fmla="*/ 0 h 15208"/>
                <a:gd name="connsiteX4" fmla="*/ 19010 w 19010"/>
                <a:gd name="connsiteY4" fmla="*/ 7604 h 15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10" h="15208">
                  <a:moveTo>
                    <a:pt x="19010" y="7604"/>
                  </a:moveTo>
                  <a:cubicBezTo>
                    <a:pt x="19010" y="11786"/>
                    <a:pt x="14702" y="15208"/>
                    <a:pt x="9505" y="15208"/>
                  </a:cubicBezTo>
                  <a:cubicBezTo>
                    <a:pt x="4309" y="15208"/>
                    <a:pt x="0" y="11786"/>
                    <a:pt x="0" y="7604"/>
                  </a:cubicBezTo>
                  <a:cubicBezTo>
                    <a:pt x="0" y="3422"/>
                    <a:pt x="4309" y="0"/>
                    <a:pt x="9505" y="0"/>
                  </a:cubicBezTo>
                  <a:cubicBezTo>
                    <a:pt x="14702" y="0"/>
                    <a:pt x="19010" y="3422"/>
                    <a:pt x="19010" y="760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26" name="Freeform: Shape 4225">
              <a:extLst>
                <a:ext uri="{FF2B5EF4-FFF2-40B4-BE49-F238E27FC236}">
                  <a16:creationId xmlns:a16="http://schemas.microsoft.com/office/drawing/2014/main" id="{BB43DC57-023A-351C-6F98-C6FB9CF1E626}"/>
                </a:ext>
              </a:extLst>
            </p:cNvPr>
            <p:cNvSpPr/>
            <p:nvPr/>
          </p:nvSpPr>
          <p:spPr>
            <a:xfrm>
              <a:off x="10892576" y="4363295"/>
              <a:ext cx="18250" cy="14447"/>
            </a:xfrm>
            <a:custGeom>
              <a:avLst/>
              <a:gdLst>
                <a:gd name="connsiteX0" fmla="*/ 18250 w 18250"/>
                <a:gd name="connsiteY0" fmla="*/ 7224 h 14447"/>
                <a:gd name="connsiteX1" fmla="*/ 9125 w 18250"/>
                <a:gd name="connsiteY1" fmla="*/ 14448 h 14447"/>
                <a:gd name="connsiteX2" fmla="*/ 0 w 18250"/>
                <a:gd name="connsiteY2" fmla="*/ 7224 h 14447"/>
                <a:gd name="connsiteX3" fmla="*/ 9125 w 18250"/>
                <a:gd name="connsiteY3" fmla="*/ 0 h 14447"/>
                <a:gd name="connsiteX4" fmla="*/ 18250 w 18250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7">
                  <a:moveTo>
                    <a:pt x="18250" y="7224"/>
                  </a:moveTo>
                  <a:cubicBezTo>
                    <a:pt x="18250" y="11279"/>
                    <a:pt x="14195" y="14448"/>
                    <a:pt x="9125" y="14448"/>
                  </a:cubicBezTo>
                  <a:cubicBezTo>
                    <a:pt x="4056" y="14448"/>
                    <a:pt x="0" y="11279"/>
                    <a:pt x="0" y="7224"/>
                  </a:cubicBezTo>
                  <a:cubicBezTo>
                    <a:pt x="0" y="3168"/>
                    <a:pt x="4056" y="0"/>
                    <a:pt x="9125" y="0"/>
                  </a:cubicBezTo>
                  <a:cubicBezTo>
                    <a:pt x="14195" y="0"/>
                    <a:pt x="18250" y="3168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27" name="Freeform: Shape 4226">
              <a:extLst>
                <a:ext uri="{FF2B5EF4-FFF2-40B4-BE49-F238E27FC236}">
                  <a16:creationId xmlns:a16="http://schemas.microsoft.com/office/drawing/2014/main" id="{0386BD51-EF07-8A5B-5E63-BFA14E48709E}"/>
                </a:ext>
              </a:extLst>
            </p:cNvPr>
            <p:cNvSpPr/>
            <p:nvPr/>
          </p:nvSpPr>
          <p:spPr>
            <a:xfrm>
              <a:off x="10859752" y="4464177"/>
              <a:ext cx="17743" cy="13941"/>
            </a:xfrm>
            <a:custGeom>
              <a:avLst/>
              <a:gdLst>
                <a:gd name="connsiteX0" fmla="*/ 17743 w 17743"/>
                <a:gd name="connsiteY0" fmla="*/ 6971 h 13941"/>
                <a:gd name="connsiteX1" fmla="*/ 8872 w 17743"/>
                <a:gd name="connsiteY1" fmla="*/ 13941 h 13941"/>
                <a:gd name="connsiteX2" fmla="*/ 0 w 17743"/>
                <a:gd name="connsiteY2" fmla="*/ 6971 h 13941"/>
                <a:gd name="connsiteX3" fmla="*/ 8872 w 17743"/>
                <a:gd name="connsiteY3" fmla="*/ 0 h 13941"/>
                <a:gd name="connsiteX4" fmla="*/ 17743 w 17743"/>
                <a:gd name="connsiteY4" fmla="*/ 6971 h 1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3" h="13941">
                  <a:moveTo>
                    <a:pt x="17743" y="6971"/>
                  </a:moveTo>
                  <a:cubicBezTo>
                    <a:pt x="17743" y="10899"/>
                    <a:pt x="13814" y="13941"/>
                    <a:pt x="8872" y="13941"/>
                  </a:cubicBezTo>
                  <a:cubicBezTo>
                    <a:pt x="3929" y="13941"/>
                    <a:pt x="0" y="10773"/>
                    <a:pt x="0" y="6971"/>
                  </a:cubicBezTo>
                  <a:cubicBezTo>
                    <a:pt x="0" y="3168"/>
                    <a:pt x="3929" y="0"/>
                    <a:pt x="8872" y="0"/>
                  </a:cubicBezTo>
                  <a:cubicBezTo>
                    <a:pt x="13814" y="0"/>
                    <a:pt x="17743" y="3168"/>
                    <a:pt x="17743" y="697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28" name="Freeform: Shape 4227">
              <a:extLst>
                <a:ext uri="{FF2B5EF4-FFF2-40B4-BE49-F238E27FC236}">
                  <a16:creationId xmlns:a16="http://schemas.microsoft.com/office/drawing/2014/main" id="{04AB06F3-91BF-9E77-1DDC-2E85285288E4}"/>
                </a:ext>
              </a:extLst>
            </p:cNvPr>
            <p:cNvSpPr/>
            <p:nvPr/>
          </p:nvSpPr>
          <p:spPr>
            <a:xfrm>
              <a:off x="10824266" y="4564552"/>
              <a:ext cx="15968" cy="12800"/>
            </a:xfrm>
            <a:custGeom>
              <a:avLst/>
              <a:gdLst>
                <a:gd name="connsiteX0" fmla="*/ 15969 w 15968"/>
                <a:gd name="connsiteY0" fmla="*/ 6463 h 12800"/>
                <a:gd name="connsiteX1" fmla="*/ 7984 w 15968"/>
                <a:gd name="connsiteY1" fmla="*/ 12800 h 12800"/>
                <a:gd name="connsiteX2" fmla="*/ 0 w 15968"/>
                <a:gd name="connsiteY2" fmla="*/ 6463 h 12800"/>
                <a:gd name="connsiteX3" fmla="*/ 7984 w 15968"/>
                <a:gd name="connsiteY3" fmla="*/ 0 h 12800"/>
                <a:gd name="connsiteX4" fmla="*/ 15969 w 15968"/>
                <a:gd name="connsiteY4" fmla="*/ 6463 h 1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800">
                  <a:moveTo>
                    <a:pt x="15969" y="6463"/>
                  </a:moveTo>
                  <a:cubicBezTo>
                    <a:pt x="15969" y="10012"/>
                    <a:pt x="12420" y="12800"/>
                    <a:pt x="7984" y="12800"/>
                  </a:cubicBezTo>
                  <a:cubicBezTo>
                    <a:pt x="3548" y="12800"/>
                    <a:pt x="0" y="9885"/>
                    <a:pt x="0" y="6463"/>
                  </a:cubicBezTo>
                  <a:cubicBezTo>
                    <a:pt x="0" y="3042"/>
                    <a:pt x="3548" y="0"/>
                    <a:pt x="7984" y="0"/>
                  </a:cubicBezTo>
                  <a:cubicBezTo>
                    <a:pt x="12420" y="0"/>
                    <a:pt x="15969" y="2915"/>
                    <a:pt x="15969" y="646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29" name="Freeform: Shape 4228">
              <a:extLst>
                <a:ext uri="{FF2B5EF4-FFF2-40B4-BE49-F238E27FC236}">
                  <a16:creationId xmlns:a16="http://schemas.microsoft.com/office/drawing/2014/main" id="{8E448809-9F7C-3B09-5EB2-778784AC77DF}"/>
                </a:ext>
              </a:extLst>
            </p:cNvPr>
            <p:cNvSpPr/>
            <p:nvPr/>
          </p:nvSpPr>
          <p:spPr>
            <a:xfrm>
              <a:off x="10784598" y="4663913"/>
              <a:ext cx="15461" cy="12420"/>
            </a:xfrm>
            <a:custGeom>
              <a:avLst/>
              <a:gdLst>
                <a:gd name="connsiteX0" fmla="*/ 15461 w 15461"/>
                <a:gd name="connsiteY0" fmla="*/ 6210 h 12420"/>
                <a:gd name="connsiteX1" fmla="*/ 7731 w 15461"/>
                <a:gd name="connsiteY1" fmla="*/ 12420 h 12420"/>
                <a:gd name="connsiteX2" fmla="*/ 0 w 15461"/>
                <a:gd name="connsiteY2" fmla="*/ 6210 h 12420"/>
                <a:gd name="connsiteX3" fmla="*/ 7731 w 15461"/>
                <a:gd name="connsiteY3" fmla="*/ 0 h 12420"/>
                <a:gd name="connsiteX4" fmla="*/ 15461 w 15461"/>
                <a:gd name="connsiteY4" fmla="*/ 6210 h 12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61" h="12420">
                  <a:moveTo>
                    <a:pt x="15461" y="6210"/>
                  </a:moveTo>
                  <a:cubicBezTo>
                    <a:pt x="15461" y="9632"/>
                    <a:pt x="11913" y="12420"/>
                    <a:pt x="7731" y="12420"/>
                  </a:cubicBezTo>
                  <a:cubicBezTo>
                    <a:pt x="3548" y="12420"/>
                    <a:pt x="0" y="9632"/>
                    <a:pt x="0" y="6210"/>
                  </a:cubicBezTo>
                  <a:cubicBezTo>
                    <a:pt x="0" y="2788"/>
                    <a:pt x="3548" y="0"/>
                    <a:pt x="7731" y="0"/>
                  </a:cubicBezTo>
                  <a:cubicBezTo>
                    <a:pt x="11913" y="0"/>
                    <a:pt x="15461" y="2788"/>
                    <a:pt x="15461" y="621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30" name="Freeform: Shape 4229">
              <a:extLst>
                <a:ext uri="{FF2B5EF4-FFF2-40B4-BE49-F238E27FC236}">
                  <a16:creationId xmlns:a16="http://schemas.microsoft.com/office/drawing/2014/main" id="{5A2E4EA0-50B7-7882-D494-17C5DEA86752}"/>
                </a:ext>
              </a:extLst>
            </p:cNvPr>
            <p:cNvSpPr/>
            <p:nvPr/>
          </p:nvSpPr>
          <p:spPr>
            <a:xfrm>
              <a:off x="10741761" y="4762514"/>
              <a:ext cx="14701" cy="11659"/>
            </a:xfrm>
            <a:custGeom>
              <a:avLst/>
              <a:gdLst>
                <a:gd name="connsiteX0" fmla="*/ 14701 w 14701"/>
                <a:gd name="connsiteY0" fmla="*/ 5830 h 11659"/>
                <a:gd name="connsiteX1" fmla="*/ 7351 w 14701"/>
                <a:gd name="connsiteY1" fmla="*/ 11660 h 11659"/>
                <a:gd name="connsiteX2" fmla="*/ 0 w 14701"/>
                <a:gd name="connsiteY2" fmla="*/ 5830 h 11659"/>
                <a:gd name="connsiteX3" fmla="*/ 7351 w 14701"/>
                <a:gd name="connsiteY3" fmla="*/ 0 h 11659"/>
                <a:gd name="connsiteX4" fmla="*/ 14701 w 14701"/>
                <a:gd name="connsiteY4" fmla="*/ 5830 h 11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01" h="11659">
                  <a:moveTo>
                    <a:pt x="14701" y="5830"/>
                  </a:moveTo>
                  <a:cubicBezTo>
                    <a:pt x="14701" y="8998"/>
                    <a:pt x="11406" y="11660"/>
                    <a:pt x="7351" y="11660"/>
                  </a:cubicBezTo>
                  <a:cubicBezTo>
                    <a:pt x="3295" y="11660"/>
                    <a:pt x="0" y="9125"/>
                    <a:pt x="0" y="5830"/>
                  </a:cubicBezTo>
                  <a:cubicBezTo>
                    <a:pt x="0" y="2535"/>
                    <a:pt x="3295" y="0"/>
                    <a:pt x="7351" y="0"/>
                  </a:cubicBezTo>
                  <a:cubicBezTo>
                    <a:pt x="11406" y="0"/>
                    <a:pt x="14701" y="2535"/>
                    <a:pt x="14701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31" name="Freeform: Shape 4230">
              <a:extLst>
                <a:ext uri="{FF2B5EF4-FFF2-40B4-BE49-F238E27FC236}">
                  <a16:creationId xmlns:a16="http://schemas.microsoft.com/office/drawing/2014/main" id="{25AFC5BE-5B3E-BA61-1CCD-F66464190864}"/>
                </a:ext>
              </a:extLst>
            </p:cNvPr>
            <p:cNvSpPr/>
            <p:nvPr/>
          </p:nvSpPr>
          <p:spPr>
            <a:xfrm>
              <a:off x="10695883" y="4860227"/>
              <a:ext cx="13433" cy="10645"/>
            </a:xfrm>
            <a:custGeom>
              <a:avLst/>
              <a:gdLst>
                <a:gd name="connsiteX0" fmla="*/ 13434 w 13433"/>
                <a:gd name="connsiteY0" fmla="*/ 5323 h 10645"/>
                <a:gd name="connsiteX1" fmla="*/ 6717 w 13433"/>
                <a:gd name="connsiteY1" fmla="*/ 10646 h 10645"/>
                <a:gd name="connsiteX2" fmla="*/ 0 w 13433"/>
                <a:gd name="connsiteY2" fmla="*/ 5323 h 10645"/>
                <a:gd name="connsiteX3" fmla="*/ 6717 w 13433"/>
                <a:gd name="connsiteY3" fmla="*/ 0 h 10645"/>
                <a:gd name="connsiteX4" fmla="*/ 13434 w 13433"/>
                <a:gd name="connsiteY4" fmla="*/ 5323 h 1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33" h="10645">
                  <a:moveTo>
                    <a:pt x="13434" y="5323"/>
                  </a:moveTo>
                  <a:cubicBezTo>
                    <a:pt x="13434" y="8238"/>
                    <a:pt x="10392" y="10646"/>
                    <a:pt x="6717" y="10646"/>
                  </a:cubicBezTo>
                  <a:cubicBezTo>
                    <a:pt x="3042" y="10646"/>
                    <a:pt x="0" y="8238"/>
                    <a:pt x="0" y="5323"/>
                  </a:cubicBezTo>
                  <a:cubicBezTo>
                    <a:pt x="0" y="2408"/>
                    <a:pt x="3042" y="0"/>
                    <a:pt x="6717" y="0"/>
                  </a:cubicBezTo>
                  <a:cubicBezTo>
                    <a:pt x="10392" y="0"/>
                    <a:pt x="13434" y="2408"/>
                    <a:pt x="13434" y="532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32" name="Freeform: Shape 4231">
              <a:extLst>
                <a:ext uri="{FF2B5EF4-FFF2-40B4-BE49-F238E27FC236}">
                  <a16:creationId xmlns:a16="http://schemas.microsoft.com/office/drawing/2014/main" id="{3482E294-427E-B4ED-A12B-724F71882B24}"/>
                </a:ext>
              </a:extLst>
            </p:cNvPr>
            <p:cNvSpPr/>
            <p:nvPr/>
          </p:nvSpPr>
          <p:spPr>
            <a:xfrm>
              <a:off x="10646582" y="4956800"/>
              <a:ext cx="12546" cy="9885"/>
            </a:xfrm>
            <a:custGeom>
              <a:avLst/>
              <a:gdLst>
                <a:gd name="connsiteX0" fmla="*/ 12547 w 12546"/>
                <a:gd name="connsiteY0" fmla="*/ 4943 h 9885"/>
                <a:gd name="connsiteX1" fmla="*/ 6337 w 12546"/>
                <a:gd name="connsiteY1" fmla="*/ 9885 h 9885"/>
                <a:gd name="connsiteX2" fmla="*/ 0 w 12546"/>
                <a:gd name="connsiteY2" fmla="*/ 4943 h 9885"/>
                <a:gd name="connsiteX3" fmla="*/ 6337 w 12546"/>
                <a:gd name="connsiteY3" fmla="*/ 0 h 9885"/>
                <a:gd name="connsiteX4" fmla="*/ 12547 w 12546"/>
                <a:gd name="connsiteY4" fmla="*/ 4943 h 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46" h="9885">
                  <a:moveTo>
                    <a:pt x="12547" y="4943"/>
                  </a:moveTo>
                  <a:lnTo>
                    <a:pt x="6337" y="9885"/>
                  </a:lnTo>
                  <a:lnTo>
                    <a:pt x="0" y="4943"/>
                  </a:lnTo>
                  <a:lnTo>
                    <a:pt x="6337" y="0"/>
                  </a:lnTo>
                  <a:lnTo>
                    <a:pt x="12547" y="494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33" name="Freeform: Shape 4232">
              <a:extLst>
                <a:ext uri="{FF2B5EF4-FFF2-40B4-BE49-F238E27FC236}">
                  <a16:creationId xmlns:a16="http://schemas.microsoft.com/office/drawing/2014/main" id="{642A0DA0-E6EA-BE3B-7F0F-D73574D1A746}"/>
                </a:ext>
              </a:extLst>
            </p:cNvPr>
            <p:cNvSpPr/>
            <p:nvPr/>
          </p:nvSpPr>
          <p:spPr>
            <a:xfrm>
              <a:off x="10594240" y="5052359"/>
              <a:ext cx="11279" cy="8998"/>
            </a:xfrm>
            <a:custGeom>
              <a:avLst/>
              <a:gdLst>
                <a:gd name="connsiteX0" fmla="*/ 11280 w 11279"/>
                <a:gd name="connsiteY0" fmla="*/ 4436 h 8998"/>
                <a:gd name="connsiteX1" fmla="*/ 5576 w 11279"/>
                <a:gd name="connsiteY1" fmla="*/ 8998 h 8998"/>
                <a:gd name="connsiteX2" fmla="*/ 0 w 11279"/>
                <a:gd name="connsiteY2" fmla="*/ 4436 h 8998"/>
                <a:gd name="connsiteX3" fmla="*/ 5576 w 11279"/>
                <a:gd name="connsiteY3" fmla="*/ 0 h 8998"/>
                <a:gd name="connsiteX4" fmla="*/ 11280 w 11279"/>
                <a:gd name="connsiteY4" fmla="*/ 4436 h 8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79" h="8998">
                  <a:moveTo>
                    <a:pt x="11280" y="4436"/>
                  </a:moveTo>
                  <a:lnTo>
                    <a:pt x="5576" y="8998"/>
                  </a:lnTo>
                  <a:lnTo>
                    <a:pt x="0" y="4436"/>
                  </a:lnTo>
                  <a:lnTo>
                    <a:pt x="5576" y="0"/>
                  </a:lnTo>
                  <a:lnTo>
                    <a:pt x="11280" y="44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34" name="Freeform: Shape 4233">
              <a:extLst>
                <a:ext uri="{FF2B5EF4-FFF2-40B4-BE49-F238E27FC236}">
                  <a16:creationId xmlns:a16="http://schemas.microsoft.com/office/drawing/2014/main" id="{6DA3BB05-498B-5ED4-A1FD-FFEB8F2EBB12}"/>
                </a:ext>
              </a:extLst>
            </p:cNvPr>
            <p:cNvSpPr/>
            <p:nvPr/>
          </p:nvSpPr>
          <p:spPr>
            <a:xfrm>
              <a:off x="10538350" y="5146650"/>
              <a:ext cx="10645" cy="8364"/>
            </a:xfrm>
            <a:custGeom>
              <a:avLst/>
              <a:gdLst>
                <a:gd name="connsiteX0" fmla="*/ 10645 w 10645"/>
                <a:gd name="connsiteY0" fmla="*/ 4182 h 8364"/>
                <a:gd name="connsiteX1" fmla="*/ 5323 w 10645"/>
                <a:gd name="connsiteY1" fmla="*/ 8365 h 8364"/>
                <a:gd name="connsiteX2" fmla="*/ 0 w 10645"/>
                <a:gd name="connsiteY2" fmla="*/ 4182 h 8364"/>
                <a:gd name="connsiteX3" fmla="*/ 5323 w 10645"/>
                <a:gd name="connsiteY3" fmla="*/ 0 h 8364"/>
                <a:gd name="connsiteX4" fmla="*/ 10645 w 10645"/>
                <a:gd name="connsiteY4" fmla="*/ 4182 h 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45" h="8364">
                  <a:moveTo>
                    <a:pt x="10645" y="4182"/>
                  </a:moveTo>
                  <a:lnTo>
                    <a:pt x="5323" y="8365"/>
                  </a:lnTo>
                  <a:lnTo>
                    <a:pt x="0" y="4182"/>
                  </a:lnTo>
                  <a:lnTo>
                    <a:pt x="5323" y="0"/>
                  </a:lnTo>
                  <a:lnTo>
                    <a:pt x="10645" y="41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35" name="Freeform: Shape 4234">
              <a:extLst>
                <a:ext uri="{FF2B5EF4-FFF2-40B4-BE49-F238E27FC236}">
                  <a16:creationId xmlns:a16="http://schemas.microsoft.com/office/drawing/2014/main" id="{B7CEA488-495E-5D81-B040-1A6B691DB2D6}"/>
                </a:ext>
              </a:extLst>
            </p:cNvPr>
            <p:cNvSpPr/>
            <p:nvPr/>
          </p:nvSpPr>
          <p:spPr>
            <a:xfrm>
              <a:off x="10479417" y="5239674"/>
              <a:ext cx="9758" cy="7731"/>
            </a:xfrm>
            <a:custGeom>
              <a:avLst/>
              <a:gdLst>
                <a:gd name="connsiteX0" fmla="*/ 9759 w 9758"/>
                <a:gd name="connsiteY0" fmla="*/ 3802 h 7731"/>
                <a:gd name="connsiteX1" fmla="*/ 4943 w 9758"/>
                <a:gd name="connsiteY1" fmla="*/ 7731 h 7731"/>
                <a:gd name="connsiteX2" fmla="*/ 0 w 9758"/>
                <a:gd name="connsiteY2" fmla="*/ 3802 h 7731"/>
                <a:gd name="connsiteX3" fmla="*/ 4943 w 9758"/>
                <a:gd name="connsiteY3" fmla="*/ 0 h 7731"/>
                <a:gd name="connsiteX4" fmla="*/ 9759 w 9758"/>
                <a:gd name="connsiteY4" fmla="*/ 3802 h 7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58" h="7731">
                  <a:moveTo>
                    <a:pt x="9759" y="3802"/>
                  </a:moveTo>
                  <a:lnTo>
                    <a:pt x="4943" y="7731"/>
                  </a:lnTo>
                  <a:lnTo>
                    <a:pt x="0" y="3802"/>
                  </a:lnTo>
                  <a:lnTo>
                    <a:pt x="4943" y="0"/>
                  </a:lnTo>
                  <a:lnTo>
                    <a:pt x="9759" y="380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36" name="Freeform: Shape 4235">
              <a:extLst>
                <a:ext uri="{FF2B5EF4-FFF2-40B4-BE49-F238E27FC236}">
                  <a16:creationId xmlns:a16="http://schemas.microsoft.com/office/drawing/2014/main" id="{734CC617-4C9B-26B2-C197-530EDD92921A}"/>
                </a:ext>
              </a:extLst>
            </p:cNvPr>
            <p:cNvSpPr/>
            <p:nvPr/>
          </p:nvSpPr>
          <p:spPr>
            <a:xfrm>
              <a:off x="10417570" y="5331558"/>
              <a:ext cx="8491" cy="6716"/>
            </a:xfrm>
            <a:custGeom>
              <a:avLst/>
              <a:gdLst>
                <a:gd name="connsiteX0" fmla="*/ 8491 w 8491"/>
                <a:gd name="connsiteY0" fmla="*/ 3422 h 6716"/>
                <a:gd name="connsiteX1" fmla="*/ 4309 w 8491"/>
                <a:gd name="connsiteY1" fmla="*/ 6717 h 6716"/>
                <a:gd name="connsiteX2" fmla="*/ 0 w 8491"/>
                <a:gd name="connsiteY2" fmla="*/ 3422 h 6716"/>
                <a:gd name="connsiteX3" fmla="*/ 4309 w 8491"/>
                <a:gd name="connsiteY3" fmla="*/ 0 h 6716"/>
                <a:gd name="connsiteX4" fmla="*/ 8491 w 8491"/>
                <a:gd name="connsiteY4" fmla="*/ 3422 h 6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91" h="6716">
                  <a:moveTo>
                    <a:pt x="8491" y="3422"/>
                  </a:moveTo>
                  <a:lnTo>
                    <a:pt x="4309" y="6717"/>
                  </a:lnTo>
                  <a:lnTo>
                    <a:pt x="0" y="3422"/>
                  </a:lnTo>
                  <a:lnTo>
                    <a:pt x="4309" y="0"/>
                  </a:lnTo>
                  <a:lnTo>
                    <a:pt x="8491" y="342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37" name="Freeform: Shape 4236">
              <a:extLst>
                <a:ext uri="{FF2B5EF4-FFF2-40B4-BE49-F238E27FC236}">
                  <a16:creationId xmlns:a16="http://schemas.microsoft.com/office/drawing/2014/main" id="{79BA19B5-962F-FDC6-3F94-74802461870A}"/>
                </a:ext>
              </a:extLst>
            </p:cNvPr>
            <p:cNvSpPr/>
            <p:nvPr/>
          </p:nvSpPr>
          <p:spPr>
            <a:xfrm>
              <a:off x="10352302" y="5421921"/>
              <a:ext cx="7983" cy="6209"/>
            </a:xfrm>
            <a:custGeom>
              <a:avLst/>
              <a:gdLst>
                <a:gd name="connsiteX0" fmla="*/ 7984 w 7983"/>
                <a:gd name="connsiteY0" fmla="*/ 3042 h 6209"/>
                <a:gd name="connsiteX1" fmla="*/ 3929 w 7983"/>
                <a:gd name="connsiteY1" fmla="*/ 6210 h 6209"/>
                <a:gd name="connsiteX2" fmla="*/ 0 w 7983"/>
                <a:gd name="connsiteY2" fmla="*/ 3042 h 6209"/>
                <a:gd name="connsiteX3" fmla="*/ 3929 w 7983"/>
                <a:gd name="connsiteY3" fmla="*/ 0 h 6209"/>
                <a:gd name="connsiteX4" fmla="*/ 7984 w 7983"/>
                <a:gd name="connsiteY4" fmla="*/ 3042 h 6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83" h="6209">
                  <a:moveTo>
                    <a:pt x="7984" y="3042"/>
                  </a:moveTo>
                  <a:lnTo>
                    <a:pt x="3929" y="6210"/>
                  </a:lnTo>
                  <a:lnTo>
                    <a:pt x="0" y="3042"/>
                  </a:lnTo>
                  <a:lnTo>
                    <a:pt x="3929" y="0"/>
                  </a:lnTo>
                  <a:lnTo>
                    <a:pt x="7984" y="30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38" name="Freeform: Shape 4237">
              <a:extLst>
                <a:ext uri="{FF2B5EF4-FFF2-40B4-BE49-F238E27FC236}">
                  <a16:creationId xmlns:a16="http://schemas.microsoft.com/office/drawing/2014/main" id="{0336D039-656E-3E84-70C1-29D3238EAB84}"/>
                </a:ext>
              </a:extLst>
            </p:cNvPr>
            <p:cNvSpPr/>
            <p:nvPr/>
          </p:nvSpPr>
          <p:spPr>
            <a:xfrm>
              <a:off x="10284497" y="5511016"/>
              <a:ext cx="6463" cy="5196"/>
            </a:xfrm>
            <a:custGeom>
              <a:avLst/>
              <a:gdLst>
                <a:gd name="connsiteX0" fmla="*/ 6464 w 6463"/>
                <a:gd name="connsiteY0" fmla="*/ 2661 h 5196"/>
                <a:gd name="connsiteX1" fmla="*/ 3168 w 6463"/>
                <a:gd name="connsiteY1" fmla="*/ 5196 h 5196"/>
                <a:gd name="connsiteX2" fmla="*/ 0 w 6463"/>
                <a:gd name="connsiteY2" fmla="*/ 2661 h 5196"/>
                <a:gd name="connsiteX3" fmla="*/ 3168 w 6463"/>
                <a:gd name="connsiteY3" fmla="*/ 0 h 5196"/>
                <a:gd name="connsiteX4" fmla="*/ 6464 w 6463"/>
                <a:gd name="connsiteY4" fmla="*/ 2661 h 5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196">
                  <a:moveTo>
                    <a:pt x="6464" y="2661"/>
                  </a:moveTo>
                  <a:lnTo>
                    <a:pt x="3168" y="5196"/>
                  </a:lnTo>
                  <a:lnTo>
                    <a:pt x="0" y="2661"/>
                  </a:lnTo>
                  <a:lnTo>
                    <a:pt x="3168" y="0"/>
                  </a:lnTo>
                  <a:lnTo>
                    <a:pt x="6464" y="266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39" name="Freeform: Shape 4238">
              <a:extLst>
                <a:ext uri="{FF2B5EF4-FFF2-40B4-BE49-F238E27FC236}">
                  <a16:creationId xmlns:a16="http://schemas.microsoft.com/office/drawing/2014/main" id="{6413CFA5-E70C-08A6-8221-1A51E68D0F74}"/>
                </a:ext>
              </a:extLst>
            </p:cNvPr>
            <p:cNvSpPr/>
            <p:nvPr/>
          </p:nvSpPr>
          <p:spPr>
            <a:xfrm>
              <a:off x="10213272" y="5598464"/>
              <a:ext cx="5830" cy="4689"/>
            </a:xfrm>
            <a:custGeom>
              <a:avLst/>
              <a:gdLst>
                <a:gd name="connsiteX0" fmla="*/ 5830 w 5830"/>
                <a:gd name="connsiteY0" fmla="*/ 2281 h 4689"/>
                <a:gd name="connsiteX1" fmla="*/ 2915 w 5830"/>
                <a:gd name="connsiteY1" fmla="*/ 4689 h 4689"/>
                <a:gd name="connsiteX2" fmla="*/ 0 w 5830"/>
                <a:gd name="connsiteY2" fmla="*/ 2281 h 4689"/>
                <a:gd name="connsiteX3" fmla="*/ 2915 w 5830"/>
                <a:gd name="connsiteY3" fmla="*/ 0 h 4689"/>
                <a:gd name="connsiteX4" fmla="*/ 5830 w 5830"/>
                <a:gd name="connsiteY4" fmla="*/ 2281 h 4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30" h="4689">
                  <a:moveTo>
                    <a:pt x="5830" y="2281"/>
                  </a:moveTo>
                  <a:lnTo>
                    <a:pt x="2915" y="4689"/>
                  </a:lnTo>
                  <a:lnTo>
                    <a:pt x="0" y="2281"/>
                  </a:lnTo>
                  <a:lnTo>
                    <a:pt x="2915" y="0"/>
                  </a:lnTo>
                  <a:lnTo>
                    <a:pt x="5830" y="22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40" name="Freeform: Shape 4239">
              <a:extLst>
                <a:ext uri="{FF2B5EF4-FFF2-40B4-BE49-F238E27FC236}">
                  <a16:creationId xmlns:a16="http://schemas.microsoft.com/office/drawing/2014/main" id="{9898A418-F21E-5D00-F356-BB25117515F2}"/>
                </a:ext>
              </a:extLst>
            </p:cNvPr>
            <p:cNvSpPr/>
            <p:nvPr/>
          </p:nvSpPr>
          <p:spPr>
            <a:xfrm>
              <a:off x="10139005" y="5684264"/>
              <a:ext cx="5322" cy="4182"/>
            </a:xfrm>
            <a:custGeom>
              <a:avLst/>
              <a:gdLst>
                <a:gd name="connsiteX0" fmla="*/ 5323 w 5322"/>
                <a:gd name="connsiteY0" fmla="*/ 2027 h 4182"/>
                <a:gd name="connsiteX1" fmla="*/ 2661 w 5322"/>
                <a:gd name="connsiteY1" fmla="*/ 4182 h 4182"/>
                <a:gd name="connsiteX2" fmla="*/ 0 w 5322"/>
                <a:gd name="connsiteY2" fmla="*/ 2027 h 4182"/>
                <a:gd name="connsiteX3" fmla="*/ 2661 w 5322"/>
                <a:gd name="connsiteY3" fmla="*/ 0 h 4182"/>
                <a:gd name="connsiteX4" fmla="*/ 5323 w 5322"/>
                <a:gd name="connsiteY4" fmla="*/ 2027 h 4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22" h="4182">
                  <a:moveTo>
                    <a:pt x="5323" y="2027"/>
                  </a:moveTo>
                  <a:lnTo>
                    <a:pt x="2661" y="4182"/>
                  </a:lnTo>
                  <a:lnTo>
                    <a:pt x="0" y="2027"/>
                  </a:lnTo>
                  <a:lnTo>
                    <a:pt x="2661" y="0"/>
                  </a:lnTo>
                  <a:lnTo>
                    <a:pt x="5323" y="202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41" name="Freeform: Shape 4240">
              <a:extLst>
                <a:ext uri="{FF2B5EF4-FFF2-40B4-BE49-F238E27FC236}">
                  <a16:creationId xmlns:a16="http://schemas.microsoft.com/office/drawing/2014/main" id="{CB981308-9936-71FD-A538-8C80C5AE3CB0}"/>
                </a:ext>
              </a:extLst>
            </p:cNvPr>
            <p:cNvSpPr/>
            <p:nvPr/>
          </p:nvSpPr>
          <p:spPr>
            <a:xfrm>
              <a:off x="10062203" y="5768670"/>
              <a:ext cx="4182" cy="3295"/>
            </a:xfrm>
            <a:custGeom>
              <a:avLst/>
              <a:gdLst>
                <a:gd name="connsiteX0" fmla="*/ 4183 w 4182"/>
                <a:gd name="connsiteY0" fmla="*/ 1648 h 3295"/>
                <a:gd name="connsiteX1" fmla="*/ 2154 w 4182"/>
                <a:gd name="connsiteY1" fmla="*/ 3295 h 3295"/>
                <a:gd name="connsiteX2" fmla="*/ 0 w 4182"/>
                <a:gd name="connsiteY2" fmla="*/ 1648 h 3295"/>
                <a:gd name="connsiteX3" fmla="*/ 2154 w 4182"/>
                <a:gd name="connsiteY3" fmla="*/ 0 h 3295"/>
                <a:gd name="connsiteX4" fmla="*/ 4183 w 4182"/>
                <a:gd name="connsiteY4" fmla="*/ 1648 h 3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2" h="3295">
                  <a:moveTo>
                    <a:pt x="4183" y="1648"/>
                  </a:moveTo>
                  <a:lnTo>
                    <a:pt x="2154" y="3295"/>
                  </a:lnTo>
                  <a:lnTo>
                    <a:pt x="0" y="1648"/>
                  </a:lnTo>
                  <a:lnTo>
                    <a:pt x="2154" y="0"/>
                  </a:lnTo>
                  <a:lnTo>
                    <a:pt x="4183" y="164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42" name="Freeform: Shape 4241">
              <a:extLst>
                <a:ext uri="{FF2B5EF4-FFF2-40B4-BE49-F238E27FC236}">
                  <a16:creationId xmlns:a16="http://schemas.microsoft.com/office/drawing/2014/main" id="{0603DA3D-1E40-19F8-00AB-D1A9AF174291}"/>
                </a:ext>
              </a:extLst>
            </p:cNvPr>
            <p:cNvSpPr/>
            <p:nvPr/>
          </p:nvSpPr>
          <p:spPr>
            <a:xfrm>
              <a:off x="9982485" y="5851175"/>
              <a:ext cx="3422" cy="2915"/>
            </a:xfrm>
            <a:custGeom>
              <a:avLst/>
              <a:gdLst>
                <a:gd name="connsiteX0" fmla="*/ 3422 w 3422"/>
                <a:gd name="connsiteY0" fmla="*/ 1394 h 2915"/>
                <a:gd name="connsiteX1" fmla="*/ 1648 w 3422"/>
                <a:gd name="connsiteY1" fmla="*/ 2915 h 2915"/>
                <a:gd name="connsiteX2" fmla="*/ 0 w 3422"/>
                <a:gd name="connsiteY2" fmla="*/ 1394 h 2915"/>
                <a:gd name="connsiteX3" fmla="*/ 1648 w 3422"/>
                <a:gd name="connsiteY3" fmla="*/ 0 h 2915"/>
                <a:gd name="connsiteX4" fmla="*/ 3422 w 3422"/>
                <a:gd name="connsiteY4" fmla="*/ 1394 h 2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22" h="2915">
                  <a:moveTo>
                    <a:pt x="3422" y="1394"/>
                  </a:moveTo>
                  <a:lnTo>
                    <a:pt x="1648" y="2915"/>
                  </a:lnTo>
                  <a:lnTo>
                    <a:pt x="0" y="1394"/>
                  </a:lnTo>
                  <a:lnTo>
                    <a:pt x="1648" y="0"/>
                  </a:lnTo>
                  <a:lnTo>
                    <a:pt x="3422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43" name="Freeform: Shape 4242">
              <a:extLst>
                <a:ext uri="{FF2B5EF4-FFF2-40B4-BE49-F238E27FC236}">
                  <a16:creationId xmlns:a16="http://schemas.microsoft.com/office/drawing/2014/main" id="{D7BCAE94-589D-9F73-9CB6-F1BE253E28AC}"/>
                </a:ext>
              </a:extLst>
            </p:cNvPr>
            <p:cNvSpPr/>
            <p:nvPr/>
          </p:nvSpPr>
          <p:spPr>
            <a:xfrm>
              <a:off x="9899981" y="5932286"/>
              <a:ext cx="2408" cy="1774"/>
            </a:xfrm>
            <a:custGeom>
              <a:avLst/>
              <a:gdLst>
                <a:gd name="connsiteX0" fmla="*/ 2408 w 2408"/>
                <a:gd name="connsiteY0" fmla="*/ 887 h 1774"/>
                <a:gd name="connsiteX1" fmla="*/ 1267 w 2408"/>
                <a:gd name="connsiteY1" fmla="*/ 1774 h 1774"/>
                <a:gd name="connsiteX2" fmla="*/ 0 w 2408"/>
                <a:gd name="connsiteY2" fmla="*/ 887 h 1774"/>
                <a:gd name="connsiteX3" fmla="*/ 1267 w 2408"/>
                <a:gd name="connsiteY3" fmla="*/ 0 h 1774"/>
                <a:gd name="connsiteX4" fmla="*/ 2408 w 2408"/>
                <a:gd name="connsiteY4" fmla="*/ 887 h 1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8" h="1774">
                  <a:moveTo>
                    <a:pt x="2408" y="887"/>
                  </a:moveTo>
                  <a:lnTo>
                    <a:pt x="1267" y="1774"/>
                  </a:lnTo>
                  <a:lnTo>
                    <a:pt x="0" y="887"/>
                  </a:lnTo>
                  <a:lnTo>
                    <a:pt x="1267" y="0"/>
                  </a:lnTo>
                  <a:lnTo>
                    <a:pt x="2408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44" name="Freeform: Shape 4243">
              <a:extLst>
                <a:ext uri="{FF2B5EF4-FFF2-40B4-BE49-F238E27FC236}">
                  <a16:creationId xmlns:a16="http://schemas.microsoft.com/office/drawing/2014/main" id="{EAD34684-189E-A0A7-AAE5-6CC4FF24177B}"/>
                </a:ext>
              </a:extLst>
            </p:cNvPr>
            <p:cNvSpPr/>
            <p:nvPr/>
          </p:nvSpPr>
          <p:spPr>
            <a:xfrm>
              <a:off x="9814941" y="6011370"/>
              <a:ext cx="1393" cy="1140"/>
            </a:xfrm>
            <a:custGeom>
              <a:avLst/>
              <a:gdLst>
                <a:gd name="connsiteX0" fmla="*/ 1394 w 1393"/>
                <a:gd name="connsiteY0" fmla="*/ 507 h 1140"/>
                <a:gd name="connsiteX1" fmla="*/ 634 w 1393"/>
                <a:gd name="connsiteY1" fmla="*/ 1141 h 1140"/>
                <a:gd name="connsiteX2" fmla="*/ 0 w 1393"/>
                <a:gd name="connsiteY2" fmla="*/ 507 h 1140"/>
                <a:gd name="connsiteX3" fmla="*/ 634 w 1393"/>
                <a:gd name="connsiteY3" fmla="*/ 0 h 1140"/>
                <a:gd name="connsiteX4" fmla="*/ 1394 w 1393"/>
                <a:gd name="connsiteY4" fmla="*/ 507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3" h="1140">
                  <a:moveTo>
                    <a:pt x="1394" y="507"/>
                  </a:moveTo>
                  <a:lnTo>
                    <a:pt x="634" y="1141"/>
                  </a:lnTo>
                  <a:lnTo>
                    <a:pt x="0" y="507"/>
                  </a:lnTo>
                  <a:lnTo>
                    <a:pt x="634" y="0"/>
                  </a:lnTo>
                  <a:lnTo>
                    <a:pt x="1394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45" name="Freeform: Shape 4244">
              <a:extLst>
                <a:ext uri="{FF2B5EF4-FFF2-40B4-BE49-F238E27FC236}">
                  <a16:creationId xmlns:a16="http://schemas.microsoft.com/office/drawing/2014/main" id="{A4E01530-CC8F-B325-7C85-E92276E5C8CC}"/>
                </a:ext>
              </a:extLst>
            </p:cNvPr>
            <p:cNvSpPr/>
            <p:nvPr/>
          </p:nvSpPr>
          <p:spPr>
            <a:xfrm>
              <a:off x="9726986" y="6088552"/>
              <a:ext cx="760" cy="633"/>
            </a:xfrm>
            <a:custGeom>
              <a:avLst/>
              <a:gdLst>
                <a:gd name="connsiteX0" fmla="*/ 760 w 760"/>
                <a:gd name="connsiteY0" fmla="*/ 253 h 633"/>
                <a:gd name="connsiteX1" fmla="*/ 381 w 760"/>
                <a:gd name="connsiteY1" fmla="*/ 634 h 633"/>
                <a:gd name="connsiteX2" fmla="*/ 0 w 760"/>
                <a:gd name="connsiteY2" fmla="*/ 253 h 633"/>
                <a:gd name="connsiteX3" fmla="*/ 381 w 760"/>
                <a:gd name="connsiteY3" fmla="*/ 0 h 633"/>
                <a:gd name="connsiteX4" fmla="*/ 760 w 760"/>
                <a:gd name="connsiteY4" fmla="*/ 253 h 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0" h="633">
                  <a:moveTo>
                    <a:pt x="760" y="253"/>
                  </a:moveTo>
                  <a:lnTo>
                    <a:pt x="381" y="634"/>
                  </a:lnTo>
                  <a:lnTo>
                    <a:pt x="0" y="253"/>
                  </a:lnTo>
                  <a:lnTo>
                    <a:pt x="381" y="0"/>
                  </a:lnTo>
                  <a:lnTo>
                    <a:pt x="760" y="25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46" name="Freeform: Shape 4245">
              <a:extLst>
                <a:ext uri="{FF2B5EF4-FFF2-40B4-BE49-F238E27FC236}">
                  <a16:creationId xmlns:a16="http://schemas.microsoft.com/office/drawing/2014/main" id="{B1892FBC-57C2-5626-A25B-CF904C9225C5}"/>
                </a:ext>
              </a:extLst>
            </p:cNvPr>
            <p:cNvSpPr/>
            <p:nvPr/>
          </p:nvSpPr>
          <p:spPr>
            <a:xfrm>
              <a:off x="9636369" y="6163706"/>
              <a:ext cx="380" cy="253"/>
            </a:xfrm>
            <a:custGeom>
              <a:avLst/>
              <a:gdLst>
                <a:gd name="connsiteX0" fmla="*/ 381 w 380"/>
                <a:gd name="connsiteY0" fmla="*/ 127 h 253"/>
                <a:gd name="connsiteX1" fmla="*/ 127 w 380"/>
                <a:gd name="connsiteY1" fmla="*/ 253 h 253"/>
                <a:gd name="connsiteX2" fmla="*/ 0 w 380"/>
                <a:gd name="connsiteY2" fmla="*/ 127 h 253"/>
                <a:gd name="connsiteX3" fmla="*/ 127 w 380"/>
                <a:gd name="connsiteY3" fmla="*/ 0 h 253"/>
                <a:gd name="connsiteX4" fmla="*/ 381 w 380"/>
                <a:gd name="connsiteY4" fmla="*/ 127 h 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" h="253">
                  <a:moveTo>
                    <a:pt x="381" y="127"/>
                  </a:moveTo>
                  <a:lnTo>
                    <a:pt x="127" y="253"/>
                  </a:lnTo>
                  <a:lnTo>
                    <a:pt x="0" y="127"/>
                  </a:lnTo>
                  <a:lnTo>
                    <a:pt x="127" y="0"/>
                  </a:lnTo>
                  <a:lnTo>
                    <a:pt x="381" y="12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47" name="Freeform: Shape 4246">
              <a:extLst>
                <a:ext uri="{FF2B5EF4-FFF2-40B4-BE49-F238E27FC236}">
                  <a16:creationId xmlns:a16="http://schemas.microsoft.com/office/drawing/2014/main" id="{E36B1835-E9C4-597C-0722-29B9CC0AC719}"/>
                </a:ext>
              </a:extLst>
            </p:cNvPr>
            <p:cNvSpPr/>
            <p:nvPr/>
          </p:nvSpPr>
          <p:spPr>
            <a:xfrm>
              <a:off x="9542965" y="6236706"/>
              <a:ext cx="507" cy="380"/>
            </a:xfrm>
            <a:custGeom>
              <a:avLst/>
              <a:gdLst>
                <a:gd name="connsiteX0" fmla="*/ 507 w 507"/>
                <a:gd name="connsiteY0" fmla="*/ 253 h 380"/>
                <a:gd name="connsiteX1" fmla="*/ 254 w 507"/>
                <a:gd name="connsiteY1" fmla="*/ 380 h 380"/>
                <a:gd name="connsiteX2" fmla="*/ 0 w 507"/>
                <a:gd name="connsiteY2" fmla="*/ 253 h 380"/>
                <a:gd name="connsiteX3" fmla="*/ 254 w 507"/>
                <a:gd name="connsiteY3" fmla="*/ 0 h 380"/>
                <a:gd name="connsiteX4" fmla="*/ 507 w 507"/>
                <a:gd name="connsiteY4" fmla="*/ 253 h 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7" h="380">
                  <a:moveTo>
                    <a:pt x="507" y="253"/>
                  </a:moveTo>
                  <a:lnTo>
                    <a:pt x="254" y="380"/>
                  </a:lnTo>
                  <a:lnTo>
                    <a:pt x="0" y="253"/>
                  </a:lnTo>
                  <a:lnTo>
                    <a:pt x="254" y="0"/>
                  </a:lnTo>
                  <a:lnTo>
                    <a:pt x="507" y="25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48" name="Freeform: Shape 4247">
              <a:extLst>
                <a:ext uri="{FF2B5EF4-FFF2-40B4-BE49-F238E27FC236}">
                  <a16:creationId xmlns:a16="http://schemas.microsoft.com/office/drawing/2014/main" id="{E43090CF-0375-5BC1-2844-7719EBA50196}"/>
                </a:ext>
              </a:extLst>
            </p:cNvPr>
            <p:cNvSpPr/>
            <p:nvPr/>
          </p:nvSpPr>
          <p:spPr>
            <a:xfrm>
              <a:off x="9446392" y="6307045"/>
              <a:ext cx="2155" cy="1647"/>
            </a:xfrm>
            <a:custGeom>
              <a:avLst/>
              <a:gdLst>
                <a:gd name="connsiteX0" fmla="*/ 2155 w 2155"/>
                <a:gd name="connsiteY0" fmla="*/ 887 h 1647"/>
                <a:gd name="connsiteX1" fmla="*/ 1014 w 2155"/>
                <a:gd name="connsiteY1" fmla="*/ 1648 h 1647"/>
                <a:gd name="connsiteX2" fmla="*/ 0 w 2155"/>
                <a:gd name="connsiteY2" fmla="*/ 887 h 1647"/>
                <a:gd name="connsiteX3" fmla="*/ 1014 w 2155"/>
                <a:gd name="connsiteY3" fmla="*/ 0 h 1647"/>
                <a:gd name="connsiteX4" fmla="*/ 2155 w 2155"/>
                <a:gd name="connsiteY4" fmla="*/ 887 h 1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5" h="1647">
                  <a:moveTo>
                    <a:pt x="2155" y="887"/>
                  </a:moveTo>
                  <a:lnTo>
                    <a:pt x="1014" y="1648"/>
                  </a:lnTo>
                  <a:lnTo>
                    <a:pt x="0" y="887"/>
                  </a:lnTo>
                  <a:lnTo>
                    <a:pt x="1014" y="0"/>
                  </a:lnTo>
                  <a:lnTo>
                    <a:pt x="2155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49" name="Freeform: Shape 4248">
              <a:extLst>
                <a:ext uri="{FF2B5EF4-FFF2-40B4-BE49-F238E27FC236}">
                  <a16:creationId xmlns:a16="http://schemas.microsoft.com/office/drawing/2014/main" id="{9FA7D2C4-2604-E947-18F5-3E6F5D00D541}"/>
                </a:ext>
              </a:extLst>
            </p:cNvPr>
            <p:cNvSpPr/>
            <p:nvPr/>
          </p:nvSpPr>
          <p:spPr>
            <a:xfrm>
              <a:off x="9347792" y="6375736"/>
              <a:ext cx="3041" cy="2281"/>
            </a:xfrm>
            <a:custGeom>
              <a:avLst/>
              <a:gdLst>
                <a:gd name="connsiteX0" fmla="*/ 3042 w 3041"/>
                <a:gd name="connsiteY0" fmla="*/ 1141 h 2281"/>
                <a:gd name="connsiteX1" fmla="*/ 1521 w 3041"/>
                <a:gd name="connsiteY1" fmla="*/ 2281 h 2281"/>
                <a:gd name="connsiteX2" fmla="*/ 0 w 3041"/>
                <a:gd name="connsiteY2" fmla="*/ 1141 h 2281"/>
                <a:gd name="connsiteX3" fmla="*/ 1521 w 3041"/>
                <a:gd name="connsiteY3" fmla="*/ 0 h 2281"/>
                <a:gd name="connsiteX4" fmla="*/ 3042 w 3041"/>
                <a:gd name="connsiteY4" fmla="*/ 1141 h 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1" h="2281">
                  <a:moveTo>
                    <a:pt x="3042" y="1141"/>
                  </a:moveTo>
                  <a:lnTo>
                    <a:pt x="1521" y="2281"/>
                  </a:lnTo>
                  <a:lnTo>
                    <a:pt x="0" y="1141"/>
                  </a:lnTo>
                  <a:lnTo>
                    <a:pt x="1521" y="0"/>
                  </a:lnTo>
                  <a:lnTo>
                    <a:pt x="3042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50" name="Freeform: Shape 4249">
              <a:extLst>
                <a:ext uri="{FF2B5EF4-FFF2-40B4-BE49-F238E27FC236}">
                  <a16:creationId xmlns:a16="http://schemas.microsoft.com/office/drawing/2014/main" id="{526AB935-00B4-4F5D-C113-8E2807F131F0}"/>
                </a:ext>
              </a:extLst>
            </p:cNvPr>
            <p:cNvSpPr/>
            <p:nvPr/>
          </p:nvSpPr>
          <p:spPr>
            <a:xfrm>
              <a:off x="9247164" y="6442272"/>
              <a:ext cx="3421" cy="2914"/>
            </a:xfrm>
            <a:custGeom>
              <a:avLst/>
              <a:gdLst>
                <a:gd name="connsiteX0" fmla="*/ 3421 w 3421"/>
                <a:gd name="connsiteY0" fmla="*/ 1394 h 2914"/>
                <a:gd name="connsiteX1" fmla="*/ 1648 w 3421"/>
                <a:gd name="connsiteY1" fmla="*/ 2915 h 2914"/>
                <a:gd name="connsiteX2" fmla="*/ 0 w 3421"/>
                <a:gd name="connsiteY2" fmla="*/ 1394 h 2914"/>
                <a:gd name="connsiteX3" fmla="*/ 1648 w 3421"/>
                <a:gd name="connsiteY3" fmla="*/ 0 h 2914"/>
                <a:gd name="connsiteX4" fmla="*/ 3421 w 3421"/>
                <a:gd name="connsiteY4" fmla="*/ 1394 h 2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21" h="2914">
                  <a:moveTo>
                    <a:pt x="3421" y="1394"/>
                  </a:moveTo>
                  <a:lnTo>
                    <a:pt x="1648" y="2915"/>
                  </a:lnTo>
                  <a:lnTo>
                    <a:pt x="0" y="1394"/>
                  </a:lnTo>
                  <a:lnTo>
                    <a:pt x="1648" y="0"/>
                  </a:lnTo>
                  <a:lnTo>
                    <a:pt x="3421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51" name="Freeform: Shape 4250">
              <a:extLst>
                <a:ext uri="{FF2B5EF4-FFF2-40B4-BE49-F238E27FC236}">
                  <a16:creationId xmlns:a16="http://schemas.microsoft.com/office/drawing/2014/main" id="{B83F493C-7C81-2BC3-E288-E9090909CA3A}"/>
                </a:ext>
              </a:extLst>
            </p:cNvPr>
            <p:cNvSpPr/>
            <p:nvPr/>
          </p:nvSpPr>
          <p:spPr>
            <a:xfrm>
              <a:off x="9143620" y="6506400"/>
              <a:ext cx="5069" cy="4055"/>
            </a:xfrm>
            <a:custGeom>
              <a:avLst/>
              <a:gdLst>
                <a:gd name="connsiteX0" fmla="*/ 5070 w 5069"/>
                <a:gd name="connsiteY0" fmla="*/ 2027 h 4055"/>
                <a:gd name="connsiteX1" fmla="*/ 2535 w 5069"/>
                <a:gd name="connsiteY1" fmla="*/ 4056 h 4055"/>
                <a:gd name="connsiteX2" fmla="*/ 0 w 5069"/>
                <a:gd name="connsiteY2" fmla="*/ 2027 h 4055"/>
                <a:gd name="connsiteX3" fmla="*/ 2535 w 5069"/>
                <a:gd name="connsiteY3" fmla="*/ 0 h 4055"/>
                <a:gd name="connsiteX4" fmla="*/ 5070 w 5069"/>
                <a:gd name="connsiteY4" fmla="*/ 2027 h 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9" h="4055">
                  <a:moveTo>
                    <a:pt x="5070" y="2027"/>
                  </a:moveTo>
                  <a:lnTo>
                    <a:pt x="2535" y="4056"/>
                  </a:lnTo>
                  <a:lnTo>
                    <a:pt x="0" y="2027"/>
                  </a:lnTo>
                  <a:lnTo>
                    <a:pt x="2535" y="0"/>
                  </a:lnTo>
                  <a:lnTo>
                    <a:pt x="5070" y="202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52" name="Freeform: Shape 4251">
              <a:extLst>
                <a:ext uri="{FF2B5EF4-FFF2-40B4-BE49-F238E27FC236}">
                  <a16:creationId xmlns:a16="http://schemas.microsoft.com/office/drawing/2014/main" id="{3DBBE48F-298C-28F3-C5B2-1DE77FCE6C08}"/>
                </a:ext>
              </a:extLst>
            </p:cNvPr>
            <p:cNvSpPr/>
            <p:nvPr/>
          </p:nvSpPr>
          <p:spPr>
            <a:xfrm>
              <a:off x="9038556" y="6568627"/>
              <a:ext cx="5703" cy="4563"/>
            </a:xfrm>
            <a:custGeom>
              <a:avLst/>
              <a:gdLst>
                <a:gd name="connsiteX0" fmla="*/ 5703 w 5703"/>
                <a:gd name="connsiteY0" fmla="*/ 2281 h 4563"/>
                <a:gd name="connsiteX1" fmla="*/ 2789 w 5703"/>
                <a:gd name="connsiteY1" fmla="*/ 4563 h 4563"/>
                <a:gd name="connsiteX2" fmla="*/ 0 w 5703"/>
                <a:gd name="connsiteY2" fmla="*/ 2281 h 4563"/>
                <a:gd name="connsiteX3" fmla="*/ 2789 w 5703"/>
                <a:gd name="connsiteY3" fmla="*/ 0 h 4563"/>
                <a:gd name="connsiteX4" fmla="*/ 5703 w 5703"/>
                <a:gd name="connsiteY4" fmla="*/ 2281 h 4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03" h="4563">
                  <a:moveTo>
                    <a:pt x="5703" y="2281"/>
                  </a:moveTo>
                  <a:lnTo>
                    <a:pt x="2789" y="4563"/>
                  </a:lnTo>
                  <a:lnTo>
                    <a:pt x="0" y="2281"/>
                  </a:lnTo>
                  <a:lnTo>
                    <a:pt x="2789" y="0"/>
                  </a:lnTo>
                  <a:lnTo>
                    <a:pt x="5703" y="22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53" name="Freeform: Shape 4252">
              <a:extLst>
                <a:ext uri="{FF2B5EF4-FFF2-40B4-BE49-F238E27FC236}">
                  <a16:creationId xmlns:a16="http://schemas.microsoft.com/office/drawing/2014/main" id="{13A0E258-69E0-448F-16F2-DD4C5E6A0DF1}"/>
                </a:ext>
              </a:extLst>
            </p:cNvPr>
            <p:cNvSpPr/>
            <p:nvPr/>
          </p:nvSpPr>
          <p:spPr>
            <a:xfrm>
              <a:off x="8930831" y="6628194"/>
              <a:ext cx="7224" cy="5830"/>
            </a:xfrm>
            <a:custGeom>
              <a:avLst/>
              <a:gdLst>
                <a:gd name="connsiteX0" fmla="*/ 7224 w 7224"/>
                <a:gd name="connsiteY0" fmla="*/ 2915 h 5830"/>
                <a:gd name="connsiteX1" fmla="*/ 3675 w 7224"/>
                <a:gd name="connsiteY1" fmla="*/ 5830 h 5830"/>
                <a:gd name="connsiteX2" fmla="*/ 0 w 7224"/>
                <a:gd name="connsiteY2" fmla="*/ 2915 h 5830"/>
                <a:gd name="connsiteX3" fmla="*/ 3675 w 7224"/>
                <a:gd name="connsiteY3" fmla="*/ 0 h 5830"/>
                <a:gd name="connsiteX4" fmla="*/ 7224 w 7224"/>
                <a:gd name="connsiteY4" fmla="*/ 2915 h 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24" h="5830">
                  <a:moveTo>
                    <a:pt x="7224" y="2915"/>
                  </a:moveTo>
                  <a:lnTo>
                    <a:pt x="3675" y="5830"/>
                  </a:lnTo>
                  <a:lnTo>
                    <a:pt x="0" y="2915"/>
                  </a:lnTo>
                  <a:lnTo>
                    <a:pt x="3675" y="0"/>
                  </a:lnTo>
                  <a:lnTo>
                    <a:pt x="7224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54" name="Freeform: Shape 4253">
              <a:extLst>
                <a:ext uri="{FF2B5EF4-FFF2-40B4-BE49-F238E27FC236}">
                  <a16:creationId xmlns:a16="http://schemas.microsoft.com/office/drawing/2014/main" id="{81282A1E-6E00-E5FF-C24B-0BEC1EF1231A}"/>
                </a:ext>
              </a:extLst>
            </p:cNvPr>
            <p:cNvSpPr/>
            <p:nvPr/>
          </p:nvSpPr>
          <p:spPr>
            <a:xfrm>
              <a:off x="8821584" y="6685858"/>
              <a:ext cx="7984" cy="6336"/>
            </a:xfrm>
            <a:custGeom>
              <a:avLst/>
              <a:gdLst>
                <a:gd name="connsiteX0" fmla="*/ 7984 w 7984"/>
                <a:gd name="connsiteY0" fmla="*/ 3168 h 6336"/>
                <a:gd name="connsiteX1" fmla="*/ 4056 w 7984"/>
                <a:gd name="connsiteY1" fmla="*/ 6337 h 6336"/>
                <a:gd name="connsiteX2" fmla="*/ 0 w 7984"/>
                <a:gd name="connsiteY2" fmla="*/ 3168 h 6336"/>
                <a:gd name="connsiteX3" fmla="*/ 4056 w 7984"/>
                <a:gd name="connsiteY3" fmla="*/ 0 h 6336"/>
                <a:gd name="connsiteX4" fmla="*/ 7984 w 7984"/>
                <a:gd name="connsiteY4" fmla="*/ 3168 h 6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84" h="6336">
                  <a:moveTo>
                    <a:pt x="7984" y="3168"/>
                  </a:moveTo>
                  <a:lnTo>
                    <a:pt x="4056" y="6337"/>
                  </a:lnTo>
                  <a:lnTo>
                    <a:pt x="0" y="3168"/>
                  </a:lnTo>
                  <a:lnTo>
                    <a:pt x="4056" y="0"/>
                  </a:lnTo>
                  <a:lnTo>
                    <a:pt x="7984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55" name="Freeform: Shape 4254">
              <a:extLst>
                <a:ext uri="{FF2B5EF4-FFF2-40B4-BE49-F238E27FC236}">
                  <a16:creationId xmlns:a16="http://schemas.microsoft.com/office/drawing/2014/main" id="{C3E7B49B-D344-A75F-7D46-4D12229969DB}"/>
                </a:ext>
              </a:extLst>
            </p:cNvPr>
            <p:cNvSpPr/>
            <p:nvPr/>
          </p:nvSpPr>
          <p:spPr>
            <a:xfrm>
              <a:off x="8710057" y="6740862"/>
              <a:ext cx="9378" cy="7476"/>
            </a:xfrm>
            <a:custGeom>
              <a:avLst/>
              <a:gdLst>
                <a:gd name="connsiteX0" fmla="*/ 9378 w 9378"/>
                <a:gd name="connsiteY0" fmla="*/ 3675 h 7476"/>
                <a:gd name="connsiteX1" fmla="*/ 4689 w 9378"/>
                <a:gd name="connsiteY1" fmla="*/ 7477 h 7476"/>
                <a:gd name="connsiteX2" fmla="*/ 0 w 9378"/>
                <a:gd name="connsiteY2" fmla="*/ 3675 h 7476"/>
                <a:gd name="connsiteX3" fmla="*/ 4689 w 9378"/>
                <a:gd name="connsiteY3" fmla="*/ 0 h 7476"/>
                <a:gd name="connsiteX4" fmla="*/ 9378 w 9378"/>
                <a:gd name="connsiteY4" fmla="*/ 3675 h 7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78" h="7476">
                  <a:moveTo>
                    <a:pt x="9378" y="3675"/>
                  </a:moveTo>
                  <a:lnTo>
                    <a:pt x="4689" y="7477"/>
                  </a:lnTo>
                  <a:lnTo>
                    <a:pt x="0" y="3675"/>
                  </a:lnTo>
                  <a:lnTo>
                    <a:pt x="4689" y="0"/>
                  </a:lnTo>
                  <a:lnTo>
                    <a:pt x="9378" y="367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56" name="Freeform: Shape 4255">
              <a:extLst>
                <a:ext uri="{FF2B5EF4-FFF2-40B4-BE49-F238E27FC236}">
                  <a16:creationId xmlns:a16="http://schemas.microsoft.com/office/drawing/2014/main" id="{2EFF2CF3-BB6C-87AA-88B3-CB36EE13A8A4}"/>
                </a:ext>
              </a:extLst>
            </p:cNvPr>
            <p:cNvSpPr/>
            <p:nvPr/>
          </p:nvSpPr>
          <p:spPr>
            <a:xfrm>
              <a:off x="8597008" y="6793711"/>
              <a:ext cx="10265" cy="8111"/>
            </a:xfrm>
            <a:custGeom>
              <a:avLst/>
              <a:gdLst>
                <a:gd name="connsiteX0" fmla="*/ 10266 w 10265"/>
                <a:gd name="connsiteY0" fmla="*/ 4056 h 8111"/>
                <a:gd name="connsiteX1" fmla="*/ 5196 w 10265"/>
                <a:gd name="connsiteY1" fmla="*/ 8111 h 8111"/>
                <a:gd name="connsiteX2" fmla="*/ 0 w 10265"/>
                <a:gd name="connsiteY2" fmla="*/ 4056 h 8111"/>
                <a:gd name="connsiteX3" fmla="*/ 5196 w 10265"/>
                <a:gd name="connsiteY3" fmla="*/ 0 h 8111"/>
                <a:gd name="connsiteX4" fmla="*/ 10266 w 10265"/>
                <a:gd name="connsiteY4" fmla="*/ 4056 h 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5" h="8111">
                  <a:moveTo>
                    <a:pt x="10266" y="4056"/>
                  </a:moveTo>
                  <a:lnTo>
                    <a:pt x="5196" y="8111"/>
                  </a:lnTo>
                  <a:lnTo>
                    <a:pt x="0" y="4056"/>
                  </a:lnTo>
                  <a:lnTo>
                    <a:pt x="5196" y="0"/>
                  </a:lnTo>
                  <a:lnTo>
                    <a:pt x="10266" y="405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57" name="Freeform: Shape 4256">
              <a:extLst>
                <a:ext uri="{FF2B5EF4-FFF2-40B4-BE49-F238E27FC236}">
                  <a16:creationId xmlns:a16="http://schemas.microsoft.com/office/drawing/2014/main" id="{EA75EE77-F9EA-96D7-9A0C-83807D14C9B3}"/>
                </a:ext>
              </a:extLst>
            </p:cNvPr>
            <p:cNvSpPr/>
            <p:nvPr/>
          </p:nvSpPr>
          <p:spPr>
            <a:xfrm>
              <a:off x="3700057" y="6782685"/>
              <a:ext cx="38020" cy="30163"/>
            </a:xfrm>
            <a:custGeom>
              <a:avLst/>
              <a:gdLst>
                <a:gd name="connsiteX0" fmla="*/ 38021 w 38020"/>
                <a:gd name="connsiteY0" fmla="*/ 15082 h 30163"/>
                <a:gd name="connsiteX1" fmla="*/ 19010 w 38020"/>
                <a:gd name="connsiteY1" fmla="*/ 30163 h 30163"/>
                <a:gd name="connsiteX2" fmla="*/ 0 w 38020"/>
                <a:gd name="connsiteY2" fmla="*/ 15082 h 30163"/>
                <a:gd name="connsiteX3" fmla="*/ 19010 w 38020"/>
                <a:gd name="connsiteY3" fmla="*/ 0 h 30163"/>
                <a:gd name="connsiteX4" fmla="*/ 38021 w 38020"/>
                <a:gd name="connsiteY4" fmla="*/ 15082 h 30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0" h="30163">
                  <a:moveTo>
                    <a:pt x="38021" y="15082"/>
                  </a:moveTo>
                  <a:cubicBezTo>
                    <a:pt x="38021" y="23446"/>
                    <a:pt x="29529" y="30163"/>
                    <a:pt x="19010" y="30163"/>
                  </a:cubicBezTo>
                  <a:cubicBezTo>
                    <a:pt x="8491" y="30163"/>
                    <a:pt x="0" y="23446"/>
                    <a:pt x="0" y="15082"/>
                  </a:cubicBezTo>
                  <a:cubicBezTo>
                    <a:pt x="0" y="6717"/>
                    <a:pt x="8491" y="0"/>
                    <a:pt x="19010" y="0"/>
                  </a:cubicBezTo>
                  <a:cubicBezTo>
                    <a:pt x="29529" y="0"/>
                    <a:pt x="38021" y="6717"/>
                    <a:pt x="38021" y="1508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58" name="Freeform: Shape 4257">
              <a:extLst>
                <a:ext uri="{FF2B5EF4-FFF2-40B4-BE49-F238E27FC236}">
                  <a16:creationId xmlns:a16="http://schemas.microsoft.com/office/drawing/2014/main" id="{8A36E395-78B7-1B5A-58A1-A9229599EECD}"/>
                </a:ext>
              </a:extLst>
            </p:cNvPr>
            <p:cNvSpPr/>
            <p:nvPr/>
          </p:nvSpPr>
          <p:spPr>
            <a:xfrm>
              <a:off x="3587009" y="6729202"/>
              <a:ext cx="38781" cy="30669"/>
            </a:xfrm>
            <a:custGeom>
              <a:avLst/>
              <a:gdLst>
                <a:gd name="connsiteX0" fmla="*/ 38781 w 38781"/>
                <a:gd name="connsiteY0" fmla="*/ 15335 h 30669"/>
                <a:gd name="connsiteX1" fmla="*/ 19391 w 38781"/>
                <a:gd name="connsiteY1" fmla="*/ 30670 h 30669"/>
                <a:gd name="connsiteX2" fmla="*/ 0 w 38781"/>
                <a:gd name="connsiteY2" fmla="*/ 15335 h 30669"/>
                <a:gd name="connsiteX3" fmla="*/ 19391 w 38781"/>
                <a:gd name="connsiteY3" fmla="*/ 0 h 30669"/>
                <a:gd name="connsiteX4" fmla="*/ 38781 w 38781"/>
                <a:gd name="connsiteY4" fmla="*/ 15335 h 3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781" h="30669">
                  <a:moveTo>
                    <a:pt x="38781" y="15335"/>
                  </a:moveTo>
                  <a:cubicBezTo>
                    <a:pt x="38781" y="23826"/>
                    <a:pt x="30036" y="30670"/>
                    <a:pt x="19391" y="30670"/>
                  </a:cubicBezTo>
                  <a:cubicBezTo>
                    <a:pt x="8745" y="30670"/>
                    <a:pt x="0" y="23826"/>
                    <a:pt x="0" y="15335"/>
                  </a:cubicBezTo>
                  <a:cubicBezTo>
                    <a:pt x="0" y="6843"/>
                    <a:pt x="8618" y="0"/>
                    <a:pt x="19391" y="0"/>
                  </a:cubicBezTo>
                  <a:cubicBezTo>
                    <a:pt x="30163" y="0"/>
                    <a:pt x="38781" y="6843"/>
                    <a:pt x="38781" y="153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59" name="Freeform: Shape 4258">
              <a:extLst>
                <a:ext uri="{FF2B5EF4-FFF2-40B4-BE49-F238E27FC236}">
                  <a16:creationId xmlns:a16="http://schemas.microsoft.com/office/drawing/2014/main" id="{66914CA9-5E07-CB02-3F68-F1B990705DD3}"/>
                </a:ext>
              </a:extLst>
            </p:cNvPr>
            <p:cNvSpPr/>
            <p:nvPr/>
          </p:nvSpPr>
          <p:spPr>
            <a:xfrm>
              <a:off x="3476241" y="6673692"/>
              <a:ext cx="38781" cy="30669"/>
            </a:xfrm>
            <a:custGeom>
              <a:avLst/>
              <a:gdLst>
                <a:gd name="connsiteX0" fmla="*/ 38781 w 38781"/>
                <a:gd name="connsiteY0" fmla="*/ 15335 h 30669"/>
                <a:gd name="connsiteX1" fmla="*/ 19391 w 38781"/>
                <a:gd name="connsiteY1" fmla="*/ 30670 h 30669"/>
                <a:gd name="connsiteX2" fmla="*/ 0 w 38781"/>
                <a:gd name="connsiteY2" fmla="*/ 15335 h 30669"/>
                <a:gd name="connsiteX3" fmla="*/ 19391 w 38781"/>
                <a:gd name="connsiteY3" fmla="*/ 0 h 30669"/>
                <a:gd name="connsiteX4" fmla="*/ 38781 w 38781"/>
                <a:gd name="connsiteY4" fmla="*/ 15335 h 3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781" h="30669">
                  <a:moveTo>
                    <a:pt x="38781" y="15335"/>
                  </a:moveTo>
                  <a:cubicBezTo>
                    <a:pt x="38781" y="23826"/>
                    <a:pt x="30163" y="30670"/>
                    <a:pt x="19391" y="30670"/>
                  </a:cubicBezTo>
                  <a:cubicBezTo>
                    <a:pt x="8618" y="30670"/>
                    <a:pt x="0" y="23826"/>
                    <a:pt x="0" y="15335"/>
                  </a:cubicBezTo>
                  <a:cubicBezTo>
                    <a:pt x="0" y="6843"/>
                    <a:pt x="8745" y="0"/>
                    <a:pt x="19391" y="0"/>
                  </a:cubicBezTo>
                  <a:cubicBezTo>
                    <a:pt x="30036" y="0"/>
                    <a:pt x="38781" y="6843"/>
                    <a:pt x="38781" y="153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60" name="Freeform: Shape 4259">
              <a:extLst>
                <a:ext uri="{FF2B5EF4-FFF2-40B4-BE49-F238E27FC236}">
                  <a16:creationId xmlns:a16="http://schemas.microsoft.com/office/drawing/2014/main" id="{3F34A338-5FAD-B3FC-CEF1-EB5E65A83707}"/>
                </a:ext>
              </a:extLst>
            </p:cNvPr>
            <p:cNvSpPr/>
            <p:nvPr/>
          </p:nvSpPr>
          <p:spPr>
            <a:xfrm>
              <a:off x="3366868" y="6615393"/>
              <a:ext cx="39541" cy="31431"/>
            </a:xfrm>
            <a:custGeom>
              <a:avLst/>
              <a:gdLst>
                <a:gd name="connsiteX0" fmla="*/ 39542 w 39541"/>
                <a:gd name="connsiteY0" fmla="*/ 15715 h 31431"/>
                <a:gd name="connsiteX1" fmla="*/ 19771 w 39541"/>
                <a:gd name="connsiteY1" fmla="*/ 31431 h 31431"/>
                <a:gd name="connsiteX2" fmla="*/ 0 w 39541"/>
                <a:gd name="connsiteY2" fmla="*/ 15715 h 31431"/>
                <a:gd name="connsiteX3" fmla="*/ 19771 w 39541"/>
                <a:gd name="connsiteY3" fmla="*/ 0 h 31431"/>
                <a:gd name="connsiteX4" fmla="*/ 39542 w 39541"/>
                <a:gd name="connsiteY4" fmla="*/ 15715 h 31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541" h="31431">
                  <a:moveTo>
                    <a:pt x="39542" y="15715"/>
                  </a:moveTo>
                  <a:cubicBezTo>
                    <a:pt x="39542" y="24334"/>
                    <a:pt x="30670" y="31431"/>
                    <a:pt x="19771" y="31431"/>
                  </a:cubicBezTo>
                  <a:cubicBezTo>
                    <a:pt x="8871" y="31431"/>
                    <a:pt x="0" y="24334"/>
                    <a:pt x="0" y="15715"/>
                  </a:cubicBezTo>
                  <a:cubicBezTo>
                    <a:pt x="0" y="7097"/>
                    <a:pt x="8871" y="0"/>
                    <a:pt x="19771" y="0"/>
                  </a:cubicBezTo>
                  <a:cubicBezTo>
                    <a:pt x="30670" y="0"/>
                    <a:pt x="39542" y="6970"/>
                    <a:pt x="39542" y="1571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61" name="Freeform: Shape 4260">
              <a:extLst>
                <a:ext uri="{FF2B5EF4-FFF2-40B4-BE49-F238E27FC236}">
                  <a16:creationId xmlns:a16="http://schemas.microsoft.com/office/drawing/2014/main" id="{C689CECE-B0FD-6997-2353-A0B726178793}"/>
                </a:ext>
              </a:extLst>
            </p:cNvPr>
            <p:cNvSpPr/>
            <p:nvPr/>
          </p:nvSpPr>
          <p:spPr>
            <a:xfrm>
              <a:off x="3260030" y="6555194"/>
              <a:ext cx="39541" cy="31431"/>
            </a:xfrm>
            <a:custGeom>
              <a:avLst/>
              <a:gdLst>
                <a:gd name="connsiteX0" fmla="*/ 39542 w 39541"/>
                <a:gd name="connsiteY0" fmla="*/ 15715 h 31431"/>
                <a:gd name="connsiteX1" fmla="*/ 19771 w 39541"/>
                <a:gd name="connsiteY1" fmla="*/ 31431 h 31431"/>
                <a:gd name="connsiteX2" fmla="*/ 0 w 39541"/>
                <a:gd name="connsiteY2" fmla="*/ 15715 h 31431"/>
                <a:gd name="connsiteX3" fmla="*/ 19771 w 39541"/>
                <a:gd name="connsiteY3" fmla="*/ 0 h 31431"/>
                <a:gd name="connsiteX4" fmla="*/ 39542 w 39541"/>
                <a:gd name="connsiteY4" fmla="*/ 15715 h 31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541" h="31431">
                  <a:moveTo>
                    <a:pt x="39542" y="15715"/>
                  </a:moveTo>
                  <a:cubicBezTo>
                    <a:pt x="39542" y="24334"/>
                    <a:pt x="30670" y="31431"/>
                    <a:pt x="19771" y="31431"/>
                  </a:cubicBezTo>
                  <a:cubicBezTo>
                    <a:pt x="8871" y="31431"/>
                    <a:pt x="0" y="24460"/>
                    <a:pt x="0" y="15715"/>
                  </a:cubicBezTo>
                  <a:cubicBezTo>
                    <a:pt x="0" y="6970"/>
                    <a:pt x="8871" y="0"/>
                    <a:pt x="19771" y="0"/>
                  </a:cubicBezTo>
                  <a:cubicBezTo>
                    <a:pt x="30670" y="0"/>
                    <a:pt x="39542" y="7097"/>
                    <a:pt x="39542" y="1571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62" name="Freeform: Shape 4261">
              <a:extLst>
                <a:ext uri="{FF2B5EF4-FFF2-40B4-BE49-F238E27FC236}">
                  <a16:creationId xmlns:a16="http://schemas.microsoft.com/office/drawing/2014/main" id="{B153D2EB-FBB3-9F04-34A1-B3CE0CE8C3AC}"/>
                </a:ext>
              </a:extLst>
            </p:cNvPr>
            <p:cNvSpPr/>
            <p:nvPr/>
          </p:nvSpPr>
          <p:spPr>
            <a:xfrm>
              <a:off x="3154966" y="6492586"/>
              <a:ext cx="40048" cy="31683"/>
            </a:xfrm>
            <a:custGeom>
              <a:avLst/>
              <a:gdLst>
                <a:gd name="connsiteX0" fmla="*/ 40049 w 40048"/>
                <a:gd name="connsiteY0" fmla="*/ 15842 h 31683"/>
                <a:gd name="connsiteX1" fmla="*/ 20024 w 40048"/>
                <a:gd name="connsiteY1" fmla="*/ 31684 h 31683"/>
                <a:gd name="connsiteX2" fmla="*/ 0 w 40048"/>
                <a:gd name="connsiteY2" fmla="*/ 15842 h 31683"/>
                <a:gd name="connsiteX3" fmla="*/ 20024 w 40048"/>
                <a:gd name="connsiteY3" fmla="*/ 0 h 31683"/>
                <a:gd name="connsiteX4" fmla="*/ 40049 w 40048"/>
                <a:gd name="connsiteY4" fmla="*/ 15842 h 31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048" h="31683">
                  <a:moveTo>
                    <a:pt x="40049" y="15842"/>
                  </a:moveTo>
                  <a:cubicBezTo>
                    <a:pt x="40049" y="24587"/>
                    <a:pt x="31050" y="31684"/>
                    <a:pt x="20024" y="31684"/>
                  </a:cubicBezTo>
                  <a:cubicBezTo>
                    <a:pt x="8998" y="31684"/>
                    <a:pt x="0" y="24587"/>
                    <a:pt x="0" y="15842"/>
                  </a:cubicBezTo>
                  <a:cubicBezTo>
                    <a:pt x="0" y="7097"/>
                    <a:pt x="8998" y="0"/>
                    <a:pt x="20024" y="0"/>
                  </a:cubicBezTo>
                  <a:cubicBezTo>
                    <a:pt x="31050" y="0"/>
                    <a:pt x="40049" y="7097"/>
                    <a:pt x="40049" y="1584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63" name="Freeform: Shape 4262">
              <a:extLst>
                <a:ext uri="{FF2B5EF4-FFF2-40B4-BE49-F238E27FC236}">
                  <a16:creationId xmlns:a16="http://schemas.microsoft.com/office/drawing/2014/main" id="{CFD9B7B3-D320-47CF-284C-B3350EB4114E}"/>
                </a:ext>
              </a:extLst>
            </p:cNvPr>
            <p:cNvSpPr/>
            <p:nvPr/>
          </p:nvSpPr>
          <p:spPr>
            <a:xfrm>
              <a:off x="3052309" y="6427824"/>
              <a:ext cx="40048" cy="31683"/>
            </a:xfrm>
            <a:custGeom>
              <a:avLst/>
              <a:gdLst>
                <a:gd name="connsiteX0" fmla="*/ 40049 w 40048"/>
                <a:gd name="connsiteY0" fmla="*/ 15842 h 31683"/>
                <a:gd name="connsiteX1" fmla="*/ 20024 w 40048"/>
                <a:gd name="connsiteY1" fmla="*/ 31684 h 31683"/>
                <a:gd name="connsiteX2" fmla="*/ 0 w 40048"/>
                <a:gd name="connsiteY2" fmla="*/ 15842 h 31683"/>
                <a:gd name="connsiteX3" fmla="*/ 20024 w 40048"/>
                <a:gd name="connsiteY3" fmla="*/ 0 h 31683"/>
                <a:gd name="connsiteX4" fmla="*/ 40049 w 40048"/>
                <a:gd name="connsiteY4" fmla="*/ 15842 h 31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048" h="31683">
                  <a:moveTo>
                    <a:pt x="40049" y="15842"/>
                  </a:moveTo>
                  <a:cubicBezTo>
                    <a:pt x="40049" y="24587"/>
                    <a:pt x="31050" y="31684"/>
                    <a:pt x="20024" y="31684"/>
                  </a:cubicBezTo>
                  <a:cubicBezTo>
                    <a:pt x="8998" y="31684"/>
                    <a:pt x="0" y="24587"/>
                    <a:pt x="0" y="15842"/>
                  </a:cubicBezTo>
                  <a:cubicBezTo>
                    <a:pt x="0" y="7097"/>
                    <a:pt x="8998" y="0"/>
                    <a:pt x="20024" y="0"/>
                  </a:cubicBezTo>
                  <a:cubicBezTo>
                    <a:pt x="31050" y="0"/>
                    <a:pt x="40049" y="7097"/>
                    <a:pt x="40049" y="1584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64" name="Freeform: Shape 4263">
              <a:extLst>
                <a:ext uri="{FF2B5EF4-FFF2-40B4-BE49-F238E27FC236}">
                  <a16:creationId xmlns:a16="http://schemas.microsoft.com/office/drawing/2014/main" id="{0E3DBAF1-F6FC-B604-2FE2-828650F71B1E}"/>
                </a:ext>
              </a:extLst>
            </p:cNvPr>
            <p:cNvSpPr/>
            <p:nvPr/>
          </p:nvSpPr>
          <p:spPr>
            <a:xfrm>
              <a:off x="2952188" y="6361161"/>
              <a:ext cx="39541" cy="31303"/>
            </a:xfrm>
            <a:custGeom>
              <a:avLst/>
              <a:gdLst>
                <a:gd name="connsiteX0" fmla="*/ 39542 w 39541"/>
                <a:gd name="connsiteY0" fmla="*/ 15716 h 31303"/>
                <a:gd name="connsiteX1" fmla="*/ 19771 w 39541"/>
                <a:gd name="connsiteY1" fmla="*/ 31304 h 31303"/>
                <a:gd name="connsiteX2" fmla="*/ 0 w 39541"/>
                <a:gd name="connsiteY2" fmla="*/ 15716 h 31303"/>
                <a:gd name="connsiteX3" fmla="*/ 19771 w 39541"/>
                <a:gd name="connsiteY3" fmla="*/ 0 h 31303"/>
                <a:gd name="connsiteX4" fmla="*/ 39542 w 39541"/>
                <a:gd name="connsiteY4" fmla="*/ 15716 h 31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541" h="31303">
                  <a:moveTo>
                    <a:pt x="39542" y="15716"/>
                  </a:moveTo>
                  <a:cubicBezTo>
                    <a:pt x="39542" y="24333"/>
                    <a:pt x="30670" y="31304"/>
                    <a:pt x="19771" y="31304"/>
                  </a:cubicBezTo>
                  <a:cubicBezTo>
                    <a:pt x="8871" y="31304"/>
                    <a:pt x="0" y="24333"/>
                    <a:pt x="0" y="15716"/>
                  </a:cubicBezTo>
                  <a:cubicBezTo>
                    <a:pt x="0" y="7098"/>
                    <a:pt x="8871" y="0"/>
                    <a:pt x="19771" y="0"/>
                  </a:cubicBezTo>
                  <a:cubicBezTo>
                    <a:pt x="30670" y="0"/>
                    <a:pt x="39542" y="6971"/>
                    <a:pt x="39542" y="1571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65" name="Freeform: Shape 4264">
              <a:extLst>
                <a:ext uri="{FF2B5EF4-FFF2-40B4-BE49-F238E27FC236}">
                  <a16:creationId xmlns:a16="http://schemas.microsoft.com/office/drawing/2014/main" id="{CC32DA91-20F3-8BAD-8088-142612C5020A}"/>
                </a:ext>
              </a:extLst>
            </p:cNvPr>
            <p:cNvSpPr/>
            <p:nvPr/>
          </p:nvSpPr>
          <p:spPr>
            <a:xfrm>
              <a:off x="2853841" y="6292090"/>
              <a:ext cx="40048" cy="31683"/>
            </a:xfrm>
            <a:custGeom>
              <a:avLst/>
              <a:gdLst>
                <a:gd name="connsiteX0" fmla="*/ 40049 w 40048"/>
                <a:gd name="connsiteY0" fmla="*/ 15842 h 31683"/>
                <a:gd name="connsiteX1" fmla="*/ 20024 w 40048"/>
                <a:gd name="connsiteY1" fmla="*/ 31684 h 31683"/>
                <a:gd name="connsiteX2" fmla="*/ 0 w 40048"/>
                <a:gd name="connsiteY2" fmla="*/ 15842 h 31683"/>
                <a:gd name="connsiteX3" fmla="*/ 20024 w 40048"/>
                <a:gd name="connsiteY3" fmla="*/ 0 h 31683"/>
                <a:gd name="connsiteX4" fmla="*/ 40049 w 40048"/>
                <a:gd name="connsiteY4" fmla="*/ 15842 h 31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048" h="31683">
                  <a:moveTo>
                    <a:pt x="40049" y="15842"/>
                  </a:moveTo>
                  <a:cubicBezTo>
                    <a:pt x="40049" y="24587"/>
                    <a:pt x="31050" y="31684"/>
                    <a:pt x="20024" y="31684"/>
                  </a:cubicBezTo>
                  <a:cubicBezTo>
                    <a:pt x="8998" y="31684"/>
                    <a:pt x="0" y="24587"/>
                    <a:pt x="0" y="15842"/>
                  </a:cubicBezTo>
                  <a:cubicBezTo>
                    <a:pt x="0" y="7097"/>
                    <a:pt x="8998" y="0"/>
                    <a:pt x="20024" y="0"/>
                  </a:cubicBezTo>
                  <a:cubicBezTo>
                    <a:pt x="31050" y="0"/>
                    <a:pt x="40049" y="7097"/>
                    <a:pt x="40049" y="1584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66" name="Freeform: Shape 4265">
              <a:extLst>
                <a:ext uri="{FF2B5EF4-FFF2-40B4-BE49-F238E27FC236}">
                  <a16:creationId xmlns:a16="http://schemas.microsoft.com/office/drawing/2014/main" id="{267679D2-232E-0FA1-5CBE-1899EB8643DB}"/>
                </a:ext>
              </a:extLst>
            </p:cNvPr>
            <p:cNvSpPr/>
            <p:nvPr/>
          </p:nvSpPr>
          <p:spPr>
            <a:xfrm>
              <a:off x="2758029" y="6220991"/>
              <a:ext cx="40048" cy="31810"/>
            </a:xfrm>
            <a:custGeom>
              <a:avLst/>
              <a:gdLst>
                <a:gd name="connsiteX0" fmla="*/ 40049 w 40048"/>
                <a:gd name="connsiteY0" fmla="*/ 15969 h 31810"/>
                <a:gd name="connsiteX1" fmla="*/ 20024 w 40048"/>
                <a:gd name="connsiteY1" fmla="*/ 31811 h 31810"/>
                <a:gd name="connsiteX2" fmla="*/ 0 w 40048"/>
                <a:gd name="connsiteY2" fmla="*/ 15969 h 31810"/>
                <a:gd name="connsiteX3" fmla="*/ 20024 w 40048"/>
                <a:gd name="connsiteY3" fmla="*/ 0 h 31810"/>
                <a:gd name="connsiteX4" fmla="*/ 40049 w 40048"/>
                <a:gd name="connsiteY4" fmla="*/ 15969 h 31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048" h="31810">
                  <a:moveTo>
                    <a:pt x="40049" y="15969"/>
                  </a:moveTo>
                  <a:cubicBezTo>
                    <a:pt x="40049" y="24714"/>
                    <a:pt x="31050" y="31811"/>
                    <a:pt x="20024" y="31811"/>
                  </a:cubicBezTo>
                  <a:cubicBezTo>
                    <a:pt x="8998" y="31811"/>
                    <a:pt x="0" y="24714"/>
                    <a:pt x="0" y="15969"/>
                  </a:cubicBezTo>
                  <a:cubicBezTo>
                    <a:pt x="0" y="7224"/>
                    <a:pt x="8998" y="0"/>
                    <a:pt x="20024" y="0"/>
                  </a:cubicBezTo>
                  <a:cubicBezTo>
                    <a:pt x="31050" y="0"/>
                    <a:pt x="40049" y="7097"/>
                    <a:pt x="40049" y="1596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67" name="Freeform: Shape 4266">
              <a:extLst>
                <a:ext uri="{FF2B5EF4-FFF2-40B4-BE49-F238E27FC236}">
                  <a16:creationId xmlns:a16="http://schemas.microsoft.com/office/drawing/2014/main" id="{472BD905-9C96-D14C-675B-59408EF525C7}"/>
                </a:ext>
              </a:extLst>
            </p:cNvPr>
            <p:cNvSpPr/>
            <p:nvPr/>
          </p:nvSpPr>
          <p:spPr>
            <a:xfrm>
              <a:off x="2664751" y="6147991"/>
              <a:ext cx="40048" cy="31683"/>
            </a:xfrm>
            <a:custGeom>
              <a:avLst/>
              <a:gdLst>
                <a:gd name="connsiteX0" fmla="*/ 40049 w 40048"/>
                <a:gd name="connsiteY0" fmla="*/ 15842 h 31683"/>
                <a:gd name="connsiteX1" fmla="*/ 20024 w 40048"/>
                <a:gd name="connsiteY1" fmla="*/ 31684 h 31683"/>
                <a:gd name="connsiteX2" fmla="*/ 0 w 40048"/>
                <a:gd name="connsiteY2" fmla="*/ 15842 h 31683"/>
                <a:gd name="connsiteX3" fmla="*/ 20024 w 40048"/>
                <a:gd name="connsiteY3" fmla="*/ 0 h 31683"/>
                <a:gd name="connsiteX4" fmla="*/ 40049 w 40048"/>
                <a:gd name="connsiteY4" fmla="*/ 15842 h 31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048" h="31683">
                  <a:moveTo>
                    <a:pt x="40049" y="15842"/>
                  </a:moveTo>
                  <a:cubicBezTo>
                    <a:pt x="40049" y="24587"/>
                    <a:pt x="31050" y="31684"/>
                    <a:pt x="20024" y="31684"/>
                  </a:cubicBezTo>
                  <a:cubicBezTo>
                    <a:pt x="8998" y="31684"/>
                    <a:pt x="0" y="24587"/>
                    <a:pt x="0" y="15842"/>
                  </a:cubicBezTo>
                  <a:cubicBezTo>
                    <a:pt x="0" y="7097"/>
                    <a:pt x="8998" y="0"/>
                    <a:pt x="20024" y="0"/>
                  </a:cubicBezTo>
                  <a:cubicBezTo>
                    <a:pt x="31050" y="0"/>
                    <a:pt x="40049" y="7097"/>
                    <a:pt x="40049" y="1584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68" name="Freeform: Shape 4267">
              <a:extLst>
                <a:ext uri="{FF2B5EF4-FFF2-40B4-BE49-F238E27FC236}">
                  <a16:creationId xmlns:a16="http://schemas.microsoft.com/office/drawing/2014/main" id="{5FD2BACA-DAEB-76D1-D3CA-24482D10F1EB}"/>
                </a:ext>
              </a:extLst>
            </p:cNvPr>
            <p:cNvSpPr/>
            <p:nvPr/>
          </p:nvSpPr>
          <p:spPr>
            <a:xfrm>
              <a:off x="2574008" y="6073090"/>
              <a:ext cx="39541" cy="31430"/>
            </a:xfrm>
            <a:custGeom>
              <a:avLst/>
              <a:gdLst>
                <a:gd name="connsiteX0" fmla="*/ 39542 w 39541"/>
                <a:gd name="connsiteY0" fmla="*/ 15715 h 31430"/>
                <a:gd name="connsiteX1" fmla="*/ 19771 w 39541"/>
                <a:gd name="connsiteY1" fmla="*/ 31430 h 31430"/>
                <a:gd name="connsiteX2" fmla="*/ 0 w 39541"/>
                <a:gd name="connsiteY2" fmla="*/ 15715 h 31430"/>
                <a:gd name="connsiteX3" fmla="*/ 19771 w 39541"/>
                <a:gd name="connsiteY3" fmla="*/ 0 h 31430"/>
                <a:gd name="connsiteX4" fmla="*/ 39542 w 39541"/>
                <a:gd name="connsiteY4" fmla="*/ 15715 h 31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541" h="31430">
                  <a:moveTo>
                    <a:pt x="39542" y="15715"/>
                  </a:moveTo>
                  <a:cubicBezTo>
                    <a:pt x="39542" y="24333"/>
                    <a:pt x="30797" y="31430"/>
                    <a:pt x="19771" y="31430"/>
                  </a:cubicBezTo>
                  <a:cubicBezTo>
                    <a:pt x="8745" y="31430"/>
                    <a:pt x="0" y="24460"/>
                    <a:pt x="0" y="15715"/>
                  </a:cubicBezTo>
                  <a:cubicBezTo>
                    <a:pt x="0" y="6970"/>
                    <a:pt x="8871" y="0"/>
                    <a:pt x="19771" y="0"/>
                  </a:cubicBezTo>
                  <a:cubicBezTo>
                    <a:pt x="30670" y="0"/>
                    <a:pt x="39542" y="6970"/>
                    <a:pt x="39542" y="1571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69" name="Freeform: Shape 4268">
              <a:extLst>
                <a:ext uri="{FF2B5EF4-FFF2-40B4-BE49-F238E27FC236}">
                  <a16:creationId xmlns:a16="http://schemas.microsoft.com/office/drawing/2014/main" id="{232BCB94-5404-0930-BCF9-A886D19D8B1E}"/>
                </a:ext>
              </a:extLst>
            </p:cNvPr>
            <p:cNvSpPr/>
            <p:nvPr/>
          </p:nvSpPr>
          <p:spPr>
            <a:xfrm>
              <a:off x="2485546" y="5996035"/>
              <a:ext cx="40048" cy="31683"/>
            </a:xfrm>
            <a:custGeom>
              <a:avLst/>
              <a:gdLst>
                <a:gd name="connsiteX0" fmla="*/ 40049 w 40048"/>
                <a:gd name="connsiteY0" fmla="*/ 15842 h 31683"/>
                <a:gd name="connsiteX1" fmla="*/ 20024 w 40048"/>
                <a:gd name="connsiteY1" fmla="*/ 31684 h 31683"/>
                <a:gd name="connsiteX2" fmla="*/ 0 w 40048"/>
                <a:gd name="connsiteY2" fmla="*/ 15842 h 31683"/>
                <a:gd name="connsiteX3" fmla="*/ 20024 w 40048"/>
                <a:gd name="connsiteY3" fmla="*/ 0 h 31683"/>
                <a:gd name="connsiteX4" fmla="*/ 40049 w 40048"/>
                <a:gd name="connsiteY4" fmla="*/ 15842 h 31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048" h="31683">
                  <a:moveTo>
                    <a:pt x="40049" y="15842"/>
                  </a:moveTo>
                  <a:cubicBezTo>
                    <a:pt x="40049" y="24587"/>
                    <a:pt x="31050" y="31684"/>
                    <a:pt x="20024" y="31684"/>
                  </a:cubicBezTo>
                  <a:cubicBezTo>
                    <a:pt x="8998" y="31684"/>
                    <a:pt x="0" y="24587"/>
                    <a:pt x="0" y="15842"/>
                  </a:cubicBezTo>
                  <a:cubicBezTo>
                    <a:pt x="0" y="7097"/>
                    <a:pt x="8998" y="0"/>
                    <a:pt x="20024" y="0"/>
                  </a:cubicBezTo>
                  <a:cubicBezTo>
                    <a:pt x="31050" y="0"/>
                    <a:pt x="40049" y="7097"/>
                    <a:pt x="40049" y="1584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70" name="Freeform: Shape 4269">
              <a:extLst>
                <a:ext uri="{FF2B5EF4-FFF2-40B4-BE49-F238E27FC236}">
                  <a16:creationId xmlns:a16="http://schemas.microsoft.com/office/drawing/2014/main" id="{C1F210A3-245A-D88A-C2A2-477773A3F21B}"/>
                </a:ext>
              </a:extLst>
            </p:cNvPr>
            <p:cNvSpPr/>
            <p:nvPr/>
          </p:nvSpPr>
          <p:spPr>
            <a:xfrm>
              <a:off x="2399999" y="5917332"/>
              <a:ext cx="40048" cy="31683"/>
            </a:xfrm>
            <a:custGeom>
              <a:avLst/>
              <a:gdLst>
                <a:gd name="connsiteX0" fmla="*/ 40049 w 40048"/>
                <a:gd name="connsiteY0" fmla="*/ 15842 h 31683"/>
                <a:gd name="connsiteX1" fmla="*/ 20024 w 40048"/>
                <a:gd name="connsiteY1" fmla="*/ 31684 h 31683"/>
                <a:gd name="connsiteX2" fmla="*/ 0 w 40048"/>
                <a:gd name="connsiteY2" fmla="*/ 15842 h 31683"/>
                <a:gd name="connsiteX3" fmla="*/ 20024 w 40048"/>
                <a:gd name="connsiteY3" fmla="*/ 0 h 31683"/>
                <a:gd name="connsiteX4" fmla="*/ 40049 w 40048"/>
                <a:gd name="connsiteY4" fmla="*/ 15842 h 31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048" h="31683">
                  <a:moveTo>
                    <a:pt x="40049" y="15842"/>
                  </a:moveTo>
                  <a:cubicBezTo>
                    <a:pt x="40049" y="24587"/>
                    <a:pt x="31050" y="31684"/>
                    <a:pt x="20024" y="31684"/>
                  </a:cubicBezTo>
                  <a:cubicBezTo>
                    <a:pt x="8998" y="31684"/>
                    <a:pt x="0" y="24587"/>
                    <a:pt x="0" y="15842"/>
                  </a:cubicBezTo>
                  <a:cubicBezTo>
                    <a:pt x="0" y="7097"/>
                    <a:pt x="8998" y="0"/>
                    <a:pt x="20024" y="0"/>
                  </a:cubicBezTo>
                  <a:cubicBezTo>
                    <a:pt x="31050" y="0"/>
                    <a:pt x="40049" y="7097"/>
                    <a:pt x="40049" y="1584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71" name="Freeform: Shape 4270">
              <a:extLst>
                <a:ext uri="{FF2B5EF4-FFF2-40B4-BE49-F238E27FC236}">
                  <a16:creationId xmlns:a16="http://schemas.microsoft.com/office/drawing/2014/main" id="{847B15D3-6DD9-0186-86BC-604B55A3B30C}"/>
                </a:ext>
              </a:extLst>
            </p:cNvPr>
            <p:cNvSpPr/>
            <p:nvPr/>
          </p:nvSpPr>
          <p:spPr>
            <a:xfrm>
              <a:off x="2317114" y="5836728"/>
              <a:ext cx="40048" cy="31683"/>
            </a:xfrm>
            <a:custGeom>
              <a:avLst/>
              <a:gdLst>
                <a:gd name="connsiteX0" fmla="*/ 40049 w 40048"/>
                <a:gd name="connsiteY0" fmla="*/ 15842 h 31683"/>
                <a:gd name="connsiteX1" fmla="*/ 20024 w 40048"/>
                <a:gd name="connsiteY1" fmla="*/ 31684 h 31683"/>
                <a:gd name="connsiteX2" fmla="*/ 0 w 40048"/>
                <a:gd name="connsiteY2" fmla="*/ 15842 h 31683"/>
                <a:gd name="connsiteX3" fmla="*/ 20024 w 40048"/>
                <a:gd name="connsiteY3" fmla="*/ 0 h 31683"/>
                <a:gd name="connsiteX4" fmla="*/ 40049 w 40048"/>
                <a:gd name="connsiteY4" fmla="*/ 15842 h 31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048" h="31683">
                  <a:moveTo>
                    <a:pt x="40049" y="15842"/>
                  </a:moveTo>
                  <a:cubicBezTo>
                    <a:pt x="40049" y="24587"/>
                    <a:pt x="31050" y="31684"/>
                    <a:pt x="20024" y="31684"/>
                  </a:cubicBezTo>
                  <a:cubicBezTo>
                    <a:pt x="8998" y="31684"/>
                    <a:pt x="0" y="24587"/>
                    <a:pt x="0" y="15842"/>
                  </a:cubicBezTo>
                  <a:cubicBezTo>
                    <a:pt x="0" y="7097"/>
                    <a:pt x="8998" y="0"/>
                    <a:pt x="20024" y="0"/>
                  </a:cubicBezTo>
                  <a:cubicBezTo>
                    <a:pt x="31050" y="0"/>
                    <a:pt x="40049" y="7097"/>
                    <a:pt x="40049" y="1584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72" name="Freeform: Shape 4271">
              <a:extLst>
                <a:ext uri="{FF2B5EF4-FFF2-40B4-BE49-F238E27FC236}">
                  <a16:creationId xmlns:a16="http://schemas.microsoft.com/office/drawing/2014/main" id="{34735432-9FA8-769A-29CA-355ABD756B98}"/>
                </a:ext>
              </a:extLst>
            </p:cNvPr>
            <p:cNvSpPr/>
            <p:nvPr/>
          </p:nvSpPr>
          <p:spPr>
            <a:xfrm>
              <a:off x="2237144" y="5754603"/>
              <a:ext cx="39541" cy="31430"/>
            </a:xfrm>
            <a:custGeom>
              <a:avLst/>
              <a:gdLst>
                <a:gd name="connsiteX0" fmla="*/ 39542 w 39541"/>
                <a:gd name="connsiteY0" fmla="*/ 15715 h 31430"/>
                <a:gd name="connsiteX1" fmla="*/ 19771 w 39541"/>
                <a:gd name="connsiteY1" fmla="*/ 31431 h 31430"/>
                <a:gd name="connsiteX2" fmla="*/ 0 w 39541"/>
                <a:gd name="connsiteY2" fmla="*/ 15715 h 31430"/>
                <a:gd name="connsiteX3" fmla="*/ 19771 w 39541"/>
                <a:gd name="connsiteY3" fmla="*/ 0 h 31430"/>
                <a:gd name="connsiteX4" fmla="*/ 39542 w 39541"/>
                <a:gd name="connsiteY4" fmla="*/ 15715 h 31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541" h="31430">
                  <a:moveTo>
                    <a:pt x="39542" y="15715"/>
                  </a:moveTo>
                  <a:cubicBezTo>
                    <a:pt x="39542" y="24333"/>
                    <a:pt x="30670" y="31431"/>
                    <a:pt x="19771" y="31431"/>
                  </a:cubicBezTo>
                  <a:cubicBezTo>
                    <a:pt x="8871" y="31431"/>
                    <a:pt x="0" y="24333"/>
                    <a:pt x="0" y="15715"/>
                  </a:cubicBezTo>
                  <a:cubicBezTo>
                    <a:pt x="0" y="7097"/>
                    <a:pt x="8871" y="0"/>
                    <a:pt x="19771" y="0"/>
                  </a:cubicBezTo>
                  <a:cubicBezTo>
                    <a:pt x="30670" y="0"/>
                    <a:pt x="39542" y="6970"/>
                    <a:pt x="39542" y="1571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73" name="Freeform: Shape 4272">
              <a:extLst>
                <a:ext uri="{FF2B5EF4-FFF2-40B4-BE49-F238E27FC236}">
                  <a16:creationId xmlns:a16="http://schemas.microsoft.com/office/drawing/2014/main" id="{4E64A129-1544-98B0-F483-9CCEEAF35150}"/>
                </a:ext>
              </a:extLst>
            </p:cNvPr>
            <p:cNvSpPr/>
            <p:nvPr/>
          </p:nvSpPr>
          <p:spPr>
            <a:xfrm>
              <a:off x="2159835" y="5670577"/>
              <a:ext cx="39414" cy="31430"/>
            </a:xfrm>
            <a:custGeom>
              <a:avLst/>
              <a:gdLst>
                <a:gd name="connsiteX0" fmla="*/ 39415 w 39414"/>
                <a:gd name="connsiteY0" fmla="*/ 15715 h 31430"/>
                <a:gd name="connsiteX1" fmla="*/ 19644 w 39414"/>
                <a:gd name="connsiteY1" fmla="*/ 31431 h 31430"/>
                <a:gd name="connsiteX2" fmla="*/ 0 w 39414"/>
                <a:gd name="connsiteY2" fmla="*/ 15715 h 31430"/>
                <a:gd name="connsiteX3" fmla="*/ 19644 w 39414"/>
                <a:gd name="connsiteY3" fmla="*/ 0 h 31430"/>
                <a:gd name="connsiteX4" fmla="*/ 39415 w 39414"/>
                <a:gd name="connsiteY4" fmla="*/ 15715 h 31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414" h="31430">
                  <a:moveTo>
                    <a:pt x="39415" y="15715"/>
                  </a:moveTo>
                  <a:cubicBezTo>
                    <a:pt x="39415" y="24333"/>
                    <a:pt x="30543" y="31431"/>
                    <a:pt x="19644" y="31431"/>
                  </a:cubicBezTo>
                  <a:cubicBezTo>
                    <a:pt x="8745" y="31431"/>
                    <a:pt x="0" y="24460"/>
                    <a:pt x="0" y="15715"/>
                  </a:cubicBezTo>
                  <a:cubicBezTo>
                    <a:pt x="0" y="6971"/>
                    <a:pt x="8745" y="0"/>
                    <a:pt x="19644" y="0"/>
                  </a:cubicBezTo>
                  <a:cubicBezTo>
                    <a:pt x="30543" y="0"/>
                    <a:pt x="39415" y="6971"/>
                    <a:pt x="39415" y="1571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74" name="Freeform: Shape 4273">
              <a:extLst>
                <a:ext uri="{FF2B5EF4-FFF2-40B4-BE49-F238E27FC236}">
                  <a16:creationId xmlns:a16="http://schemas.microsoft.com/office/drawing/2014/main" id="{46F87B70-C593-4C7A-C87D-C3BB802E557D}"/>
                </a:ext>
              </a:extLst>
            </p:cNvPr>
            <p:cNvSpPr/>
            <p:nvPr/>
          </p:nvSpPr>
          <p:spPr>
            <a:xfrm>
              <a:off x="2085694" y="5585410"/>
              <a:ext cx="38781" cy="30670"/>
            </a:xfrm>
            <a:custGeom>
              <a:avLst/>
              <a:gdLst>
                <a:gd name="connsiteX0" fmla="*/ 38781 w 38781"/>
                <a:gd name="connsiteY0" fmla="*/ 15335 h 30670"/>
                <a:gd name="connsiteX1" fmla="*/ 19391 w 38781"/>
                <a:gd name="connsiteY1" fmla="*/ 30670 h 30670"/>
                <a:gd name="connsiteX2" fmla="*/ 0 w 38781"/>
                <a:gd name="connsiteY2" fmla="*/ 15335 h 30670"/>
                <a:gd name="connsiteX3" fmla="*/ 19391 w 38781"/>
                <a:gd name="connsiteY3" fmla="*/ 0 h 30670"/>
                <a:gd name="connsiteX4" fmla="*/ 38781 w 38781"/>
                <a:gd name="connsiteY4" fmla="*/ 15335 h 30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781" h="30670">
                  <a:moveTo>
                    <a:pt x="38781" y="15335"/>
                  </a:moveTo>
                  <a:cubicBezTo>
                    <a:pt x="38781" y="23826"/>
                    <a:pt x="30036" y="30670"/>
                    <a:pt x="19391" y="30670"/>
                  </a:cubicBezTo>
                  <a:cubicBezTo>
                    <a:pt x="8745" y="30670"/>
                    <a:pt x="0" y="23826"/>
                    <a:pt x="0" y="15335"/>
                  </a:cubicBezTo>
                  <a:cubicBezTo>
                    <a:pt x="0" y="6844"/>
                    <a:pt x="8618" y="0"/>
                    <a:pt x="19391" y="0"/>
                  </a:cubicBezTo>
                  <a:cubicBezTo>
                    <a:pt x="30163" y="0"/>
                    <a:pt x="38781" y="6844"/>
                    <a:pt x="38781" y="153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75" name="Freeform: Shape 4274">
              <a:extLst>
                <a:ext uri="{FF2B5EF4-FFF2-40B4-BE49-F238E27FC236}">
                  <a16:creationId xmlns:a16="http://schemas.microsoft.com/office/drawing/2014/main" id="{EA5E8C76-51DE-CFA4-ADC0-0F356CC59790}"/>
                </a:ext>
              </a:extLst>
            </p:cNvPr>
            <p:cNvSpPr/>
            <p:nvPr/>
          </p:nvSpPr>
          <p:spPr>
            <a:xfrm>
              <a:off x="2013708" y="5497962"/>
              <a:ext cx="39541" cy="31430"/>
            </a:xfrm>
            <a:custGeom>
              <a:avLst/>
              <a:gdLst>
                <a:gd name="connsiteX0" fmla="*/ 39542 w 39541"/>
                <a:gd name="connsiteY0" fmla="*/ 15715 h 31430"/>
                <a:gd name="connsiteX1" fmla="*/ 19771 w 39541"/>
                <a:gd name="connsiteY1" fmla="*/ 31431 h 31430"/>
                <a:gd name="connsiteX2" fmla="*/ 0 w 39541"/>
                <a:gd name="connsiteY2" fmla="*/ 15715 h 31430"/>
                <a:gd name="connsiteX3" fmla="*/ 19771 w 39541"/>
                <a:gd name="connsiteY3" fmla="*/ 0 h 31430"/>
                <a:gd name="connsiteX4" fmla="*/ 39542 w 39541"/>
                <a:gd name="connsiteY4" fmla="*/ 15715 h 31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541" h="31430">
                  <a:moveTo>
                    <a:pt x="39542" y="15715"/>
                  </a:moveTo>
                  <a:cubicBezTo>
                    <a:pt x="39542" y="24333"/>
                    <a:pt x="30670" y="31431"/>
                    <a:pt x="19771" y="31431"/>
                  </a:cubicBezTo>
                  <a:cubicBezTo>
                    <a:pt x="8871" y="31431"/>
                    <a:pt x="0" y="24460"/>
                    <a:pt x="0" y="15715"/>
                  </a:cubicBezTo>
                  <a:cubicBezTo>
                    <a:pt x="0" y="6970"/>
                    <a:pt x="8871" y="0"/>
                    <a:pt x="19771" y="0"/>
                  </a:cubicBezTo>
                  <a:cubicBezTo>
                    <a:pt x="30670" y="0"/>
                    <a:pt x="39542" y="6970"/>
                    <a:pt x="39542" y="1571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76" name="Freeform: Shape 4275">
              <a:extLst>
                <a:ext uri="{FF2B5EF4-FFF2-40B4-BE49-F238E27FC236}">
                  <a16:creationId xmlns:a16="http://schemas.microsoft.com/office/drawing/2014/main" id="{537B49C4-154F-6CEB-CA54-F3A6F9D324AA}"/>
                </a:ext>
              </a:extLst>
            </p:cNvPr>
            <p:cNvSpPr/>
            <p:nvPr/>
          </p:nvSpPr>
          <p:spPr>
            <a:xfrm>
              <a:off x="1945144" y="5409247"/>
              <a:ext cx="39541" cy="31430"/>
            </a:xfrm>
            <a:custGeom>
              <a:avLst/>
              <a:gdLst>
                <a:gd name="connsiteX0" fmla="*/ 39542 w 39541"/>
                <a:gd name="connsiteY0" fmla="*/ 15715 h 31430"/>
                <a:gd name="connsiteX1" fmla="*/ 19771 w 39541"/>
                <a:gd name="connsiteY1" fmla="*/ 31431 h 31430"/>
                <a:gd name="connsiteX2" fmla="*/ 0 w 39541"/>
                <a:gd name="connsiteY2" fmla="*/ 15715 h 31430"/>
                <a:gd name="connsiteX3" fmla="*/ 19771 w 39541"/>
                <a:gd name="connsiteY3" fmla="*/ 0 h 31430"/>
                <a:gd name="connsiteX4" fmla="*/ 39542 w 39541"/>
                <a:gd name="connsiteY4" fmla="*/ 15715 h 31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541" h="31430">
                  <a:moveTo>
                    <a:pt x="39542" y="15715"/>
                  </a:moveTo>
                  <a:cubicBezTo>
                    <a:pt x="39542" y="24333"/>
                    <a:pt x="30670" y="31431"/>
                    <a:pt x="19771" y="31431"/>
                  </a:cubicBezTo>
                  <a:cubicBezTo>
                    <a:pt x="8871" y="31431"/>
                    <a:pt x="0" y="24460"/>
                    <a:pt x="0" y="15715"/>
                  </a:cubicBezTo>
                  <a:cubicBezTo>
                    <a:pt x="0" y="6970"/>
                    <a:pt x="8871" y="0"/>
                    <a:pt x="19771" y="0"/>
                  </a:cubicBezTo>
                  <a:cubicBezTo>
                    <a:pt x="30670" y="0"/>
                    <a:pt x="39542" y="6970"/>
                    <a:pt x="39542" y="1571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77" name="Freeform: Shape 4276">
              <a:extLst>
                <a:ext uri="{FF2B5EF4-FFF2-40B4-BE49-F238E27FC236}">
                  <a16:creationId xmlns:a16="http://schemas.microsoft.com/office/drawing/2014/main" id="{83DBB29B-DFEF-3A96-04CF-FC1C65927C6E}"/>
                </a:ext>
              </a:extLst>
            </p:cNvPr>
            <p:cNvSpPr/>
            <p:nvPr/>
          </p:nvSpPr>
          <p:spPr>
            <a:xfrm>
              <a:off x="1880002" y="5319645"/>
              <a:ext cx="38781" cy="30670"/>
            </a:xfrm>
            <a:custGeom>
              <a:avLst/>
              <a:gdLst>
                <a:gd name="connsiteX0" fmla="*/ 38781 w 38781"/>
                <a:gd name="connsiteY0" fmla="*/ 15335 h 30670"/>
                <a:gd name="connsiteX1" fmla="*/ 19391 w 38781"/>
                <a:gd name="connsiteY1" fmla="*/ 30670 h 30670"/>
                <a:gd name="connsiteX2" fmla="*/ 0 w 38781"/>
                <a:gd name="connsiteY2" fmla="*/ 15335 h 30670"/>
                <a:gd name="connsiteX3" fmla="*/ 19391 w 38781"/>
                <a:gd name="connsiteY3" fmla="*/ 0 h 30670"/>
                <a:gd name="connsiteX4" fmla="*/ 38781 w 38781"/>
                <a:gd name="connsiteY4" fmla="*/ 15335 h 30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781" h="30670">
                  <a:moveTo>
                    <a:pt x="38781" y="15335"/>
                  </a:moveTo>
                  <a:cubicBezTo>
                    <a:pt x="38781" y="23826"/>
                    <a:pt x="30037" y="30670"/>
                    <a:pt x="19391" y="30670"/>
                  </a:cubicBezTo>
                  <a:cubicBezTo>
                    <a:pt x="8745" y="30670"/>
                    <a:pt x="0" y="23826"/>
                    <a:pt x="0" y="15335"/>
                  </a:cubicBezTo>
                  <a:cubicBezTo>
                    <a:pt x="0" y="6844"/>
                    <a:pt x="8745" y="0"/>
                    <a:pt x="19391" y="0"/>
                  </a:cubicBezTo>
                  <a:cubicBezTo>
                    <a:pt x="30037" y="0"/>
                    <a:pt x="38781" y="6844"/>
                    <a:pt x="38781" y="153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78" name="Freeform: Shape 4277">
              <a:extLst>
                <a:ext uri="{FF2B5EF4-FFF2-40B4-BE49-F238E27FC236}">
                  <a16:creationId xmlns:a16="http://schemas.microsoft.com/office/drawing/2014/main" id="{BDDC2F5B-CBA9-ACFD-35C5-447CFC1DE509}"/>
                </a:ext>
              </a:extLst>
            </p:cNvPr>
            <p:cNvSpPr/>
            <p:nvPr/>
          </p:nvSpPr>
          <p:spPr>
            <a:xfrm>
              <a:off x="1817521" y="5228268"/>
              <a:ext cx="38781" cy="30670"/>
            </a:xfrm>
            <a:custGeom>
              <a:avLst/>
              <a:gdLst>
                <a:gd name="connsiteX0" fmla="*/ 38781 w 38781"/>
                <a:gd name="connsiteY0" fmla="*/ 15335 h 30670"/>
                <a:gd name="connsiteX1" fmla="*/ 19391 w 38781"/>
                <a:gd name="connsiteY1" fmla="*/ 30670 h 30670"/>
                <a:gd name="connsiteX2" fmla="*/ 0 w 38781"/>
                <a:gd name="connsiteY2" fmla="*/ 15335 h 30670"/>
                <a:gd name="connsiteX3" fmla="*/ 19391 w 38781"/>
                <a:gd name="connsiteY3" fmla="*/ 0 h 30670"/>
                <a:gd name="connsiteX4" fmla="*/ 38781 w 38781"/>
                <a:gd name="connsiteY4" fmla="*/ 15335 h 30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781" h="30670">
                  <a:moveTo>
                    <a:pt x="38781" y="15335"/>
                  </a:moveTo>
                  <a:cubicBezTo>
                    <a:pt x="38781" y="23826"/>
                    <a:pt x="30036" y="30670"/>
                    <a:pt x="19391" y="30670"/>
                  </a:cubicBezTo>
                  <a:cubicBezTo>
                    <a:pt x="8745" y="30670"/>
                    <a:pt x="0" y="23826"/>
                    <a:pt x="0" y="15335"/>
                  </a:cubicBezTo>
                  <a:cubicBezTo>
                    <a:pt x="0" y="6844"/>
                    <a:pt x="8745" y="0"/>
                    <a:pt x="19391" y="0"/>
                  </a:cubicBezTo>
                  <a:cubicBezTo>
                    <a:pt x="30036" y="0"/>
                    <a:pt x="38781" y="6844"/>
                    <a:pt x="38781" y="153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79" name="Freeform: Shape 4278">
              <a:extLst>
                <a:ext uri="{FF2B5EF4-FFF2-40B4-BE49-F238E27FC236}">
                  <a16:creationId xmlns:a16="http://schemas.microsoft.com/office/drawing/2014/main" id="{40C19966-24EA-A90D-813E-EA21A8C289D8}"/>
                </a:ext>
              </a:extLst>
            </p:cNvPr>
            <p:cNvSpPr/>
            <p:nvPr/>
          </p:nvSpPr>
          <p:spPr>
            <a:xfrm>
              <a:off x="1758462" y="5135751"/>
              <a:ext cx="38020" cy="30162"/>
            </a:xfrm>
            <a:custGeom>
              <a:avLst/>
              <a:gdLst>
                <a:gd name="connsiteX0" fmla="*/ 38021 w 38020"/>
                <a:gd name="connsiteY0" fmla="*/ 15081 h 30162"/>
                <a:gd name="connsiteX1" fmla="*/ 19010 w 38020"/>
                <a:gd name="connsiteY1" fmla="*/ 30163 h 30162"/>
                <a:gd name="connsiteX2" fmla="*/ 0 w 38020"/>
                <a:gd name="connsiteY2" fmla="*/ 15081 h 30162"/>
                <a:gd name="connsiteX3" fmla="*/ 19010 w 38020"/>
                <a:gd name="connsiteY3" fmla="*/ 0 h 30162"/>
                <a:gd name="connsiteX4" fmla="*/ 38021 w 38020"/>
                <a:gd name="connsiteY4" fmla="*/ 15081 h 30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0" h="30162">
                  <a:moveTo>
                    <a:pt x="38021" y="15081"/>
                  </a:moveTo>
                  <a:cubicBezTo>
                    <a:pt x="38021" y="23446"/>
                    <a:pt x="29530" y="30163"/>
                    <a:pt x="19010" y="30163"/>
                  </a:cubicBezTo>
                  <a:cubicBezTo>
                    <a:pt x="8491" y="30163"/>
                    <a:pt x="0" y="23446"/>
                    <a:pt x="0" y="15081"/>
                  </a:cubicBezTo>
                  <a:cubicBezTo>
                    <a:pt x="0" y="6717"/>
                    <a:pt x="8491" y="0"/>
                    <a:pt x="19010" y="0"/>
                  </a:cubicBezTo>
                  <a:cubicBezTo>
                    <a:pt x="29530" y="0"/>
                    <a:pt x="38021" y="6717"/>
                    <a:pt x="38021" y="1508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80" name="Freeform: Shape 4279">
              <a:extLst>
                <a:ext uri="{FF2B5EF4-FFF2-40B4-BE49-F238E27FC236}">
                  <a16:creationId xmlns:a16="http://schemas.microsoft.com/office/drawing/2014/main" id="{C83ACA01-1558-560D-21F4-E133B7F445E5}"/>
                </a:ext>
              </a:extLst>
            </p:cNvPr>
            <p:cNvSpPr/>
            <p:nvPr/>
          </p:nvSpPr>
          <p:spPr>
            <a:xfrm>
              <a:off x="1702825" y="5042093"/>
              <a:ext cx="37133" cy="29402"/>
            </a:xfrm>
            <a:custGeom>
              <a:avLst/>
              <a:gdLst>
                <a:gd name="connsiteX0" fmla="*/ 37134 w 37133"/>
                <a:gd name="connsiteY0" fmla="*/ 14701 h 29402"/>
                <a:gd name="connsiteX1" fmla="*/ 18504 w 37133"/>
                <a:gd name="connsiteY1" fmla="*/ 29403 h 29402"/>
                <a:gd name="connsiteX2" fmla="*/ 0 w 37133"/>
                <a:gd name="connsiteY2" fmla="*/ 14701 h 29402"/>
                <a:gd name="connsiteX3" fmla="*/ 18504 w 37133"/>
                <a:gd name="connsiteY3" fmla="*/ 0 h 29402"/>
                <a:gd name="connsiteX4" fmla="*/ 37134 w 37133"/>
                <a:gd name="connsiteY4" fmla="*/ 14701 h 29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33" h="29402">
                  <a:moveTo>
                    <a:pt x="37134" y="14701"/>
                  </a:moveTo>
                  <a:cubicBezTo>
                    <a:pt x="37134" y="22812"/>
                    <a:pt x="28769" y="29403"/>
                    <a:pt x="18504" y="29403"/>
                  </a:cubicBezTo>
                  <a:cubicBezTo>
                    <a:pt x="8238" y="29403"/>
                    <a:pt x="0" y="22812"/>
                    <a:pt x="0" y="14701"/>
                  </a:cubicBezTo>
                  <a:cubicBezTo>
                    <a:pt x="0" y="6590"/>
                    <a:pt x="8365" y="0"/>
                    <a:pt x="18504" y="0"/>
                  </a:cubicBezTo>
                  <a:cubicBezTo>
                    <a:pt x="28642" y="0"/>
                    <a:pt x="37134" y="6590"/>
                    <a:pt x="37134" y="1470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81" name="Freeform: Shape 4280">
              <a:extLst>
                <a:ext uri="{FF2B5EF4-FFF2-40B4-BE49-F238E27FC236}">
                  <a16:creationId xmlns:a16="http://schemas.microsoft.com/office/drawing/2014/main" id="{CF57358B-8619-74C1-D0ED-FFBFBCA3CED2}"/>
                </a:ext>
              </a:extLst>
            </p:cNvPr>
            <p:cNvSpPr/>
            <p:nvPr/>
          </p:nvSpPr>
          <p:spPr>
            <a:xfrm>
              <a:off x="1649723" y="4947041"/>
              <a:ext cx="37133" cy="29402"/>
            </a:xfrm>
            <a:custGeom>
              <a:avLst/>
              <a:gdLst>
                <a:gd name="connsiteX0" fmla="*/ 37134 w 37133"/>
                <a:gd name="connsiteY0" fmla="*/ 14701 h 29402"/>
                <a:gd name="connsiteX1" fmla="*/ 18504 w 37133"/>
                <a:gd name="connsiteY1" fmla="*/ 29403 h 29402"/>
                <a:gd name="connsiteX2" fmla="*/ 0 w 37133"/>
                <a:gd name="connsiteY2" fmla="*/ 14701 h 29402"/>
                <a:gd name="connsiteX3" fmla="*/ 18504 w 37133"/>
                <a:gd name="connsiteY3" fmla="*/ 0 h 29402"/>
                <a:gd name="connsiteX4" fmla="*/ 37134 w 37133"/>
                <a:gd name="connsiteY4" fmla="*/ 14701 h 29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33" h="29402">
                  <a:moveTo>
                    <a:pt x="37134" y="14701"/>
                  </a:moveTo>
                  <a:cubicBezTo>
                    <a:pt x="37134" y="22812"/>
                    <a:pt x="28769" y="29403"/>
                    <a:pt x="18504" y="29403"/>
                  </a:cubicBezTo>
                  <a:cubicBezTo>
                    <a:pt x="8238" y="29403"/>
                    <a:pt x="0" y="22812"/>
                    <a:pt x="0" y="14701"/>
                  </a:cubicBezTo>
                  <a:cubicBezTo>
                    <a:pt x="0" y="6590"/>
                    <a:pt x="8365" y="0"/>
                    <a:pt x="18504" y="0"/>
                  </a:cubicBezTo>
                  <a:cubicBezTo>
                    <a:pt x="28642" y="0"/>
                    <a:pt x="37134" y="6590"/>
                    <a:pt x="37134" y="1470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82" name="Freeform: Shape 4281">
              <a:extLst>
                <a:ext uri="{FF2B5EF4-FFF2-40B4-BE49-F238E27FC236}">
                  <a16:creationId xmlns:a16="http://schemas.microsoft.com/office/drawing/2014/main" id="{1A6E07F4-2559-9BEB-DCDD-EF5177CCBD94}"/>
                </a:ext>
              </a:extLst>
            </p:cNvPr>
            <p:cNvSpPr/>
            <p:nvPr/>
          </p:nvSpPr>
          <p:spPr>
            <a:xfrm>
              <a:off x="1600296" y="4851102"/>
              <a:ext cx="36499" cy="28895"/>
            </a:xfrm>
            <a:custGeom>
              <a:avLst/>
              <a:gdLst>
                <a:gd name="connsiteX0" fmla="*/ 36500 w 36499"/>
                <a:gd name="connsiteY0" fmla="*/ 14448 h 28895"/>
                <a:gd name="connsiteX1" fmla="*/ 18250 w 36499"/>
                <a:gd name="connsiteY1" fmla="*/ 28896 h 28895"/>
                <a:gd name="connsiteX2" fmla="*/ 0 w 36499"/>
                <a:gd name="connsiteY2" fmla="*/ 14448 h 28895"/>
                <a:gd name="connsiteX3" fmla="*/ 18250 w 36499"/>
                <a:gd name="connsiteY3" fmla="*/ 0 h 28895"/>
                <a:gd name="connsiteX4" fmla="*/ 36500 w 36499"/>
                <a:gd name="connsiteY4" fmla="*/ 14448 h 28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99" h="28895">
                  <a:moveTo>
                    <a:pt x="36500" y="14448"/>
                  </a:moveTo>
                  <a:cubicBezTo>
                    <a:pt x="36500" y="22433"/>
                    <a:pt x="28389" y="28896"/>
                    <a:pt x="18250" y="28896"/>
                  </a:cubicBezTo>
                  <a:cubicBezTo>
                    <a:pt x="8111" y="28896"/>
                    <a:pt x="0" y="22433"/>
                    <a:pt x="0" y="14448"/>
                  </a:cubicBezTo>
                  <a:cubicBezTo>
                    <a:pt x="0" y="6464"/>
                    <a:pt x="8111" y="0"/>
                    <a:pt x="18250" y="0"/>
                  </a:cubicBezTo>
                  <a:cubicBezTo>
                    <a:pt x="28389" y="0"/>
                    <a:pt x="36500" y="6464"/>
                    <a:pt x="36500" y="1444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83" name="Freeform: Shape 4282">
              <a:extLst>
                <a:ext uri="{FF2B5EF4-FFF2-40B4-BE49-F238E27FC236}">
                  <a16:creationId xmlns:a16="http://schemas.microsoft.com/office/drawing/2014/main" id="{7099B2A1-D4F5-249E-3596-E7AC1A3CF8E3}"/>
                </a:ext>
              </a:extLst>
            </p:cNvPr>
            <p:cNvSpPr/>
            <p:nvPr/>
          </p:nvSpPr>
          <p:spPr>
            <a:xfrm>
              <a:off x="1553783" y="4753896"/>
              <a:ext cx="36500" cy="28895"/>
            </a:xfrm>
            <a:custGeom>
              <a:avLst/>
              <a:gdLst>
                <a:gd name="connsiteX0" fmla="*/ 36500 w 36500"/>
                <a:gd name="connsiteY0" fmla="*/ 14448 h 28895"/>
                <a:gd name="connsiteX1" fmla="*/ 18250 w 36500"/>
                <a:gd name="connsiteY1" fmla="*/ 28896 h 28895"/>
                <a:gd name="connsiteX2" fmla="*/ 0 w 36500"/>
                <a:gd name="connsiteY2" fmla="*/ 14448 h 28895"/>
                <a:gd name="connsiteX3" fmla="*/ 18250 w 36500"/>
                <a:gd name="connsiteY3" fmla="*/ 0 h 28895"/>
                <a:gd name="connsiteX4" fmla="*/ 36500 w 36500"/>
                <a:gd name="connsiteY4" fmla="*/ 14448 h 28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500" h="28895">
                  <a:moveTo>
                    <a:pt x="36500" y="14448"/>
                  </a:moveTo>
                  <a:cubicBezTo>
                    <a:pt x="36500" y="22432"/>
                    <a:pt x="28262" y="28896"/>
                    <a:pt x="18250" y="28896"/>
                  </a:cubicBezTo>
                  <a:cubicBezTo>
                    <a:pt x="8238" y="28896"/>
                    <a:pt x="0" y="22432"/>
                    <a:pt x="0" y="14448"/>
                  </a:cubicBezTo>
                  <a:cubicBezTo>
                    <a:pt x="0" y="6463"/>
                    <a:pt x="8238" y="0"/>
                    <a:pt x="18250" y="0"/>
                  </a:cubicBezTo>
                  <a:cubicBezTo>
                    <a:pt x="28262" y="0"/>
                    <a:pt x="36500" y="6463"/>
                    <a:pt x="36500" y="1444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84" name="Freeform: Shape 4283">
              <a:extLst>
                <a:ext uri="{FF2B5EF4-FFF2-40B4-BE49-F238E27FC236}">
                  <a16:creationId xmlns:a16="http://schemas.microsoft.com/office/drawing/2014/main" id="{71E0683C-D1CD-6B85-73F6-851C30EBA8E5}"/>
                </a:ext>
              </a:extLst>
            </p:cNvPr>
            <p:cNvSpPr/>
            <p:nvPr/>
          </p:nvSpPr>
          <p:spPr>
            <a:xfrm>
              <a:off x="1510947" y="4655929"/>
              <a:ext cx="35739" cy="28388"/>
            </a:xfrm>
            <a:custGeom>
              <a:avLst/>
              <a:gdLst>
                <a:gd name="connsiteX0" fmla="*/ 35740 w 35739"/>
                <a:gd name="connsiteY0" fmla="*/ 14194 h 28388"/>
                <a:gd name="connsiteX1" fmla="*/ 17870 w 35739"/>
                <a:gd name="connsiteY1" fmla="*/ 28389 h 28388"/>
                <a:gd name="connsiteX2" fmla="*/ 0 w 35739"/>
                <a:gd name="connsiteY2" fmla="*/ 14194 h 28388"/>
                <a:gd name="connsiteX3" fmla="*/ 17870 w 35739"/>
                <a:gd name="connsiteY3" fmla="*/ 0 h 28388"/>
                <a:gd name="connsiteX4" fmla="*/ 35740 w 35739"/>
                <a:gd name="connsiteY4" fmla="*/ 14194 h 28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739" h="28388">
                  <a:moveTo>
                    <a:pt x="35740" y="14194"/>
                  </a:moveTo>
                  <a:cubicBezTo>
                    <a:pt x="35740" y="22052"/>
                    <a:pt x="27755" y="28389"/>
                    <a:pt x="17870" y="28389"/>
                  </a:cubicBezTo>
                  <a:cubicBezTo>
                    <a:pt x="7984" y="28389"/>
                    <a:pt x="0" y="22052"/>
                    <a:pt x="0" y="14194"/>
                  </a:cubicBezTo>
                  <a:cubicBezTo>
                    <a:pt x="0" y="6337"/>
                    <a:pt x="7984" y="0"/>
                    <a:pt x="17870" y="0"/>
                  </a:cubicBezTo>
                  <a:cubicBezTo>
                    <a:pt x="27755" y="0"/>
                    <a:pt x="35740" y="6337"/>
                    <a:pt x="35740" y="141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85" name="Freeform: Shape 4284">
              <a:extLst>
                <a:ext uri="{FF2B5EF4-FFF2-40B4-BE49-F238E27FC236}">
                  <a16:creationId xmlns:a16="http://schemas.microsoft.com/office/drawing/2014/main" id="{9609ECF1-83C3-3671-E0DA-17FE1CF3729E}"/>
                </a:ext>
              </a:extLst>
            </p:cNvPr>
            <p:cNvSpPr/>
            <p:nvPr/>
          </p:nvSpPr>
          <p:spPr>
            <a:xfrm>
              <a:off x="1471532" y="4557201"/>
              <a:ext cx="34979" cy="27628"/>
            </a:xfrm>
            <a:custGeom>
              <a:avLst/>
              <a:gdLst>
                <a:gd name="connsiteX0" fmla="*/ 34979 w 34979"/>
                <a:gd name="connsiteY0" fmla="*/ 13814 h 27628"/>
                <a:gd name="connsiteX1" fmla="*/ 17490 w 34979"/>
                <a:gd name="connsiteY1" fmla="*/ 27629 h 27628"/>
                <a:gd name="connsiteX2" fmla="*/ 0 w 34979"/>
                <a:gd name="connsiteY2" fmla="*/ 13814 h 27628"/>
                <a:gd name="connsiteX3" fmla="*/ 17490 w 34979"/>
                <a:gd name="connsiteY3" fmla="*/ 0 h 27628"/>
                <a:gd name="connsiteX4" fmla="*/ 34979 w 34979"/>
                <a:gd name="connsiteY4" fmla="*/ 13814 h 27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979" h="27628">
                  <a:moveTo>
                    <a:pt x="34979" y="13814"/>
                  </a:moveTo>
                  <a:cubicBezTo>
                    <a:pt x="34979" y="21545"/>
                    <a:pt x="27121" y="27629"/>
                    <a:pt x="17490" y="27629"/>
                  </a:cubicBezTo>
                  <a:cubicBezTo>
                    <a:pt x="7858" y="27629"/>
                    <a:pt x="0" y="21418"/>
                    <a:pt x="0" y="13814"/>
                  </a:cubicBezTo>
                  <a:cubicBezTo>
                    <a:pt x="0" y="6210"/>
                    <a:pt x="7858" y="0"/>
                    <a:pt x="17490" y="0"/>
                  </a:cubicBezTo>
                  <a:cubicBezTo>
                    <a:pt x="27121" y="0"/>
                    <a:pt x="34979" y="6210"/>
                    <a:pt x="34979" y="1381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86" name="Freeform: Shape 4285">
              <a:extLst>
                <a:ext uri="{FF2B5EF4-FFF2-40B4-BE49-F238E27FC236}">
                  <a16:creationId xmlns:a16="http://schemas.microsoft.com/office/drawing/2014/main" id="{E9B4FF75-207C-3387-F02F-BD31DDDC54EC}"/>
                </a:ext>
              </a:extLst>
            </p:cNvPr>
            <p:cNvSpPr/>
            <p:nvPr/>
          </p:nvSpPr>
          <p:spPr>
            <a:xfrm>
              <a:off x="1435032" y="4457334"/>
              <a:ext cx="34979" cy="27628"/>
            </a:xfrm>
            <a:custGeom>
              <a:avLst/>
              <a:gdLst>
                <a:gd name="connsiteX0" fmla="*/ 34979 w 34979"/>
                <a:gd name="connsiteY0" fmla="*/ 13814 h 27628"/>
                <a:gd name="connsiteX1" fmla="*/ 17490 w 34979"/>
                <a:gd name="connsiteY1" fmla="*/ 27628 h 27628"/>
                <a:gd name="connsiteX2" fmla="*/ 0 w 34979"/>
                <a:gd name="connsiteY2" fmla="*/ 13814 h 27628"/>
                <a:gd name="connsiteX3" fmla="*/ 17490 w 34979"/>
                <a:gd name="connsiteY3" fmla="*/ 0 h 27628"/>
                <a:gd name="connsiteX4" fmla="*/ 34979 w 34979"/>
                <a:gd name="connsiteY4" fmla="*/ 13814 h 27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979" h="27628">
                  <a:moveTo>
                    <a:pt x="34979" y="13814"/>
                  </a:moveTo>
                  <a:cubicBezTo>
                    <a:pt x="34979" y="21545"/>
                    <a:pt x="27121" y="27628"/>
                    <a:pt x="17490" y="27628"/>
                  </a:cubicBezTo>
                  <a:cubicBezTo>
                    <a:pt x="7858" y="27628"/>
                    <a:pt x="0" y="21418"/>
                    <a:pt x="0" y="13814"/>
                  </a:cubicBezTo>
                  <a:cubicBezTo>
                    <a:pt x="0" y="6210"/>
                    <a:pt x="7858" y="0"/>
                    <a:pt x="17490" y="0"/>
                  </a:cubicBezTo>
                  <a:cubicBezTo>
                    <a:pt x="27121" y="0"/>
                    <a:pt x="34979" y="6210"/>
                    <a:pt x="34979" y="1381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87" name="Freeform: Shape 4286">
              <a:extLst>
                <a:ext uri="{FF2B5EF4-FFF2-40B4-BE49-F238E27FC236}">
                  <a16:creationId xmlns:a16="http://schemas.microsoft.com/office/drawing/2014/main" id="{D08C8BA4-75BA-3DFB-4553-EAC10EE7742F}"/>
                </a:ext>
              </a:extLst>
            </p:cNvPr>
            <p:cNvSpPr/>
            <p:nvPr/>
          </p:nvSpPr>
          <p:spPr>
            <a:xfrm>
              <a:off x="1402334" y="4356959"/>
              <a:ext cx="34218" cy="27121"/>
            </a:xfrm>
            <a:custGeom>
              <a:avLst/>
              <a:gdLst>
                <a:gd name="connsiteX0" fmla="*/ 34219 w 34218"/>
                <a:gd name="connsiteY0" fmla="*/ 13561 h 27121"/>
                <a:gd name="connsiteX1" fmla="*/ 17109 w 34218"/>
                <a:gd name="connsiteY1" fmla="*/ 27121 h 27121"/>
                <a:gd name="connsiteX2" fmla="*/ 0 w 34218"/>
                <a:gd name="connsiteY2" fmla="*/ 13561 h 27121"/>
                <a:gd name="connsiteX3" fmla="*/ 17109 w 34218"/>
                <a:gd name="connsiteY3" fmla="*/ 0 h 27121"/>
                <a:gd name="connsiteX4" fmla="*/ 34219 w 34218"/>
                <a:gd name="connsiteY4" fmla="*/ 13561 h 27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218" h="27121">
                  <a:moveTo>
                    <a:pt x="34219" y="13561"/>
                  </a:moveTo>
                  <a:cubicBezTo>
                    <a:pt x="34219" y="21038"/>
                    <a:pt x="26615" y="27121"/>
                    <a:pt x="17109" y="27121"/>
                  </a:cubicBezTo>
                  <a:cubicBezTo>
                    <a:pt x="7604" y="27121"/>
                    <a:pt x="0" y="21038"/>
                    <a:pt x="0" y="13561"/>
                  </a:cubicBezTo>
                  <a:cubicBezTo>
                    <a:pt x="0" y="6083"/>
                    <a:pt x="7604" y="0"/>
                    <a:pt x="17109" y="0"/>
                  </a:cubicBezTo>
                  <a:cubicBezTo>
                    <a:pt x="26615" y="0"/>
                    <a:pt x="34219" y="6083"/>
                    <a:pt x="34219" y="1356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88" name="Freeform: Shape 4287">
              <a:extLst>
                <a:ext uri="{FF2B5EF4-FFF2-40B4-BE49-F238E27FC236}">
                  <a16:creationId xmlns:a16="http://schemas.microsoft.com/office/drawing/2014/main" id="{3CD7DA3F-93FA-A9B2-5A56-BB3E493E1823}"/>
                </a:ext>
              </a:extLst>
            </p:cNvPr>
            <p:cNvSpPr/>
            <p:nvPr/>
          </p:nvSpPr>
          <p:spPr>
            <a:xfrm>
              <a:off x="1372931" y="4255950"/>
              <a:ext cx="33585" cy="26614"/>
            </a:xfrm>
            <a:custGeom>
              <a:avLst/>
              <a:gdLst>
                <a:gd name="connsiteX0" fmla="*/ 33585 w 33585"/>
                <a:gd name="connsiteY0" fmla="*/ 13307 h 26614"/>
                <a:gd name="connsiteX1" fmla="*/ 16856 w 33585"/>
                <a:gd name="connsiteY1" fmla="*/ 26615 h 26614"/>
                <a:gd name="connsiteX2" fmla="*/ 0 w 33585"/>
                <a:gd name="connsiteY2" fmla="*/ 13307 h 26614"/>
                <a:gd name="connsiteX3" fmla="*/ 16856 w 33585"/>
                <a:gd name="connsiteY3" fmla="*/ 0 h 26614"/>
                <a:gd name="connsiteX4" fmla="*/ 33585 w 33585"/>
                <a:gd name="connsiteY4" fmla="*/ 13307 h 26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85" h="26614">
                  <a:moveTo>
                    <a:pt x="33585" y="13307"/>
                  </a:moveTo>
                  <a:cubicBezTo>
                    <a:pt x="33585" y="20658"/>
                    <a:pt x="26108" y="26615"/>
                    <a:pt x="16856" y="26615"/>
                  </a:cubicBezTo>
                  <a:cubicBezTo>
                    <a:pt x="7604" y="26615"/>
                    <a:pt x="0" y="20658"/>
                    <a:pt x="0" y="13307"/>
                  </a:cubicBezTo>
                  <a:cubicBezTo>
                    <a:pt x="0" y="5957"/>
                    <a:pt x="7477" y="0"/>
                    <a:pt x="16856" y="0"/>
                  </a:cubicBezTo>
                  <a:cubicBezTo>
                    <a:pt x="26234" y="0"/>
                    <a:pt x="33585" y="5957"/>
                    <a:pt x="33585" y="1330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89" name="Freeform: Shape 4288">
              <a:extLst>
                <a:ext uri="{FF2B5EF4-FFF2-40B4-BE49-F238E27FC236}">
                  <a16:creationId xmlns:a16="http://schemas.microsoft.com/office/drawing/2014/main" id="{056D135D-3DBC-C699-DD27-60DAC5EE0B2B}"/>
                </a:ext>
              </a:extLst>
            </p:cNvPr>
            <p:cNvSpPr/>
            <p:nvPr/>
          </p:nvSpPr>
          <p:spPr>
            <a:xfrm>
              <a:off x="1347331" y="4154308"/>
              <a:ext cx="32697" cy="26107"/>
            </a:xfrm>
            <a:custGeom>
              <a:avLst/>
              <a:gdLst>
                <a:gd name="connsiteX0" fmla="*/ 32698 w 32697"/>
                <a:gd name="connsiteY0" fmla="*/ 13054 h 26107"/>
                <a:gd name="connsiteX1" fmla="*/ 16349 w 32697"/>
                <a:gd name="connsiteY1" fmla="*/ 26108 h 26107"/>
                <a:gd name="connsiteX2" fmla="*/ 0 w 32697"/>
                <a:gd name="connsiteY2" fmla="*/ 13054 h 26107"/>
                <a:gd name="connsiteX3" fmla="*/ 16349 w 32697"/>
                <a:gd name="connsiteY3" fmla="*/ 0 h 26107"/>
                <a:gd name="connsiteX4" fmla="*/ 32698 w 32697"/>
                <a:gd name="connsiteY4" fmla="*/ 13054 h 2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97" h="26107">
                  <a:moveTo>
                    <a:pt x="32698" y="13054"/>
                  </a:moveTo>
                  <a:cubicBezTo>
                    <a:pt x="32698" y="20277"/>
                    <a:pt x="25347" y="26108"/>
                    <a:pt x="16349" y="26108"/>
                  </a:cubicBezTo>
                  <a:cubicBezTo>
                    <a:pt x="7351" y="26108"/>
                    <a:pt x="0" y="20277"/>
                    <a:pt x="0" y="13054"/>
                  </a:cubicBezTo>
                  <a:cubicBezTo>
                    <a:pt x="0" y="5830"/>
                    <a:pt x="7351" y="0"/>
                    <a:pt x="16349" y="0"/>
                  </a:cubicBezTo>
                  <a:cubicBezTo>
                    <a:pt x="25347" y="0"/>
                    <a:pt x="32698" y="5830"/>
                    <a:pt x="32698" y="1305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90" name="Freeform: Shape 4289">
              <a:extLst>
                <a:ext uri="{FF2B5EF4-FFF2-40B4-BE49-F238E27FC236}">
                  <a16:creationId xmlns:a16="http://schemas.microsoft.com/office/drawing/2014/main" id="{7B1A55DA-614D-C15A-D3FF-6BF20627E85B}"/>
                </a:ext>
              </a:extLst>
            </p:cNvPr>
            <p:cNvSpPr/>
            <p:nvPr/>
          </p:nvSpPr>
          <p:spPr>
            <a:xfrm>
              <a:off x="1324898" y="4052285"/>
              <a:ext cx="31937" cy="25347"/>
            </a:xfrm>
            <a:custGeom>
              <a:avLst/>
              <a:gdLst>
                <a:gd name="connsiteX0" fmla="*/ 31937 w 31937"/>
                <a:gd name="connsiteY0" fmla="*/ 12674 h 25347"/>
                <a:gd name="connsiteX1" fmla="*/ 15969 w 31937"/>
                <a:gd name="connsiteY1" fmla="*/ 25347 h 25347"/>
                <a:gd name="connsiteX2" fmla="*/ 0 w 31937"/>
                <a:gd name="connsiteY2" fmla="*/ 12674 h 25347"/>
                <a:gd name="connsiteX3" fmla="*/ 15969 w 31937"/>
                <a:gd name="connsiteY3" fmla="*/ 0 h 25347"/>
                <a:gd name="connsiteX4" fmla="*/ 31937 w 31937"/>
                <a:gd name="connsiteY4" fmla="*/ 12674 h 25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937" h="25347">
                  <a:moveTo>
                    <a:pt x="31937" y="12674"/>
                  </a:moveTo>
                  <a:cubicBezTo>
                    <a:pt x="31937" y="19644"/>
                    <a:pt x="24713" y="25347"/>
                    <a:pt x="15969" y="25347"/>
                  </a:cubicBezTo>
                  <a:cubicBezTo>
                    <a:pt x="7224" y="25347"/>
                    <a:pt x="0" y="19644"/>
                    <a:pt x="0" y="12674"/>
                  </a:cubicBezTo>
                  <a:cubicBezTo>
                    <a:pt x="0" y="5703"/>
                    <a:pt x="7224" y="0"/>
                    <a:pt x="15969" y="0"/>
                  </a:cubicBezTo>
                  <a:cubicBezTo>
                    <a:pt x="24713" y="0"/>
                    <a:pt x="31937" y="5703"/>
                    <a:pt x="31937" y="1267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91" name="Freeform: Shape 4290">
              <a:extLst>
                <a:ext uri="{FF2B5EF4-FFF2-40B4-BE49-F238E27FC236}">
                  <a16:creationId xmlns:a16="http://schemas.microsoft.com/office/drawing/2014/main" id="{DAA8D5C7-504F-A8F4-5995-84290715BFB4}"/>
                </a:ext>
              </a:extLst>
            </p:cNvPr>
            <p:cNvSpPr/>
            <p:nvPr/>
          </p:nvSpPr>
          <p:spPr>
            <a:xfrm>
              <a:off x="1305634" y="3949376"/>
              <a:ext cx="31937" cy="25347"/>
            </a:xfrm>
            <a:custGeom>
              <a:avLst/>
              <a:gdLst>
                <a:gd name="connsiteX0" fmla="*/ 31938 w 31937"/>
                <a:gd name="connsiteY0" fmla="*/ 12674 h 25347"/>
                <a:gd name="connsiteX1" fmla="*/ 15969 w 31937"/>
                <a:gd name="connsiteY1" fmla="*/ 25347 h 25347"/>
                <a:gd name="connsiteX2" fmla="*/ 0 w 31937"/>
                <a:gd name="connsiteY2" fmla="*/ 12674 h 25347"/>
                <a:gd name="connsiteX3" fmla="*/ 15969 w 31937"/>
                <a:gd name="connsiteY3" fmla="*/ 0 h 25347"/>
                <a:gd name="connsiteX4" fmla="*/ 31938 w 31937"/>
                <a:gd name="connsiteY4" fmla="*/ 12674 h 25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937" h="25347">
                  <a:moveTo>
                    <a:pt x="31938" y="12674"/>
                  </a:moveTo>
                  <a:cubicBezTo>
                    <a:pt x="31938" y="19771"/>
                    <a:pt x="24840" y="25347"/>
                    <a:pt x="15969" y="25347"/>
                  </a:cubicBezTo>
                  <a:cubicBezTo>
                    <a:pt x="7097" y="25347"/>
                    <a:pt x="0" y="19644"/>
                    <a:pt x="0" y="12674"/>
                  </a:cubicBezTo>
                  <a:cubicBezTo>
                    <a:pt x="0" y="5703"/>
                    <a:pt x="7224" y="0"/>
                    <a:pt x="15969" y="0"/>
                  </a:cubicBezTo>
                  <a:cubicBezTo>
                    <a:pt x="24714" y="0"/>
                    <a:pt x="31938" y="5703"/>
                    <a:pt x="31938" y="1267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92" name="Freeform: Shape 4291">
              <a:extLst>
                <a:ext uri="{FF2B5EF4-FFF2-40B4-BE49-F238E27FC236}">
                  <a16:creationId xmlns:a16="http://schemas.microsoft.com/office/drawing/2014/main" id="{5835003E-5B14-77A7-3E53-9B5189932538}"/>
                </a:ext>
              </a:extLst>
            </p:cNvPr>
            <p:cNvSpPr/>
            <p:nvPr/>
          </p:nvSpPr>
          <p:spPr>
            <a:xfrm>
              <a:off x="1290046" y="3846466"/>
              <a:ext cx="31430" cy="24840"/>
            </a:xfrm>
            <a:custGeom>
              <a:avLst/>
              <a:gdLst>
                <a:gd name="connsiteX0" fmla="*/ 31430 w 31430"/>
                <a:gd name="connsiteY0" fmla="*/ 12420 h 24840"/>
                <a:gd name="connsiteX1" fmla="*/ 15715 w 31430"/>
                <a:gd name="connsiteY1" fmla="*/ 24840 h 24840"/>
                <a:gd name="connsiteX2" fmla="*/ 0 w 31430"/>
                <a:gd name="connsiteY2" fmla="*/ 12420 h 24840"/>
                <a:gd name="connsiteX3" fmla="*/ 15715 w 31430"/>
                <a:gd name="connsiteY3" fmla="*/ 0 h 24840"/>
                <a:gd name="connsiteX4" fmla="*/ 31430 w 31430"/>
                <a:gd name="connsiteY4" fmla="*/ 12420 h 2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30" h="24840">
                  <a:moveTo>
                    <a:pt x="31430" y="12420"/>
                  </a:moveTo>
                  <a:cubicBezTo>
                    <a:pt x="31430" y="19264"/>
                    <a:pt x="24333" y="24840"/>
                    <a:pt x="15715" y="24840"/>
                  </a:cubicBezTo>
                  <a:cubicBezTo>
                    <a:pt x="7097" y="24840"/>
                    <a:pt x="0" y="19264"/>
                    <a:pt x="0" y="12420"/>
                  </a:cubicBezTo>
                  <a:cubicBezTo>
                    <a:pt x="0" y="5576"/>
                    <a:pt x="7097" y="0"/>
                    <a:pt x="15715" y="0"/>
                  </a:cubicBezTo>
                  <a:cubicBezTo>
                    <a:pt x="24333" y="0"/>
                    <a:pt x="31430" y="5576"/>
                    <a:pt x="31430" y="1242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93" name="Freeform: Shape 4292">
              <a:extLst>
                <a:ext uri="{FF2B5EF4-FFF2-40B4-BE49-F238E27FC236}">
                  <a16:creationId xmlns:a16="http://schemas.microsoft.com/office/drawing/2014/main" id="{EB73F344-526A-89C8-3008-A05881CA15BE}"/>
                </a:ext>
              </a:extLst>
            </p:cNvPr>
            <p:cNvSpPr/>
            <p:nvPr/>
          </p:nvSpPr>
          <p:spPr>
            <a:xfrm>
              <a:off x="1278133" y="3743177"/>
              <a:ext cx="30670" cy="24333"/>
            </a:xfrm>
            <a:custGeom>
              <a:avLst/>
              <a:gdLst>
                <a:gd name="connsiteX0" fmla="*/ 30670 w 30670"/>
                <a:gd name="connsiteY0" fmla="*/ 12167 h 24333"/>
                <a:gd name="connsiteX1" fmla="*/ 15335 w 30670"/>
                <a:gd name="connsiteY1" fmla="*/ 24333 h 24333"/>
                <a:gd name="connsiteX2" fmla="*/ 0 w 30670"/>
                <a:gd name="connsiteY2" fmla="*/ 12167 h 24333"/>
                <a:gd name="connsiteX3" fmla="*/ 15335 w 30670"/>
                <a:gd name="connsiteY3" fmla="*/ 0 h 24333"/>
                <a:gd name="connsiteX4" fmla="*/ 30670 w 30670"/>
                <a:gd name="connsiteY4" fmla="*/ 12167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70" h="24333">
                  <a:moveTo>
                    <a:pt x="30670" y="12167"/>
                  </a:moveTo>
                  <a:cubicBezTo>
                    <a:pt x="30670" y="18884"/>
                    <a:pt x="23826" y="24333"/>
                    <a:pt x="15335" y="24333"/>
                  </a:cubicBezTo>
                  <a:cubicBezTo>
                    <a:pt x="6844" y="24333"/>
                    <a:pt x="0" y="18884"/>
                    <a:pt x="0" y="12167"/>
                  </a:cubicBezTo>
                  <a:cubicBezTo>
                    <a:pt x="0" y="5450"/>
                    <a:pt x="6844" y="0"/>
                    <a:pt x="15335" y="0"/>
                  </a:cubicBezTo>
                  <a:cubicBezTo>
                    <a:pt x="23826" y="0"/>
                    <a:pt x="30670" y="5450"/>
                    <a:pt x="30670" y="121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94" name="Freeform: Shape 4293">
              <a:extLst>
                <a:ext uri="{FF2B5EF4-FFF2-40B4-BE49-F238E27FC236}">
                  <a16:creationId xmlns:a16="http://schemas.microsoft.com/office/drawing/2014/main" id="{26D8210E-C030-621C-3A2B-F02049DD465E}"/>
                </a:ext>
              </a:extLst>
            </p:cNvPr>
            <p:cNvSpPr/>
            <p:nvPr/>
          </p:nvSpPr>
          <p:spPr>
            <a:xfrm>
              <a:off x="1269641" y="3639760"/>
              <a:ext cx="29909" cy="23572"/>
            </a:xfrm>
            <a:custGeom>
              <a:avLst/>
              <a:gdLst>
                <a:gd name="connsiteX0" fmla="*/ 29910 w 29909"/>
                <a:gd name="connsiteY0" fmla="*/ 11786 h 23572"/>
                <a:gd name="connsiteX1" fmla="*/ 14955 w 29909"/>
                <a:gd name="connsiteY1" fmla="*/ 23573 h 23572"/>
                <a:gd name="connsiteX2" fmla="*/ 0 w 29909"/>
                <a:gd name="connsiteY2" fmla="*/ 11786 h 23572"/>
                <a:gd name="connsiteX3" fmla="*/ 14955 w 29909"/>
                <a:gd name="connsiteY3" fmla="*/ 0 h 23572"/>
                <a:gd name="connsiteX4" fmla="*/ 29910 w 29909"/>
                <a:gd name="connsiteY4" fmla="*/ 11786 h 2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909" h="23572">
                  <a:moveTo>
                    <a:pt x="29910" y="11786"/>
                  </a:moveTo>
                  <a:cubicBezTo>
                    <a:pt x="29910" y="18376"/>
                    <a:pt x="23193" y="23573"/>
                    <a:pt x="14955" y="23573"/>
                  </a:cubicBezTo>
                  <a:cubicBezTo>
                    <a:pt x="6717" y="23573"/>
                    <a:pt x="0" y="18250"/>
                    <a:pt x="0" y="11786"/>
                  </a:cubicBezTo>
                  <a:cubicBezTo>
                    <a:pt x="0" y="5323"/>
                    <a:pt x="6717" y="0"/>
                    <a:pt x="14955" y="0"/>
                  </a:cubicBezTo>
                  <a:cubicBezTo>
                    <a:pt x="23193" y="0"/>
                    <a:pt x="29910" y="5323"/>
                    <a:pt x="29910" y="1178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95" name="Freeform: Shape 4294">
              <a:extLst>
                <a:ext uri="{FF2B5EF4-FFF2-40B4-BE49-F238E27FC236}">
                  <a16:creationId xmlns:a16="http://schemas.microsoft.com/office/drawing/2014/main" id="{5BA653AC-740B-849B-D6D6-D26AABDB82D0}"/>
                </a:ext>
              </a:extLst>
            </p:cNvPr>
            <p:cNvSpPr/>
            <p:nvPr/>
          </p:nvSpPr>
          <p:spPr>
            <a:xfrm>
              <a:off x="1264699" y="3535963"/>
              <a:ext cx="29275" cy="23192"/>
            </a:xfrm>
            <a:custGeom>
              <a:avLst/>
              <a:gdLst>
                <a:gd name="connsiteX0" fmla="*/ 29276 w 29275"/>
                <a:gd name="connsiteY0" fmla="*/ 11659 h 23192"/>
                <a:gd name="connsiteX1" fmla="*/ 14701 w 29275"/>
                <a:gd name="connsiteY1" fmla="*/ 23193 h 23192"/>
                <a:gd name="connsiteX2" fmla="*/ 0 w 29275"/>
                <a:gd name="connsiteY2" fmla="*/ 11659 h 23192"/>
                <a:gd name="connsiteX3" fmla="*/ 14701 w 29275"/>
                <a:gd name="connsiteY3" fmla="*/ 0 h 23192"/>
                <a:gd name="connsiteX4" fmla="*/ 29276 w 29275"/>
                <a:gd name="connsiteY4" fmla="*/ 11659 h 23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275" h="23192">
                  <a:moveTo>
                    <a:pt x="29276" y="11659"/>
                  </a:moveTo>
                  <a:cubicBezTo>
                    <a:pt x="29276" y="18123"/>
                    <a:pt x="22686" y="23193"/>
                    <a:pt x="14701" y="23193"/>
                  </a:cubicBezTo>
                  <a:cubicBezTo>
                    <a:pt x="6717" y="23193"/>
                    <a:pt x="0" y="17996"/>
                    <a:pt x="0" y="11659"/>
                  </a:cubicBezTo>
                  <a:cubicBezTo>
                    <a:pt x="0" y="5323"/>
                    <a:pt x="6590" y="0"/>
                    <a:pt x="14701" y="0"/>
                  </a:cubicBezTo>
                  <a:cubicBezTo>
                    <a:pt x="22812" y="0"/>
                    <a:pt x="29276" y="5196"/>
                    <a:pt x="29276" y="1165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96" name="Freeform: Shape 4295">
              <a:extLst>
                <a:ext uri="{FF2B5EF4-FFF2-40B4-BE49-F238E27FC236}">
                  <a16:creationId xmlns:a16="http://schemas.microsoft.com/office/drawing/2014/main" id="{3999FB0F-1D05-B86B-64FA-8F9D70F8B386}"/>
                </a:ext>
              </a:extLst>
            </p:cNvPr>
            <p:cNvSpPr/>
            <p:nvPr/>
          </p:nvSpPr>
          <p:spPr>
            <a:xfrm>
              <a:off x="1263305" y="3432293"/>
              <a:ext cx="28515" cy="22558"/>
            </a:xfrm>
            <a:custGeom>
              <a:avLst/>
              <a:gdLst>
                <a:gd name="connsiteX0" fmla="*/ 28516 w 28515"/>
                <a:gd name="connsiteY0" fmla="*/ 11279 h 22558"/>
                <a:gd name="connsiteX1" fmla="*/ 14194 w 28515"/>
                <a:gd name="connsiteY1" fmla="*/ 22559 h 22558"/>
                <a:gd name="connsiteX2" fmla="*/ 0 w 28515"/>
                <a:gd name="connsiteY2" fmla="*/ 11279 h 22558"/>
                <a:gd name="connsiteX3" fmla="*/ 14194 w 28515"/>
                <a:gd name="connsiteY3" fmla="*/ 0 h 22558"/>
                <a:gd name="connsiteX4" fmla="*/ 28516 w 28515"/>
                <a:gd name="connsiteY4" fmla="*/ 11279 h 22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15" h="22558">
                  <a:moveTo>
                    <a:pt x="28516" y="11279"/>
                  </a:moveTo>
                  <a:cubicBezTo>
                    <a:pt x="28516" y="17490"/>
                    <a:pt x="22179" y="22559"/>
                    <a:pt x="14194" y="22559"/>
                  </a:cubicBezTo>
                  <a:cubicBezTo>
                    <a:pt x="6210" y="22559"/>
                    <a:pt x="0" y="17490"/>
                    <a:pt x="0" y="11279"/>
                  </a:cubicBezTo>
                  <a:cubicBezTo>
                    <a:pt x="0" y="5069"/>
                    <a:pt x="6337" y="0"/>
                    <a:pt x="14194" y="0"/>
                  </a:cubicBezTo>
                  <a:cubicBezTo>
                    <a:pt x="22052" y="0"/>
                    <a:pt x="28516" y="5069"/>
                    <a:pt x="28516" y="1127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97" name="Freeform: Shape 4296">
              <a:extLst>
                <a:ext uri="{FF2B5EF4-FFF2-40B4-BE49-F238E27FC236}">
                  <a16:creationId xmlns:a16="http://schemas.microsoft.com/office/drawing/2014/main" id="{DF560CEF-D4D9-F642-4A96-63D2B5A39145}"/>
                </a:ext>
              </a:extLst>
            </p:cNvPr>
            <p:cNvSpPr/>
            <p:nvPr/>
          </p:nvSpPr>
          <p:spPr>
            <a:xfrm>
              <a:off x="1265586" y="3328623"/>
              <a:ext cx="27628" cy="21925"/>
            </a:xfrm>
            <a:custGeom>
              <a:avLst/>
              <a:gdLst>
                <a:gd name="connsiteX0" fmla="*/ 27628 w 27628"/>
                <a:gd name="connsiteY0" fmla="*/ 11026 h 21925"/>
                <a:gd name="connsiteX1" fmla="*/ 13814 w 27628"/>
                <a:gd name="connsiteY1" fmla="*/ 21925 h 21925"/>
                <a:gd name="connsiteX2" fmla="*/ 0 w 27628"/>
                <a:gd name="connsiteY2" fmla="*/ 11026 h 21925"/>
                <a:gd name="connsiteX3" fmla="*/ 13814 w 27628"/>
                <a:gd name="connsiteY3" fmla="*/ 0 h 21925"/>
                <a:gd name="connsiteX4" fmla="*/ 27628 w 27628"/>
                <a:gd name="connsiteY4" fmla="*/ 11026 h 2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28" h="21925">
                  <a:moveTo>
                    <a:pt x="27628" y="11026"/>
                  </a:moveTo>
                  <a:cubicBezTo>
                    <a:pt x="27628" y="17109"/>
                    <a:pt x="21418" y="21925"/>
                    <a:pt x="13814" y="21925"/>
                  </a:cubicBezTo>
                  <a:cubicBezTo>
                    <a:pt x="6210" y="21925"/>
                    <a:pt x="0" y="16983"/>
                    <a:pt x="0" y="11026"/>
                  </a:cubicBezTo>
                  <a:cubicBezTo>
                    <a:pt x="0" y="5070"/>
                    <a:pt x="6210" y="0"/>
                    <a:pt x="13814" y="0"/>
                  </a:cubicBezTo>
                  <a:cubicBezTo>
                    <a:pt x="21418" y="0"/>
                    <a:pt x="27628" y="4943"/>
                    <a:pt x="27628" y="1102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98" name="Freeform: Shape 4297">
              <a:extLst>
                <a:ext uri="{FF2B5EF4-FFF2-40B4-BE49-F238E27FC236}">
                  <a16:creationId xmlns:a16="http://schemas.microsoft.com/office/drawing/2014/main" id="{C85ADDEA-5EDE-8459-8645-A8B38BAD420E}"/>
                </a:ext>
              </a:extLst>
            </p:cNvPr>
            <p:cNvSpPr/>
            <p:nvPr/>
          </p:nvSpPr>
          <p:spPr>
            <a:xfrm>
              <a:off x="1271289" y="3225080"/>
              <a:ext cx="26868" cy="21291"/>
            </a:xfrm>
            <a:custGeom>
              <a:avLst/>
              <a:gdLst>
                <a:gd name="connsiteX0" fmla="*/ 26868 w 26868"/>
                <a:gd name="connsiteY0" fmla="*/ 10646 h 21291"/>
                <a:gd name="connsiteX1" fmla="*/ 13434 w 26868"/>
                <a:gd name="connsiteY1" fmla="*/ 21292 h 21291"/>
                <a:gd name="connsiteX2" fmla="*/ 0 w 26868"/>
                <a:gd name="connsiteY2" fmla="*/ 10646 h 21291"/>
                <a:gd name="connsiteX3" fmla="*/ 13434 w 26868"/>
                <a:gd name="connsiteY3" fmla="*/ 0 h 21291"/>
                <a:gd name="connsiteX4" fmla="*/ 26868 w 26868"/>
                <a:gd name="connsiteY4" fmla="*/ 10646 h 2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68" h="21291">
                  <a:moveTo>
                    <a:pt x="26868" y="10646"/>
                  </a:moveTo>
                  <a:cubicBezTo>
                    <a:pt x="26868" y="16476"/>
                    <a:pt x="20785" y="21292"/>
                    <a:pt x="13434" y="21292"/>
                  </a:cubicBezTo>
                  <a:cubicBezTo>
                    <a:pt x="6083" y="21292"/>
                    <a:pt x="0" y="16476"/>
                    <a:pt x="0" y="10646"/>
                  </a:cubicBezTo>
                  <a:cubicBezTo>
                    <a:pt x="0" y="4816"/>
                    <a:pt x="6083" y="0"/>
                    <a:pt x="13434" y="0"/>
                  </a:cubicBezTo>
                  <a:cubicBezTo>
                    <a:pt x="20785" y="0"/>
                    <a:pt x="26868" y="4816"/>
                    <a:pt x="26868" y="1064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99" name="Freeform: Shape 4298">
              <a:extLst>
                <a:ext uri="{FF2B5EF4-FFF2-40B4-BE49-F238E27FC236}">
                  <a16:creationId xmlns:a16="http://schemas.microsoft.com/office/drawing/2014/main" id="{BE6B91AA-8494-2A53-4ECE-2C77158760A8}"/>
                </a:ext>
              </a:extLst>
            </p:cNvPr>
            <p:cNvSpPr/>
            <p:nvPr/>
          </p:nvSpPr>
          <p:spPr>
            <a:xfrm>
              <a:off x="1280161" y="3121537"/>
              <a:ext cx="26361" cy="20784"/>
            </a:xfrm>
            <a:custGeom>
              <a:avLst/>
              <a:gdLst>
                <a:gd name="connsiteX0" fmla="*/ 26361 w 26361"/>
                <a:gd name="connsiteY0" fmla="*/ 10392 h 20784"/>
                <a:gd name="connsiteX1" fmla="*/ 13181 w 26361"/>
                <a:gd name="connsiteY1" fmla="*/ 20785 h 20784"/>
                <a:gd name="connsiteX2" fmla="*/ 0 w 26361"/>
                <a:gd name="connsiteY2" fmla="*/ 10392 h 20784"/>
                <a:gd name="connsiteX3" fmla="*/ 13181 w 26361"/>
                <a:gd name="connsiteY3" fmla="*/ 0 h 20784"/>
                <a:gd name="connsiteX4" fmla="*/ 26361 w 26361"/>
                <a:gd name="connsiteY4" fmla="*/ 10392 h 20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61" h="20784">
                  <a:moveTo>
                    <a:pt x="26361" y="10392"/>
                  </a:moveTo>
                  <a:cubicBezTo>
                    <a:pt x="26361" y="16222"/>
                    <a:pt x="20404" y="20785"/>
                    <a:pt x="13181" y="20785"/>
                  </a:cubicBezTo>
                  <a:cubicBezTo>
                    <a:pt x="5957" y="20785"/>
                    <a:pt x="0" y="16095"/>
                    <a:pt x="0" y="10392"/>
                  </a:cubicBezTo>
                  <a:cubicBezTo>
                    <a:pt x="0" y="4689"/>
                    <a:pt x="5830" y="0"/>
                    <a:pt x="13181" y="0"/>
                  </a:cubicBezTo>
                  <a:cubicBezTo>
                    <a:pt x="20531" y="0"/>
                    <a:pt x="26361" y="4689"/>
                    <a:pt x="26361" y="1039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00" name="Freeform: Shape 4299">
              <a:extLst>
                <a:ext uri="{FF2B5EF4-FFF2-40B4-BE49-F238E27FC236}">
                  <a16:creationId xmlns:a16="http://schemas.microsoft.com/office/drawing/2014/main" id="{C087ADA4-A8C9-7312-8BF8-71D84AB234F4}"/>
                </a:ext>
              </a:extLst>
            </p:cNvPr>
            <p:cNvSpPr/>
            <p:nvPr/>
          </p:nvSpPr>
          <p:spPr>
            <a:xfrm>
              <a:off x="1293341" y="3018627"/>
              <a:ext cx="24713" cy="19644"/>
            </a:xfrm>
            <a:custGeom>
              <a:avLst/>
              <a:gdLst>
                <a:gd name="connsiteX0" fmla="*/ 24713 w 24713"/>
                <a:gd name="connsiteY0" fmla="*/ 9759 h 19644"/>
                <a:gd name="connsiteX1" fmla="*/ 12420 w 24713"/>
                <a:gd name="connsiteY1" fmla="*/ 19644 h 19644"/>
                <a:gd name="connsiteX2" fmla="*/ 0 w 24713"/>
                <a:gd name="connsiteY2" fmla="*/ 9759 h 19644"/>
                <a:gd name="connsiteX3" fmla="*/ 12420 w 24713"/>
                <a:gd name="connsiteY3" fmla="*/ 0 h 19644"/>
                <a:gd name="connsiteX4" fmla="*/ 24713 w 24713"/>
                <a:gd name="connsiteY4" fmla="*/ 9759 h 19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713" h="19644">
                  <a:moveTo>
                    <a:pt x="24713" y="9759"/>
                  </a:moveTo>
                  <a:cubicBezTo>
                    <a:pt x="24713" y="15208"/>
                    <a:pt x="19137" y="19644"/>
                    <a:pt x="12420" y="19644"/>
                  </a:cubicBezTo>
                  <a:cubicBezTo>
                    <a:pt x="5703" y="19644"/>
                    <a:pt x="0" y="15208"/>
                    <a:pt x="0" y="9759"/>
                  </a:cubicBezTo>
                  <a:cubicBezTo>
                    <a:pt x="0" y="4309"/>
                    <a:pt x="5576" y="0"/>
                    <a:pt x="12420" y="0"/>
                  </a:cubicBezTo>
                  <a:cubicBezTo>
                    <a:pt x="19264" y="0"/>
                    <a:pt x="24713" y="4436"/>
                    <a:pt x="24713" y="975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01" name="Freeform: Shape 4300">
              <a:extLst>
                <a:ext uri="{FF2B5EF4-FFF2-40B4-BE49-F238E27FC236}">
                  <a16:creationId xmlns:a16="http://schemas.microsoft.com/office/drawing/2014/main" id="{B16AF6FE-3CD7-E0A9-254A-2762954E0684}"/>
                </a:ext>
              </a:extLst>
            </p:cNvPr>
            <p:cNvSpPr/>
            <p:nvPr/>
          </p:nvSpPr>
          <p:spPr>
            <a:xfrm>
              <a:off x="1309437" y="2915717"/>
              <a:ext cx="24079" cy="19010"/>
            </a:xfrm>
            <a:custGeom>
              <a:avLst/>
              <a:gdLst>
                <a:gd name="connsiteX0" fmla="*/ 24080 w 24079"/>
                <a:gd name="connsiteY0" fmla="*/ 9505 h 19010"/>
                <a:gd name="connsiteX1" fmla="*/ 12040 w 24079"/>
                <a:gd name="connsiteY1" fmla="*/ 19010 h 19010"/>
                <a:gd name="connsiteX2" fmla="*/ 0 w 24079"/>
                <a:gd name="connsiteY2" fmla="*/ 9505 h 19010"/>
                <a:gd name="connsiteX3" fmla="*/ 12040 w 24079"/>
                <a:gd name="connsiteY3" fmla="*/ 0 h 19010"/>
                <a:gd name="connsiteX4" fmla="*/ 24080 w 24079"/>
                <a:gd name="connsiteY4" fmla="*/ 9505 h 19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79" h="19010">
                  <a:moveTo>
                    <a:pt x="24080" y="9505"/>
                  </a:moveTo>
                  <a:cubicBezTo>
                    <a:pt x="24080" y="14701"/>
                    <a:pt x="18757" y="19010"/>
                    <a:pt x="12040" y="19010"/>
                  </a:cubicBezTo>
                  <a:cubicBezTo>
                    <a:pt x="5323" y="19010"/>
                    <a:pt x="0" y="14701"/>
                    <a:pt x="0" y="9505"/>
                  </a:cubicBezTo>
                  <a:cubicBezTo>
                    <a:pt x="0" y="4309"/>
                    <a:pt x="5323" y="0"/>
                    <a:pt x="12040" y="0"/>
                  </a:cubicBezTo>
                  <a:cubicBezTo>
                    <a:pt x="18757" y="0"/>
                    <a:pt x="24080" y="4309"/>
                    <a:pt x="24080" y="950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02" name="Freeform: Shape 4301">
              <a:extLst>
                <a:ext uri="{FF2B5EF4-FFF2-40B4-BE49-F238E27FC236}">
                  <a16:creationId xmlns:a16="http://schemas.microsoft.com/office/drawing/2014/main" id="{BC7DBF82-AA43-419C-621F-39402C9B38B1}"/>
                </a:ext>
              </a:extLst>
            </p:cNvPr>
            <p:cNvSpPr/>
            <p:nvPr/>
          </p:nvSpPr>
          <p:spPr>
            <a:xfrm>
              <a:off x="1329588" y="2813315"/>
              <a:ext cx="22558" cy="17869"/>
            </a:xfrm>
            <a:custGeom>
              <a:avLst/>
              <a:gdLst>
                <a:gd name="connsiteX0" fmla="*/ 22559 w 22558"/>
                <a:gd name="connsiteY0" fmla="*/ 8998 h 17869"/>
                <a:gd name="connsiteX1" fmla="*/ 11279 w 22558"/>
                <a:gd name="connsiteY1" fmla="*/ 17870 h 17869"/>
                <a:gd name="connsiteX2" fmla="*/ 0 w 22558"/>
                <a:gd name="connsiteY2" fmla="*/ 8998 h 17869"/>
                <a:gd name="connsiteX3" fmla="*/ 11279 w 22558"/>
                <a:gd name="connsiteY3" fmla="*/ 0 h 17869"/>
                <a:gd name="connsiteX4" fmla="*/ 22559 w 22558"/>
                <a:gd name="connsiteY4" fmla="*/ 8998 h 1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8" h="17869">
                  <a:moveTo>
                    <a:pt x="22559" y="8998"/>
                  </a:moveTo>
                  <a:cubicBezTo>
                    <a:pt x="22559" y="13941"/>
                    <a:pt x="17490" y="17870"/>
                    <a:pt x="11279" y="17870"/>
                  </a:cubicBezTo>
                  <a:cubicBezTo>
                    <a:pt x="5069" y="17870"/>
                    <a:pt x="0" y="13814"/>
                    <a:pt x="0" y="8998"/>
                  </a:cubicBezTo>
                  <a:cubicBezTo>
                    <a:pt x="0" y="4182"/>
                    <a:pt x="5069" y="0"/>
                    <a:pt x="11279" y="0"/>
                  </a:cubicBezTo>
                  <a:cubicBezTo>
                    <a:pt x="17490" y="0"/>
                    <a:pt x="22559" y="4056"/>
                    <a:pt x="22559" y="89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03" name="Freeform: Shape 4302">
              <a:extLst>
                <a:ext uri="{FF2B5EF4-FFF2-40B4-BE49-F238E27FC236}">
                  <a16:creationId xmlns:a16="http://schemas.microsoft.com/office/drawing/2014/main" id="{98DD4D81-BECB-0AC9-BF34-58EA9AEA4816}"/>
                </a:ext>
              </a:extLst>
            </p:cNvPr>
            <p:cNvSpPr/>
            <p:nvPr/>
          </p:nvSpPr>
          <p:spPr>
            <a:xfrm>
              <a:off x="1352654" y="2711292"/>
              <a:ext cx="21798" cy="17236"/>
            </a:xfrm>
            <a:custGeom>
              <a:avLst/>
              <a:gdLst>
                <a:gd name="connsiteX0" fmla="*/ 21799 w 21798"/>
                <a:gd name="connsiteY0" fmla="*/ 8618 h 17236"/>
                <a:gd name="connsiteX1" fmla="*/ 10899 w 21798"/>
                <a:gd name="connsiteY1" fmla="*/ 17236 h 17236"/>
                <a:gd name="connsiteX2" fmla="*/ 0 w 21798"/>
                <a:gd name="connsiteY2" fmla="*/ 8618 h 17236"/>
                <a:gd name="connsiteX3" fmla="*/ 10899 w 21798"/>
                <a:gd name="connsiteY3" fmla="*/ 0 h 17236"/>
                <a:gd name="connsiteX4" fmla="*/ 21799 w 21798"/>
                <a:gd name="connsiteY4" fmla="*/ 8618 h 17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798" h="17236">
                  <a:moveTo>
                    <a:pt x="21799" y="8618"/>
                  </a:moveTo>
                  <a:cubicBezTo>
                    <a:pt x="21799" y="13434"/>
                    <a:pt x="16856" y="17236"/>
                    <a:pt x="10899" y="17236"/>
                  </a:cubicBezTo>
                  <a:cubicBezTo>
                    <a:pt x="4943" y="17236"/>
                    <a:pt x="0" y="13307"/>
                    <a:pt x="0" y="8618"/>
                  </a:cubicBezTo>
                  <a:cubicBezTo>
                    <a:pt x="0" y="3929"/>
                    <a:pt x="4943" y="0"/>
                    <a:pt x="10899" y="0"/>
                  </a:cubicBezTo>
                  <a:cubicBezTo>
                    <a:pt x="16856" y="0"/>
                    <a:pt x="21799" y="3929"/>
                    <a:pt x="21799" y="86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04" name="Freeform: Shape 4303">
              <a:extLst>
                <a:ext uri="{FF2B5EF4-FFF2-40B4-BE49-F238E27FC236}">
                  <a16:creationId xmlns:a16="http://schemas.microsoft.com/office/drawing/2014/main" id="{A8D6A363-E007-1DB1-D0A3-D64B10DE2E4D}"/>
                </a:ext>
              </a:extLst>
            </p:cNvPr>
            <p:cNvSpPr/>
            <p:nvPr/>
          </p:nvSpPr>
          <p:spPr>
            <a:xfrm>
              <a:off x="1379141" y="2609650"/>
              <a:ext cx="21291" cy="16855"/>
            </a:xfrm>
            <a:custGeom>
              <a:avLst/>
              <a:gdLst>
                <a:gd name="connsiteX0" fmla="*/ 21292 w 21291"/>
                <a:gd name="connsiteY0" fmla="*/ 8364 h 16855"/>
                <a:gd name="connsiteX1" fmla="*/ 10646 w 21291"/>
                <a:gd name="connsiteY1" fmla="*/ 16856 h 16855"/>
                <a:gd name="connsiteX2" fmla="*/ 0 w 21291"/>
                <a:gd name="connsiteY2" fmla="*/ 8364 h 16855"/>
                <a:gd name="connsiteX3" fmla="*/ 10646 w 21291"/>
                <a:gd name="connsiteY3" fmla="*/ 0 h 16855"/>
                <a:gd name="connsiteX4" fmla="*/ 21292 w 21291"/>
                <a:gd name="connsiteY4" fmla="*/ 8364 h 16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291" h="16855">
                  <a:moveTo>
                    <a:pt x="21292" y="8364"/>
                  </a:moveTo>
                  <a:cubicBezTo>
                    <a:pt x="21292" y="13054"/>
                    <a:pt x="16602" y="16856"/>
                    <a:pt x="10646" y="16856"/>
                  </a:cubicBezTo>
                  <a:cubicBezTo>
                    <a:pt x="4689" y="16856"/>
                    <a:pt x="0" y="13054"/>
                    <a:pt x="0" y="8364"/>
                  </a:cubicBezTo>
                  <a:cubicBezTo>
                    <a:pt x="0" y="3675"/>
                    <a:pt x="4689" y="0"/>
                    <a:pt x="10646" y="0"/>
                  </a:cubicBezTo>
                  <a:cubicBezTo>
                    <a:pt x="16602" y="0"/>
                    <a:pt x="21292" y="3802"/>
                    <a:pt x="21292" y="836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05" name="Freeform: Shape 4304">
              <a:extLst>
                <a:ext uri="{FF2B5EF4-FFF2-40B4-BE49-F238E27FC236}">
                  <a16:creationId xmlns:a16="http://schemas.microsoft.com/office/drawing/2014/main" id="{426D55B1-65AC-EDB8-78F3-5D78E525E6B1}"/>
                </a:ext>
              </a:extLst>
            </p:cNvPr>
            <p:cNvSpPr/>
            <p:nvPr/>
          </p:nvSpPr>
          <p:spPr>
            <a:xfrm>
              <a:off x="1409304" y="2508642"/>
              <a:ext cx="20404" cy="16222"/>
            </a:xfrm>
            <a:custGeom>
              <a:avLst/>
              <a:gdLst>
                <a:gd name="connsiteX0" fmla="*/ 20404 w 20404"/>
                <a:gd name="connsiteY0" fmla="*/ 8111 h 16222"/>
                <a:gd name="connsiteX1" fmla="*/ 10266 w 20404"/>
                <a:gd name="connsiteY1" fmla="*/ 16222 h 16222"/>
                <a:gd name="connsiteX2" fmla="*/ 0 w 20404"/>
                <a:gd name="connsiteY2" fmla="*/ 8111 h 16222"/>
                <a:gd name="connsiteX3" fmla="*/ 10266 w 20404"/>
                <a:gd name="connsiteY3" fmla="*/ 0 h 16222"/>
                <a:gd name="connsiteX4" fmla="*/ 20404 w 20404"/>
                <a:gd name="connsiteY4" fmla="*/ 8111 h 1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04" h="16222">
                  <a:moveTo>
                    <a:pt x="20404" y="8111"/>
                  </a:moveTo>
                  <a:cubicBezTo>
                    <a:pt x="20404" y="12547"/>
                    <a:pt x="15842" y="16222"/>
                    <a:pt x="10266" y="16222"/>
                  </a:cubicBezTo>
                  <a:cubicBezTo>
                    <a:pt x="4689" y="16222"/>
                    <a:pt x="0" y="12674"/>
                    <a:pt x="0" y="8111"/>
                  </a:cubicBezTo>
                  <a:cubicBezTo>
                    <a:pt x="0" y="3549"/>
                    <a:pt x="4563" y="0"/>
                    <a:pt x="10266" y="0"/>
                  </a:cubicBezTo>
                  <a:cubicBezTo>
                    <a:pt x="15969" y="0"/>
                    <a:pt x="20404" y="3675"/>
                    <a:pt x="20404" y="811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06" name="Freeform: Shape 4305">
              <a:extLst>
                <a:ext uri="{FF2B5EF4-FFF2-40B4-BE49-F238E27FC236}">
                  <a16:creationId xmlns:a16="http://schemas.microsoft.com/office/drawing/2014/main" id="{40151DB4-3F56-5DE7-BC15-E56FEC1471BD}"/>
                </a:ext>
              </a:extLst>
            </p:cNvPr>
            <p:cNvSpPr/>
            <p:nvPr/>
          </p:nvSpPr>
          <p:spPr>
            <a:xfrm>
              <a:off x="1442763" y="2408393"/>
              <a:ext cx="19644" cy="15461"/>
            </a:xfrm>
            <a:custGeom>
              <a:avLst/>
              <a:gdLst>
                <a:gd name="connsiteX0" fmla="*/ 19644 w 19644"/>
                <a:gd name="connsiteY0" fmla="*/ 7731 h 15461"/>
                <a:gd name="connsiteX1" fmla="*/ 9759 w 19644"/>
                <a:gd name="connsiteY1" fmla="*/ 15462 h 15461"/>
                <a:gd name="connsiteX2" fmla="*/ 0 w 19644"/>
                <a:gd name="connsiteY2" fmla="*/ 7731 h 15461"/>
                <a:gd name="connsiteX3" fmla="*/ 9759 w 19644"/>
                <a:gd name="connsiteY3" fmla="*/ 0 h 15461"/>
                <a:gd name="connsiteX4" fmla="*/ 19644 w 19644"/>
                <a:gd name="connsiteY4" fmla="*/ 7731 h 15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44" h="15461">
                  <a:moveTo>
                    <a:pt x="19644" y="7731"/>
                  </a:moveTo>
                  <a:cubicBezTo>
                    <a:pt x="19644" y="12040"/>
                    <a:pt x="15208" y="15462"/>
                    <a:pt x="9759" y="15462"/>
                  </a:cubicBezTo>
                  <a:cubicBezTo>
                    <a:pt x="4309" y="15462"/>
                    <a:pt x="0" y="12040"/>
                    <a:pt x="0" y="7731"/>
                  </a:cubicBezTo>
                  <a:cubicBezTo>
                    <a:pt x="0" y="3422"/>
                    <a:pt x="4436" y="0"/>
                    <a:pt x="9759" y="0"/>
                  </a:cubicBezTo>
                  <a:cubicBezTo>
                    <a:pt x="15082" y="0"/>
                    <a:pt x="19644" y="3422"/>
                    <a:pt x="19644" y="773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07" name="Freeform: Shape 4306">
              <a:extLst>
                <a:ext uri="{FF2B5EF4-FFF2-40B4-BE49-F238E27FC236}">
                  <a16:creationId xmlns:a16="http://schemas.microsoft.com/office/drawing/2014/main" id="{116E2EFC-162F-1980-685C-99CE498091E4}"/>
                </a:ext>
              </a:extLst>
            </p:cNvPr>
            <p:cNvSpPr/>
            <p:nvPr/>
          </p:nvSpPr>
          <p:spPr>
            <a:xfrm>
              <a:off x="1479896" y="2309032"/>
              <a:ext cx="18250" cy="14447"/>
            </a:xfrm>
            <a:custGeom>
              <a:avLst/>
              <a:gdLst>
                <a:gd name="connsiteX0" fmla="*/ 18250 w 18250"/>
                <a:gd name="connsiteY0" fmla="*/ 7224 h 14447"/>
                <a:gd name="connsiteX1" fmla="*/ 9125 w 18250"/>
                <a:gd name="connsiteY1" fmla="*/ 14448 h 14447"/>
                <a:gd name="connsiteX2" fmla="*/ 0 w 18250"/>
                <a:gd name="connsiteY2" fmla="*/ 7224 h 14447"/>
                <a:gd name="connsiteX3" fmla="*/ 9125 w 18250"/>
                <a:gd name="connsiteY3" fmla="*/ 0 h 14447"/>
                <a:gd name="connsiteX4" fmla="*/ 18250 w 18250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7">
                  <a:moveTo>
                    <a:pt x="18250" y="7224"/>
                  </a:moveTo>
                  <a:cubicBezTo>
                    <a:pt x="18250" y="11279"/>
                    <a:pt x="14194" y="14448"/>
                    <a:pt x="9125" y="14448"/>
                  </a:cubicBezTo>
                  <a:cubicBezTo>
                    <a:pt x="4056" y="14448"/>
                    <a:pt x="0" y="11279"/>
                    <a:pt x="0" y="7224"/>
                  </a:cubicBezTo>
                  <a:cubicBezTo>
                    <a:pt x="0" y="3168"/>
                    <a:pt x="4056" y="0"/>
                    <a:pt x="9125" y="0"/>
                  </a:cubicBezTo>
                  <a:cubicBezTo>
                    <a:pt x="14194" y="0"/>
                    <a:pt x="18250" y="3168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08" name="Freeform: Shape 4307">
              <a:extLst>
                <a:ext uri="{FF2B5EF4-FFF2-40B4-BE49-F238E27FC236}">
                  <a16:creationId xmlns:a16="http://schemas.microsoft.com/office/drawing/2014/main" id="{B07672A9-ED96-5329-5CB1-74FEACAFED3A}"/>
                </a:ext>
              </a:extLst>
            </p:cNvPr>
            <p:cNvSpPr/>
            <p:nvPr/>
          </p:nvSpPr>
          <p:spPr>
            <a:xfrm>
              <a:off x="1520072" y="2210178"/>
              <a:ext cx="17489" cy="13940"/>
            </a:xfrm>
            <a:custGeom>
              <a:avLst/>
              <a:gdLst>
                <a:gd name="connsiteX0" fmla="*/ 17490 w 17489"/>
                <a:gd name="connsiteY0" fmla="*/ 6971 h 13940"/>
                <a:gd name="connsiteX1" fmla="*/ 8745 w 17489"/>
                <a:gd name="connsiteY1" fmla="*/ 13941 h 13940"/>
                <a:gd name="connsiteX2" fmla="*/ 0 w 17489"/>
                <a:gd name="connsiteY2" fmla="*/ 6971 h 13940"/>
                <a:gd name="connsiteX3" fmla="*/ 8745 w 17489"/>
                <a:gd name="connsiteY3" fmla="*/ 0 h 13940"/>
                <a:gd name="connsiteX4" fmla="*/ 17490 w 17489"/>
                <a:gd name="connsiteY4" fmla="*/ 6971 h 13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89" h="13940">
                  <a:moveTo>
                    <a:pt x="17490" y="6971"/>
                  </a:moveTo>
                  <a:cubicBezTo>
                    <a:pt x="17490" y="10772"/>
                    <a:pt x="13561" y="13941"/>
                    <a:pt x="8745" y="13941"/>
                  </a:cubicBezTo>
                  <a:cubicBezTo>
                    <a:pt x="3929" y="13941"/>
                    <a:pt x="0" y="10772"/>
                    <a:pt x="0" y="6971"/>
                  </a:cubicBezTo>
                  <a:cubicBezTo>
                    <a:pt x="0" y="3168"/>
                    <a:pt x="3929" y="0"/>
                    <a:pt x="8745" y="0"/>
                  </a:cubicBezTo>
                  <a:cubicBezTo>
                    <a:pt x="13561" y="0"/>
                    <a:pt x="17490" y="3042"/>
                    <a:pt x="17490" y="697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09" name="Freeform: Shape 4308">
              <a:extLst>
                <a:ext uri="{FF2B5EF4-FFF2-40B4-BE49-F238E27FC236}">
                  <a16:creationId xmlns:a16="http://schemas.microsoft.com/office/drawing/2014/main" id="{D1DF5F6E-E2E8-3C3B-BC7E-3B430BC3A3DE}"/>
                </a:ext>
              </a:extLst>
            </p:cNvPr>
            <p:cNvSpPr/>
            <p:nvPr/>
          </p:nvSpPr>
          <p:spPr>
            <a:xfrm>
              <a:off x="1563669" y="2112338"/>
              <a:ext cx="16729" cy="13180"/>
            </a:xfrm>
            <a:custGeom>
              <a:avLst/>
              <a:gdLst>
                <a:gd name="connsiteX0" fmla="*/ 16729 w 16729"/>
                <a:gd name="connsiteY0" fmla="*/ 6590 h 13180"/>
                <a:gd name="connsiteX1" fmla="*/ 8365 w 16729"/>
                <a:gd name="connsiteY1" fmla="*/ 13180 h 13180"/>
                <a:gd name="connsiteX2" fmla="*/ 0 w 16729"/>
                <a:gd name="connsiteY2" fmla="*/ 6590 h 13180"/>
                <a:gd name="connsiteX3" fmla="*/ 8365 w 16729"/>
                <a:gd name="connsiteY3" fmla="*/ 0 h 13180"/>
                <a:gd name="connsiteX4" fmla="*/ 16729 w 16729"/>
                <a:gd name="connsiteY4" fmla="*/ 6590 h 13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9" h="13180">
                  <a:moveTo>
                    <a:pt x="16729" y="6590"/>
                  </a:moveTo>
                  <a:cubicBezTo>
                    <a:pt x="16729" y="10266"/>
                    <a:pt x="12927" y="13180"/>
                    <a:pt x="8365" y="13180"/>
                  </a:cubicBezTo>
                  <a:cubicBezTo>
                    <a:pt x="3802" y="13180"/>
                    <a:pt x="0" y="10266"/>
                    <a:pt x="0" y="6590"/>
                  </a:cubicBezTo>
                  <a:cubicBezTo>
                    <a:pt x="0" y="2915"/>
                    <a:pt x="3802" y="0"/>
                    <a:pt x="8365" y="0"/>
                  </a:cubicBezTo>
                  <a:cubicBezTo>
                    <a:pt x="12927" y="0"/>
                    <a:pt x="16729" y="2915"/>
                    <a:pt x="16729" y="659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10" name="Freeform: Shape 4309">
              <a:extLst>
                <a:ext uri="{FF2B5EF4-FFF2-40B4-BE49-F238E27FC236}">
                  <a16:creationId xmlns:a16="http://schemas.microsoft.com/office/drawing/2014/main" id="{BB3513A7-4960-2888-328D-F930F89917AC}"/>
                </a:ext>
              </a:extLst>
            </p:cNvPr>
            <p:cNvSpPr/>
            <p:nvPr/>
          </p:nvSpPr>
          <p:spPr>
            <a:xfrm>
              <a:off x="1610941" y="2015639"/>
              <a:ext cx="15335" cy="12166"/>
            </a:xfrm>
            <a:custGeom>
              <a:avLst/>
              <a:gdLst>
                <a:gd name="connsiteX0" fmla="*/ 15335 w 15335"/>
                <a:gd name="connsiteY0" fmla="*/ 6083 h 12166"/>
                <a:gd name="connsiteX1" fmla="*/ 7604 w 15335"/>
                <a:gd name="connsiteY1" fmla="*/ 12167 h 12166"/>
                <a:gd name="connsiteX2" fmla="*/ 0 w 15335"/>
                <a:gd name="connsiteY2" fmla="*/ 6083 h 12166"/>
                <a:gd name="connsiteX3" fmla="*/ 7604 w 15335"/>
                <a:gd name="connsiteY3" fmla="*/ 0 h 12166"/>
                <a:gd name="connsiteX4" fmla="*/ 15335 w 15335"/>
                <a:gd name="connsiteY4" fmla="*/ 6083 h 1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35" h="12166">
                  <a:moveTo>
                    <a:pt x="15335" y="6083"/>
                  </a:moveTo>
                  <a:cubicBezTo>
                    <a:pt x="15335" y="9505"/>
                    <a:pt x="11913" y="12167"/>
                    <a:pt x="7604" y="12167"/>
                  </a:cubicBezTo>
                  <a:cubicBezTo>
                    <a:pt x="3295" y="12167"/>
                    <a:pt x="0" y="9505"/>
                    <a:pt x="0" y="6083"/>
                  </a:cubicBezTo>
                  <a:cubicBezTo>
                    <a:pt x="0" y="2662"/>
                    <a:pt x="3422" y="0"/>
                    <a:pt x="7604" y="0"/>
                  </a:cubicBezTo>
                  <a:cubicBezTo>
                    <a:pt x="11786" y="0"/>
                    <a:pt x="15335" y="2662"/>
                    <a:pt x="15335" y="60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11" name="Freeform: Shape 4310">
              <a:extLst>
                <a:ext uri="{FF2B5EF4-FFF2-40B4-BE49-F238E27FC236}">
                  <a16:creationId xmlns:a16="http://schemas.microsoft.com/office/drawing/2014/main" id="{D1B850DA-85D1-9142-4B62-2123CCB2EF4A}"/>
                </a:ext>
              </a:extLst>
            </p:cNvPr>
            <p:cNvSpPr/>
            <p:nvPr/>
          </p:nvSpPr>
          <p:spPr>
            <a:xfrm>
              <a:off x="1661129" y="1919826"/>
              <a:ext cx="14447" cy="11533"/>
            </a:xfrm>
            <a:custGeom>
              <a:avLst/>
              <a:gdLst>
                <a:gd name="connsiteX0" fmla="*/ 14448 w 14447"/>
                <a:gd name="connsiteY0" fmla="*/ 5703 h 11533"/>
                <a:gd name="connsiteX1" fmla="*/ 7224 w 14447"/>
                <a:gd name="connsiteY1" fmla="*/ 11533 h 11533"/>
                <a:gd name="connsiteX2" fmla="*/ 0 w 14447"/>
                <a:gd name="connsiteY2" fmla="*/ 5703 h 11533"/>
                <a:gd name="connsiteX3" fmla="*/ 7224 w 14447"/>
                <a:gd name="connsiteY3" fmla="*/ 0 h 11533"/>
                <a:gd name="connsiteX4" fmla="*/ 14448 w 14447"/>
                <a:gd name="connsiteY4" fmla="*/ 5703 h 11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47" h="11533">
                  <a:moveTo>
                    <a:pt x="14448" y="5703"/>
                  </a:moveTo>
                  <a:cubicBezTo>
                    <a:pt x="14448" y="8871"/>
                    <a:pt x="11153" y="11533"/>
                    <a:pt x="7224" y="11533"/>
                  </a:cubicBezTo>
                  <a:cubicBezTo>
                    <a:pt x="3295" y="11533"/>
                    <a:pt x="0" y="8998"/>
                    <a:pt x="0" y="5703"/>
                  </a:cubicBezTo>
                  <a:cubicBezTo>
                    <a:pt x="0" y="2408"/>
                    <a:pt x="3168" y="0"/>
                    <a:pt x="7224" y="0"/>
                  </a:cubicBezTo>
                  <a:cubicBezTo>
                    <a:pt x="11279" y="0"/>
                    <a:pt x="14448" y="2535"/>
                    <a:pt x="14448" y="570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12" name="Freeform: Shape 4311">
              <a:extLst>
                <a:ext uri="{FF2B5EF4-FFF2-40B4-BE49-F238E27FC236}">
                  <a16:creationId xmlns:a16="http://schemas.microsoft.com/office/drawing/2014/main" id="{A8FC6CF4-ECA5-25D9-D52C-10DC4E59386B}"/>
                </a:ext>
              </a:extLst>
            </p:cNvPr>
            <p:cNvSpPr/>
            <p:nvPr/>
          </p:nvSpPr>
          <p:spPr>
            <a:xfrm>
              <a:off x="1714738" y="1825154"/>
              <a:ext cx="13180" cy="10519"/>
            </a:xfrm>
            <a:custGeom>
              <a:avLst/>
              <a:gdLst>
                <a:gd name="connsiteX0" fmla="*/ 13180 w 13180"/>
                <a:gd name="connsiteY0" fmla="*/ 5196 h 10519"/>
                <a:gd name="connsiteX1" fmla="*/ 6590 w 13180"/>
                <a:gd name="connsiteY1" fmla="*/ 10519 h 10519"/>
                <a:gd name="connsiteX2" fmla="*/ 0 w 13180"/>
                <a:gd name="connsiteY2" fmla="*/ 5196 h 10519"/>
                <a:gd name="connsiteX3" fmla="*/ 6590 w 13180"/>
                <a:gd name="connsiteY3" fmla="*/ 0 h 10519"/>
                <a:gd name="connsiteX4" fmla="*/ 13180 w 13180"/>
                <a:gd name="connsiteY4" fmla="*/ 5196 h 10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80" h="10519">
                  <a:moveTo>
                    <a:pt x="13180" y="5196"/>
                  </a:moveTo>
                  <a:lnTo>
                    <a:pt x="6590" y="10519"/>
                  </a:lnTo>
                  <a:lnTo>
                    <a:pt x="0" y="5196"/>
                  </a:lnTo>
                  <a:lnTo>
                    <a:pt x="6590" y="0"/>
                  </a:lnTo>
                  <a:lnTo>
                    <a:pt x="13180" y="519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13" name="Freeform: Shape 4312">
              <a:extLst>
                <a:ext uri="{FF2B5EF4-FFF2-40B4-BE49-F238E27FC236}">
                  <a16:creationId xmlns:a16="http://schemas.microsoft.com/office/drawing/2014/main" id="{35C7D64C-6B88-D3CD-CE6B-C6B7346D209B}"/>
                </a:ext>
              </a:extLst>
            </p:cNvPr>
            <p:cNvSpPr/>
            <p:nvPr/>
          </p:nvSpPr>
          <p:spPr>
            <a:xfrm>
              <a:off x="1771262" y="1731497"/>
              <a:ext cx="12420" cy="9885"/>
            </a:xfrm>
            <a:custGeom>
              <a:avLst/>
              <a:gdLst>
                <a:gd name="connsiteX0" fmla="*/ 12420 w 12420"/>
                <a:gd name="connsiteY0" fmla="*/ 4943 h 9885"/>
                <a:gd name="connsiteX1" fmla="*/ 6210 w 12420"/>
                <a:gd name="connsiteY1" fmla="*/ 9885 h 9885"/>
                <a:gd name="connsiteX2" fmla="*/ 0 w 12420"/>
                <a:gd name="connsiteY2" fmla="*/ 4943 h 9885"/>
                <a:gd name="connsiteX3" fmla="*/ 6210 w 12420"/>
                <a:gd name="connsiteY3" fmla="*/ 0 h 9885"/>
                <a:gd name="connsiteX4" fmla="*/ 12420 w 12420"/>
                <a:gd name="connsiteY4" fmla="*/ 4943 h 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20" h="9885">
                  <a:moveTo>
                    <a:pt x="12420" y="4943"/>
                  </a:moveTo>
                  <a:lnTo>
                    <a:pt x="6210" y="9885"/>
                  </a:lnTo>
                  <a:lnTo>
                    <a:pt x="0" y="4943"/>
                  </a:lnTo>
                  <a:lnTo>
                    <a:pt x="6210" y="0"/>
                  </a:lnTo>
                  <a:lnTo>
                    <a:pt x="12420" y="494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14" name="Freeform: Shape 4313">
              <a:extLst>
                <a:ext uri="{FF2B5EF4-FFF2-40B4-BE49-F238E27FC236}">
                  <a16:creationId xmlns:a16="http://schemas.microsoft.com/office/drawing/2014/main" id="{83A59711-608E-8F9E-EB84-B2B73FE3A91D}"/>
                </a:ext>
              </a:extLst>
            </p:cNvPr>
            <p:cNvSpPr/>
            <p:nvPr/>
          </p:nvSpPr>
          <p:spPr>
            <a:xfrm>
              <a:off x="1830702" y="1638853"/>
              <a:ext cx="12420" cy="9758"/>
            </a:xfrm>
            <a:custGeom>
              <a:avLst/>
              <a:gdLst>
                <a:gd name="connsiteX0" fmla="*/ 12420 w 12420"/>
                <a:gd name="connsiteY0" fmla="*/ 4816 h 9758"/>
                <a:gd name="connsiteX1" fmla="*/ 6210 w 12420"/>
                <a:gd name="connsiteY1" fmla="*/ 9759 h 9758"/>
                <a:gd name="connsiteX2" fmla="*/ 0 w 12420"/>
                <a:gd name="connsiteY2" fmla="*/ 4816 h 9758"/>
                <a:gd name="connsiteX3" fmla="*/ 6210 w 12420"/>
                <a:gd name="connsiteY3" fmla="*/ 0 h 9758"/>
                <a:gd name="connsiteX4" fmla="*/ 12420 w 12420"/>
                <a:gd name="connsiteY4" fmla="*/ 4816 h 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20" h="9758">
                  <a:moveTo>
                    <a:pt x="12420" y="4816"/>
                  </a:moveTo>
                  <a:lnTo>
                    <a:pt x="6210" y="9759"/>
                  </a:lnTo>
                  <a:lnTo>
                    <a:pt x="0" y="4816"/>
                  </a:lnTo>
                  <a:lnTo>
                    <a:pt x="6210" y="0"/>
                  </a:lnTo>
                  <a:lnTo>
                    <a:pt x="12420" y="481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15" name="Freeform: Shape 4314">
              <a:extLst>
                <a:ext uri="{FF2B5EF4-FFF2-40B4-BE49-F238E27FC236}">
                  <a16:creationId xmlns:a16="http://schemas.microsoft.com/office/drawing/2014/main" id="{A7487EE1-E500-A921-647A-3AE7973402A6}"/>
                </a:ext>
              </a:extLst>
            </p:cNvPr>
            <p:cNvSpPr/>
            <p:nvPr/>
          </p:nvSpPr>
          <p:spPr>
            <a:xfrm>
              <a:off x="1893943" y="1547856"/>
              <a:ext cx="10899" cy="8744"/>
            </a:xfrm>
            <a:custGeom>
              <a:avLst/>
              <a:gdLst>
                <a:gd name="connsiteX0" fmla="*/ 10899 w 10899"/>
                <a:gd name="connsiteY0" fmla="*/ 4436 h 8744"/>
                <a:gd name="connsiteX1" fmla="*/ 5450 w 10899"/>
                <a:gd name="connsiteY1" fmla="*/ 8745 h 8744"/>
                <a:gd name="connsiteX2" fmla="*/ 0 w 10899"/>
                <a:gd name="connsiteY2" fmla="*/ 4436 h 8744"/>
                <a:gd name="connsiteX3" fmla="*/ 5450 w 10899"/>
                <a:gd name="connsiteY3" fmla="*/ 0 h 8744"/>
                <a:gd name="connsiteX4" fmla="*/ 10899 w 10899"/>
                <a:gd name="connsiteY4" fmla="*/ 4436 h 8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899" h="8744">
                  <a:moveTo>
                    <a:pt x="10899" y="4436"/>
                  </a:moveTo>
                  <a:lnTo>
                    <a:pt x="5450" y="8745"/>
                  </a:lnTo>
                  <a:lnTo>
                    <a:pt x="0" y="4436"/>
                  </a:lnTo>
                  <a:lnTo>
                    <a:pt x="5450" y="0"/>
                  </a:lnTo>
                  <a:lnTo>
                    <a:pt x="10899" y="44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16" name="Freeform: Shape 4315">
              <a:extLst>
                <a:ext uri="{FF2B5EF4-FFF2-40B4-BE49-F238E27FC236}">
                  <a16:creationId xmlns:a16="http://schemas.microsoft.com/office/drawing/2014/main" id="{F6FC5720-EDB8-BFE3-CE0A-94B1F81835E5}"/>
                </a:ext>
              </a:extLst>
            </p:cNvPr>
            <p:cNvSpPr/>
            <p:nvPr/>
          </p:nvSpPr>
          <p:spPr>
            <a:xfrm>
              <a:off x="1959845" y="1458127"/>
              <a:ext cx="10138" cy="8111"/>
            </a:xfrm>
            <a:custGeom>
              <a:avLst/>
              <a:gdLst>
                <a:gd name="connsiteX0" fmla="*/ 10139 w 10138"/>
                <a:gd name="connsiteY0" fmla="*/ 4056 h 8111"/>
                <a:gd name="connsiteX1" fmla="*/ 5069 w 10138"/>
                <a:gd name="connsiteY1" fmla="*/ 8111 h 8111"/>
                <a:gd name="connsiteX2" fmla="*/ 0 w 10138"/>
                <a:gd name="connsiteY2" fmla="*/ 4056 h 8111"/>
                <a:gd name="connsiteX3" fmla="*/ 5069 w 10138"/>
                <a:gd name="connsiteY3" fmla="*/ 0 h 8111"/>
                <a:gd name="connsiteX4" fmla="*/ 10139 w 10138"/>
                <a:gd name="connsiteY4" fmla="*/ 4056 h 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38" h="8111">
                  <a:moveTo>
                    <a:pt x="10139" y="4056"/>
                  </a:moveTo>
                  <a:lnTo>
                    <a:pt x="5069" y="8111"/>
                  </a:lnTo>
                  <a:lnTo>
                    <a:pt x="0" y="4056"/>
                  </a:lnTo>
                  <a:lnTo>
                    <a:pt x="5069" y="0"/>
                  </a:lnTo>
                  <a:lnTo>
                    <a:pt x="10139" y="405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17" name="Freeform: Shape 4316">
              <a:extLst>
                <a:ext uri="{FF2B5EF4-FFF2-40B4-BE49-F238E27FC236}">
                  <a16:creationId xmlns:a16="http://schemas.microsoft.com/office/drawing/2014/main" id="{F40898CD-2C87-1526-FE51-CCDE91057A35}"/>
                </a:ext>
              </a:extLst>
            </p:cNvPr>
            <p:cNvSpPr/>
            <p:nvPr/>
          </p:nvSpPr>
          <p:spPr>
            <a:xfrm>
              <a:off x="2029170" y="1370172"/>
              <a:ext cx="8617" cy="6843"/>
            </a:xfrm>
            <a:custGeom>
              <a:avLst/>
              <a:gdLst>
                <a:gd name="connsiteX0" fmla="*/ 8618 w 8617"/>
                <a:gd name="connsiteY0" fmla="*/ 3422 h 6843"/>
                <a:gd name="connsiteX1" fmla="*/ 4309 w 8617"/>
                <a:gd name="connsiteY1" fmla="*/ 6844 h 6843"/>
                <a:gd name="connsiteX2" fmla="*/ 0 w 8617"/>
                <a:gd name="connsiteY2" fmla="*/ 3422 h 6843"/>
                <a:gd name="connsiteX3" fmla="*/ 4309 w 8617"/>
                <a:gd name="connsiteY3" fmla="*/ 0 h 6843"/>
                <a:gd name="connsiteX4" fmla="*/ 8618 w 8617"/>
                <a:gd name="connsiteY4" fmla="*/ 3422 h 6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7" h="6843">
                  <a:moveTo>
                    <a:pt x="8618" y="3422"/>
                  </a:moveTo>
                  <a:lnTo>
                    <a:pt x="4309" y="6844"/>
                  </a:lnTo>
                  <a:lnTo>
                    <a:pt x="0" y="3422"/>
                  </a:lnTo>
                  <a:lnTo>
                    <a:pt x="4309" y="0"/>
                  </a:lnTo>
                  <a:lnTo>
                    <a:pt x="8618" y="342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18" name="Freeform: Shape 4317">
              <a:extLst>
                <a:ext uri="{FF2B5EF4-FFF2-40B4-BE49-F238E27FC236}">
                  <a16:creationId xmlns:a16="http://schemas.microsoft.com/office/drawing/2014/main" id="{C1E279D6-6970-3E67-7CB1-4D13D365A31E}"/>
                </a:ext>
              </a:extLst>
            </p:cNvPr>
            <p:cNvSpPr/>
            <p:nvPr/>
          </p:nvSpPr>
          <p:spPr>
            <a:xfrm>
              <a:off x="2101410" y="1283612"/>
              <a:ext cx="7350" cy="5703"/>
            </a:xfrm>
            <a:custGeom>
              <a:avLst/>
              <a:gdLst>
                <a:gd name="connsiteX0" fmla="*/ 7351 w 7350"/>
                <a:gd name="connsiteY0" fmla="*/ 2788 h 5703"/>
                <a:gd name="connsiteX1" fmla="*/ 3675 w 7350"/>
                <a:gd name="connsiteY1" fmla="*/ 5703 h 5703"/>
                <a:gd name="connsiteX2" fmla="*/ 0 w 7350"/>
                <a:gd name="connsiteY2" fmla="*/ 2788 h 5703"/>
                <a:gd name="connsiteX3" fmla="*/ 3675 w 7350"/>
                <a:gd name="connsiteY3" fmla="*/ 0 h 5703"/>
                <a:gd name="connsiteX4" fmla="*/ 7351 w 7350"/>
                <a:gd name="connsiteY4" fmla="*/ 2788 h 5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0" h="5703">
                  <a:moveTo>
                    <a:pt x="7351" y="2788"/>
                  </a:moveTo>
                  <a:lnTo>
                    <a:pt x="3675" y="5703"/>
                  </a:lnTo>
                  <a:lnTo>
                    <a:pt x="0" y="2788"/>
                  </a:lnTo>
                  <a:lnTo>
                    <a:pt x="3675" y="0"/>
                  </a:lnTo>
                  <a:lnTo>
                    <a:pt x="7351" y="278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19" name="Freeform: Shape 4318">
              <a:extLst>
                <a:ext uri="{FF2B5EF4-FFF2-40B4-BE49-F238E27FC236}">
                  <a16:creationId xmlns:a16="http://schemas.microsoft.com/office/drawing/2014/main" id="{502EAC72-428B-4A37-1EB9-AB2AFE23BDDD}"/>
                </a:ext>
              </a:extLst>
            </p:cNvPr>
            <p:cNvSpPr/>
            <p:nvPr/>
          </p:nvSpPr>
          <p:spPr>
            <a:xfrm>
              <a:off x="2176311" y="1198318"/>
              <a:ext cx="6463" cy="5069"/>
            </a:xfrm>
            <a:custGeom>
              <a:avLst/>
              <a:gdLst>
                <a:gd name="connsiteX0" fmla="*/ 6463 w 6463"/>
                <a:gd name="connsiteY0" fmla="*/ 2535 h 5069"/>
                <a:gd name="connsiteX1" fmla="*/ 3295 w 6463"/>
                <a:gd name="connsiteY1" fmla="*/ 5069 h 5069"/>
                <a:gd name="connsiteX2" fmla="*/ 0 w 6463"/>
                <a:gd name="connsiteY2" fmla="*/ 2535 h 5069"/>
                <a:gd name="connsiteX3" fmla="*/ 3295 w 6463"/>
                <a:gd name="connsiteY3" fmla="*/ 0 h 5069"/>
                <a:gd name="connsiteX4" fmla="*/ 6463 w 6463"/>
                <a:gd name="connsiteY4" fmla="*/ 2535 h 5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069">
                  <a:moveTo>
                    <a:pt x="6463" y="2535"/>
                  </a:moveTo>
                  <a:lnTo>
                    <a:pt x="3295" y="5069"/>
                  </a:lnTo>
                  <a:lnTo>
                    <a:pt x="0" y="2535"/>
                  </a:lnTo>
                  <a:lnTo>
                    <a:pt x="3295" y="0"/>
                  </a:lnTo>
                  <a:lnTo>
                    <a:pt x="6463" y="253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20" name="Freeform: Shape 4319">
              <a:extLst>
                <a:ext uri="{FF2B5EF4-FFF2-40B4-BE49-F238E27FC236}">
                  <a16:creationId xmlns:a16="http://schemas.microsoft.com/office/drawing/2014/main" id="{E22E7D0D-BFDB-3A6B-C838-869F6DFC37F6}"/>
                </a:ext>
              </a:extLst>
            </p:cNvPr>
            <p:cNvSpPr/>
            <p:nvPr/>
          </p:nvSpPr>
          <p:spPr>
            <a:xfrm>
              <a:off x="2254380" y="1114800"/>
              <a:ext cx="5069" cy="4182"/>
            </a:xfrm>
            <a:custGeom>
              <a:avLst/>
              <a:gdLst>
                <a:gd name="connsiteX0" fmla="*/ 5069 w 5069"/>
                <a:gd name="connsiteY0" fmla="*/ 2028 h 4182"/>
                <a:gd name="connsiteX1" fmla="*/ 2535 w 5069"/>
                <a:gd name="connsiteY1" fmla="*/ 4182 h 4182"/>
                <a:gd name="connsiteX2" fmla="*/ 0 w 5069"/>
                <a:gd name="connsiteY2" fmla="*/ 2028 h 4182"/>
                <a:gd name="connsiteX3" fmla="*/ 2535 w 5069"/>
                <a:gd name="connsiteY3" fmla="*/ 0 h 4182"/>
                <a:gd name="connsiteX4" fmla="*/ 5069 w 5069"/>
                <a:gd name="connsiteY4" fmla="*/ 2028 h 4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9" h="4182">
                  <a:moveTo>
                    <a:pt x="5069" y="2028"/>
                  </a:moveTo>
                  <a:lnTo>
                    <a:pt x="2535" y="4182"/>
                  </a:lnTo>
                  <a:lnTo>
                    <a:pt x="0" y="2028"/>
                  </a:lnTo>
                  <a:lnTo>
                    <a:pt x="2535" y="0"/>
                  </a:lnTo>
                  <a:lnTo>
                    <a:pt x="5069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21" name="Freeform: Shape 4320">
              <a:extLst>
                <a:ext uri="{FF2B5EF4-FFF2-40B4-BE49-F238E27FC236}">
                  <a16:creationId xmlns:a16="http://schemas.microsoft.com/office/drawing/2014/main" id="{82302F09-6577-A98F-9B18-3F46A140EE2C}"/>
                </a:ext>
              </a:extLst>
            </p:cNvPr>
            <p:cNvSpPr/>
            <p:nvPr/>
          </p:nvSpPr>
          <p:spPr>
            <a:xfrm>
              <a:off x="2334857" y="1032928"/>
              <a:ext cx="4435" cy="3421"/>
            </a:xfrm>
            <a:custGeom>
              <a:avLst/>
              <a:gdLst>
                <a:gd name="connsiteX0" fmla="*/ 4436 w 4435"/>
                <a:gd name="connsiteY0" fmla="*/ 1648 h 3421"/>
                <a:gd name="connsiteX1" fmla="*/ 2154 w 4435"/>
                <a:gd name="connsiteY1" fmla="*/ 3422 h 3421"/>
                <a:gd name="connsiteX2" fmla="*/ 0 w 4435"/>
                <a:gd name="connsiteY2" fmla="*/ 1648 h 3421"/>
                <a:gd name="connsiteX3" fmla="*/ 2154 w 4435"/>
                <a:gd name="connsiteY3" fmla="*/ 0 h 3421"/>
                <a:gd name="connsiteX4" fmla="*/ 4436 w 4435"/>
                <a:gd name="connsiteY4" fmla="*/ 1648 h 3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5" h="3421">
                  <a:moveTo>
                    <a:pt x="4436" y="1648"/>
                  </a:moveTo>
                  <a:lnTo>
                    <a:pt x="2154" y="3422"/>
                  </a:lnTo>
                  <a:lnTo>
                    <a:pt x="0" y="1648"/>
                  </a:lnTo>
                  <a:lnTo>
                    <a:pt x="2154" y="0"/>
                  </a:lnTo>
                  <a:lnTo>
                    <a:pt x="4436" y="164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22" name="Freeform: Shape 4321">
              <a:extLst>
                <a:ext uri="{FF2B5EF4-FFF2-40B4-BE49-F238E27FC236}">
                  <a16:creationId xmlns:a16="http://schemas.microsoft.com/office/drawing/2014/main" id="{298CBC16-D96D-13F1-E326-3C4CEC86452D}"/>
                </a:ext>
              </a:extLst>
            </p:cNvPr>
            <p:cNvSpPr/>
            <p:nvPr/>
          </p:nvSpPr>
          <p:spPr>
            <a:xfrm>
              <a:off x="2418249" y="952704"/>
              <a:ext cx="3548" cy="2788"/>
            </a:xfrm>
            <a:custGeom>
              <a:avLst/>
              <a:gdLst>
                <a:gd name="connsiteX0" fmla="*/ 3549 w 3548"/>
                <a:gd name="connsiteY0" fmla="*/ 1394 h 2788"/>
                <a:gd name="connsiteX1" fmla="*/ 1774 w 3548"/>
                <a:gd name="connsiteY1" fmla="*/ 2788 h 2788"/>
                <a:gd name="connsiteX2" fmla="*/ 0 w 3548"/>
                <a:gd name="connsiteY2" fmla="*/ 1394 h 2788"/>
                <a:gd name="connsiteX3" fmla="*/ 1774 w 3548"/>
                <a:gd name="connsiteY3" fmla="*/ 0 h 2788"/>
                <a:gd name="connsiteX4" fmla="*/ 3549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9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9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23" name="Freeform: Shape 4322">
              <a:extLst>
                <a:ext uri="{FF2B5EF4-FFF2-40B4-BE49-F238E27FC236}">
                  <a16:creationId xmlns:a16="http://schemas.microsoft.com/office/drawing/2014/main" id="{581154B9-CA8D-C62D-133F-5E20B396605E}"/>
                </a:ext>
              </a:extLst>
            </p:cNvPr>
            <p:cNvSpPr/>
            <p:nvPr/>
          </p:nvSpPr>
          <p:spPr>
            <a:xfrm>
              <a:off x="2504557" y="874508"/>
              <a:ext cx="2154" cy="1647"/>
            </a:xfrm>
            <a:custGeom>
              <a:avLst/>
              <a:gdLst>
                <a:gd name="connsiteX0" fmla="*/ 2154 w 2154"/>
                <a:gd name="connsiteY0" fmla="*/ 760 h 1647"/>
                <a:gd name="connsiteX1" fmla="*/ 1014 w 2154"/>
                <a:gd name="connsiteY1" fmla="*/ 1648 h 1647"/>
                <a:gd name="connsiteX2" fmla="*/ 0 w 2154"/>
                <a:gd name="connsiteY2" fmla="*/ 760 h 1647"/>
                <a:gd name="connsiteX3" fmla="*/ 1014 w 2154"/>
                <a:gd name="connsiteY3" fmla="*/ 0 h 1647"/>
                <a:gd name="connsiteX4" fmla="*/ 2154 w 2154"/>
                <a:gd name="connsiteY4" fmla="*/ 760 h 1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4" h="1647">
                  <a:moveTo>
                    <a:pt x="2154" y="760"/>
                  </a:moveTo>
                  <a:lnTo>
                    <a:pt x="1014" y="1648"/>
                  </a:lnTo>
                  <a:lnTo>
                    <a:pt x="0" y="760"/>
                  </a:lnTo>
                  <a:lnTo>
                    <a:pt x="1014" y="0"/>
                  </a:lnTo>
                  <a:lnTo>
                    <a:pt x="2154" y="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24" name="Freeform: Shape 4323">
              <a:extLst>
                <a:ext uri="{FF2B5EF4-FFF2-40B4-BE49-F238E27FC236}">
                  <a16:creationId xmlns:a16="http://schemas.microsoft.com/office/drawing/2014/main" id="{9888EC99-14F1-9642-C99B-B4735043D957}"/>
                </a:ext>
              </a:extLst>
            </p:cNvPr>
            <p:cNvSpPr/>
            <p:nvPr/>
          </p:nvSpPr>
          <p:spPr>
            <a:xfrm>
              <a:off x="2593525" y="798213"/>
              <a:ext cx="633" cy="380"/>
            </a:xfrm>
            <a:custGeom>
              <a:avLst/>
              <a:gdLst>
                <a:gd name="connsiteX0" fmla="*/ 634 w 633"/>
                <a:gd name="connsiteY0" fmla="*/ 253 h 380"/>
                <a:gd name="connsiteX1" fmla="*/ 380 w 633"/>
                <a:gd name="connsiteY1" fmla="*/ 380 h 380"/>
                <a:gd name="connsiteX2" fmla="*/ 0 w 633"/>
                <a:gd name="connsiteY2" fmla="*/ 253 h 380"/>
                <a:gd name="connsiteX3" fmla="*/ 380 w 633"/>
                <a:gd name="connsiteY3" fmla="*/ 0 h 380"/>
                <a:gd name="connsiteX4" fmla="*/ 634 w 633"/>
                <a:gd name="connsiteY4" fmla="*/ 253 h 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" h="380">
                  <a:moveTo>
                    <a:pt x="634" y="253"/>
                  </a:moveTo>
                  <a:lnTo>
                    <a:pt x="380" y="380"/>
                  </a:lnTo>
                  <a:lnTo>
                    <a:pt x="0" y="253"/>
                  </a:lnTo>
                  <a:lnTo>
                    <a:pt x="380" y="0"/>
                  </a:lnTo>
                  <a:lnTo>
                    <a:pt x="634" y="25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25" name="Freeform: Shape 4324">
              <a:extLst>
                <a:ext uri="{FF2B5EF4-FFF2-40B4-BE49-F238E27FC236}">
                  <a16:creationId xmlns:a16="http://schemas.microsoft.com/office/drawing/2014/main" id="{026375B6-239D-BC26-F20A-87F29C43DA1C}"/>
                </a:ext>
              </a:extLst>
            </p:cNvPr>
            <p:cNvSpPr/>
            <p:nvPr/>
          </p:nvSpPr>
          <p:spPr>
            <a:xfrm>
              <a:off x="2777799" y="650186"/>
              <a:ext cx="380" cy="380"/>
            </a:xfrm>
            <a:custGeom>
              <a:avLst/>
              <a:gdLst>
                <a:gd name="connsiteX0" fmla="*/ 380 w 380"/>
                <a:gd name="connsiteY0" fmla="*/ 127 h 380"/>
                <a:gd name="connsiteX1" fmla="*/ 254 w 380"/>
                <a:gd name="connsiteY1" fmla="*/ 380 h 380"/>
                <a:gd name="connsiteX2" fmla="*/ 0 w 380"/>
                <a:gd name="connsiteY2" fmla="*/ 127 h 380"/>
                <a:gd name="connsiteX3" fmla="*/ 254 w 380"/>
                <a:gd name="connsiteY3" fmla="*/ 0 h 380"/>
                <a:gd name="connsiteX4" fmla="*/ 380 w 380"/>
                <a:gd name="connsiteY4" fmla="*/ 127 h 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" h="380">
                  <a:moveTo>
                    <a:pt x="380" y="127"/>
                  </a:moveTo>
                  <a:lnTo>
                    <a:pt x="254" y="380"/>
                  </a:lnTo>
                  <a:lnTo>
                    <a:pt x="0" y="127"/>
                  </a:lnTo>
                  <a:lnTo>
                    <a:pt x="254" y="0"/>
                  </a:lnTo>
                  <a:lnTo>
                    <a:pt x="380" y="12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26" name="Freeform: Shape 4325">
              <a:extLst>
                <a:ext uri="{FF2B5EF4-FFF2-40B4-BE49-F238E27FC236}">
                  <a16:creationId xmlns:a16="http://schemas.microsoft.com/office/drawing/2014/main" id="{C100C39C-FDDB-6646-93AD-1F5D24BC7628}"/>
                </a:ext>
              </a:extLst>
            </p:cNvPr>
            <p:cNvSpPr/>
            <p:nvPr/>
          </p:nvSpPr>
          <p:spPr>
            <a:xfrm>
              <a:off x="2873105" y="578833"/>
              <a:ext cx="1394" cy="1013"/>
            </a:xfrm>
            <a:custGeom>
              <a:avLst/>
              <a:gdLst>
                <a:gd name="connsiteX0" fmla="*/ 1394 w 1394"/>
                <a:gd name="connsiteY0" fmla="*/ 507 h 1013"/>
                <a:gd name="connsiteX1" fmla="*/ 634 w 1394"/>
                <a:gd name="connsiteY1" fmla="*/ 1014 h 1013"/>
                <a:gd name="connsiteX2" fmla="*/ 0 w 1394"/>
                <a:gd name="connsiteY2" fmla="*/ 507 h 1013"/>
                <a:gd name="connsiteX3" fmla="*/ 634 w 1394"/>
                <a:gd name="connsiteY3" fmla="*/ 0 h 1013"/>
                <a:gd name="connsiteX4" fmla="*/ 1394 w 1394"/>
                <a:gd name="connsiteY4" fmla="*/ 507 h 1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" h="1013">
                  <a:moveTo>
                    <a:pt x="1394" y="507"/>
                  </a:moveTo>
                  <a:lnTo>
                    <a:pt x="634" y="1014"/>
                  </a:lnTo>
                  <a:lnTo>
                    <a:pt x="0" y="507"/>
                  </a:lnTo>
                  <a:lnTo>
                    <a:pt x="634" y="0"/>
                  </a:lnTo>
                  <a:lnTo>
                    <a:pt x="1394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27" name="Freeform: Shape 4326">
              <a:extLst>
                <a:ext uri="{FF2B5EF4-FFF2-40B4-BE49-F238E27FC236}">
                  <a16:creationId xmlns:a16="http://schemas.microsoft.com/office/drawing/2014/main" id="{AF1CD360-A135-0DDE-BE30-D097F24957EB}"/>
                </a:ext>
              </a:extLst>
            </p:cNvPr>
            <p:cNvSpPr/>
            <p:nvPr/>
          </p:nvSpPr>
          <p:spPr>
            <a:xfrm>
              <a:off x="2970691" y="509382"/>
              <a:ext cx="2408" cy="1901"/>
            </a:xfrm>
            <a:custGeom>
              <a:avLst/>
              <a:gdLst>
                <a:gd name="connsiteX0" fmla="*/ 2408 w 2408"/>
                <a:gd name="connsiteY0" fmla="*/ 1014 h 1901"/>
                <a:gd name="connsiteX1" fmla="*/ 1267 w 2408"/>
                <a:gd name="connsiteY1" fmla="*/ 1901 h 1901"/>
                <a:gd name="connsiteX2" fmla="*/ 0 w 2408"/>
                <a:gd name="connsiteY2" fmla="*/ 1014 h 1901"/>
                <a:gd name="connsiteX3" fmla="*/ 1267 w 2408"/>
                <a:gd name="connsiteY3" fmla="*/ 0 h 1901"/>
                <a:gd name="connsiteX4" fmla="*/ 2408 w 2408"/>
                <a:gd name="connsiteY4" fmla="*/ 1014 h 1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8" h="1901">
                  <a:moveTo>
                    <a:pt x="2408" y="1014"/>
                  </a:moveTo>
                  <a:lnTo>
                    <a:pt x="1267" y="1901"/>
                  </a:lnTo>
                  <a:lnTo>
                    <a:pt x="0" y="1014"/>
                  </a:lnTo>
                  <a:lnTo>
                    <a:pt x="1267" y="0"/>
                  </a:lnTo>
                  <a:lnTo>
                    <a:pt x="2408" y="101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28" name="Freeform: Shape 4327">
              <a:extLst>
                <a:ext uri="{FF2B5EF4-FFF2-40B4-BE49-F238E27FC236}">
                  <a16:creationId xmlns:a16="http://schemas.microsoft.com/office/drawing/2014/main" id="{A7A1BFBA-CEA6-EF89-A124-30F2A4808FA5}"/>
                </a:ext>
              </a:extLst>
            </p:cNvPr>
            <p:cNvSpPr/>
            <p:nvPr/>
          </p:nvSpPr>
          <p:spPr>
            <a:xfrm>
              <a:off x="3070940" y="442339"/>
              <a:ext cx="2914" cy="2407"/>
            </a:xfrm>
            <a:custGeom>
              <a:avLst/>
              <a:gdLst>
                <a:gd name="connsiteX0" fmla="*/ 2915 w 2914"/>
                <a:gd name="connsiteY0" fmla="*/ 1141 h 2407"/>
                <a:gd name="connsiteX1" fmla="*/ 1394 w 2914"/>
                <a:gd name="connsiteY1" fmla="*/ 2408 h 2407"/>
                <a:gd name="connsiteX2" fmla="*/ 0 w 2914"/>
                <a:gd name="connsiteY2" fmla="*/ 1141 h 2407"/>
                <a:gd name="connsiteX3" fmla="*/ 1394 w 2914"/>
                <a:gd name="connsiteY3" fmla="*/ 0 h 2407"/>
                <a:gd name="connsiteX4" fmla="*/ 2915 w 2914"/>
                <a:gd name="connsiteY4" fmla="*/ 1141 h 2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" h="2407">
                  <a:moveTo>
                    <a:pt x="2915" y="1141"/>
                  </a:moveTo>
                  <a:lnTo>
                    <a:pt x="1394" y="2408"/>
                  </a:lnTo>
                  <a:lnTo>
                    <a:pt x="0" y="1141"/>
                  </a:lnTo>
                  <a:lnTo>
                    <a:pt x="1394" y="0"/>
                  </a:lnTo>
                  <a:lnTo>
                    <a:pt x="2915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29" name="Freeform: Shape 4328">
              <a:extLst>
                <a:ext uri="{FF2B5EF4-FFF2-40B4-BE49-F238E27FC236}">
                  <a16:creationId xmlns:a16="http://schemas.microsoft.com/office/drawing/2014/main" id="{3BB4FC26-58D0-60B0-9CE6-9D27CDF65D06}"/>
                </a:ext>
              </a:extLst>
            </p:cNvPr>
            <p:cNvSpPr/>
            <p:nvPr/>
          </p:nvSpPr>
          <p:spPr>
            <a:xfrm>
              <a:off x="3173216" y="377450"/>
              <a:ext cx="3548" cy="2788"/>
            </a:xfrm>
            <a:custGeom>
              <a:avLst/>
              <a:gdLst>
                <a:gd name="connsiteX0" fmla="*/ 3549 w 3548"/>
                <a:gd name="connsiteY0" fmla="*/ 1394 h 2788"/>
                <a:gd name="connsiteX1" fmla="*/ 1774 w 3548"/>
                <a:gd name="connsiteY1" fmla="*/ 2788 h 2788"/>
                <a:gd name="connsiteX2" fmla="*/ 0 w 3548"/>
                <a:gd name="connsiteY2" fmla="*/ 1394 h 2788"/>
                <a:gd name="connsiteX3" fmla="*/ 1774 w 3548"/>
                <a:gd name="connsiteY3" fmla="*/ 0 h 2788"/>
                <a:gd name="connsiteX4" fmla="*/ 3549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9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9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30" name="Freeform: Shape 4329">
              <a:extLst>
                <a:ext uri="{FF2B5EF4-FFF2-40B4-BE49-F238E27FC236}">
                  <a16:creationId xmlns:a16="http://schemas.microsoft.com/office/drawing/2014/main" id="{07A0A1EF-F29A-8E93-F41E-BD5BA8E85022}"/>
                </a:ext>
              </a:extLst>
            </p:cNvPr>
            <p:cNvSpPr/>
            <p:nvPr/>
          </p:nvSpPr>
          <p:spPr>
            <a:xfrm>
              <a:off x="3277393" y="314462"/>
              <a:ext cx="4816" cy="3802"/>
            </a:xfrm>
            <a:custGeom>
              <a:avLst/>
              <a:gdLst>
                <a:gd name="connsiteX0" fmla="*/ 4816 w 4816"/>
                <a:gd name="connsiteY0" fmla="*/ 1901 h 3802"/>
                <a:gd name="connsiteX1" fmla="*/ 2408 w 4816"/>
                <a:gd name="connsiteY1" fmla="*/ 3802 h 3802"/>
                <a:gd name="connsiteX2" fmla="*/ 0 w 4816"/>
                <a:gd name="connsiteY2" fmla="*/ 1901 h 3802"/>
                <a:gd name="connsiteX3" fmla="*/ 2408 w 4816"/>
                <a:gd name="connsiteY3" fmla="*/ 0 h 3802"/>
                <a:gd name="connsiteX4" fmla="*/ 4816 w 4816"/>
                <a:gd name="connsiteY4" fmla="*/ 1901 h 3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16" h="3802">
                  <a:moveTo>
                    <a:pt x="4816" y="1901"/>
                  </a:moveTo>
                  <a:lnTo>
                    <a:pt x="2408" y="3802"/>
                  </a:lnTo>
                  <a:lnTo>
                    <a:pt x="0" y="1901"/>
                  </a:lnTo>
                  <a:lnTo>
                    <a:pt x="2408" y="0"/>
                  </a:lnTo>
                  <a:lnTo>
                    <a:pt x="4816" y="190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31" name="Freeform: Shape 4330">
              <a:extLst>
                <a:ext uri="{FF2B5EF4-FFF2-40B4-BE49-F238E27FC236}">
                  <a16:creationId xmlns:a16="http://schemas.microsoft.com/office/drawing/2014/main" id="{E3517D5E-895E-D9C2-9F88-F29B5254207C}"/>
                </a:ext>
              </a:extLst>
            </p:cNvPr>
            <p:cNvSpPr/>
            <p:nvPr/>
          </p:nvSpPr>
          <p:spPr>
            <a:xfrm>
              <a:off x="3383978" y="254009"/>
              <a:ext cx="5322" cy="4182"/>
            </a:xfrm>
            <a:custGeom>
              <a:avLst/>
              <a:gdLst>
                <a:gd name="connsiteX0" fmla="*/ 5323 w 5322"/>
                <a:gd name="connsiteY0" fmla="*/ 2155 h 4182"/>
                <a:gd name="connsiteX1" fmla="*/ 2661 w 5322"/>
                <a:gd name="connsiteY1" fmla="*/ 4182 h 4182"/>
                <a:gd name="connsiteX2" fmla="*/ 0 w 5322"/>
                <a:gd name="connsiteY2" fmla="*/ 2155 h 4182"/>
                <a:gd name="connsiteX3" fmla="*/ 2661 w 5322"/>
                <a:gd name="connsiteY3" fmla="*/ 0 h 4182"/>
                <a:gd name="connsiteX4" fmla="*/ 5323 w 5322"/>
                <a:gd name="connsiteY4" fmla="*/ 2155 h 4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22" h="4182">
                  <a:moveTo>
                    <a:pt x="5323" y="2155"/>
                  </a:moveTo>
                  <a:lnTo>
                    <a:pt x="2661" y="4182"/>
                  </a:lnTo>
                  <a:lnTo>
                    <a:pt x="0" y="2155"/>
                  </a:lnTo>
                  <a:lnTo>
                    <a:pt x="2661" y="0"/>
                  </a:lnTo>
                  <a:lnTo>
                    <a:pt x="5323" y="215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32" name="Freeform: Shape 4331">
              <a:extLst>
                <a:ext uri="{FF2B5EF4-FFF2-40B4-BE49-F238E27FC236}">
                  <a16:creationId xmlns:a16="http://schemas.microsoft.com/office/drawing/2014/main" id="{A1AF21A2-7699-3447-956D-D587E73F11C5}"/>
                </a:ext>
              </a:extLst>
            </p:cNvPr>
            <p:cNvSpPr/>
            <p:nvPr/>
          </p:nvSpPr>
          <p:spPr>
            <a:xfrm>
              <a:off x="3492337" y="195710"/>
              <a:ext cx="6463" cy="5069"/>
            </a:xfrm>
            <a:custGeom>
              <a:avLst/>
              <a:gdLst>
                <a:gd name="connsiteX0" fmla="*/ 6464 w 6463"/>
                <a:gd name="connsiteY0" fmla="*/ 2535 h 5069"/>
                <a:gd name="connsiteX1" fmla="*/ 3295 w 6463"/>
                <a:gd name="connsiteY1" fmla="*/ 5069 h 5069"/>
                <a:gd name="connsiteX2" fmla="*/ 0 w 6463"/>
                <a:gd name="connsiteY2" fmla="*/ 2535 h 5069"/>
                <a:gd name="connsiteX3" fmla="*/ 3295 w 6463"/>
                <a:gd name="connsiteY3" fmla="*/ 0 h 5069"/>
                <a:gd name="connsiteX4" fmla="*/ 6464 w 6463"/>
                <a:gd name="connsiteY4" fmla="*/ 2535 h 5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069">
                  <a:moveTo>
                    <a:pt x="6464" y="2535"/>
                  </a:moveTo>
                  <a:lnTo>
                    <a:pt x="3295" y="5069"/>
                  </a:lnTo>
                  <a:lnTo>
                    <a:pt x="0" y="2535"/>
                  </a:lnTo>
                  <a:lnTo>
                    <a:pt x="3295" y="0"/>
                  </a:lnTo>
                  <a:lnTo>
                    <a:pt x="6464" y="253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33" name="Freeform: Shape 4332">
              <a:extLst>
                <a:ext uri="{FF2B5EF4-FFF2-40B4-BE49-F238E27FC236}">
                  <a16:creationId xmlns:a16="http://schemas.microsoft.com/office/drawing/2014/main" id="{53FBBC61-400B-1708-6A42-ADDD7FC3506F}"/>
                </a:ext>
              </a:extLst>
            </p:cNvPr>
            <p:cNvSpPr/>
            <p:nvPr/>
          </p:nvSpPr>
          <p:spPr>
            <a:xfrm>
              <a:off x="3602470" y="139566"/>
              <a:ext cx="7857" cy="6210"/>
            </a:xfrm>
            <a:custGeom>
              <a:avLst/>
              <a:gdLst>
                <a:gd name="connsiteX0" fmla="*/ 7858 w 7857"/>
                <a:gd name="connsiteY0" fmla="*/ 3042 h 6210"/>
                <a:gd name="connsiteX1" fmla="*/ 3929 w 7857"/>
                <a:gd name="connsiteY1" fmla="*/ 6210 h 6210"/>
                <a:gd name="connsiteX2" fmla="*/ 0 w 7857"/>
                <a:gd name="connsiteY2" fmla="*/ 3042 h 6210"/>
                <a:gd name="connsiteX3" fmla="*/ 3929 w 7857"/>
                <a:gd name="connsiteY3" fmla="*/ 0 h 6210"/>
                <a:gd name="connsiteX4" fmla="*/ 7858 w 7857"/>
                <a:gd name="connsiteY4" fmla="*/ 3042 h 6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57" h="6210">
                  <a:moveTo>
                    <a:pt x="7858" y="3042"/>
                  </a:moveTo>
                  <a:lnTo>
                    <a:pt x="3929" y="6210"/>
                  </a:lnTo>
                  <a:lnTo>
                    <a:pt x="0" y="3042"/>
                  </a:lnTo>
                  <a:lnTo>
                    <a:pt x="3929" y="0"/>
                  </a:lnTo>
                  <a:lnTo>
                    <a:pt x="7858" y="30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34" name="Freeform: Shape 4333">
              <a:extLst>
                <a:ext uri="{FF2B5EF4-FFF2-40B4-BE49-F238E27FC236}">
                  <a16:creationId xmlns:a16="http://schemas.microsoft.com/office/drawing/2014/main" id="{4862400D-DBD5-F014-4469-9ED1EAAEC3C1}"/>
                </a:ext>
              </a:extLst>
            </p:cNvPr>
            <p:cNvSpPr/>
            <p:nvPr/>
          </p:nvSpPr>
          <p:spPr>
            <a:xfrm>
              <a:off x="3715139" y="86337"/>
              <a:ext cx="7857" cy="6210"/>
            </a:xfrm>
            <a:custGeom>
              <a:avLst/>
              <a:gdLst>
                <a:gd name="connsiteX0" fmla="*/ 7858 w 7857"/>
                <a:gd name="connsiteY0" fmla="*/ 3168 h 6210"/>
                <a:gd name="connsiteX1" fmla="*/ 3929 w 7857"/>
                <a:gd name="connsiteY1" fmla="*/ 6210 h 6210"/>
                <a:gd name="connsiteX2" fmla="*/ 0 w 7857"/>
                <a:gd name="connsiteY2" fmla="*/ 3168 h 6210"/>
                <a:gd name="connsiteX3" fmla="*/ 3929 w 7857"/>
                <a:gd name="connsiteY3" fmla="*/ 0 h 6210"/>
                <a:gd name="connsiteX4" fmla="*/ 7858 w 7857"/>
                <a:gd name="connsiteY4" fmla="*/ 3168 h 6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57" h="6210">
                  <a:moveTo>
                    <a:pt x="7858" y="3168"/>
                  </a:moveTo>
                  <a:lnTo>
                    <a:pt x="3929" y="6210"/>
                  </a:lnTo>
                  <a:lnTo>
                    <a:pt x="0" y="3168"/>
                  </a:lnTo>
                  <a:lnTo>
                    <a:pt x="3929" y="0"/>
                  </a:lnTo>
                  <a:lnTo>
                    <a:pt x="7858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35" name="Freeform: Shape 4334">
              <a:extLst>
                <a:ext uri="{FF2B5EF4-FFF2-40B4-BE49-F238E27FC236}">
                  <a16:creationId xmlns:a16="http://schemas.microsoft.com/office/drawing/2014/main" id="{30FE1324-D90C-783F-B855-A83C96A0438B}"/>
                </a:ext>
              </a:extLst>
            </p:cNvPr>
            <p:cNvSpPr/>
            <p:nvPr/>
          </p:nvSpPr>
          <p:spPr>
            <a:xfrm>
              <a:off x="3829328" y="35263"/>
              <a:ext cx="8364" cy="6717"/>
            </a:xfrm>
            <a:custGeom>
              <a:avLst/>
              <a:gdLst>
                <a:gd name="connsiteX0" fmla="*/ 8365 w 8364"/>
                <a:gd name="connsiteY0" fmla="*/ 3422 h 6717"/>
                <a:gd name="connsiteX1" fmla="*/ 4183 w 8364"/>
                <a:gd name="connsiteY1" fmla="*/ 6717 h 6717"/>
                <a:gd name="connsiteX2" fmla="*/ 0 w 8364"/>
                <a:gd name="connsiteY2" fmla="*/ 3422 h 6717"/>
                <a:gd name="connsiteX3" fmla="*/ 4183 w 8364"/>
                <a:gd name="connsiteY3" fmla="*/ 0 h 6717"/>
                <a:gd name="connsiteX4" fmla="*/ 8365 w 8364"/>
                <a:gd name="connsiteY4" fmla="*/ 3422 h 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64" h="6717">
                  <a:moveTo>
                    <a:pt x="8365" y="3422"/>
                  </a:moveTo>
                  <a:lnTo>
                    <a:pt x="4183" y="6717"/>
                  </a:lnTo>
                  <a:lnTo>
                    <a:pt x="0" y="3422"/>
                  </a:lnTo>
                  <a:lnTo>
                    <a:pt x="4183" y="0"/>
                  </a:lnTo>
                  <a:lnTo>
                    <a:pt x="8365" y="342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36" name="Freeform: Shape 4335">
              <a:extLst>
                <a:ext uri="{FF2B5EF4-FFF2-40B4-BE49-F238E27FC236}">
                  <a16:creationId xmlns:a16="http://schemas.microsoft.com/office/drawing/2014/main" id="{C6AC78E4-3646-AC0C-58EB-901E847695DC}"/>
                </a:ext>
              </a:extLst>
            </p:cNvPr>
            <p:cNvSpPr/>
            <p:nvPr/>
          </p:nvSpPr>
          <p:spPr>
            <a:xfrm>
              <a:off x="8469131" y="33235"/>
              <a:ext cx="37133" cy="20151"/>
            </a:xfrm>
            <a:custGeom>
              <a:avLst/>
              <a:gdLst>
                <a:gd name="connsiteX0" fmla="*/ 18504 w 37133"/>
                <a:gd name="connsiteY0" fmla="*/ 20151 h 20151"/>
                <a:gd name="connsiteX1" fmla="*/ 37134 w 37133"/>
                <a:gd name="connsiteY1" fmla="*/ 5450 h 20151"/>
                <a:gd name="connsiteX2" fmla="*/ 35740 w 37133"/>
                <a:gd name="connsiteY2" fmla="*/ 0 h 20151"/>
                <a:gd name="connsiteX3" fmla="*/ 1394 w 37133"/>
                <a:gd name="connsiteY3" fmla="*/ 0 h 20151"/>
                <a:gd name="connsiteX4" fmla="*/ 0 w 37133"/>
                <a:gd name="connsiteY4" fmla="*/ 5450 h 20151"/>
                <a:gd name="connsiteX5" fmla="*/ 18504 w 37133"/>
                <a:gd name="connsiteY5" fmla="*/ 20151 h 20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133" h="20151">
                  <a:moveTo>
                    <a:pt x="18504" y="20151"/>
                  </a:moveTo>
                  <a:cubicBezTo>
                    <a:pt x="28769" y="20151"/>
                    <a:pt x="37134" y="13561"/>
                    <a:pt x="37134" y="5450"/>
                  </a:cubicBezTo>
                  <a:lnTo>
                    <a:pt x="35740" y="0"/>
                  </a:lnTo>
                  <a:lnTo>
                    <a:pt x="1394" y="0"/>
                  </a:lnTo>
                  <a:lnTo>
                    <a:pt x="0" y="5450"/>
                  </a:lnTo>
                  <a:cubicBezTo>
                    <a:pt x="0" y="13561"/>
                    <a:pt x="8364" y="20151"/>
                    <a:pt x="18504" y="2015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37" name="Freeform: Shape 4336">
              <a:extLst>
                <a:ext uri="{FF2B5EF4-FFF2-40B4-BE49-F238E27FC236}">
                  <a16:creationId xmlns:a16="http://schemas.microsoft.com/office/drawing/2014/main" id="{7F96709C-E574-93F7-F000-601C5B5BEB1C}"/>
                </a:ext>
              </a:extLst>
            </p:cNvPr>
            <p:cNvSpPr/>
            <p:nvPr/>
          </p:nvSpPr>
          <p:spPr>
            <a:xfrm>
              <a:off x="8583701" y="74678"/>
              <a:ext cx="37007" cy="29402"/>
            </a:xfrm>
            <a:custGeom>
              <a:avLst/>
              <a:gdLst>
                <a:gd name="connsiteX0" fmla="*/ 37007 w 37007"/>
                <a:gd name="connsiteY0" fmla="*/ 14701 h 29402"/>
                <a:gd name="connsiteX1" fmla="*/ 18504 w 37007"/>
                <a:gd name="connsiteY1" fmla="*/ 29403 h 29402"/>
                <a:gd name="connsiteX2" fmla="*/ 0 w 37007"/>
                <a:gd name="connsiteY2" fmla="*/ 14701 h 29402"/>
                <a:gd name="connsiteX3" fmla="*/ 18504 w 37007"/>
                <a:gd name="connsiteY3" fmla="*/ 0 h 29402"/>
                <a:gd name="connsiteX4" fmla="*/ 37007 w 37007"/>
                <a:gd name="connsiteY4" fmla="*/ 14701 h 29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007" h="29402">
                  <a:moveTo>
                    <a:pt x="37007" y="14701"/>
                  </a:moveTo>
                  <a:cubicBezTo>
                    <a:pt x="37007" y="22812"/>
                    <a:pt x="28642" y="29403"/>
                    <a:pt x="18504" y="29403"/>
                  </a:cubicBezTo>
                  <a:cubicBezTo>
                    <a:pt x="8365" y="29403"/>
                    <a:pt x="0" y="22812"/>
                    <a:pt x="0" y="14701"/>
                  </a:cubicBezTo>
                  <a:cubicBezTo>
                    <a:pt x="0" y="6590"/>
                    <a:pt x="8365" y="0"/>
                    <a:pt x="18504" y="0"/>
                  </a:cubicBezTo>
                  <a:cubicBezTo>
                    <a:pt x="28642" y="0"/>
                    <a:pt x="37007" y="6590"/>
                    <a:pt x="37007" y="1470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38" name="Freeform: Shape 4337">
              <a:extLst>
                <a:ext uri="{FF2B5EF4-FFF2-40B4-BE49-F238E27FC236}">
                  <a16:creationId xmlns:a16="http://schemas.microsoft.com/office/drawing/2014/main" id="{68898EFF-30D8-FD06-86FF-4A1336E16BBF}"/>
                </a:ext>
              </a:extLst>
            </p:cNvPr>
            <p:cNvSpPr/>
            <p:nvPr/>
          </p:nvSpPr>
          <p:spPr>
            <a:xfrm>
              <a:off x="8695735" y="127526"/>
              <a:ext cx="38020" cy="30163"/>
            </a:xfrm>
            <a:custGeom>
              <a:avLst/>
              <a:gdLst>
                <a:gd name="connsiteX0" fmla="*/ 38021 w 38020"/>
                <a:gd name="connsiteY0" fmla="*/ 15082 h 30163"/>
                <a:gd name="connsiteX1" fmla="*/ 19010 w 38020"/>
                <a:gd name="connsiteY1" fmla="*/ 30163 h 30163"/>
                <a:gd name="connsiteX2" fmla="*/ 0 w 38020"/>
                <a:gd name="connsiteY2" fmla="*/ 15082 h 30163"/>
                <a:gd name="connsiteX3" fmla="*/ 19010 w 38020"/>
                <a:gd name="connsiteY3" fmla="*/ 0 h 30163"/>
                <a:gd name="connsiteX4" fmla="*/ 38021 w 38020"/>
                <a:gd name="connsiteY4" fmla="*/ 15082 h 30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0" h="30163">
                  <a:moveTo>
                    <a:pt x="38021" y="15082"/>
                  </a:moveTo>
                  <a:cubicBezTo>
                    <a:pt x="38021" y="23446"/>
                    <a:pt x="29530" y="30163"/>
                    <a:pt x="19010" y="30163"/>
                  </a:cubicBezTo>
                  <a:cubicBezTo>
                    <a:pt x="8491" y="30163"/>
                    <a:pt x="0" y="23446"/>
                    <a:pt x="0" y="15082"/>
                  </a:cubicBezTo>
                  <a:cubicBezTo>
                    <a:pt x="0" y="6717"/>
                    <a:pt x="8491" y="0"/>
                    <a:pt x="19010" y="0"/>
                  </a:cubicBezTo>
                  <a:cubicBezTo>
                    <a:pt x="29530" y="0"/>
                    <a:pt x="38021" y="6717"/>
                    <a:pt x="38021" y="1508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39" name="Freeform: Shape 4338">
              <a:extLst>
                <a:ext uri="{FF2B5EF4-FFF2-40B4-BE49-F238E27FC236}">
                  <a16:creationId xmlns:a16="http://schemas.microsoft.com/office/drawing/2014/main" id="{0EB060EA-C6DB-CDE6-A050-CAF494E77F55}"/>
                </a:ext>
              </a:extLst>
            </p:cNvPr>
            <p:cNvSpPr/>
            <p:nvPr/>
          </p:nvSpPr>
          <p:spPr>
            <a:xfrm>
              <a:off x="8806503" y="183164"/>
              <a:ext cx="38020" cy="30163"/>
            </a:xfrm>
            <a:custGeom>
              <a:avLst/>
              <a:gdLst>
                <a:gd name="connsiteX0" fmla="*/ 38021 w 38020"/>
                <a:gd name="connsiteY0" fmla="*/ 15082 h 30163"/>
                <a:gd name="connsiteX1" fmla="*/ 19010 w 38020"/>
                <a:gd name="connsiteY1" fmla="*/ 30163 h 30163"/>
                <a:gd name="connsiteX2" fmla="*/ 0 w 38020"/>
                <a:gd name="connsiteY2" fmla="*/ 15082 h 30163"/>
                <a:gd name="connsiteX3" fmla="*/ 19010 w 38020"/>
                <a:gd name="connsiteY3" fmla="*/ 0 h 30163"/>
                <a:gd name="connsiteX4" fmla="*/ 38021 w 38020"/>
                <a:gd name="connsiteY4" fmla="*/ 15082 h 30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0" h="30163">
                  <a:moveTo>
                    <a:pt x="38021" y="15082"/>
                  </a:moveTo>
                  <a:cubicBezTo>
                    <a:pt x="38021" y="23446"/>
                    <a:pt x="29530" y="30163"/>
                    <a:pt x="19010" y="30163"/>
                  </a:cubicBezTo>
                  <a:cubicBezTo>
                    <a:pt x="8491" y="30163"/>
                    <a:pt x="0" y="23446"/>
                    <a:pt x="0" y="15082"/>
                  </a:cubicBezTo>
                  <a:cubicBezTo>
                    <a:pt x="0" y="6717"/>
                    <a:pt x="8491" y="0"/>
                    <a:pt x="19010" y="0"/>
                  </a:cubicBezTo>
                  <a:cubicBezTo>
                    <a:pt x="29530" y="0"/>
                    <a:pt x="38021" y="6717"/>
                    <a:pt x="38021" y="1508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40" name="Freeform: Shape 4339">
              <a:extLst>
                <a:ext uri="{FF2B5EF4-FFF2-40B4-BE49-F238E27FC236}">
                  <a16:creationId xmlns:a16="http://schemas.microsoft.com/office/drawing/2014/main" id="{63A48213-E346-4EA4-89D7-D0819002FD37}"/>
                </a:ext>
              </a:extLst>
            </p:cNvPr>
            <p:cNvSpPr/>
            <p:nvPr/>
          </p:nvSpPr>
          <p:spPr>
            <a:xfrm>
              <a:off x="8915495" y="241082"/>
              <a:ext cx="37894" cy="30163"/>
            </a:xfrm>
            <a:custGeom>
              <a:avLst/>
              <a:gdLst>
                <a:gd name="connsiteX0" fmla="*/ 37895 w 37894"/>
                <a:gd name="connsiteY0" fmla="*/ 15082 h 30163"/>
                <a:gd name="connsiteX1" fmla="*/ 19010 w 37894"/>
                <a:gd name="connsiteY1" fmla="*/ 30163 h 30163"/>
                <a:gd name="connsiteX2" fmla="*/ 0 w 37894"/>
                <a:gd name="connsiteY2" fmla="*/ 15082 h 30163"/>
                <a:gd name="connsiteX3" fmla="*/ 19010 w 37894"/>
                <a:gd name="connsiteY3" fmla="*/ 0 h 30163"/>
                <a:gd name="connsiteX4" fmla="*/ 37895 w 37894"/>
                <a:gd name="connsiteY4" fmla="*/ 15082 h 30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894" h="30163">
                  <a:moveTo>
                    <a:pt x="37895" y="15082"/>
                  </a:moveTo>
                  <a:cubicBezTo>
                    <a:pt x="37895" y="23446"/>
                    <a:pt x="29403" y="30163"/>
                    <a:pt x="19010" y="30163"/>
                  </a:cubicBezTo>
                  <a:cubicBezTo>
                    <a:pt x="8619" y="30163"/>
                    <a:pt x="0" y="23446"/>
                    <a:pt x="0" y="15082"/>
                  </a:cubicBezTo>
                  <a:cubicBezTo>
                    <a:pt x="0" y="6717"/>
                    <a:pt x="8492" y="0"/>
                    <a:pt x="19010" y="0"/>
                  </a:cubicBezTo>
                  <a:cubicBezTo>
                    <a:pt x="29530" y="0"/>
                    <a:pt x="37895" y="6717"/>
                    <a:pt x="37895" y="1508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41" name="Freeform: Shape 4340">
              <a:extLst>
                <a:ext uri="{FF2B5EF4-FFF2-40B4-BE49-F238E27FC236}">
                  <a16:creationId xmlns:a16="http://schemas.microsoft.com/office/drawing/2014/main" id="{C3711542-5296-8FC3-33CA-E532DD76E9B6}"/>
                </a:ext>
              </a:extLst>
            </p:cNvPr>
            <p:cNvSpPr/>
            <p:nvPr/>
          </p:nvSpPr>
          <p:spPr>
            <a:xfrm>
              <a:off x="9022081" y="301028"/>
              <a:ext cx="38654" cy="30670"/>
            </a:xfrm>
            <a:custGeom>
              <a:avLst/>
              <a:gdLst>
                <a:gd name="connsiteX0" fmla="*/ 38654 w 38654"/>
                <a:gd name="connsiteY0" fmla="*/ 15335 h 30670"/>
                <a:gd name="connsiteX1" fmla="*/ 19264 w 38654"/>
                <a:gd name="connsiteY1" fmla="*/ 30670 h 30670"/>
                <a:gd name="connsiteX2" fmla="*/ 0 w 38654"/>
                <a:gd name="connsiteY2" fmla="*/ 15335 h 30670"/>
                <a:gd name="connsiteX3" fmla="*/ 19264 w 38654"/>
                <a:gd name="connsiteY3" fmla="*/ 0 h 30670"/>
                <a:gd name="connsiteX4" fmla="*/ 38654 w 38654"/>
                <a:gd name="connsiteY4" fmla="*/ 15335 h 30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654" h="30670">
                  <a:moveTo>
                    <a:pt x="38654" y="15335"/>
                  </a:moveTo>
                  <a:cubicBezTo>
                    <a:pt x="38654" y="23826"/>
                    <a:pt x="29910" y="30670"/>
                    <a:pt x="19264" y="30670"/>
                  </a:cubicBezTo>
                  <a:cubicBezTo>
                    <a:pt x="8618" y="30670"/>
                    <a:pt x="0" y="23826"/>
                    <a:pt x="0" y="15335"/>
                  </a:cubicBezTo>
                  <a:cubicBezTo>
                    <a:pt x="0" y="6844"/>
                    <a:pt x="8618" y="0"/>
                    <a:pt x="19264" y="0"/>
                  </a:cubicBezTo>
                  <a:cubicBezTo>
                    <a:pt x="29910" y="0"/>
                    <a:pt x="38654" y="6844"/>
                    <a:pt x="38654" y="153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42" name="Freeform: Shape 4341">
              <a:extLst>
                <a:ext uri="{FF2B5EF4-FFF2-40B4-BE49-F238E27FC236}">
                  <a16:creationId xmlns:a16="http://schemas.microsoft.com/office/drawing/2014/main" id="{45242B42-7978-120B-83E2-29862E32A363}"/>
                </a:ext>
              </a:extLst>
            </p:cNvPr>
            <p:cNvSpPr/>
            <p:nvPr/>
          </p:nvSpPr>
          <p:spPr>
            <a:xfrm>
              <a:off x="9126891" y="363509"/>
              <a:ext cx="38654" cy="30670"/>
            </a:xfrm>
            <a:custGeom>
              <a:avLst/>
              <a:gdLst>
                <a:gd name="connsiteX0" fmla="*/ 38654 w 38654"/>
                <a:gd name="connsiteY0" fmla="*/ 15335 h 30670"/>
                <a:gd name="connsiteX1" fmla="*/ 19263 w 38654"/>
                <a:gd name="connsiteY1" fmla="*/ 30670 h 30670"/>
                <a:gd name="connsiteX2" fmla="*/ 0 w 38654"/>
                <a:gd name="connsiteY2" fmla="*/ 15335 h 30670"/>
                <a:gd name="connsiteX3" fmla="*/ 19263 w 38654"/>
                <a:gd name="connsiteY3" fmla="*/ 0 h 30670"/>
                <a:gd name="connsiteX4" fmla="*/ 38654 w 38654"/>
                <a:gd name="connsiteY4" fmla="*/ 15335 h 30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654" h="30670">
                  <a:moveTo>
                    <a:pt x="38654" y="15335"/>
                  </a:moveTo>
                  <a:cubicBezTo>
                    <a:pt x="38654" y="23826"/>
                    <a:pt x="30036" y="30670"/>
                    <a:pt x="19263" y="30670"/>
                  </a:cubicBezTo>
                  <a:cubicBezTo>
                    <a:pt x="8491" y="30670"/>
                    <a:pt x="0" y="23826"/>
                    <a:pt x="0" y="15335"/>
                  </a:cubicBezTo>
                  <a:cubicBezTo>
                    <a:pt x="0" y="6844"/>
                    <a:pt x="8618" y="0"/>
                    <a:pt x="19263" y="0"/>
                  </a:cubicBezTo>
                  <a:cubicBezTo>
                    <a:pt x="29910" y="0"/>
                    <a:pt x="38654" y="6844"/>
                    <a:pt x="38654" y="153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43" name="Freeform: Shape 4342">
              <a:extLst>
                <a:ext uri="{FF2B5EF4-FFF2-40B4-BE49-F238E27FC236}">
                  <a16:creationId xmlns:a16="http://schemas.microsoft.com/office/drawing/2014/main" id="{F7BD09AD-20BF-023A-2203-44C908208EAA}"/>
                </a:ext>
              </a:extLst>
            </p:cNvPr>
            <p:cNvSpPr/>
            <p:nvPr/>
          </p:nvSpPr>
          <p:spPr>
            <a:xfrm>
              <a:off x="9229041" y="427764"/>
              <a:ext cx="39668" cy="31430"/>
            </a:xfrm>
            <a:custGeom>
              <a:avLst/>
              <a:gdLst>
                <a:gd name="connsiteX0" fmla="*/ 39668 w 39668"/>
                <a:gd name="connsiteY0" fmla="*/ 15715 h 31430"/>
                <a:gd name="connsiteX1" fmla="*/ 19898 w 39668"/>
                <a:gd name="connsiteY1" fmla="*/ 31431 h 31430"/>
                <a:gd name="connsiteX2" fmla="*/ 0 w 39668"/>
                <a:gd name="connsiteY2" fmla="*/ 15715 h 31430"/>
                <a:gd name="connsiteX3" fmla="*/ 19898 w 39668"/>
                <a:gd name="connsiteY3" fmla="*/ 0 h 31430"/>
                <a:gd name="connsiteX4" fmla="*/ 39668 w 39668"/>
                <a:gd name="connsiteY4" fmla="*/ 15715 h 31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668" h="31430">
                  <a:moveTo>
                    <a:pt x="39668" y="15715"/>
                  </a:moveTo>
                  <a:cubicBezTo>
                    <a:pt x="39668" y="24460"/>
                    <a:pt x="30797" y="31431"/>
                    <a:pt x="19898" y="31431"/>
                  </a:cubicBezTo>
                  <a:cubicBezTo>
                    <a:pt x="8998" y="31431"/>
                    <a:pt x="0" y="24333"/>
                    <a:pt x="0" y="15715"/>
                  </a:cubicBezTo>
                  <a:cubicBezTo>
                    <a:pt x="0" y="7097"/>
                    <a:pt x="8871" y="0"/>
                    <a:pt x="19898" y="0"/>
                  </a:cubicBezTo>
                  <a:cubicBezTo>
                    <a:pt x="30924" y="0"/>
                    <a:pt x="39668" y="7097"/>
                    <a:pt x="39668" y="1571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44" name="Freeform: Shape 4343">
              <a:extLst>
                <a:ext uri="{FF2B5EF4-FFF2-40B4-BE49-F238E27FC236}">
                  <a16:creationId xmlns:a16="http://schemas.microsoft.com/office/drawing/2014/main" id="{AA837CB2-C6AF-0D8D-46F5-84C9DDB13C83}"/>
                </a:ext>
              </a:extLst>
            </p:cNvPr>
            <p:cNvSpPr/>
            <p:nvPr/>
          </p:nvSpPr>
          <p:spPr>
            <a:xfrm>
              <a:off x="9329922" y="495061"/>
              <a:ext cx="38654" cy="30670"/>
            </a:xfrm>
            <a:custGeom>
              <a:avLst/>
              <a:gdLst>
                <a:gd name="connsiteX0" fmla="*/ 38654 w 38654"/>
                <a:gd name="connsiteY0" fmla="*/ 15335 h 30670"/>
                <a:gd name="connsiteX1" fmla="*/ 19391 w 38654"/>
                <a:gd name="connsiteY1" fmla="*/ 30670 h 30670"/>
                <a:gd name="connsiteX2" fmla="*/ 0 w 38654"/>
                <a:gd name="connsiteY2" fmla="*/ 15335 h 30670"/>
                <a:gd name="connsiteX3" fmla="*/ 19391 w 38654"/>
                <a:gd name="connsiteY3" fmla="*/ 0 h 30670"/>
                <a:gd name="connsiteX4" fmla="*/ 38654 w 38654"/>
                <a:gd name="connsiteY4" fmla="*/ 15335 h 30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654" h="30670">
                  <a:moveTo>
                    <a:pt x="38654" y="15335"/>
                  </a:moveTo>
                  <a:cubicBezTo>
                    <a:pt x="38654" y="23826"/>
                    <a:pt x="30036" y="30670"/>
                    <a:pt x="19391" y="30670"/>
                  </a:cubicBezTo>
                  <a:cubicBezTo>
                    <a:pt x="8745" y="30670"/>
                    <a:pt x="0" y="23826"/>
                    <a:pt x="0" y="15335"/>
                  </a:cubicBezTo>
                  <a:cubicBezTo>
                    <a:pt x="0" y="6844"/>
                    <a:pt x="8745" y="0"/>
                    <a:pt x="19391" y="0"/>
                  </a:cubicBezTo>
                  <a:cubicBezTo>
                    <a:pt x="30036" y="0"/>
                    <a:pt x="38654" y="6844"/>
                    <a:pt x="38654" y="153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45" name="Freeform: Shape 4344">
              <a:extLst>
                <a:ext uri="{FF2B5EF4-FFF2-40B4-BE49-F238E27FC236}">
                  <a16:creationId xmlns:a16="http://schemas.microsoft.com/office/drawing/2014/main" id="{ACEA22AA-4F51-EABF-ACE2-87E4EF30C735}"/>
                </a:ext>
              </a:extLst>
            </p:cNvPr>
            <p:cNvSpPr/>
            <p:nvPr/>
          </p:nvSpPr>
          <p:spPr>
            <a:xfrm>
              <a:off x="9428142" y="564005"/>
              <a:ext cx="38654" cy="30670"/>
            </a:xfrm>
            <a:custGeom>
              <a:avLst/>
              <a:gdLst>
                <a:gd name="connsiteX0" fmla="*/ 38654 w 38654"/>
                <a:gd name="connsiteY0" fmla="*/ 15335 h 30670"/>
                <a:gd name="connsiteX1" fmla="*/ 19264 w 38654"/>
                <a:gd name="connsiteY1" fmla="*/ 30670 h 30670"/>
                <a:gd name="connsiteX2" fmla="*/ 0 w 38654"/>
                <a:gd name="connsiteY2" fmla="*/ 15335 h 30670"/>
                <a:gd name="connsiteX3" fmla="*/ 19264 w 38654"/>
                <a:gd name="connsiteY3" fmla="*/ 0 h 30670"/>
                <a:gd name="connsiteX4" fmla="*/ 38654 w 38654"/>
                <a:gd name="connsiteY4" fmla="*/ 15335 h 30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654" h="30670">
                  <a:moveTo>
                    <a:pt x="38654" y="15335"/>
                  </a:moveTo>
                  <a:cubicBezTo>
                    <a:pt x="38654" y="23826"/>
                    <a:pt x="30036" y="30670"/>
                    <a:pt x="19264" y="30670"/>
                  </a:cubicBezTo>
                  <a:cubicBezTo>
                    <a:pt x="8492" y="30670"/>
                    <a:pt x="0" y="23826"/>
                    <a:pt x="0" y="15335"/>
                  </a:cubicBezTo>
                  <a:cubicBezTo>
                    <a:pt x="0" y="6844"/>
                    <a:pt x="8618" y="0"/>
                    <a:pt x="19264" y="0"/>
                  </a:cubicBezTo>
                  <a:cubicBezTo>
                    <a:pt x="29910" y="0"/>
                    <a:pt x="38654" y="6844"/>
                    <a:pt x="38654" y="153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46" name="Freeform: Shape 4345">
              <a:extLst>
                <a:ext uri="{FF2B5EF4-FFF2-40B4-BE49-F238E27FC236}">
                  <a16:creationId xmlns:a16="http://schemas.microsoft.com/office/drawing/2014/main" id="{1A2724D2-6A7B-4785-0933-51629DB59FB7}"/>
                </a:ext>
              </a:extLst>
            </p:cNvPr>
            <p:cNvSpPr/>
            <p:nvPr/>
          </p:nvSpPr>
          <p:spPr>
            <a:xfrm>
              <a:off x="9523828" y="634977"/>
              <a:ext cx="38655" cy="30670"/>
            </a:xfrm>
            <a:custGeom>
              <a:avLst/>
              <a:gdLst>
                <a:gd name="connsiteX0" fmla="*/ 38655 w 38655"/>
                <a:gd name="connsiteY0" fmla="*/ 15335 h 30670"/>
                <a:gd name="connsiteX1" fmla="*/ 19391 w 38655"/>
                <a:gd name="connsiteY1" fmla="*/ 30670 h 30670"/>
                <a:gd name="connsiteX2" fmla="*/ 0 w 38655"/>
                <a:gd name="connsiteY2" fmla="*/ 15335 h 30670"/>
                <a:gd name="connsiteX3" fmla="*/ 19391 w 38655"/>
                <a:gd name="connsiteY3" fmla="*/ 0 h 30670"/>
                <a:gd name="connsiteX4" fmla="*/ 38655 w 38655"/>
                <a:gd name="connsiteY4" fmla="*/ 15335 h 30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655" h="30670">
                  <a:moveTo>
                    <a:pt x="38655" y="15335"/>
                  </a:moveTo>
                  <a:cubicBezTo>
                    <a:pt x="38655" y="23826"/>
                    <a:pt x="30037" y="30670"/>
                    <a:pt x="19391" y="30670"/>
                  </a:cubicBezTo>
                  <a:cubicBezTo>
                    <a:pt x="8745" y="30670"/>
                    <a:pt x="0" y="23826"/>
                    <a:pt x="0" y="15335"/>
                  </a:cubicBezTo>
                  <a:cubicBezTo>
                    <a:pt x="0" y="6844"/>
                    <a:pt x="8745" y="0"/>
                    <a:pt x="19391" y="0"/>
                  </a:cubicBezTo>
                  <a:cubicBezTo>
                    <a:pt x="30037" y="0"/>
                    <a:pt x="38655" y="6844"/>
                    <a:pt x="38655" y="153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47" name="Freeform: Shape 4346">
              <a:extLst>
                <a:ext uri="{FF2B5EF4-FFF2-40B4-BE49-F238E27FC236}">
                  <a16:creationId xmlns:a16="http://schemas.microsoft.com/office/drawing/2014/main" id="{56405BAA-66FC-0A44-5408-7B07888BCD4D}"/>
                </a:ext>
              </a:extLst>
            </p:cNvPr>
            <p:cNvSpPr/>
            <p:nvPr/>
          </p:nvSpPr>
          <p:spPr>
            <a:xfrm>
              <a:off x="9616726" y="707724"/>
              <a:ext cx="39668" cy="31430"/>
            </a:xfrm>
            <a:custGeom>
              <a:avLst/>
              <a:gdLst>
                <a:gd name="connsiteX0" fmla="*/ 39668 w 39668"/>
                <a:gd name="connsiteY0" fmla="*/ 15715 h 31430"/>
                <a:gd name="connsiteX1" fmla="*/ 19898 w 39668"/>
                <a:gd name="connsiteY1" fmla="*/ 31431 h 31430"/>
                <a:gd name="connsiteX2" fmla="*/ 0 w 39668"/>
                <a:gd name="connsiteY2" fmla="*/ 15715 h 31430"/>
                <a:gd name="connsiteX3" fmla="*/ 19898 w 39668"/>
                <a:gd name="connsiteY3" fmla="*/ 0 h 31430"/>
                <a:gd name="connsiteX4" fmla="*/ 39668 w 39668"/>
                <a:gd name="connsiteY4" fmla="*/ 15715 h 31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668" h="31430">
                  <a:moveTo>
                    <a:pt x="39668" y="15715"/>
                  </a:moveTo>
                  <a:cubicBezTo>
                    <a:pt x="39668" y="24460"/>
                    <a:pt x="30797" y="31431"/>
                    <a:pt x="19898" y="31431"/>
                  </a:cubicBezTo>
                  <a:cubicBezTo>
                    <a:pt x="8999" y="31431"/>
                    <a:pt x="0" y="24333"/>
                    <a:pt x="0" y="15715"/>
                  </a:cubicBezTo>
                  <a:cubicBezTo>
                    <a:pt x="0" y="7097"/>
                    <a:pt x="8872" y="0"/>
                    <a:pt x="19898" y="0"/>
                  </a:cubicBezTo>
                  <a:cubicBezTo>
                    <a:pt x="30924" y="0"/>
                    <a:pt x="39668" y="7097"/>
                    <a:pt x="39668" y="1571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48" name="Freeform: Shape 4347">
              <a:extLst>
                <a:ext uri="{FF2B5EF4-FFF2-40B4-BE49-F238E27FC236}">
                  <a16:creationId xmlns:a16="http://schemas.microsoft.com/office/drawing/2014/main" id="{7971B5AC-FA09-E9FA-27B9-5B73D8CA506F}"/>
                </a:ext>
              </a:extLst>
            </p:cNvPr>
            <p:cNvSpPr/>
            <p:nvPr/>
          </p:nvSpPr>
          <p:spPr>
            <a:xfrm>
              <a:off x="9707849" y="783005"/>
              <a:ext cx="38781" cy="30670"/>
            </a:xfrm>
            <a:custGeom>
              <a:avLst/>
              <a:gdLst>
                <a:gd name="connsiteX0" fmla="*/ 38781 w 38781"/>
                <a:gd name="connsiteY0" fmla="*/ 15335 h 30670"/>
                <a:gd name="connsiteX1" fmla="*/ 19391 w 38781"/>
                <a:gd name="connsiteY1" fmla="*/ 30670 h 30670"/>
                <a:gd name="connsiteX2" fmla="*/ 0 w 38781"/>
                <a:gd name="connsiteY2" fmla="*/ 15335 h 30670"/>
                <a:gd name="connsiteX3" fmla="*/ 19391 w 38781"/>
                <a:gd name="connsiteY3" fmla="*/ 0 h 30670"/>
                <a:gd name="connsiteX4" fmla="*/ 38781 w 38781"/>
                <a:gd name="connsiteY4" fmla="*/ 15335 h 30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781" h="30670">
                  <a:moveTo>
                    <a:pt x="38781" y="15335"/>
                  </a:moveTo>
                  <a:cubicBezTo>
                    <a:pt x="38781" y="23826"/>
                    <a:pt x="30036" y="30670"/>
                    <a:pt x="19391" y="30670"/>
                  </a:cubicBezTo>
                  <a:cubicBezTo>
                    <a:pt x="8745" y="30670"/>
                    <a:pt x="0" y="23826"/>
                    <a:pt x="0" y="15335"/>
                  </a:cubicBezTo>
                  <a:cubicBezTo>
                    <a:pt x="0" y="6844"/>
                    <a:pt x="8618" y="0"/>
                    <a:pt x="19391" y="0"/>
                  </a:cubicBezTo>
                  <a:cubicBezTo>
                    <a:pt x="30163" y="0"/>
                    <a:pt x="38781" y="6844"/>
                    <a:pt x="38781" y="153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49" name="Freeform: Shape 4348">
              <a:extLst>
                <a:ext uri="{FF2B5EF4-FFF2-40B4-BE49-F238E27FC236}">
                  <a16:creationId xmlns:a16="http://schemas.microsoft.com/office/drawing/2014/main" id="{72C842E1-CEFB-F0D2-7ACB-DB019CD52E53}"/>
                </a:ext>
              </a:extLst>
            </p:cNvPr>
            <p:cNvSpPr/>
            <p:nvPr/>
          </p:nvSpPr>
          <p:spPr>
            <a:xfrm>
              <a:off x="9796310" y="859934"/>
              <a:ext cx="38655" cy="30670"/>
            </a:xfrm>
            <a:custGeom>
              <a:avLst/>
              <a:gdLst>
                <a:gd name="connsiteX0" fmla="*/ 38655 w 38655"/>
                <a:gd name="connsiteY0" fmla="*/ 15335 h 30670"/>
                <a:gd name="connsiteX1" fmla="*/ 19391 w 38655"/>
                <a:gd name="connsiteY1" fmla="*/ 30670 h 30670"/>
                <a:gd name="connsiteX2" fmla="*/ 0 w 38655"/>
                <a:gd name="connsiteY2" fmla="*/ 15335 h 30670"/>
                <a:gd name="connsiteX3" fmla="*/ 19391 w 38655"/>
                <a:gd name="connsiteY3" fmla="*/ 0 h 30670"/>
                <a:gd name="connsiteX4" fmla="*/ 38655 w 38655"/>
                <a:gd name="connsiteY4" fmla="*/ 15335 h 30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655" h="30670">
                  <a:moveTo>
                    <a:pt x="38655" y="15335"/>
                  </a:moveTo>
                  <a:cubicBezTo>
                    <a:pt x="38655" y="23826"/>
                    <a:pt x="30037" y="30670"/>
                    <a:pt x="19391" y="30670"/>
                  </a:cubicBezTo>
                  <a:cubicBezTo>
                    <a:pt x="8745" y="30670"/>
                    <a:pt x="0" y="23826"/>
                    <a:pt x="0" y="15335"/>
                  </a:cubicBezTo>
                  <a:cubicBezTo>
                    <a:pt x="0" y="6844"/>
                    <a:pt x="8619" y="0"/>
                    <a:pt x="19391" y="0"/>
                  </a:cubicBezTo>
                  <a:cubicBezTo>
                    <a:pt x="30163" y="0"/>
                    <a:pt x="38655" y="6844"/>
                    <a:pt x="38655" y="153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50" name="Freeform: Shape 4349">
              <a:extLst>
                <a:ext uri="{FF2B5EF4-FFF2-40B4-BE49-F238E27FC236}">
                  <a16:creationId xmlns:a16="http://schemas.microsoft.com/office/drawing/2014/main" id="{0499FA12-6DC3-08BD-988B-5AF7E4CED585}"/>
                </a:ext>
              </a:extLst>
            </p:cNvPr>
            <p:cNvSpPr/>
            <p:nvPr/>
          </p:nvSpPr>
          <p:spPr>
            <a:xfrm>
              <a:off x="9881857" y="938637"/>
              <a:ext cx="38655" cy="30670"/>
            </a:xfrm>
            <a:custGeom>
              <a:avLst/>
              <a:gdLst>
                <a:gd name="connsiteX0" fmla="*/ 38655 w 38655"/>
                <a:gd name="connsiteY0" fmla="*/ 15335 h 30670"/>
                <a:gd name="connsiteX1" fmla="*/ 19391 w 38655"/>
                <a:gd name="connsiteY1" fmla="*/ 30670 h 30670"/>
                <a:gd name="connsiteX2" fmla="*/ 0 w 38655"/>
                <a:gd name="connsiteY2" fmla="*/ 15335 h 30670"/>
                <a:gd name="connsiteX3" fmla="*/ 19391 w 38655"/>
                <a:gd name="connsiteY3" fmla="*/ 0 h 30670"/>
                <a:gd name="connsiteX4" fmla="*/ 38655 w 38655"/>
                <a:gd name="connsiteY4" fmla="*/ 15335 h 30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655" h="30670">
                  <a:moveTo>
                    <a:pt x="38655" y="15335"/>
                  </a:moveTo>
                  <a:cubicBezTo>
                    <a:pt x="38655" y="23826"/>
                    <a:pt x="30037" y="30670"/>
                    <a:pt x="19391" y="30670"/>
                  </a:cubicBezTo>
                  <a:cubicBezTo>
                    <a:pt x="8745" y="30670"/>
                    <a:pt x="0" y="23826"/>
                    <a:pt x="0" y="15335"/>
                  </a:cubicBezTo>
                  <a:cubicBezTo>
                    <a:pt x="0" y="6844"/>
                    <a:pt x="8619" y="0"/>
                    <a:pt x="19391" y="0"/>
                  </a:cubicBezTo>
                  <a:cubicBezTo>
                    <a:pt x="30163" y="0"/>
                    <a:pt x="38655" y="6844"/>
                    <a:pt x="38655" y="153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51" name="Freeform: Shape 4350">
              <a:extLst>
                <a:ext uri="{FF2B5EF4-FFF2-40B4-BE49-F238E27FC236}">
                  <a16:creationId xmlns:a16="http://schemas.microsoft.com/office/drawing/2014/main" id="{111AB03E-929B-AA2C-94E3-9BD81A9434C4}"/>
                </a:ext>
              </a:extLst>
            </p:cNvPr>
            <p:cNvSpPr/>
            <p:nvPr/>
          </p:nvSpPr>
          <p:spPr>
            <a:xfrm>
              <a:off x="9964235" y="1018860"/>
              <a:ext cx="39668" cy="31430"/>
            </a:xfrm>
            <a:custGeom>
              <a:avLst/>
              <a:gdLst>
                <a:gd name="connsiteX0" fmla="*/ 39668 w 39668"/>
                <a:gd name="connsiteY0" fmla="*/ 15715 h 31430"/>
                <a:gd name="connsiteX1" fmla="*/ 19898 w 39668"/>
                <a:gd name="connsiteY1" fmla="*/ 31430 h 31430"/>
                <a:gd name="connsiteX2" fmla="*/ 0 w 39668"/>
                <a:gd name="connsiteY2" fmla="*/ 15715 h 31430"/>
                <a:gd name="connsiteX3" fmla="*/ 19898 w 39668"/>
                <a:gd name="connsiteY3" fmla="*/ 0 h 31430"/>
                <a:gd name="connsiteX4" fmla="*/ 39668 w 39668"/>
                <a:gd name="connsiteY4" fmla="*/ 15715 h 31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668" h="31430">
                  <a:moveTo>
                    <a:pt x="39668" y="15715"/>
                  </a:moveTo>
                  <a:cubicBezTo>
                    <a:pt x="39668" y="24460"/>
                    <a:pt x="30798" y="31430"/>
                    <a:pt x="19898" y="31430"/>
                  </a:cubicBezTo>
                  <a:cubicBezTo>
                    <a:pt x="8999" y="31430"/>
                    <a:pt x="0" y="24333"/>
                    <a:pt x="0" y="15715"/>
                  </a:cubicBezTo>
                  <a:cubicBezTo>
                    <a:pt x="0" y="7097"/>
                    <a:pt x="8872" y="0"/>
                    <a:pt x="19898" y="0"/>
                  </a:cubicBezTo>
                  <a:cubicBezTo>
                    <a:pt x="30924" y="0"/>
                    <a:pt x="39668" y="7097"/>
                    <a:pt x="39668" y="1571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52" name="Freeform: Shape 4351">
              <a:extLst>
                <a:ext uri="{FF2B5EF4-FFF2-40B4-BE49-F238E27FC236}">
                  <a16:creationId xmlns:a16="http://schemas.microsoft.com/office/drawing/2014/main" id="{D3156063-B0DF-4426-2F3A-32C08167314E}"/>
                </a:ext>
              </a:extLst>
            </p:cNvPr>
            <p:cNvSpPr/>
            <p:nvPr/>
          </p:nvSpPr>
          <p:spPr>
            <a:xfrm>
              <a:off x="10044967" y="1101492"/>
              <a:ext cx="38654" cy="30670"/>
            </a:xfrm>
            <a:custGeom>
              <a:avLst/>
              <a:gdLst>
                <a:gd name="connsiteX0" fmla="*/ 38654 w 38654"/>
                <a:gd name="connsiteY0" fmla="*/ 15335 h 30670"/>
                <a:gd name="connsiteX1" fmla="*/ 19263 w 38654"/>
                <a:gd name="connsiteY1" fmla="*/ 30670 h 30670"/>
                <a:gd name="connsiteX2" fmla="*/ 0 w 38654"/>
                <a:gd name="connsiteY2" fmla="*/ 15335 h 30670"/>
                <a:gd name="connsiteX3" fmla="*/ 19263 w 38654"/>
                <a:gd name="connsiteY3" fmla="*/ 0 h 30670"/>
                <a:gd name="connsiteX4" fmla="*/ 38654 w 38654"/>
                <a:gd name="connsiteY4" fmla="*/ 15335 h 30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654" h="30670">
                  <a:moveTo>
                    <a:pt x="38654" y="15335"/>
                  </a:moveTo>
                  <a:cubicBezTo>
                    <a:pt x="38654" y="23826"/>
                    <a:pt x="30036" y="30670"/>
                    <a:pt x="19263" y="30670"/>
                  </a:cubicBezTo>
                  <a:cubicBezTo>
                    <a:pt x="8491" y="30670"/>
                    <a:pt x="0" y="23826"/>
                    <a:pt x="0" y="15335"/>
                  </a:cubicBezTo>
                  <a:cubicBezTo>
                    <a:pt x="0" y="6844"/>
                    <a:pt x="8618" y="0"/>
                    <a:pt x="19263" y="0"/>
                  </a:cubicBezTo>
                  <a:cubicBezTo>
                    <a:pt x="29910" y="0"/>
                    <a:pt x="38654" y="6844"/>
                    <a:pt x="38654" y="153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53" name="Freeform: Shape 4352">
              <a:extLst>
                <a:ext uri="{FF2B5EF4-FFF2-40B4-BE49-F238E27FC236}">
                  <a16:creationId xmlns:a16="http://schemas.microsoft.com/office/drawing/2014/main" id="{9B4902DE-2178-7B11-D865-1907D4830160}"/>
                </a:ext>
              </a:extLst>
            </p:cNvPr>
            <p:cNvSpPr/>
            <p:nvPr/>
          </p:nvSpPr>
          <p:spPr>
            <a:xfrm>
              <a:off x="10122275" y="1185518"/>
              <a:ext cx="38781" cy="30670"/>
            </a:xfrm>
            <a:custGeom>
              <a:avLst/>
              <a:gdLst>
                <a:gd name="connsiteX0" fmla="*/ 38781 w 38781"/>
                <a:gd name="connsiteY0" fmla="*/ 15335 h 30670"/>
                <a:gd name="connsiteX1" fmla="*/ 19390 w 38781"/>
                <a:gd name="connsiteY1" fmla="*/ 30670 h 30670"/>
                <a:gd name="connsiteX2" fmla="*/ 0 w 38781"/>
                <a:gd name="connsiteY2" fmla="*/ 15335 h 30670"/>
                <a:gd name="connsiteX3" fmla="*/ 19390 w 38781"/>
                <a:gd name="connsiteY3" fmla="*/ 0 h 30670"/>
                <a:gd name="connsiteX4" fmla="*/ 38781 w 38781"/>
                <a:gd name="connsiteY4" fmla="*/ 15335 h 30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781" h="30670">
                  <a:moveTo>
                    <a:pt x="38781" y="15335"/>
                  </a:moveTo>
                  <a:cubicBezTo>
                    <a:pt x="38781" y="23826"/>
                    <a:pt x="30036" y="30670"/>
                    <a:pt x="19390" y="30670"/>
                  </a:cubicBezTo>
                  <a:cubicBezTo>
                    <a:pt x="8745" y="30670"/>
                    <a:pt x="0" y="23826"/>
                    <a:pt x="0" y="15335"/>
                  </a:cubicBezTo>
                  <a:cubicBezTo>
                    <a:pt x="0" y="6844"/>
                    <a:pt x="8745" y="0"/>
                    <a:pt x="19390" y="0"/>
                  </a:cubicBezTo>
                  <a:cubicBezTo>
                    <a:pt x="30036" y="0"/>
                    <a:pt x="38781" y="6844"/>
                    <a:pt x="38781" y="153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54" name="Freeform: Shape 4353">
              <a:extLst>
                <a:ext uri="{FF2B5EF4-FFF2-40B4-BE49-F238E27FC236}">
                  <a16:creationId xmlns:a16="http://schemas.microsoft.com/office/drawing/2014/main" id="{4466301C-038A-BEB6-98B1-BF0FAE9A18D9}"/>
                </a:ext>
              </a:extLst>
            </p:cNvPr>
            <p:cNvSpPr/>
            <p:nvPr/>
          </p:nvSpPr>
          <p:spPr>
            <a:xfrm>
              <a:off x="10197050" y="1271318"/>
              <a:ext cx="38020" cy="30163"/>
            </a:xfrm>
            <a:custGeom>
              <a:avLst/>
              <a:gdLst>
                <a:gd name="connsiteX0" fmla="*/ 38021 w 38020"/>
                <a:gd name="connsiteY0" fmla="*/ 15082 h 30163"/>
                <a:gd name="connsiteX1" fmla="*/ 19010 w 38020"/>
                <a:gd name="connsiteY1" fmla="*/ 30163 h 30163"/>
                <a:gd name="connsiteX2" fmla="*/ 0 w 38020"/>
                <a:gd name="connsiteY2" fmla="*/ 15082 h 30163"/>
                <a:gd name="connsiteX3" fmla="*/ 19010 w 38020"/>
                <a:gd name="connsiteY3" fmla="*/ 0 h 30163"/>
                <a:gd name="connsiteX4" fmla="*/ 38021 w 38020"/>
                <a:gd name="connsiteY4" fmla="*/ 15082 h 30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0" h="30163">
                  <a:moveTo>
                    <a:pt x="38021" y="15082"/>
                  </a:moveTo>
                  <a:cubicBezTo>
                    <a:pt x="38021" y="23319"/>
                    <a:pt x="29529" y="30163"/>
                    <a:pt x="19010" y="30163"/>
                  </a:cubicBezTo>
                  <a:cubicBezTo>
                    <a:pt x="8491" y="30163"/>
                    <a:pt x="0" y="23446"/>
                    <a:pt x="0" y="15082"/>
                  </a:cubicBezTo>
                  <a:cubicBezTo>
                    <a:pt x="0" y="6717"/>
                    <a:pt x="8491" y="0"/>
                    <a:pt x="19010" y="0"/>
                  </a:cubicBezTo>
                  <a:cubicBezTo>
                    <a:pt x="29529" y="0"/>
                    <a:pt x="38021" y="6717"/>
                    <a:pt x="38021" y="1508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55" name="Freeform: Shape 4354">
              <a:extLst>
                <a:ext uri="{FF2B5EF4-FFF2-40B4-BE49-F238E27FC236}">
                  <a16:creationId xmlns:a16="http://schemas.microsoft.com/office/drawing/2014/main" id="{30F9C911-062D-3087-6924-1ED66ED9E631}"/>
                </a:ext>
              </a:extLst>
            </p:cNvPr>
            <p:cNvSpPr/>
            <p:nvPr/>
          </p:nvSpPr>
          <p:spPr>
            <a:xfrm>
              <a:off x="10268655" y="1358513"/>
              <a:ext cx="38020" cy="30163"/>
            </a:xfrm>
            <a:custGeom>
              <a:avLst/>
              <a:gdLst>
                <a:gd name="connsiteX0" fmla="*/ 38021 w 38020"/>
                <a:gd name="connsiteY0" fmla="*/ 15082 h 30163"/>
                <a:gd name="connsiteX1" fmla="*/ 19010 w 38020"/>
                <a:gd name="connsiteY1" fmla="*/ 30163 h 30163"/>
                <a:gd name="connsiteX2" fmla="*/ 0 w 38020"/>
                <a:gd name="connsiteY2" fmla="*/ 15082 h 30163"/>
                <a:gd name="connsiteX3" fmla="*/ 19010 w 38020"/>
                <a:gd name="connsiteY3" fmla="*/ 0 h 30163"/>
                <a:gd name="connsiteX4" fmla="*/ 38021 w 38020"/>
                <a:gd name="connsiteY4" fmla="*/ 15082 h 30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0" h="30163">
                  <a:moveTo>
                    <a:pt x="38021" y="15082"/>
                  </a:moveTo>
                  <a:cubicBezTo>
                    <a:pt x="38021" y="23319"/>
                    <a:pt x="29530" y="30163"/>
                    <a:pt x="19010" y="30163"/>
                  </a:cubicBezTo>
                  <a:cubicBezTo>
                    <a:pt x="8491" y="30163"/>
                    <a:pt x="0" y="23446"/>
                    <a:pt x="0" y="15082"/>
                  </a:cubicBezTo>
                  <a:cubicBezTo>
                    <a:pt x="0" y="6717"/>
                    <a:pt x="8491" y="0"/>
                    <a:pt x="19010" y="0"/>
                  </a:cubicBezTo>
                  <a:cubicBezTo>
                    <a:pt x="29530" y="0"/>
                    <a:pt x="38021" y="6717"/>
                    <a:pt x="38021" y="1508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56" name="Freeform: Shape 4355">
              <a:extLst>
                <a:ext uri="{FF2B5EF4-FFF2-40B4-BE49-F238E27FC236}">
                  <a16:creationId xmlns:a16="http://schemas.microsoft.com/office/drawing/2014/main" id="{FE789454-BEFB-81D8-E75E-4994C23477BE}"/>
                </a:ext>
              </a:extLst>
            </p:cNvPr>
            <p:cNvSpPr/>
            <p:nvPr/>
          </p:nvSpPr>
          <p:spPr>
            <a:xfrm>
              <a:off x="10337220" y="1447101"/>
              <a:ext cx="38020" cy="30163"/>
            </a:xfrm>
            <a:custGeom>
              <a:avLst/>
              <a:gdLst>
                <a:gd name="connsiteX0" fmla="*/ 38021 w 38020"/>
                <a:gd name="connsiteY0" fmla="*/ 15082 h 30163"/>
                <a:gd name="connsiteX1" fmla="*/ 19010 w 38020"/>
                <a:gd name="connsiteY1" fmla="*/ 30163 h 30163"/>
                <a:gd name="connsiteX2" fmla="*/ 0 w 38020"/>
                <a:gd name="connsiteY2" fmla="*/ 15082 h 30163"/>
                <a:gd name="connsiteX3" fmla="*/ 19010 w 38020"/>
                <a:gd name="connsiteY3" fmla="*/ 0 h 30163"/>
                <a:gd name="connsiteX4" fmla="*/ 38021 w 38020"/>
                <a:gd name="connsiteY4" fmla="*/ 15082 h 30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0" h="30163">
                  <a:moveTo>
                    <a:pt x="38021" y="15082"/>
                  </a:moveTo>
                  <a:cubicBezTo>
                    <a:pt x="38021" y="23446"/>
                    <a:pt x="29529" y="30163"/>
                    <a:pt x="19010" y="30163"/>
                  </a:cubicBezTo>
                  <a:cubicBezTo>
                    <a:pt x="8491" y="30163"/>
                    <a:pt x="0" y="23446"/>
                    <a:pt x="0" y="15082"/>
                  </a:cubicBezTo>
                  <a:cubicBezTo>
                    <a:pt x="0" y="6717"/>
                    <a:pt x="8491" y="0"/>
                    <a:pt x="19010" y="0"/>
                  </a:cubicBezTo>
                  <a:cubicBezTo>
                    <a:pt x="29529" y="0"/>
                    <a:pt x="38021" y="6717"/>
                    <a:pt x="38021" y="1508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57" name="Freeform: Shape 4356">
              <a:extLst>
                <a:ext uri="{FF2B5EF4-FFF2-40B4-BE49-F238E27FC236}">
                  <a16:creationId xmlns:a16="http://schemas.microsoft.com/office/drawing/2014/main" id="{E5F7A1BE-7F6E-B101-7823-54634304B632}"/>
                </a:ext>
              </a:extLst>
            </p:cNvPr>
            <p:cNvSpPr/>
            <p:nvPr/>
          </p:nvSpPr>
          <p:spPr>
            <a:xfrm>
              <a:off x="10403376" y="1537591"/>
              <a:ext cx="37006" cy="29402"/>
            </a:xfrm>
            <a:custGeom>
              <a:avLst/>
              <a:gdLst>
                <a:gd name="connsiteX0" fmla="*/ 37007 w 37006"/>
                <a:gd name="connsiteY0" fmla="*/ 14701 h 29402"/>
                <a:gd name="connsiteX1" fmla="*/ 18504 w 37006"/>
                <a:gd name="connsiteY1" fmla="*/ 29403 h 29402"/>
                <a:gd name="connsiteX2" fmla="*/ 0 w 37006"/>
                <a:gd name="connsiteY2" fmla="*/ 14701 h 29402"/>
                <a:gd name="connsiteX3" fmla="*/ 18504 w 37006"/>
                <a:gd name="connsiteY3" fmla="*/ 0 h 29402"/>
                <a:gd name="connsiteX4" fmla="*/ 37007 w 37006"/>
                <a:gd name="connsiteY4" fmla="*/ 14701 h 29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006" h="29402">
                  <a:moveTo>
                    <a:pt x="37007" y="14701"/>
                  </a:moveTo>
                  <a:cubicBezTo>
                    <a:pt x="37007" y="22812"/>
                    <a:pt x="28642" y="29403"/>
                    <a:pt x="18504" y="29403"/>
                  </a:cubicBezTo>
                  <a:cubicBezTo>
                    <a:pt x="8365" y="29403"/>
                    <a:pt x="0" y="22812"/>
                    <a:pt x="0" y="14701"/>
                  </a:cubicBezTo>
                  <a:cubicBezTo>
                    <a:pt x="0" y="6590"/>
                    <a:pt x="8365" y="0"/>
                    <a:pt x="18504" y="0"/>
                  </a:cubicBezTo>
                  <a:cubicBezTo>
                    <a:pt x="28642" y="0"/>
                    <a:pt x="37007" y="6590"/>
                    <a:pt x="37007" y="1470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58" name="Freeform: Shape 4357">
              <a:extLst>
                <a:ext uri="{FF2B5EF4-FFF2-40B4-BE49-F238E27FC236}">
                  <a16:creationId xmlns:a16="http://schemas.microsoft.com/office/drawing/2014/main" id="{B6E44473-8547-E0E5-D4D6-1398E572C9BB}"/>
                </a:ext>
              </a:extLst>
            </p:cNvPr>
            <p:cNvSpPr/>
            <p:nvPr/>
          </p:nvSpPr>
          <p:spPr>
            <a:xfrm>
              <a:off x="10465730" y="1628967"/>
              <a:ext cx="37133" cy="29402"/>
            </a:xfrm>
            <a:custGeom>
              <a:avLst/>
              <a:gdLst>
                <a:gd name="connsiteX0" fmla="*/ 37134 w 37133"/>
                <a:gd name="connsiteY0" fmla="*/ 14701 h 29402"/>
                <a:gd name="connsiteX1" fmla="*/ 18631 w 37133"/>
                <a:gd name="connsiteY1" fmla="*/ 29403 h 29402"/>
                <a:gd name="connsiteX2" fmla="*/ 0 w 37133"/>
                <a:gd name="connsiteY2" fmla="*/ 14701 h 29402"/>
                <a:gd name="connsiteX3" fmla="*/ 18631 w 37133"/>
                <a:gd name="connsiteY3" fmla="*/ 0 h 29402"/>
                <a:gd name="connsiteX4" fmla="*/ 37134 w 37133"/>
                <a:gd name="connsiteY4" fmla="*/ 14701 h 29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33" h="29402">
                  <a:moveTo>
                    <a:pt x="37134" y="14701"/>
                  </a:moveTo>
                  <a:cubicBezTo>
                    <a:pt x="37134" y="22813"/>
                    <a:pt x="28769" y="29403"/>
                    <a:pt x="18631" y="29403"/>
                  </a:cubicBezTo>
                  <a:cubicBezTo>
                    <a:pt x="8492" y="29403"/>
                    <a:pt x="0" y="22813"/>
                    <a:pt x="0" y="14701"/>
                  </a:cubicBezTo>
                  <a:cubicBezTo>
                    <a:pt x="0" y="6590"/>
                    <a:pt x="8365" y="0"/>
                    <a:pt x="18631" y="0"/>
                  </a:cubicBezTo>
                  <a:cubicBezTo>
                    <a:pt x="28896" y="0"/>
                    <a:pt x="37134" y="6590"/>
                    <a:pt x="37134" y="1470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59" name="Freeform: Shape 4358">
              <a:extLst>
                <a:ext uri="{FF2B5EF4-FFF2-40B4-BE49-F238E27FC236}">
                  <a16:creationId xmlns:a16="http://schemas.microsoft.com/office/drawing/2014/main" id="{FD587C56-D355-4303-3554-117F677019C5}"/>
                </a:ext>
              </a:extLst>
            </p:cNvPr>
            <p:cNvSpPr/>
            <p:nvPr/>
          </p:nvSpPr>
          <p:spPr>
            <a:xfrm>
              <a:off x="10525169" y="1721738"/>
              <a:ext cx="37133" cy="29402"/>
            </a:xfrm>
            <a:custGeom>
              <a:avLst/>
              <a:gdLst>
                <a:gd name="connsiteX0" fmla="*/ 37134 w 37133"/>
                <a:gd name="connsiteY0" fmla="*/ 14701 h 29402"/>
                <a:gd name="connsiteX1" fmla="*/ 18504 w 37133"/>
                <a:gd name="connsiteY1" fmla="*/ 29403 h 29402"/>
                <a:gd name="connsiteX2" fmla="*/ 0 w 37133"/>
                <a:gd name="connsiteY2" fmla="*/ 14701 h 29402"/>
                <a:gd name="connsiteX3" fmla="*/ 18504 w 37133"/>
                <a:gd name="connsiteY3" fmla="*/ 0 h 29402"/>
                <a:gd name="connsiteX4" fmla="*/ 37134 w 37133"/>
                <a:gd name="connsiteY4" fmla="*/ 14701 h 29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33" h="29402">
                  <a:moveTo>
                    <a:pt x="37134" y="14701"/>
                  </a:moveTo>
                  <a:cubicBezTo>
                    <a:pt x="37134" y="22813"/>
                    <a:pt x="28769" y="29403"/>
                    <a:pt x="18504" y="29403"/>
                  </a:cubicBezTo>
                  <a:cubicBezTo>
                    <a:pt x="8238" y="29403"/>
                    <a:pt x="0" y="22813"/>
                    <a:pt x="0" y="14701"/>
                  </a:cubicBezTo>
                  <a:cubicBezTo>
                    <a:pt x="0" y="6590"/>
                    <a:pt x="8365" y="0"/>
                    <a:pt x="18504" y="0"/>
                  </a:cubicBezTo>
                  <a:cubicBezTo>
                    <a:pt x="28642" y="0"/>
                    <a:pt x="37134" y="6590"/>
                    <a:pt x="37134" y="1470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60" name="Freeform: Shape 4359">
              <a:extLst>
                <a:ext uri="{FF2B5EF4-FFF2-40B4-BE49-F238E27FC236}">
                  <a16:creationId xmlns:a16="http://schemas.microsoft.com/office/drawing/2014/main" id="{E465E4C5-0944-38EA-4895-92CD60AAC01D}"/>
                </a:ext>
              </a:extLst>
            </p:cNvPr>
            <p:cNvSpPr/>
            <p:nvPr/>
          </p:nvSpPr>
          <p:spPr>
            <a:xfrm>
              <a:off x="10581820" y="1815903"/>
              <a:ext cx="36246" cy="28895"/>
            </a:xfrm>
            <a:custGeom>
              <a:avLst/>
              <a:gdLst>
                <a:gd name="connsiteX0" fmla="*/ 36246 w 36246"/>
                <a:gd name="connsiteY0" fmla="*/ 14448 h 28895"/>
                <a:gd name="connsiteX1" fmla="*/ 18123 w 36246"/>
                <a:gd name="connsiteY1" fmla="*/ 28896 h 28895"/>
                <a:gd name="connsiteX2" fmla="*/ 0 w 36246"/>
                <a:gd name="connsiteY2" fmla="*/ 14448 h 28895"/>
                <a:gd name="connsiteX3" fmla="*/ 18123 w 36246"/>
                <a:gd name="connsiteY3" fmla="*/ 0 h 28895"/>
                <a:gd name="connsiteX4" fmla="*/ 36246 w 36246"/>
                <a:gd name="connsiteY4" fmla="*/ 14448 h 28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246" h="28895">
                  <a:moveTo>
                    <a:pt x="36246" y="14448"/>
                  </a:moveTo>
                  <a:cubicBezTo>
                    <a:pt x="36246" y="22432"/>
                    <a:pt x="28135" y="28896"/>
                    <a:pt x="18123" y="28896"/>
                  </a:cubicBezTo>
                  <a:cubicBezTo>
                    <a:pt x="8111" y="28896"/>
                    <a:pt x="0" y="22432"/>
                    <a:pt x="0" y="14448"/>
                  </a:cubicBezTo>
                  <a:cubicBezTo>
                    <a:pt x="0" y="6463"/>
                    <a:pt x="8111" y="0"/>
                    <a:pt x="18123" y="0"/>
                  </a:cubicBezTo>
                  <a:cubicBezTo>
                    <a:pt x="28135" y="0"/>
                    <a:pt x="36246" y="6463"/>
                    <a:pt x="36246" y="1444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61" name="Freeform: Shape 4360">
              <a:extLst>
                <a:ext uri="{FF2B5EF4-FFF2-40B4-BE49-F238E27FC236}">
                  <a16:creationId xmlns:a16="http://schemas.microsoft.com/office/drawing/2014/main" id="{9ADC635F-02DD-E100-1870-BA2E1E1A5ACF}"/>
                </a:ext>
              </a:extLst>
            </p:cNvPr>
            <p:cNvSpPr/>
            <p:nvPr/>
          </p:nvSpPr>
          <p:spPr>
            <a:xfrm>
              <a:off x="10634796" y="1911081"/>
              <a:ext cx="36246" cy="28895"/>
            </a:xfrm>
            <a:custGeom>
              <a:avLst/>
              <a:gdLst>
                <a:gd name="connsiteX0" fmla="*/ 36246 w 36246"/>
                <a:gd name="connsiteY0" fmla="*/ 14448 h 28895"/>
                <a:gd name="connsiteX1" fmla="*/ 18123 w 36246"/>
                <a:gd name="connsiteY1" fmla="*/ 28896 h 28895"/>
                <a:gd name="connsiteX2" fmla="*/ 0 w 36246"/>
                <a:gd name="connsiteY2" fmla="*/ 14448 h 28895"/>
                <a:gd name="connsiteX3" fmla="*/ 18123 w 36246"/>
                <a:gd name="connsiteY3" fmla="*/ 0 h 28895"/>
                <a:gd name="connsiteX4" fmla="*/ 36246 w 36246"/>
                <a:gd name="connsiteY4" fmla="*/ 14448 h 28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246" h="28895">
                  <a:moveTo>
                    <a:pt x="36246" y="14448"/>
                  </a:moveTo>
                  <a:cubicBezTo>
                    <a:pt x="36246" y="22432"/>
                    <a:pt x="28135" y="28896"/>
                    <a:pt x="18123" y="28896"/>
                  </a:cubicBezTo>
                  <a:cubicBezTo>
                    <a:pt x="8111" y="28896"/>
                    <a:pt x="0" y="22432"/>
                    <a:pt x="0" y="14448"/>
                  </a:cubicBezTo>
                  <a:cubicBezTo>
                    <a:pt x="0" y="6464"/>
                    <a:pt x="8111" y="0"/>
                    <a:pt x="18123" y="0"/>
                  </a:cubicBezTo>
                  <a:cubicBezTo>
                    <a:pt x="28135" y="0"/>
                    <a:pt x="36246" y="6464"/>
                    <a:pt x="36246" y="1444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62" name="Freeform: Shape 4361">
              <a:extLst>
                <a:ext uri="{FF2B5EF4-FFF2-40B4-BE49-F238E27FC236}">
                  <a16:creationId xmlns:a16="http://schemas.microsoft.com/office/drawing/2014/main" id="{9698BFF8-8FA2-FDEC-81F5-CCE511CE6D74}"/>
                </a:ext>
              </a:extLst>
            </p:cNvPr>
            <p:cNvSpPr/>
            <p:nvPr/>
          </p:nvSpPr>
          <p:spPr>
            <a:xfrm>
              <a:off x="10684983" y="2007654"/>
              <a:ext cx="35485" cy="28135"/>
            </a:xfrm>
            <a:custGeom>
              <a:avLst/>
              <a:gdLst>
                <a:gd name="connsiteX0" fmla="*/ 35486 w 35485"/>
                <a:gd name="connsiteY0" fmla="*/ 14068 h 28135"/>
                <a:gd name="connsiteX1" fmla="*/ 17743 w 35485"/>
                <a:gd name="connsiteY1" fmla="*/ 28135 h 28135"/>
                <a:gd name="connsiteX2" fmla="*/ 0 w 35485"/>
                <a:gd name="connsiteY2" fmla="*/ 14068 h 28135"/>
                <a:gd name="connsiteX3" fmla="*/ 17743 w 35485"/>
                <a:gd name="connsiteY3" fmla="*/ 0 h 28135"/>
                <a:gd name="connsiteX4" fmla="*/ 35486 w 35485"/>
                <a:gd name="connsiteY4" fmla="*/ 14068 h 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5" h="28135">
                  <a:moveTo>
                    <a:pt x="35486" y="14068"/>
                  </a:moveTo>
                  <a:cubicBezTo>
                    <a:pt x="35486" y="21925"/>
                    <a:pt x="27501" y="28135"/>
                    <a:pt x="17743" y="28135"/>
                  </a:cubicBezTo>
                  <a:cubicBezTo>
                    <a:pt x="7984" y="28135"/>
                    <a:pt x="0" y="21799"/>
                    <a:pt x="0" y="14068"/>
                  </a:cubicBezTo>
                  <a:cubicBezTo>
                    <a:pt x="0" y="6337"/>
                    <a:pt x="7984" y="0"/>
                    <a:pt x="17743" y="0"/>
                  </a:cubicBezTo>
                  <a:cubicBezTo>
                    <a:pt x="27501" y="0"/>
                    <a:pt x="35486" y="6337"/>
                    <a:pt x="35486" y="1406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63" name="Freeform: Shape 4362">
              <a:extLst>
                <a:ext uri="{FF2B5EF4-FFF2-40B4-BE49-F238E27FC236}">
                  <a16:creationId xmlns:a16="http://schemas.microsoft.com/office/drawing/2014/main" id="{D525DE48-1B43-E95C-1363-D2B6FA76AB40}"/>
                </a:ext>
              </a:extLst>
            </p:cNvPr>
            <p:cNvSpPr/>
            <p:nvPr/>
          </p:nvSpPr>
          <p:spPr>
            <a:xfrm>
              <a:off x="10731495" y="2104861"/>
              <a:ext cx="35485" cy="28135"/>
            </a:xfrm>
            <a:custGeom>
              <a:avLst/>
              <a:gdLst>
                <a:gd name="connsiteX0" fmla="*/ 35486 w 35485"/>
                <a:gd name="connsiteY0" fmla="*/ 14068 h 28135"/>
                <a:gd name="connsiteX1" fmla="*/ 17743 w 35485"/>
                <a:gd name="connsiteY1" fmla="*/ 28135 h 28135"/>
                <a:gd name="connsiteX2" fmla="*/ 0 w 35485"/>
                <a:gd name="connsiteY2" fmla="*/ 14068 h 28135"/>
                <a:gd name="connsiteX3" fmla="*/ 17743 w 35485"/>
                <a:gd name="connsiteY3" fmla="*/ 0 h 28135"/>
                <a:gd name="connsiteX4" fmla="*/ 35486 w 35485"/>
                <a:gd name="connsiteY4" fmla="*/ 14068 h 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5" h="28135">
                  <a:moveTo>
                    <a:pt x="35486" y="14068"/>
                  </a:moveTo>
                  <a:cubicBezTo>
                    <a:pt x="35486" y="21799"/>
                    <a:pt x="27501" y="28135"/>
                    <a:pt x="17743" y="28135"/>
                  </a:cubicBezTo>
                  <a:cubicBezTo>
                    <a:pt x="7984" y="28135"/>
                    <a:pt x="0" y="21799"/>
                    <a:pt x="0" y="14068"/>
                  </a:cubicBezTo>
                  <a:cubicBezTo>
                    <a:pt x="0" y="6337"/>
                    <a:pt x="7984" y="0"/>
                    <a:pt x="17743" y="0"/>
                  </a:cubicBezTo>
                  <a:cubicBezTo>
                    <a:pt x="27501" y="0"/>
                    <a:pt x="35486" y="6337"/>
                    <a:pt x="35486" y="1406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64" name="Freeform: Shape 4363">
              <a:extLst>
                <a:ext uri="{FF2B5EF4-FFF2-40B4-BE49-F238E27FC236}">
                  <a16:creationId xmlns:a16="http://schemas.microsoft.com/office/drawing/2014/main" id="{75B4B938-BD62-9E02-8557-212D2DF4BEBE}"/>
                </a:ext>
              </a:extLst>
            </p:cNvPr>
            <p:cNvSpPr/>
            <p:nvPr/>
          </p:nvSpPr>
          <p:spPr>
            <a:xfrm>
              <a:off x="10775093" y="2203461"/>
              <a:ext cx="34471" cy="27375"/>
            </a:xfrm>
            <a:custGeom>
              <a:avLst/>
              <a:gdLst>
                <a:gd name="connsiteX0" fmla="*/ 34472 w 34471"/>
                <a:gd name="connsiteY0" fmla="*/ 13688 h 27375"/>
                <a:gd name="connsiteX1" fmla="*/ 17236 w 34471"/>
                <a:gd name="connsiteY1" fmla="*/ 27375 h 27375"/>
                <a:gd name="connsiteX2" fmla="*/ 0 w 34471"/>
                <a:gd name="connsiteY2" fmla="*/ 13688 h 27375"/>
                <a:gd name="connsiteX3" fmla="*/ 17236 w 34471"/>
                <a:gd name="connsiteY3" fmla="*/ 0 h 27375"/>
                <a:gd name="connsiteX4" fmla="*/ 34472 w 34471"/>
                <a:gd name="connsiteY4" fmla="*/ 13688 h 27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471" h="27375">
                  <a:moveTo>
                    <a:pt x="34472" y="13688"/>
                  </a:moveTo>
                  <a:cubicBezTo>
                    <a:pt x="34472" y="21292"/>
                    <a:pt x="26741" y="27375"/>
                    <a:pt x="17236" y="27375"/>
                  </a:cubicBezTo>
                  <a:cubicBezTo>
                    <a:pt x="7731" y="27375"/>
                    <a:pt x="0" y="21292"/>
                    <a:pt x="0" y="13688"/>
                  </a:cubicBezTo>
                  <a:cubicBezTo>
                    <a:pt x="0" y="6083"/>
                    <a:pt x="7731" y="0"/>
                    <a:pt x="17236" y="0"/>
                  </a:cubicBezTo>
                  <a:cubicBezTo>
                    <a:pt x="26741" y="0"/>
                    <a:pt x="34472" y="6083"/>
                    <a:pt x="34472" y="136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65" name="Freeform: Shape 4364">
              <a:extLst>
                <a:ext uri="{FF2B5EF4-FFF2-40B4-BE49-F238E27FC236}">
                  <a16:creationId xmlns:a16="http://schemas.microsoft.com/office/drawing/2014/main" id="{C08BD3C3-8DD3-76C4-21EB-E13044611F22}"/>
                </a:ext>
              </a:extLst>
            </p:cNvPr>
            <p:cNvSpPr/>
            <p:nvPr/>
          </p:nvSpPr>
          <p:spPr>
            <a:xfrm>
              <a:off x="10815268" y="2302822"/>
              <a:ext cx="33838" cy="26867"/>
            </a:xfrm>
            <a:custGeom>
              <a:avLst/>
              <a:gdLst>
                <a:gd name="connsiteX0" fmla="*/ 33838 w 33838"/>
                <a:gd name="connsiteY0" fmla="*/ 13434 h 26867"/>
                <a:gd name="connsiteX1" fmla="*/ 16983 w 33838"/>
                <a:gd name="connsiteY1" fmla="*/ 26868 h 26867"/>
                <a:gd name="connsiteX2" fmla="*/ 0 w 33838"/>
                <a:gd name="connsiteY2" fmla="*/ 13434 h 26867"/>
                <a:gd name="connsiteX3" fmla="*/ 16983 w 33838"/>
                <a:gd name="connsiteY3" fmla="*/ 0 h 26867"/>
                <a:gd name="connsiteX4" fmla="*/ 33838 w 33838"/>
                <a:gd name="connsiteY4" fmla="*/ 13434 h 26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838" h="26867">
                  <a:moveTo>
                    <a:pt x="33838" y="13434"/>
                  </a:moveTo>
                  <a:cubicBezTo>
                    <a:pt x="33838" y="20785"/>
                    <a:pt x="26234" y="26868"/>
                    <a:pt x="16983" y="26868"/>
                  </a:cubicBezTo>
                  <a:cubicBezTo>
                    <a:pt x="7731" y="26868"/>
                    <a:pt x="0" y="20911"/>
                    <a:pt x="0" y="13434"/>
                  </a:cubicBezTo>
                  <a:cubicBezTo>
                    <a:pt x="0" y="5957"/>
                    <a:pt x="7604" y="0"/>
                    <a:pt x="16983" y="0"/>
                  </a:cubicBezTo>
                  <a:cubicBezTo>
                    <a:pt x="26361" y="0"/>
                    <a:pt x="33838" y="5957"/>
                    <a:pt x="33838" y="1343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66" name="Freeform: Shape 4365">
              <a:extLst>
                <a:ext uri="{FF2B5EF4-FFF2-40B4-BE49-F238E27FC236}">
                  <a16:creationId xmlns:a16="http://schemas.microsoft.com/office/drawing/2014/main" id="{3A2EB1D8-5DD4-9BD1-DDBE-9A0280102FF6}"/>
                </a:ext>
              </a:extLst>
            </p:cNvPr>
            <p:cNvSpPr/>
            <p:nvPr/>
          </p:nvSpPr>
          <p:spPr>
            <a:xfrm>
              <a:off x="10851768" y="2402690"/>
              <a:ext cx="33838" cy="26867"/>
            </a:xfrm>
            <a:custGeom>
              <a:avLst/>
              <a:gdLst>
                <a:gd name="connsiteX0" fmla="*/ 33838 w 33838"/>
                <a:gd name="connsiteY0" fmla="*/ 13434 h 26867"/>
                <a:gd name="connsiteX1" fmla="*/ 16983 w 33838"/>
                <a:gd name="connsiteY1" fmla="*/ 26868 h 26867"/>
                <a:gd name="connsiteX2" fmla="*/ 0 w 33838"/>
                <a:gd name="connsiteY2" fmla="*/ 13434 h 26867"/>
                <a:gd name="connsiteX3" fmla="*/ 16983 w 33838"/>
                <a:gd name="connsiteY3" fmla="*/ 0 h 26867"/>
                <a:gd name="connsiteX4" fmla="*/ 33838 w 33838"/>
                <a:gd name="connsiteY4" fmla="*/ 13434 h 26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838" h="26867">
                  <a:moveTo>
                    <a:pt x="33838" y="13434"/>
                  </a:moveTo>
                  <a:cubicBezTo>
                    <a:pt x="33838" y="20785"/>
                    <a:pt x="26234" y="26868"/>
                    <a:pt x="16983" y="26868"/>
                  </a:cubicBezTo>
                  <a:cubicBezTo>
                    <a:pt x="7731" y="26868"/>
                    <a:pt x="0" y="20911"/>
                    <a:pt x="0" y="13434"/>
                  </a:cubicBezTo>
                  <a:cubicBezTo>
                    <a:pt x="0" y="5957"/>
                    <a:pt x="7604" y="0"/>
                    <a:pt x="16983" y="0"/>
                  </a:cubicBezTo>
                  <a:cubicBezTo>
                    <a:pt x="26361" y="0"/>
                    <a:pt x="33838" y="5957"/>
                    <a:pt x="33838" y="1343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67" name="Freeform: Shape 4366">
              <a:extLst>
                <a:ext uri="{FF2B5EF4-FFF2-40B4-BE49-F238E27FC236}">
                  <a16:creationId xmlns:a16="http://schemas.microsoft.com/office/drawing/2014/main" id="{0F74B3B7-08DC-9274-907D-A37203833002}"/>
                </a:ext>
              </a:extLst>
            </p:cNvPr>
            <p:cNvSpPr/>
            <p:nvPr/>
          </p:nvSpPr>
          <p:spPr>
            <a:xfrm>
              <a:off x="10885226" y="2503699"/>
              <a:ext cx="32951" cy="26107"/>
            </a:xfrm>
            <a:custGeom>
              <a:avLst/>
              <a:gdLst>
                <a:gd name="connsiteX0" fmla="*/ 32951 w 32951"/>
                <a:gd name="connsiteY0" fmla="*/ 13054 h 26107"/>
                <a:gd name="connsiteX1" fmla="*/ 16476 w 32951"/>
                <a:gd name="connsiteY1" fmla="*/ 26108 h 26107"/>
                <a:gd name="connsiteX2" fmla="*/ 0 w 32951"/>
                <a:gd name="connsiteY2" fmla="*/ 13054 h 26107"/>
                <a:gd name="connsiteX3" fmla="*/ 16476 w 32951"/>
                <a:gd name="connsiteY3" fmla="*/ 0 h 26107"/>
                <a:gd name="connsiteX4" fmla="*/ 32951 w 32951"/>
                <a:gd name="connsiteY4" fmla="*/ 13054 h 2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951" h="26107">
                  <a:moveTo>
                    <a:pt x="32951" y="13054"/>
                  </a:moveTo>
                  <a:cubicBezTo>
                    <a:pt x="32951" y="20278"/>
                    <a:pt x="25600" y="26108"/>
                    <a:pt x="16476" y="26108"/>
                  </a:cubicBezTo>
                  <a:cubicBezTo>
                    <a:pt x="7350" y="26108"/>
                    <a:pt x="0" y="20278"/>
                    <a:pt x="0" y="13054"/>
                  </a:cubicBezTo>
                  <a:cubicBezTo>
                    <a:pt x="0" y="5830"/>
                    <a:pt x="7477" y="0"/>
                    <a:pt x="16476" y="0"/>
                  </a:cubicBezTo>
                  <a:cubicBezTo>
                    <a:pt x="25474" y="0"/>
                    <a:pt x="32951" y="5830"/>
                    <a:pt x="32951" y="1305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68" name="Freeform: Shape 4367">
              <a:extLst>
                <a:ext uri="{FF2B5EF4-FFF2-40B4-BE49-F238E27FC236}">
                  <a16:creationId xmlns:a16="http://schemas.microsoft.com/office/drawing/2014/main" id="{D601B125-9B98-0D16-6318-4C9C09CCAB29}"/>
                </a:ext>
              </a:extLst>
            </p:cNvPr>
            <p:cNvSpPr/>
            <p:nvPr/>
          </p:nvSpPr>
          <p:spPr>
            <a:xfrm>
              <a:off x="10915262" y="2605214"/>
              <a:ext cx="32190" cy="25600"/>
            </a:xfrm>
            <a:custGeom>
              <a:avLst/>
              <a:gdLst>
                <a:gd name="connsiteX0" fmla="*/ 32191 w 32190"/>
                <a:gd name="connsiteY0" fmla="*/ 12800 h 25600"/>
                <a:gd name="connsiteX1" fmla="*/ 16096 w 32190"/>
                <a:gd name="connsiteY1" fmla="*/ 25601 h 25600"/>
                <a:gd name="connsiteX2" fmla="*/ 0 w 32190"/>
                <a:gd name="connsiteY2" fmla="*/ 12800 h 25600"/>
                <a:gd name="connsiteX3" fmla="*/ 16096 w 32190"/>
                <a:gd name="connsiteY3" fmla="*/ 0 h 25600"/>
                <a:gd name="connsiteX4" fmla="*/ 32191 w 32190"/>
                <a:gd name="connsiteY4" fmla="*/ 12800 h 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90" h="25600">
                  <a:moveTo>
                    <a:pt x="32191" y="12800"/>
                  </a:moveTo>
                  <a:cubicBezTo>
                    <a:pt x="32191" y="19898"/>
                    <a:pt x="24967" y="25601"/>
                    <a:pt x="16096" y="25601"/>
                  </a:cubicBezTo>
                  <a:cubicBezTo>
                    <a:pt x="7224" y="25601"/>
                    <a:pt x="0" y="19898"/>
                    <a:pt x="0" y="12800"/>
                  </a:cubicBezTo>
                  <a:cubicBezTo>
                    <a:pt x="0" y="5703"/>
                    <a:pt x="7224" y="0"/>
                    <a:pt x="16096" y="0"/>
                  </a:cubicBezTo>
                  <a:cubicBezTo>
                    <a:pt x="24967" y="0"/>
                    <a:pt x="32191" y="5703"/>
                    <a:pt x="32191" y="1280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69" name="Freeform: Shape 4368">
              <a:extLst>
                <a:ext uri="{FF2B5EF4-FFF2-40B4-BE49-F238E27FC236}">
                  <a16:creationId xmlns:a16="http://schemas.microsoft.com/office/drawing/2014/main" id="{84068424-5580-49FF-C23A-D1BE356D79EA}"/>
                </a:ext>
              </a:extLst>
            </p:cNvPr>
            <p:cNvSpPr/>
            <p:nvPr/>
          </p:nvSpPr>
          <p:spPr>
            <a:xfrm>
              <a:off x="10941877" y="2707490"/>
              <a:ext cx="31431" cy="24840"/>
            </a:xfrm>
            <a:custGeom>
              <a:avLst/>
              <a:gdLst>
                <a:gd name="connsiteX0" fmla="*/ 31431 w 31431"/>
                <a:gd name="connsiteY0" fmla="*/ 12420 h 24840"/>
                <a:gd name="connsiteX1" fmla="*/ 15715 w 31431"/>
                <a:gd name="connsiteY1" fmla="*/ 24840 h 24840"/>
                <a:gd name="connsiteX2" fmla="*/ 0 w 31431"/>
                <a:gd name="connsiteY2" fmla="*/ 12420 h 24840"/>
                <a:gd name="connsiteX3" fmla="*/ 15715 w 31431"/>
                <a:gd name="connsiteY3" fmla="*/ 0 h 24840"/>
                <a:gd name="connsiteX4" fmla="*/ 31431 w 31431"/>
                <a:gd name="connsiteY4" fmla="*/ 12420 h 2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31" h="24840">
                  <a:moveTo>
                    <a:pt x="31431" y="12420"/>
                  </a:moveTo>
                  <a:cubicBezTo>
                    <a:pt x="31431" y="19264"/>
                    <a:pt x="24460" y="24840"/>
                    <a:pt x="15715" y="24840"/>
                  </a:cubicBezTo>
                  <a:cubicBezTo>
                    <a:pt x="6970" y="24840"/>
                    <a:pt x="0" y="19264"/>
                    <a:pt x="0" y="12420"/>
                  </a:cubicBezTo>
                  <a:cubicBezTo>
                    <a:pt x="0" y="5576"/>
                    <a:pt x="7097" y="0"/>
                    <a:pt x="15715" y="0"/>
                  </a:cubicBezTo>
                  <a:cubicBezTo>
                    <a:pt x="24334" y="0"/>
                    <a:pt x="31431" y="5576"/>
                    <a:pt x="31431" y="1242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70" name="Freeform: Shape 4369">
              <a:extLst>
                <a:ext uri="{FF2B5EF4-FFF2-40B4-BE49-F238E27FC236}">
                  <a16:creationId xmlns:a16="http://schemas.microsoft.com/office/drawing/2014/main" id="{8B490AA6-00BE-F8E9-E688-37129F2EB98E}"/>
                </a:ext>
              </a:extLst>
            </p:cNvPr>
            <p:cNvSpPr/>
            <p:nvPr/>
          </p:nvSpPr>
          <p:spPr>
            <a:xfrm>
              <a:off x="10965070" y="2810146"/>
              <a:ext cx="30669" cy="24333"/>
            </a:xfrm>
            <a:custGeom>
              <a:avLst/>
              <a:gdLst>
                <a:gd name="connsiteX0" fmla="*/ 30670 w 30669"/>
                <a:gd name="connsiteY0" fmla="*/ 12167 h 24333"/>
                <a:gd name="connsiteX1" fmla="*/ 15335 w 30669"/>
                <a:gd name="connsiteY1" fmla="*/ 24333 h 24333"/>
                <a:gd name="connsiteX2" fmla="*/ 0 w 30669"/>
                <a:gd name="connsiteY2" fmla="*/ 12167 h 24333"/>
                <a:gd name="connsiteX3" fmla="*/ 15335 w 30669"/>
                <a:gd name="connsiteY3" fmla="*/ 0 h 24333"/>
                <a:gd name="connsiteX4" fmla="*/ 30670 w 30669"/>
                <a:gd name="connsiteY4" fmla="*/ 12167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9" h="24333">
                  <a:moveTo>
                    <a:pt x="30670" y="12167"/>
                  </a:moveTo>
                  <a:cubicBezTo>
                    <a:pt x="30670" y="18884"/>
                    <a:pt x="23826" y="24333"/>
                    <a:pt x="15335" y="24333"/>
                  </a:cubicBezTo>
                  <a:cubicBezTo>
                    <a:pt x="6843" y="24333"/>
                    <a:pt x="0" y="18884"/>
                    <a:pt x="0" y="12167"/>
                  </a:cubicBezTo>
                  <a:cubicBezTo>
                    <a:pt x="0" y="5450"/>
                    <a:pt x="6843" y="0"/>
                    <a:pt x="15335" y="0"/>
                  </a:cubicBezTo>
                  <a:cubicBezTo>
                    <a:pt x="23826" y="0"/>
                    <a:pt x="30670" y="5450"/>
                    <a:pt x="30670" y="121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71" name="Freeform: Shape 4370">
              <a:extLst>
                <a:ext uri="{FF2B5EF4-FFF2-40B4-BE49-F238E27FC236}">
                  <a16:creationId xmlns:a16="http://schemas.microsoft.com/office/drawing/2014/main" id="{F7BAA713-E3FD-0CCE-569D-D4585E64F30B}"/>
                </a:ext>
              </a:extLst>
            </p:cNvPr>
            <p:cNvSpPr/>
            <p:nvPr/>
          </p:nvSpPr>
          <p:spPr>
            <a:xfrm>
              <a:off x="10984334" y="2912929"/>
              <a:ext cx="30669" cy="24333"/>
            </a:xfrm>
            <a:custGeom>
              <a:avLst/>
              <a:gdLst>
                <a:gd name="connsiteX0" fmla="*/ 30670 w 30669"/>
                <a:gd name="connsiteY0" fmla="*/ 12167 h 24333"/>
                <a:gd name="connsiteX1" fmla="*/ 15335 w 30669"/>
                <a:gd name="connsiteY1" fmla="*/ 24333 h 24333"/>
                <a:gd name="connsiteX2" fmla="*/ 0 w 30669"/>
                <a:gd name="connsiteY2" fmla="*/ 12167 h 24333"/>
                <a:gd name="connsiteX3" fmla="*/ 15335 w 30669"/>
                <a:gd name="connsiteY3" fmla="*/ 0 h 24333"/>
                <a:gd name="connsiteX4" fmla="*/ 30670 w 30669"/>
                <a:gd name="connsiteY4" fmla="*/ 12167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9" h="24333">
                  <a:moveTo>
                    <a:pt x="30670" y="12167"/>
                  </a:moveTo>
                  <a:cubicBezTo>
                    <a:pt x="30670" y="18884"/>
                    <a:pt x="23826" y="24333"/>
                    <a:pt x="15335" y="24333"/>
                  </a:cubicBezTo>
                  <a:cubicBezTo>
                    <a:pt x="6843" y="24333"/>
                    <a:pt x="0" y="18884"/>
                    <a:pt x="0" y="12167"/>
                  </a:cubicBezTo>
                  <a:cubicBezTo>
                    <a:pt x="0" y="5450"/>
                    <a:pt x="6843" y="0"/>
                    <a:pt x="15335" y="0"/>
                  </a:cubicBezTo>
                  <a:cubicBezTo>
                    <a:pt x="23826" y="0"/>
                    <a:pt x="30670" y="5450"/>
                    <a:pt x="30670" y="121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72" name="Freeform: Shape 4371">
              <a:extLst>
                <a:ext uri="{FF2B5EF4-FFF2-40B4-BE49-F238E27FC236}">
                  <a16:creationId xmlns:a16="http://schemas.microsoft.com/office/drawing/2014/main" id="{E24DE95E-2AB7-94D8-1899-EEF06F7EBF2F}"/>
                </a:ext>
              </a:extLst>
            </p:cNvPr>
            <p:cNvSpPr/>
            <p:nvPr/>
          </p:nvSpPr>
          <p:spPr>
            <a:xfrm>
              <a:off x="11000556" y="3016599"/>
              <a:ext cx="29909" cy="23572"/>
            </a:xfrm>
            <a:custGeom>
              <a:avLst/>
              <a:gdLst>
                <a:gd name="connsiteX0" fmla="*/ 29910 w 29909"/>
                <a:gd name="connsiteY0" fmla="*/ 11786 h 23572"/>
                <a:gd name="connsiteX1" fmla="*/ 14955 w 29909"/>
                <a:gd name="connsiteY1" fmla="*/ 23573 h 23572"/>
                <a:gd name="connsiteX2" fmla="*/ 0 w 29909"/>
                <a:gd name="connsiteY2" fmla="*/ 11786 h 23572"/>
                <a:gd name="connsiteX3" fmla="*/ 14955 w 29909"/>
                <a:gd name="connsiteY3" fmla="*/ 0 h 23572"/>
                <a:gd name="connsiteX4" fmla="*/ 29910 w 29909"/>
                <a:gd name="connsiteY4" fmla="*/ 11786 h 2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909" h="23572">
                  <a:moveTo>
                    <a:pt x="29910" y="11786"/>
                  </a:moveTo>
                  <a:cubicBezTo>
                    <a:pt x="29910" y="18377"/>
                    <a:pt x="23193" y="23573"/>
                    <a:pt x="14955" y="23573"/>
                  </a:cubicBezTo>
                  <a:cubicBezTo>
                    <a:pt x="6717" y="23573"/>
                    <a:pt x="0" y="18250"/>
                    <a:pt x="0" y="11786"/>
                  </a:cubicBezTo>
                  <a:cubicBezTo>
                    <a:pt x="0" y="5323"/>
                    <a:pt x="6717" y="0"/>
                    <a:pt x="14955" y="0"/>
                  </a:cubicBezTo>
                  <a:cubicBezTo>
                    <a:pt x="23193" y="0"/>
                    <a:pt x="29910" y="5323"/>
                    <a:pt x="29910" y="1178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73" name="Freeform: Shape 4372">
              <a:extLst>
                <a:ext uri="{FF2B5EF4-FFF2-40B4-BE49-F238E27FC236}">
                  <a16:creationId xmlns:a16="http://schemas.microsoft.com/office/drawing/2014/main" id="{A554B0EC-E476-3B1F-0AEC-98074FA108DA}"/>
                </a:ext>
              </a:extLst>
            </p:cNvPr>
            <p:cNvSpPr/>
            <p:nvPr/>
          </p:nvSpPr>
          <p:spPr>
            <a:xfrm>
              <a:off x="11013610" y="3120776"/>
              <a:ext cx="28388" cy="22305"/>
            </a:xfrm>
            <a:custGeom>
              <a:avLst/>
              <a:gdLst>
                <a:gd name="connsiteX0" fmla="*/ 28389 w 28388"/>
                <a:gd name="connsiteY0" fmla="*/ 11153 h 22305"/>
                <a:gd name="connsiteX1" fmla="*/ 14194 w 28388"/>
                <a:gd name="connsiteY1" fmla="*/ 22306 h 22305"/>
                <a:gd name="connsiteX2" fmla="*/ 0 w 28388"/>
                <a:gd name="connsiteY2" fmla="*/ 11153 h 22305"/>
                <a:gd name="connsiteX3" fmla="*/ 14194 w 28388"/>
                <a:gd name="connsiteY3" fmla="*/ 0 h 22305"/>
                <a:gd name="connsiteX4" fmla="*/ 28389 w 28388"/>
                <a:gd name="connsiteY4" fmla="*/ 11153 h 22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388" h="22305">
                  <a:moveTo>
                    <a:pt x="28389" y="11153"/>
                  </a:moveTo>
                  <a:cubicBezTo>
                    <a:pt x="28389" y="17363"/>
                    <a:pt x="22052" y="22306"/>
                    <a:pt x="14194" y="22306"/>
                  </a:cubicBezTo>
                  <a:cubicBezTo>
                    <a:pt x="6337" y="22306"/>
                    <a:pt x="0" y="17236"/>
                    <a:pt x="0" y="11153"/>
                  </a:cubicBezTo>
                  <a:cubicBezTo>
                    <a:pt x="0" y="5070"/>
                    <a:pt x="6337" y="0"/>
                    <a:pt x="14194" y="0"/>
                  </a:cubicBezTo>
                  <a:cubicBezTo>
                    <a:pt x="22052" y="0"/>
                    <a:pt x="28389" y="5070"/>
                    <a:pt x="28389" y="1115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74" name="Freeform: Shape 4373">
              <a:extLst>
                <a:ext uri="{FF2B5EF4-FFF2-40B4-BE49-F238E27FC236}">
                  <a16:creationId xmlns:a16="http://schemas.microsoft.com/office/drawing/2014/main" id="{4DC123AA-C068-A5BE-A2B5-6C1D29E53460}"/>
                </a:ext>
              </a:extLst>
            </p:cNvPr>
            <p:cNvSpPr/>
            <p:nvPr/>
          </p:nvSpPr>
          <p:spPr>
            <a:xfrm>
              <a:off x="11022861" y="3224826"/>
              <a:ext cx="27501" cy="21798"/>
            </a:xfrm>
            <a:custGeom>
              <a:avLst/>
              <a:gdLst>
                <a:gd name="connsiteX0" fmla="*/ 27501 w 27501"/>
                <a:gd name="connsiteY0" fmla="*/ 10899 h 21798"/>
                <a:gd name="connsiteX1" fmla="*/ 13688 w 27501"/>
                <a:gd name="connsiteY1" fmla="*/ 21798 h 21798"/>
                <a:gd name="connsiteX2" fmla="*/ 0 w 27501"/>
                <a:gd name="connsiteY2" fmla="*/ 10899 h 21798"/>
                <a:gd name="connsiteX3" fmla="*/ 13688 w 27501"/>
                <a:gd name="connsiteY3" fmla="*/ 0 h 21798"/>
                <a:gd name="connsiteX4" fmla="*/ 27501 w 27501"/>
                <a:gd name="connsiteY4" fmla="*/ 10899 h 21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501" h="21798">
                  <a:moveTo>
                    <a:pt x="27501" y="10899"/>
                  </a:moveTo>
                  <a:cubicBezTo>
                    <a:pt x="27501" y="16983"/>
                    <a:pt x="21292" y="21798"/>
                    <a:pt x="13688" y="21798"/>
                  </a:cubicBezTo>
                  <a:cubicBezTo>
                    <a:pt x="6083" y="21798"/>
                    <a:pt x="0" y="16856"/>
                    <a:pt x="0" y="10899"/>
                  </a:cubicBezTo>
                  <a:cubicBezTo>
                    <a:pt x="0" y="4943"/>
                    <a:pt x="6083" y="0"/>
                    <a:pt x="13688" y="0"/>
                  </a:cubicBezTo>
                  <a:cubicBezTo>
                    <a:pt x="21292" y="0"/>
                    <a:pt x="27501" y="4943"/>
                    <a:pt x="27501" y="1089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75" name="Freeform: Shape 4374">
              <a:extLst>
                <a:ext uri="{FF2B5EF4-FFF2-40B4-BE49-F238E27FC236}">
                  <a16:creationId xmlns:a16="http://schemas.microsoft.com/office/drawing/2014/main" id="{CC68C33B-436F-9BA9-73AD-61739BBA87CC}"/>
                </a:ext>
              </a:extLst>
            </p:cNvPr>
            <p:cNvSpPr/>
            <p:nvPr/>
          </p:nvSpPr>
          <p:spPr>
            <a:xfrm>
              <a:off x="11028564" y="3328877"/>
              <a:ext cx="26614" cy="21291"/>
            </a:xfrm>
            <a:custGeom>
              <a:avLst/>
              <a:gdLst>
                <a:gd name="connsiteX0" fmla="*/ 26614 w 26614"/>
                <a:gd name="connsiteY0" fmla="*/ 10646 h 21291"/>
                <a:gd name="connsiteX1" fmla="*/ 13307 w 26614"/>
                <a:gd name="connsiteY1" fmla="*/ 21292 h 21291"/>
                <a:gd name="connsiteX2" fmla="*/ 0 w 26614"/>
                <a:gd name="connsiteY2" fmla="*/ 10646 h 21291"/>
                <a:gd name="connsiteX3" fmla="*/ 13307 w 26614"/>
                <a:gd name="connsiteY3" fmla="*/ 0 h 21291"/>
                <a:gd name="connsiteX4" fmla="*/ 26614 w 26614"/>
                <a:gd name="connsiteY4" fmla="*/ 10646 h 2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614" h="21291">
                  <a:moveTo>
                    <a:pt x="26614" y="10646"/>
                  </a:moveTo>
                  <a:cubicBezTo>
                    <a:pt x="26614" y="16476"/>
                    <a:pt x="20658" y="21292"/>
                    <a:pt x="13307" y="21292"/>
                  </a:cubicBezTo>
                  <a:cubicBezTo>
                    <a:pt x="5956" y="21292"/>
                    <a:pt x="0" y="16602"/>
                    <a:pt x="0" y="10646"/>
                  </a:cubicBezTo>
                  <a:cubicBezTo>
                    <a:pt x="0" y="4689"/>
                    <a:pt x="5956" y="0"/>
                    <a:pt x="13307" y="0"/>
                  </a:cubicBezTo>
                  <a:cubicBezTo>
                    <a:pt x="20658" y="0"/>
                    <a:pt x="26614" y="4689"/>
                    <a:pt x="26614" y="1064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76" name="Freeform: Shape 4375">
              <a:extLst>
                <a:ext uri="{FF2B5EF4-FFF2-40B4-BE49-F238E27FC236}">
                  <a16:creationId xmlns:a16="http://schemas.microsoft.com/office/drawing/2014/main" id="{A7B02AA9-24ED-234E-4049-4405755FB8F5}"/>
                </a:ext>
              </a:extLst>
            </p:cNvPr>
            <p:cNvSpPr/>
            <p:nvPr/>
          </p:nvSpPr>
          <p:spPr>
            <a:xfrm>
              <a:off x="11155427" y="3432927"/>
              <a:ext cx="26741" cy="21291"/>
            </a:xfrm>
            <a:custGeom>
              <a:avLst/>
              <a:gdLst>
                <a:gd name="connsiteX0" fmla="*/ 26741 w 26741"/>
                <a:gd name="connsiteY0" fmla="*/ 10646 h 21291"/>
                <a:gd name="connsiteX1" fmla="*/ 13434 w 26741"/>
                <a:gd name="connsiteY1" fmla="*/ 21292 h 21291"/>
                <a:gd name="connsiteX2" fmla="*/ 0 w 26741"/>
                <a:gd name="connsiteY2" fmla="*/ 10646 h 21291"/>
                <a:gd name="connsiteX3" fmla="*/ 13434 w 26741"/>
                <a:gd name="connsiteY3" fmla="*/ 0 h 21291"/>
                <a:gd name="connsiteX4" fmla="*/ 26741 w 26741"/>
                <a:gd name="connsiteY4" fmla="*/ 10646 h 2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741" h="21291">
                  <a:moveTo>
                    <a:pt x="26741" y="10646"/>
                  </a:moveTo>
                  <a:cubicBezTo>
                    <a:pt x="26741" y="16476"/>
                    <a:pt x="20784" y="21292"/>
                    <a:pt x="13434" y="21292"/>
                  </a:cubicBezTo>
                  <a:cubicBezTo>
                    <a:pt x="6083" y="21292"/>
                    <a:pt x="0" y="16602"/>
                    <a:pt x="0" y="10646"/>
                  </a:cubicBezTo>
                  <a:cubicBezTo>
                    <a:pt x="0" y="4689"/>
                    <a:pt x="5956" y="0"/>
                    <a:pt x="13434" y="0"/>
                  </a:cubicBezTo>
                  <a:cubicBezTo>
                    <a:pt x="20911" y="0"/>
                    <a:pt x="26741" y="4816"/>
                    <a:pt x="26741" y="1064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77" name="Freeform: Shape 4376">
              <a:extLst>
                <a:ext uri="{FF2B5EF4-FFF2-40B4-BE49-F238E27FC236}">
                  <a16:creationId xmlns:a16="http://schemas.microsoft.com/office/drawing/2014/main" id="{52CBBE0B-F7D3-1161-F02F-559740634D81}"/>
                </a:ext>
              </a:extLst>
            </p:cNvPr>
            <p:cNvSpPr/>
            <p:nvPr/>
          </p:nvSpPr>
          <p:spPr>
            <a:xfrm>
              <a:off x="11154286" y="3537357"/>
              <a:ext cx="25853" cy="20531"/>
            </a:xfrm>
            <a:custGeom>
              <a:avLst/>
              <a:gdLst>
                <a:gd name="connsiteX0" fmla="*/ 25854 w 25853"/>
                <a:gd name="connsiteY0" fmla="*/ 10266 h 20531"/>
                <a:gd name="connsiteX1" fmla="*/ 12927 w 25853"/>
                <a:gd name="connsiteY1" fmla="*/ 20532 h 20531"/>
                <a:gd name="connsiteX2" fmla="*/ 0 w 25853"/>
                <a:gd name="connsiteY2" fmla="*/ 10266 h 20531"/>
                <a:gd name="connsiteX3" fmla="*/ 12927 w 25853"/>
                <a:gd name="connsiteY3" fmla="*/ 0 h 20531"/>
                <a:gd name="connsiteX4" fmla="*/ 25854 w 25853"/>
                <a:gd name="connsiteY4" fmla="*/ 10266 h 20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853" h="20531">
                  <a:moveTo>
                    <a:pt x="25854" y="10266"/>
                  </a:moveTo>
                  <a:cubicBezTo>
                    <a:pt x="25854" y="15969"/>
                    <a:pt x="20025" y="20532"/>
                    <a:pt x="12927" y="20532"/>
                  </a:cubicBezTo>
                  <a:cubicBezTo>
                    <a:pt x="5830" y="20532"/>
                    <a:pt x="0" y="15969"/>
                    <a:pt x="0" y="10266"/>
                  </a:cubicBezTo>
                  <a:cubicBezTo>
                    <a:pt x="0" y="4563"/>
                    <a:pt x="5830" y="0"/>
                    <a:pt x="12927" y="0"/>
                  </a:cubicBezTo>
                  <a:cubicBezTo>
                    <a:pt x="20025" y="0"/>
                    <a:pt x="25854" y="4563"/>
                    <a:pt x="25854" y="1026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78" name="Freeform: Shape 4377">
              <a:extLst>
                <a:ext uri="{FF2B5EF4-FFF2-40B4-BE49-F238E27FC236}">
                  <a16:creationId xmlns:a16="http://schemas.microsoft.com/office/drawing/2014/main" id="{ADDBEB79-542E-1EFA-1D98-263544FA7D2D}"/>
                </a:ext>
              </a:extLst>
            </p:cNvPr>
            <p:cNvSpPr/>
            <p:nvPr/>
          </p:nvSpPr>
          <p:spPr>
            <a:xfrm>
              <a:off x="11149470" y="3641534"/>
              <a:ext cx="25093" cy="20024"/>
            </a:xfrm>
            <a:custGeom>
              <a:avLst/>
              <a:gdLst>
                <a:gd name="connsiteX0" fmla="*/ 25093 w 25093"/>
                <a:gd name="connsiteY0" fmla="*/ 10012 h 20024"/>
                <a:gd name="connsiteX1" fmla="*/ 12547 w 25093"/>
                <a:gd name="connsiteY1" fmla="*/ 20024 h 20024"/>
                <a:gd name="connsiteX2" fmla="*/ 0 w 25093"/>
                <a:gd name="connsiteY2" fmla="*/ 10012 h 20024"/>
                <a:gd name="connsiteX3" fmla="*/ 12547 w 25093"/>
                <a:gd name="connsiteY3" fmla="*/ 0 h 20024"/>
                <a:gd name="connsiteX4" fmla="*/ 25093 w 25093"/>
                <a:gd name="connsiteY4" fmla="*/ 10012 h 2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93" h="20024">
                  <a:moveTo>
                    <a:pt x="25093" y="10012"/>
                  </a:moveTo>
                  <a:cubicBezTo>
                    <a:pt x="25093" y="15589"/>
                    <a:pt x="19518" y="20024"/>
                    <a:pt x="12547" y="20024"/>
                  </a:cubicBezTo>
                  <a:cubicBezTo>
                    <a:pt x="5576" y="20024"/>
                    <a:pt x="0" y="15589"/>
                    <a:pt x="0" y="10012"/>
                  </a:cubicBezTo>
                  <a:cubicBezTo>
                    <a:pt x="0" y="4436"/>
                    <a:pt x="5703" y="0"/>
                    <a:pt x="12547" y="0"/>
                  </a:cubicBezTo>
                  <a:cubicBezTo>
                    <a:pt x="19391" y="0"/>
                    <a:pt x="25093" y="4436"/>
                    <a:pt x="25093" y="1001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79" name="Freeform: Shape 4378">
              <a:extLst>
                <a:ext uri="{FF2B5EF4-FFF2-40B4-BE49-F238E27FC236}">
                  <a16:creationId xmlns:a16="http://schemas.microsoft.com/office/drawing/2014/main" id="{68D71EDA-0CDC-7D44-015E-273253FEC30E}"/>
                </a:ext>
              </a:extLst>
            </p:cNvPr>
            <p:cNvSpPr/>
            <p:nvPr/>
          </p:nvSpPr>
          <p:spPr>
            <a:xfrm>
              <a:off x="11141233" y="3745711"/>
              <a:ext cx="24333" cy="19264"/>
            </a:xfrm>
            <a:custGeom>
              <a:avLst/>
              <a:gdLst>
                <a:gd name="connsiteX0" fmla="*/ 24333 w 24333"/>
                <a:gd name="connsiteY0" fmla="*/ 9632 h 19264"/>
                <a:gd name="connsiteX1" fmla="*/ 12166 w 24333"/>
                <a:gd name="connsiteY1" fmla="*/ 19264 h 19264"/>
                <a:gd name="connsiteX2" fmla="*/ 0 w 24333"/>
                <a:gd name="connsiteY2" fmla="*/ 9632 h 19264"/>
                <a:gd name="connsiteX3" fmla="*/ 12166 w 24333"/>
                <a:gd name="connsiteY3" fmla="*/ 0 h 19264"/>
                <a:gd name="connsiteX4" fmla="*/ 24333 w 24333"/>
                <a:gd name="connsiteY4" fmla="*/ 9632 h 19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33" h="19264">
                  <a:moveTo>
                    <a:pt x="24333" y="9632"/>
                  </a:moveTo>
                  <a:cubicBezTo>
                    <a:pt x="24333" y="14955"/>
                    <a:pt x="18884" y="19264"/>
                    <a:pt x="12166" y="19264"/>
                  </a:cubicBezTo>
                  <a:cubicBezTo>
                    <a:pt x="5450" y="19264"/>
                    <a:pt x="0" y="14955"/>
                    <a:pt x="0" y="9632"/>
                  </a:cubicBezTo>
                  <a:cubicBezTo>
                    <a:pt x="0" y="4309"/>
                    <a:pt x="5450" y="0"/>
                    <a:pt x="12166" y="0"/>
                  </a:cubicBezTo>
                  <a:cubicBezTo>
                    <a:pt x="18884" y="0"/>
                    <a:pt x="24333" y="4309"/>
                    <a:pt x="24333" y="963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80" name="Freeform: Shape 4379">
              <a:extLst>
                <a:ext uri="{FF2B5EF4-FFF2-40B4-BE49-F238E27FC236}">
                  <a16:creationId xmlns:a16="http://schemas.microsoft.com/office/drawing/2014/main" id="{6126F834-1BC5-3B65-8B65-C9FC88BDE5CD}"/>
                </a:ext>
              </a:extLst>
            </p:cNvPr>
            <p:cNvSpPr/>
            <p:nvPr/>
          </p:nvSpPr>
          <p:spPr>
            <a:xfrm>
              <a:off x="11129573" y="3849508"/>
              <a:ext cx="23573" cy="18757"/>
            </a:xfrm>
            <a:custGeom>
              <a:avLst/>
              <a:gdLst>
                <a:gd name="connsiteX0" fmla="*/ 23573 w 23573"/>
                <a:gd name="connsiteY0" fmla="*/ 9379 h 18757"/>
                <a:gd name="connsiteX1" fmla="*/ 11786 w 23573"/>
                <a:gd name="connsiteY1" fmla="*/ 18757 h 18757"/>
                <a:gd name="connsiteX2" fmla="*/ 0 w 23573"/>
                <a:gd name="connsiteY2" fmla="*/ 9379 h 18757"/>
                <a:gd name="connsiteX3" fmla="*/ 11786 w 23573"/>
                <a:gd name="connsiteY3" fmla="*/ 0 h 18757"/>
                <a:gd name="connsiteX4" fmla="*/ 23573 w 23573"/>
                <a:gd name="connsiteY4" fmla="*/ 9379 h 18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573" h="18757">
                  <a:moveTo>
                    <a:pt x="23573" y="9379"/>
                  </a:moveTo>
                  <a:cubicBezTo>
                    <a:pt x="23573" y="14575"/>
                    <a:pt x="18377" y="18757"/>
                    <a:pt x="11786" y="18757"/>
                  </a:cubicBezTo>
                  <a:cubicBezTo>
                    <a:pt x="5197" y="18757"/>
                    <a:pt x="0" y="14575"/>
                    <a:pt x="0" y="9379"/>
                  </a:cubicBezTo>
                  <a:cubicBezTo>
                    <a:pt x="0" y="4183"/>
                    <a:pt x="5197" y="0"/>
                    <a:pt x="11786" y="0"/>
                  </a:cubicBezTo>
                  <a:cubicBezTo>
                    <a:pt x="18377" y="0"/>
                    <a:pt x="23573" y="4183"/>
                    <a:pt x="23573" y="937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81" name="Freeform: Shape 4380">
              <a:extLst>
                <a:ext uri="{FF2B5EF4-FFF2-40B4-BE49-F238E27FC236}">
                  <a16:creationId xmlns:a16="http://schemas.microsoft.com/office/drawing/2014/main" id="{E63FC082-6651-174A-F9C1-F074BFE8CBA6}"/>
                </a:ext>
              </a:extLst>
            </p:cNvPr>
            <p:cNvSpPr/>
            <p:nvPr/>
          </p:nvSpPr>
          <p:spPr>
            <a:xfrm>
              <a:off x="11114618" y="3953051"/>
              <a:ext cx="22812" cy="18123"/>
            </a:xfrm>
            <a:custGeom>
              <a:avLst/>
              <a:gdLst>
                <a:gd name="connsiteX0" fmla="*/ 22812 w 22812"/>
                <a:gd name="connsiteY0" fmla="*/ 8998 h 18123"/>
                <a:gd name="connsiteX1" fmla="*/ 11407 w 22812"/>
                <a:gd name="connsiteY1" fmla="*/ 18123 h 18123"/>
                <a:gd name="connsiteX2" fmla="*/ 0 w 22812"/>
                <a:gd name="connsiteY2" fmla="*/ 8998 h 18123"/>
                <a:gd name="connsiteX3" fmla="*/ 11407 w 22812"/>
                <a:gd name="connsiteY3" fmla="*/ 0 h 18123"/>
                <a:gd name="connsiteX4" fmla="*/ 22812 w 22812"/>
                <a:gd name="connsiteY4" fmla="*/ 8998 h 18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12" h="18123">
                  <a:moveTo>
                    <a:pt x="22812" y="8998"/>
                  </a:moveTo>
                  <a:cubicBezTo>
                    <a:pt x="22812" y="14068"/>
                    <a:pt x="17743" y="18123"/>
                    <a:pt x="11407" y="18123"/>
                  </a:cubicBezTo>
                  <a:cubicBezTo>
                    <a:pt x="5070" y="18123"/>
                    <a:pt x="0" y="14068"/>
                    <a:pt x="0" y="8998"/>
                  </a:cubicBezTo>
                  <a:cubicBezTo>
                    <a:pt x="0" y="3929"/>
                    <a:pt x="5070" y="0"/>
                    <a:pt x="11407" y="0"/>
                  </a:cubicBezTo>
                  <a:cubicBezTo>
                    <a:pt x="17743" y="0"/>
                    <a:pt x="22812" y="4056"/>
                    <a:pt x="22812" y="89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82" name="Freeform: Shape 4381">
              <a:extLst>
                <a:ext uri="{FF2B5EF4-FFF2-40B4-BE49-F238E27FC236}">
                  <a16:creationId xmlns:a16="http://schemas.microsoft.com/office/drawing/2014/main" id="{F061CA7D-29D4-B1DF-77D9-C018929AA3A0}"/>
                </a:ext>
              </a:extLst>
            </p:cNvPr>
            <p:cNvSpPr/>
            <p:nvPr/>
          </p:nvSpPr>
          <p:spPr>
            <a:xfrm>
              <a:off x="11096115" y="4056341"/>
              <a:ext cx="22051" cy="17489"/>
            </a:xfrm>
            <a:custGeom>
              <a:avLst/>
              <a:gdLst>
                <a:gd name="connsiteX0" fmla="*/ 22052 w 22051"/>
                <a:gd name="connsiteY0" fmla="*/ 8745 h 17489"/>
                <a:gd name="connsiteX1" fmla="*/ 11026 w 22051"/>
                <a:gd name="connsiteY1" fmla="*/ 17490 h 17489"/>
                <a:gd name="connsiteX2" fmla="*/ 0 w 22051"/>
                <a:gd name="connsiteY2" fmla="*/ 8745 h 17489"/>
                <a:gd name="connsiteX3" fmla="*/ 11026 w 22051"/>
                <a:gd name="connsiteY3" fmla="*/ 0 h 17489"/>
                <a:gd name="connsiteX4" fmla="*/ 22052 w 22051"/>
                <a:gd name="connsiteY4" fmla="*/ 8745 h 1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051" h="17489">
                  <a:moveTo>
                    <a:pt x="22052" y="8745"/>
                  </a:moveTo>
                  <a:cubicBezTo>
                    <a:pt x="22052" y="13561"/>
                    <a:pt x="17109" y="17490"/>
                    <a:pt x="11026" y="17490"/>
                  </a:cubicBezTo>
                  <a:cubicBezTo>
                    <a:pt x="4942" y="17490"/>
                    <a:pt x="0" y="13561"/>
                    <a:pt x="0" y="8745"/>
                  </a:cubicBezTo>
                  <a:cubicBezTo>
                    <a:pt x="0" y="3929"/>
                    <a:pt x="4942" y="0"/>
                    <a:pt x="11026" y="0"/>
                  </a:cubicBezTo>
                  <a:cubicBezTo>
                    <a:pt x="17109" y="0"/>
                    <a:pt x="22052" y="3929"/>
                    <a:pt x="22052" y="874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83" name="Freeform: Shape 4382">
              <a:extLst>
                <a:ext uri="{FF2B5EF4-FFF2-40B4-BE49-F238E27FC236}">
                  <a16:creationId xmlns:a16="http://schemas.microsoft.com/office/drawing/2014/main" id="{DC6108DC-0763-25AF-4C60-3949C707783E}"/>
                </a:ext>
              </a:extLst>
            </p:cNvPr>
            <p:cNvSpPr/>
            <p:nvPr/>
          </p:nvSpPr>
          <p:spPr>
            <a:xfrm>
              <a:off x="11074823" y="4159250"/>
              <a:ext cx="20531" cy="16475"/>
            </a:xfrm>
            <a:custGeom>
              <a:avLst/>
              <a:gdLst>
                <a:gd name="connsiteX0" fmla="*/ 20531 w 20531"/>
                <a:gd name="connsiteY0" fmla="*/ 8238 h 16475"/>
                <a:gd name="connsiteX1" fmla="*/ 10266 w 20531"/>
                <a:gd name="connsiteY1" fmla="*/ 16476 h 16475"/>
                <a:gd name="connsiteX2" fmla="*/ 0 w 20531"/>
                <a:gd name="connsiteY2" fmla="*/ 8238 h 16475"/>
                <a:gd name="connsiteX3" fmla="*/ 10266 w 20531"/>
                <a:gd name="connsiteY3" fmla="*/ 0 h 16475"/>
                <a:gd name="connsiteX4" fmla="*/ 20531 w 20531"/>
                <a:gd name="connsiteY4" fmla="*/ 8238 h 16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31" h="16475">
                  <a:moveTo>
                    <a:pt x="20531" y="8238"/>
                  </a:moveTo>
                  <a:cubicBezTo>
                    <a:pt x="20531" y="12800"/>
                    <a:pt x="15842" y="16476"/>
                    <a:pt x="10266" y="16476"/>
                  </a:cubicBezTo>
                  <a:cubicBezTo>
                    <a:pt x="4689" y="16476"/>
                    <a:pt x="0" y="12800"/>
                    <a:pt x="0" y="8238"/>
                  </a:cubicBezTo>
                  <a:cubicBezTo>
                    <a:pt x="0" y="3675"/>
                    <a:pt x="4563" y="0"/>
                    <a:pt x="10266" y="0"/>
                  </a:cubicBezTo>
                  <a:cubicBezTo>
                    <a:pt x="15969" y="0"/>
                    <a:pt x="20531" y="3675"/>
                    <a:pt x="20531" y="823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84" name="Freeform: Shape 4383">
              <a:extLst>
                <a:ext uri="{FF2B5EF4-FFF2-40B4-BE49-F238E27FC236}">
                  <a16:creationId xmlns:a16="http://schemas.microsoft.com/office/drawing/2014/main" id="{B45387B3-E082-23F5-0CA8-13A13A9195DF}"/>
                </a:ext>
              </a:extLst>
            </p:cNvPr>
            <p:cNvSpPr/>
            <p:nvPr/>
          </p:nvSpPr>
          <p:spPr>
            <a:xfrm>
              <a:off x="11049475" y="4261653"/>
              <a:ext cx="19897" cy="15715"/>
            </a:xfrm>
            <a:custGeom>
              <a:avLst/>
              <a:gdLst>
                <a:gd name="connsiteX0" fmla="*/ 19898 w 19897"/>
                <a:gd name="connsiteY0" fmla="*/ 7858 h 15715"/>
                <a:gd name="connsiteX1" fmla="*/ 9886 w 19897"/>
                <a:gd name="connsiteY1" fmla="*/ 15715 h 15715"/>
                <a:gd name="connsiteX2" fmla="*/ 0 w 19897"/>
                <a:gd name="connsiteY2" fmla="*/ 7858 h 15715"/>
                <a:gd name="connsiteX3" fmla="*/ 9886 w 19897"/>
                <a:gd name="connsiteY3" fmla="*/ 0 h 15715"/>
                <a:gd name="connsiteX4" fmla="*/ 19898 w 19897"/>
                <a:gd name="connsiteY4" fmla="*/ 7858 h 1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97" h="15715">
                  <a:moveTo>
                    <a:pt x="19898" y="7858"/>
                  </a:moveTo>
                  <a:cubicBezTo>
                    <a:pt x="19898" y="12167"/>
                    <a:pt x="15462" y="15715"/>
                    <a:pt x="9886" y="15715"/>
                  </a:cubicBezTo>
                  <a:cubicBezTo>
                    <a:pt x="4309" y="15715"/>
                    <a:pt x="0" y="12167"/>
                    <a:pt x="0" y="7858"/>
                  </a:cubicBezTo>
                  <a:cubicBezTo>
                    <a:pt x="0" y="3549"/>
                    <a:pt x="4436" y="0"/>
                    <a:pt x="9886" y="0"/>
                  </a:cubicBezTo>
                  <a:cubicBezTo>
                    <a:pt x="15335" y="0"/>
                    <a:pt x="19898" y="3549"/>
                    <a:pt x="19898" y="785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85" name="Freeform: Shape 4384">
              <a:extLst>
                <a:ext uri="{FF2B5EF4-FFF2-40B4-BE49-F238E27FC236}">
                  <a16:creationId xmlns:a16="http://schemas.microsoft.com/office/drawing/2014/main" id="{3174D92F-7F9A-0933-940B-9F9D337956F6}"/>
                </a:ext>
              </a:extLst>
            </p:cNvPr>
            <p:cNvSpPr/>
            <p:nvPr/>
          </p:nvSpPr>
          <p:spPr>
            <a:xfrm>
              <a:off x="11020960" y="4363295"/>
              <a:ext cx="19010" cy="15208"/>
            </a:xfrm>
            <a:custGeom>
              <a:avLst/>
              <a:gdLst>
                <a:gd name="connsiteX0" fmla="*/ 19010 w 19010"/>
                <a:gd name="connsiteY0" fmla="*/ 7604 h 15208"/>
                <a:gd name="connsiteX1" fmla="*/ 9505 w 19010"/>
                <a:gd name="connsiteY1" fmla="*/ 15208 h 15208"/>
                <a:gd name="connsiteX2" fmla="*/ 0 w 19010"/>
                <a:gd name="connsiteY2" fmla="*/ 7604 h 15208"/>
                <a:gd name="connsiteX3" fmla="*/ 9505 w 19010"/>
                <a:gd name="connsiteY3" fmla="*/ 0 h 15208"/>
                <a:gd name="connsiteX4" fmla="*/ 19010 w 19010"/>
                <a:gd name="connsiteY4" fmla="*/ 7604 h 15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10" h="15208">
                  <a:moveTo>
                    <a:pt x="19010" y="7604"/>
                  </a:moveTo>
                  <a:cubicBezTo>
                    <a:pt x="19010" y="11786"/>
                    <a:pt x="14702" y="15208"/>
                    <a:pt x="9505" y="15208"/>
                  </a:cubicBezTo>
                  <a:cubicBezTo>
                    <a:pt x="4309" y="15208"/>
                    <a:pt x="0" y="11786"/>
                    <a:pt x="0" y="7604"/>
                  </a:cubicBezTo>
                  <a:cubicBezTo>
                    <a:pt x="0" y="3422"/>
                    <a:pt x="4309" y="0"/>
                    <a:pt x="9505" y="0"/>
                  </a:cubicBezTo>
                  <a:cubicBezTo>
                    <a:pt x="14702" y="0"/>
                    <a:pt x="19010" y="3422"/>
                    <a:pt x="19010" y="760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86" name="Freeform: Shape 4385">
              <a:extLst>
                <a:ext uri="{FF2B5EF4-FFF2-40B4-BE49-F238E27FC236}">
                  <a16:creationId xmlns:a16="http://schemas.microsoft.com/office/drawing/2014/main" id="{D686EDDB-DBA0-2DFD-229A-C5695C32CB6F}"/>
                </a:ext>
              </a:extLst>
            </p:cNvPr>
            <p:cNvSpPr/>
            <p:nvPr/>
          </p:nvSpPr>
          <p:spPr>
            <a:xfrm>
              <a:off x="10989023" y="4464557"/>
              <a:ext cx="18250" cy="14448"/>
            </a:xfrm>
            <a:custGeom>
              <a:avLst/>
              <a:gdLst>
                <a:gd name="connsiteX0" fmla="*/ 18250 w 18250"/>
                <a:gd name="connsiteY0" fmla="*/ 7224 h 14448"/>
                <a:gd name="connsiteX1" fmla="*/ 9125 w 18250"/>
                <a:gd name="connsiteY1" fmla="*/ 14448 h 14448"/>
                <a:gd name="connsiteX2" fmla="*/ 0 w 18250"/>
                <a:gd name="connsiteY2" fmla="*/ 7224 h 14448"/>
                <a:gd name="connsiteX3" fmla="*/ 9125 w 18250"/>
                <a:gd name="connsiteY3" fmla="*/ 0 h 14448"/>
                <a:gd name="connsiteX4" fmla="*/ 18250 w 18250"/>
                <a:gd name="connsiteY4" fmla="*/ 7224 h 14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8">
                  <a:moveTo>
                    <a:pt x="18250" y="7224"/>
                  </a:moveTo>
                  <a:cubicBezTo>
                    <a:pt x="18250" y="11280"/>
                    <a:pt x="14194" y="14448"/>
                    <a:pt x="9125" y="14448"/>
                  </a:cubicBezTo>
                  <a:cubicBezTo>
                    <a:pt x="4056" y="14448"/>
                    <a:pt x="0" y="11280"/>
                    <a:pt x="0" y="7224"/>
                  </a:cubicBezTo>
                  <a:cubicBezTo>
                    <a:pt x="0" y="3168"/>
                    <a:pt x="4056" y="0"/>
                    <a:pt x="9125" y="0"/>
                  </a:cubicBezTo>
                  <a:cubicBezTo>
                    <a:pt x="14194" y="0"/>
                    <a:pt x="18250" y="3168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87" name="Freeform: Shape 4386">
              <a:extLst>
                <a:ext uri="{FF2B5EF4-FFF2-40B4-BE49-F238E27FC236}">
                  <a16:creationId xmlns:a16="http://schemas.microsoft.com/office/drawing/2014/main" id="{E97AF2D4-10C1-9A02-59E0-A37FD8DF32C8}"/>
                </a:ext>
              </a:extLst>
            </p:cNvPr>
            <p:cNvSpPr/>
            <p:nvPr/>
          </p:nvSpPr>
          <p:spPr>
            <a:xfrm>
              <a:off x="10954171" y="4565186"/>
              <a:ext cx="16855" cy="13433"/>
            </a:xfrm>
            <a:custGeom>
              <a:avLst/>
              <a:gdLst>
                <a:gd name="connsiteX0" fmla="*/ 16855 w 16855"/>
                <a:gd name="connsiteY0" fmla="*/ 6717 h 13433"/>
                <a:gd name="connsiteX1" fmla="*/ 8364 w 16855"/>
                <a:gd name="connsiteY1" fmla="*/ 13434 h 13433"/>
                <a:gd name="connsiteX2" fmla="*/ 0 w 16855"/>
                <a:gd name="connsiteY2" fmla="*/ 6717 h 13433"/>
                <a:gd name="connsiteX3" fmla="*/ 8364 w 16855"/>
                <a:gd name="connsiteY3" fmla="*/ 0 h 13433"/>
                <a:gd name="connsiteX4" fmla="*/ 16855 w 16855"/>
                <a:gd name="connsiteY4" fmla="*/ 6717 h 13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55" h="13433">
                  <a:moveTo>
                    <a:pt x="16855" y="6717"/>
                  </a:moveTo>
                  <a:cubicBezTo>
                    <a:pt x="16855" y="10392"/>
                    <a:pt x="13053" y="13434"/>
                    <a:pt x="8364" y="13434"/>
                  </a:cubicBezTo>
                  <a:cubicBezTo>
                    <a:pt x="3675" y="13434"/>
                    <a:pt x="0" y="10519"/>
                    <a:pt x="0" y="6717"/>
                  </a:cubicBezTo>
                  <a:cubicBezTo>
                    <a:pt x="0" y="2915"/>
                    <a:pt x="3802" y="0"/>
                    <a:pt x="8364" y="0"/>
                  </a:cubicBezTo>
                  <a:cubicBezTo>
                    <a:pt x="12927" y="0"/>
                    <a:pt x="16855" y="2915"/>
                    <a:pt x="16855" y="671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88" name="Freeform: Shape 4387">
              <a:extLst>
                <a:ext uri="{FF2B5EF4-FFF2-40B4-BE49-F238E27FC236}">
                  <a16:creationId xmlns:a16="http://schemas.microsoft.com/office/drawing/2014/main" id="{662D8211-B9FF-BC62-B689-CFFE390EA703}"/>
                </a:ext>
              </a:extLst>
            </p:cNvPr>
            <p:cNvSpPr/>
            <p:nvPr/>
          </p:nvSpPr>
          <p:spPr>
            <a:xfrm>
              <a:off x="10915769" y="4664800"/>
              <a:ext cx="15968" cy="12673"/>
            </a:xfrm>
            <a:custGeom>
              <a:avLst/>
              <a:gdLst>
                <a:gd name="connsiteX0" fmla="*/ 15969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9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9" y="6337"/>
                  </a:moveTo>
                  <a:cubicBezTo>
                    <a:pt x="15969" y="9885"/>
                    <a:pt x="12421" y="12674"/>
                    <a:pt x="7984" y="12674"/>
                  </a:cubicBezTo>
                  <a:cubicBezTo>
                    <a:pt x="3549" y="12674"/>
                    <a:pt x="0" y="9885"/>
                    <a:pt x="0" y="6337"/>
                  </a:cubicBezTo>
                  <a:cubicBezTo>
                    <a:pt x="0" y="2788"/>
                    <a:pt x="3549" y="0"/>
                    <a:pt x="7984" y="0"/>
                  </a:cubicBezTo>
                  <a:cubicBezTo>
                    <a:pt x="12421" y="0"/>
                    <a:pt x="15969" y="2788"/>
                    <a:pt x="15969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89" name="Freeform: Shape 4388">
              <a:extLst>
                <a:ext uri="{FF2B5EF4-FFF2-40B4-BE49-F238E27FC236}">
                  <a16:creationId xmlns:a16="http://schemas.microsoft.com/office/drawing/2014/main" id="{AAF0E022-4C2B-CDFB-20B1-1381208396EC}"/>
                </a:ext>
              </a:extLst>
            </p:cNvPr>
            <p:cNvSpPr/>
            <p:nvPr/>
          </p:nvSpPr>
          <p:spPr>
            <a:xfrm>
              <a:off x="10873946" y="4763401"/>
              <a:ext cx="15461" cy="12419"/>
            </a:xfrm>
            <a:custGeom>
              <a:avLst/>
              <a:gdLst>
                <a:gd name="connsiteX0" fmla="*/ 15461 w 15461"/>
                <a:gd name="connsiteY0" fmla="*/ 6210 h 12419"/>
                <a:gd name="connsiteX1" fmla="*/ 7731 w 15461"/>
                <a:gd name="connsiteY1" fmla="*/ 12420 h 12419"/>
                <a:gd name="connsiteX2" fmla="*/ 0 w 15461"/>
                <a:gd name="connsiteY2" fmla="*/ 6210 h 12419"/>
                <a:gd name="connsiteX3" fmla="*/ 7731 w 15461"/>
                <a:gd name="connsiteY3" fmla="*/ 0 h 12419"/>
                <a:gd name="connsiteX4" fmla="*/ 15461 w 15461"/>
                <a:gd name="connsiteY4" fmla="*/ 6210 h 12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61" h="12419">
                  <a:moveTo>
                    <a:pt x="15461" y="6210"/>
                  </a:moveTo>
                  <a:cubicBezTo>
                    <a:pt x="15461" y="9632"/>
                    <a:pt x="11913" y="12420"/>
                    <a:pt x="7731" y="12420"/>
                  </a:cubicBezTo>
                  <a:cubicBezTo>
                    <a:pt x="3549" y="12420"/>
                    <a:pt x="0" y="9632"/>
                    <a:pt x="0" y="6210"/>
                  </a:cubicBezTo>
                  <a:cubicBezTo>
                    <a:pt x="0" y="2788"/>
                    <a:pt x="3422" y="0"/>
                    <a:pt x="7731" y="0"/>
                  </a:cubicBezTo>
                  <a:cubicBezTo>
                    <a:pt x="12040" y="0"/>
                    <a:pt x="15461" y="2788"/>
                    <a:pt x="15461" y="621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90" name="Freeform: Shape 4389">
              <a:extLst>
                <a:ext uri="{FF2B5EF4-FFF2-40B4-BE49-F238E27FC236}">
                  <a16:creationId xmlns:a16="http://schemas.microsoft.com/office/drawing/2014/main" id="{3FCCD05B-3E54-E3D3-934F-F7F39F21B1C4}"/>
                </a:ext>
              </a:extLst>
            </p:cNvPr>
            <p:cNvSpPr/>
            <p:nvPr/>
          </p:nvSpPr>
          <p:spPr>
            <a:xfrm>
              <a:off x="10829208" y="4861621"/>
              <a:ext cx="13941" cy="11152"/>
            </a:xfrm>
            <a:custGeom>
              <a:avLst/>
              <a:gdLst>
                <a:gd name="connsiteX0" fmla="*/ 13941 w 13941"/>
                <a:gd name="connsiteY0" fmla="*/ 5576 h 11152"/>
                <a:gd name="connsiteX1" fmla="*/ 6971 w 13941"/>
                <a:gd name="connsiteY1" fmla="*/ 11153 h 11152"/>
                <a:gd name="connsiteX2" fmla="*/ 0 w 13941"/>
                <a:gd name="connsiteY2" fmla="*/ 5576 h 11152"/>
                <a:gd name="connsiteX3" fmla="*/ 6971 w 13941"/>
                <a:gd name="connsiteY3" fmla="*/ 0 h 11152"/>
                <a:gd name="connsiteX4" fmla="*/ 13941 w 13941"/>
                <a:gd name="connsiteY4" fmla="*/ 5576 h 11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1" h="11152">
                  <a:moveTo>
                    <a:pt x="13941" y="5576"/>
                  </a:moveTo>
                  <a:cubicBezTo>
                    <a:pt x="13941" y="8618"/>
                    <a:pt x="10773" y="11153"/>
                    <a:pt x="6971" y="11153"/>
                  </a:cubicBezTo>
                  <a:cubicBezTo>
                    <a:pt x="3168" y="11153"/>
                    <a:pt x="0" y="8618"/>
                    <a:pt x="0" y="5576"/>
                  </a:cubicBezTo>
                  <a:cubicBezTo>
                    <a:pt x="0" y="2534"/>
                    <a:pt x="3168" y="0"/>
                    <a:pt x="6971" y="0"/>
                  </a:cubicBezTo>
                  <a:cubicBezTo>
                    <a:pt x="10773" y="0"/>
                    <a:pt x="13941" y="2408"/>
                    <a:pt x="13941" y="55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91" name="Freeform: Shape 4390">
              <a:extLst>
                <a:ext uri="{FF2B5EF4-FFF2-40B4-BE49-F238E27FC236}">
                  <a16:creationId xmlns:a16="http://schemas.microsoft.com/office/drawing/2014/main" id="{D38A8A3E-47D0-FF92-85C1-BAFFDDD0D49F}"/>
                </a:ext>
              </a:extLst>
            </p:cNvPr>
            <p:cNvSpPr/>
            <p:nvPr/>
          </p:nvSpPr>
          <p:spPr>
            <a:xfrm>
              <a:off x="10780922" y="4958447"/>
              <a:ext cx="13433" cy="10645"/>
            </a:xfrm>
            <a:custGeom>
              <a:avLst/>
              <a:gdLst>
                <a:gd name="connsiteX0" fmla="*/ 13434 w 13433"/>
                <a:gd name="connsiteY0" fmla="*/ 5323 h 10645"/>
                <a:gd name="connsiteX1" fmla="*/ 6717 w 13433"/>
                <a:gd name="connsiteY1" fmla="*/ 10646 h 10645"/>
                <a:gd name="connsiteX2" fmla="*/ 0 w 13433"/>
                <a:gd name="connsiteY2" fmla="*/ 5323 h 10645"/>
                <a:gd name="connsiteX3" fmla="*/ 6717 w 13433"/>
                <a:gd name="connsiteY3" fmla="*/ 0 h 10645"/>
                <a:gd name="connsiteX4" fmla="*/ 13434 w 13433"/>
                <a:gd name="connsiteY4" fmla="*/ 5323 h 1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33" h="10645">
                  <a:moveTo>
                    <a:pt x="13434" y="5323"/>
                  </a:moveTo>
                  <a:cubicBezTo>
                    <a:pt x="13434" y="8238"/>
                    <a:pt x="10392" y="10646"/>
                    <a:pt x="6717" y="10646"/>
                  </a:cubicBezTo>
                  <a:cubicBezTo>
                    <a:pt x="3042" y="10646"/>
                    <a:pt x="0" y="8238"/>
                    <a:pt x="0" y="5323"/>
                  </a:cubicBezTo>
                  <a:cubicBezTo>
                    <a:pt x="0" y="2408"/>
                    <a:pt x="3042" y="0"/>
                    <a:pt x="6717" y="0"/>
                  </a:cubicBezTo>
                  <a:lnTo>
                    <a:pt x="13434" y="532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92" name="Freeform: Shape 4391">
              <a:extLst>
                <a:ext uri="{FF2B5EF4-FFF2-40B4-BE49-F238E27FC236}">
                  <a16:creationId xmlns:a16="http://schemas.microsoft.com/office/drawing/2014/main" id="{6CA88279-DDDE-1D5C-A1FC-A47111B14C54}"/>
                </a:ext>
              </a:extLst>
            </p:cNvPr>
            <p:cNvSpPr/>
            <p:nvPr/>
          </p:nvSpPr>
          <p:spPr>
            <a:xfrm>
              <a:off x="10729594" y="5054387"/>
              <a:ext cx="12546" cy="9885"/>
            </a:xfrm>
            <a:custGeom>
              <a:avLst/>
              <a:gdLst>
                <a:gd name="connsiteX0" fmla="*/ 12547 w 12546"/>
                <a:gd name="connsiteY0" fmla="*/ 4943 h 9885"/>
                <a:gd name="connsiteX1" fmla="*/ 6210 w 12546"/>
                <a:gd name="connsiteY1" fmla="*/ 9885 h 9885"/>
                <a:gd name="connsiteX2" fmla="*/ 0 w 12546"/>
                <a:gd name="connsiteY2" fmla="*/ 4943 h 9885"/>
                <a:gd name="connsiteX3" fmla="*/ 6210 w 12546"/>
                <a:gd name="connsiteY3" fmla="*/ 0 h 9885"/>
                <a:gd name="connsiteX4" fmla="*/ 12547 w 12546"/>
                <a:gd name="connsiteY4" fmla="*/ 4943 h 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46" h="9885">
                  <a:moveTo>
                    <a:pt x="12547" y="4943"/>
                  </a:moveTo>
                  <a:lnTo>
                    <a:pt x="6210" y="9885"/>
                  </a:lnTo>
                  <a:lnTo>
                    <a:pt x="0" y="4943"/>
                  </a:lnTo>
                  <a:lnTo>
                    <a:pt x="6210" y="0"/>
                  </a:lnTo>
                  <a:lnTo>
                    <a:pt x="12547" y="494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93" name="Freeform: Shape 4392">
              <a:extLst>
                <a:ext uri="{FF2B5EF4-FFF2-40B4-BE49-F238E27FC236}">
                  <a16:creationId xmlns:a16="http://schemas.microsoft.com/office/drawing/2014/main" id="{644E646E-79EA-E6F0-EAF8-467BA498FC1A}"/>
                </a:ext>
              </a:extLst>
            </p:cNvPr>
            <p:cNvSpPr/>
            <p:nvPr/>
          </p:nvSpPr>
          <p:spPr>
            <a:xfrm>
              <a:off x="10675351" y="5149312"/>
              <a:ext cx="11152" cy="8871"/>
            </a:xfrm>
            <a:custGeom>
              <a:avLst/>
              <a:gdLst>
                <a:gd name="connsiteX0" fmla="*/ 11153 w 11152"/>
                <a:gd name="connsiteY0" fmla="*/ 4436 h 8871"/>
                <a:gd name="connsiteX1" fmla="*/ 5576 w 11152"/>
                <a:gd name="connsiteY1" fmla="*/ 8872 h 8871"/>
                <a:gd name="connsiteX2" fmla="*/ 0 w 11152"/>
                <a:gd name="connsiteY2" fmla="*/ 4436 h 8871"/>
                <a:gd name="connsiteX3" fmla="*/ 5576 w 11152"/>
                <a:gd name="connsiteY3" fmla="*/ 0 h 8871"/>
                <a:gd name="connsiteX4" fmla="*/ 11153 w 11152"/>
                <a:gd name="connsiteY4" fmla="*/ 4436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52" h="8871">
                  <a:moveTo>
                    <a:pt x="11153" y="4436"/>
                  </a:moveTo>
                  <a:lnTo>
                    <a:pt x="5576" y="8872"/>
                  </a:lnTo>
                  <a:lnTo>
                    <a:pt x="0" y="4436"/>
                  </a:lnTo>
                  <a:lnTo>
                    <a:pt x="5576" y="0"/>
                  </a:lnTo>
                  <a:lnTo>
                    <a:pt x="11153" y="44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94" name="Freeform: Shape 4393">
              <a:extLst>
                <a:ext uri="{FF2B5EF4-FFF2-40B4-BE49-F238E27FC236}">
                  <a16:creationId xmlns:a16="http://schemas.microsoft.com/office/drawing/2014/main" id="{A2C9C8E7-8D7D-5FF4-CADC-B29FC221C541}"/>
                </a:ext>
              </a:extLst>
            </p:cNvPr>
            <p:cNvSpPr/>
            <p:nvPr/>
          </p:nvSpPr>
          <p:spPr>
            <a:xfrm>
              <a:off x="10617687" y="5242843"/>
              <a:ext cx="10518" cy="8364"/>
            </a:xfrm>
            <a:custGeom>
              <a:avLst/>
              <a:gdLst>
                <a:gd name="connsiteX0" fmla="*/ 10519 w 10518"/>
                <a:gd name="connsiteY0" fmla="*/ 4183 h 8364"/>
                <a:gd name="connsiteX1" fmla="*/ 5323 w 10518"/>
                <a:gd name="connsiteY1" fmla="*/ 8365 h 8364"/>
                <a:gd name="connsiteX2" fmla="*/ 0 w 10518"/>
                <a:gd name="connsiteY2" fmla="*/ 4183 h 8364"/>
                <a:gd name="connsiteX3" fmla="*/ 5323 w 10518"/>
                <a:gd name="connsiteY3" fmla="*/ 0 h 8364"/>
                <a:gd name="connsiteX4" fmla="*/ 10519 w 10518"/>
                <a:gd name="connsiteY4" fmla="*/ 4183 h 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18" h="8364">
                  <a:moveTo>
                    <a:pt x="10519" y="4183"/>
                  </a:moveTo>
                  <a:lnTo>
                    <a:pt x="5323" y="8365"/>
                  </a:lnTo>
                  <a:lnTo>
                    <a:pt x="0" y="4183"/>
                  </a:lnTo>
                  <a:lnTo>
                    <a:pt x="5323" y="0"/>
                  </a:lnTo>
                  <a:lnTo>
                    <a:pt x="10519" y="418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95" name="Freeform: Shape 4394">
              <a:extLst>
                <a:ext uri="{FF2B5EF4-FFF2-40B4-BE49-F238E27FC236}">
                  <a16:creationId xmlns:a16="http://schemas.microsoft.com/office/drawing/2014/main" id="{4DCD3097-5208-614E-ADCA-21FB80269705}"/>
                </a:ext>
              </a:extLst>
            </p:cNvPr>
            <p:cNvSpPr/>
            <p:nvPr/>
          </p:nvSpPr>
          <p:spPr>
            <a:xfrm>
              <a:off x="10557360" y="5335360"/>
              <a:ext cx="9124" cy="7350"/>
            </a:xfrm>
            <a:custGeom>
              <a:avLst/>
              <a:gdLst>
                <a:gd name="connsiteX0" fmla="*/ 9125 w 9124"/>
                <a:gd name="connsiteY0" fmla="*/ 3675 h 7350"/>
                <a:gd name="connsiteX1" fmla="*/ 4562 w 9124"/>
                <a:gd name="connsiteY1" fmla="*/ 7351 h 7350"/>
                <a:gd name="connsiteX2" fmla="*/ 0 w 9124"/>
                <a:gd name="connsiteY2" fmla="*/ 3675 h 7350"/>
                <a:gd name="connsiteX3" fmla="*/ 4562 w 9124"/>
                <a:gd name="connsiteY3" fmla="*/ 0 h 7350"/>
                <a:gd name="connsiteX4" fmla="*/ 9125 w 9124"/>
                <a:gd name="connsiteY4" fmla="*/ 3675 h 7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4" h="7350">
                  <a:moveTo>
                    <a:pt x="9125" y="3675"/>
                  </a:moveTo>
                  <a:lnTo>
                    <a:pt x="4562" y="7351"/>
                  </a:lnTo>
                  <a:lnTo>
                    <a:pt x="0" y="3675"/>
                  </a:lnTo>
                  <a:lnTo>
                    <a:pt x="4562" y="0"/>
                  </a:lnTo>
                  <a:lnTo>
                    <a:pt x="9125" y="367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96" name="Freeform: Shape 4395">
              <a:extLst>
                <a:ext uri="{FF2B5EF4-FFF2-40B4-BE49-F238E27FC236}">
                  <a16:creationId xmlns:a16="http://schemas.microsoft.com/office/drawing/2014/main" id="{12F6E6A3-0351-08E8-9EE4-A76E95A35959}"/>
                </a:ext>
              </a:extLst>
            </p:cNvPr>
            <p:cNvSpPr/>
            <p:nvPr/>
          </p:nvSpPr>
          <p:spPr>
            <a:xfrm>
              <a:off x="10493612" y="5426483"/>
              <a:ext cx="8491" cy="6717"/>
            </a:xfrm>
            <a:custGeom>
              <a:avLst/>
              <a:gdLst>
                <a:gd name="connsiteX0" fmla="*/ 8491 w 8491"/>
                <a:gd name="connsiteY0" fmla="*/ 3295 h 6717"/>
                <a:gd name="connsiteX1" fmla="*/ 4183 w 8491"/>
                <a:gd name="connsiteY1" fmla="*/ 6717 h 6717"/>
                <a:gd name="connsiteX2" fmla="*/ 0 w 8491"/>
                <a:gd name="connsiteY2" fmla="*/ 3295 h 6717"/>
                <a:gd name="connsiteX3" fmla="*/ 4183 w 8491"/>
                <a:gd name="connsiteY3" fmla="*/ 0 h 6717"/>
                <a:gd name="connsiteX4" fmla="*/ 8491 w 8491"/>
                <a:gd name="connsiteY4" fmla="*/ 3295 h 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91" h="6717">
                  <a:moveTo>
                    <a:pt x="8491" y="3295"/>
                  </a:moveTo>
                  <a:lnTo>
                    <a:pt x="4183" y="6717"/>
                  </a:lnTo>
                  <a:lnTo>
                    <a:pt x="0" y="3295"/>
                  </a:lnTo>
                  <a:lnTo>
                    <a:pt x="4183" y="0"/>
                  </a:lnTo>
                  <a:lnTo>
                    <a:pt x="8491" y="32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97" name="Freeform: Shape 4396">
              <a:extLst>
                <a:ext uri="{FF2B5EF4-FFF2-40B4-BE49-F238E27FC236}">
                  <a16:creationId xmlns:a16="http://schemas.microsoft.com/office/drawing/2014/main" id="{CA357169-D2B2-B042-A283-35E29F07A7FC}"/>
                </a:ext>
              </a:extLst>
            </p:cNvPr>
            <p:cNvSpPr/>
            <p:nvPr/>
          </p:nvSpPr>
          <p:spPr>
            <a:xfrm>
              <a:off x="10427202" y="5516212"/>
              <a:ext cx="7350" cy="5829"/>
            </a:xfrm>
            <a:custGeom>
              <a:avLst/>
              <a:gdLst>
                <a:gd name="connsiteX0" fmla="*/ 7351 w 7350"/>
                <a:gd name="connsiteY0" fmla="*/ 2915 h 5829"/>
                <a:gd name="connsiteX1" fmla="*/ 3675 w 7350"/>
                <a:gd name="connsiteY1" fmla="*/ 5830 h 5829"/>
                <a:gd name="connsiteX2" fmla="*/ 0 w 7350"/>
                <a:gd name="connsiteY2" fmla="*/ 2915 h 5829"/>
                <a:gd name="connsiteX3" fmla="*/ 3675 w 7350"/>
                <a:gd name="connsiteY3" fmla="*/ 0 h 5829"/>
                <a:gd name="connsiteX4" fmla="*/ 7351 w 7350"/>
                <a:gd name="connsiteY4" fmla="*/ 2915 h 5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0" h="5829">
                  <a:moveTo>
                    <a:pt x="7351" y="2915"/>
                  </a:moveTo>
                  <a:lnTo>
                    <a:pt x="3675" y="5830"/>
                  </a:lnTo>
                  <a:lnTo>
                    <a:pt x="0" y="2915"/>
                  </a:lnTo>
                  <a:lnTo>
                    <a:pt x="3675" y="0"/>
                  </a:lnTo>
                  <a:lnTo>
                    <a:pt x="7351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98" name="Freeform: Shape 4397">
              <a:extLst>
                <a:ext uri="{FF2B5EF4-FFF2-40B4-BE49-F238E27FC236}">
                  <a16:creationId xmlns:a16="http://schemas.microsoft.com/office/drawing/2014/main" id="{D501B89E-6750-3753-4824-8E43EED81FB4}"/>
                </a:ext>
              </a:extLst>
            </p:cNvPr>
            <p:cNvSpPr/>
            <p:nvPr/>
          </p:nvSpPr>
          <p:spPr>
            <a:xfrm>
              <a:off x="10357244" y="5604294"/>
              <a:ext cx="7350" cy="5702"/>
            </a:xfrm>
            <a:custGeom>
              <a:avLst/>
              <a:gdLst>
                <a:gd name="connsiteX0" fmla="*/ 7351 w 7350"/>
                <a:gd name="connsiteY0" fmla="*/ 2788 h 5702"/>
                <a:gd name="connsiteX1" fmla="*/ 3676 w 7350"/>
                <a:gd name="connsiteY1" fmla="*/ 5703 h 5702"/>
                <a:gd name="connsiteX2" fmla="*/ 0 w 7350"/>
                <a:gd name="connsiteY2" fmla="*/ 2788 h 5702"/>
                <a:gd name="connsiteX3" fmla="*/ 3676 w 7350"/>
                <a:gd name="connsiteY3" fmla="*/ 0 h 5702"/>
                <a:gd name="connsiteX4" fmla="*/ 7351 w 7350"/>
                <a:gd name="connsiteY4" fmla="*/ 2788 h 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0" h="5702">
                  <a:moveTo>
                    <a:pt x="7351" y="2788"/>
                  </a:moveTo>
                  <a:lnTo>
                    <a:pt x="3676" y="5703"/>
                  </a:lnTo>
                  <a:lnTo>
                    <a:pt x="0" y="2788"/>
                  </a:lnTo>
                  <a:lnTo>
                    <a:pt x="3676" y="0"/>
                  </a:lnTo>
                  <a:lnTo>
                    <a:pt x="7351" y="278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99" name="Freeform: Shape 4398">
              <a:extLst>
                <a:ext uri="{FF2B5EF4-FFF2-40B4-BE49-F238E27FC236}">
                  <a16:creationId xmlns:a16="http://schemas.microsoft.com/office/drawing/2014/main" id="{74311F77-3BF9-9CC9-1ADD-436CC0338A9D}"/>
                </a:ext>
              </a:extLst>
            </p:cNvPr>
            <p:cNvSpPr/>
            <p:nvPr/>
          </p:nvSpPr>
          <p:spPr>
            <a:xfrm>
              <a:off x="10285131" y="5691235"/>
              <a:ext cx="5830" cy="4689"/>
            </a:xfrm>
            <a:custGeom>
              <a:avLst/>
              <a:gdLst>
                <a:gd name="connsiteX0" fmla="*/ 5830 w 5830"/>
                <a:gd name="connsiteY0" fmla="*/ 2408 h 4689"/>
                <a:gd name="connsiteX1" fmla="*/ 2915 w 5830"/>
                <a:gd name="connsiteY1" fmla="*/ 4689 h 4689"/>
                <a:gd name="connsiteX2" fmla="*/ 0 w 5830"/>
                <a:gd name="connsiteY2" fmla="*/ 2408 h 4689"/>
                <a:gd name="connsiteX3" fmla="*/ 2915 w 5830"/>
                <a:gd name="connsiteY3" fmla="*/ 0 h 4689"/>
                <a:gd name="connsiteX4" fmla="*/ 5830 w 5830"/>
                <a:gd name="connsiteY4" fmla="*/ 2408 h 4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30" h="4689">
                  <a:moveTo>
                    <a:pt x="5830" y="2408"/>
                  </a:moveTo>
                  <a:lnTo>
                    <a:pt x="2915" y="4689"/>
                  </a:lnTo>
                  <a:lnTo>
                    <a:pt x="0" y="2408"/>
                  </a:lnTo>
                  <a:lnTo>
                    <a:pt x="2915" y="0"/>
                  </a:lnTo>
                  <a:lnTo>
                    <a:pt x="5830" y="240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00" name="Freeform: Shape 4399">
              <a:extLst>
                <a:ext uri="{FF2B5EF4-FFF2-40B4-BE49-F238E27FC236}">
                  <a16:creationId xmlns:a16="http://schemas.microsoft.com/office/drawing/2014/main" id="{1CCC4435-4E14-760D-8D63-AFECF00DAF14}"/>
                </a:ext>
              </a:extLst>
            </p:cNvPr>
            <p:cNvSpPr/>
            <p:nvPr/>
          </p:nvSpPr>
          <p:spPr>
            <a:xfrm>
              <a:off x="10209977" y="5776655"/>
              <a:ext cx="4816" cy="3675"/>
            </a:xfrm>
            <a:custGeom>
              <a:avLst/>
              <a:gdLst>
                <a:gd name="connsiteX0" fmla="*/ 4816 w 4816"/>
                <a:gd name="connsiteY0" fmla="*/ 1901 h 3675"/>
                <a:gd name="connsiteX1" fmla="*/ 2408 w 4816"/>
                <a:gd name="connsiteY1" fmla="*/ 3675 h 3675"/>
                <a:gd name="connsiteX2" fmla="*/ 0 w 4816"/>
                <a:gd name="connsiteY2" fmla="*/ 1901 h 3675"/>
                <a:gd name="connsiteX3" fmla="*/ 2408 w 4816"/>
                <a:gd name="connsiteY3" fmla="*/ 0 h 3675"/>
                <a:gd name="connsiteX4" fmla="*/ 4816 w 4816"/>
                <a:gd name="connsiteY4" fmla="*/ 1901 h 3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16" h="3675">
                  <a:moveTo>
                    <a:pt x="4816" y="1901"/>
                  </a:moveTo>
                  <a:lnTo>
                    <a:pt x="2408" y="3675"/>
                  </a:lnTo>
                  <a:lnTo>
                    <a:pt x="0" y="1901"/>
                  </a:lnTo>
                  <a:lnTo>
                    <a:pt x="2408" y="0"/>
                  </a:lnTo>
                  <a:lnTo>
                    <a:pt x="4816" y="190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01" name="Freeform: Shape 4400">
              <a:extLst>
                <a:ext uri="{FF2B5EF4-FFF2-40B4-BE49-F238E27FC236}">
                  <a16:creationId xmlns:a16="http://schemas.microsoft.com/office/drawing/2014/main" id="{00F58334-EAFA-343B-CF17-527B94E33C0F}"/>
                </a:ext>
              </a:extLst>
            </p:cNvPr>
            <p:cNvSpPr/>
            <p:nvPr/>
          </p:nvSpPr>
          <p:spPr>
            <a:xfrm>
              <a:off x="10131908" y="5860174"/>
              <a:ext cx="4055" cy="3295"/>
            </a:xfrm>
            <a:custGeom>
              <a:avLst/>
              <a:gdLst>
                <a:gd name="connsiteX0" fmla="*/ 4056 w 4055"/>
                <a:gd name="connsiteY0" fmla="*/ 1648 h 3295"/>
                <a:gd name="connsiteX1" fmla="*/ 2027 w 4055"/>
                <a:gd name="connsiteY1" fmla="*/ 3295 h 3295"/>
                <a:gd name="connsiteX2" fmla="*/ 0 w 4055"/>
                <a:gd name="connsiteY2" fmla="*/ 1648 h 3295"/>
                <a:gd name="connsiteX3" fmla="*/ 2027 w 4055"/>
                <a:gd name="connsiteY3" fmla="*/ 0 h 3295"/>
                <a:gd name="connsiteX4" fmla="*/ 4056 w 4055"/>
                <a:gd name="connsiteY4" fmla="*/ 1648 h 3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5" h="3295">
                  <a:moveTo>
                    <a:pt x="4056" y="1648"/>
                  </a:moveTo>
                  <a:lnTo>
                    <a:pt x="2027" y="3295"/>
                  </a:lnTo>
                  <a:lnTo>
                    <a:pt x="0" y="1648"/>
                  </a:lnTo>
                  <a:lnTo>
                    <a:pt x="2027" y="0"/>
                  </a:lnTo>
                  <a:lnTo>
                    <a:pt x="4056" y="164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02" name="Freeform: Shape 4401">
              <a:extLst>
                <a:ext uri="{FF2B5EF4-FFF2-40B4-BE49-F238E27FC236}">
                  <a16:creationId xmlns:a16="http://schemas.microsoft.com/office/drawing/2014/main" id="{66A95D80-1CBA-F94E-97E6-CB8EC35FA2A8}"/>
                </a:ext>
              </a:extLst>
            </p:cNvPr>
            <p:cNvSpPr/>
            <p:nvPr/>
          </p:nvSpPr>
          <p:spPr>
            <a:xfrm>
              <a:off x="10051304" y="5942299"/>
              <a:ext cx="2914" cy="2408"/>
            </a:xfrm>
            <a:custGeom>
              <a:avLst/>
              <a:gdLst>
                <a:gd name="connsiteX0" fmla="*/ 2915 w 2914"/>
                <a:gd name="connsiteY0" fmla="*/ 1267 h 2408"/>
                <a:gd name="connsiteX1" fmla="*/ 1394 w 2914"/>
                <a:gd name="connsiteY1" fmla="*/ 2408 h 2408"/>
                <a:gd name="connsiteX2" fmla="*/ 0 w 2914"/>
                <a:gd name="connsiteY2" fmla="*/ 1267 h 2408"/>
                <a:gd name="connsiteX3" fmla="*/ 1394 w 2914"/>
                <a:gd name="connsiteY3" fmla="*/ 0 h 2408"/>
                <a:gd name="connsiteX4" fmla="*/ 2915 w 2914"/>
                <a:gd name="connsiteY4" fmla="*/ 1267 h 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" h="2408">
                  <a:moveTo>
                    <a:pt x="2915" y="1267"/>
                  </a:moveTo>
                  <a:lnTo>
                    <a:pt x="1394" y="2408"/>
                  </a:lnTo>
                  <a:lnTo>
                    <a:pt x="0" y="1267"/>
                  </a:lnTo>
                  <a:lnTo>
                    <a:pt x="1394" y="0"/>
                  </a:lnTo>
                  <a:lnTo>
                    <a:pt x="2915" y="126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03" name="Freeform: Shape 4402">
              <a:extLst>
                <a:ext uri="{FF2B5EF4-FFF2-40B4-BE49-F238E27FC236}">
                  <a16:creationId xmlns:a16="http://schemas.microsoft.com/office/drawing/2014/main" id="{AC11CFA1-7787-68D6-A47C-9BB539AF624F}"/>
                </a:ext>
              </a:extLst>
            </p:cNvPr>
            <p:cNvSpPr/>
            <p:nvPr/>
          </p:nvSpPr>
          <p:spPr>
            <a:xfrm>
              <a:off x="9968038" y="6022776"/>
              <a:ext cx="1773" cy="1393"/>
            </a:xfrm>
            <a:custGeom>
              <a:avLst/>
              <a:gdLst>
                <a:gd name="connsiteX0" fmla="*/ 1774 w 1773"/>
                <a:gd name="connsiteY0" fmla="*/ 634 h 1393"/>
                <a:gd name="connsiteX1" fmla="*/ 887 w 1773"/>
                <a:gd name="connsiteY1" fmla="*/ 1394 h 1393"/>
                <a:gd name="connsiteX2" fmla="*/ 0 w 1773"/>
                <a:gd name="connsiteY2" fmla="*/ 634 h 1393"/>
                <a:gd name="connsiteX3" fmla="*/ 887 w 1773"/>
                <a:gd name="connsiteY3" fmla="*/ 0 h 1393"/>
                <a:gd name="connsiteX4" fmla="*/ 1774 w 1773"/>
                <a:gd name="connsiteY4" fmla="*/ 634 h 1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3" h="1393">
                  <a:moveTo>
                    <a:pt x="1774" y="634"/>
                  </a:moveTo>
                  <a:lnTo>
                    <a:pt x="887" y="1394"/>
                  </a:lnTo>
                  <a:lnTo>
                    <a:pt x="0" y="634"/>
                  </a:lnTo>
                  <a:lnTo>
                    <a:pt x="887" y="0"/>
                  </a:lnTo>
                  <a:lnTo>
                    <a:pt x="1774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04" name="Freeform: Shape 4403">
              <a:extLst>
                <a:ext uri="{FF2B5EF4-FFF2-40B4-BE49-F238E27FC236}">
                  <a16:creationId xmlns:a16="http://schemas.microsoft.com/office/drawing/2014/main" id="{0C08A0AD-AC42-1900-417D-8F7747680E17}"/>
                </a:ext>
              </a:extLst>
            </p:cNvPr>
            <p:cNvSpPr/>
            <p:nvPr/>
          </p:nvSpPr>
          <p:spPr>
            <a:xfrm>
              <a:off x="9881604" y="6100972"/>
              <a:ext cx="1774" cy="1394"/>
            </a:xfrm>
            <a:custGeom>
              <a:avLst/>
              <a:gdLst>
                <a:gd name="connsiteX0" fmla="*/ 1774 w 1774"/>
                <a:gd name="connsiteY0" fmla="*/ 634 h 1394"/>
                <a:gd name="connsiteX1" fmla="*/ 887 w 1774"/>
                <a:gd name="connsiteY1" fmla="*/ 1394 h 1394"/>
                <a:gd name="connsiteX2" fmla="*/ 0 w 1774"/>
                <a:gd name="connsiteY2" fmla="*/ 634 h 1394"/>
                <a:gd name="connsiteX3" fmla="*/ 887 w 1774"/>
                <a:gd name="connsiteY3" fmla="*/ 0 h 1394"/>
                <a:gd name="connsiteX4" fmla="*/ 1774 w 1774"/>
                <a:gd name="connsiteY4" fmla="*/ 634 h 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" h="1394">
                  <a:moveTo>
                    <a:pt x="1774" y="634"/>
                  </a:moveTo>
                  <a:lnTo>
                    <a:pt x="887" y="1394"/>
                  </a:lnTo>
                  <a:lnTo>
                    <a:pt x="0" y="634"/>
                  </a:lnTo>
                  <a:lnTo>
                    <a:pt x="887" y="0"/>
                  </a:lnTo>
                  <a:lnTo>
                    <a:pt x="1774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05" name="Freeform: Shape 4404">
              <a:extLst>
                <a:ext uri="{FF2B5EF4-FFF2-40B4-BE49-F238E27FC236}">
                  <a16:creationId xmlns:a16="http://schemas.microsoft.com/office/drawing/2014/main" id="{D7D2BB9F-10F5-A471-F2E5-AC4E2AC931E2}"/>
                </a:ext>
              </a:extLst>
            </p:cNvPr>
            <p:cNvSpPr/>
            <p:nvPr/>
          </p:nvSpPr>
          <p:spPr>
            <a:xfrm>
              <a:off x="9793016" y="6177774"/>
              <a:ext cx="887" cy="506"/>
            </a:xfrm>
            <a:custGeom>
              <a:avLst/>
              <a:gdLst>
                <a:gd name="connsiteX0" fmla="*/ 887 w 887"/>
                <a:gd name="connsiteY0" fmla="*/ 253 h 506"/>
                <a:gd name="connsiteX1" fmla="*/ 507 w 887"/>
                <a:gd name="connsiteY1" fmla="*/ 507 h 506"/>
                <a:gd name="connsiteX2" fmla="*/ 0 w 887"/>
                <a:gd name="connsiteY2" fmla="*/ 253 h 506"/>
                <a:gd name="connsiteX3" fmla="*/ 507 w 887"/>
                <a:gd name="connsiteY3" fmla="*/ 0 h 506"/>
                <a:gd name="connsiteX4" fmla="*/ 887 w 887"/>
                <a:gd name="connsiteY4" fmla="*/ 253 h 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7" h="506">
                  <a:moveTo>
                    <a:pt x="887" y="253"/>
                  </a:moveTo>
                  <a:lnTo>
                    <a:pt x="507" y="507"/>
                  </a:lnTo>
                  <a:lnTo>
                    <a:pt x="0" y="253"/>
                  </a:lnTo>
                  <a:lnTo>
                    <a:pt x="507" y="0"/>
                  </a:lnTo>
                  <a:lnTo>
                    <a:pt x="887" y="25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06" name="Freeform: Shape 4405">
              <a:extLst>
                <a:ext uri="{FF2B5EF4-FFF2-40B4-BE49-F238E27FC236}">
                  <a16:creationId xmlns:a16="http://schemas.microsoft.com/office/drawing/2014/main" id="{33D0BDD8-6687-A1FF-D457-E99A3C822D52}"/>
                </a:ext>
              </a:extLst>
            </p:cNvPr>
            <p:cNvSpPr/>
            <p:nvPr/>
          </p:nvSpPr>
          <p:spPr>
            <a:xfrm>
              <a:off x="9607854" y="6324915"/>
              <a:ext cx="507" cy="380"/>
            </a:xfrm>
            <a:custGeom>
              <a:avLst/>
              <a:gdLst>
                <a:gd name="connsiteX0" fmla="*/ 507 w 507"/>
                <a:gd name="connsiteY0" fmla="*/ 127 h 380"/>
                <a:gd name="connsiteX1" fmla="*/ 254 w 507"/>
                <a:gd name="connsiteY1" fmla="*/ 380 h 380"/>
                <a:gd name="connsiteX2" fmla="*/ 0 w 507"/>
                <a:gd name="connsiteY2" fmla="*/ 127 h 380"/>
                <a:gd name="connsiteX3" fmla="*/ 254 w 507"/>
                <a:gd name="connsiteY3" fmla="*/ 0 h 380"/>
                <a:gd name="connsiteX4" fmla="*/ 507 w 507"/>
                <a:gd name="connsiteY4" fmla="*/ 127 h 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7" h="380">
                  <a:moveTo>
                    <a:pt x="507" y="127"/>
                  </a:moveTo>
                  <a:lnTo>
                    <a:pt x="254" y="380"/>
                  </a:lnTo>
                  <a:lnTo>
                    <a:pt x="0" y="127"/>
                  </a:lnTo>
                  <a:lnTo>
                    <a:pt x="254" y="0"/>
                  </a:lnTo>
                  <a:lnTo>
                    <a:pt x="507" y="12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07" name="Freeform: Shape 4406">
              <a:extLst>
                <a:ext uri="{FF2B5EF4-FFF2-40B4-BE49-F238E27FC236}">
                  <a16:creationId xmlns:a16="http://schemas.microsoft.com/office/drawing/2014/main" id="{BE8BBC31-EBB1-67DB-700E-5553608BFB9F}"/>
                </a:ext>
              </a:extLst>
            </p:cNvPr>
            <p:cNvSpPr/>
            <p:nvPr/>
          </p:nvSpPr>
          <p:spPr>
            <a:xfrm>
              <a:off x="9511154" y="6395126"/>
              <a:ext cx="1394" cy="1140"/>
            </a:xfrm>
            <a:custGeom>
              <a:avLst/>
              <a:gdLst>
                <a:gd name="connsiteX0" fmla="*/ 1395 w 1394"/>
                <a:gd name="connsiteY0" fmla="*/ 507 h 1140"/>
                <a:gd name="connsiteX1" fmla="*/ 634 w 1394"/>
                <a:gd name="connsiteY1" fmla="*/ 1141 h 1140"/>
                <a:gd name="connsiteX2" fmla="*/ 0 w 1394"/>
                <a:gd name="connsiteY2" fmla="*/ 507 h 1140"/>
                <a:gd name="connsiteX3" fmla="*/ 634 w 1394"/>
                <a:gd name="connsiteY3" fmla="*/ 0 h 1140"/>
                <a:gd name="connsiteX4" fmla="*/ 1395 w 1394"/>
                <a:gd name="connsiteY4" fmla="*/ 507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" h="1140">
                  <a:moveTo>
                    <a:pt x="1395" y="507"/>
                  </a:moveTo>
                  <a:lnTo>
                    <a:pt x="634" y="1141"/>
                  </a:lnTo>
                  <a:lnTo>
                    <a:pt x="0" y="507"/>
                  </a:lnTo>
                  <a:lnTo>
                    <a:pt x="634" y="0"/>
                  </a:lnTo>
                  <a:lnTo>
                    <a:pt x="1395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08" name="Freeform: Shape 4407">
              <a:extLst>
                <a:ext uri="{FF2B5EF4-FFF2-40B4-BE49-F238E27FC236}">
                  <a16:creationId xmlns:a16="http://schemas.microsoft.com/office/drawing/2014/main" id="{C720F9F0-53E8-3992-26F3-3BCBE07CF75E}"/>
                </a:ext>
              </a:extLst>
            </p:cNvPr>
            <p:cNvSpPr/>
            <p:nvPr/>
          </p:nvSpPr>
          <p:spPr>
            <a:xfrm>
              <a:off x="9411667" y="6463057"/>
              <a:ext cx="3041" cy="2281"/>
            </a:xfrm>
            <a:custGeom>
              <a:avLst/>
              <a:gdLst>
                <a:gd name="connsiteX0" fmla="*/ 3042 w 3041"/>
                <a:gd name="connsiteY0" fmla="*/ 1141 h 2281"/>
                <a:gd name="connsiteX1" fmla="*/ 1521 w 3041"/>
                <a:gd name="connsiteY1" fmla="*/ 2281 h 2281"/>
                <a:gd name="connsiteX2" fmla="*/ 0 w 3041"/>
                <a:gd name="connsiteY2" fmla="*/ 1141 h 2281"/>
                <a:gd name="connsiteX3" fmla="*/ 1521 w 3041"/>
                <a:gd name="connsiteY3" fmla="*/ 0 h 2281"/>
                <a:gd name="connsiteX4" fmla="*/ 3042 w 3041"/>
                <a:gd name="connsiteY4" fmla="*/ 1141 h 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1" h="2281">
                  <a:moveTo>
                    <a:pt x="3042" y="1141"/>
                  </a:moveTo>
                  <a:lnTo>
                    <a:pt x="1521" y="2281"/>
                  </a:lnTo>
                  <a:lnTo>
                    <a:pt x="0" y="1141"/>
                  </a:lnTo>
                  <a:lnTo>
                    <a:pt x="1521" y="0"/>
                  </a:lnTo>
                  <a:lnTo>
                    <a:pt x="3042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09" name="Freeform: Shape 4408">
              <a:extLst>
                <a:ext uri="{FF2B5EF4-FFF2-40B4-BE49-F238E27FC236}">
                  <a16:creationId xmlns:a16="http://schemas.microsoft.com/office/drawing/2014/main" id="{83F1BBC9-8620-72DC-4B16-8749763164C9}"/>
                </a:ext>
              </a:extLst>
            </p:cNvPr>
            <p:cNvSpPr/>
            <p:nvPr/>
          </p:nvSpPr>
          <p:spPr>
            <a:xfrm>
              <a:off x="9310278" y="6528959"/>
              <a:ext cx="4309" cy="3422"/>
            </a:xfrm>
            <a:custGeom>
              <a:avLst/>
              <a:gdLst>
                <a:gd name="connsiteX0" fmla="*/ 4309 w 4309"/>
                <a:gd name="connsiteY0" fmla="*/ 1774 h 3422"/>
                <a:gd name="connsiteX1" fmla="*/ 2154 w 4309"/>
                <a:gd name="connsiteY1" fmla="*/ 3422 h 3422"/>
                <a:gd name="connsiteX2" fmla="*/ 0 w 4309"/>
                <a:gd name="connsiteY2" fmla="*/ 1774 h 3422"/>
                <a:gd name="connsiteX3" fmla="*/ 2154 w 4309"/>
                <a:gd name="connsiteY3" fmla="*/ 0 h 3422"/>
                <a:gd name="connsiteX4" fmla="*/ 4309 w 4309"/>
                <a:gd name="connsiteY4" fmla="*/ 1774 h 3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9" h="3422">
                  <a:moveTo>
                    <a:pt x="4309" y="1774"/>
                  </a:moveTo>
                  <a:lnTo>
                    <a:pt x="2154" y="3422"/>
                  </a:lnTo>
                  <a:lnTo>
                    <a:pt x="0" y="1774"/>
                  </a:lnTo>
                  <a:lnTo>
                    <a:pt x="2154" y="0"/>
                  </a:lnTo>
                  <a:lnTo>
                    <a:pt x="4309" y="177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10" name="Freeform: Shape 4409">
              <a:extLst>
                <a:ext uri="{FF2B5EF4-FFF2-40B4-BE49-F238E27FC236}">
                  <a16:creationId xmlns:a16="http://schemas.microsoft.com/office/drawing/2014/main" id="{B005E94B-DFC9-49EE-0025-EC9185043915}"/>
                </a:ext>
              </a:extLst>
            </p:cNvPr>
            <p:cNvSpPr/>
            <p:nvPr/>
          </p:nvSpPr>
          <p:spPr>
            <a:xfrm>
              <a:off x="9206862" y="6593087"/>
              <a:ext cx="5068" cy="4055"/>
            </a:xfrm>
            <a:custGeom>
              <a:avLst/>
              <a:gdLst>
                <a:gd name="connsiteX0" fmla="*/ 5069 w 5068"/>
                <a:gd name="connsiteY0" fmla="*/ 2028 h 4055"/>
                <a:gd name="connsiteX1" fmla="*/ 2534 w 5068"/>
                <a:gd name="connsiteY1" fmla="*/ 4056 h 4055"/>
                <a:gd name="connsiteX2" fmla="*/ 0 w 5068"/>
                <a:gd name="connsiteY2" fmla="*/ 2028 h 4055"/>
                <a:gd name="connsiteX3" fmla="*/ 2534 w 5068"/>
                <a:gd name="connsiteY3" fmla="*/ 0 h 4055"/>
                <a:gd name="connsiteX4" fmla="*/ 5069 w 5068"/>
                <a:gd name="connsiteY4" fmla="*/ 2028 h 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8" h="4055">
                  <a:moveTo>
                    <a:pt x="5069" y="2028"/>
                  </a:moveTo>
                  <a:lnTo>
                    <a:pt x="2534" y="4056"/>
                  </a:lnTo>
                  <a:lnTo>
                    <a:pt x="0" y="2028"/>
                  </a:lnTo>
                  <a:lnTo>
                    <a:pt x="2534" y="0"/>
                  </a:lnTo>
                  <a:lnTo>
                    <a:pt x="5069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11" name="Freeform: Shape 4410">
              <a:extLst>
                <a:ext uri="{FF2B5EF4-FFF2-40B4-BE49-F238E27FC236}">
                  <a16:creationId xmlns:a16="http://schemas.microsoft.com/office/drawing/2014/main" id="{34F87FA1-2B09-91F1-9856-884B9190D820}"/>
                </a:ext>
              </a:extLst>
            </p:cNvPr>
            <p:cNvSpPr/>
            <p:nvPr/>
          </p:nvSpPr>
          <p:spPr>
            <a:xfrm>
              <a:off x="9101544" y="6655062"/>
              <a:ext cx="5702" cy="4562"/>
            </a:xfrm>
            <a:custGeom>
              <a:avLst/>
              <a:gdLst>
                <a:gd name="connsiteX0" fmla="*/ 5702 w 5702"/>
                <a:gd name="connsiteY0" fmla="*/ 2281 h 4562"/>
                <a:gd name="connsiteX1" fmla="*/ 2788 w 5702"/>
                <a:gd name="connsiteY1" fmla="*/ 4562 h 4562"/>
                <a:gd name="connsiteX2" fmla="*/ 0 w 5702"/>
                <a:gd name="connsiteY2" fmla="*/ 2281 h 4562"/>
                <a:gd name="connsiteX3" fmla="*/ 2788 w 5702"/>
                <a:gd name="connsiteY3" fmla="*/ 0 h 4562"/>
                <a:gd name="connsiteX4" fmla="*/ 5702 w 5702"/>
                <a:gd name="connsiteY4" fmla="*/ 2281 h 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02" h="4562">
                  <a:moveTo>
                    <a:pt x="5702" y="2281"/>
                  </a:moveTo>
                  <a:lnTo>
                    <a:pt x="2788" y="4562"/>
                  </a:lnTo>
                  <a:lnTo>
                    <a:pt x="0" y="2281"/>
                  </a:lnTo>
                  <a:lnTo>
                    <a:pt x="2788" y="0"/>
                  </a:lnTo>
                  <a:lnTo>
                    <a:pt x="5702" y="22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12" name="Freeform: Shape 4411">
              <a:extLst>
                <a:ext uri="{FF2B5EF4-FFF2-40B4-BE49-F238E27FC236}">
                  <a16:creationId xmlns:a16="http://schemas.microsoft.com/office/drawing/2014/main" id="{A4C0C42B-CF87-4177-2B9C-154BCD636B65}"/>
                </a:ext>
              </a:extLst>
            </p:cNvPr>
            <p:cNvSpPr/>
            <p:nvPr/>
          </p:nvSpPr>
          <p:spPr>
            <a:xfrm>
              <a:off x="8993692" y="6714501"/>
              <a:ext cx="7224" cy="5703"/>
            </a:xfrm>
            <a:custGeom>
              <a:avLst/>
              <a:gdLst>
                <a:gd name="connsiteX0" fmla="*/ 7224 w 7224"/>
                <a:gd name="connsiteY0" fmla="*/ 2915 h 5703"/>
                <a:gd name="connsiteX1" fmla="*/ 3675 w 7224"/>
                <a:gd name="connsiteY1" fmla="*/ 5703 h 5703"/>
                <a:gd name="connsiteX2" fmla="*/ 0 w 7224"/>
                <a:gd name="connsiteY2" fmla="*/ 2915 h 5703"/>
                <a:gd name="connsiteX3" fmla="*/ 3675 w 7224"/>
                <a:gd name="connsiteY3" fmla="*/ 0 h 5703"/>
                <a:gd name="connsiteX4" fmla="*/ 7224 w 7224"/>
                <a:gd name="connsiteY4" fmla="*/ 2915 h 5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24" h="5703">
                  <a:moveTo>
                    <a:pt x="7224" y="2915"/>
                  </a:moveTo>
                  <a:lnTo>
                    <a:pt x="3675" y="5703"/>
                  </a:lnTo>
                  <a:lnTo>
                    <a:pt x="0" y="2915"/>
                  </a:lnTo>
                  <a:lnTo>
                    <a:pt x="3675" y="0"/>
                  </a:lnTo>
                  <a:lnTo>
                    <a:pt x="7224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13" name="Freeform: Shape 4412">
              <a:extLst>
                <a:ext uri="{FF2B5EF4-FFF2-40B4-BE49-F238E27FC236}">
                  <a16:creationId xmlns:a16="http://schemas.microsoft.com/office/drawing/2014/main" id="{2FAE1ACA-BDD1-6E83-DB79-62AC1AA37DBE}"/>
                </a:ext>
              </a:extLst>
            </p:cNvPr>
            <p:cNvSpPr/>
            <p:nvPr/>
          </p:nvSpPr>
          <p:spPr>
            <a:xfrm>
              <a:off x="8884192" y="6771912"/>
              <a:ext cx="8111" cy="6463"/>
            </a:xfrm>
            <a:custGeom>
              <a:avLst/>
              <a:gdLst>
                <a:gd name="connsiteX0" fmla="*/ 8111 w 8111"/>
                <a:gd name="connsiteY0" fmla="*/ 3295 h 6463"/>
                <a:gd name="connsiteX1" fmla="*/ 4056 w 8111"/>
                <a:gd name="connsiteY1" fmla="*/ 6464 h 6463"/>
                <a:gd name="connsiteX2" fmla="*/ 0 w 8111"/>
                <a:gd name="connsiteY2" fmla="*/ 3295 h 6463"/>
                <a:gd name="connsiteX3" fmla="*/ 4056 w 8111"/>
                <a:gd name="connsiteY3" fmla="*/ 0 h 6463"/>
                <a:gd name="connsiteX4" fmla="*/ 8111 w 8111"/>
                <a:gd name="connsiteY4" fmla="*/ 3295 h 6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11" h="6463">
                  <a:moveTo>
                    <a:pt x="8111" y="3295"/>
                  </a:moveTo>
                  <a:lnTo>
                    <a:pt x="4056" y="6464"/>
                  </a:lnTo>
                  <a:lnTo>
                    <a:pt x="0" y="3295"/>
                  </a:lnTo>
                  <a:lnTo>
                    <a:pt x="4056" y="0"/>
                  </a:lnTo>
                  <a:lnTo>
                    <a:pt x="8111" y="32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14" name="Freeform: Shape 4413">
              <a:extLst>
                <a:ext uri="{FF2B5EF4-FFF2-40B4-BE49-F238E27FC236}">
                  <a16:creationId xmlns:a16="http://schemas.microsoft.com/office/drawing/2014/main" id="{6842934C-9D56-9812-6D2C-43BFA8B7FAC4}"/>
                </a:ext>
              </a:extLst>
            </p:cNvPr>
            <p:cNvSpPr/>
            <p:nvPr/>
          </p:nvSpPr>
          <p:spPr>
            <a:xfrm>
              <a:off x="3525288" y="6814749"/>
              <a:ext cx="37133" cy="10138"/>
            </a:xfrm>
            <a:custGeom>
              <a:avLst/>
              <a:gdLst>
                <a:gd name="connsiteX0" fmla="*/ 18503 w 37133"/>
                <a:gd name="connsiteY0" fmla="*/ 0 h 10138"/>
                <a:gd name="connsiteX1" fmla="*/ 0 w 37133"/>
                <a:gd name="connsiteY1" fmla="*/ 10139 h 10138"/>
                <a:gd name="connsiteX2" fmla="*/ 37134 w 37133"/>
                <a:gd name="connsiteY2" fmla="*/ 10139 h 10138"/>
                <a:gd name="connsiteX3" fmla="*/ 18630 w 37133"/>
                <a:gd name="connsiteY3" fmla="*/ 0 h 10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133" h="10138">
                  <a:moveTo>
                    <a:pt x="18503" y="0"/>
                  </a:moveTo>
                  <a:cubicBezTo>
                    <a:pt x="10012" y="0"/>
                    <a:pt x="2915" y="4182"/>
                    <a:pt x="0" y="10139"/>
                  </a:cubicBezTo>
                  <a:lnTo>
                    <a:pt x="37134" y="10139"/>
                  </a:lnTo>
                  <a:cubicBezTo>
                    <a:pt x="34218" y="4182"/>
                    <a:pt x="26995" y="0"/>
                    <a:pt x="18630" y="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15" name="Freeform: Shape 4414">
              <a:extLst>
                <a:ext uri="{FF2B5EF4-FFF2-40B4-BE49-F238E27FC236}">
                  <a16:creationId xmlns:a16="http://schemas.microsoft.com/office/drawing/2014/main" id="{917B6F0F-EEA5-9FE3-A5AF-98F0A5EEB547}"/>
                </a:ext>
              </a:extLst>
            </p:cNvPr>
            <p:cNvSpPr/>
            <p:nvPr/>
          </p:nvSpPr>
          <p:spPr>
            <a:xfrm>
              <a:off x="3412873" y="6759366"/>
              <a:ext cx="40048" cy="31683"/>
            </a:xfrm>
            <a:custGeom>
              <a:avLst/>
              <a:gdLst>
                <a:gd name="connsiteX0" fmla="*/ 40049 w 40048"/>
                <a:gd name="connsiteY0" fmla="*/ 15842 h 31683"/>
                <a:gd name="connsiteX1" fmla="*/ 20024 w 40048"/>
                <a:gd name="connsiteY1" fmla="*/ 31684 h 31683"/>
                <a:gd name="connsiteX2" fmla="*/ 0 w 40048"/>
                <a:gd name="connsiteY2" fmla="*/ 15842 h 31683"/>
                <a:gd name="connsiteX3" fmla="*/ 20024 w 40048"/>
                <a:gd name="connsiteY3" fmla="*/ 0 h 31683"/>
                <a:gd name="connsiteX4" fmla="*/ 40049 w 40048"/>
                <a:gd name="connsiteY4" fmla="*/ 15842 h 31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048" h="31683">
                  <a:moveTo>
                    <a:pt x="40049" y="15842"/>
                  </a:moveTo>
                  <a:cubicBezTo>
                    <a:pt x="40049" y="24586"/>
                    <a:pt x="31050" y="31684"/>
                    <a:pt x="20024" y="31684"/>
                  </a:cubicBezTo>
                  <a:cubicBezTo>
                    <a:pt x="8998" y="31684"/>
                    <a:pt x="0" y="24586"/>
                    <a:pt x="0" y="15842"/>
                  </a:cubicBezTo>
                  <a:cubicBezTo>
                    <a:pt x="0" y="7097"/>
                    <a:pt x="8998" y="0"/>
                    <a:pt x="20024" y="0"/>
                  </a:cubicBezTo>
                  <a:cubicBezTo>
                    <a:pt x="31050" y="0"/>
                    <a:pt x="40049" y="7097"/>
                    <a:pt x="40049" y="1584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16" name="Freeform: Shape 4415">
              <a:extLst>
                <a:ext uri="{FF2B5EF4-FFF2-40B4-BE49-F238E27FC236}">
                  <a16:creationId xmlns:a16="http://schemas.microsoft.com/office/drawing/2014/main" id="{E5B6B619-6F50-3015-90A6-EA8F83777179}"/>
                </a:ext>
              </a:extLst>
            </p:cNvPr>
            <p:cNvSpPr/>
            <p:nvPr/>
          </p:nvSpPr>
          <p:spPr>
            <a:xfrm>
              <a:off x="3303500" y="6701194"/>
              <a:ext cx="40808" cy="32444"/>
            </a:xfrm>
            <a:custGeom>
              <a:avLst/>
              <a:gdLst>
                <a:gd name="connsiteX0" fmla="*/ 40809 w 40808"/>
                <a:gd name="connsiteY0" fmla="*/ 16222 h 32444"/>
                <a:gd name="connsiteX1" fmla="*/ 20404 w 40808"/>
                <a:gd name="connsiteY1" fmla="*/ 32444 h 32444"/>
                <a:gd name="connsiteX2" fmla="*/ 0 w 40808"/>
                <a:gd name="connsiteY2" fmla="*/ 16222 h 32444"/>
                <a:gd name="connsiteX3" fmla="*/ 20404 w 40808"/>
                <a:gd name="connsiteY3" fmla="*/ 0 h 32444"/>
                <a:gd name="connsiteX4" fmla="*/ 40809 w 40808"/>
                <a:gd name="connsiteY4" fmla="*/ 16222 h 32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08" h="32444">
                  <a:moveTo>
                    <a:pt x="40809" y="16222"/>
                  </a:moveTo>
                  <a:cubicBezTo>
                    <a:pt x="40809" y="25220"/>
                    <a:pt x="31684" y="32444"/>
                    <a:pt x="20404" y="32444"/>
                  </a:cubicBezTo>
                  <a:cubicBezTo>
                    <a:pt x="9125" y="32444"/>
                    <a:pt x="0" y="25220"/>
                    <a:pt x="0" y="16222"/>
                  </a:cubicBezTo>
                  <a:cubicBezTo>
                    <a:pt x="0" y="7224"/>
                    <a:pt x="9125" y="0"/>
                    <a:pt x="20404" y="0"/>
                  </a:cubicBezTo>
                  <a:cubicBezTo>
                    <a:pt x="31684" y="0"/>
                    <a:pt x="40809" y="7224"/>
                    <a:pt x="40809" y="1622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17" name="Freeform: Shape 4416">
              <a:extLst>
                <a:ext uri="{FF2B5EF4-FFF2-40B4-BE49-F238E27FC236}">
                  <a16:creationId xmlns:a16="http://schemas.microsoft.com/office/drawing/2014/main" id="{B64BE113-3731-086B-26E7-CB3FED5D2F4D}"/>
                </a:ext>
              </a:extLst>
            </p:cNvPr>
            <p:cNvSpPr/>
            <p:nvPr/>
          </p:nvSpPr>
          <p:spPr>
            <a:xfrm>
              <a:off x="3196408" y="6641121"/>
              <a:ext cx="40808" cy="32444"/>
            </a:xfrm>
            <a:custGeom>
              <a:avLst/>
              <a:gdLst>
                <a:gd name="connsiteX0" fmla="*/ 40809 w 40808"/>
                <a:gd name="connsiteY0" fmla="*/ 16222 h 32444"/>
                <a:gd name="connsiteX1" fmla="*/ 20404 w 40808"/>
                <a:gd name="connsiteY1" fmla="*/ 32444 h 32444"/>
                <a:gd name="connsiteX2" fmla="*/ 0 w 40808"/>
                <a:gd name="connsiteY2" fmla="*/ 16222 h 32444"/>
                <a:gd name="connsiteX3" fmla="*/ 20404 w 40808"/>
                <a:gd name="connsiteY3" fmla="*/ 0 h 32444"/>
                <a:gd name="connsiteX4" fmla="*/ 40809 w 40808"/>
                <a:gd name="connsiteY4" fmla="*/ 16222 h 32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08" h="32444">
                  <a:moveTo>
                    <a:pt x="40809" y="16222"/>
                  </a:moveTo>
                  <a:cubicBezTo>
                    <a:pt x="40809" y="25093"/>
                    <a:pt x="31684" y="32444"/>
                    <a:pt x="20404" y="32444"/>
                  </a:cubicBezTo>
                  <a:cubicBezTo>
                    <a:pt x="9125" y="32444"/>
                    <a:pt x="0" y="25220"/>
                    <a:pt x="0" y="16222"/>
                  </a:cubicBezTo>
                  <a:cubicBezTo>
                    <a:pt x="0" y="7224"/>
                    <a:pt x="9125" y="0"/>
                    <a:pt x="20404" y="0"/>
                  </a:cubicBezTo>
                  <a:cubicBezTo>
                    <a:pt x="31684" y="0"/>
                    <a:pt x="40809" y="7224"/>
                    <a:pt x="40809" y="1622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18" name="Freeform: Shape 4417">
              <a:extLst>
                <a:ext uri="{FF2B5EF4-FFF2-40B4-BE49-F238E27FC236}">
                  <a16:creationId xmlns:a16="http://schemas.microsoft.com/office/drawing/2014/main" id="{A8CB0CE6-0806-D2E6-FD6C-49E283FA490C}"/>
                </a:ext>
              </a:extLst>
            </p:cNvPr>
            <p:cNvSpPr/>
            <p:nvPr/>
          </p:nvSpPr>
          <p:spPr>
            <a:xfrm>
              <a:off x="3091724" y="6579274"/>
              <a:ext cx="40048" cy="31683"/>
            </a:xfrm>
            <a:custGeom>
              <a:avLst/>
              <a:gdLst>
                <a:gd name="connsiteX0" fmla="*/ 40049 w 40048"/>
                <a:gd name="connsiteY0" fmla="*/ 15842 h 31683"/>
                <a:gd name="connsiteX1" fmla="*/ 20024 w 40048"/>
                <a:gd name="connsiteY1" fmla="*/ 31684 h 31683"/>
                <a:gd name="connsiteX2" fmla="*/ 0 w 40048"/>
                <a:gd name="connsiteY2" fmla="*/ 15842 h 31683"/>
                <a:gd name="connsiteX3" fmla="*/ 20024 w 40048"/>
                <a:gd name="connsiteY3" fmla="*/ 0 h 31683"/>
                <a:gd name="connsiteX4" fmla="*/ 40049 w 40048"/>
                <a:gd name="connsiteY4" fmla="*/ 15842 h 31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048" h="31683">
                  <a:moveTo>
                    <a:pt x="40049" y="15842"/>
                  </a:moveTo>
                  <a:cubicBezTo>
                    <a:pt x="40049" y="24587"/>
                    <a:pt x="31050" y="31684"/>
                    <a:pt x="20024" y="31684"/>
                  </a:cubicBezTo>
                  <a:cubicBezTo>
                    <a:pt x="8998" y="31684"/>
                    <a:pt x="0" y="24587"/>
                    <a:pt x="0" y="15842"/>
                  </a:cubicBezTo>
                  <a:cubicBezTo>
                    <a:pt x="0" y="7097"/>
                    <a:pt x="8998" y="0"/>
                    <a:pt x="20024" y="0"/>
                  </a:cubicBezTo>
                  <a:cubicBezTo>
                    <a:pt x="31050" y="0"/>
                    <a:pt x="40049" y="7097"/>
                    <a:pt x="40049" y="1584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19" name="Freeform: Shape 4418">
              <a:extLst>
                <a:ext uri="{FF2B5EF4-FFF2-40B4-BE49-F238E27FC236}">
                  <a16:creationId xmlns:a16="http://schemas.microsoft.com/office/drawing/2014/main" id="{27038C9B-D39E-D3EE-9482-1E83DD0CCE76}"/>
                </a:ext>
              </a:extLst>
            </p:cNvPr>
            <p:cNvSpPr/>
            <p:nvPr/>
          </p:nvSpPr>
          <p:spPr>
            <a:xfrm>
              <a:off x="2988435" y="6514512"/>
              <a:ext cx="40808" cy="32444"/>
            </a:xfrm>
            <a:custGeom>
              <a:avLst/>
              <a:gdLst>
                <a:gd name="connsiteX0" fmla="*/ 40809 w 40808"/>
                <a:gd name="connsiteY0" fmla="*/ 16222 h 32444"/>
                <a:gd name="connsiteX1" fmla="*/ 20404 w 40808"/>
                <a:gd name="connsiteY1" fmla="*/ 32444 h 32444"/>
                <a:gd name="connsiteX2" fmla="*/ 0 w 40808"/>
                <a:gd name="connsiteY2" fmla="*/ 16222 h 32444"/>
                <a:gd name="connsiteX3" fmla="*/ 20404 w 40808"/>
                <a:gd name="connsiteY3" fmla="*/ 0 h 32444"/>
                <a:gd name="connsiteX4" fmla="*/ 40809 w 40808"/>
                <a:gd name="connsiteY4" fmla="*/ 16222 h 32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08" h="32444">
                  <a:moveTo>
                    <a:pt x="40809" y="16222"/>
                  </a:moveTo>
                  <a:cubicBezTo>
                    <a:pt x="40809" y="25093"/>
                    <a:pt x="31684" y="32444"/>
                    <a:pt x="20404" y="32444"/>
                  </a:cubicBezTo>
                  <a:cubicBezTo>
                    <a:pt x="9125" y="32444"/>
                    <a:pt x="0" y="25220"/>
                    <a:pt x="0" y="16222"/>
                  </a:cubicBezTo>
                  <a:cubicBezTo>
                    <a:pt x="0" y="7224"/>
                    <a:pt x="9125" y="0"/>
                    <a:pt x="20404" y="0"/>
                  </a:cubicBezTo>
                  <a:cubicBezTo>
                    <a:pt x="31684" y="0"/>
                    <a:pt x="40809" y="7224"/>
                    <a:pt x="40809" y="1622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20" name="Freeform: Shape 4419">
              <a:extLst>
                <a:ext uri="{FF2B5EF4-FFF2-40B4-BE49-F238E27FC236}">
                  <a16:creationId xmlns:a16="http://schemas.microsoft.com/office/drawing/2014/main" id="{425726D8-7918-3918-4DA4-FFD0F939CBA5}"/>
                </a:ext>
              </a:extLst>
            </p:cNvPr>
            <p:cNvSpPr/>
            <p:nvPr/>
          </p:nvSpPr>
          <p:spPr>
            <a:xfrm>
              <a:off x="2887680" y="6447975"/>
              <a:ext cx="40808" cy="32444"/>
            </a:xfrm>
            <a:custGeom>
              <a:avLst/>
              <a:gdLst>
                <a:gd name="connsiteX0" fmla="*/ 40809 w 40808"/>
                <a:gd name="connsiteY0" fmla="*/ 16222 h 32444"/>
                <a:gd name="connsiteX1" fmla="*/ 20404 w 40808"/>
                <a:gd name="connsiteY1" fmla="*/ 32444 h 32444"/>
                <a:gd name="connsiteX2" fmla="*/ 0 w 40808"/>
                <a:gd name="connsiteY2" fmla="*/ 16222 h 32444"/>
                <a:gd name="connsiteX3" fmla="*/ 20404 w 40808"/>
                <a:gd name="connsiteY3" fmla="*/ 0 h 32444"/>
                <a:gd name="connsiteX4" fmla="*/ 40809 w 40808"/>
                <a:gd name="connsiteY4" fmla="*/ 16222 h 32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08" h="32444">
                  <a:moveTo>
                    <a:pt x="40809" y="16222"/>
                  </a:moveTo>
                  <a:cubicBezTo>
                    <a:pt x="40809" y="25221"/>
                    <a:pt x="31684" y="32444"/>
                    <a:pt x="20404" y="32444"/>
                  </a:cubicBezTo>
                  <a:cubicBezTo>
                    <a:pt x="9125" y="32444"/>
                    <a:pt x="0" y="25221"/>
                    <a:pt x="0" y="16222"/>
                  </a:cubicBezTo>
                  <a:cubicBezTo>
                    <a:pt x="0" y="7224"/>
                    <a:pt x="9125" y="0"/>
                    <a:pt x="20404" y="0"/>
                  </a:cubicBezTo>
                  <a:cubicBezTo>
                    <a:pt x="31684" y="0"/>
                    <a:pt x="40809" y="7224"/>
                    <a:pt x="40809" y="1622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21" name="Freeform: Shape 4420">
              <a:extLst>
                <a:ext uri="{FF2B5EF4-FFF2-40B4-BE49-F238E27FC236}">
                  <a16:creationId xmlns:a16="http://schemas.microsoft.com/office/drawing/2014/main" id="{767229C1-8FA6-C28B-84D6-99BAE85BF8CF}"/>
                </a:ext>
              </a:extLst>
            </p:cNvPr>
            <p:cNvSpPr/>
            <p:nvPr/>
          </p:nvSpPr>
          <p:spPr>
            <a:xfrm>
              <a:off x="2789079" y="6379411"/>
              <a:ext cx="40808" cy="32444"/>
            </a:xfrm>
            <a:custGeom>
              <a:avLst/>
              <a:gdLst>
                <a:gd name="connsiteX0" fmla="*/ 40809 w 40808"/>
                <a:gd name="connsiteY0" fmla="*/ 16222 h 32444"/>
                <a:gd name="connsiteX1" fmla="*/ 20404 w 40808"/>
                <a:gd name="connsiteY1" fmla="*/ 32444 h 32444"/>
                <a:gd name="connsiteX2" fmla="*/ 0 w 40808"/>
                <a:gd name="connsiteY2" fmla="*/ 16222 h 32444"/>
                <a:gd name="connsiteX3" fmla="*/ 20404 w 40808"/>
                <a:gd name="connsiteY3" fmla="*/ 0 h 32444"/>
                <a:gd name="connsiteX4" fmla="*/ 40809 w 40808"/>
                <a:gd name="connsiteY4" fmla="*/ 16222 h 32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08" h="32444">
                  <a:moveTo>
                    <a:pt x="40809" y="16222"/>
                  </a:moveTo>
                  <a:cubicBezTo>
                    <a:pt x="40809" y="25094"/>
                    <a:pt x="31684" y="32444"/>
                    <a:pt x="20404" y="32444"/>
                  </a:cubicBezTo>
                  <a:cubicBezTo>
                    <a:pt x="9125" y="32444"/>
                    <a:pt x="0" y="25221"/>
                    <a:pt x="0" y="16222"/>
                  </a:cubicBezTo>
                  <a:cubicBezTo>
                    <a:pt x="0" y="7224"/>
                    <a:pt x="9125" y="0"/>
                    <a:pt x="20404" y="0"/>
                  </a:cubicBezTo>
                  <a:cubicBezTo>
                    <a:pt x="31684" y="0"/>
                    <a:pt x="40809" y="7224"/>
                    <a:pt x="40809" y="1622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22" name="Freeform: Shape 4421">
              <a:extLst>
                <a:ext uri="{FF2B5EF4-FFF2-40B4-BE49-F238E27FC236}">
                  <a16:creationId xmlns:a16="http://schemas.microsoft.com/office/drawing/2014/main" id="{05150670-58F9-5CE8-0403-5D412F9F1D24}"/>
                </a:ext>
              </a:extLst>
            </p:cNvPr>
            <p:cNvSpPr/>
            <p:nvPr/>
          </p:nvSpPr>
          <p:spPr>
            <a:xfrm>
              <a:off x="2692506" y="6308565"/>
              <a:ext cx="41569" cy="32951"/>
            </a:xfrm>
            <a:custGeom>
              <a:avLst/>
              <a:gdLst>
                <a:gd name="connsiteX0" fmla="*/ 41569 w 41569"/>
                <a:gd name="connsiteY0" fmla="*/ 16476 h 32951"/>
                <a:gd name="connsiteX1" fmla="*/ 20785 w 41569"/>
                <a:gd name="connsiteY1" fmla="*/ 32951 h 32951"/>
                <a:gd name="connsiteX2" fmla="*/ 0 w 41569"/>
                <a:gd name="connsiteY2" fmla="*/ 16476 h 32951"/>
                <a:gd name="connsiteX3" fmla="*/ 20785 w 41569"/>
                <a:gd name="connsiteY3" fmla="*/ 0 h 32951"/>
                <a:gd name="connsiteX4" fmla="*/ 41569 w 41569"/>
                <a:gd name="connsiteY4" fmla="*/ 16476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569" h="32951">
                  <a:moveTo>
                    <a:pt x="41569" y="16476"/>
                  </a:moveTo>
                  <a:cubicBezTo>
                    <a:pt x="41569" y="25601"/>
                    <a:pt x="32191" y="32951"/>
                    <a:pt x="20785" y="32951"/>
                  </a:cubicBezTo>
                  <a:cubicBezTo>
                    <a:pt x="9379" y="32951"/>
                    <a:pt x="0" y="25474"/>
                    <a:pt x="0" y="16476"/>
                  </a:cubicBezTo>
                  <a:cubicBezTo>
                    <a:pt x="0" y="7477"/>
                    <a:pt x="9379" y="0"/>
                    <a:pt x="20785" y="0"/>
                  </a:cubicBezTo>
                  <a:cubicBezTo>
                    <a:pt x="32191" y="0"/>
                    <a:pt x="41569" y="7351"/>
                    <a:pt x="41569" y="164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23" name="Freeform: Shape 4422">
              <a:extLst>
                <a:ext uri="{FF2B5EF4-FFF2-40B4-BE49-F238E27FC236}">
                  <a16:creationId xmlns:a16="http://schemas.microsoft.com/office/drawing/2014/main" id="{8D761E5C-F6AD-EFD5-5F8F-FBEA71836F82}"/>
                </a:ext>
              </a:extLst>
            </p:cNvPr>
            <p:cNvSpPr/>
            <p:nvPr/>
          </p:nvSpPr>
          <p:spPr>
            <a:xfrm>
              <a:off x="2598848" y="6236326"/>
              <a:ext cx="40808" cy="32444"/>
            </a:xfrm>
            <a:custGeom>
              <a:avLst/>
              <a:gdLst>
                <a:gd name="connsiteX0" fmla="*/ 40809 w 40808"/>
                <a:gd name="connsiteY0" fmla="*/ 16222 h 32444"/>
                <a:gd name="connsiteX1" fmla="*/ 20404 w 40808"/>
                <a:gd name="connsiteY1" fmla="*/ 32444 h 32444"/>
                <a:gd name="connsiteX2" fmla="*/ 0 w 40808"/>
                <a:gd name="connsiteY2" fmla="*/ 16222 h 32444"/>
                <a:gd name="connsiteX3" fmla="*/ 20404 w 40808"/>
                <a:gd name="connsiteY3" fmla="*/ 0 h 32444"/>
                <a:gd name="connsiteX4" fmla="*/ 40809 w 40808"/>
                <a:gd name="connsiteY4" fmla="*/ 16222 h 32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08" h="32444">
                  <a:moveTo>
                    <a:pt x="40809" y="16222"/>
                  </a:moveTo>
                  <a:cubicBezTo>
                    <a:pt x="40809" y="25220"/>
                    <a:pt x="31684" y="32444"/>
                    <a:pt x="20404" y="32444"/>
                  </a:cubicBezTo>
                  <a:cubicBezTo>
                    <a:pt x="9125" y="32444"/>
                    <a:pt x="0" y="25220"/>
                    <a:pt x="0" y="16222"/>
                  </a:cubicBezTo>
                  <a:cubicBezTo>
                    <a:pt x="0" y="7224"/>
                    <a:pt x="9125" y="0"/>
                    <a:pt x="20404" y="0"/>
                  </a:cubicBezTo>
                  <a:cubicBezTo>
                    <a:pt x="31684" y="0"/>
                    <a:pt x="40809" y="7224"/>
                    <a:pt x="40809" y="1622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24" name="Freeform: Shape 4423">
              <a:extLst>
                <a:ext uri="{FF2B5EF4-FFF2-40B4-BE49-F238E27FC236}">
                  <a16:creationId xmlns:a16="http://schemas.microsoft.com/office/drawing/2014/main" id="{97BB2719-9411-3F45-CE58-4CAEC5CB1D23}"/>
                </a:ext>
              </a:extLst>
            </p:cNvPr>
            <p:cNvSpPr/>
            <p:nvPr/>
          </p:nvSpPr>
          <p:spPr>
            <a:xfrm>
              <a:off x="2507345" y="6161805"/>
              <a:ext cx="40808" cy="32444"/>
            </a:xfrm>
            <a:custGeom>
              <a:avLst/>
              <a:gdLst>
                <a:gd name="connsiteX0" fmla="*/ 40809 w 40808"/>
                <a:gd name="connsiteY0" fmla="*/ 16222 h 32444"/>
                <a:gd name="connsiteX1" fmla="*/ 20404 w 40808"/>
                <a:gd name="connsiteY1" fmla="*/ 32444 h 32444"/>
                <a:gd name="connsiteX2" fmla="*/ 0 w 40808"/>
                <a:gd name="connsiteY2" fmla="*/ 16222 h 32444"/>
                <a:gd name="connsiteX3" fmla="*/ 20404 w 40808"/>
                <a:gd name="connsiteY3" fmla="*/ 0 h 32444"/>
                <a:gd name="connsiteX4" fmla="*/ 40809 w 40808"/>
                <a:gd name="connsiteY4" fmla="*/ 16222 h 32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08" h="32444">
                  <a:moveTo>
                    <a:pt x="40809" y="16222"/>
                  </a:moveTo>
                  <a:cubicBezTo>
                    <a:pt x="40809" y="25093"/>
                    <a:pt x="31684" y="32444"/>
                    <a:pt x="20404" y="32444"/>
                  </a:cubicBezTo>
                  <a:cubicBezTo>
                    <a:pt x="9125" y="32444"/>
                    <a:pt x="0" y="25220"/>
                    <a:pt x="0" y="16222"/>
                  </a:cubicBezTo>
                  <a:cubicBezTo>
                    <a:pt x="0" y="7224"/>
                    <a:pt x="9125" y="0"/>
                    <a:pt x="20404" y="0"/>
                  </a:cubicBezTo>
                  <a:cubicBezTo>
                    <a:pt x="31684" y="0"/>
                    <a:pt x="40809" y="7224"/>
                    <a:pt x="40809" y="1622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25" name="Freeform: Shape 4424">
              <a:extLst>
                <a:ext uri="{FF2B5EF4-FFF2-40B4-BE49-F238E27FC236}">
                  <a16:creationId xmlns:a16="http://schemas.microsoft.com/office/drawing/2014/main" id="{3CC62BF3-D7FF-F12B-6753-6534163F98CD}"/>
                </a:ext>
              </a:extLst>
            </p:cNvPr>
            <p:cNvSpPr/>
            <p:nvPr/>
          </p:nvSpPr>
          <p:spPr>
            <a:xfrm>
              <a:off x="2418376" y="6085384"/>
              <a:ext cx="40808" cy="32444"/>
            </a:xfrm>
            <a:custGeom>
              <a:avLst/>
              <a:gdLst>
                <a:gd name="connsiteX0" fmla="*/ 40809 w 40808"/>
                <a:gd name="connsiteY0" fmla="*/ 16222 h 32444"/>
                <a:gd name="connsiteX1" fmla="*/ 20404 w 40808"/>
                <a:gd name="connsiteY1" fmla="*/ 32444 h 32444"/>
                <a:gd name="connsiteX2" fmla="*/ 0 w 40808"/>
                <a:gd name="connsiteY2" fmla="*/ 16222 h 32444"/>
                <a:gd name="connsiteX3" fmla="*/ 20404 w 40808"/>
                <a:gd name="connsiteY3" fmla="*/ 0 h 32444"/>
                <a:gd name="connsiteX4" fmla="*/ 40809 w 40808"/>
                <a:gd name="connsiteY4" fmla="*/ 16222 h 32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08" h="32444">
                  <a:moveTo>
                    <a:pt x="40809" y="16222"/>
                  </a:moveTo>
                  <a:cubicBezTo>
                    <a:pt x="40809" y="25220"/>
                    <a:pt x="31684" y="32444"/>
                    <a:pt x="20404" y="32444"/>
                  </a:cubicBezTo>
                  <a:cubicBezTo>
                    <a:pt x="9125" y="32444"/>
                    <a:pt x="0" y="25220"/>
                    <a:pt x="0" y="16222"/>
                  </a:cubicBezTo>
                  <a:cubicBezTo>
                    <a:pt x="0" y="7224"/>
                    <a:pt x="9125" y="0"/>
                    <a:pt x="20404" y="0"/>
                  </a:cubicBezTo>
                  <a:cubicBezTo>
                    <a:pt x="31684" y="0"/>
                    <a:pt x="40809" y="7224"/>
                    <a:pt x="40809" y="1622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26" name="Freeform: Shape 4425">
              <a:extLst>
                <a:ext uri="{FF2B5EF4-FFF2-40B4-BE49-F238E27FC236}">
                  <a16:creationId xmlns:a16="http://schemas.microsoft.com/office/drawing/2014/main" id="{F46498DE-86B8-C77F-8013-B2558798C891}"/>
                </a:ext>
              </a:extLst>
            </p:cNvPr>
            <p:cNvSpPr/>
            <p:nvPr/>
          </p:nvSpPr>
          <p:spPr>
            <a:xfrm>
              <a:off x="2331942" y="6007187"/>
              <a:ext cx="40808" cy="32444"/>
            </a:xfrm>
            <a:custGeom>
              <a:avLst/>
              <a:gdLst>
                <a:gd name="connsiteX0" fmla="*/ 40809 w 40808"/>
                <a:gd name="connsiteY0" fmla="*/ 16222 h 32444"/>
                <a:gd name="connsiteX1" fmla="*/ 20404 w 40808"/>
                <a:gd name="connsiteY1" fmla="*/ 32444 h 32444"/>
                <a:gd name="connsiteX2" fmla="*/ 0 w 40808"/>
                <a:gd name="connsiteY2" fmla="*/ 16222 h 32444"/>
                <a:gd name="connsiteX3" fmla="*/ 20404 w 40808"/>
                <a:gd name="connsiteY3" fmla="*/ 0 h 32444"/>
                <a:gd name="connsiteX4" fmla="*/ 40809 w 40808"/>
                <a:gd name="connsiteY4" fmla="*/ 16222 h 32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08" h="32444">
                  <a:moveTo>
                    <a:pt x="40809" y="16222"/>
                  </a:moveTo>
                  <a:cubicBezTo>
                    <a:pt x="40809" y="25221"/>
                    <a:pt x="31684" y="32444"/>
                    <a:pt x="20404" y="32444"/>
                  </a:cubicBezTo>
                  <a:cubicBezTo>
                    <a:pt x="9125" y="32444"/>
                    <a:pt x="0" y="25221"/>
                    <a:pt x="0" y="16222"/>
                  </a:cubicBezTo>
                  <a:cubicBezTo>
                    <a:pt x="0" y="7224"/>
                    <a:pt x="9125" y="0"/>
                    <a:pt x="20404" y="0"/>
                  </a:cubicBezTo>
                  <a:cubicBezTo>
                    <a:pt x="31684" y="0"/>
                    <a:pt x="40809" y="7224"/>
                    <a:pt x="40809" y="1622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27" name="Freeform: Shape 4426">
              <a:extLst>
                <a:ext uri="{FF2B5EF4-FFF2-40B4-BE49-F238E27FC236}">
                  <a16:creationId xmlns:a16="http://schemas.microsoft.com/office/drawing/2014/main" id="{CE2C862B-20DF-807B-632E-FA226EBB5C48}"/>
                </a:ext>
              </a:extLst>
            </p:cNvPr>
            <p:cNvSpPr/>
            <p:nvPr/>
          </p:nvSpPr>
          <p:spPr>
            <a:xfrm>
              <a:off x="2248043" y="5927344"/>
              <a:ext cx="40808" cy="32444"/>
            </a:xfrm>
            <a:custGeom>
              <a:avLst/>
              <a:gdLst>
                <a:gd name="connsiteX0" fmla="*/ 40809 w 40808"/>
                <a:gd name="connsiteY0" fmla="*/ 16222 h 32444"/>
                <a:gd name="connsiteX1" fmla="*/ 20404 w 40808"/>
                <a:gd name="connsiteY1" fmla="*/ 32444 h 32444"/>
                <a:gd name="connsiteX2" fmla="*/ 0 w 40808"/>
                <a:gd name="connsiteY2" fmla="*/ 16222 h 32444"/>
                <a:gd name="connsiteX3" fmla="*/ 20404 w 40808"/>
                <a:gd name="connsiteY3" fmla="*/ 0 h 32444"/>
                <a:gd name="connsiteX4" fmla="*/ 40809 w 40808"/>
                <a:gd name="connsiteY4" fmla="*/ 16222 h 32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08" h="32444">
                  <a:moveTo>
                    <a:pt x="40809" y="16222"/>
                  </a:moveTo>
                  <a:cubicBezTo>
                    <a:pt x="40809" y="25093"/>
                    <a:pt x="31684" y="32444"/>
                    <a:pt x="20404" y="32444"/>
                  </a:cubicBezTo>
                  <a:cubicBezTo>
                    <a:pt x="9125" y="32444"/>
                    <a:pt x="0" y="25220"/>
                    <a:pt x="0" y="16222"/>
                  </a:cubicBezTo>
                  <a:cubicBezTo>
                    <a:pt x="0" y="7224"/>
                    <a:pt x="9125" y="0"/>
                    <a:pt x="20404" y="0"/>
                  </a:cubicBezTo>
                  <a:cubicBezTo>
                    <a:pt x="31684" y="0"/>
                    <a:pt x="40809" y="7224"/>
                    <a:pt x="40809" y="1622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28" name="Freeform: Shape 4427">
              <a:extLst>
                <a:ext uri="{FF2B5EF4-FFF2-40B4-BE49-F238E27FC236}">
                  <a16:creationId xmlns:a16="http://schemas.microsoft.com/office/drawing/2014/main" id="{FFD2751C-2B65-C9B7-9BE6-244728CF2F5B}"/>
                </a:ext>
              </a:extLst>
            </p:cNvPr>
            <p:cNvSpPr/>
            <p:nvPr/>
          </p:nvSpPr>
          <p:spPr>
            <a:xfrm>
              <a:off x="2166932" y="5845599"/>
              <a:ext cx="40808" cy="32444"/>
            </a:xfrm>
            <a:custGeom>
              <a:avLst/>
              <a:gdLst>
                <a:gd name="connsiteX0" fmla="*/ 40809 w 40808"/>
                <a:gd name="connsiteY0" fmla="*/ 16222 h 32444"/>
                <a:gd name="connsiteX1" fmla="*/ 20404 w 40808"/>
                <a:gd name="connsiteY1" fmla="*/ 32444 h 32444"/>
                <a:gd name="connsiteX2" fmla="*/ 0 w 40808"/>
                <a:gd name="connsiteY2" fmla="*/ 16222 h 32444"/>
                <a:gd name="connsiteX3" fmla="*/ 20404 w 40808"/>
                <a:gd name="connsiteY3" fmla="*/ 0 h 32444"/>
                <a:gd name="connsiteX4" fmla="*/ 40809 w 40808"/>
                <a:gd name="connsiteY4" fmla="*/ 16222 h 32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08" h="32444">
                  <a:moveTo>
                    <a:pt x="40809" y="16222"/>
                  </a:moveTo>
                  <a:cubicBezTo>
                    <a:pt x="40809" y="25094"/>
                    <a:pt x="31684" y="32444"/>
                    <a:pt x="20404" y="32444"/>
                  </a:cubicBezTo>
                  <a:cubicBezTo>
                    <a:pt x="9125" y="32444"/>
                    <a:pt x="0" y="25221"/>
                    <a:pt x="0" y="16222"/>
                  </a:cubicBezTo>
                  <a:cubicBezTo>
                    <a:pt x="0" y="7224"/>
                    <a:pt x="9125" y="0"/>
                    <a:pt x="20404" y="0"/>
                  </a:cubicBezTo>
                  <a:cubicBezTo>
                    <a:pt x="31684" y="0"/>
                    <a:pt x="40809" y="7224"/>
                    <a:pt x="40809" y="1622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29" name="Freeform: Shape 4428">
              <a:extLst>
                <a:ext uri="{FF2B5EF4-FFF2-40B4-BE49-F238E27FC236}">
                  <a16:creationId xmlns:a16="http://schemas.microsoft.com/office/drawing/2014/main" id="{606A53DC-C38E-2749-210E-2C70DE4387CA}"/>
                </a:ext>
              </a:extLst>
            </p:cNvPr>
            <p:cNvSpPr/>
            <p:nvPr/>
          </p:nvSpPr>
          <p:spPr>
            <a:xfrm>
              <a:off x="2088863" y="5762714"/>
              <a:ext cx="40048" cy="31683"/>
            </a:xfrm>
            <a:custGeom>
              <a:avLst/>
              <a:gdLst>
                <a:gd name="connsiteX0" fmla="*/ 40048 w 40048"/>
                <a:gd name="connsiteY0" fmla="*/ 15842 h 31683"/>
                <a:gd name="connsiteX1" fmla="*/ 20024 w 40048"/>
                <a:gd name="connsiteY1" fmla="*/ 31684 h 31683"/>
                <a:gd name="connsiteX2" fmla="*/ 0 w 40048"/>
                <a:gd name="connsiteY2" fmla="*/ 15842 h 31683"/>
                <a:gd name="connsiteX3" fmla="*/ 20024 w 40048"/>
                <a:gd name="connsiteY3" fmla="*/ 0 h 31683"/>
                <a:gd name="connsiteX4" fmla="*/ 40048 w 40048"/>
                <a:gd name="connsiteY4" fmla="*/ 15842 h 31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048" h="31683">
                  <a:moveTo>
                    <a:pt x="40048" y="15842"/>
                  </a:moveTo>
                  <a:cubicBezTo>
                    <a:pt x="40048" y="24586"/>
                    <a:pt x="31050" y="31684"/>
                    <a:pt x="20024" y="31684"/>
                  </a:cubicBezTo>
                  <a:cubicBezTo>
                    <a:pt x="8998" y="31684"/>
                    <a:pt x="0" y="24586"/>
                    <a:pt x="0" y="15842"/>
                  </a:cubicBezTo>
                  <a:cubicBezTo>
                    <a:pt x="0" y="7097"/>
                    <a:pt x="8998" y="0"/>
                    <a:pt x="20024" y="0"/>
                  </a:cubicBezTo>
                  <a:cubicBezTo>
                    <a:pt x="31050" y="0"/>
                    <a:pt x="40048" y="7097"/>
                    <a:pt x="40048" y="1584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30" name="Freeform: Shape 4429">
              <a:extLst>
                <a:ext uri="{FF2B5EF4-FFF2-40B4-BE49-F238E27FC236}">
                  <a16:creationId xmlns:a16="http://schemas.microsoft.com/office/drawing/2014/main" id="{DDA241E9-26D4-590A-DEC0-B654D4821F59}"/>
                </a:ext>
              </a:extLst>
            </p:cNvPr>
            <p:cNvSpPr/>
            <p:nvPr/>
          </p:nvSpPr>
          <p:spPr>
            <a:xfrm>
              <a:off x="2013201" y="5677801"/>
              <a:ext cx="40048" cy="31683"/>
            </a:xfrm>
            <a:custGeom>
              <a:avLst/>
              <a:gdLst>
                <a:gd name="connsiteX0" fmla="*/ 40048 w 40048"/>
                <a:gd name="connsiteY0" fmla="*/ 15842 h 31683"/>
                <a:gd name="connsiteX1" fmla="*/ 20024 w 40048"/>
                <a:gd name="connsiteY1" fmla="*/ 31684 h 31683"/>
                <a:gd name="connsiteX2" fmla="*/ 0 w 40048"/>
                <a:gd name="connsiteY2" fmla="*/ 15842 h 31683"/>
                <a:gd name="connsiteX3" fmla="*/ 20024 w 40048"/>
                <a:gd name="connsiteY3" fmla="*/ 0 h 31683"/>
                <a:gd name="connsiteX4" fmla="*/ 40048 w 40048"/>
                <a:gd name="connsiteY4" fmla="*/ 15842 h 31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048" h="31683">
                  <a:moveTo>
                    <a:pt x="40048" y="15842"/>
                  </a:moveTo>
                  <a:cubicBezTo>
                    <a:pt x="40048" y="24587"/>
                    <a:pt x="31050" y="31684"/>
                    <a:pt x="20024" y="31684"/>
                  </a:cubicBezTo>
                  <a:cubicBezTo>
                    <a:pt x="8998" y="31684"/>
                    <a:pt x="0" y="24587"/>
                    <a:pt x="0" y="15842"/>
                  </a:cubicBezTo>
                  <a:cubicBezTo>
                    <a:pt x="0" y="7097"/>
                    <a:pt x="8998" y="0"/>
                    <a:pt x="20024" y="0"/>
                  </a:cubicBezTo>
                  <a:cubicBezTo>
                    <a:pt x="31050" y="0"/>
                    <a:pt x="40048" y="7097"/>
                    <a:pt x="40048" y="1584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31" name="Freeform: Shape 4430">
              <a:extLst>
                <a:ext uri="{FF2B5EF4-FFF2-40B4-BE49-F238E27FC236}">
                  <a16:creationId xmlns:a16="http://schemas.microsoft.com/office/drawing/2014/main" id="{DAF91407-8010-AE65-2C78-DB66295CCDD7}"/>
                </a:ext>
              </a:extLst>
            </p:cNvPr>
            <p:cNvSpPr/>
            <p:nvPr/>
          </p:nvSpPr>
          <p:spPr>
            <a:xfrm>
              <a:off x="1940328" y="5591240"/>
              <a:ext cx="40048" cy="31683"/>
            </a:xfrm>
            <a:custGeom>
              <a:avLst/>
              <a:gdLst>
                <a:gd name="connsiteX0" fmla="*/ 40048 w 40048"/>
                <a:gd name="connsiteY0" fmla="*/ 15842 h 31683"/>
                <a:gd name="connsiteX1" fmla="*/ 20024 w 40048"/>
                <a:gd name="connsiteY1" fmla="*/ 31684 h 31683"/>
                <a:gd name="connsiteX2" fmla="*/ 0 w 40048"/>
                <a:gd name="connsiteY2" fmla="*/ 15842 h 31683"/>
                <a:gd name="connsiteX3" fmla="*/ 20024 w 40048"/>
                <a:gd name="connsiteY3" fmla="*/ 0 h 31683"/>
                <a:gd name="connsiteX4" fmla="*/ 40048 w 40048"/>
                <a:gd name="connsiteY4" fmla="*/ 15842 h 31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048" h="31683">
                  <a:moveTo>
                    <a:pt x="40048" y="15842"/>
                  </a:moveTo>
                  <a:cubicBezTo>
                    <a:pt x="40048" y="24587"/>
                    <a:pt x="31050" y="31684"/>
                    <a:pt x="20024" y="31684"/>
                  </a:cubicBezTo>
                  <a:cubicBezTo>
                    <a:pt x="8998" y="31684"/>
                    <a:pt x="0" y="24587"/>
                    <a:pt x="0" y="15842"/>
                  </a:cubicBezTo>
                  <a:cubicBezTo>
                    <a:pt x="0" y="7098"/>
                    <a:pt x="8998" y="0"/>
                    <a:pt x="20024" y="0"/>
                  </a:cubicBezTo>
                  <a:cubicBezTo>
                    <a:pt x="31050" y="0"/>
                    <a:pt x="40048" y="7098"/>
                    <a:pt x="40048" y="1584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32" name="Freeform: Shape 4431">
              <a:extLst>
                <a:ext uri="{FF2B5EF4-FFF2-40B4-BE49-F238E27FC236}">
                  <a16:creationId xmlns:a16="http://schemas.microsoft.com/office/drawing/2014/main" id="{BC8E7499-5C3D-BA4F-0602-26CA1933FB5E}"/>
                </a:ext>
              </a:extLst>
            </p:cNvPr>
            <p:cNvSpPr/>
            <p:nvPr/>
          </p:nvSpPr>
          <p:spPr>
            <a:xfrm>
              <a:off x="1870370" y="5503285"/>
              <a:ext cx="40048" cy="31683"/>
            </a:xfrm>
            <a:custGeom>
              <a:avLst/>
              <a:gdLst>
                <a:gd name="connsiteX0" fmla="*/ 40049 w 40048"/>
                <a:gd name="connsiteY0" fmla="*/ 15842 h 31683"/>
                <a:gd name="connsiteX1" fmla="*/ 20024 w 40048"/>
                <a:gd name="connsiteY1" fmla="*/ 31684 h 31683"/>
                <a:gd name="connsiteX2" fmla="*/ 0 w 40048"/>
                <a:gd name="connsiteY2" fmla="*/ 15842 h 31683"/>
                <a:gd name="connsiteX3" fmla="*/ 20024 w 40048"/>
                <a:gd name="connsiteY3" fmla="*/ 0 h 31683"/>
                <a:gd name="connsiteX4" fmla="*/ 40049 w 40048"/>
                <a:gd name="connsiteY4" fmla="*/ 15842 h 31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048" h="31683">
                  <a:moveTo>
                    <a:pt x="40049" y="15842"/>
                  </a:moveTo>
                  <a:cubicBezTo>
                    <a:pt x="40049" y="24586"/>
                    <a:pt x="31050" y="31684"/>
                    <a:pt x="20024" y="31684"/>
                  </a:cubicBezTo>
                  <a:cubicBezTo>
                    <a:pt x="8998" y="31684"/>
                    <a:pt x="0" y="24586"/>
                    <a:pt x="0" y="15842"/>
                  </a:cubicBezTo>
                  <a:cubicBezTo>
                    <a:pt x="0" y="7097"/>
                    <a:pt x="8998" y="0"/>
                    <a:pt x="20024" y="0"/>
                  </a:cubicBezTo>
                  <a:cubicBezTo>
                    <a:pt x="31050" y="0"/>
                    <a:pt x="40049" y="7097"/>
                    <a:pt x="40049" y="1584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33" name="Freeform: Shape 4432">
              <a:extLst>
                <a:ext uri="{FF2B5EF4-FFF2-40B4-BE49-F238E27FC236}">
                  <a16:creationId xmlns:a16="http://schemas.microsoft.com/office/drawing/2014/main" id="{0891B4F9-6338-B975-70A2-8E0D4B509FE8}"/>
                </a:ext>
              </a:extLst>
            </p:cNvPr>
            <p:cNvSpPr/>
            <p:nvPr/>
          </p:nvSpPr>
          <p:spPr>
            <a:xfrm>
              <a:off x="1803326" y="5413936"/>
              <a:ext cx="40048" cy="31683"/>
            </a:xfrm>
            <a:custGeom>
              <a:avLst/>
              <a:gdLst>
                <a:gd name="connsiteX0" fmla="*/ 40049 w 40048"/>
                <a:gd name="connsiteY0" fmla="*/ 15842 h 31683"/>
                <a:gd name="connsiteX1" fmla="*/ 20024 w 40048"/>
                <a:gd name="connsiteY1" fmla="*/ 31684 h 31683"/>
                <a:gd name="connsiteX2" fmla="*/ 0 w 40048"/>
                <a:gd name="connsiteY2" fmla="*/ 15842 h 31683"/>
                <a:gd name="connsiteX3" fmla="*/ 20024 w 40048"/>
                <a:gd name="connsiteY3" fmla="*/ 0 h 31683"/>
                <a:gd name="connsiteX4" fmla="*/ 40049 w 40048"/>
                <a:gd name="connsiteY4" fmla="*/ 15842 h 31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048" h="31683">
                  <a:moveTo>
                    <a:pt x="40049" y="15842"/>
                  </a:moveTo>
                  <a:cubicBezTo>
                    <a:pt x="40049" y="24587"/>
                    <a:pt x="31050" y="31684"/>
                    <a:pt x="20024" y="31684"/>
                  </a:cubicBezTo>
                  <a:cubicBezTo>
                    <a:pt x="8998" y="31684"/>
                    <a:pt x="0" y="24587"/>
                    <a:pt x="0" y="15842"/>
                  </a:cubicBezTo>
                  <a:cubicBezTo>
                    <a:pt x="0" y="7097"/>
                    <a:pt x="8998" y="0"/>
                    <a:pt x="20024" y="0"/>
                  </a:cubicBezTo>
                  <a:cubicBezTo>
                    <a:pt x="31050" y="0"/>
                    <a:pt x="40049" y="7097"/>
                    <a:pt x="40049" y="1584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34" name="Freeform: Shape 4433">
              <a:extLst>
                <a:ext uri="{FF2B5EF4-FFF2-40B4-BE49-F238E27FC236}">
                  <a16:creationId xmlns:a16="http://schemas.microsoft.com/office/drawing/2014/main" id="{EE10EF9B-DDD4-EBEB-1AD7-3F47EA052AD5}"/>
                </a:ext>
              </a:extLst>
            </p:cNvPr>
            <p:cNvSpPr/>
            <p:nvPr/>
          </p:nvSpPr>
          <p:spPr>
            <a:xfrm>
              <a:off x="1739452" y="5323447"/>
              <a:ext cx="39541" cy="31303"/>
            </a:xfrm>
            <a:custGeom>
              <a:avLst/>
              <a:gdLst>
                <a:gd name="connsiteX0" fmla="*/ 39542 w 39541"/>
                <a:gd name="connsiteY0" fmla="*/ 15588 h 31303"/>
                <a:gd name="connsiteX1" fmla="*/ 19771 w 39541"/>
                <a:gd name="connsiteY1" fmla="*/ 31304 h 31303"/>
                <a:gd name="connsiteX2" fmla="*/ 0 w 39541"/>
                <a:gd name="connsiteY2" fmla="*/ 15588 h 31303"/>
                <a:gd name="connsiteX3" fmla="*/ 19771 w 39541"/>
                <a:gd name="connsiteY3" fmla="*/ 0 h 31303"/>
                <a:gd name="connsiteX4" fmla="*/ 39542 w 39541"/>
                <a:gd name="connsiteY4" fmla="*/ 15588 h 31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541" h="31303">
                  <a:moveTo>
                    <a:pt x="39542" y="15588"/>
                  </a:moveTo>
                  <a:cubicBezTo>
                    <a:pt x="39542" y="24207"/>
                    <a:pt x="30670" y="31304"/>
                    <a:pt x="19771" y="31304"/>
                  </a:cubicBezTo>
                  <a:cubicBezTo>
                    <a:pt x="8871" y="31304"/>
                    <a:pt x="0" y="24333"/>
                    <a:pt x="0" y="15588"/>
                  </a:cubicBezTo>
                  <a:cubicBezTo>
                    <a:pt x="0" y="6843"/>
                    <a:pt x="8871" y="0"/>
                    <a:pt x="19771" y="0"/>
                  </a:cubicBezTo>
                  <a:cubicBezTo>
                    <a:pt x="30670" y="0"/>
                    <a:pt x="39542" y="6970"/>
                    <a:pt x="39542" y="155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35" name="Freeform: Shape 4434">
              <a:extLst>
                <a:ext uri="{FF2B5EF4-FFF2-40B4-BE49-F238E27FC236}">
                  <a16:creationId xmlns:a16="http://schemas.microsoft.com/office/drawing/2014/main" id="{E5A55752-C7D2-8960-B178-873DAE922A3C}"/>
                </a:ext>
              </a:extLst>
            </p:cNvPr>
            <p:cNvSpPr/>
            <p:nvPr/>
          </p:nvSpPr>
          <p:spPr>
            <a:xfrm>
              <a:off x="1678492" y="5231310"/>
              <a:ext cx="39414" cy="31430"/>
            </a:xfrm>
            <a:custGeom>
              <a:avLst/>
              <a:gdLst>
                <a:gd name="connsiteX0" fmla="*/ 39415 w 39414"/>
                <a:gd name="connsiteY0" fmla="*/ 15716 h 31430"/>
                <a:gd name="connsiteX1" fmla="*/ 19644 w 39414"/>
                <a:gd name="connsiteY1" fmla="*/ 31431 h 31430"/>
                <a:gd name="connsiteX2" fmla="*/ 0 w 39414"/>
                <a:gd name="connsiteY2" fmla="*/ 15716 h 31430"/>
                <a:gd name="connsiteX3" fmla="*/ 19644 w 39414"/>
                <a:gd name="connsiteY3" fmla="*/ 0 h 31430"/>
                <a:gd name="connsiteX4" fmla="*/ 39415 w 39414"/>
                <a:gd name="connsiteY4" fmla="*/ 15716 h 31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414" h="31430">
                  <a:moveTo>
                    <a:pt x="39415" y="15716"/>
                  </a:moveTo>
                  <a:cubicBezTo>
                    <a:pt x="39415" y="24333"/>
                    <a:pt x="30543" y="31431"/>
                    <a:pt x="19644" y="31431"/>
                  </a:cubicBezTo>
                  <a:cubicBezTo>
                    <a:pt x="8745" y="31431"/>
                    <a:pt x="0" y="24460"/>
                    <a:pt x="0" y="15716"/>
                  </a:cubicBezTo>
                  <a:cubicBezTo>
                    <a:pt x="0" y="6971"/>
                    <a:pt x="8871" y="0"/>
                    <a:pt x="19644" y="0"/>
                  </a:cubicBezTo>
                  <a:cubicBezTo>
                    <a:pt x="30417" y="0"/>
                    <a:pt x="39415" y="6971"/>
                    <a:pt x="39415" y="1571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36" name="Freeform: Shape 4435">
              <a:extLst>
                <a:ext uri="{FF2B5EF4-FFF2-40B4-BE49-F238E27FC236}">
                  <a16:creationId xmlns:a16="http://schemas.microsoft.com/office/drawing/2014/main" id="{D8C61772-A680-347B-A807-2F4BCFD699F6}"/>
                </a:ext>
              </a:extLst>
            </p:cNvPr>
            <p:cNvSpPr/>
            <p:nvPr/>
          </p:nvSpPr>
          <p:spPr>
            <a:xfrm>
              <a:off x="1620827" y="5138413"/>
              <a:ext cx="38781" cy="30669"/>
            </a:xfrm>
            <a:custGeom>
              <a:avLst/>
              <a:gdLst>
                <a:gd name="connsiteX0" fmla="*/ 38781 w 38781"/>
                <a:gd name="connsiteY0" fmla="*/ 15335 h 30669"/>
                <a:gd name="connsiteX1" fmla="*/ 19391 w 38781"/>
                <a:gd name="connsiteY1" fmla="*/ 30670 h 30669"/>
                <a:gd name="connsiteX2" fmla="*/ 0 w 38781"/>
                <a:gd name="connsiteY2" fmla="*/ 15335 h 30669"/>
                <a:gd name="connsiteX3" fmla="*/ 19391 w 38781"/>
                <a:gd name="connsiteY3" fmla="*/ 0 h 30669"/>
                <a:gd name="connsiteX4" fmla="*/ 38781 w 38781"/>
                <a:gd name="connsiteY4" fmla="*/ 15335 h 3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781" h="30669">
                  <a:moveTo>
                    <a:pt x="38781" y="15335"/>
                  </a:moveTo>
                  <a:cubicBezTo>
                    <a:pt x="38781" y="23826"/>
                    <a:pt x="30036" y="30670"/>
                    <a:pt x="19391" y="30670"/>
                  </a:cubicBezTo>
                  <a:cubicBezTo>
                    <a:pt x="8745" y="30670"/>
                    <a:pt x="0" y="23826"/>
                    <a:pt x="0" y="15335"/>
                  </a:cubicBezTo>
                  <a:cubicBezTo>
                    <a:pt x="0" y="6844"/>
                    <a:pt x="8745" y="0"/>
                    <a:pt x="19391" y="0"/>
                  </a:cubicBezTo>
                  <a:cubicBezTo>
                    <a:pt x="30036" y="0"/>
                    <a:pt x="38781" y="6844"/>
                    <a:pt x="38781" y="153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37" name="Freeform: Shape 4436">
              <a:extLst>
                <a:ext uri="{FF2B5EF4-FFF2-40B4-BE49-F238E27FC236}">
                  <a16:creationId xmlns:a16="http://schemas.microsoft.com/office/drawing/2014/main" id="{076E5E78-4F52-E7AD-6AF1-D3FC640E51AF}"/>
                </a:ext>
              </a:extLst>
            </p:cNvPr>
            <p:cNvSpPr/>
            <p:nvPr/>
          </p:nvSpPr>
          <p:spPr>
            <a:xfrm>
              <a:off x="1565950" y="5043994"/>
              <a:ext cx="38781" cy="30670"/>
            </a:xfrm>
            <a:custGeom>
              <a:avLst/>
              <a:gdLst>
                <a:gd name="connsiteX0" fmla="*/ 38781 w 38781"/>
                <a:gd name="connsiteY0" fmla="*/ 15335 h 30670"/>
                <a:gd name="connsiteX1" fmla="*/ 19391 w 38781"/>
                <a:gd name="connsiteY1" fmla="*/ 30670 h 30670"/>
                <a:gd name="connsiteX2" fmla="*/ 0 w 38781"/>
                <a:gd name="connsiteY2" fmla="*/ 15335 h 30670"/>
                <a:gd name="connsiteX3" fmla="*/ 19391 w 38781"/>
                <a:gd name="connsiteY3" fmla="*/ 0 h 30670"/>
                <a:gd name="connsiteX4" fmla="*/ 38781 w 38781"/>
                <a:gd name="connsiteY4" fmla="*/ 15335 h 30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781" h="30670">
                  <a:moveTo>
                    <a:pt x="38781" y="15335"/>
                  </a:moveTo>
                  <a:cubicBezTo>
                    <a:pt x="38781" y="23826"/>
                    <a:pt x="30036" y="30670"/>
                    <a:pt x="19391" y="30670"/>
                  </a:cubicBezTo>
                  <a:cubicBezTo>
                    <a:pt x="8745" y="30670"/>
                    <a:pt x="0" y="23826"/>
                    <a:pt x="0" y="15335"/>
                  </a:cubicBezTo>
                  <a:cubicBezTo>
                    <a:pt x="0" y="6844"/>
                    <a:pt x="8618" y="0"/>
                    <a:pt x="19391" y="0"/>
                  </a:cubicBezTo>
                  <a:cubicBezTo>
                    <a:pt x="30163" y="0"/>
                    <a:pt x="38781" y="6844"/>
                    <a:pt x="38781" y="153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38" name="Freeform: Shape 4437">
              <a:extLst>
                <a:ext uri="{FF2B5EF4-FFF2-40B4-BE49-F238E27FC236}">
                  <a16:creationId xmlns:a16="http://schemas.microsoft.com/office/drawing/2014/main" id="{1787A165-1493-63FD-9940-5253968AC8FC}"/>
                </a:ext>
              </a:extLst>
            </p:cNvPr>
            <p:cNvSpPr/>
            <p:nvPr/>
          </p:nvSpPr>
          <p:spPr>
            <a:xfrm>
              <a:off x="1514495" y="4948689"/>
              <a:ext cx="38020" cy="30163"/>
            </a:xfrm>
            <a:custGeom>
              <a:avLst/>
              <a:gdLst>
                <a:gd name="connsiteX0" fmla="*/ 38021 w 38020"/>
                <a:gd name="connsiteY0" fmla="*/ 15082 h 30163"/>
                <a:gd name="connsiteX1" fmla="*/ 19010 w 38020"/>
                <a:gd name="connsiteY1" fmla="*/ 30163 h 30163"/>
                <a:gd name="connsiteX2" fmla="*/ 0 w 38020"/>
                <a:gd name="connsiteY2" fmla="*/ 15082 h 30163"/>
                <a:gd name="connsiteX3" fmla="*/ 19010 w 38020"/>
                <a:gd name="connsiteY3" fmla="*/ 0 h 30163"/>
                <a:gd name="connsiteX4" fmla="*/ 38021 w 38020"/>
                <a:gd name="connsiteY4" fmla="*/ 15082 h 30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0" h="30163">
                  <a:moveTo>
                    <a:pt x="38021" y="15082"/>
                  </a:moveTo>
                  <a:cubicBezTo>
                    <a:pt x="38021" y="23446"/>
                    <a:pt x="29530" y="30163"/>
                    <a:pt x="19010" y="30163"/>
                  </a:cubicBezTo>
                  <a:cubicBezTo>
                    <a:pt x="8491" y="30163"/>
                    <a:pt x="0" y="23446"/>
                    <a:pt x="0" y="15082"/>
                  </a:cubicBezTo>
                  <a:cubicBezTo>
                    <a:pt x="0" y="6717"/>
                    <a:pt x="8491" y="0"/>
                    <a:pt x="19010" y="0"/>
                  </a:cubicBezTo>
                  <a:cubicBezTo>
                    <a:pt x="29530" y="0"/>
                    <a:pt x="38021" y="6717"/>
                    <a:pt x="38021" y="1508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39" name="Freeform: Shape 4438">
              <a:extLst>
                <a:ext uri="{FF2B5EF4-FFF2-40B4-BE49-F238E27FC236}">
                  <a16:creationId xmlns:a16="http://schemas.microsoft.com/office/drawing/2014/main" id="{792F9D90-D127-9EF6-61CC-8ED809766B11}"/>
                </a:ext>
              </a:extLst>
            </p:cNvPr>
            <p:cNvSpPr/>
            <p:nvPr/>
          </p:nvSpPr>
          <p:spPr>
            <a:xfrm>
              <a:off x="1466462" y="4852496"/>
              <a:ext cx="37133" cy="29402"/>
            </a:xfrm>
            <a:custGeom>
              <a:avLst/>
              <a:gdLst>
                <a:gd name="connsiteX0" fmla="*/ 37134 w 37133"/>
                <a:gd name="connsiteY0" fmla="*/ 14701 h 29402"/>
                <a:gd name="connsiteX1" fmla="*/ 18630 w 37133"/>
                <a:gd name="connsiteY1" fmla="*/ 29403 h 29402"/>
                <a:gd name="connsiteX2" fmla="*/ 0 w 37133"/>
                <a:gd name="connsiteY2" fmla="*/ 14701 h 29402"/>
                <a:gd name="connsiteX3" fmla="*/ 18630 w 37133"/>
                <a:gd name="connsiteY3" fmla="*/ 0 h 29402"/>
                <a:gd name="connsiteX4" fmla="*/ 37134 w 37133"/>
                <a:gd name="connsiteY4" fmla="*/ 14701 h 29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33" h="29402">
                  <a:moveTo>
                    <a:pt x="37134" y="14701"/>
                  </a:moveTo>
                  <a:cubicBezTo>
                    <a:pt x="37134" y="22812"/>
                    <a:pt x="28769" y="29403"/>
                    <a:pt x="18630" y="29403"/>
                  </a:cubicBezTo>
                  <a:cubicBezTo>
                    <a:pt x="8491" y="29403"/>
                    <a:pt x="0" y="22812"/>
                    <a:pt x="0" y="14701"/>
                  </a:cubicBezTo>
                  <a:cubicBezTo>
                    <a:pt x="0" y="6590"/>
                    <a:pt x="8365" y="0"/>
                    <a:pt x="18630" y="0"/>
                  </a:cubicBezTo>
                  <a:cubicBezTo>
                    <a:pt x="28896" y="0"/>
                    <a:pt x="37134" y="6590"/>
                    <a:pt x="37134" y="1470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40" name="Freeform: Shape 4439">
              <a:extLst>
                <a:ext uri="{FF2B5EF4-FFF2-40B4-BE49-F238E27FC236}">
                  <a16:creationId xmlns:a16="http://schemas.microsoft.com/office/drawing/2014/main" id="{B58B5A50-26EE-AEF9-5BFA-6963D7C4FC5F}"/>
                </a:ext>
              </a:extLst>
            </p:cNvPr>
            <p:cNvSpPr/>
            <p:nvPr/>
          </p:nvSpPr>
          <p:spPr>
            <a:xfrm>
              <a:off x="1421218" y="4754909"/>
              <a:ext cx="37006" cy="29402"/>
            </a:xfrm>
            <a:custGeom>
              <a:avLst/>
              <a:gdLst>
                <a:gd name="connsiteX0" fmla="*/ 37007 w 37006"/>
                <a:gd name="connsiteY0" fmla="*/ 14701 h 29402"/>
                <a:gd name="connsiteX1" fmla="*/ 18503 w 37006"/>
                <a:gd name="connsiteY1" fmla="*/ 29403 h 29402"/>
                <a:gd name="connsiteX2" fmla="*/ 0 w 37006"/>
                <a:gd name="connsiteY2" fmla="*/ 14701 h 29402"/>
                <a:gd name="connsiteX3" fmla="*/ 18503 w 37006"/>
                <a:gd name="connsiteY3" fmla="*/ 0 h 29402"/>
                <a:gd name="connsiteX4" fmla="*/ 37007 w 37006"/>
                <a:gd name="connsiteY4" fmla="*/ 14701 h 29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006" h="29402">
                  <a:moveTo>
                    <a:pt x="37007" y="14701"/>
                  </a:moveTo>
                  <a:cubicBezTo>
                    <a:pt x="37007" y="22813"/>
                    <a:pt x="28769" y="29403"/>
                    <a:pt x="18503" y="29403"/>
                  </a:cubicBezTo>
                  <a:cubicBezTo>
                    <a:pt x="8238" y="29403"/>
                    <a:pt x="0" y="22813"/>
                    <a:pt x="0" y="14701"/>
                  </a:cubicBezTo>
                  <a:cubicBezTo>
                    <a:pt x="0" y="6591"/>
                    <a:pt x="8365" y="0"/>
                    <a:pt x="18503" y="0"/>
                  </a:cubicBezTo>
                  <a:cubicBezTo>
                    <a:pt x="28642" y="0"/>
                    <a:pt x="37007" y="6591"/>
                    <a:pt x="37007" y="1470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41" name="Freeform: Shape 4440">
              <a:extLst>
                <a:ext uri="{FF2B5EF4-FFF2-40B4-BE49-F238E27FC236}">
                  <a16:creationId xmlns:a16="http://schemas.microsoft.com/office/drawing/2014/main" id="{2AA8F002-5199-A537-B9DC-F9CE89AE00D8}"/>
                </a:ext>
              </a:extLst>
            </p:cNvPr>
            <p:cNvSpPr/>
            <p:nvPr/>
          </p:nvSpPr>
          <p:spPr>
            <a:xfrm>
              <a:off x="1379268" y="4656689"/>
              <a:ext cx="36499" cy="28895"/>
            </a:xfrm>
            <a:custGeom>
              <a:avLst/>
              <a:gdLst>
                <a:gd name="connsiteX0" fmla="*/ 36500 w 36499"/>
                <a:gd name="connsiteY0" fmla="*/ 14448 h 28895"/>
                <a:gd name="connsiteX1" fmla="*/ 18250 w 36499"/>
                <a:gd name="connsiteY1" fmla="*/ 28896 h 28895"/>
                <a:gd name="connsiteX2" fmla="*/ 0 w 36499"/>
                <a:gd name="connsiteY2" fmla="*/ 14448 h 28895"/>
                <a:gd name="connsiteX3" fmla="*/ 18250 w 36499"/>
                <a:gd name="connsiteY3" fmla="*/ 0 h 28895"/>
                <a:gd name="connsiteX4" fmla="*/ 36500 w 36499"/>
                <a:gd name="connsiteY4" fmla="*/ 14448 h 28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99" h="28895">
                  <a:moveTo>
                    <a:pt x="36500" y="14448"/>
                  </a:moveTo>
                  <a:cubicBezTo>
                    <a:pt x="36500" y="22433"/>
                    <a:pt x="28262" y="28896"/>
                    <a:pt x="18250" y="28896"/>
                  </a:cubicBezTo>
                  <a:cubicBezTo>
                    <a:pt x="8238" y="28896"/>
                    <a:pt x="0" y="22433"/>
                    <a:pt x="0" y="14448"/>
                  </a:cubicBezTo>
                  <a:cubicBezTo>
                    <a:pt x="0" y="6464"/>
                    <a:pt x="8111" y="0"/>
                    <a:pt x="18250" y="0"/>
                  </a:cubicBezTo>
                  <a:cubicBezTo>
                    <a:pt x="28389" y="0"/>
                    <a:pt x="36500" y="6464"/>
                    <a:pt x="36500" y="1444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42" name="Freeform: Shape 4441">
              <a:extLst>
                <a:ext uri="{FF2B5EF4-FFF2-40B4-BE49-F238E27FC236}">
                  <a16:creationId xmlns:a16="http://schemas.microsoft.com/office/drawing/2014/main" id="{2F49793A-145D-6BA1-D2F1-9E15BEBEB065}"/>
                </a:ext>
              </a:extLst>
            </p:cNvPr>
            <p:cNvSpPr/>
            <p:nvPr/>
          </p:nvSpPr>
          <p:spPr>
            <a:xfrm>
              <a:off x="1340867" y="4557581"/>
              <a:ext cx="35612" cy="28389"/>
            </a:xfrm>
            <a:custGeom>
              <a:avLst/>
              <a:gdLst>
                <a:gd name="connsiteX0" fmla="*/ 35613 w 35612"/>
                <a:gd name="connsiteY0" fmla="*/ 14195 h 28389"/>
                <a:gd name="connsiteX1" fmla="*/ 17743 w 35612"/>
                <a:gd name="connsiteY1" fmla="*/ 28389 h 28389"/>
                <a:gd name="connsiteX2" fmla="*/ 0 w 35612"/>
                <a:gd name="connsiteY2" fmla="*/ 14195 h 28389"/>
                <a:gd name="connsiteX3" fmla="*/ 17743 w 35612"/>
                <a:gd name="connsiteY3" fmla="*/ 0 h 28389"/>
                <a:gd name="connsiteX4" fmla="*/ 35613 w 35612"/>
                <a:gd name="connsiteY4" fmla="*/ 14195 h 28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612" h="28389">
                  <a:moveTo>
                    <a:pt x="35613" y="14195"/>
                  </a:moveTo>
                  <a:cubicBezTo>
                    <a:pt x="35613" y="22052"/>
                    <a:pt x="27628" y="28389"/>
                    <a:pt x="17743" y="28389"/>
                  </a:cubicBezTo>
                  <a:cubicBezTo>
                    <a:pt x="7858" y="28389"/>
                    <a:pt x="0" y="22052"/>
                    <a:pt x="0" y="14195"/>
                  </a:cubicBezTo>
                  <a:cubicBezTo>
                    <a:pt x="0" y="6337"/>
                    <a:pt x="7984" y="0"/>
                    <a:pt x="17743" y="0"/>
                  </a:cubicBezTo>
                  <a:cubicBezTo>
                    <a:pt x="27502" y="0"/>
                    <a:pt x="35613" y="6337"/>
                    <a:pt x="35613" y="1419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43" name="Freeform: Shape 4442">
              <a:extLst>
                <a:ext uri="{FF2B5EF4-FFF2-40B4-BE49-F238E27FC236}">
                  <a16:creationId xmlns:a16="http://schemas.microsoft.com/office/drawing/2014/main" id="{04F6F9EE-9132-A8FA-51F3-5D233C2AB105}"/>
                </a:ext>
              </a:extLst>
            </p:cNvPr>
            <p:cNvSpPr/>
            <p:nvPr/>
          </p:nvSpPr>
          <p:spPr>
            <a:xfrm>
              <a:off x="1305254" y="4457587"/>
              <a:ext cx="35612" cy="28388"/>
            </a:xfrm>
            <a:custGeom>
              <a:avLst/>
              <a:gdLst>
                <a:gd name="connsiteX0" fmla="*/ 35613 w 35612"/>
                <a:gd name="connsiteY0" fmla="*/ 14194 h 28388"/>
                <a:gd name="connsiteX1" fmla="*/ 17870 w 35612"/>
                <a:gd name="connsiteY1" fmla="*/ 28389 h 28388"/>
                <a:gd name="connsiteX2" fmla="*/ 0 w 35612"/>
                <a:gd name="connsiteY2" fmla="*/ 14194 h 28388"/>
                <a:gd name="connsiteX3" fmla="*/ 17870 w 35612"/>
                <a:gd name="connsiteY3" fmla="*/ 0 h 28388"/>
                <a:gd name="connsiteX4" fmla="*/ 35613 w 35612"/>
                <a:gd name="connsiteY4" fmla="*/ 14194 h 28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612" h="28388">
                  <a:moveTo>
                    <a:pt x="35613" y="14194"/>
                  </a:moveTo>
                  <a:cubicBezTo>
                    <a:pt x="35613" y="22052"/>
                    <a:pt x="27628" y="28389"/>
                    <a:pt x="17870" y="28389"/>
                  </a:cubicBezTo>
                  <a:cubicBezTo>
                    <a:pt x="8111" y="28389"/>
                    <a:pt x="0" y="22052"/>
                    <a:pt x="0" y="14194"/>
                  </a:cubicBezTo>
                  <a:cubicBezTo>
                    <a:pt x="0" y="6337"/>
                    <a:pt x="7984" y="0"/>
                    <a:pt x="17870" y="0"/>
                  </a:cubicBezTo>
                  <a:cubicBezTo>
                    <a:pt x="27755" y="0"/>
                    <a:pt x="35613" y="6337"/>
                    <a:pt x="35613" y="141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44" name="Freeform: Shape 4443">
              <a:extLst>
                <a:ext uri="{FF2B5EF4-FFF2-40B4-BE49-F238E27FC236}">
                  <a16:creationId xmlns:a16="http://schemas.microsoft.com/office/drawing/2014/main" id="{61F7D90A-3076-8608-6A1F-D1EEDB5182D9}"/>
                </a:ext>
              </a:extLst>
            </p:cNvPr>
            <p:cNvSpPr/>
            <p:nvPr/>
          </p:nvSpPr>
          <p:spPr>
            <a:xfrm>
              <a:off x="1273317" y="4357086"/>
              <a:ext cx="34979" cy="27628"/>
            </a:xfrm>
            <a:custGeom>
              <a:avLst/>
              <a:gdLst>
                <a:gd name="connsiteX0" fmla="*/ 34979 w 34979"/>
                <a:gd name="connsiteY0" fmla="*/ 13814 h 27628"/>
                <a:gd name="connsiteX1" fmla="*/ 17490 w 34979"/>
                <a:gd name="connsiteY1" fmla="*/ 27628 h 27628"/>
                <a:gd name="connsiteX2" fmla="*/ 0 w 34979"/>
                <a:gd name="connsiteY2" fmla="*/ 13814 h 27628"/>
                <a:gd name="connsiteX3" fmla="*/ 17490 w 34979"/>
                <a:gd name="connsiteY3" fmla="*/ 0 h 27628"/>
                <a:gd name="connsiteX4" fmla="*/ 34979 w 34979"/>
                <a:gd name="connsiteY4" fmla="*/ 13814 h 27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979" h="27628">
                  <a:moveTo>
                    <a:pt x="34979" y="13814"/>
                  </a:moveTo>
                  <a:cubicBezTo>
                    <a:pt x="34979" y="21418"/>
                    <a:pt x="27121" y="27628"/>
                    <a:pt x="17490" y="27628"/>
                  </a:cubicBezTo>
                  <a:cubicBezTo>
                    <a:pt x="7858" y="27628"/>
                    <a:pt x="0" y="21418"/>
                    <a:pt x="0" y="13814"/>
                  </a:cubicBezTo>
                  <a:cubicBezTo>
                    <a:pt x="0" y="6210"/>
                    <a:pt x="7858" y="0"/>
                    <a:pt x="17490" y="0"/>
                  </a:cubicBezTo>
                  <a:cubicBezTo>
                    <a:pt x="27121" y="0"/>
                    <a:pt x="34979" y="6210"/>
                    <a:pt x="34979" y="1381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45" name="Freeform: Shape 4444">
              <a:extLst>
                <a:ext uri="{FF2B5EF4-FFF2-40B4-BE49-F238E27FC236}">
                  <a16:creationId xmlns:a16="http://schemas.microsoft.com/office/drawing/2014/main" id="{A4804453-E33B-F4B4-DA26-AB1CA0483931}"/>
                </a:ext>
              </a:extLst>
            </p:cNvPr>
            <p:cNvSpPr/>
            <p:nvPr/>
          </p:nvSpPr>
          <p:spPr>
            <a:xfrm>
              <a:off x="1244674" y="4255950"/>
              <a:ext cx="34218" cy="27121"/>
            </a:xfrm>
            <a:custGeom>
              <a:avLst/>
              <a:gdLst>
                <a:gd name="connsiteX0" fmla="*/ 34219 w 34218"/>
                <a:gd name="connsiteY0" fmla="*/ 13561 h 27121"/>
                <a:gd name="connsiteX1" fmla="*/ 17109 w 34218"/>
                <a:gd name="connsiteY1" fmla="*/ 27122 h 27121"/>
                <a:gd name="connsiteX2" fmla="*/ 0 w 34218"/>
                <a:gd name="connsiteY2" fmla="*/ 13561 h 27121"/>
                <a:gd name="connsiteX3" fmla="*/ 17109 w 34218"/>
                <a:gd name="connsiteY3" fmla="*/ 0 h 27121"/>
                <a:gd name="connsiteX4" fmla="*/ 34219 w 34218"/>
                <a:gd name="connsiteY4" fmla="*/ 13561 h 27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218" h="27121">
                  <a:moveTo>
                    <a:pt x="34219" y="13561"/>
                  </a:moveTo>
                  <a:cubicBezTo>
                    <a:pt x="34219" y="21038"/>
                    <a:pt x="26488" y="27122"/>
                    <a:pt x="17109" y="27122"/>
                  </a:cubicBezTo>
                  <a:cubicBezTo>
                    <a:pt x="7731" y="27122"/>
                    <a:pt x="0" y="21038"/>
                    <a:pt x="0" y="13561"/>
                  </a:cubicBezTo>
                  <a:cubicBezTo>
                    <a:pt x="0" y="6083"/>
                    <a:pt x="7604" y="0"/>
                    <a:pt x="17109" y="0"/>
                  </a:cubicBezTo>
                  <a:cubicBezTo>
                    <a:pt x="26615" y="0"/>
                    <a:pt x="34219" y="6083"/>
                    <a:pt x="34219" y="1356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46" name="Freeform: Shape 4445">
              <a:extLst>
                <a:ext uri="{FF2B5EF4-FFF2-40B4-BE49-F238E27FC236}">
                  <a16:creationId xmlns:a16="http://schemas.microsoft.com/office/drawing/2014/main" id="{AC743AED-E854-2660-67DB-CBE2F3F24089}"/>
                </a:ext>
              </a:extLst>
            </p:cNvPr>
            <p:cNvSpPr/>
            <p:nvPr/>
          </p:nvSpPr>
          <p:spPr>
            <a:xfrm>
              <a:off x="1219327" y="4154181"/>
              <a:ext cx="33711" cy="26614"/>
            </a:xfrm>
            <a:custGeom>
              <a:avLst/>
              <a:gdLst>
                <a:gd name="connsiteX0" fmla="*/ 33712 w 33711"/>
                <a:gd name="connsiteY0" fmla="*/ 13307 h 26614"/>
                <a:gd name="connsiteX1" fmla="*/ 16856 w 33711"/>
                <a:gd name="connsiteY1" fmla="*/ 26615 h 26614"/>
                <a:gd name="connsiteX2" fmla="*/ 0 w 33711"/>
                <a:gd name="connsiteY2" fmla="*/ 13307 h 26614"/>
                <a:gd name="connsiteX3" fmla="*/ 16856 w 33711"/>
                <a:gd name="connsiteY3" fmla="*/ 0 h 26614"/>
                <a:gd name="connsiteX4" fmla="*/ 33712 w 33711"/>
                <a:gd name="connsiteY4" fmla="*/ 13307 h 26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1" h="26614">
                  <a:moveTo>
                    <a:pt x="33712" y="13307"/>
                  </a:moveTo>
                  <a:cubicBezTo>
                    <a:pt x="33712" y="20658"/>
                    <a:pt x="26234" y="26615"/>
                    <a:pt x="16856" y="26615"/>
                  </a:cubicBezTo>
                  <a:cubicBezTo>
                    <a:pt x="7477" y="26615"/>
                    <a:pt x="0" y="20658"/>
                    <a:pt x="0" y="13307"/>
                  </a:cubicBezTo>
                  <a:cubicBezTo>
                    <a:pt x="0" y="5957"/>
                    <a:pt x="7477" y="0"/>
                    <a:pt x="16856" y="0"/>
                  </a:cubicBezTo>
                  <a:cubicBezTo>
                    <a:pt x="26234" y="0"/>
                    <a:pt x="33712" y="5957"/>
                    <a:pt x="33712" y="1330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47" name="Freeform: Shape 4446">
              <a:extLst>
                <a:ext uri="{FF2B5EF4-FFF2-40B4-BE49-F238E27FC236}">
                  <a16:creationId xmlns:a16="http://schemas.microsoft.com/office/drawing/2014/main" id="{6F7716E5-F8DA-3729-2669-69E5EE05DC14}"/>
                </a:ext>
              </a:extLst>
            </p:cNvPr>
            <p:cNvSpPr/>
            <p:nvPr/>
          </p:nvSpPr>
          <p:spPr>
            <a:xfrm>
              <a:off x="1197275" y="4051779"/>
              <a:ext cx="33585" cy="26614"/>
            </a:xfrm>
            <a:custGeom>
              <a:avLst/>
              <a:gdLst>
                <a:gd name="connsiteX0" fmla="*/ 33585 w 33585"/>
                <a:gd name="connsiteY0" fmla="*/ 13307 h 26614"/>
                <a:gd name="connsiteX1" fmla="*/ 16729 w 33585"/>
                <a:gd name="connsiteY1" fmla="*/ 26614 h 26614"/>
                <a:gd name="connsiteX2" fmla="*/ 0 w 33585"/>
                <a:gd name="connsiteY2" fmla="*/ 13307 h 26614"/>
                <a:gd name="connsiteX3" fmla="*/ 16729 w 33585"/>
                <a:gd name="connsiteY3" fmla="*/ 0 h 26614"/>
                <a:gd name="connsiteX4" fmla="*/ 33585 w 33585"/>
                <a:gd name="connsiteY4" fmla="*/ 13307 h 26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85" h="26614">
                  <a:moveTo>
                    <a:pt x="33585" y="13307"/>
                  </a:moveTo>
                  <a:cubicBezTo>
                    <a:pt x="33585" y="20658"/>
                    <a:pt x="26108" y="26614"/>
                    <a:pt x="16729" y="26614"/>
                  </a:cubicBezTo>
                  <a:cubicBezTo>
                    <a:pt x="7351" y="26614"/>
                    <a:pt x="0" y="20658"/>
                    <a:pt x="0" y="13307"/>
                  </a:cubicBezTo>
                  <a:cubicBezTo>
                    <a:pt x="0" y="5956"/>
                    <a:pt x="7477" y="0"/>
                    <a:pt x="16729" y="0"/>
                  </a:cubicBezTo>
                  <a:cubicBezTo>
                    <a:pt x="25981" y="0"/>
                    <a:pt x="33585" y="5956"/>
                    <a:pt x="33585" y="1330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48" name="Freeform: Shape 4447">
              <a:extLst>
                <a:ext uri="{FF2B5EF4-FFF2-40B4-BE49-F238E27FC236}">
                  <a16:creationId xmlns:a16="http://schemas.microsoft.com/office/drawing/2014/main" id="{3FEDE840-5A1F-66C7-E7E0-35B8ACA7627E}"/>
                </a:ext>
              </a:extLst>
            </p:cNvPr>
            <p:cNvSpPr/>
            <p:nvPr/>
          </p:nvSpPr>
          <p:spPr>
            <a:xfrm>
              <a:off x="1178898" y="3948996"/>
              <a:ext cx="32697" cy="26107"/>
            </a:xfrm>
            <a:custGeom>
              <a:avLst/>
              <a:gdLst>
                <a:gd name="connsiteX0" fmla="*/ 32698 w 32697"/>
                <a:gd name="connsiteY0" fmla="*/ 13054 h 26107"/>
                <a:gd name="connsiteX1" fmla="*/ 16349 w 32697"/>
                <a:gd name="connsiteY1" fmla="*/ 26108 h 26107"/>
                <a:gd name="connsiteX2" fmla="*/ 0 w 32697"/>
                <a:gd name="connsiteY2" fmla="*/ 13054 h 26107"/>
                <a:gd name="connsiteX3" fmla="*/ 16349 w 32697"/>
                <a:gd name="connsiteY3" fmla="*/ 0 h 26107"/>
                <a:gd name="connsiteX4" fmla="*/ 32698 w 32697"/>
                <a:gd name="connsiteY4" fmla="*/ 13054 h 2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97" h="26107">
                  <a:moveTo>
                    <a:pt x="32698" y="13054"/>
                  </a:moveTo>
                  <a:cubicBezTo>
                    <a:pt x="32698" y="20278"/>
                    <a:pt x="25347" y="26108"/>
                    <a:pt x="16349" y="26108"/>
                  </a:cubicBezTo>
                  <a:cubicBezTo>
                    <a:pt x="7351" y="26108"/>
                    <a:pt x="0" y="20278"/>
                    <a:pt x="0" y="13054"/>
                  </a:cubicBezTo>
                  <a:cubicBezTo>
                    <a:pt x="0" y="5830"/>
                    <a:pt x="7351" y="0"/>
                    <a:pt x="16349" y="0"/>
                  </a:cubicBezTo>
                  <a:cubicBezTo>
                    <a:pt x="25347" y="0"/>
                    <a:pt x="32698" y="5830"/>
                    <a:pt x="32698" y="1305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49" name="Freeform: Shape 4448">
              <a:extLst>
                <a:ext uri="{FF2B5EF4-FFF2-40B4-BE49-F238E27FC236}">
                  <a16:creationId xmlns:a16="http://schemas.microsoft.com/office/drawing/2014/main" id="{3752EC03-4BE4-DC98-8DB3-E86CB734550A}"/>
                </a:ext>
              </a:extLst>
            </p:cNvPr>
            <p:cNvSpPr/>
            <p:nvPr/>
          </p:nvSpPr>
          <p:spPr>
            <a:xfrm>
              <a:off x="1163944" y="3846213"/>
              <a:ext cx="31937" cy="25347"/>
            </a:xfrm>
            <a:custGeom>
              <a:avLst/>
              <a:gdLst>
                <a:gd name="connsiteX0" fmla="*/ 31938 w 31937"/>
                <a:gd name="connsiteY0" fmla="*/ 12674 h 25347"/>
                <a:gd name="connsiteX1" fmla="*/ 15969 w 31937"/>
                <a:gd name="connsiteY1" fmla="*/ 25347 h 25347"/>
                <a:gd name="connsiteX2" fmla="*/ 0 w 31937"/>
                <a:gd name="connsiteY2" fmla="*/ 12674 h 25347"/>
                <a:gd name="connsiteX3" fmla="*/ 15969 w 31937"/>
                <a:gd name="connsiteY3" fmla="*/ 0 h 25347"/>
                <a:gd name="connsiteX4" fmla="*/ 31938 w 31937"/>
                <a:gd name="connsiteY4" fmla="*/ 12674 h 25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937" h="25347">
                  <a:moveTo>
                    <a:pt x="31938" y="12674"/>
                  </a:moveTo>
                  <a:cubicBezTo>
                    <a:pt x="31938" y="19644"/>
                    <a:pt x="24840" y="25347"/>
                    <a:pt x="15969" y="25347"/>
                  </a:cubicBezTo>
                  <a:cubicBezTo>
                    <a:pt x="7097" y="25347"/>
                    <a:pt x="0" y="19644"/>
                    <a:pt x="0" y="12674"/>
                  </a:cubicBezTo>
                  <a:cubicBezTo>
                    <a:pt x="0" y="5703"/>
                    <a:pt x="7224" y="0"/>
                    <a:pt x="15969" y="0"/>
                  </a:cubicBezTo>
                  <a:cubicBezTo>
                    <a:pt x="24714" y="0"/>
                    <a:pt x="31938" y="5703"/>
                    <a:pt x="31938" y="1267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50" name="Freeform: Shape 4449">
              <a:extLst>
                <a:ext uri="{FF2B5EF4-FFF2-40B4-BE49-F238E27FC236}">
                  <a16:creationId xmlns:a16="http://schemas.microsoft.com/office/drawing/2014/main" id="{84AB5F8C-8102-C07F-0A35-61C84B15884E}"/>
                </a:ext>
              </a:extLst>
            </p:cNvPr>
            <p:cNvSpPr/>
            <p:nvPr/>
          </p:nvSpPr>
          <p:spPr>
            <a:xfrm>
              <a:off x="1152157" y="3742923"/>
              <a:ext cx="31430" cy="24840"/>
            </a:xfrm>
            <a:custGeom>
              <a:avLst/>
              <a:gdLst>
                <a:gd name="connsiteX0" fmla="*/ 31430 w 31430"/>
                <a:gd name="connsiteY0" fmla="*/ 12420 h 24840"/>
                <a:gd name="connsiteX1" fmla="*/ 15715 w 31430"/>
                <a:gd name="connsiteY1" fmla="*/ 24841 h 24840"/>
                <a:gd name="connsiteX2" fmla="*/ 0 w 31430"/>
                <a:gd name="connsiteY2" fmla="*/ 12420 h 24840"/>
                <a:gd name="connsiteX3" fmla="*/ 15715 w 31430"/>
                <a:gd name="connsiteY3" fmla="*/ 0 h 24840"/>
                <a:gd name="connsiteX4" fmla="*/ 31430 w 31430"/>
                <a:gd name="connsiteY4" fmla="*/ 12420 h 2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30" h="24840">
                  <a:moveTo>
                    <a:pt x="31430" y="12420"/>
                  </a:moveTo>
                  <a:cubicBezTo>
                    <a:pt x="31430" y="19264"/>
                    <a:pt x="24460" y="24841"/>
                    <a:pt x="15715" y="24841"/>
                  </a:cubicBezTo>
                  <a:cubicBezTo>
                    <a:pt x="6970" y="24841"/>
                    <a:pt x="0" y="19264"/>
                    <a:pt x="0" y="12420"/>
                  </a:cubicBezTo>
                  <a:cubicBezTo>
                    <a:pt x="0" y="5576"/>
                    <a:pt x="7097" y="0"/>
                    <a:pt x="15715" y="0"/>
                  </a:cubicBezTo>
                  <a:cubicBezTo>
                    <a:pt x="24333" y="0"/>
                    <a:pt x="31430" y="5576"/>
                    <a:pt x="31430" y="1242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51" name="Freeform: Shape 4450">
              <a:extLst>
                <a:ext uri="{FF2B5EF4-FFF2-40B4-BE49-F238E27FC236}">
                  <a16:creationId xmlns:a16="http://schemas.microsoft.com/office/drawing/2014/main" id="{8355984E-7BFC-19B7-AE16-558163207A71}"/>
                </a:ext>
              </a:extLst>
            </p:cNvPr>
            <p:cNvSpPr/>
            <p:nvPr/>
          </p:nvSpPr>
          <p:spPr>
            <a:xfrm>
              <a:off x="1143919" y="3639380"/>
              <a:ext cx="30670" cy="24333"/>
            </a:xfrm>
            <a:custGeom>
              <a:avLst/>
              <a:gdLst>
                <a:gd name="connsiteX0" fmla="*/ 30670 w 30670"/>
                <a:gd name="connsiteY0" fmla="*/ 12167 h 24333"/>
                <a:gd name="connsiteX1" fmla="*/ 15335 w 30670"/>
                <a:gd name="connsiteY1" fmla="*/ 24333 h 24333"/>
                <a:gd name="connsiteX2" fmla="*/ 0 w 30670"/>
                <a:gd name="connsiteY2" fmla="*/ 12167 h 24333"/>
                <a:gd name="connsiteX3" fmla="*/ 15335 w 30670"/>
                <a:gd name="connsiteY3" fmla="*/ 0 h 24333"/>
                <a:gd name="connsiteX4" fmla="*/ 30670 w 30670"/>
                <a:gd name="connsiteY4" fmla="*/ 12167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70" h="24333">
                  <a:moveTo>
                    <a:pt x="30670" y="12167"/>
                  </a:moveTo>
                  <a:cubicBezTo>
                    <a:pt x="30670" y="18884"/>
                    <a:pt x="23826" y="24333"/>
                    <a:pt x="15335" y="24333"/>
                  </a:cubicBezTo>
                  <a:cubicBezTo>
                    <a:pt x="6844" y="24333"/>
                    <a:pt x="0" y="18884"/>
                    <a:pt x="0" y="12167"/>
                  </a:cubicBezTo>
                  <a:cubicBezTo>
                    <a:pt x="0" y="5450"/>
                    <a:pt x="6844" y="0"/>
                    <a:pt x="15335" y="0"/>
                  </a:cubicBezTo>
                  <a:cubicBezTo>
                    <a:pt x="23826" y="0"/>
                    <a:pt x="30670" y="5450"/>
                    <a:pt x="30670" y="121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52" name="Freeform: Shape 4451">
              <a:extLst>
                <a:ext uri="{FF2B5EF4-FFF2-40B4-BE49-F238E27FC236}">
                  <a16:creationId xmlns:a16="http://schemas.microsoft.com/office/drawing/2014/main" id="{56782848-6C3A-1972-86AC-2D9B24BE8E81}"/>
                </a:ext>
              </a:extLst>
            </p:cNvPr>
            <p:cNvSpPr/>
            <p:nvPr/>
          </p:nvSpPr>
          <p:spPr>
            <a:xfrm>
              <a:off x="1139103" y="3535836"/>
              <a:ext cx="29909" cy="23573"/>
            </a:xfrm>
            <a:custGeom>
              <a:avLst/>
              <a:gdLst>
                <a:gd name="connsiteX0" fmla="*/ 29910 w 29909"/>
                <a:gd name="connsiteY0" fmla="*/ 11786 h 23573"/>
                <a:gd name="connsiteX1" fmla="*/ 14955 w 29909"/>
                <a:gd name="connsiteY1" fmla="*/ 23573 h 23573"/>
                <a:gd name="connsiteX2" fmla="*/ 0 w 29909"/>
                <a:gd name="connsiteY2" fmla="*/ 11786 h 23573"/>
                <a:gd name="connsiteX3" fmla="*/ 14955 w 29909"/>
                <a:gd name="connsiteY3" fmla="*/ 0 h 23573"/>
                <a:gd name="connsiteX4" fmla="*/ 29910 w 29909"/>
                <a:gd name="connsiteY4" fmla="*/ 11786 h 23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909" h="23573">
                  <a:moveTo>
                    <a:pt x="29910" y="11786"/>
                  </a:moveTo>
                  <a:cubicBezTo>
                    <a:pt x="29910" y="18377"/>
                    <a:pt x="23193" y="23573"/>
                    <a:pt x="14955" y="23573"/>
                  </a:cubicBezTo>
                  <a:cubicBezTo>
                    <a:pt x="6717" y="23573"/>
                    <a:pt x="0" y="18250"/>
                    <a:pt x="0" y="11786"/>
                  </a:cubicBezTo>
                  <a:cubicBezTo>
                    <a:pt x="0" y="5323"/>
                    <a:pt x="6717" y="0"/>
                    <a:pt x="14955" y="0"/>
                  </a:cubicBezTo>
                  <a:cubicBezTo>
                    <a:pt x="23193" y="0"/>
                    <a:pt x="29910" y="5323"/>
                    <a:pt x="29910" y="1178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53" name="Freeform: Shape 4452">
              <a:extLst>
                <a:ext uri="{FF2B5EF4-FFF2-40B4-BE49-F238E27FC236}">
                  <a16:creationId xmlns:a16="http://schemas.microsoft.com/office/drawing/2014/main" id="{23DE534F-EE83-9AF0-4DAF-4AB1413D7843}"/>
                </a:ext>
              </a:extLst>
            </p:cNvPr>
            <p:cNvSpPr/>
            <p:nvPr/>
          </p:nvSpPr>
          <p:spPr>
            <a:xfrm>
              <a:off x="1137709" y="3431913"/>
              <a:ext cx="29276" cy="23192"/>
            </a:xfrm>
            <a:custGeom>
              <a:avLst/>
              <a:gdLst>
                <a:gd name="connsiteX0" fmla="*/ 29276 w 29276"/>
                <a:gd name="connsiteY0" fmla="*/ 11659 h 23192"/>
                <a:gd name="connsiteX1" fmla="*/ 14701 w 29276"/>
                <a:gd name="connsiteY1" fmla="*/ 23193 h 23192"/>
                <a:gd name="connsiteX2" fmla="*/ 0 w 29276"/>
                <a:gd name="connsiteY2" fmla="*/ 11659 h 23192"/>
                <a:gd name="connsiteX3" fmla="*/ 14701 w 29276"/>
                <a:gd name="connsiteY3" fmla="*/ 0 h 23192"/>
                <a:gd name="connsiteX4" fmla="*/ 29276 w 29276"/>
                <a:gd name="connsiteY4" fmla="*/ 11659 h 23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276" h="23192">
                  <a:moveTo>
                    <a:pt x="29276" y="11659"/>
                  </a:moveTo>
                  <a:cubicBezTo>
                    <a:pt x="29276" y="17996"/>
                    <a:pt x="22686" y="23193"/>
                    <a:pt x="14701" y="23193"/>
                  </a:cubicBezTo>
                  <a:cubicBezTo>
                    <a:pt x="6717" y="23193"/>
                    <a:pt x="0" y="17996"/>
                    <a:pt x="0" y="11659"/>
                  </a:cubicBezTo>
                  <a:cubicBezTo>
                    <a:pt x="0" y="5323"/>
                    <a:pt x="6590" y="0"/>
                    <a:pt x="14701" y="0"/>
                  </a:cubicBezTo>
                  <a:cubicBezTo>
                    <a:pt x="22813" y="0"/>
                    <a:pt x="29276" y="5196"/>
                    <a:pt x="29276" y="1165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54" name="Freeform: Shape 4453">
              <a:extLst>
                <a:ext uri="{FF2B5EF4-FFF2-40B4-BE49-F238E27FC236}">
                  <a16:creationId xmlns:a16="http://schemas.microsoft.com/office/drawing/2014/main" id="{726D66C4-D7F7-9115-556A-5A841C02846B}"/>
                </a:ext>
              </a:extLst>
            </p:cNvPr>
            <p:cNvSpPr/>
            <p:nvPr/>
          </p:nvSpPr>
          <p:spPr>
            <a:xfrm>
              <a:off x="1139990" y="3328370"/>
              <a:ext cx="28388" cy="22558"/>
            </a:xfrm>
            <a:custGeom>
              <a:avLst/>
              <a:gdLst>
                <a:gd name="connsiteX0" fmla="*/ 28389 w 28388"/>
                <a:gd name="connsiteY0" fmla="*/ 11280 h 22558"/>
                <a:gd name="connsiteX1" fmla="*/ 14194 w 28388"/>
                <a:gd name="connsiteY1" fmla="*/ 22559 h 22558"/>
                <a:gd name="connsiteX2" fmla="*/ 0 w 28388"/>
                <a:gd name="connsiteY2" fmla="*/ 11280 h 22558"/>
                <a:gd name="connsiteX3" fmla="*/ 14194 w 28388"/>
                <a:gd name="connsiteY3" fmla="*/ 0 h 22558"/>
                <a:gd name="connsiteX4" fmla="*/ 28389 w 28388"/>
                <a:gd name="connsiteY4" fmla="*/ 11280 h 22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388" h="22558">
                  <a:moveTo>
                    <a:pt x="28389" y="11280"/>
                  </a:moveTo>
                  <a:cubicBezTo>
                    <a:pt x="28389" y="17490"/>
                    <a:pt x="22052" y="22559"/>
                    <a:pt x="14194" y="22559"/>
                  </a:cubicBezTo>
                  <a:cubicBezTo>
                    <a:pt x="6337" y="22559"/>
                    <a:pt x="0" y="17490"/>
                    <a:pt x="0" y="11280"/>
                  </a:cubicBezTo>
                  <a:cubicBezTo>
                    <a:pt x="0" y="5069"/>
                    <a:pt x="6337" y="0"/>
                    <a:pt x="14194" y="0"/>
                  </a:cubicBezTo>
                  <a:cubicBezTo>
                    <a:pt x="22052" y="0"/>
                    <a:pt x="28389" y="5069"/>
                    <a:pt x="28389" y="1128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55" name="Freeform: Shape 4454">
              <a:extLst>
                <a:ext uri="{FF2B5EF4-FFF2-40B4-BE49-F238E27FC236}">
                  <a16:creationId xmlns:a16="http://schemas.microsoft.com/office/drawing/2014/main" id="{2CB67160-0496-CB39-25BE-A6EF104DF69B}"/>
                </a:ext>
              </a:extLst>
            </p:cNvPr>
            <p:cNvSpPr/>
            <p:nvPr/>
          </p:nvSpPr>
          <p:spPr>
            <a:xfrm>
              <a:off x="1145440" y="3224700"/>
              <a:ext cx="27628" cy="22051"/>
            </a:xfrm>
            <a:custGeom>
              <a:avLst/>
              <a:gdLst>
                <a:gd name="connsiteX0" fmla="*/ 27628 w 27628"/>
                <a:gd name="connsiteY0" fmla="*/ 11026 h 22051"/>
                <a:gd name="connsiteX1" fmla="*/ 13814 w 27628"/>
                <a:gd name="connsiteY1" fmla="*/ 22052 h 22051"/>
                <a:gd name="connsiteX2" fmla="*/ 0 w 27628"/>
                <a:gd name="connsiteY2" fmla="*/ 11026 h 22051"/>
                <a:gd name="connsiteX3" fmla="*/ 13814 w 27628"/>
                <a:gd name="connsiteY3" fmla="*/ 0 h 22051"/>
                <a:gd name="connsiteX4" fmla="*/ 27628 w 27628"/>
                <a:gd name="connsiteY4" fmla="*/ 11026 h 22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28" h="22051">
                  <a:moveTo>
                    <a:pt x="27628" y="11026"/>
                  </a:moveTo>
                  <a:cubicBezTo>
                    <a:pt x="27628" y="17109"/>
                    <a:pt x="21418" y="22052"/>
                    <a:pt x="13814" y="22052"/>
                  </a:cubicBezTo>
                  <a:cubicBezTo>
                    <a:pt x="6210" y="22052"/>
                    <a:pt x="0" y="17109"/>
                    <a:pt x="0" y="11026"/>
                  </a:cubicBezTo>
                  <a:cubicBezTo>
                    <a:pt x="0" y="4943"/>
                    <a:pt x="6210" y="0"/>
                    <a:pt x="13814" y="0"/>
                  </a:cubicBezTo>
                  <a:cubicBezTo>
                    <a:pt x="21418" y="0"/>
                    <a:pt x="27628" y="4943"/>
                    <a:pt x="27628" y="1102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56" name="Freeform: Shape 4455">
              <a:extLst>
                <a:ext uri="{FF2B5EF4-FFF2-40B4-BE49-F238E27FC236}">
                  <a16:creationId xmlns:a16="http://schemas.microsoft.com/office/drawing/2014/main" id="{38AD8682-3634-F27C-1345-36A3207AA291}"/>
                </a:ext>
              </a:extLst>
            </p:cNvPr>
            <p:cNvSpPr/>
            <p:nvPr/>
          </p:nvSpPr>
          <p:spPr>
            <a:xfrm>
              <a:off x="1154438" y="3121283"/>
              <a:ext cx="26868" cy="21291"/>
            </a:xfrm>
            <a:custGeom>
              <a:avLst/>
              <a:gdLst>
                <a:gd name="connsiteX0" fmla="*/ 26868 w 26868"/>
                <a:gd name="connsiteY0" fmla="*/ 10646 h 21291"/>
                <a:gd name="connsiteX1" fmla="*/ 13434 w 26868"/>
                <a:gd name="connsiteY1" fmla="*/ 21292 h 21291"/>
                <a:gd name="connsiteX2" fmla="*/ 0 w 26868"/>
                <a:gd name="connsiteY2" fmla="*/ 10646 h 21291"/>
                <a:gd name="connsiteX3" fmla="*/ 13434 w 26868"/>
                <a:gd name="connsiteY3" fmla="*/ 0 h 21291"/>
                <a:gd name="connsiteX4" fmla="*/ 26868 w 26868"/>
                <a:gd name="connsiteY4" fmla="*/ 10646 h 2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68" h="21291">
                  <a:moveTo>
                    <a:pt x="26868" y="10646"/>
                  </a:moveTo>
                  <a:cubicBezTo>
                    <a:pt x="26868" y="16602"/>
                    <a:pt x="20911" y="21292"/>
                    <a:pt x="13434" y="21292"/>
                  </a:cubicBezTo>
                  <a:cubicBezTo>
                    <a:pt x="5957" y="21292"/>
                    <a:pt x="0" y="16476"/>
                    <a:pt x="0" y="10646"/>
                  </a:cubicBezTo>
                  <a:cubicBezTo>
                    <a:pt x="0" y="4816"/>
                    <a:pt x="6083" y="0"/>
                    <a:pt x="13434" y="0"/>
                  </a:cubicBezTo>
                  <a:cubicBezTo>
                    <a:pt x="20785" y="0"/>
                    <a:pt x="26868" y="4816"/>
                    <a:pt x="26868" y="1064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57" name="Freeform: Shape 4456">
              <a:extLst>
                <a:ext uri="{FF2B5EF4-FFF2-40B4-BE49-F238E27FC236}">
                  <a16:creationId xmlns:a16="http://schemas.microsoft.com/office/drawing/2014/main" id="{3794C09D-96EC-A5BA-67F9-9B6EBFDFABC5}"/>
                </a:ext>
              </a:extLst>
            </p:cNvPr>
            <p:cNvSpPr/>
            <p:nvPr/>
          </p:nvSpPr>
          <p:spPr>
            <a:xfrm>
              <a:off x="1166985" y="3018247"/>
              <a:ext cx="25600" cy="20277"/>
            </a:xfrm>
            <a:custGeom>
              <a:avLst/>
              <a:gdLst>
                <a:gd name="connsiteX0" fmla="*/ 25601 w 25600"/>
                <a:gd name="connsiteY0" fmla="*/ 10139 h 20277"/>
                <a:gd name="connsiteX1" fmla="*/ 12800 w 25600"/>
                <a:gd name="connsiteY1" fmla="*/ 20278 h 20277"/>
                <a:gd name="connsiteX2" fmla="*/ 0 w 25600"/>
                <a:gd name="connsiteY2" fmla="*/ 10139 h 20277"/>
                <a:gd name="connsiteX3" fmla="*/ 12800 w 25600"/>
                <a:gd name="connsiteY3" fmla="*/ 0 h 20277"/>
                <a:gd name="connsiteX4" fmla="*/ 25601 w 25600"/>
                <a:gd name="connsiteY4" fmla="*/ 10139 h 2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00" h="20277">
                  <a:moveTo>
                    <a:pt x="25601" y="10139"/>
                  </a:moveTo>
                  <a:cubicBezTo>
                    <a:pt x="25601" y="15715"/>
                    <a:pt x="19898" y="20278"/>
                    <a:pt x="12800" y="20278"/>
                  </a:cubicBezTo>
                  <a:cubicBezTo>
                    <a:pt x="5703" y="20278"/>
                    <a:pt x="0" y="15715"/>
                    <a:pt x="0" y="10139"/>
                  </a:cubicBezTo>
                  <a:cubicBezTo>
                    <a:pt x="0" y="4563"/>
                    <a:pt x="5703" y="0"/>
                    <a:pt x="12800" y="0"/>
                  </a:cubicBezTo>
                  <a:cubicBezTo>
                    <a:pt x="19898" y="0"/>
                    <a:pt x="25601" y="4563"/>
                    <a:pt x="25601" y="1013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58" name="Freeform: Shape 4457">
              <a:extLst>
                <a:ext uri="{FF2B5EF4-FFF2-40B4-BE49-F238E27FC236}">
                  <a16:creationId xmlns:a16="http://schemas.microsoft.com/office/drawing/2014/main" id="{4F5D8543-F18A-55FC-39EF-F9C85BFC3E27}"/>
                </a:ext>
              </a:extLst>
            </p:cNvPr>
            <p:cNvSpPr/>
            <p:nvPr/>
          </p:nvSpPr>
          <p:spPr>
            <a:xfrm>
              <a:off x="1182827" y="2915337"/>
              <a:ext cx="24840" cy="19644"/>
            </a:xfrm>
            <a:custGeom>
              <a:avLst/>
              <a:gdLst>
                <a:gd name="connsiteX0" fmla="*/ 24840 w 24840"/>
                <a:gd name="connsiteY0" fmla="*/ 9759 h 19644"/>
                <a:gd name="connsiteX1" fmla="*/ 12420 w 24840"/>
                <a:gd name="connsiteY1" fmla="*/ 19644 h 19644"/>
                <a:gd name="connsiteX2" fmla="*/ 0 w 24840"/>
                <a:gd name="connsiteY2" fmla="*/ 9759 h 19644"/>
                <a:gd name="connsiteX3" fmla="*/ 12420 w 24840"/>
                <a:gd name="connsiteY3" fmla="*/ 0 h 19644"/>
                <a:gd name="connsiteX4" fmla="*/ 24840 w 24840"/>
                <a:gd name="connsiteY4" fmla="*/ 9759 h 19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840" h="19644">
                  <a:moveTo>
                    <a:pt x="24840" y="9759"/>
                  </a:moveTo>
                  <a:cubicBezTo>
                    <a:pt x="24840" y="15208"/>
                    <a:pt x="19264" y="19644"/>
                    <a:pt x="12420" y="19644"/>
                  </a:cubicBezTo>
                  <a:cubicBezTo>
                    <a:pt x="5576" y="19644"/>
                    <a:pt x="0" y="15208"/>
                    <a:pt x="0" y="9759"/>
                  </a:cubicBezTo>
                  <a:cubicBezTo>
                    <a:pt x="0" y="4309"/>
                    <a:pt x="5576" y="0"/>
                    <a:pt x="12420" y="0"/>
                  </a:cubicBezTo>
                  <a:cubicBezTo>
                    <a:pt x="19264" y="0"/>
                    <a:pt x="24840" y="4436"/>
                    <a:pt x="24840" y="975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59" name="Freeform: Shape 4458">
              <a:extLst>
                <a:ext uri="{FF2B5EF4-FFF2-40B4-BE49-F238E27FC236}">
                  <a16:creationId xmlns:a16="http://schemas.microsoft.com/office/drawing/2014/main" id="{11C6F465-5EC0-BFBF-0A07-613BA9959525}"/>
                </a:ext>
              </a:extLst>
            </p:cNvPr>
            <p:cNvSpPr/>
            <p:nvPr/>
          </p:nvSpPr>
          <p:spPr>
            <a:xfrm>
              <a:off x="1202091" y="2812681"/>
              <a:ext cx="23953" cy="19010"/>
            </a:xfrm>
            <a:custGeom>
              <a:avLst/>
              <a:gdLst>
                <a:gd name="connsiteX0" fmla="*/ 23953 w 23953"/>
                <a:gd name="connsiteY0" fmla="*/ 9505 h 19010"/>
                <a:gd name="connsiteX1" fmla="*/ 12040 w 23953"/>
                <a:gd name="connsiteY1" fmla="*/ 19010 h 19010"/>
                <a:gd name="connsiteX2" fmla="*/ 0 w 23953"/>
                <a:gd name="connsiteY2" fmla="*/ 9505 h 19010"/>
                <a:gd name="connsiteX3" fmla="*/ 12040 w 23953"/>
                <a:gd name="connsiteY3" fmla="*/ 0 h 19010"/>
                <a:gd name="connsiteX4" fmla="*/ 23953 w 23953"/>
                <a:gd name="connsiteY4" fmla="*/ 9505 h 19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53" h="19010">
                  <a:moveTo>
                    <a:pt x="23953" y="9505"/>
                  </a:moveTo>
                  <a:cubicBezTo>
                    <a:pt x="23953" y="14701"/>
                    <a:pt x="18630" y="19010"/>
                    <a:pt x="12040" y="19010"/>
                  </a:cubicBezTo>
                  <a:cubicBezTo>
                    <a:pt x="5450" y="19010"/>
                    <a:pt x="0" y="14701"/>
                    <a:pt x="0" y="9505"/>
                  </a:cubicBezTo>
                  <a:cubicBezTo>
                    <a:pt x="0" y="4309"/>
                    <a:pt x="5323" y="0"/>
                    <a:pt x="12040" y="0"/>
                  </a:cubicBezTo>
                  <a:cubicBezTo>
                    <a:pt x="18757" y="0"/>
                    <a:pt x="23953" y="4309"/>
                    <a:pt x="23953" y="950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60" name="Freeform: Shape 4459">
              <a:extLst>
                <a:ext uri="{FF2B5EF4-FFF2-40B4-BE49-F238E27FC236}">
                  <a16:creationId xmlns:a16="http://schemas.microsoft.com/office/drawing/2014/main" id="{A2CC8733-D868-F930-8CCC-6936AED2A61A}"/>
                </a:ext>
              </a:extLst>
            </p:cNvPr>
            <p:cNvSpPr/>
            <p:nvPr/>
          </p:nvSpPr>
          <p:spPr>
            <a:xfrm>
              <a:off x="1225030" y="2710659"/>
              <a:ext cx="22558" cy="17869"/>
            </a:xfrm>
            <a:custGeom>
              <a:avLst/>
              <a:gdLst>
                <a:gd name="connsiteX0" fmla="*/ 22559 w 22558"/>
                <a:gd name="connsiteY0" fmla="*/ 8998 h 17869"/>
                <a:gd name="connsiteX1" fmla="*/ 11279 w 22558"/>
                <a:gd name="connsiteY1" fmla="*/ 17870 h 17869"/>
                <a:gd name="connsiteX2" fmla="*/ 0 w 22558"/>
                <a:gd name="connsiteY2" fmla="*/ 8998 h 17869"/>
                <a:gd name="connsiteX3" fmla="*/ 11279 w 22558"/>
                <a:gd name="connsiteY3" fmla="*/ 0 h 17869"/>
                <a:gd name="connsiteX4" fmla="*/ 22559 w 22558"/>
                <a:gd name="connsiteY4" fmla="*/ 8998 h 1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8" h="17869">
                  <a:moveTo>
                    <a:pt x="22559" y="8998"/>
                  </a:moveTo>
                  <a:cubicBezTo>
                    <a:pt x="22559" y="13941"/>
                    <a:pt x="17490" y="17870"/>
                    <a:pt x="11279" y="17870"/>
                  </a:cubicBezTo>
                  <a:cubicBezTo>
                    <a:pt x="5069" y="17870"/>
                    <a:pt x="0" y="13814"/>
                    <a:pt x="0" y="8998"/>
                  </a:cubicBezTo>
                  <a:cubicBezTo>
                    <a:pt x="0" y="4182"/>
                    <a:pt x="5069" y="0"/>
                    <a:pt x="11279" y="0"/>
                  </a:cubicBezTo>
                  <a:cubicBezTo>
                    <a:pt x="17490" y="0"/>
                    <a:pt x="22559" y="4055"/>
                    <a:pt x="22559" y="89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61" name="Freeform: Shape 4460">
              <a:extLst>
                <a:ext uri="{FF2B5EF4-FFF2-40B4-BE49-F238E27FC236}">
                  <a16:creationId xmlns:a16="http://schemas.microsoft.com/office/drawing/2014/main" id="{195D893D-0CF6-C5A9-7E09-732CDA76D0C0}"/>
                </a:ext>
              </a:extLst>
            </p:cNvPr>
            <p:cNvSpPr/>
            <p:nvPr/>
          </p:nvSpPr>
          <p:spPr>
            <a:xfrm>
              <a:off x="1250884" y="2609016"/>
              <a:ext cx="21798" cy="17236"/>
            </a:xfrm>
            <a:custGeom>
              <a:avLst/>
              <a:gdLst>
                <a:gd name="connsiteX0" fmla="*/ 21799 w 21798"/>
                <a:gd name="connsiteY0" fmla="*/ 8618 h 17236"/>
                <a:gd name="connsiteX1" fmla="*/ 10899 w 21798"/>
                <a:gd name="connsiteY1" fmla="*/ 17236 h 17236"/>
                <a:gd name="connsiteX2" fmla="*/ 0 w 21798"/>
                <a:gd name="connsiteY2" fmla="*/ 8618 h 17236"/>
                <a:gd name="connsiteX3" fmla="*/ 10899 w 21798"/>
                <a:gd name="connsiteY3" fmla="*/ 0 h 17236"/>
                <a:gd name="connsiteX4" fmla="*/ 21799 w 21798"/>
                <a:gd name="connsiteY4" fmla="*/ 8618 h 17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798" h="17236">
                  <a:moveTo>
                    <a:pt x="21799" y="8618"/>
                  </a:moveTo>
                  <a:cubicBezTo>
                    <a:pt x="21799" y="13434"/>
                    <a:pt x="16983" y="17236"/>
                    <a:pt x="10899" y="17236"/>
                  </a:cubicBezTo>
                  <a:cubicBezTo>
                    <a:pt x="4816" y="17236"/>
                    <a:pt x="0" y="13434"/>
                    <a:pt x="0" y="8618"/>
                  </a:cubicBezTo>
                  <a:cubicBezTo>
                    <a:pt x="0" y="3802"/>
                    <a:pt x="4816" y="0"/>
                    <a:pt x="10899" y="0"/>
                  </a:cubicBezTo>
                  <a:cubicBezTo>
                    <a:pt x="16983" y="0"/>
                    <a:pt x="21799" y="3802"/>
                    <a:pt x="21799" y="86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62" name="Freeform: Shape 4461">
              <a:extLst>
                <a:ext uri="{FF2B5EF4-FFF2-40B4-BE49-F238E27FC236}">
                  <a16:creationId xmlns:a16="http://schemas.microsoft.com/office/drawing/2014/main" id="{9FB307EF-ED9E-7854-1194-B493878383AD}"/>
                </a:ext>
              </a:extLst>
            </p:cNvPr>
            <p:cNvSpPr/>
            <p:nvPr/>
          </p:nvSpPr>
          <p:spPr>
            <a:xfrm>
              <a:off x="1280161" y="2507881"/>
              <a:ext cx="21291" cy="16729"/>
            </a:xfrm>
            <a:custGeom>
              <a:avLst/>
              <a:gdLst>
                <a:gd name="connsiteX0" fmla="*/ 21292 w 21291"/>
                <a:gd name="connsiteY0" fmla="*/ 8364 h 16729"/>
                <a:gd name="connsiteX1" fmla="*/ 10646 w 21291"/>
                <a:gd name="connsiteY1" fmla="*/ 16729 h 16729"/>
                <a:gd name="connsiteX2" fmla="*/ 0 w 21291"/>
                <a:gd name="connsiteY2" fmla="*/ 8364 h 16729"/>
                <a:gd name="connsiteX3" fmla="*/ 10646 w 21291"/>
                <a:gd name="connsiteY3" fmla="*/ 0 h 16729"/>
                <a:gd name="connsiteX4" fmla="*/ 21292 w 21291"/>
                <a:gd name="connsiteY4" fmla="*/ 8364 h 16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291" h="16729">
                  <a:moveTo>
                    <a:pt x="21292" y="8364"/>
                  </a:moveTo>
                  <a:cubicBezTo>
                    <a:pt x="21292" y="13054"/>
                    <a:pt x="16476" y="16729"/>
                    <a:pt x="10646" y="16729"/>
                  </a:cubicBezTo>
                  <a:cubicBezTo>
                    <a:pt x="4816" y="16729"/>
                    <a:pt x="0" y="12927"/>
                    <a:pt x="0" y="8364"/>
                  </a:cubicBezTo>
                  <a:cubicBezTo>
                    <a:pt x="0" y="3802"/>
                    <a:pt x="4689" y="0"/>
                    <a:pt x="10646" y="0"/>
                  </a:cubicBezTo>
                  <a:cubicBezTo>
                    <a:pt x="16602" y="0"/>
                    <a:pt x="21292" y="3802"/>
                    <a:pt x="21292" y="836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63" name="Freeform: Shape 4462">
              <a:extLst>
                <a:ext uri="{FF2B5EF4-FFF2-40B4-BE49-F238E27FC236}">
                  <a16:creationId xmlns:a16="http://schemas.microsoft.com/office/drawing/2014/main" id="{5C7C85F6-4D5B-C75F-6768-2C5AC84D1C83}"/>
                </a:ext>
              </a:extLst>
            </p:cNvPr>
            <p:cNvSpPr/>
            <p:nvPr/>
          </p:nvSpPr>
          <p:spPr>
            <a:xfrm>
              <a:off x="1312858" y="2407379"/>
              <a:ext cx="20404" cy="16222"/>
            </a:xfrm>
            <a:custGeom>
              <a:avLst/>
              <a:gdLst>
                <a:gd name="connsiteX0" fmla="*/ 20404 w 20404"/>
                <a:gd name="connsiteY0" fmla="*/ 8111 h 16222"/>
                <a:gd name="connsiteX1" fmla="*/ 10266 w 20404"/>
                <a:gd name="connsiteY1" fmla="*/ 16222 h 16222"/>
                <a:gd name="connsiteX2" fmla="*/ 0 w 20404"/>
                <a:gd name="connsiteY2" fmla="*/ 8111 h 16222"/>
                <a:gd name="connsiteX3" fmla="*/ 10266 w 20404"/>
                <a:gd name="connsiteY3" fmla="*/ 0 h 16222"/>
                <a:gd name="connsiteX4" fmla="*/ 20404 w 20404"/>
                <a:gd name="connsiteY4" fmla="*/ 8111 h 1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04" h="16222">
                  <a:moveTo>
                    <a:pt x="20404" y="8111"/>
                  </a:moveTo>
                  <a:cubicBezTo>
                    <a:pt x="20404" y="12547"/>
                    <a:pt x="15842" y="16222"/>
                    <a:pt x="10266" y="16222"/>
                  </a:cubicBezTo>
                  <a:cubicBezTo>
                    <a:pt x="4689" y="16222"/>
                    <a:pt x="0" y="12547"/>
                    <a:pt x="0" y="8111"/>
                  </a:cubicBezTo>
                  <a:cubicBezTo>
                    <a:pt x="0" y="3675"/>
                    <a:pt x="4563" y="0"/>
                    <a:pt x="10266" y="0"/>
                  </a:cubicBezTo>
                  <a:cubicBezTo>
                    <a:pt x="15969" y="0"/>
                    <a:pt x="20404" y="3549"/>
                    <a:pt x="20404" y="811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64" name="Freeform: Shape 4463">
              <a:extLst>
                <a:ext uri="{FF2B5EF4-FFF2-40B4-BE49-F238E27FC236}">
                  <a16:creationId xmlns:a16="http://schemas.microsoft.com/office/drawing/2014/main" id="{2728459D-16FD-ED2A-6B72-F36F55DA2B63}"/>
                </a:ext>
              </a:extLst>
            </p:cNvPr>
            <p:cNvSpPr/>
            <p:nvPr/>
          </p:nvSpPr>
          <p:spPr>
            <a:xfrm>
              <a:off x="1349232" y="2307892"/>
              <a:ext cx="18756" cy="14954"/>
            </a:xfrm>
            <a:custGeom>
              <a:avLst/>
              <a:gdLst>
                <a:gd name="connsiteX0" fmla="*/ 18757 w 18756"/>
                <a:gd name="connsiteY0" fmla="*/ 7478 h 14954"/>
                <a:gd name="connsiteX1" fmla="*/ 9378 w 18756"/>
                <a:gd name="connsiteY1" fmla="*/ 14955 h 14954"/>
                <a:gd name="connsiteX2" fmla="*/ 0 w 18756"/>
                <a:gd name="connsiteY2" fmla="*/ 7478 h 14954"/>
                <a:gd name="connsiteX3" fmla="*/ 9378 w 18756"/>
                <a:gd name="connsiteY3" fmla="*/ 0 h 14954"/>
                <a:gd name="connsiteX4" fmla="*/ 18757 w 18756"/>
                <a:gd name="connsiteY4" fmla="*/ 7478 h 14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56" h="14954">
                  <a:moveTo>
                    <a:pt x="18757" y="7478"/>
                  </a:moveTo>
                  <a:cubicBezTo>
                    <a:pt x="18757" y="11660"/>
                    <a:pt x="14575" y="14955"/>
                    <a:pt x="9378" y="14955"/>
                  </a:cubicBezTo>
                  <a:cubicBezTo>
                    <a:pt x="4182" y="14955"/>
                    <a:pt x="0" y="11660"/>
                    <a:pt x="0" y="7478"/>
                  </a:cubicBezTo>
                  <a:cubicBezTo>
                    <a:pt x="0" y="3295"/>
                    <a:pt x="4182" y="0"/>
                    <a:pt x="9378" y="0"/>
                  </a:cubicBezTo>
                  <a:cubicBezTo>
                    <a:pt x="14575" y="0"/>
                    <a:pt x="18757" y="3295"/>
                    <a:pt x="18757" y="747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65" name="Freeform: Shape 4464">
              <a:extLst>
                <a:ext uri="{FF2B5EF4-FFF2-40B4-BE49-F238E27FC236}">
                  <a16:creationId xmlns:a16="http://schemas.microsoft.com/office/drawing/2014/main" id="{19FDFB85-C627-B0BA-E20F-5BB7B8B10BCD}"/>
                </a:ext>
              </a:extLst>
            </p:cNvPr>
            <p:cNvSpPr/>
            <p:nvPr/>
          </p:nvSpPr>
          <p:spPr>
            <a:xfrm>
              <a:off x="1388393" y="2208911"/>
              <a:ext cx="18249" cy="14447"/>
            </a:xfrm>
            <a:custGeom>
              <a:avLst/>
              <a:gdLst>
                <a:gd name="connsiteX0" fmla="*/ 18250 w 18249"/>
                <a:gd name="connsiteY0" fmla="*/ 7224 h 14447"/>
                <a:gd name="connsiteX1" fmla="*/ 9125 w 18249"/>
                <a:gd name="connsiteY1" fmla="*/ 14448 h 14447"/>
                <a:gd name="connsiteX2" fmla="*/ 0 w 18249"/>
                <a:gd name="connsiteY2" fmla="*/ 7224 h 14447"/>
                <a:gd name="connsiteX3" fmla="*/ 9125 w 18249"/>
                <a:gd name="connsiteY3" fmla="*/ 0 h 14447"/>
                <a:gd name="connsiteX4" fmla="*/ 18250 w 18249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49" h="14447">
                  <a:moveTo>
                    <a:pt x="18250" y="7224"/>
                  </a:moveTo>
                  <a:cubicBezTo>
                    <a:pt x="18250" y="11153"/>
                    <a:pt x="14194" y="14448"/>
                    <a:pt x="9125" y="14448"/>
                  </a:cubicBezTo>
                  <a:cubicBezTo>
                    <a:pt x="4056" y="14448"/>
                    <a:pt x="0" y="11153"/>
                    <a:pt x="0" y="7224"/>
                  </a:cubicBezTo>
                  <a:cubicBezTo>
                    <a:pt x="0" y="3295"/>
                    <a:pt x="4056" y="0"/>
                    <a:pt x="9125" y="0"/>
                  </a:cubicBezTo>
                  <a:cubicBezTo>
                    <a:pt x="14194" y="0"/>
                    <a:pt x="18250" y="3168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66" name="Freeform: Shape 4465">
              <a:extLst>
                <a:ext uri="{FF2B5EF4-FFF2-40B4-BE49-F238E27FC236}">
                  <a16:creationId xmlns:a16="http://schemas.microsoft.com/office/drawing/2014/main" id="{74107E23-B740-2EDA-D8FF-22245AE83D2C}"/>
                </a:ext>
              </a:extLst>
            </p:cNvPr>
            <p:cNvSpPr/>
            <p:nvPr/>
          </p:nvSpPr>
          <p:spPr>
            <a:xfrm>
              <a:off x="1430850" y="2110564"/>
              <a:ext cx="17489" cy="13941"/>
            </a:xfrm>
            <a:custGeom>
              <a:avLst/>
              <a:gdLst>
                <a:gd name="connsiteX0" fmla="*/ 17490 w 17489"/>
                <a:gd name="connsiteY0" fmla="*/ 6971 h 13941"/>
                <a:gd name="connsiteX1" fmla="*/ 8745 w 17489"/>
                <a:gd name="connsiteY1" fmla="*/ 13941 h 13941"/>
                <a:gd name="connsiteX2" fmla="*/ 0 w 17489"/>
                <a:gd name="connsiteY2" fmla="*/ 6971 h 13941"/>
                <a:gd name="connsiteX3" fmla="*/ 8745 w 17489"/>
                <a:gd name="connsiteY3" fmla="*/ 0 h 13941"/>
                <a:gd name="connsiteX4" fmla="*/ 17490 w 17489"/>
                <a:gd name="connsiteY4" fmla="*/ 6971 h 1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89" h="13941">
                  <a:moveTo>
                    <a:pt x="17490" y="6971"/>
                  </a:moveTo>
                  <a:cubicBezTo>
                    <a:pt x="17490" y="10773"/>
                    <a:pt x="13561" y="13941"/>
                    <a:pt x="8745" y="13941"/>
                  </a:cubicBezTo>
                  <a:cubicBezTo>
                    <a:pt x="3929" y="13941"/>
                    <a:pt x="0" y="10773"/>
                    <a:pt x="0" y="6971"/>
                  </a:cubicBezTo>
                  <a:cubicBezTo>
                    <a:pt x="0" y="3168"/>
                    <a:pt x="3929" y="0"/>
                    <a:pt x="8745" y="0"/>
                  </a:cubicBezTo>
                  <a:cubicBezTo>
                    <a:pt x="13561" y="0"/>
                    <a:pt x="17490" y="3042"/>
                    <a:pt x="17490" y="697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67" name="Freeform: Shape 4466">
              <a:extLst>
                <a:ext uri="{FF2B5EF4-FFF2-40B4-BE49-F238E27FC236}">
                  <a16:creationId xmlns:a16="http://schemas.microsoft.com/office/drawing/2014/main" id="{C5C8A527-96C2-C328-8CB8-0900EE0DBC01}"/>
                </a:ext>
              </a:extLst>
            </p:cNvPr>
            <p:cNvSpPr/>
            <p:nvPr/>
          </p:nvSpPr>
          <p:spPr>
            <a:xfrm>
              <a:off x="1476981" y="2013738"/>
              <a:ext cx="15968" cy="12673"/>
            </a:xfrm>
            <a:custGeom>
              <a:avLst/>
              <a:gdLst>
                <a:gd name="connsiteX0" fmla="*/ 15969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9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9" y="6337"/>
                  </a:moveTo>
                  <a:cubicBezTo>
                    <a:pt x="15969" y="9759"/>
                    <a:pt x="12420" y="12674"/>
                    <a:pt x="7984" y="12674"/>
                  </a:cubicBezTo>
                  <a:cubicBezTo>
                    <a:pt x="3549" y="12674"/>
                    <a:pt x="0" y="9885"/>
                    <a:pt x="0" y="6337"/>
                  </a:cubicBezTo>
                  <a:cubicBezTo>
                    <a:pt x="0" y="2788"/>
                    <a:pt x="3549" y="0"/>
                    <a:pt x="7984" y="0"/>
                  </a:cubicBezTo>
                  <a:cubicBezTo>
                    <a:pt x="12420" y="0"/>
                    <a:pt x="15969" y="2788"/>
                    <a:pt x="15969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68" name="Freeform: Shape 4467">
              <a:extLst>
                <a:ext uri="{FF2B5EF4-FFF2-40B4-BE49-F238E27FC236}">
                  <a16:creationId xmlns:a16="http://schemas.microsoft.com/office/drawing/2014/main" id="{C57FE165-8D5E-F4DA-CCE2-D97D78593FB6}"/>
                </a:ext>
              </a:extLst>
            </p:cNvPr>
            <p:cNvSpPr/>
            <p:nvPr/>
          </p:nvSpPr>
          <p:spPr>
            <a:xfrm>
              <a:off x="1526028" y="1917418"/>
              <a:ext cx="15208" cy="12166"/>
            </a:xfrm>
            <a:custGeom>
              <a:avLst/>
              <a:gdLst>
                <a:gd name="connsiteX0" fmla="*/ 15208 w 15208"/>
                <a:gd name="connsiteY0" fmla="*/ 6083 h 12166"/>
                <a:gd name="connsiteX1" fmla="*/ 7604 w 15208"/>
                <a:gd name="connsiteY1" fmla="*/ 12167 h 12166"/>
                <a:gd name="connsiteX2" fmla="*/ 0 w 15208"/>
                <a:gd name="connsiteY2" fmla="*/ 6083 h 12166"/>
                <a:gd name="connsiteX3" fmla="*/ 7604 w 15208"/>
                <a:gd name="connsiteY3" fmla="*/ 0 h 12166"/>
                <a:gd name="connsiteX4" fmla="*/ 15208 w 15208"/>
                <a:gd name="connsiteY4" fmla="*/ 6083 h 1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08" h="12166">
                  <a:moveTo>
                    <a:pt x="15208" y="6083"/>
                  </a:moveTo>
                  <a:cubicBezTo>
                    <a:pt x="15208" y="9379"/>
                    <a:pt x="11786" y="12167"/>
                    <a:pt x="7604" y="12167"/>
                  </a:cubicBezTo>
                  <a:cubicBezTo>
                    <a:pt x="3422" y="12167"/>
                    <a:pt x="0" y="9505"/>
                    <a:pt x="0" y="6083"/>
                  </a:cubicBezTo>
                  <a:cubicBezTo>
                    <a:pt x="0" y="2662"/>
                    <a:pt x="3422" y="0"/>
                    <a:pt x="7604" y="0"/>
                  </a:cubicBezTo>
                  <a:cubicBezTo>
                    <a:pt x="11786" y="0"/>
                    <a:pt x="15208" y="2662"/>
                    <a:pt x="15208" y="60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69" name="Freeform: Shape 4468">
              <a:extLst>
                <a:ext uri="{FF2B5EF4-FFF2-40B4-BE49-F238E27FC236}">
                  <a16:creationId xmlns:a16="http://schemas.microsoft.com/office/drawing/2014/main" id="{D7BCE063-073C-B8ED-E673-ECC513446993}"/>
                </a:ext>
              </a:extLst>
            </p:cNvPr>
            <p:cNvSpPr/>
            <p:nvPr/>
          </p:nvSpPr>
          <p:spPr>
            <a:xfrm>
              <a:off x="1577990" y="1822113"/>
              <a:ext cx="14574" cy="11532"/>
            </a:xfrm>
            <a:custGeom>
              <a:avLst/>
              <a:gdLst>
                <a:gd name="connsiteX0" fmla="*/ 14575 w 14574"/>
                <a:gd name="connsiteY0" fmla="*/ 5703 h 11532"/>
                <a:gd name="connsiteX1" fmla="*/ 7351 w 14574"/>
                <a:gd name="connsiteY1" fmla="*/ 11533 h 11532"/>
                <a:gd name="connsiteX2" fmla="*/ 0 w 14574"/>
                <a:gd name="connsiteY2" fmla="*/ 5703 h 11532"/>
                <a:gd name="connsiteX3" fmla="*/ 7351 w 14574"/>
                <a:gd name="connsiteY3" fmla="*/ 0 h 11532"/>
                <a:gd name="connsiteX4" fmla="*/ 14575 w 14574"/>
                <a:gd name="connsiteY4" fmla="*/ 5703 h 11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574" h="11532">
                  <a:moveTo>
                    <a:pt x="14575" y="5703"/>
                  </a:moveTo>
                  <a:cubicBezTo>
                    <a:pt x="14575" y="8871"/>
                    <a:pt x="11406" y="11533"/>
                    <a:pt x="7351" y="11533"/>
                  </a:cubicBezTo>
                  <a:cubicBezTo>
                    <a:pt x="3295" y="11533"/>
                    <a:pt x="0" y="8998"/>
                    <a:pt x="0" y="5703"/>
                  </a:cubicBezTo>
                  <a:cubicBezTo>
                    <a:pt x="0" y="2408"/>
                    <a:pt x="3295" y="0"/>
                    <a:pt x="7351" y="0"/>
                  </a:cubicBezTo>
                  <a:cubicBezTo>
                    <a:pt x="11406" y="0"/>
                    <a:pt x="14575" y="2535"/>
                    <a:pt x="14575" y="570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70" name="Freeform: Shape 4469">
              <a:extLst>
                <a:ext uri="{FF2B5EF4-FFF2-40B4-BE49-F238E27FC236}">
                  <a16:creationId xmlns:a16="http://schemas.microsoft.com/office/drawing/2014/main" id="{07FC4A73-92B7-A62E-CB7E-D610AADCB449}"/>
                </a:ext>
              </a:extLst>
            </p:cNvPr>
            <p:cNvSpPr/>
            <p:nvPr/>
          </p:nvSpPr>
          <p:spPr>
            <a:xfrm>
              <a:off x="1633627" y="1728202"/>
              <a:ext cx="13180" cy="10519"/>
            </a:xfrm>
            <a:custGeom>
              <a:avLst/>
              <a:gdLst>
                <a:gd name="connsiteX0" fmla="*/ 13181 w 13180"/>
                <a:gd name="connsiteY0" fmla="*/ 5196 h 10519"/>
                <a:gd name="connsiteX1" fmla="*/ 6590 w 13180"/>
                <a:gd name="connsiteY1" fmla="*/ 10519 h 10519"/>
                <a:gd name="connsiteX2" fmla="*/ 0 w 13180"/>
                <a:gd name="connsiteY2" fmla="*/ 5196 h 10519"/>
                <a:gd name="connsiteX3" fmla="*/ 6590 w 13180"/>
                <a:gd name="connsiteY3" fmla="*/ 0 h 10519"/>
                <a:gd name="connsiteX4" fmla="*/ 13181 w 13180"/>
                <a:gd name="connsiteY4" fmla="*/ 5196 h 10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80" h="10519">
                  <a:moveTo>
                    <a:pt x="13181" y="5196"/>
                  </a:moveTo>
                  <a:lnTo>
                    <a:pt x="6590" y="10519"/>
                  </a:lnTo>
                  <a:lnTo>
                    <a:pt x="0" y="5196"/>
                  </a:lnTo>
                  <a:lnTo>
                    <a:pt x="6590" y="0"/>
                  </a:lnTo>
                  <a:lnTo>
                    <a:pt x="13181" y="519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71" name="Freeform: Shape 4470">
              <a:extLst>
                <a:ext uri="{FF2B5EF4-FFF2-40B4-BE49-F238E27FC236}">
                  <a16:creationId xmlns:a16="http://schemas.microsoft.com/office/drawing/2014/main" id="{9CE8FAAD-6B99-2585-6116-3A6F700C60B7}"/>
                </a:ext>
              </a:extLst>
            </p:cNvPr>
            <p:cNvSpPr/>
            <p:nvPr/>
          </p:nvSpPr>
          <p:spPr>
            <a:xfrm>
              <a:off x="1691672" y="1634924"/>
              <a:ext cx="13180" cy="10519"/>
            </a:xfrm>
            <a:custGeom>
              <a:avLst/>
              <a:gdLst>
                <a:gd name="connsiteX0" fmla="*/ 13181 w 13180"/>
                <a:gd name="connsiteY0" fmla="*/ 5196 h 10519"/>
                <a:gd name="connsiteX1" fmla="*/ 6590 w 13180"/>
                <a:gd name="connsiteY1" fmla="*/ 10519 h 10519"/>
                <a:gd name="connsiteX2" fmla="*/ 0 w 13180"/>
                <a:gd name="connsiteY2" fmla="*/ 5196 h 10519"/>
                <a:gd name="connsiteX3" fmla="*/ 6590 w 13180"/>
                <a:gd name="connsiteY3" fmla="*/ 0 h 10519"/>
                <a:gd name="connsiteX4" fmla="*/ 13181 w 13180"/>
                <a:gd name="connsiteY4" fmla="*/ 5196 h 10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80" h="10519">
                  <a:moveTo>
                    <a:pt x="13181" y="5196"/>
                  </a:moveTo>
                  <a:lnTo>
                    <a:pt x="6590" y="10519"/>
                  </a:lnTo>
                  <a:lnTo>
                    <a:pt x="0" y="5196"/>
                  </a:lnTo>
                  <a:lnTo>
                    <a:pt x="6590" y="0"/>
                  </a:lnTo>
                  <a:lnTo>
                    <a:pt x="13181" y="519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72" name="Freeform: Shape 4471">
              <a:extLst>
                <a:ext uri="{FF2B5EF4-FFF2-40B4-BE49-F238E27FC236}">
                  <a16:creationId xmlns:a16="http://schemas.microsoft.com/office/drawing/2014/main" id="{7A70C6BD-A563-A82B-42F0-4682C2E3A927}"/>
                </a:ext>
              </a:extLst>
            </p:cNvPr>
            <p:cNvSpPr/>
            <p:nvPr/>
          </p:nvSpPr>
          <p:spPr>
            <a:xfrm>
              <a:off x="1753519" y="1543547"/>
              <a:ext cx="11533" cy="9251"/>
            </a:xfrm>
            <a:custGeom>
              <a:avLst/>
              <a:gdLst>
                <a:gd name="connsiteX0" fmla="*/ 11533 w 11533"/>
                <a:gd name="connsiteY0" fmla="*/ 4562 h 9251"/>
                <a:gd name="connsiteX1" fmla="*/ 5830 w 11533"/>
                <a:gd name="connsiteY1" fmla="*/ 9252 h 9251"/>
                <a:gd name="connsiteX2" fmla="*/ 0 w 11533"/>
                <a:gd name="connsiteY2" fmla="*/ 4562 h 9251"/>
                <a:gd name="connsiteX3" fmla="*/ 5830 w 11533"/>
                <a:gd name="connsiteY3" fmla="*/ 0 h 9251"/>
                <a:gd name="connsiteX4" fmla="*/ 11533 w 11533"/>
                <a:gd name="connsiteY4" fmla="*/ 4562 h 9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33" h="9251">
                  <a:moveTo>
                    <a:pt x="11533" y="4562"/>
                  </a:moveTo>
                  <a:lnTo>
                    <a:pt x="5830" y="9252"/>
                  </a:lnTo>
                  <a:lnTo>
                    <a:pt x="0" y="4562"/>
                  </a:lnTo>
                  <a:lnTo>
                    <a:pt x="5830" y="0"/>
                  </a:lnTo>
                  <a:lnTo>
                    <a:pt x="11533" y="456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73" name="Freeform: Shape 4472">
              <a:extLst>
                <a:ext uri="{FF2B5EF4-FFF2-40B4-BE49-F238E27FC236}">
                  <a16:creationId xmlns:a16="http://schemas.microsoft.com/office/drawing/2014/main" id="{21978898-F9BC-65D6-9E57-9CA183E0244B}"/>
                </a:ext>
              </a:extLst>
            </p:cNvPr>
            <p:cNvSpPr/>
            <p:nvPr/>
          </p:nvSpPr>
          <p:spPr>
            <a:xfrm>
              <a:off x="1817774" y="1453058"/>
              <a:ext cx="11026" cy="8744"/>
            </a:xfrm>
            <a:custGeom>
              <a:avLst/>
              <a:gdLst>
                <a:gd name="connsiteX0" fmla="*/ 11026 w 11026"/>
                <a:gd name="connsiteY0" fmla="*/ 4309 h 8744"/>
                <a:gd name="connsiteX1" fmla="*/ 5576 w 11026"/>
                <a:gd name="connsiteY1" fmla="*/ 8745 h 8744"/>
                <a:gd name="connsiteX2" fmla="*/ 0 w 11026"/>
                <a:gd name="connsiteY2" fmla="*/ 4309 h 8744"/>
                <a:gd name="connsiteX3" fmla="*/ 5576 w 11026"/>
                <a:gd name="connsiteY3" fmla="*/ 0 h 8744"/>
                <a:gd name="connsiteX4" fmla="*/ 11026 w 11026"/>
                <a:gd name="connsiteY4" fmla="*/ 4309 h 8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26" h="8744">
                  <a:moveTo>
                    <a:pt x="11026" y="4309"/>
                  </a:moveTo>
                  <a:lnTo>
                    <a:pt x="5576" y="8745"/>
                  </a:lnTo>
                  <a:lnTo>
                    <a:pt x="0" y="4309"/>
                  </a:lnTo>
                  <a:lnTo>
                    <a:pt x="5576" y="0"/>
                  </a:lnTo>
                  <a:lnTo>
                    <a:pt x="11026" y="430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74" name="Freeform: Shape 4473">
              <a:extLst>
                <a:ext uri="{FF2B5EF4-FFF2-40B4-BE49-F238E27FC236}">
                  <a16:creationId xmlns:a16="http://schemas.microsoft.com/office/drawing/2014/main" id="{B92F36D9-9402-9ED6-9B05-31BE0240A504}"/>
                </a:ext>
              </a:extLst>
            </p:cNvPr>
            <p:cNvSpPr/>
            <p:nvPr/>
          </p:nvSpPr>
          <p:spPr>
            <a:xfrm>
              <a:off x="1885705" y="1364216"/>
              <a:ext cx="9378" cy="7604"/>
            </a:xfrm>
            <a:custGeom>
              <a:avLst/>
              <a:gdLst>
                <a:gd name="connsiteX0" fmla="*/ 9379 w 9378"/>
                <a:gd name="connsiteY0" fmla="*/ 3802 h 7604"/>
                <a:gd name="connsiteX1" fmla="*/ 4689 w 9378"/>
                <a:gd name="connsiteY1" fmla="*/ 7604 h 7604"/>
                <a:gd name="connsiteX2" fmla="*/ 0 w 9378"/>
                <a:gd name="connsiteY2" fmla="*/ 3802 h 7604"/>
                <a:gd name="connsiteX3" fmla="*/ 4689 w 9378"/>
                <a:gd name="connsiteY3" fmla="*/ 0 h 7604"/>
                <a:gd name="connsiteX4" fmla="*/ 9379 w 9378"/>
                <a:gd name="connsiteY4" fmla="*/ 3802 h 7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78" h="7604">
                  <a:moveTo>
                    <a:pt x="9379" y="3802"/>
                  </a:moveTo>
                  <a:lnTo>
                    <a:pt x="4689" y="7604"/>
                  </a:lnTo>
                  <a:lnTo>
                    <a:pt x="0" y="3802"/>
                  </a:lnTo>
                  <a:lnTo>
                    <a:pt x="4689" y="0"/>
                  </a:lnTo>
                  <a:lnTo>
                    <a:pt x="9379" y="380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75" name="Freeform: Shape 4474">
              <a:extLst>
                <a:ext uri="{FF2B5EF4-FFF2-40B4-BE49-F238E27FC236}">
                  <a16:creationId xmlns:a16="http://schemas.microsoft.com/office/drawing/2014/main" id="{2F92FE11-F77A-5A09-C7E1-0988FEED0C04}"/>
                </a:ext>
              </a:extLst>
            </p:cNvPr>
            <p:cNvSpPr/>
            <p:nvPr/>
          </p:nvSpPr>
          <p:spPr>
            <a:xfrm>
              <a:off x="1956043" y="1276641"/>
              <a:ext cx="8618" cy="6843"/>
            </a:xfrm>
            <a:custGeom>
              <a:avLst/>
              <a:gdLst>
                <a:gd name="connsiteX0" fmla="*/ 8618 w 8618"/>
                <a:gd name="connsiteY0" fmla="*/ 3422 h 6843"/>
                <a:gd name="connsiteX1" fmla="*/ 4309 w 8618"/>
                <a:gd name="connsiteY1" fmla="*/ 6844 h 6843"/>
                <a:gd name="connsiteX2" fmla="*/ 0 w 8618"/>
                <a:gd name="connsiteY2" fmla="*/ 3422 h 6843"/>
                <a:gd name="connsiteX3" fmla="*/ 4309 w 8618"/>
                <a:gd name="connsiteY3" fmla="*/ 0 h 6843"/>
                <a:gd name="connsiteX4" fmla="*/ 8618 w 8618"/>
                <a:gd name="connsiteY4" fmla="*/ 3422 h 6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8" h="6843">
                  <a:moveTo>
                    <a:pt x="8618" y="3422"/>
                  </a:moveTo>
                  <a:lnTo>
                    <a:pt x="4309" y="6844"/>
                  </a:lnTo>
                  <a:lnTo>
                    <a:pt x="0" y="3422"/>
                  </a:lnTo>
                  <a:lnTo>
                    <a:pt x="4309" y="0"/>
                  </a:lnTo>
                  <a:lnTo>
                    <a:pt x="8618" y="342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76" name="Freeform: Shape 4475">
              <a:extLst>
                <a:ext uri="{FF2B5EF4-FFF2-40B4-BE49-F238E27FC236}">
                  <a16:creationId xmlns:a16="http://schemas.microsoft.com/office/drawing/2014/main" id="{636FF6C3-6CF8-4642-C366-540966EAEE13}"/>
                </a:ext>
              </a:extLst>
            </p:cNvPr>
            <p:cNvSpPr/>
            <p:nvPr/>
          </p:nvSpPr>
          <p:spPr>
            <a:xfrm>
              <a:off x="2029550" y="1190714"/>
              <a:ext cx="7350" cy="5703"/>
            </a:xfrm>
            <a:custGeom>
              <a:avLst/>
              <a:gdLst>
                <a:gd name="connsiteX0" fmla="*/ 7351 w 7350"/>
                <a:gd name="connsiteY0" fmla="*/ 2915 h 5703"/>
                <a:gd name="connsiteX1" fmla="*/ 3675 w 7350"/>
                <a:gd name="connsiteY1" fmla="*/ 5703 h 5703"/>
                <a:gd name="connsiteX2" fmla="*/ 0 w 7350"/>
                <a:gd name="connsiteY2" fmla="*/ 2915 h 5703"/>
                <a:gd name="connsiteX3" fmla="*/ 3675 w 7350"/>
                <a:gd name="connsiteY3" fmla="*/ 0 h 5703"/>
                <a:gd name="connsiteX4" fmla="*/ 7351 w 7350"/>
                <a:gd name="connsiteY4" fmla="*/ 2915 h 5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0" h="5703">
                  <a:moveTo>
                    <a:pt x="7351" y="2915"/>
                  </a:moveTo>
                  <a:lnTo>
                    <a:pt x="3675" y="5703"/>
                  </a:lnTo>
                  <a:lnTo>
                    <a:pt x="0" y="2915"/>
                  </a:lnTo>
                  <a:lnTo>
                    <a:pt x="3675" y="0"/>
                  </a:lnTo>
                  <a:lnTo>
                    <a:pt x="7351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77" name="Freeform: Shape 4476">
              <a:extLst>
                <a:ext uri="{FF2B5EF4-FFF2-40B4-BE49-F238E27FC236}">
                  <a16:creationId xmlns:a16="http://schemas.microsoft.com/office/drawing/2014/main" id="{5700A798-2F93-D844-96E4-C6145FC5A79F}"/>
                </a:ext>
              </a:extLst>
            </p:cNvPr>
            <p:cNvSpPr/>
            <p:nvPr/>
          </p:nvSpPr>
          <p:spPr>
            <a:xfrm>
              <a:off x="2105972" y="1106435"/>
              <a:ext cx="5703" cy="4562"/>
            </a:xfrm>
            <a:custGeom>
              <a:avLst/>
              <a:gdLst>
                <a:gd name="connsiteX0" fmla="*/ 5703 w 5703"/>
                <a:gd name="connsiteY0" fmla="*/ 2281 h 4562"/>
                <a:gd name="connsiteX1" fmla="*/ 2915 w 5703"/>
                <a:gd name="connsiteY1" fmla="*/ 4563 h 4562"/>
                <a:gd name="connsiteX2" fmla="*/ 0 w 5703"/>
                <a:gd name="connsiteY2" fmla="*/ 2281 h 4562"/>
                <a:gd name="connsiteX3" fmla="*/ 2915 w 5703"/>
                <a:gd name="connsiteY3" fmla="*/ 0 h 4562"/>
                <a:gd name="connsiteX4" fmla="*/ 5703 w 5703"/>
                <a:gd name="connsiteY4" fmla="*/ 2281 h 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03" h="4562">
                  <a:moveTo>
                    <a:pt x="5703" y="2281"/>
                  </a:moveTo>
                  <a:lnTo>
                    <a:pt x="2915" y="4563"/>
                  </a:lnTo>
                  <a:lnTo>
                    <a:pt x="0" y="2281"/>
                  </a:lnTo>
                  <a:lnTo>
                    <a:pt x="2915" y="0"/>
                  </a:lnTo>
                  <a:lnTo>
                    <a:pt x="5703" y="22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78" name="Freeform: Shape 4477">
              <a:extLst>
                <a:ext uri="{FF2B5EF4-FFF2-40B4-BE49-F238E27FC236}">
                  <a16:creationId xmlns:a16="http://schemas.microsoft.com/office/drawing/2014/main" id="{D1DF10F3-BD7F-5915-7F34-0C3B3B7BA82B}"/>
                </a:ext>
              </a:extLst>
            </p:cNvPr>
            <p:cNvSpPr/>
            <p:nvPr/>
          </p:nvSpPr>
          <p:spPr>
            <a:xfrm>
              <a:off x="2184802" y="1023296"/>
              <a:ext cx="5069" cy="4055"/>
            </a:xfrm>
            <a:custGeom>
              <a:avLst/>
              <a:gdLst>
                <a:gd name="connsiteX0" fmla="*/ 5069 w 5069"/>
                <a:gd name="connsiteY0" fmla="*/ 2028 h 4055"/>
                <a:gd name="connsiteX1" fmla="*/ 2535 w 5069"/>
                <a:gd name="connsiteY1" fmla="*/ 4056 h 4055"/>
                <a:gd name="connsiteX2" fmla="*/ 0 w 5069"/>
                <a:gd name="connsiteY2" fmla="*/ 2028 h 4055"/>
                <a:gd name="connsiteX3" fmla="*/ 2535 w 5069"/>
                <a:gd name="connsiteY3" fmla="*/ 0 h 4055"/>
                <a:gd name="connsiteX4" fmla="*/ 5069 w 5069"/>
                <a:gd name="connsiteY4" fmla="*/ 2028 h 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9" h="4055">
                  <a:moveTo>
                    <a:pt x="5069" y="2028"/>
                  </a:moveTo>
                  <a:lnTo>
                    <a:pt x="2535" y="4056"/>
                  </a:lnTo>
                  <a:lnTo>
                    <a:pt x="0" y="2028"/>
                  </a:lnTo>
                  <a:lnTo>
                    <a:pt x="2535" y="0"/>
                  </a:lnTo>
                  <a:lnTo>
                    <a:pt x="5069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79" name="Freeform: Shape 4478">
              <a:extLst>
                <a:ext uri="{FF2B5EF4-FFF2-40B4-BE49-F238E27FC236}">
                  <a16:creationId xmlns:a16="http://schemas.microsoft.com/office/drawing/2014/main" id="{7C938AB3-D452-E584-3B90-20036EDA3F94}"/>
                </a:ext>
              </a:extLst>
            </p:cNvPr>
            <p:cNvSpPr/>
            <p:nvPr/>
          </p:nvSpPr>
          <p:spPr>
            <a:xfrm>
              <a:off x="2266673" y="942312"/>
              <a:ext cx="3548" cy="2788"/>
            </a:xfrm>
            <a:custGeom>
              <a:avLst/>
              <a:gdLst>
                <a:gd name="connsiteX0" fmla="*/ 3549 w 3548"/>
                <a:gd name="connsiteY0" fmla="*/ 1394 h 2788"/>
                <a:gd name="connsiteX1" fmla="*/ 1901 w 3548"/>
                <a:gd name="connsiteY1" fmla="*/ 2788 h 2788"/>
                <a:gd name="connsiteX2" fmla="*/ 0 w 3548"/>
                <a:gd name="connsiteY2" fmla="*/ 1394 h 2788"/>
                <a:gd name="connsiteX3" fmla="*/ 1901 w 3548"/>
                <a:gd name="connsiteY3" fmla="*/ 0 h 2788"/>
                <a:gd name="connsiteX4" fmla="*/ 3549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9" y="1394"/>
                  </a:moveTo>
                  <a:lnTo>
                    <a:pt x="1901" y="2788"/>
                  </a:lnTo>
                  <a:lnTo>
                    <a:pt x="0" y="1394"/>
                  </a:lnTo>
                  <a:lnTo>
                    <a:pt x="1901" y="0"/>
                  </a:lnTo>
                  <a:lnTo>
                    <a:pt x="3549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80" name="Freeform: Shape 4479">
              <a:extLst>
                <a:ext uri="{FF2B5EF4-FFF2-40B4-BE49-F238E27FC236}">
                  <a16:creationId xmlns:a16="http://schemas.microsoft.com/office/drawing/2014/main" id="{4B958725-234D-02C1-2A89-41920B38C4C7}"/>
                </a:ext>
              </a:extLst>
            </p:cNvPr>
            <p:cNvSpPr/>
            <p:nvPr/>
          </p:nvSpPr>
          <p:spPr>
            <a:xfrm>
              <a:off x="2350826" y="862595"/>
              <a:ext cx="3041" cy="2281"/>
            </a:xfrm>
            <a:custGeom>
              <a:avLst/>
              <a:gdLst>
                <a:gd name="connsiteX0" fmla="*/ 3042 w 3041"/>
                <a:gd name="connsiteY0" fmla="*/ 1141 h 2281"/>
                <a:gd name="connsiteX1" fmla="*/ 1521 w 3041"/>
                <a:gd name="connsiteY1" fmla="*/ 2281 h 2281"/>
                <a:gd name="connsiteX2" fmla="*/ 0 w 3041"/>
                <a:gd name="connsiteY2" fmla="*/ 1141 h 2281"/>
                <a:gd name="connsiteX3" fmla="*/ 1521 w 3041"/>
                <a:gd name="connsiteY3" fmla="*/ 0 h 2281"/>
                <a:gd name="connsiteX4" fmla="*/ 3042 w 3041"/>
                <a:gd name="connsiteY4" fmla="*/ 1141 h 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1" h="2281">
                  <a:moveTo>
                    <a:pt x="3042" y="1141"/>
                  </a:moveTo>
                  <a:lnTo>
                    <a:pt x="1521" y="2281"/>
                  </a:lnTo>
                  <a:lnTo>
                    <a:pt x="0" y="1141"/>
                  </a:lnTo>
                  <a:lnTo>
                    <a:pt x="1521" y="0"/>
                  </a:lnTo>
                  <a:lnTo>
                    <a:pt x="3042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81" name="Freeform: Shape 4480">
              <a:extLst>
                <a:ext uri="{FF2B5EF4-FFF2-40B4-BE49-F238E27FC236}">
                  <a16:creationId xmlns:a16="http://schemas.microsoft.com/office/drawing/2014/main" id="{366C69AA-4D53-BCB5-EB0F-947A661C93DF}"/>
                </a:ext>
              </a:extLst>
            </p:cNvPr>
            <p:cNvSpPr/>
            <p:nvPr/>
          </p:nvSpPr>
          <p:spPr>
            <a:xfrm>
              <a:off x="2437767" y="784652"/>
              <a:ext cx="2154" cy="1774"/>
            </a:xfrm>
            <a:custGeom>
              <a:avLst/>
              <a:gdLst>
                <a:gd name="connsiteX0" fmla="*/ 2154 w 2154"/>
                <a:gd name="connsiteY0" fmla="*/ 887 h 1774"/>
                <a:gd name="connsiteX1" fmla="*/ 1014 w 2154"/>
                <a:gd name="connsiteY1" fmla="*/ 1774 h 1774"/>
                <a:gd name="connsiteX2" fmla="*/ 0 w 2154"/>
                <a:gd name="connsiteY2" fmla="*/ 887 h 1774"/>
                <a:gd name="connsiteX3" fmla="*/ 1014 w 2154"/>
                <a:gd name="connsiteY3" fmla="*/ 0 h 1774"/>
                <a:gd name="connsiteX4" fmla="*/ 2154 w 2154"/>
                <a:gd name="connsiteY4" fmla="*/ 887 h 1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4" h="1774">
                  <a:moveTo>
                    <a:pt x="2154" y="887"/>
                  </a:moveTo>
                  <a:lnTo>
                    <a:pt x="1014" y="1774"/>
                  </a:lnTo>
                  <a:lnTo>
                    <a:pt x="0" y="887"/>
                  </a:lnTo>
                  <a:lnTo>
                    <a:pt x="1014" y="0"/>
                  </a:lnTo>
                  <a:lnTo>
                    <a:pt x="2154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82" name="Freeform: Shape 4481">
              <a:extLst>
                <a:ext uri="{FF2B5EF4-FFF2-40B4-BE49-F238E27FC236}">
                  <a16:creationId xmlns:a16="http://schemas.microsoft.com/office/drawing/2014/main" id="{2E06BF8C-BA56-A350-2725-FCACE902736C}"/>
                </a:ext>
              </a:extLst>
            </p:cNvPr>
            <p:cNvSpPr/>
            <p:nvPr/>
          </p:nvSpPr>
          <p:spPr>
            <a:xfrm>
              <a:off x="2527496" y="708991"/>
              <a:ext cx="633" cy="506"/>
            </a:xfrm>
            <a:custGeom>
              <a:avLst/>
              <a:gdLst>
                <a:gd name="connsiteX0" fmla="*/ 634 w 633"/>
                <a:gd name="connsiteY0" fmla="*/ 253 h 506"/>
                <a:gd name="connsiteX1" fmla="*/ 254 w 633"/>
                <a:gd name="connsiteY1" fmla="*/ 507 h 506"/>
                <a:gd name="connsiteX2" fmla="*/ 0 w 633"/>
                <a:gd name="connsiteY2" fmla="*/ 253 h 506"/>
                <a:gd name="connsiteX3" fmla="*/ 254 w 633"/>
                <a:gd name="connsiteY3" fmla="*/ 0 h 506"/>
                <a:gd name="connsiteX4" fmla="*/ 634 w 633"/>
                <a:gd name="connsiteY4" fmla="*/ 253 h 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" h="506">
                  <a:moveTo>
                    <a:pt x="634" y="253"/>
                  </a:moveTo>
                  <a:lnTo>
                    <a:pt x="254" y="507"/>
                  </a:lnTo>
                  <a:lnTo>
                    <a:pt x="0" y="253"/>
                  </a:lnTo>
                  <a:lnTo>
                    <a:pt x="254" y="0"/>
                  </a:lnTo>
                  <a:lnTo>
                    <a:pt x="634" y="25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83" name="Freeform: Shape 4482">
              <a:extLst>
                <a:ext uri="{FF2B5EF4-FFF2-40B4-BE49-F238E27FC236}">
                  <a16:creationId xmlns:a16="http://schemas.microsoft.com/office/drawing/2014/main" id="{E68C0B10-6B9A-ABBC-0300-A13E1DC03D26}"/>
                </a:ext>
              </a:extLst>
            </p:cNvPr>
            <p:cNvSpPr/>
            <p:nvPr/>
          </p:nvSpPr>
          <p:spPr>
            <a:xfrm>
              <a:off x="2619126" y="634597"/>
              <a:ext cx="380" cy="253"/>
            </a:xfrm>
            <a:custGeom>
              <a:avLst/>
              <a:gdLst>
                <a:gd name="connsiteX0" fmla="*/ 380 w 380"/>
                <a:gd name="connsiteY0" fmla="*/ 127 h 253"/>
                <a:gd name="connsiteX1" fmla="*/ 127 w 380"/>
                <a:gd name="connsiteY1" fmla="*/ 253 h 253"/>
                <a:gd name="connsiteX2" fmla="*/ 0 w 380"/>
                <a:gd name="connsiteY2" fmla="*/ 127 h 253"/>
                <a:gd name="connsiteX3" fmla="*/ 127 w 380"/>
                <a:gd name="connsiteY3" fmla="*/ 0 h 253"/>
                <a:gd name="connsiteX4" fmla="*/ 380 w 380"/>
                <a:gd name="connsiteY4" fmla="*/ 127 h 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" h="253">
                  <a:moveTo>
                    <a:pt x="380" y="127"/>
                  </a:moveTo>
                  <a:lnTo>
                    <a:pt x="127" y="253"/>
                  </a:lnTo>
                  <a:lnTo>
                    <a:pt x="0" y="127"/>
                  </a:lnTo>
                  <a:lnTo>
                    <a:pt x="127" y="0"/>
                  </a:lnTo>
                  <a:lnTo>
                    <a:pt x="380" y="12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84" name="Freeform: Shape 4483">
              <a:extLst>
                <a:ext uri="{FF2B5EF4-FFF2-40B4-BE49-F238E27FC236}">
                  <a16:creationId xmlns:a16="http://schemas.microsoft.com/office/drawing/2014/main" id="{EE6044AD-022D-937F-B83A-A197D2957A69}"/>
                </a:ext>
              </a:extLst>
            </p:cNvPr>
            <p:cNvSpPr/>
            <p:nvPr/>
          </p:nvSpPr>
          <p:spPr>
            <a:xfrm>
              <a:off x="2713037" y="561977"/>
              <a:ext cx="380" cy="253"/>
            </a:xfrm>
            <a:custGeom>
              <a:avLst/>
              <a:gdLst>
                <a:gd name="connsiteX0" fmla="*/ 380 w 380"/>
                <a:gd name="connsiteY0" fmla="*/ 127 h 253"/>
                <a:gd name="connsiteX1" fmla="*/ 127 w 380"/>
                <a:gd name="connsiteY1" fmla="*/ 253 h 253"/>
                <a:gd name="connsiteX2" fmla="*/ 0 w 380"/>
                <a:gd name="connsiteY2" fmla="*/ 127 h 253"/>
                <a:gd name="connsiteX3" fmla="*/ 127 w 380"/>
                <a:gd name="connsiteY3" fmla="*/ 0 h 253"/>
                <a:gd name="connsiteX4" fmla="*/ 380 w 380"/>
                <a:gd name="connsiteY4" fmla="*/ 127 h 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" h="253">
                  <a:moveTo>
                    <a:pt x="380" y="127"/>
                  </a:moveTo>
                  <a:lnTo>
                    <a:pt x="127" y="253"/>
                  </a:lnTo>
                  <a:lnTo>
                    <a:pt x="0" y="127"/>
                  </a:lnTo>
                  <a:lnTo>
                    <a:pt x="127" y="0"/>
                  </a:lnTo>
                  <a:lnTo>
                    <a:pt x="380" y="12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85" name="Freeform: Shape 4484">
              <a:extLst>
                <a:ext uri="{FF2B5EF4-FFF2-40B4-BE49-F238E27FC236}">
                  <a16:creationId xmlns:a16="http://schemas.microsoft.com/office/drawing/2014/main" id="{28EB6AE5-E94E-2F58-87FB-8ADADBB172BA}"/>
                </a:ext>
              </a:extLst>
            </p:cNvPr>
            <p:cNvSpPr/>
            <p:nvPr/>
          </p:nvSpPr>
          <p:spPr>
            <a:xfrm>
              <a:off x="2808850" y="491005"/>
              <a:ext cx="1267" cy="1140"/>
            </a:xfrm>
            <a:custGeom>
              <a:avLst/>
              <a:gdLst>
                <a:gd name="connsiteX0" fmla="*/ 1267 w 1267"/>
                <a:gd name="connsiteY0" fmla="*/ 507 h 1140"/>
                <a:gd name="connsiteX1" fmla="*/ 634 w 1267"/>
                <a:gd name="connsiteY1" fmla="*/ 1141 h 1140"/>
                <a:gd name="connsiteX2" fmla="*/ 0 w 1267"/>
                <a:gd name="connsiteY2" fmla="*/ 507 h 1140"/>
                <a:gd name="connsiteX3" fmla="*/ 634 w 1267"/>
                <a:gd name="connsiteY3" fmla="*/ 0 h 1140"/>
                <a:gd name="connsiteX4" fmla="*/ 1267 w 1267"/>
                <a:gd name="connsiteY4" fmla="*/ 507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7" h="1140">
                  <a:moveTo>
                    <a:pt x="1267" y="507"/>
                  </a:moveTo>
                  <a:lnTo>
                    <a:pt x="634" y="1141"/>
                  </a:lnTo>
                  <a:lnTo>
                    <a:pt x="0" y="507"/>
                  </a:lnTo>
                  <a:lnTo>
                    <a:pt x="634" y="0"/>
                  </a:lnTo>
                  <a:lnTo>
                    <a:pt x="1267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86" name="Freeform: Shape 4485">
              <a:extLst>
                <a:ext uri="{FF2B5EF4-FFF2-40B4-BE49-F238E27FC236}">
                  <a16:creationId xmlns:a16="http://schemas.microsoft.com/office/drawing/2014/main" id="{F31FFDF5-CB9C-B016-82BA-A91C8ACA22EA}"/>
                </a:ext>
              </a:extLst>
            </p:cNvPr>
            <p:cNvSpPr/>
            <p:nvPr/>
          </p:nvSpPr>
          <p:spPr>
            <a:xfrm>
              <a:off x="2906943" y="422061"/>
              <a:ext cx="2281" cy="1901"/>
            </a:xfrm>
            <a:custGeom>
              <a:avLst/>
              <a:gdLst>
                <a:gd name="connsiteX0" fmla="*/ 2281 w 2281"/>
                <a:gd name="connsiteY0" fmla="*/ 887 h 1901"/>
                <a:gd name="connsiteX1" fmla="*/ 1141 w 2281"/>
                <a:gd name="connsiteY1" fmla="*/ 1901 h 1901"/>
                <a:gd name="connsiteX2" fmla="*/ 0 w 2281"/>
                <a:gd name="connsiteY2" fmla="*/ 887 h 1901"/>
                <a:gd name="connsiteX3" fmla="*/ 1141 w 2281"/>
                <a:gd name="connsiteY3" fmla="*/ 0 h 1901"/>
                <a:gd name="connsiteX4" fmla="*/ 2281 w 2281"/>
                <a:gd name="connsiteY4" fmla="*/ 887 h 1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1" h="1901">
                  <a:moveTo>
                    <a:pt x="2281" y="887"/>
                  </a:moveTo>
                  <a:lnTo>
                    <a:pt x="1141" y="1901"/>
                  </a:lnTo>
                  <a:lnTo>
                    <a:pt x="0" y="887"/>
                  </a:lnTo>
                  <a:lnTo>
                    <a:pt x="1141" y="0"/>
                  </a:lnTo>
                  <a:lnTo>
                    <a:pt x="2281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87" name="Freeform: Shape 4486">
              <a:extLst>
                <a:ext uri="{FF2B5EF4-FFF2-40B4-BE49-F238E27FC236}">
                  <a16:creationId xmlns:a16="http://schemas.microsoft.com/office/drawing/2014/main" id="{80FFFF45-EAAD-F28F-60AB-2CFD2F25592F}"/>
                </a:ext>
              </a:extLst>
            </p:cNvPr>
            <p:cNvSpPr/>
            <p:nvPr/>
          </p:nvSpPr>
          <p:spPr>
            <a:xfrm>
              <a:off x="3007445" y="355271"/>
              <a:ext cx="2914" cy="2407"/>
            </a:xfrm>
            <a:custGeom>
              <a:avLst/>
              <a:gdLst>
                <a:gd name="connsiteX0" fmla="*/ 2915 w 2914"/>
                <a:gd name="connsiteY0" fmla="*/ 1267 h 2407"/>
                <a:gd name="connsiteX1" fmla="*/ 1394 w 2914"/>
                <a:gd name="connsiteY1" fmla="*/ 2408 h 2407"/>
                <a:gd name="connsiteX2" fmla="*/ 0 w 2914"/>
                <a:gd name="connsiteY2" fmla="*/ 1267 h 2407"/>
                <a:gd name="connsiteX3" fmla="*/ 1394 w 2914"/>
                <a:gd name="connsiteY3" fmla="*/ 0 h 2407"/>
                <a:gd name="connsiteX4" fmla="*/ 2915 w 2914"/>
                <a:gd name="connsiteY4" fmla="*/ 1267 h 2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" h="2407">
                  <a:moveTo>
                    <a:pt x="2915" y="1267"/>
                  </a:moveTo>
                  <a:lnTo>
                    <a:pt x="1394" y="2408"/>
                  </a:lnTo>
                  <a:lnTo>
                    <a:pt x="0" y="1267"/>
                  </a:lnTo>
                  <a:lnTo>
                    <a:pt x="1394" y="0"/>
                  </a:lnTo>
                  <a:lnTo>
                    <a:pt x="2915" y="126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88" name="Freeform: Shape 4487">
              <a:extLst>
                <a:ext uri="{FF2B5EF4-FFF2-40B4-BE49-F238E27FC236}">
                  <a16:creationId xmlns:a16="http://schemas.microsoft.com/office/drawing/2014/main" id="{B4BF75EF-B69C-3984-FD47-D672E5B64895}"/>
                </a:ext>
              </a:extLst>
            </p:cNvPr>
            <p:cNvSpPr/>
            <p:nvPr/>
          </p:nvSpPr>
          <p:spPr>
            <a:xfrm>
              <a:off x="3109721" y="290509"/>
              <a:ext cx="4182" cy="3168"/>
            </a:xfrm>
            <a:custGeom>
              <a:avLst/>
              <a:gdLst>
                <a:gd name="connsiteX0" fmla="*/ 4182 w 4182"/>
                <a:gd name="connsiteY0" fmla="*/ 1648 h 3168"/>
                <a:gd name="connsiteX1" fmla="*/ 2028 w 4182"/>
                <a:gd name="connsiteY1" fmla="*/ 3168 h 3168"/>
                <a:gd name="connsiteX2" fmla="*/ 0 w 4182"/>
                <a:gd name="connsiteY2" fmla="*/ 1648 h 3168"/>
                <a:gd name="connsiteX3" fmla="*/ 2028 w 4182"/>
                <a:gd name="connsiteY3" fmla="*/ 0 h 3168"/>
                <a:gd name="connsiteX4" fmla="*/ 4182 w 4182"/>
                <a:gd name="connsiteY4" fmla="*/ 1648 h 3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2" h="3168">
                  <a:moveTo>
                    <a:pt x="4182" y="1648"/>
                  </a:moveTo>
                  <a:lnTo>
                    <a:pt x="2028" y="3168"/>
                  </a:lnTo>
                  <a:lnTo>
                    <a:pt x="0" y="1648"/>
                  </a:lnTo>
                  <a:lnTo>
                    <a:pt x="2028" y="0"/>
                  </a:lnTo>
                  <a:lnTo>
                    <a:pt x="4182" y="164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89" name="Freeform: Shape 4488">
              <a:extLst>
                <a:ext uri="{FF2B5EF4-FFF2-40B4-BE49-F238E27FC236}">
                  <a16:creationId xmlns:a16="http://schemas.microsoft.com/office/drawing/2014/main" id="{2419BDC0-9895-4ECF-B1B9-1812A8262221}"/>
                </a:ext>
              </a:extLst>
            </p:cNvPr>
            <p:cNvSpPr/>
            <p:nvPr/>
          </p:nvSpPr>
          <p:spPr>
            <a:xfrm>
              <a:off x="3214532" y="228028"/>
              <a:ext cx="4689" cy="3675"/>
            </a:xfrm>
            <a:custGeom>
              <a:avLst/>
              <a:gdLst>
                <a:gd name="connsiteX0" fmla="*/ 4689 w 4689"/>
                <a:gd name="connsiteY0" fmla="*/ 1901 h 3675"/>
                <a:gd name="connsiteX1" fmla="*/ 2281 w 4689"/>
                <a:gd name="connsiteY1" fmla="*/ 3675 h 3675"/>
                <a:gd name="connsiteX2" fmla="*/ 0 w 4689"/>
                <a:gd name="connsiteY2" fmla="*/ 1901 h 3675"/>
                <a:gd name="connsiteX3" fmla="*/ 2281 w 4689"/>
                <a:gd name="connsiteY3" fmla="*/ 0 h 3675"/>
                <a:gd name="connsiteX4" fmla="*/ 4689 w 4689"/>
                <a:gd name="connsiteY4" fmla="*/ 1901 h 3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89" h="3675">
                  <a:moveTo>
                    <a:pt x="4689" y="1901"/>
                  </a:moveTo>
                  <a:lnTo>
                    <a:pt x="2281" y="3675"/>
                  </a:lnTo>
                  <a:lnTo>
                    <a:pt x="0" y="1901"/>
                  </a:lnTo>
                  <a:lnTo>
                    <a:pt x="2281" y="0"/>
                  </a:lnTo>
                  <a:lnTo>
                    <a:pt x="4689" y="190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90" name="Freeform: Shape 4489">
              <a:extLst>
                <a:ext uri="{FF2B5EF4-FFF2-40B4-BE49-F238E27FC236}">
                  <a16:creationId xmlns:a16="http://schemas.microsoft.com/office/drawing/2014/main" id="{266BBA61-9DF9-A14C-5EF4-1ACEE1CFA010}"/>
                </a:ext>
              </a:extLst>
            </p:cNvPr>
            <p:cNvSpPr/>
            <p:nvPr/>
          </p:nvSpPr>
          <p:spPr>
            <a:xfrm>
              <a:off x="3321243" y="167702"/>
              <a:ext cx="5323" cy="4182"/>
            </a:xfrm>
            <a:custGeom>
              <a:avLst/>
              <a:gdLst>
                <a:gd name="connsiteX0" fmla="*/ 5323 w 5323"/>
                <a:gd name="connsiteY0" fmla="*/ 2155 h 4182"/>
                <a:gd name="connsiteX1" fmla="*/ 2661 w 5323"/>
                <a:gd name="connsiteY1" fmla="*/ 4182 h 4182"/>
                <a:gd name="connsiteX2" fmla="*/ 0 w 5323"/>
                <a:gd name="connsiteY2" fmla="*/ 2155 h 4182"/>
                <a:gd name="connsiteX3" fmla="*/ 2661 w 5323"/>
                <a:gd name="connsiteY3" fmla="*/ 0 h 4182"/>
                <a:gd name="connsiteX4" fmla="*/ 5323 w 5323"/>
                <a:gd name="connsiteY4" fmla="*/ 2155 h 4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23" h="4182">
                  <a:moveTo>
                    <a:pt x="5323" y="2155"/>
                  </a:moveTo>
                  <a:lnTo>
                    <a:pt x="2661" y="4182"/>
                  </a:lnTo>
                  <a:lnTo>
                    <a:pt x="0" y="2155"/>
                  </a:lnTo>
                  <a:lnTo>
                    <a:pt x="2661" y="0"/>
                  </a:lnTo>
                  <a:lnTo>
                    <a:pt x="5323" y="215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91" name="Freeform: Shape 4490">
              <a:extLst>
                <a:ext uri="{FF2B5EF4-FFF2-40B4-BE49-F238E27FC236}">
                  <a16:creationId xmlns:a16="http://schemas.microsoft.com/office/drawing/2014/main" id="{D0771C9C-B3A6-E142-FED1-F174598A288B}"/>
                </a:ext>
              </a:extLst>
            </p:cNvPr>
            <p:cNvSpPr/>
            <p:nvPr/>
          </p:nvSpPr>
          <p:spPr>
            <a:xfrm>
              <a:off x="3429729" y="109530"/>
              <a:ext cx="6463" cy="5069"/>
            </a:xfrm>
            <a:custGeom>
              <a:avLst/>
              <a:gdLst>
                <a:gd name="connsiteX0" fmla="*/ 6464 w 6463"/>
                <a:gd name="connsiteY0" fmla="*/ 2535 h 5069"/>
                <a:gd name="connsiteX1" fmla="*/ 3168 w 6463"/>
                <a:gd name="connsiteY1" fmla="*/ 5069 h 5069"/>
                <a:gd name="connsiteX2" fmla="*/ 0 w 6463"/>
                <a:gd name="connsiteY2" fmla="*/ 2535 h 5069"/>
                <a:gd name="connsiteX3" fmla="*/ 3168 w 6463"/>
                <a:gd name="connsiteY3" fmla="*/ 0 h 5069"/>
                <a:gd name="connsiteX4" fmla="*/ 6464 w 6463"/>
                <a:gd name="connsiteY4" fmla="*/ 2535 h 5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069">
                  <a:moveTo>
                    <a:pt x="6464" y="2535"/>
                  </a:moveTo>
                  <a:lnTo>
                    <a:pt x="3168" y="5069"/>
                  </a:lnTo>
                  <a:lnTo>
                    <a:pt x="0" y="2535"/>
                  </a:lnTo>
                  <a:lnTo>
                    <a:pt x="3168" y="0"/>
                  </a:lnTo>
                  <a:lnTo>
                    <a:pt x="6464" y="253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92" name="Freeform: Shape 4491">
              <a:extLst>
                <a:ext uri="{FF2B5EF4-FFF2-40B4-BE49-F238E27FC236}">
                  <a16:creationId xmlns:a16="http://schemas.microsoft.com/office/drawing/2014/main" id="{41DB26A3-1CAE-6AAC-0130-DCCCB452FBF0}"/>
                </a:ext>
              </a:extLst>
            </p:cNvPr>
            <p:cNvSpPr/>
            <p:nvPr/>
          </p:nvSpPr>
          <p:spPr>
            <a:xfrm>
              <a:off x="3540116" y="53639"/>
              <a:ext cx="7350" cy="5829"/>
            </a:xfrm>
            <a:custGeom>
              <a:avLst/>
              <a:gdLst>
                <a:gd name="connsiteX0" fmla="*/ 7351 w 7350"/>
                <a:gd name="connsiteY0" fmla="*/ 2915 h 5829"/>
                <a:gd name="connsiteX1" fmla="*/ 3675 w 7350"/>
                <a:gd name="connsiteY1" fmla="*/ 5830 h 5829"/>
                <a:gd name="connsiteX2" fmla="*/ 0 w 7350"/>
                <a:gd name="connsiteY2" fmla="*/ 2915 h 5829"/>
                <a:gd name="connsiteX3" fmla="*/ 3675 w 7350"/>
                <a:gd name="connsiteY3" fmla="*/ 0 h 5829"/>
                <a:gd name="connsiteX4" fmla="*/ 7351 w 7350"/>
                <a:gd name="connsiteY4" fmla="*/ 2915 h 5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0" h="5829">
                  <a:moveTo>
                    <a:pt x="7351" y="2915"/>
                  </a:moveTo>
                  <a:lnTo>
                    <a:pt x="3675" y="5830"/>
                  </a:lnTo>
                  <a:lnTo>
                    <a:pt x="0" y="2915"/>
                  </a:lnTo>
                  <a:lnTo>
                    <a:pt x="3675" y="0"/>
                  </a:lnTo>
                  <a:lnTo>
                    <a:pt x="7351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93" name="Freeform: Shape 4492">
              <a:extLst>
                <a:ext uri="{FF2B5EF4-FFF2-40B4-BE49-F238E27FC236}">
                  <a16:creationId xmlns:a16="http://schemas.microsoft.com/office/drawing/2014/main" id="{414D9A70-4E6C-B069-25FD-212354725F6A}"/>
                </a:ext>
              </a:extLst>
            </p:cNvPr>
            <p:cNvSpPr/>
            <p:nvPr/>
          </p:nvSpPr>
          <p:spPr>
            <a:xfrm>
              <a:off x="8758089" y="41219"/>
              <a:ext cx="38654" cy="30670"/>
            </a:xfrm>
            <a:custGeom>
              <a:avLst/>
              <a:gdLst>
                <a:gd name="connsiteX0" fmla="*/ 38654 w 38654"/>
                <a:gd name="connsiteY0" fmla="*/ 15335 h 30670"/>
                <a:gd name="connsiteX1" fmla="*/ 19264 w 38654"/>
                <a:gd name="connsiteY1" fmla="*/ 30670 h 30670"/>
                <a:gd name="connsiteX2" fmla="*/ 0 w 38654"/>
                <a:gd name="connsiteY2" fmla="*/ 15335 h 30670"/>
                <a:gd name="connsiteX3" fmla="*/ 19264 w 38654"/>
                <a:gd name="connsiteY3" fmla="*/ 0 h 30670"/>
                <a:gd name="connsiteX4" fmla="*/ 38654 w 38654"/>
                <a:gd name="connsiteY4" fmla="*/ 15335 h 30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654" h="30670">
                  <a:moveTo>
                    <a:pt x="38654" y="15335"/>
                  </a:moveTo>
                  <a:cubicBezTo>
                    <a:pt x="38654" y="23826"/>
                    <a:pt x="29910" y="30670"/>
                    <a:pt x="19264" y="30670"/>
                  </a:cubicBezTo>
                  <a:cubicBezTo>
                    <a:pt x="8618" y="30670"/>
                    <a:pt x="0" y="23826"/>
                    <a:pt x="0" y="15335"/>
                  </a:cubicBezTo>
                  <a:cubicBezTo>
                    <a:pt x="0" y="6844"/>
                    <a:pt x="8618" y="0"/>
                    <a:pt x="19264" y="0"/>
                  </a:cubicBezTo>
                  <a:cubicBezTo>
                    <a:pt x="29910" y="0"/>
                    <a:pt x="38654" y="6844"/>
                    <a:pt x="38654" y="153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94" name="Freeform: Shape 4493">
              <a:extLst>
                <a:ext uri="{FF2B5EF4-FFF2-40B4-BE49-F238E27FC236}">
                  <a16:creationId xmlns:a16="http://schemas.microsoft.com/office/drawing/2014/main" id="{79DF43F1-0548-38DF-E87A-04D2F0FB36AA}"/>
                </a:ext>
              </a:extLst>
            </p:cNvPr>
            <p:cNvSpPr/>
            <p:nvPr/>
          </p:nvSpPr>
          <p:spPr>
            <a:xfrm>
              <a:off x="8868477" y="96349"/>
              <a:ext cx="39668" cy="31430"/>
            </a:xfrm>
            <a:custGeom>
              <a:avLst/>
              <a:gdLst>
                <a:gd name="connsiteX0" fmla="*/ 39668 w 39668"/>
                <a:gd name="connsiteY0" fmla="*/ 15715 h 31430"/>
                <a:gd name="connsiteX1" fmla="*/ 19898 w 39668"/>
                <a:gd name="connsiteY1" fmla="*/ 31431 h 31430"/>
                <a:gd name="connsiteX2" fmla="*/ 0 w 39668"/>
                <a:gd name="connsiteY2" fmla="*/ 15715 h 31430"/>
                <a:gd name="connsiteX3" fmla="*/ 19898 w 39668"/>
                <a:gd name="connsiteY3" fmla="*/ 0 h 31430"/>
                <a:gd name="connsiteX4" fmla="*/ 39668 w 39668"/>
                <a:gd name="connsiteY4" fmla="*/ 15715 h 31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668" h="31430">
                  <a:moveTo>
                    <a:pt x="39668" y="15715"/>
                  </a:moveTo>
                  <a:cubicBezTo>
                    <a:pt x="39668" y="24460"/>
                    <a:pt x="30797" y="31431"/>
                    <a:pt x="19898" y="31431"/>
                  </a:cubicBezTo>
                  <a:cubicBezTo>
                    <a:pt x="8998" y="31431"/>
                    <a:pt x="0" y="24333"/>
                    <a:pt x="0" y="15715"/>
                  </a:cubicBezTo>
                  <a:cubicBezTo>
                    <a:pt x="0" y="7097"/>
                    <a:pt x="8872" y="0"/>
                    <a:pt x="19898" y="0"/>
                  </a:cubicBezTo>
                  <a:cubicBezTo>
                    <a:pt x="30924" y="0"/>
                    <a:pt x="39668" y="7097"/>
                    <a:pt x="39668" y="1571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95" name="Freeform: Shape 4494">
              <a:extLst>
                <a:ext uri="{FF2B5EF4-FFF2-40B4-BE49-F238E27FC236}">
                  <a16:creationId xmlns:a16="http://schemas.microsoft.com/office/drawing/2014/main" id="{62146B42-18AC-E9B1-BDC9-F0D1D1D77075}"/>
                </a:ext>
              </a:extLst>
            </p:cNvPr>
            <p:cNvSpPr/>
            <p:nvPr/>
          </p:nvSpPr>
          <p:spPr>
            <a:xfrm>
              <a:off x="8977469" y="154141"/>
              <a:ext cx="39668" cy="31430"/>
            </a:xfrm>
            <a:custGeom>
              <a:avLst/>
              <a:gdLst>
                <a:gd name="connsiteX0" fmla="*/ 39668 w 39668"/>
                <a:gd name="connsiteY0" fmla="*/ 15715 h 31430"/>
                <a:gd name="connsiteX1" fmla="*/ 19771 w 39668"/>
                <a:gd name="connsiteY1" fmla="*/ 31431 h 31430"/>
                <a:gd name="connsiteX2" fmla="*/ 0 w 39668"/>
                <a:gd name="connsiteY2" fmla="*/ 15715 h 31430"/>
                <a:gd name="connsiteX3" fmla="*/ 19771 w 39668"/>
                <a:gd name="connsiteY3" fmla="*/ 0 h 31430"/>
                <a:gd name="connsiteX4" fmla="*/ 39668 w 39668"/>
                <a:gd name="connsiteY4" fmla="*/ 15715 h 31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668" h="31430">
                  <a:moveTo>
                    <a:pt x="39668" y="15715"/>
                  </a:moveTo>
                  <a:cubicBezTo>
                    <a:pt x="39668" y="24460"/>
                    <a:pt x="30797" y="31431"/>
                    <a:pt x="19771" y="31431"/>
                  </a:cubicBezTo>
                  <a:cubicBezTo>
                    <a:pt x="8745" y="31431"/>
                    <a:pt x="0" y="24333"/>
                    <a:pt x="0" y="15715"/>
                  </a:cubicBezTo>
                  <a:cubicBezTo>
                    <a:pt x="0" y="7097"/>
                    <a:pt x="8872" y="0"/>
                    <a:pt x="19771" y="0"/>
                  </a:cubicBezTo>
                  <a:cubicBezTo>
                    <a:pt x="30671" y="0"/>
                    <a:pt x="39668" y="7097"/>
                    <a:pt x="39668" y="1571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96" name="Freeform: Shape 4495">
              <a:extLst>
                <a:ext uri="{FF2B5EF4-FFF2-40B4-BE49-F238E27FC236}">
                  <a16:creationId xmlns:a16="http://schemas.microsoft.com/office/drawing/2014/main" id="{69A5ACEB-8C00-46AC-EB6A-73FB781CFF3D}"/>
                </a:ext>
              </a:extLst>
            </p:cNvPr>
            <p:cNvSpPr/>
            <p:nvPr/>
          </p:nvSpPr>
          <p:spPr>
            <a:xfrm>
              <a:off x="9084055" y="213834"/>
              <a:ext cx="40554" cy="32190"/>
            </a:xfrm>
            <a:custGeom>
              <a:avLst/>
              <a:gdLst>
                <a:gd name="connsiteX0" fmla="*/ 40555 w 40554"/>
                <a:gd name="connsiteY0" fmla="*/ 16095 h 32190"/>
                <a:gd name="connsiteX1" fmla="*/ 20277 w 40554"/>
                <a:gd name="connsiteY1" fmla="*/ 32191 h 32190"/>
                <a:gd name="connsiteX2" fmla="*/ 0 w 40554"/>
                <a:gd name="connsiteY2" fmla="*/ 16095 h 32190"/>
                <a:gd name="connsiteX3" fmla="*/ 20277 w 40554"/>
                <a:gd name="connsiteY3" fmla="*/ 0 h 32190"/>
                <a:gd name="connsiteX4" fmla="*/ 40555 w 40554"/>
                <a:gd name="connsiteY4" fmla="*/ 16095 h 32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54" h="32190">
                  <a:moveTo>
                    <a:pt x="40555" y="16095"/>
                  </a:moveTo>
                  <a:cubicBezTo>
                    <a:pt x="40555" y="24967"/>
                    <a:pt x="31430" y="32191"/>
                    <a:pt x="20277" y="32191"/>
                  </a:cubicBezTo>
                  <a:cubicBezTo>
                    <a:pt x="9125" y="32191"/>
                    <a:pt x="0" y="24967"/>
                    <a:pt x="0" y="16095"/>
                  </a:cubicBezTo>
                  <a:cubicBezTo>
                    <a:pt x="0" y="7224"/>
                    <a:pt x="8998" y="0"/>
                    <a:pt x="20277" y="0"/>
                  </a:cubicBezTo>
                  <a:cubicBezTo>
                    <a:pt x="31557" y="0"/>
                    <a:pt x="40555" y="7224"/>
                    <a:pt x="40555" y="1609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97" name="Freeform: Shape 4496">
              <a:extLst>
                <a:ext uri="{FF2B5EF4-FFF2-40B4-BE49-F238E27FC236}">
                  <a16:creationId xmlns:a16="http://schemas.microsoft.com/office/drawing/2014/main" id="{0EE90BBE-AF73-947B-F334-1E3194D432EE}"/>
                </a:ext>
              </a:extLst>
            </p:cNvPr>
            <p:cNvSpPr/>
            <p:nvPr/>
          </p:nvSpPr>
          <p:spPr>
            <a:xfrm>
              <a:off x="9189625" y="276441"/>
              <a:ext cx="39668" cy="31430"/>
            </a:xfrm>
            <a:custGeom>
              <a:avLst/>
              <a:gdLst>
                <a:gd name="connsiteX0" fmla="*/ 39668 w 39668"/>
                <a:gd name="connsiteY0" fmla="*/ 15715 h 31430"/>
                <a:gd name="connsiteX1" fmla="*/ 19898 w 39668"/>
                <a:gd name="connsiteY1" fmla="*/ 31431 h 31430"/>
                <a:gd name="connsiteX2" fmla="*/ 0 w 39668"/>
                <a:gd name="connsiteY2" fmla="*/ 15715 h 31430"/>
                <a:gd name="connsiteX3" fmla="*/ 19898 w 39668"/>
                <a:gd name="connsiteY3" fmla="*/ 0 h 31430"/>
                <a:gd name="connsiteX4" fmla="*/ 39668 w 39668"/>
                <a:gd name="connsiteY4" fmla="*/ 15715 h 31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668" h="31430">
                  <a:moveTo>
                    <a:pt x="39668" y="15715"/>
                  </a:moveTo>
                  <a:cubicBezTo>
                    <a:pt x="39668" y="24460"/>
                    <a:pt x="30798" y="31431"/>
                    <a:pt x="19898" y="31431"/>
                  </a:cubicBezTo>
                  <a:cubicBezTo>
                    <a:pt x="8999" y="31431"/>
                    <a:pt x="0" y="24333"/>
                    <a:pt x="0" y="15715"/>
                  </a:cubicBezTo>
                  <a:cubicBezTo>
                    <a:pt x="0" y="7097"/>
                    <a:pt x="8872" y="0"/>
                    <a:pt x="19898" y="0"/>
                  </a:cubicBezTo>
                  <a:cubicBezTo>
                    <a:pt x="30924" y="0"/>
                    <a:pt x="39668" y="7097"/>
                    <a:pt x="39668" y="1571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98" name="Freeform: Shape 4497">
              <a:extLst>
                <a:ext uri="{FF2B5EF4-FFF2-40B4-BE49-F238E27FC236}">
                  <a16:creationId xmlns:a16="http://schemas.microsoft.com/office/drawing/2014/main" id="{A522B60B-E1E2-6270-3B84-7ED49FAE543B}"/>
                </a:ext>
              </a:extLst>
            </p:cNvPr>
            <p:cNvSpPr/>
            <p:nvPr/>
          </p:nvSpPr>
          <p:spPr>
            <a:xfrm>
              <a:off x="9292535" y="340823"/>
              <a:ext cx="39668" cy="31430"/>
            </a:xfrm>
            <a:custGeom>
              <a:avLst/>
              <a:gdLst>
                <a:gd name="connsiteX0" fmla="*/ 39668 w 39668"/>
                <a:gd name="connsiteY0" fmla="*/ 15715 h 31430"/>
                <a:gd name="connsiteX1" fmla="*/ 19898 w 39668"/>
                <a:gd name="connsiteY1" fmla="*/ 31431 h 31430"/>
                <a:gd name="connsiteX2" fmla="*/ 0 w 39668"/>
                <a:gd name="connsiteY2" fmla="*/ 15715 h 31430"/>
                <a:gd name="connsiteX3" fmla="*/ 19898 w 39668"/>
                <a:gd name="connsiteY3" fmla="*/ 0 h 31430"/>
                <a:gd name="connsiteX4" fmla="*/ 39668 w 39668"/>
                <a:gd name="connsiteY4" fmla="*/ 15715 h 31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668" h="31430">
                  <a:moveTo>
                    <a:pt x="39668" y="15715"/>
                  </a:moveTo>
                  <a:cubicBezTo>
                    <a:pt x="39668" y="24460"/>
                    <a:pt x="30798" y="31431"/>
                    <a:pt x="19898" y="31431"/>
                  </a:cubicBezTo>
                  <a:cubicBezTo>
                    <a:pt x="8999" y="31431"/>
                    <a:pt x="0" y="24460"/>
                    <a:pt x="0" y="15715"/>
                  </a:cubicBezTo>
                  <a:cubicBezTo>
                    <a:pt x="0" y="6970"/>
                    <a:pt x="8872" y="0"/>
                    <a:pt x="19898" y="0"/>
                  </a:cubicBezTo>
                  <a:cubicBezTo>
                    <a:pt x="30924" y="0"/>
                    <a:pt x="39668" y="7097"/>
                    <a:pt x="39668" y="1571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99" name="Freeform: Shape 4498">
              <a:extLst>
                <a:ext uri="{FF2B5EF4-FFF2-40B4-BE49-F238E27FC236}">
                  <a16:creationId xmlns:a16="http://schemas.microsoft.com/office/drawing/2014/main" id="{7FB21D5A-80D9-A280-E905-8DDC9A3A431F}"/>
                </a:ext>
              </a:extLst>
            </p:cNvPr>
            <p:cNvSpPr/>
            <p:nvPr/>
          </p:nvSpPr>
          <p:spPr>
            <a:xfrm>
              <a:off x="9392910" y="406853"/>
              <a:ext cx="40555" cy="32190"/>
            </a:xfrm>
            <a:custGeom>
              <a:avLst/>
              <a:gdLst>
                <a:gd name="connsiteX0" fmla="*/ 40556 w 40555"/>
                <a:gd name="connsiteY0" fmla="*/ 16095 h 32190"/>
                <a:gd name="connsiteX1" fmla="*/ 20277 w 40555"/>
                <a:gd name="connsiteY1" fmla="*/ 32191 h 32190"/>
                <a:gd name="connsiteX2" fmla="*/ 0 w 40555"/>
                <a:gd name="connsiteY2" fmla="*/ 16095 h 32190"/>
                <a:gd name="connsiteX3" fmla="*/ 20277 w 40555"/>
                <a:gd name="connsiteY3" fmla="*/ 0 h 32190"/>
                <a:gd name="connsiteX4" fmla="*/ 40556 w 40555"/>
                <a:gd name="connsiteY4" fmla="*/ 16095 h 32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55" h="32190">
                  <a:moveTo>
                    <a:pt x="40556" y="16095"/>
                  </a:moveTo>
                  <a:cubicBezTo>
                    <a:pt x="40556" y="24967"/>
                    <a:pt x="31557" y="32191"/>
                    <a:pt x="20277" y="32191"/>
                  </a:cubicBezTo>
                  <a:cubicBezTo>
                    <a:pt x="8998" y="32191"/>
                    <a:pt x="0" y="24967"/>
                    <a:pt x="0" y="16095"/>
                  </a:cubicBezTo>
                  <a:cubicBezTo>
                    <a:pt x="0" y="7224"/>
                    <a:pt x="9125" y="0"/>
                    <a:pt x="20277" y="0"/>
                  </a:cubicBezTo>
                  <a:cubicBezTo>
                    <a:pt x="31430" y="0"/>
                    <a:pt x="40556" y="7224"/>
                    <a:pt x="40556" y="1609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00" name="Freeform: Shape 4499">
              <a:extLst>
                <a:ext uri="{FF2B5EF4-FFF2-40B4-BE49-F238E27FC236}">
                  <a16:creationId xmlns:a16="http://schemas.microsoft.com/office/drawing/2014/main" id="{215EB94E-B80E-4294-EA57-0670CA82EF06}"/>
                </a:ext>
              </a:extLst>
            </p:cNvPr>
            <p:cNvSpPr/>
            <p:nvPr/>
          </p:nvSpPr>
          <p:spPr>
            <a:xfrm>
              <a:off x="9491510" y="475417"/>
              <a:ext cx="40555" cy="32190"/>
            </a:xfrm>
            <a:custGeom>
              <a:avLst/>
              <a:gdLst>
                <a:gd name="connsiteX0" fmla="*/ 40556 w 40555"/>
                <a:gd name="connsiteY0" fmla="*/ 16095 h 32190"/>
                <a:gd name="connsiteX1" fmla="*/ 20278 w 40555"/>
                <a:gd name="connsiteY1" fmla="*/ 32191 h 32190"/>
                <a:gd name="connsiteX2" fmla="*/ 0 w 40555"/>
                <a:gd name="connsiteY2" fmla="*/ 16095 h 32190"/>
                <a:gd name="connsiteX3" fmla="*/ 20278 w 40555"/>
                <a:gd name="connsiteY3" fmla="*/ 0 h 32190"/>
                <a:gd name="connsiteX4" fmla="*/ 40556 w 40555"/>
                <a:gd name="connsiteY4" fmla="*/ 16095 h 32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55" h="32190">
                  <a:moveTo>
                    <a:pt x="40556" y="16095"/>
                  </a:moveTo>
                  <a:cubicBezTo>
                    <a:pt x="40556" y="24967"/>
                    <a:pt x="31431" y="32191"/>
                    <a:pt x="20278" y="32191"/>
                  </a:cubicBezTo>
                  <a:cubicBezTo>
                    <a:pt x="9125" y="32191"/>
                    <a:pt x="0" y="24967"/>
                    <a:pt x="0" y="16095"/>
                  </a:cubicBezTo>
                  <a:cubicBezTo>
                    <a:pt x="0" y="7224"/>
                    <a:pt x="9125" y="0"/>
                    <a:pt x="20278" y="0"/>
                  </a:cubicBezTo>
                  <a:cubicBezTo>
                    <a:pt x="31431" y="0"/>
                    <a:pt x="40556" y="7224"/>
                    <a:pt x="40556" y="1609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01" name="Freeform: Shape 4500">
              <a:extLst>
                <a:ext uri="{FF2B5EF4-FFF2-40B4-BE49-F238E27FC236}">
                  <a16:creationId xmlns:a16="http://schemas.microsoft.com/office/drawing/2014/main" id="{0EC3A0FE-C396-751E-AF5B-F7A6B817186C}"/>
                </a:ext>
              </a:extLst>
            </p:cNvPr>
            <p:cNvSpPr/>
            <p:nvPr/>
          </p:nvSpPr>
          <p:spPr>
            <a:xfrm>
              <a:off x="9587703" y="546009"/>
              <a:ext cx="40555" cy="32190"/>
            </a:xfrm>
            <a:custGeom>
              <a:avLst/>
              <a:gdLst>
                <a:gd name="connsiteX0" fmla="*/ 40556 w 40555"/>
                <a:gd name="connsiteY0" fmla="*/ 16095 h 32190"/>
                <a:gd name="connsiteX1" fmla="*/ 20277 w 40555"/>
                <a:gd name="connsiteY1" fmla="*/ 32191 h 32190"/>
                <a:gd name="connsiteX2" fmla="*/ 0 w 40555"/>
                <a:gd name="connsiteY2" fmla="*/ 16095 h 32190"/>
                <a:gd name="connsiteX3" fmla="*/ 20277 w 40555"/>
                <a:gd name="connsiteY3" fmla="*/ 0 h 32190"/>
                <a:gd name="connsiteX4" fmla="*/ 40556 w 40555"/>
                <a:gd name="connsiteY4" fmla="*/ 16095 h 32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55" h="32190">
                  <a:moveTo>
                    <a:pt x="40556" y="16095"/>
                  </a:moveTo>
                  <a:cubicBezTo>
                    <a:pt x="40556" y="24967"/>
                    <a:pt x="31557" y="32191"/>
                    <a:pt x="20277" y="32191"/>
                  </a:cubicBezTo>
                  <a:cubicBezTo>
                    <a:pt x="8998" y="32191"/>
                    <a:pt x="0" y="24967"/>
                    <a:pt x="0" y="16095"/>
                  </a:cubicBezTo>
                  <a:cubicBezTo>
                    <a:pt x="0" y="7224"/>
                    <a:pt x="9125" y="0"/>
                    <a:pt x="20277" y="0"/>
                  </a:cubicBezTo>
                  <a:cubicBezTo>
                    <a:pt x="31430" y="0"/>
                    <a:pt x="40556" y="7224"/>
                    <a:pt x="40556" y="1609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02" name="Freeform: Shape 4501">
              <a:extLst>
                <a:ext uri="{FF2B5EF4-FFF2-40B4-BE49-F238E27FC236}">
                  <a16:creationId xmlns:a16="http://schemas.microsoft.com/office/drawing/2014/main" id="{E93A7B5E-F9DC-F69B-0288-33C92CCDF706}"/>
                </a:ext>
              </a:extLst>
            </p:cNvPr>
            <p:cNvSpPr/>
            <p:nvPr/>
          </p:nvSpPr>
          <p:spPr>
            <a:xfrm>
              <a:off x="9681614" y="618628"/>
              <a:ext cx="40555" cy="32190"/>
            </a:xfrm>
            <a:custGeom>
              <a:avLst/>
              <a:gdLst>
                <a:gd name="connsiteX0" fmla="*/ 40556 w 40555"/>
                <a:gd name="connsiteY0" fmla="*/ 16095 h 32190"/>
                <a:gd name="connsiteX1" fmla="*/ 20278 w 40555"/>
                <a:gd name="connsiteY1" fmla="*/ 32191 h 32190"/>
                <a:gd name="connsiteX2" fmla="*/ 0 w 40555"/>
                <a:gd name="connsiteY2" fmla="*/ 16095 h 32190"/>
                <a:gd name="connsiteX3" fmla="*/ 20278 w 40555"/>
                <a:gd name="connsiteY3" fmla="*/ 0 h 32190"/>
                <a:gd name="connsiteX4" fmla="*/ 40556 w 40555"/>
                <a:gd name="connsiteY4" fmla="*/ 16095 h 32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55" h="32190">
                  <a:moveTo>
                    <a:pt x="40556" y="16095"/>
                  </a:moveTo>
                  <a:cubicBezTo>
                    <a:pt x="40556" y="24967"/>
                    <a:pt x="31431" y="32191"/>
                    <a:pt x="20278" y="32191"/>
                  </a:cubicBezTo>
                  <a:cubicBezTo>
                    <a:pt x="9125" y="32191"/>
                    <a:pt x="0" y="24967"/>
                    <a:pt x="0" y="16095"/>
                  </a:cubicBezTo>
                  <a:cubicBezTo>
                    <a:pt x="0" y="7224"/>
                    <a:pt x="9125" y="0"/>
                    <a:pt x="20278" y="0"/>
                  </a:cubicBezTo>
                  <a:cubicBezTo>
                    <a:pt x="31431" y="0"/>
                    <a:pt x="40556" y="7224"/>
                    <a:pt x="40556" y="1609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03" name="Freeform: Shape 4502">
              <a:extLst>
                <a:ext uri="{FF2B5EF4-FFF2-40B4-BE49-F238E27FC236}">
                  <a16:creationId xmlns:a16="http://schemas.microsoft.com/office/drawing/2014/main" id="{C648ED25-E16D-AF7E-1884-29E0B2992B6C}"/>
                </a:ext>
              </a:extLst>
            </p:cNvPr>
            <p:cNvSpPr/>
            <p:nvPr/>
          </p:nvSpPr>
          <p:spPr>
            <a:xfrm>
              <a:off x="9773118" y="693149"/>
              <a:ext cx="40555" cy="32190"/>
            </a:xfrm>
            <a:custGeom>
              <a:avLst/>
              <a:gdLst>
                <a:gd name="connsiteX0" fmla="*/ 40556 w 40555"/>
                <a:gd name="connsiteY0" fmla="*/ 16095 h 32190"/>
                <a:gd name="connsiteX1" fmla="*/ 20277 w 40555"/>
                <a:gd name="connsiteY1" fmla="*/ 32191 h 32190"/>
                <a:gd name="connsiteX2" fmla="*/ 0 w 40555"/>
                <a:gd name="connsiteY2" fmla="*/ 16095 h 32190"/>
                <a:gd name="connsiteX3" fmla="*/ 20277 w 40555"/>
                <a:gd name="connsiteY3" fmla="*/ 0 h 32190"/>
                <a:gd name="connsiteX4" fmla="*/ 40556 w 40555"/>
                <a:gd name="connsiteY4" fmla="*/ 16095 h 32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55" h="32190">
                  <a:moveTo>
                    <a:pt x="40556" y="16095"/>
                  </a:moveTo>
                  <a:cubicBezTo>
                    <a:pt x="40556" y="24967"/>
                    <a:pt x="31430" y="32191"/>
                    <a:pt x="20277" y="32191"/>
                  </a:cubicBezTo>
                  <a:cubicBezTo>
                    <a:pt x="9125" y="32191"/>
                    <a:pt x="0" y="24967"/>
                    <a:pt x="0" y="16095"/>
                  </a:cubicBezTo>
                  <a:cubicBezTo>
                    <a:pt x="0" y="7224"/>
                    <a:pt x="9125" y="0"/>
                    <a:pt x="20277" y="0"/>
                  </a:cubicBezTo>
                  <a:cubicBezTo>
                    <a:pt x="31430" y="0"/>
                    <a:pt x="40556" y="7224"/>
                    <a:pt x="40556" y="1609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04" name="Freeform: Shape 4503">
              <a:extLst>
                <a:ext uri="{FF2B5EF4-FFF2-40B4-BE49-F238E27FC236}">
                  <a16:creationId xmlns:a16="http://schemas.microsoft.com/office/drawing/2014/main" id="{2DA2F75F-4102-0C19-C8A3-226C516C3043}"/>
                </a:ext>
              </a:extLst>
            </p:cNvPr>
            <p:cNvSpPr/>
            <p:nvPr/>
          </p:nvSpPr>
          <p:spPr>
            <a:xfrm>
              <a:off x="9862086" y="769444"/>
              <a:ext cx="40555" cy="32190"/>
            </a:xfrm>
            <a:custGeom>
              <a:avLst/>
              <a:gdLst>
                <a:gd name="connsiteX0" fmla="*/ 40556 w 40555"/>
                <a:gd name="connsiteY0" fmla="*/ 16095 h 32190"/>
                <a:gd name="connsiteX1" fmla="*/ 20278 w 40555"/>
                <a:gd name="connsiteY1" fmla="*/ 32191 h 32190"/>
                <a:gd name="connsiteX2" fmla="*/ 0 w 40555"/>
                <a:gd name="connsiteY2" fmla="*/ 16095 h 32190"/>
                <a:gd name="connsiteX3" fmla="*/ 20278 w 40555"/>
                <a:gd name="connsiteY3" fmla="*/ 0 h 32190"/>
                <a:gd name="connsiteX4" fmla="*/ 40556 w 40555"/>
                <a:gd name="connsiteY4" fmla="*/ 16095 h 32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55" h="32190">
                  <a:moveTo>
                    <a:pt x="40556" y="16095"/>
                  </a:moveTo>
                  <a:cubicBezTo>
                    <a:pt x="40556" y="24967"/>
                    <a:pt x="31431" y="32191"/>
                    <a:pt x="20278" y="32191"/>
                  </a:cubicBezTo>
                  <a:cubicBezTo>
                    <a:pt x="9125" y="32191"/>
                    <a:pt x="0" y="24967"/>
                    <a:pt x="0" y="16095"/>
                  </a:cubicBezTo>
                  <a:cubicBezTo>
                    <a:pt x="0" y="7224"/>
                    <a:pt x="8999" y="0"/>
                    <a:pt x="20278" y="0"/>
                  </a:cubicBezTo>
                  <a:cubicBezTo>
                    <a:pt x="31558" y="0"/>
                    <a:pt x="40556" y="7224"/>
                    <a:pt x="40556" y="1609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05" name="Freeform: Shape 4504">
              <a:extLst>
                <a:ext uri="{FF2B5EF4-FFF2-40B4-BE49-F238E27FC236}">
                  <a16:creationId xmlns:a16="http://schemas.microsoft.com/office/drawing/2014/main" id="{877F160D-926F-D723-D8C3-9049B3662E75}"/>
                </a:ext>
              </a:extLst>
            </p:cNvPr>
            <p:cNvSpPr/>
            <p:nvPr/>
          </p:nvSpPr>
          <p:spPr>
            <a:xfrm>
              <a:off x="9949028" y="848020"/>
              <a:ext cx="39668" cy="31430"/>
            </a:xfrm>
            <a:custGeom>
              <a:avLst/>
              <a:gdLst>
                <a:gd name="connsiteX0" fmla="*/ 39668 w 39668"/>
                <a:gd name="connsiteY0" fmla="*/ 15715 h 31430"/>
                <a:gd name="connsiteX1" fmla="*/ 19898 w 39668"/>
                <a:gd name="connsiteY1" fmla="*/ 31431 h 31430"/>
                <a:gd name="connsiteX2" fmla="*/ 0 w 39668"/>
                <a:gd name="connsiteY2" fmla="*/ 15715 h 31430"/>
                <a:gd name="connsiteX3" fmla="*/ 19898 w 39668"/>
                <a:gd name="connsiteY3" fmla="*/ 0 h 31430"/>
                <a:gd name="connsiteX4" fmla="*/ 39668 w 39668"/>
                <a:gd name="connsiteY4" fmla="*/ 15715 h 31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668" h="31430">
                  <a:moveTo>
                    <a:pt x="39668" y="15715"/>
                  </a:moveTo>
                  <a:cubicBezTo>
                    <a:pt x="39668" y="24460"/>
                    <a:pt x="30797" y="31431"/>
                    <a:pt x="19898" y="31431"/>
                  </a:cubicBezTo>
                  <a:cubicBezTo>
                    <a:pt x="8998" y="31431"/>
                    <a:pt x="0" y="24333"/>
                    <a:pt x="0" y="15715"/>
                  </a:cubicBezTo>
                  <a:cubicBezTo>
                    <a:pt x="0" y="7097"/>
                    <a:pt x="8871" y="0"/>
                    <a:pt x="19898" y="0"/>
                  </a:cubicBezTo>
                  <a:cubicBezTo>
                    <a:pt x="30924" y="0"/>
                    <a:pt x="39668" y="7097"/>
                    <a:pt x="39668" y="1571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06" name="Freeform: Shape 4505">
              <a:extLst>
                <a:ext uri="{FF2B5EF4-FFF2-40B4-BE49-F238E27FC236}">
                  <a16:creationId xmlns:a16="http://schemas.microsoft.com/office/drawing/2014/main" id="{0483060C-82E6-8B6D-8576-2EBB7E42CAA1}"/>
                </a:ext>
              </a:extLst>
            </p:cNvPr>
            <p:cNvSpPr/>
            <p:nvPr/>
          </p:nvSpPr>
          <p:spPr>
            <a:xfrm>
              <a:off x="10032419" y="927610"/>
              <a:ext cx="40555" cy="32190"/>
            </a:xfrm>
            <a:custGeom>
              <a:avLst/>
              <a:gdLst>
                <a:gd name="connsiteX0" fmla="*/ 40556 w 40555"/>
                <a:gd name="connsiteY0" fmla="*/ 16096 h 32190"/>
                <a:gd name="connsiteX1" fmla="*/ 20278 w 40555"/>
                <a:gd name="connsiteY1" fmla="*/ 32191 h 32190"/>
                <a:gd name="connsiteX2" fmla="*/ 0 w 40555"/>
                <a:gd name="connsiteY2" fmla="*/ 16096 h 32190"/>
                <a:gd name="connsiteX3" fmla="*/ 20278 w 40555"/>
                <a:gd name="connsiteY3" fmla="*/ 0 h 32190"/>
                <a:gd name="connsiteX4" fmla="*/ 40556 w 40555"/>
                <a:gd name="connsiteY4" fmla="*/ 16096 h 32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55" h="32190">
                  <a:moveTo>
                    <a:pt x="40556" y="16096"/>
                  </a:moveTo>
                  <a:cubicBezTo>
                    <a:pt x="40556" y="24967"/>
                    <a:pt x="31558" y="32191"/>
                    <a:pt x="20278" y="32191"/>
                  </a:cubicBezTo>
                  <a:cubicBezTo>
                    <a:pt x="8999" y="32191"/>
                    <a:pt x="0" y="24967"/>
                    <a:pt x="0" y="16096"/>
                  </a:cubicBezTo>
                  <a:cubicBezTo>
                    <a:pt x="0" y="7224"/>
                    <a:pt x="9125" y="0"/>
                    <a:pt x="20278" y="0"/>
                  </a:cubicBezTo>
                  <a:cubicBezTo>
                    <a:pt x="31431" y="0"/>
                    <a:pt x="40556" y="7224"/>
                    <a:pt x="40556" y="1609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07" name="Freeform: Shape 4506">
              <a:extLst>
                <a:ext uri="{FF2B5EF4-FFF2-40B4-BE49-F238E27FC236}">
                  <a16:creationId xmlns:a16="http://schemas.microsoft.com/office/drawing/2014/main" id="{B237F77C-59E8-DFC5-256A-355B667FC038}"/>
                </a:ext>
              </a:extLst>
            </p:cNvPr>
            <p:cNvSpPr/>
            <p:nvPr/>
          </p:nvSpPr>
          <p:spPr>
            <a:xfrm>
              <a:off x="10113658" y="1009228"/>
              <a:ext cx="40555" cy="32064"/>
            </a:xfrm>
            <a:custGeom>
              <a:avLst/>
              <a:gdLst>
                <a:gd name="connsiteX0" fmla="*/ 40556 w 40555"/>
                <a:gd name="connsiteY0" fmla="*/ 16095 h 32064"/>
                <a:gd name="connsiteX1" fmla="*/ 20277 w 40555"/>
                <a:gd name="connsiteY1" fmla="*/ 32064 h 32064"/>
                <a:gd name="connsiteX2" fmla="*/ 0 w 40555"/>
                <a:gd name="connsiteY2" fmla="*/ 16095 h 32064"/>
                <a:gd name="connsiteX3" fmla="*/ 20277 w 40555"/>
                <a:gd name="connsiteY3" fmla="*/ 0 h 32064"/>
                <a:gd name="connsiteX4" fmla="*/ 40556 w 40555"/>
                <a:gd name="connsiteY4" fmla="*/ 16095 h 32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55" h="32064">
                  <a:moveTo>
                    <a:pt x="40556" y="16095"/>
                  </a:moveTo>
                  <a:cubicBezTo>
                    <a:pt x="40556" y="24967"/>
                    <a:pt x="31430" y="32064"/>
                    <a:pt x="20277" y="32064"/>
                  </a:cubicBezTo>
                  <a:cubicBezTo>
                    <a:pt x="9125" y="32064"/>
                    <a:pt x="0" y="24840"/>
                    <a:pt x="0" y="16095"/>
                  </a:cubicBezTo>
                  <a:cubicBezTo>
                    <a:pt x="0" y="7351"/>
                    <a:pt x="9125" y="0"/>
                    <a:pt x="20277" y="0"/>
                  </a:cubicBezTo>
                  <a:cubicBezTo>
                    <a:pt x="31430" y="0"/>
                    <a:pt x="40556" y="7224"/>
                    <a:pt x="40556" y="1609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08" name="Freeform: Shape 4507">
              <a:extLst>
                <a:ext uri="{FF2B5EF4-FFF2-40B4-BE49-F238E27FC236}">
                  <a16:creationId xmlns:a16="http://schemas.microsoft.com/office/drawing/2014/main" id="{754B587E-9793-2D78-EF1B-5930C1FBBA1C}"/>
                </a:ext>
              </a:extLst>
            </p:cNvPr>
            <p:cNvSpPr/>
            <p:nvPr/>
          </p:nvSpPr>
          <p:spPr>
            <a:xfrm>
              <a:off x="10192487" y="1093001"/>
              <a:ext cx="39668" cy="31430"/>
            </a:xfrm>
            <a:custGeom>
              <a:avLst/>
              <a:gdLst>
                <a:gd name="connsiteX0" fmla="*/ 39668 w 39668"/>
                <a:gd name="connsiteY0" fmla="*/ 15715 h 31430"/>
                <a:gd name="connsiteX1" fmla="*/ 19898 w 39668"/>
                <a:gd name="connsiteY1" fmla="*/ 31431 h 31430"/>
                <a:gd name="connsiteX2" fmla="*/ 0 w 39668"/>
                <a:gd name="connsiteY2" fmla="*/ 15715 h 31430"/>
                <a:gd name="connsiteX3" fmla="*/ 19898 w 39668"/>
                <a:gd name="connsiteY3" fmla="*/ 0 h 31430"/>
                <a:gd name="connsiteX4" fmla="*/ 39668 w 39668"/>
                <a:gd name="connsiteY4" fmla="*/ 15715 h 31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668" h="31430">
                  <a:moveTo>
                    <a:pt x="39668" y="15715"/>
                  </a:moveTo>
                  <a:cubicBezTo>
                    <a:pt x="39668" y="24460"/>
                    <a:pt x="30797" y="31431"/>
                    <a:pt x="19898" y="31431"/>
                  </a:cubicBezTo>
                  <a:cubicBezTo>
                    <a:pt x="8999" y="31431"/>
                    <a:pt x="0" y="24333"/>
                    <a:pt x="0" y="15715"/>
                  </a:cubicBezTo>
                  <a:cubicBezTo>
                    <a:pt x="0" y="7097"/>
                    <a:pt x="8872" y="0"/>
                    <a:pt x="19898" y="0"/>
                  </a:cubicBezTo>
                  <a:cubicBezTo>
                    <a:pt x="30924" y="0"/>
                    <a:pt x="39668" y="7097"/>
                    <a:pt x="39668" y="1571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09" name="Freeform: Shape 4508">
              <a:extLst>
                <a:ext uri="{FF2B5EF4-FFF2-40B4-BE49-F238E27FC236}">
                  <a16:creationId xmlns:a16="http://schemas.microsoft.com/office/drawing/2014/main" id="{5E53452E-3488-9A36-336D-F426138691F0}"/>
                </a:ext>
              </a:extLst>
            </p:cNvPr>
            <p:cNvSpPr/>
            <p:nvPr/>
          </p:nvSpPr>
          <p:spPr>
            <a:xfrm>
              <a:off x="10268149" y="1177914"/>
              <a:ext cx="39668" cy="31430"/>
            </a:xfrm>
            <a:custGeom>
              <a:avLst/>
              <a:gdLst>
                <a:gd name="connsiteX0" fmla="*/ 39668 w 39668"/>
                <a:gd name="connsiteY0" fmla="*/ 15715 h 31430"/>
                <a:gd name="connsiteX1" fmla="*/ 19771 w 39668"/>
                <a:gd name="connsiteY1" fmla="*/ 31431 h 31430"/>
                <a:gd name="connsiteX2" fmla="*/ 0 w 39668"/>
                <a:gd name="connsiteY2" fmla="*/ 15715 h 31430"/>
                <a:gd name="connsiteX3" fmla="*/ 19771 w 39668"/>
                <a:gd name="connsiteY3" fmla="*/ 0 h 31430"/>
                <a:gd name="connsiteX4" fmla="*/ 39668 w 39668"/>
                <a:gd name="connsiteY4" fmla="*/ 15715 h 31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668" h="31430">
                  <a:moveTo>
                    <a:pt x="39668" y="15715"/>
                  </a:moveTo>
                  <a:cubicBezTo>
                    <a:pt x="39668" y="24460"/>
                    <a:pt x="30797" y="31431"/>
                    <a:pt x="19771" y="31431"/>
                  </a:cubicBezTo>
                  <a:cubicBezTo>
                    <a:pt x="8745" y="31431"/>
                    <a:pt x="0" y="24333"/>
                    <a:pt x="0" y="15715"/>
                  </a:cubicBezTo>
                  <a:cubicBezTo>
                    <a:pt x="0" y="7097"/>
                    <a:pt x="8872" y="0"/>
                    <a:pt x="19771" y="0"/>
                  </a:cubicBezTo>
                  <a:cubicBezTo>
                    <a:pt x="30670" y="0"/>
                    <a:pt x="39668" y="7097"/>
                    <a:pt x="39668" y="1571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10" name="Freeform: Shape 4509">
              <a:extLst>
                <a:ext uri="{FF2B5EF4-FFF2-40B4-BE49-F238E27FC236}">
                  <a16:creationId xmlns:a16="http://schemas.microsoft.com/office/drawing/2014/main" id="{95DE0E90-931E-07A2-0393-9F32DDF98F0C}"/>
                </a:ext>
              </a:extLst>
            </p:cNvPr>
            <p:cNvSpPr/>
            <p:nvPr/>
          </p:nvSpPr>
          <p:spPr>
            <a:xfrm>
              <a:off x="10341022" y="1264348"/>
              <a:ext cx="39668" cy="31430"/>
            </a:xfrm>
            <a:custGeom>
              <a:avLst/>
              <a:gdLst>
                <a:gd name="connsiteX0" fmla="*/ 39668 w 39668"/>
                <a:gd name="connsiteY0" fmla="*/ 15715 h 31430"/>
                <a:gd name="connsiteX1" fmla="*/ 19898 w 39668"/>
                <a:gd name="connsiteY1" fmla="*/ 31431 h 31430"/>
                <a:gd name="connsiteX2" fmla="*/ 0 w 39668"/>
                <a:gd name="connsiteY2" fmla="*/ 15715 h 31430"/>
                <a:gd name="connsiteX3" fmla="*/ 19898 w 39668"/>
                <a:gd name="connsiteY3" fmla="*/ 0 h 31430"/>
                <a:gd name="connsiteX4" fmla="*/ 39668 w 39668"/>
                <a:gd name="connsiteY4" fmla="*/ 15715 h 31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668" h="31430">
                  <a:moveTo>
                    <a:pt x="39668" y="15715"/>
                  </a:moveTo>
                  <a:cubicBezTo>
                    <a:pt x="39668" y="24460"/>
                    <a:pt x="30797" y="31431"/>
                    <a:pt x="19898" y="31431"/>
                  </a:cubicBezTo>
                  <a:cubicBezTo>
                    <a:pt x="8998" y="31431"/>
                    <a:pt x="0" y="24333"/>
                    <a:pt x="0" y="15715"/>
                  </a:cubicBezTo>
                  <a:cubicBezTo>
                    <a:pt x="0" y="7097"/>
                    <a:pt x="8872" y="0"/>
                    <a:pt x="19898" y="0"/>
                  </a:cubicBezTo>
                  <a:cubicBezTo>
                    <a:pt x="30924" y="0"/>
                    <a:pt x="39668" y="7097"/>
                    <a:pt x="39668" y="1571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11" name="Freeform: Shape 4510">
              <a:extLst>
                <a:ext uri="{FF2B5EF4-FFF2-40B4-BE49-F238E27FC236}">
                  <a16:creationId xmlns:a16="http://schemas.microsoft.com/office/drawing/2014/main" id="{0B729B1E-CDD9-CF28-2313-963E00848E00}"/>
                </a:ext>
              </a:extLst>
            </p:cNvPr>
            <p:cNvSpPr/>
            <p:nvPr/>
          </p:nvSpPr>
          <p:spPr>
            <a:xfrm>
              <a:off x="10411487" y="1352683"/>
              <a:ext cx="38654" cy="30670"/>
            </a:xfrm>
            <a:custGeom>
              <a:avLst/>
              <a:gdLst>
                <a:gd name="connsiteX0" fmla="*/ 38654 w 38654"/>
                <a:gd name="connsiteY0" fmla="*/ 15335 h 30670"/>
                <a:gd name="connsiteX1" fmla="*/ 19390 w 38654"/>
                <a:gd name="connsiteY1" fmla="*/ 30670 h 30670"/>
                <a:gd name="connsiteX2" fmla="*/ 0 w 38654"/>
                <a:gd name="connsiteY2" fmla="*/ 15335 h 30670"/>
                <a:gd name="connsiteX3" fmla="*/ 19390 w 38654"/>
                <a:gd name="connsiteY3" fmla="*/ 0 h 30670"/>
                <a:gd name="connsiteX4" fmla="*/ 38654 w 38654"/>
                <a:gd name="connsiteY4" fmla="*/ 15335 h 30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654" h="30670">
                  <a:moveTo>
                    <a:pt x="38654" y="15335"/>
                  </a:moveTo>
                  <a:cubicBezTo>
                    <a:pt x="38654" y="23826"/>
                    <a:pt x="29910" y="30670"/>
                    <a:pt x="19390" y="30670"/>
                  </a:cubicBezTo>
                  <a:cubicBezTo>
                    <a:pt x="8872" y="30670"/>
                    <a:pt x="0" y="23826"/>
                    <a:pt x="0" y="15335"/>
                  </a:cubicBezTo>
                  <a:cubicBezTo>
                    <a:pt x="0" y="6844"/>
                    <a:pt x="8745" y="0"/>
                    <a:pt x="19390" y="0"/>
                  </a:cubicBezTo>
                  <a:cubicBezTo>
                    <a:pt x="30036" y="0"/>
                    <a:pt x="38654" y="6844"/>
                    <a:pt x="38654" y="153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12" name="Freeform: Shape 4511">
              <a:extLst>
                <a:ext uri="{FF2B5EF4-FFF2-40B4-BE49-F238E27FC236}">
                  <a16:creationId xmlns:a16="http://schemas.microsoft.com/office/drawing/2014/main" id="{9D641D13-2DC4-F90C-F704-E5199E9D48CC}"/>
                </a:ext>
              </a:extLst>
            </p:cNvPr>
            <p:cNvSpPr/>
            <p:nvPr/>
          </p:nvSpPr>
          <p:spPr>
            <a:xfrm>
              <a:off x="10478403" y="1442032"/>
              <a:ext cx="38781" cy="30670"/>
            </a:xfrm>
            <a:custGeom>
              <a:avLst/>
              <a:gdLst>
                <a:gd name="connsiteX0" fmla="*/ 38781 w 38781"/>
                <a:gd name="connsiteY0" fmla="*/ 15335 h 30670"/>
                <a:gd name="connsiteX1" fmla="*/ 19391 w 38781"/>
                <a:gd name="connsiteY1" fmla="*/ 30670 h 30670"/>
                <a:gd name="connsiteX2" fmla="*/ 0 w 38781"/>
                <a:gd name="connsiteY2" fmla="*/ 15335 h 30670"/>
                <a:gd name="connsiteX3" fmla="*/ 19391 w 38781"/>
                <a:gd name="connsiteY3" fmla="*/ 0 h 30670"/>
                <a:gd name="connsiteX4" fmla="*/ 38781 w 38781"/>
                <a:gd name="connsiteY4" fmla="*/ 15335 h 30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781" h="30670">
                  <a:moveTo>
                    <a:pt x="38781" y="15335"/>
                  </a:moveTo>
                  <a:cubicBezTo>
                    <a:pt x="38781" y="23826"/>
                    <a:pt x="30036" y="30670"/>
                    <a:pt x="19391" y="30670"/>
                  </a:cubicBezTo>
                  <a:cubicBezTo>
                    <a:pt x="8745" y="30670"/>
                    <a:pt x="0" y="23826"/>
                    <a:pt x="0" y="15335"/>
                  </a:cubicBezTo>
                  <a:cubicBezTo>
                    <a:pt x="0" y="6844"/>
                    <a:pt x="8745" y="0"/>
                    <a:pt x="19391" y="0"/>
                  </a:cubicBezTo>
                  <a:cubicBezTo>
                    <a:pt x="30036" y="0"/>
                    <a:pt x="38781" y="6844"/>
                    <a:pt x="38781" y="153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13" name="Freeform: Shape 4512">
              <a:extLst>
                <a:ext uri="{FF2B5EF4-FFF2-40B4-BE49-F238E27FC236}">
                  <a16:creationId xmlns:a16="http://schemas.microsoft.com/office/drawing/2014/main" id="{62EF3841-7FAC-C5CE-8BA2-D4A28E90B0D9}"/>
                </a:ext>
              </a:extLst>
            </p:cNvPr>
            <p:cNvSpPr/>
            <p:nvPr/>
          </p:nvSpPr>
          <p:spPr>
            <a:xfrm>
              <a:off x="10542912" y="1533028"/>
              <a:ext cx="38020" cy="30163"/>
            </a:xfrm>
            <a:custGeom>
              <a:avLst/>
              <a:gdLst>
                <a:gd name="connsiteX0" fmla="*/ 38021 w 38020"/>
                <a:gd name="connsiteY0" fmla="*/ 15082 h 30163"/>
                <a:gd name="connsiteX1" fmla="*/ 19010 w 38020"/>
                <a:gd name="connsiteY1" fmla="*/ 30163 h 30163"/>
                <a:gd name="connsiteX2" fmla="*/ 0 w 38020"/>
                <a:gd name="connsiteY2" fmla="*/ 15082 h 30163"/>
                <a:gd name="connsiteX3" fmla="*/ 19010 w 38020"/>
                <a:gd name="connsiteY3" fmla="*/ 0 h 30163"/>
                <a:gd name="connsiteX4" fmla="*/ 38021 w 38020"/>
                <a:gd name="connsiteY4" fmla="*/ 15082 h 30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0" h="30163">
                  <a:moveTo>
                    <a:pt x="38021" y="15082"/>
                  </a:moveTo>
                  <a:cubicBezTo>
                    <a:pt x="38021" y="23446"/>
                    <a:pt x="29530" y="30163"/>
                    <a:pt x="19010" y="30163"/>
                  </a:cubicBezTo>
                  <a:cubicBezTo>
                    <a:pt x="8491" y="30163"/>
                    <a:pt x="0" y="23446"/>
                    <a:pt x="0" y="15082"/>
                  </a:cubicBezTo>
                  <a:cubicBezTo>
                    <a:pt x="0" y="6717"/>
                    <a:pt x="8491" y="0"/>
                    <a:pt x="19010" y="0"/>
                  </a:cubicBezTo>
                  <a:cubicBezTo>
                    <a:pt x="29530" y="0"/>
                    <a:pt x="38021" y="6717"/>
                    <a:pt x="38021" y="1508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14" name="Freeform: Shape 4513">
              <a:extLst>
                <a:ext uri="{FF2B5EF4-FFF2-40B4-BE49-F238E27FC236}">
                  <a16:creationId xmlns:a16="http://schemas.microsoft.com/office/drawing/2014/main" id="{FF8D5178-E908-A3AB-3A2A-0E08A40D865F}"/>
                </a:ext>
              </a:extLst>
            </p:cNvPr>
            <p:cNvSpPr/>
            <p:nvPr/>
          </p:nvSpPr>
          <p:spPr>
            <a:xfrm>
              <a:off x="10603872" y="1625039"/>
              <a:ext cx="38020" cy="30163"/>
            </a:xfrm>
            <a:custGeom>
              <a:avLst/>
              <a:gdLst>
                <a:gd name="connsiteX0" fmla="*/ 38021 w 38020"/>
                <a:gd name="connsiteY0" fmla="*/ 15082 h 30163"/>
                <a:gd name="connsiteX1" fmla="*/ 19010 w 38020"/>
                <a:gd name="connsiteY1" fmla="*/ 30163 h 30163"/>
                <a:gd name="connsiteX2" fmla="*/ 0 w 38020"/>
                <a:gd name="connsiteY2" fmla="*/ 15082 h 30163"/>
                <a:gd name="connsiteX3" fmla="*/ 19010 w 38020"/>
                <a:gd name="connsiteY3" fmla="*/ 0 h 30163"/>
                <a:gd name="connsiteX4" fmla="*/ 38021 w 38020"/>
                <a:gd name="connsiteY4" fmla="*/ 15082 h 30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0" h="30163">
                  <a:moveTo>
                    <a:pt x="38021" y="15082"/>
                  </a:moveTo>
                  <a:cubicBezTo>
                    <a:pt x="38021" y="23446"/>
                    <a:pt x="29530" y="30163"/>
                    <a:pt x="19010" y="30163"/>
                  </a:cubicBezTo>
                  <a:cubicBezTo>
                    <a:pt x="8491" y="30163"/>
                    <a:pt x="0" y="23446"/>
                    <a:pt x="0" y="15082"/>
                  </a:cubicBezTo>
                  <a:cubicBezTo>
                    <a:pt x="0" y="6717"/>
                    <a:pt x="8491" y="0"/>
                    <a:pt x="19010" y="0"/>
                  </a:cubicBezTo>
                  <a:cubicBezTo>
                    <a:pt x="29530" y="0"/>
                    <a:pt x="38021" y="6717"/>
                    <a:pt x="38021" y="1508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15" name="Freeform: Shape 4514">
              <a:extLst>
                <a:ext uri="{FF2B5EF4-FFF2-40B4-BE49-F238E27FC236}">
                  <a16:creationId xmlns:a16="http://schemas.microsoft.com/office/drawing/2014/main" id="{39CE8952-D219-3CCC-29C4-F0419E849A2D}"/>
                </a:ext>
              </a:extLst>
            </p:cNvPr>
            <p:cNvSpPr/>
            <p:nvPr/>
          </p:nvSpPr>
          <p:spPr>
            <a:xfrm>
              <a:off x="10661917" y="1718316"/>
              <a:ext cx="38020" cy="30163"/>
            </a:xfrm>
            <a:custGeom>
              <a:avLst/>
              <a:gdLst>
                <a:gd name="connsiteX0" fmla="*/ 38021 w 38020"/>
                <a:gd name="connsiteY0" fmla="*/ 15082 h 30163"/>
                <a:gd name="connsiteX1" fmla="*/ 19010 w 38020"/>
                <a:gd name="connsiteY1" fmla="*/ 30163 h 30163"/>
                <a:gd name="connsiteX2" fmla="*/ 0 w 38020"/>
                <a:gd name="connsiteY2" fmla="*/ 15082 h 30163"/>
                <a:gd name="connsiteX3" fmla="*/ 19010 w 38020"/>
                <a:gd name="connsiteY3" fmla="*/ 0 h 30163"/>
                <a:gd name="connsiteX4" fmla="*/ 38021 w 38020"/>
                <a:gd name="connsiteY4" fmla="*/ 15082 h 30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0" h="30163">
                  <a:moveTo>
                    <a:pt x="38021" y="15082"/>
                  </a:moveTo>
                  <a:cubicBezTo>
                    <a:pt x="38021" y="23446"/>
                    <a:pt x="29529" y="30163"/>
                    <a:pt x="19010" y="30163"/>
                  </a:cubicBezTo>
                  <a:cubicBezTo>
                    <a:pt x="8491" y="30163"/>
                    <a:pt x="0" y="23446"/>
                    <a:pt x="0" y="15082"/>
                  </a:cubicBezTo>
                  <a:cubicBezTo>
                    <a:pt x="0" y="6717"/>
                    <a:pt x="8491" y="0"/>
                    <a:pt x="19010" y="0"/>
                  </a:cubicBezTo>
                  <a:cubicBezTo>
                    <a:pt x="29529" y="0"/>
                    <a:pt x="38021" y="6717"/>
                    <a:pt x="38021" y="1508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16" name="Freeform: Shape 4515">
              <a:extLst>
                <a:ext uri="{FF2B5EF4-FFF2-40B4-BE49-F238E27FC236}">
                  <a16:creationId xmlns:a16="http://schemas.microsoft.com/office/drawing/2014/main" id="{94B28017-26C5-7361-FD6C-1EC91314A41F}"/>
                </a:ext>
              </a:extLst>
            </p:cNvPr>
            <p:cNvSpPr/>
            <p:nvPr/>
          </p:nvSpPr>
          <p:spPr>
            <a:xfrm>
              <a:off x="10716794" y="1812734"/>
              <a:ext cx="38020" cy="30163"/>
            </a:xfrm>
            <a:custGeom>
              <a:avLst/>
              <a:gdLst>
                <a:gd name="connsiteX0" fmla="*/ 38021 w 38020"/>
                <a:gd name="connsiteY0" fmla="*/ 15082 h 30163"/>
                <a:gd name="connsiteX1" fmla="*/ 19010 w 38020"/>
                <a:gd name="connsiteY1" fmla="*/ 30163 h 30163"/>
                <a:gd name="connsiteX2" fmla="*/ 0 w 38020"/>
                <a:gd name="connsiteY2" fmla="*/ 15082 h 30163"/>
                <a:gd name="connsiteX3" fmla="*/ 19010 w 38020"/>
                <a:gd name="connsiteY3" fmla="*/ 0 h 30163"/>
                <a:gd name="connsiteX4" fmla="*/ 38021 w 38020"/>
                <a:gd name="connsiteY4" fmla="*/ 15082 h 30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0" h="30163">
                  <a:moveTo>
                    <a:pt x="38021" y="15082"/>
                  </a:moveTo>
                  <a:cubicBezTo>
                    <a:pt x="38021" y="23446"/>
                    <a:pt x="29530" y="30163"/>
                    <a:pt x="19010" y="30163"/>
                  </a:cubicBezTo>
                  <a:cubicBezTo>
                    <a:pt x="8492" y="30163"/>
                    <a:pt x="0" y="23446"/>
                    <a:pt x="0" y="15082"/>
                  </a:cubicBezTo>
                  <a:cubicBezTo>
                    <a:pt x="0" y="6717"/>
                    <a:pt x="8492" y="0"/>
                    <a:pt x="19010" y="0"/>
                  </a:cubicBezTo>
                  <a:cubicBezTo>
                    <a:pt x="29530" y="0"/>
                    <a:pt x="38021" y="6717"/>
                    <a:pt x="38021" y="1508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17" name="Freeform: Shape 4516">
              <a:extLst>
                <a:ext uri="{FF2B5EF4-FFF2-40B4-BE49-F238E27FC236}">
                  <a16:creationId xmlns:a16="http://schemas.microsoft.com/office/drawing/2014/main" id="{9B12A34F-DB36-DC85-B72F-155CB2863A1F}"/>
                </a:ext>
              </a:extLst>
            </p:cNvPr>
            <p:cNvSpPr/>
            <p:nvPr/>
          </p:nvSpPr>
          <p:spPr>
            <a:xfrm>
              <a:off x="10769009" y="1908673"/>
              <a:ext cx="37134" cy="29402"/>
            </a:xfrm>
            <a:custGeom>
              <a:avLst/>
              <a:gdLst>
                <a:gd name="connsiteX0" fmla="*/ 37134 w 37134"/>
                <a:gd name="connsiteY0" fmla="*/ 14701 h 29402"/>
                <a:gd name="connsiteX1" fmla="*/ 18504 w 37134"/>
                <a:gd name="connsiteY1" fmla="*/ 29403 h 29402"/>
                <a:gd name="connsiteX2" fmla="*/ 0 w 37134"/>
                <a:gd name="connsiteY2" fmla="*/ 14701 h 29402"/>
                <a:gd name="connsiteX3" fmla="*/ 18504 w 37134"/>
                <a:gd name="connsiteY3" fmla="*/ 0 h 29402"/>
                <a:gd name="connsiteX4" fmla="*/ 37134 w 37134"/>
                <a:gd name="connsiteY4" fmla="*/ 14701 h 29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34" h="29402">
                  <a:moveTo>
                    <a:pt x="37134" y="14701"/>
                  </a:moveTo>
                  <a:cubicBezTo>
                    <a:pt x="37134" y="22813"/>
                    <a:pt x="28769" y="29403"/>
                    <a:pt x="18504" y="29403"/>
                  </a:cubicBezTo>
                  <a:cubicBezTo>
                    <a:pt x="8238" y="29403"/>
                    <a:pt x="0" y="22813"/>
                    <a:pt x="0" y="14701"/>
                  </a:cubicBezTo>
                  <a:cubicBezTo>
                    <a:pt x="0" y="6590"/>
                    <a:pt x="8365" y="0"/>
                    <a:pt x="18504" y="0"/>
                  </a:cubicBezTo>
                  <a:cubicBezTo>
                    <a:pt x="28642" y="0"/>
                    <a:pt x="37134" y="6590"/>
                    <a:pt x="37134" y="1470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18" name="Freeform: Shape 4517">
              <a:extLst>
                <a:ext uri="{FF2B5EF4-FFF2-40B4-BE49-F238E27FC236}">
                  <a16:creationId xmlns:a16="http://schemas.microsoft.com/office/drawing/2014/main" id="{75121BF5-975C-E876-B8D3-8D015C477892}"/>
                </a:ext>
              </a:extLst>
            </p:cNvPr>
            <p:cNvSpPr/>
            <p:nvPr/>
          </p:nvSpPr>
          <p:spPr>
            <a:xfrm>
              <a:off x="10818056" y="2005500"/>
              <a:ext cx="36246" cy="28895"/>
            </a:xfrm>
            <a:custGeom>
              <a:avLst/>
              <a:gdLst>
                <a:gd name="connsiteX0" fmla="*/ 36246 w 36246"/>
                <a:gd name="connsiteY0" fmla="*/ 14448 h 28895"/>
                <a:gd name="connsiteX1" fmla="*/ 18123 w 36246"/>
                <a:gd name="connsiteY1" fmla="*/ 28896 h 28895"/>
                <a:gd name="connsiteX2" fmla="*/ 0 w 36246"/>
                <a:gd name="connsiteY2" fmla="*/ 14448 h 28895"/>
                <a:gd name="connsiteX3" fmla="*/ 18123 w 36246"/>
                <a:gd name="connsiteY3" fmla="*/ 0 h 28895"/>
                <a:gd name="connsiteX4" fmla="*/ 36246 w 36246"/>
                <a:gd name="connsiteY4" fmla="*/ 14448 h 28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246" h="28895">
                  <a:moveTo>
                    <a:pt x="36246" y="14448"/>
                  </a:moveTo>
                  <a:cubicBezTo>
                    <a:pt x="36246" y="22432"/>
                    <a:pt x="28135" y="28896"/>
                    <a:pt x="18123" y="28896"/>
                  </a:cubicBezTo>
                  <a:cubicBezTo>
                    <a:pt x="8111" y="28896"/>
                    <a:pt x="0" y="22432"/>
                    <a:pt x="0" y="14448"/>
                  </a:cubicBezTo>
                  <a:cubicBezTo>
                    <a:pt x="0" y="6464"/>
                    <a:pt x="8111" y="0"/>
                    <a:pt x="18123" y="0"/>
                  </a:cubicBezTo>
                  <a:cubicBezTo>
                    <a:pt x="28135" y="0"/>
                    <a:pt x="36246" y="6464"/>
                    <a:pt x="36246" y="1444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19" name="Freeform: Shape 4518">
              <a:extLst>
                <a:ext uri="{FF2B5EF4-FFF2-40B4-BE49-F238E27FC236}">
                  <a16:creationId xmlns:a16="http://schemas.microsoft.com/office/drawing/2014/main" id="{9DC8F6ED-55F8-99A2-C8D5-1A67C44BE922}"/>
                </a:ext>
              </a:extLst>
            </p:cNvPr>
            <p:cNvSpPr/>
            <p:nvPr/>
          </p:nvSpPr>
          <p:spPr>
            <a:xfrm>
              <a:off x="10863427" y="2103087"/>
              <a:ext cx="36247" cy="28895"/>
            </a:xfrm>
            <a:custGeom>
              <a:avLst/>
              <a:gdLst>
                <a:gd name="connsiteX0" fmla="*/ 36247 w 36247"/>
                <a:gd name="connsiteY0" fmla="*/ 14448 h 28895"/>
                <a:gd name="connsiteX1" fmla="*/ 18123 w 36247"/>
                <a:gd name="connsiteY1" fmla="*/ 28896 h 28895"/>
                <a:gd name="connsiteX2" fmla="*/ 0 w 36247"/>
                <a:gd name="connsiteY2" fmla="*/ 14448 h 28895"/>
                <a:gd name="connsiteX3" fmla="*/ 18123 w 36247"/>
                <a:gd name="connsiteY3" fmla="*/ 0 h 28895"/>
                <a:gd name="connsiteX4" fmla="*/ 36247 w 36247"/>
                <a:gd name="connsiteY4" fmla="*/ 14448 h 28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247" h="28895">
                  <a:moveTo>
                    <a:pt x="36247" y="14448"/>
                  </a:moveTo>
                  <a:cubicBezTo>
                    <a:pt x="36247" y="22432"/>
                    <a:pt x="28136" y="28896"/>
                    <a:pt x="18123" y="28896"/>
                  </a:cubicBezTo>
                  <a:cubicBezTo>
                    <a:pt x="8111" y="28896"/>
                    <a:pt x="0" y="22432"/>
                    <a:pt x="0" y="14448"/>
                  </a:cubicBezTo>
                  <a:cubicBezTo>
                    <a:pt x="0" y="6463"/>
                    <a:pt x="8111" y="0"/>
                    <a:pt x="18123" y="0"/>
                  </a:cubicBezTo>
                  <a:cubicBezTo>
                    <a:pt x="28136" y="0"/>
                    <a:pt x="36247" y="6463"/>
                    <a:pt x="36247" y="1444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20" name="Freeform: Shape 4519">
              <a:extLst>
                <a:ext uri="{FF2B5EF4-FFF2-40B4-BE49-F238E27FC236}">
                  <a16:creationId xmlns:a16="http://schemas.microsoft.com/office/drawing/2014/main" id="{868A628A-3A7A-A664-66E2-994D1923ED5E}"/>
                </a:ext>
              </a:extLst>
            </p:cNvPr>
            <p:cNvSpPr/>
            <p:nvPr/>
          </p:nvSpPr>
          <p:spPr>
            <a:xfrm>
              <a:off x="10906011" y="2202067"/>
              <a:ext cx="35485" cy="28135"/>
            </a:xfrm>
            <a:custGeom>
              <a:avLst/>
              <a:gdLst>
                <a:gd name="connsiteX0" fmla="*/ 35486 w 35485"/>
                <a:gd name="connsiteY0" fmla="*/ 14068 h 28135"/>
                <a:gd name="connsiteX1" fmla="*/ 17743 w 35485"/>
                <a:gd name="connsiteY1" fmla="*/ 28135 h 28135"/>
                <a:gd name="connsiteX2" fmla="*/ 0 w 35485"/>
                <a:gd name="connsiteY2" fmla="*/ 14068 h 28135"/>
                <a:gd name="connsiteX3" fmla="*/ 17743 w 35485"/>
                <a:gd name="connsiteY3" fmla="*/ 0 h 28135"/>
                <a:gd name="connsiteX4" fmla="*/ 35486 w 35485"/>
                <a:gd name="connsiteY4" fmla="*/ 14068 h 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5" h="28135">
                  <a:moveTo>
                    <a:pt x="35486" y="14068"/>
                  </a:moveTo>
                  <a:cubicBezTo>
                    <a:pt x="35486" y="21799"/>
                    <a:pt x="27501" y="28135"/>
                    <a:pt x="17743" y="28135"/>
                  </a:cubicBezTo>
                  <a:cubicBezTo>
                    <a:pt x="7984" y="28135"/>
                    <a:pt x="0" y="21799"/>
                    <a:pt x="0" y="14068"/>
                  </a:cubicBezTo>
                  <a:cubicBezTo>
                    <a:pt x="0" y="6337"/>
                    <a:pt x="7984" y="0"/>
                    <a:pt x="17743" y="0"/>
                  </a:cubicBezTo>
                  <a:cubicBezTo>
                    <a:pt x="27501" y="0"/>
                    <a:pt x="35486" y="6337"/>
                    <a:pt x="35486" y="1406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21" name="Freeform: Shape 4520">
              <a:extLst>
                <a:ext uri="{FF2B5EF4-FFF2-40B4-BE49-F238E27FC236}">
                  <a16:creationId xmlns:a16="http://schemas.microsoft.com/office/drawing/2014/main" id="{639EE96A-A0A2-4A2C-B55C-A11D41BC15F1}"/>
                </a:ext>
              </a:extLst>
            </p:cNvPr>
            <p:cNvSpPr/>
            <p:nvPr/>
          </p:nvSpPr>
          <p:spPr>
            <a:xfrm>
              <a:off x="10945426" y="2301682"/>
              <a:ext cx="34471" cy="27375"/>
            </a:xfrm>
            <a:custGeom>
              <a:avLst/>
              <a:gdLst>
                <a:gd name="connsiteX0" fmla="*/ 34472 w 34471"/>
                <a:gd name="connsiteY0" fmla="*/ 13688 h 27375"/>
                <a:gd name="connsiteX1" fmla="*/ 17236 w 34471"/>
                <a:gd name="connsiteY1" fmla="*/ 27375 h 27375"/>
                <a:gd name="connsiteX2" fmla="*/ 0 w 34471"/>
                <a:gd name="connsiteY2" fmla="*/ 13688 h 27375"/>
                <a:gd name="connsiteX3" fmla="*/ 17236 w 34471"/>
                <a:gd name="connsiteY3" fmla="*/ 0 h 27375"/>
                <a:gd name="connsiteX4" fmla="*/ 34472 w 34471"/>
                <a:gd name="connsiteY4" fmla="*/ 13688 h 27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471" h="27375">
                  <a:moveTo>
                    <a:pt x="34472" y="13688"/>
                  </a:moveTo>
                  <a:cubicBezTo>
                    <a:pt x="34472" y="21292"/>
                    <a:pt x="26741" y="27375"/>
                    <a:pt x="17236" y="27375"/>
                  </a:cubicBezTo>
                  <a:cubicBezTo>
                    <a:pt x="7731" y="27375"/>
                    <a:pt x="0" y="21292"/>
                    <a:pt x="0" y="13688"/>
                  </a:cubicBezTo>
                  <a:cubicBezTo>
                    <a:pt x="0" y="6083"/>
                    <a:pt x="7731" y="0"/>
                    <a:pt x="17236" y="0"/>
                  </a:cubicBezTo>
                  <a:cubicBezTo>
                    <a:pt x="26741" y="0"/>
                    <a:pt x="34472" y="6083"/>
                    <a:pt x="34472" y="136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22" name="Freeform: Shape 4521">
              <a:extLst>
                <a:ext uri="{FF2B5EF4-FFF2-40B4-BE49-F238E27FC236}">
                  <a16:creationId xmlns:a16="http://schemas.microsoft.com/office/drawing/2014/main" id="{3DBE74BC-42B3-44C3-700A-FE18851BE74C}"/>
                </a:ext>
              </a:extLst>
            </p:cNvPr>
            <p:cNvSpPr/>
            <p:nvPr/>
          </p:nvSpPr>
          <p:spPr>
            <a:xfrm>
              <a:off x="10981038" y="2401803"/>
              <a:ext cx="34471" cy="27375"/>
            </a:xfrm>
            <a:custGeom>
              <a:avLst/>
              <a:gdLst>
                <a:gd name="connsiteX0" fmla="*/ 34472 w 34471"/>
                <a:gd name="connsiteY0" fmla="*/ 13688 h 27375"/>
                <a:gd name="connsiteX1" fmla="*/ 17236 w 34471"/>
                <a:gd name="connsiteY1" fmla="*/ 27375 h 27375"/>
                <a:gd name="connsiteX2" fmla="*/ 0 w 34471"/>
                <a:gd name="connsiteY2" fmla="*/ 13688 h 27375"/>
                <a:gd name="connsiteX3" fmla="*/ 17236 w 34471"/>
                <a:gd name="connsiteY3" fmla="*/ 0 h 27375"/>
                <a:gd name="connsiteX4" fmla="*/ 34472 w 34471"/>
                <a:gd name="connsiteY4" fmla="*/ 13688 h 27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471" h="27375">
                  <a:moveTo>
                    <a:pt x="34472" y="13688"/>
                  </a:moveTo>
                  <a:cubicBezTo>
                    <a:pt x="34472" y="21292"/>
                    <a:pt x="26741" y="27375"/>
                    <a:pt x="17236" y="27375"/>
                  </a:cubicBezTo>
                  <a:cubicBezTo>
                    <a:pt x="7731" y="27375"/>
                    <a:pt x="0" y="21292"/>
                    <a:pt x="0" y="13688"/>
                  </a:cubicBezTo>
                  <a:cubicBezTo>
                    <a:pt x="0" y="6083"/>
                    <a:pt x="7731" y="0"/>
                    <a:pt x="17236" y="0"/>
                  </a:cubicBezTo>
                  <a:cubicBezTo>
                    <a:pt x="26741" y="0"/>
                    <a:pt x="34472" y="6083"/>
                    <a:pt x="34472" y="136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23" name="Freeform: Shape 4522">
              <a:extLst>
                <a:ext uri="{FF2B5EF4-FFF2-40B4-BE49-F238E27FC236}">
                  <a16:creationId xmlns:a16="http://schemas.microsoft.com/office/drawing/2014/main" id="{13244FD1-9C16-E416-403D-7D3A39FC2349}"/>
                </a:ext>
              </a:extLst>
            </p:cNvPr>
            <p:cNvSpPr/>
            <p:nvPr/>
          </p:nvSpPr>
          <p:spPr>
            <a:xfrm>
              <a:off x="11013610" y="2502812"/>
              <a:ext cx="33711" cy="26867"/>
            </a:xfrm>
            <a:custGeom>
              <a:avLst/>
              <a:gdLst>
                <a:gd name="connsiteX0" fmla="*/ 33711 w 33711"/>
                <a:gd name="connsiteY0" fmla="*/ 13434 h 26867"/>
                <a:gd name="connsiteX1" fmla="*/ 16855 w 33711"/>
                <a:gd name="connsiteY1" fmla="*/ 26868 h 26867"/>
                <a:gd name="connsiteX2" fmla="*/ 0 w 33711"/>
                <a:gd name="connsiteY2" fmla="*/ 13434 h 26867"/>
                <a:gd name="connsiteX3" fmla="*/ 16855 w 33711"/>
                <a:gd name="connsiteY3" fmla="*/ 0 h 26867"/>
                <a:gd name="connsiteX4" fmla="*/ 33711 w 33711"/>
                <a:gd name="connsiteY4" fmla="*/ 13434 h 26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1" h="26867">
                  <a:moveTo>
                    <a:pt x="33711" y="13434"/>
                  </a:moveTo>
                  <a:cubicBezTo>
                    <a:pt x="33711" y="20912"/>
                    <a:pt x="26108" y="26868"/>
                    <a:pt x="16855" y="26868"/>
                  </a:cubicBezTo>
                  <a:cubicBezTo>
                    <a:pt x="7604" y="26868"/>
                    <a:pt x="0" y="20912"/>
                    <a:pt x="0" y="13434"/>
                  </a:cubicBezTo>
                  <a:cubicBezTo>
                    <a:pt x="0" y="5957"/>
                    <a:pt x="7604" y="0"/>
                    <a:pt x="16855" y="0"/>
                  </a:cubicBezTo>
                  <a:cubicBezTo>
                    <a:pt x="26108" y="0"/>
                    <a:pt x="33711" y="5957"/>
                    <a:pt x="33711" y="1343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24" name="Freeform: Shape 4523">
              <a:extLst>
                <a:ext uri="{FF2B5EF4-FFF2-40B4-BE49-F238E27FC236}">
                  <a16:creationId xmlns:a16="http://schemas.microsoft.com/office/drawing/2014/main" id="{86444AA6-6241-AED4-09D3-18D15419C7E7}"/>
                </a:ext>
              </a:extLst>
            </p:cNvPr>
            <p:cNvSpPr/>
            <p:nvPr/>
          </p:nvSpPr>
          <p:spPr>
            <a:xfrm>
              <a:off x="11042886" y="2604581"/>
              <a:ext cx="32951" cy="26107"/>
            </a:xfrm>
            <a:custGeom>
              <a:avLst/>
              <a:gdLst>
                <a:gd name="connsiteX0" fmla="*/ 32951 w 32951"/>
                <a:gd name="connsiteY0" fmla="*/ 13054 h 26107"/>
                <a:gd name="connsiteX1" fmla="*/ 16476 w 32951"/>
                <a:gd name="connsiteY1" fmla="*/ 26108 h 26107"/>
                <a:gd name="connsiteX2" fmla="*/ 0 w 32951"/>
                <a:gd name="connsiteY2" fmla="*/ 13054 h 26107"/>
                <a:gd name="connsiteX3" fmla="*/ 16476 w 32951"/>
                <a:gd name="connsiteY3" fmla="*/ 0 h 26107"/>
                <a:gd name="connsiteX4" fmla="*/ 32951 w 32951"/>
                <a:gd name="connsiteY4" fmla="*/ 13054 h 2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951" h="26107">
                  <a:moveTo>
                    <a:pt x="32951" y="13054"/>
                  </a:moveTo>
                  <a:cubicBezTo>
                    <a:pt x="32951" y="20278"/>
                    <a:pt x="25600" y="26108"/>
                    <a:pt x="16476" y="26108"/>
                  </a:cubicBezTo>
                  <a:cubicBezTo>
                    <a:pt x="7350" y="26108"/>
                    <a:pt x="0" y="20278"/>
                    <a:pt x="0" y="13054"/>
                  </a:cubicBezTo>
                  <a:cubicBezTo>
                    <a:pt x="0" y="5830"/>
                    <a:pt x="7350" y="0"/>
                    <a:pt x="16476" y="0"/>
                  </a:cubicBezTo>
                  <a:cubicBezTo>
                    <a:pt x="25600" y="0"/>
                    <a:pt x="32951" y="5830"/>
                    <a:pt x="32951" y="1305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25" name="Freeform: Shape 4524">
              <a:extLst>
                <a:ext uri="{FF2B5EF4-FFF2-40B4-BE49-F238E27FC236}">
                  <a16:creationId xmlns:a16="http://schemas.microsoft.com/office/drawing/2014/main" id="{93025297-1A44-48F9-1C41-ED98BD281551}"/>
                </a:ext>
              </a:extLst>
            </p:cNvPr>
            <p:cNvSpPr/>
            <p:nvPr/>
          </p:nvSpPr>
          <p:spPr>
            <a:xfrm>
              <a:off x="11068866" y="2706857"/>
              <a:ext cx="32190" cy="25600"/>
            </a:xfrm>
            <a:custGeom>
              <a:avLst/>
              <a:gdLst>
                <a:gd name="connsiteX0" fmla="*/ 32191 w 32190"/>
                <a:gd name="connsiteY0" fmla="*/ 12800 h 25600"/>
                <a:gd name="connsiteX1" fmla="*/ 16096 w 32190"/>
                <a:gd name="connsiteY1" fmla="*/ 25601 h 25600"/>
                <a:gd name="connsiteX2" fmla="*/ 0 w 32190"/>
                <a:gd name="connsiteY2" fmla="*/ 12800 h 25600"/>
                <a:gd name="connsiteX3" fmla="*/ 16096 w 32190"/>
                <a:gd name="connsiteY3" fmla="*/ 0 h 25600"/>
                <a:gd name="connsiteX4" fmla="*/ 32191 w 32190"/>
                <a:gd name="connsiteY4" fmla="*/ 12800 h 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90" h="25600">
                  <a:moveTo>
                    <a:pt x="32191" y="12800"/>
                  </a:moveTo>
                  <a:cubicBezTo>
                    <a:pt x="32191" y="19897"/>
                    <a:pt x="24967" y="25601"/>
                    <a:pt x="16096" y="25601"/>
                  </a:cubicBezTo>
                  <a:cubicBezTo>
                    <a:pt x="7224" y="25601"/>
                    <a:pt x="0" y="19897"/>
                    <a:pt x="0" y="12800"/>
                  </a:cubicBezTo>
                  <a:cubicBezTo>
                    <a:pt x="0" y="5703"/>
                    <a:pt x="7224" y="0"/>
                    <a:pt x="16096" y="0"/>
                  </a:cubicBezTo>
                  <a:cubicBezTo>
                    <a:pt x="24967" y="0"/>
                    <a:pt x="32191" y="5703"/>
                    <a:pt x="32191" y="1280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26" name="Freeform: Shape 4525">
              <a:extLst>
                <a:ext uri="{FF2B5EF4-FFF2-40B4-BE49-F238E27FC236}">
                  <a16:creationId xmlns:a16="http://schemas.microsoft.com/office/drawing/2014/main" id="{3764B2E9-0636-EFA7-5C01-CC164DD123F9}"/>
                </a:ext>
              </a:extLst>
            </p:cNvPr>
            <p:cNvSpPr/>
            <p:nvPr/>
          </p:nvSpPr>
          <p:spPr>
            <a:xfrm>
              <a:off x="11091045" y="2809386"/>
              <a:ext cx="32190" cy="25600"/>
            </a:xfrm>
            <a:custGeom>
              <a:avLst/>
              <a:gdLst>
                <a:gd name="connsiteX0" fmla="*/ 32191 w 32190"/>
                <a:gd name="connsiteY0" fmla="*/ 12800 h 25600"/>
                <a:gd name="connsiteX1" fmla="*/ 16096 w 32190"/>
                <a:gd name="connsiteY1" fmla="*/ 25601 h 25600"/>
                <a:gd name="connsiteX2" fmla="*/ 0 w 32190"/>
                <a:gd name="connsiteY2" fmla="*/ 12800 h 25600"/>
                <a:gd name="connsiteX3" fmla="*/ 16096 w 32190"/>
                <a:gd name="connsiteY3" fmla="*/ 0 h 25600"/>
                <a:gd name="connsiteX4" fmla="*/ 32191 w 32190"/>
                <a:gd name="connsiteY4" fmla="*/ 12800 h 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90" h="25600">
                  <a:moveTo>
                    <a:pt x="32191" y="12800"/>
                  </a:moveTo>
                  <a:cubicBezTo>
                    <a:pt x="32191" y="19897"/>
                    <a:pt x="24967" y="25601"/>
                    <a:pt x="16096" y="25601"/>
                  </a:cubicBezTo>
                  <a:cubicBezTo>
                    <a:pt x="7224" y="25601"/>
                    <a:pt x="0" y="19897"/>
                    <a:pt x="0" y="12800"/>
                  </a:cubicBezTo>
                  <a:cubicBezTo>
                    <a:pt x="0" y="5703"/>
                    <a:pt x="7224" y="0"/>
                    <a:pt x="16096" y="0"/>
                  </a:cubicBezTo>
                  <a:cubicBezTo>
                    <a:pt x="24967" y="0"/>
                    <a:pt x="32191" y="5703"/>
                    <a:pt x="32191" y="1280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27" name="Freeform: Shape 4526">
              <a:extLst>
                <a:ext uri="{FF2B5EF4-FFF2-40B4-BE49-F238E27FC236}">
                  <a16:creationId xmlns:a16="http://schemas.microsoft.com/office/drawing/2014/main" id="{9B47E962-7673-53AE-E59D-B9C4D7825CA5}"/>
                </a:ext>
              </a:extLst>
            </p:cNvPr>
            <p:cNvSpPr/>
            <p:nvPr/>
          </p:nvSpPr>
          <p:spPr>
            <a:xfrm>
              <a:off x="11110309" y="2912676"/>
              <a:ext cx="31430" cy="24840"/>
            </a:xfrm>
            <a:custGeom>
              <a:avLst/>
              <a:gdLst>
                <a:gd name="connsiteX0" fmla="*/ 31430 w 31430"/>
                <a:gd name="connsiteY0" fmla="*/ 12420 h 24840"/>
                <a:gd name="connsiteX1" fmla="*/ 15715 w 31430"/>
                <a:gd name="connsiteY1" fmla="*/ 24840 h 24840"/>
                <a:gd name="connsiteX2" fmla="*/ 0 w 31430"/>
                <a:gd name="connsiteY2" fmla="*/ 12420 h 24840"/>
                <a:gd name="connsiteX3" fmla="*/ 15715 w 31430"/>
                <a:gd name="connsiteY3" fmla="*/ 0 h 24840"/>
                <a:gd name="connsiteX4" fmla="*/ 31430 w 31430"/>
                <a:gd name="connsiteY4" fmla="*/ 12420 h 2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30" h="24840">
                  <a:moveTo>
                    <a:pt x="31430" y="12420"/>
                  </a:moveTo>
                  <a:cubicBezTo>
                    <a:pt x="31430" y="19264"/>
                    <a:pt x="24333" y="24840"/>
                    <a:pt x="15715" y="24840"/>
                  </a:cubicBezTo>
                  <a:cubicBezTo>
                    <a:pt x="7097" y="24840"/>
                    <a:pt x="0" y="19264"/>
                    <a:pt x="0" y="12420"/>
                  </a:cubicBezTo>
                  <a:cubicBezTo>
                    <a:pt x="0" y="5576"/>
                    <a:pt x="6970" y="0"/>
                    <a:pt x="15715" y="0"/>
                  </a:cubicBezTo>
                  <a:cubicBezTo>
                    <a:pt x="24460" y="0"/>
                    <a:pt x="31430" y="5576"/>
                    <a:pt x="31430" y="1242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28" name="Freeform: Shape 4527">
              <a:extLst>
                <a:ext uri="{FF2B5EF4-FFF2-40B4-BE49-F238E27FC236}">
                  <a16:creationId xmlns:a16="http://schemas.microsoft.com/office/drawing/2014/main" id="{156A5F46-4A07-DF55-D8A9-7795E4EF946F}"/>
                </a:ext>
              </a:extLst>
            </p:cNvPr>
            <p:cNvSpPr/>
            <p:nvPr/>
          </p:nvSpPr>
          <p:spPr>
            <a:xfrm>
              <a:off x="11126024" y="3016219"/>
              <a:ext cx="30669" cy="24333"/>
            </a:xfrm>
            <a:custGeom>
              <a:avLst/>
              <a:gdLst>
                <a:gd name="connsiteX0" fmla="*/ 30670 w 30669"/>
                <a:gd name="connsiteY0" fmla="*/ 12167 h 24333"/>
                <a:gd name="connsiteX1" fmla="*/ 15335 w 30669"/>
                <a:gd name="connsiteY1" fmla="*/ 24333 h 24333"/>
                <a:gd name="connsiteX2" fmla="*/ 0 w 30669"/>
                <a:gd name="connsiteY2" fmla="*/ 12167 h 24333"/>
                <a:gd name="connsiteX3" fmla="*/ 15335 w 30669"/>
                <a:gd name="connsiteY3" fmla="*/ 0 h 24333"/>
                <a:gd name="connsiteX4" fmla="*/ 30670 w 30669"/>
                <a:gd name="connsiteY4" fmla="*/ 12167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9" h="24333">
                  <a:moveTo>
                    <a:pt x="30670" y="12167"/>
                  </a:moveTo>
                  <a:cubicBezTo>
                    <a:pt x="30670" y="18884"/>
                    <a:pt x="23826" y="24333"/>
                    <a:pt x="15335" y="24333"/>
                  </a:cubicBezTo>
                  <a:cubicBezTo>
                    <a:pt x="6843" y="24333"/>
                    <a:pt x="0" y="18884"/>
                    <a:pt x="0" y="12167"/>
                  </a:cubicBezTo>
                  <a:cubicBezTo>
                    <a:pt x="0" y="5450"/>
                    <a:pt x="6843" y="0"/>
                    <a:pt x="15335" y="0"/>
                  </a:cubicBezTo>
                  <a:cubicBezTo>
                    <a:pt x="23826" y="0"/>
                    <a:pt x="30670" y="5450"/>
                    <a:pt x="30670" y="121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29" name="Freeform: Shape 4528">
              <a:extLst>
                <a:ext uri="{FF2B5EF4-FFF2-40B4-BE49-F238E27FC236}">
                  <a16:creationId xmlns:a16="http://schemas.microsoft.com/office/drawing/2014/main" id="{6087FF11-B86A-86E0-C0AB-2CA8C18004AB}"/>
                </a:ext>
              </a:extLst>
            </p:cNvPr>
            <p:cNvSpPr/>
            <p:nvPr/>
          </p:nvSpPr>
          <p:spPr>
            <a:xfrm>
              <a:off x="11138825" y="3120396"/>
              <a:ext cx="29149" cy="23066"/>
            </a:xfrm>
            <a:custGeom>
              <a:avLst/>
              <a:gdLst>
                <a:gd name="connsiteX0" fmla="*/ 29149 w 29149"/>
                <a:gd name="connsiteY0" fmla="*/ 11533 h 23066"/>
                <a:gd name="connsiteX1" fmla="*/ 14574 w 29149"/>
                <a:gd name="connsiteY1" fmla="*/ 23066 h 23066"/>
                <a:gd name="connsiteX2" fmla="*/ 0 w 29149"/>
                <a:gd name="connsiteY2" fmla="*/ 11533 h 23066"/>
                <a:gd name="connsiteX3" fmla="*/ 14574 w 29149"/>
                <a:gd name="connsiteY3" fmla="*/ 0 h 23066"/>
                <a:gd name="connsiteX4" fmla="*/ 29149 w 29149"/>
                <a:gd name="connsiteY4" fmla="*/ 11533 h 23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9" h="23066">
                  <a:moveTo>
                    <a:pt x="29149" y="11533"/>
                  </a:moveTo>
                  <a:cubicBezTo>
                    <a:pt x="29149" y="17870"/>
                    <a:pt x="22559" y="23066"/>
                    <a:pt x="14574" y="23066"/>
                  </a:cubicBezTo>
                  <a:cubicBezTo>
                    <a:pt x="6590" y="23066"/>
                    <a:pt x="0" y="17870"/>
                    <a:pt x="0" y="11533"/>
                  </a:cubicBezTo>
                  <a:cubicBezTo>
                    <a:pt x="0" y="5196"/>
                    <a:pt x="6463" y="0"/>
                    <a:pt x="14574" y="0"/>
                  </a:cubicBezTo>
                  <a:cubicBezTo>
                    <a:pt x="22685" y="0"/>
                    <a:pt x="29149" y="5196"/>
                    <a:pt x="29149" y="1153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30" name="Freeform: Shape 4529">
              <a:extLst>
                <a:ext uri="{FF2B5EF4-FFF2-40B4-BE49-F238E27FC236}">
                  <a16:creationId xmlns:a16="http://schemas.microsoft.com/office/drawing/2014/main" id="{F3910913-8638-728B-0FC1-9DD57D663350}"/>
                </a:ext>
              </a:extLst>
            </p:cNvPr>
            <p:cNvSpPr/>
            <p:nvPr/>
          </p:nvSpPr>
          <p:spPr>
            <a:xfrm>
              <a:off x="11147696" y="3224573"/>
              <a:ext cx="28389" cy="22305"/>
            </a:xfrm>
            <a:custGeom>
              <a:avLst/>
              <a:gdLst>
                <a:gd name="connsiteX0" fmla="*/ 28390 w 28389"/>
                <a:gd name="connsiteY0" fmla="*/ 11153 h 22305"/>
                <a:gd name="connsiteX1" fmla="*/ 14194 w 28389"/>
                <a:gd name="connsiteY1" fmla="*/ 22306 h 22305"/>
                <a:gd name="connsiteX2" fmla="*/ 0 w 28389"/>
                <a:gd name="connsiteY2" fmla="*/ 11153 h 22305"/>
                <a:gd name="connsiteX3" fmla="*/ 14194 w 28389"/>
                <a:gd name="connsiteY3" fmla="*/ 0 h 22305"/>
                <a:gd name="connsiteX4" fmla="*/ 28390 w 28389"/>
                <a:gd name="connsiteY4" fmla="*/ 11153 h 22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389" h="22305">
                  <a:moveTo>
                    <a:pt x="28390" y="11153"/>
                  </a:moveTo>
                  <a:cubicBezTo>
                    <a:pt x="28390" y="17363"/>
                    <a:pt x="22053" y="22306"/>
                    <a:pt x="14194" y="22306"/>
                  </a:cubicBezTo>
                  <a:cubicBezTo>
                    <a:pt x="6337" y="22306"/>
                    <a:pt x="0" y="17236"/>
                    <a:pt x="0" y="11153"/>
                  </a:cubicBezTo>
                  <a:cubicBezTo>
                    <a:pt x="0" y="5070"/>
                    <a:pt x="6337" y="0"/>
                    <a:pt x="14194" y="0"/>
                  </a:cubicBezTo>
                  <a:cubicBezTo>
                    <a:pt x="22053" y="0"/>
                    <a:pt x="28390" y="5070"/>
                    <a:pt x="28390" y="1115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31" name="Freeform: Shape 4530">
              <a:extLst>
                <a:ext uri="{FF2B5EF4-FFF2-40B4-BE49-F238E27FC236}">
                  <a16:creationId xmlns:a16="http://schemas.microsoft.com/office/drawing/2014/main" id="{5A1C46E9-F02E-D43A-7321-3A2BB98F8422}"/>
                </a:ext>
              </a:extLst>
            </p:cNvPr>
            <p:cNvSpPr/>
            <p:nvPr/>
          </p:nvSpPr>
          <p:spPr>
            <a:xfrm>
              <a:off x="11153399" y="3328623"/>
              <a:ext cx="27501" cy="21798"/>
            </a:xfrm>
            <a:custGeom>
              <a:avLst/>
              <a:gdLst>
                <a:gd name="connsiteX0" fmla="*/ 27501 w 27501"/>
                <a:gd name="connsiteY0" fmla="*/ 10899 h 21798"/>
                <a:gd name="connsiteX1" fmla="*/ 13815 w 27501"/>
                <a:gd name="connsiteY1" fmla="*/ 21799 h 21798"/>
                <a:gd name="connsiteX2" fmla="*/ 0 w 27501"/>
                <a:gd name="connsiteY2" fmla="*/ 10899 h 21798"/>
                <a:gd name="connsiteX3" fmla="*/ 13815 w 27501"/>
                <a:gd name="connsiteY3" fmla="*/ 0 h 21798"/>
                <a:gd name="connsiteX4" fmla="*/ 27501 w 27501"/>
                <a:gd name="connsiteY4" fmla="*/ 10899 h 21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501" h="21798">
                  <a:moveTo>
                    <a:pt x="27501" y="10899"/>
                  </a:moveTo>
                  <a:cubicBezTo>
                    <a:pt x="27501" y="16983"/>
                    <a:pt x="21292" y="21799"/>
                    <a:pt x="13815" y="21799"/>
                  </a:cubicBezTo>
                  <a:cubicBezTo>
                    <a:pt x="6337" y="21799"/>
                    <a:pt x="0" y="16983"/>
                    <a:pt x="0" y="10899"/>
                  </a:cubicBezTo>
                  <a:cubicBezTo>
                    <a:pt x="0" y="4816"/>
                    <a:pt x="6210" y="0"/>
                    <a:pt x="13815" y="0"/>
                  </a:cubicBezTo>
                  <a:cubicBezTo>
                    <a:pt x="21418" y="0"/>
                    <a:pt x="27501" y="4943"/>
                    <a:pt x="27501" y="1089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32" name="Freeform: Shape 4531">
              <a:extLst>
                <a:ext uri="{FF2B5EF4-FFF2-40B4-BE49-F238E27FC236}">
                  <a16:creationId xmlns:a16="http://schemas.microsoft.com/office/drawing/2014/main" id="{78273D89-14F9-BEB3-D875-8E1180393DC2}"/>
                </a:ext>
              </a:extLst>
            </p:cNvPr>
            <p:cNvSpPr/>
            <p:nvPr/>
          </p:nvSpPr>
          <p:spPr>
            <a:xfrm>
              <a:off x="11280262" y="3432673"/>
              <a:ext cx="27501" cy="21798"/>
            </a:xfrm>
            <a:custGeom>
              <a:avLst/>
              <a:gdLst>
                <a:gd name="connsiteX0" fmla="*/ 27501 w 27501"/>
                <a:gd name="connsiteY0" fmla="*/ 10899 h 21798"/>
                <a:gd name="connsiteX1" fmla="*/ 13815 w 27501"/>
                <a:gd name="connsiteY1" fmla="*/ 21799 h 21798"/>
                <a:gd name="connsiteX2" fmla="*/ 0 w 27501"/>
                <a:gd name="connsiteY2" fmla="*/ 10899 h 21798"/>
                <a:gd name="connsiteX3" fmla="*/ 13815 w 27501"/>
                <a:gd name="connsiteY3" fmla="*/ 0 h 21798"/>
                <a:gd name="connsiteX4" fmla="*/ 27501 w 27501"/>
                <a:gd name="connsiteY4" fmla="*/ 10899 h 21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501" h="21798">
                  <a:moveTo>
                    <a:pt x="27501" y="10899"/>
                  </a:moveTo>
                  <a:cubicBezTo>
                    <a:pt x="27501" y="16856"/>
                    <a:pt x="21418" y="21799"/>
                    <a:pt x="13815" y="21799"/>
                  </a:cubicBezTo>
                  <a:cubicBezTo>
                    <a:pt x="6210" y="21799"/>
                    <a:pt x="0" y="16856"/>
                    <a:pt x="0" y="10899"/>
                  </a:cubicBezTo>
                  <a:cubicBezTo>
                    <a:pt x="0" y="4943"/>
                    <a:pt x="6210" y="0"/>
                    <a:pt x="13815" y="0"/>
                  </a:cubicBezTo>
                  <a:cubicBezTo>
                    <a:pt x="21418" y="0"/>
                    <a:pt x="27501" y="4816"/>
                    <a:pt x="27501" y="1089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33" name="Freeform: Shape 4532">
              <a:extLst>
                <a:ext uri="{FF2B5EF4-FFF2-40B4-BE49-F238E27FC236}">
                  <a16:creationId xmlns:a16="http://schemas.microsoft.com/office/drawing/2014/main" id="{5090F849-C0B8-12DA-6F2C-992F9D322CBB}"/>
                </a:ext>
              </a:extLst>
            </p:cNvPr>
            <p:cNvSpPr/>
            <p:nvPr/>
          </p:nvSpPr>
          <p:spPr>
            <a:xfrm>
              <a:off x="11279121" y="3536977"/>
              <a:ext cx="26615" cy="21165"/>
            </a:xfrm>
            <a:custGeom>
              <a:avLst/>
              <a:gdLst>
                <a:gd name="connsiteX0" fmla="*/ 26615 w 26615"/>
                <a:gd name="connsiteY0" fmla="*/ 10646 h 21165"/>
                <a:gd name="connsiteX1" fmla="*/ 13308 w 26615"/>
                <a:gd name="connsiteY1" fmla="*/ 21165 h 21165"/>
                <a:gd name="connsiteX2" fmla="*/ 0 w 26615"/>
                <a:gd name="connsiteY2" fmla="*/ 10646 h 21165"/>
                <a:gd name="connsiteX3" fmla="*/ 13308 w 26615"/>
                <a:gd name="connsiteY3" fmla="*/ 0 h 21165"/>
                <a:gd name="connsiteX4" fmla="*/ 26615 w 26615"/>
                <a:gd name="connsiteY4" fmla="*/ 10646 h 21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615" h="21165">
                  <a:moveTo>
                    <a:pt x="26615" y="10646"/>
                  </a:moveTo>
                  <a:cubicBezTo>
                    <a:pt x="26615" y="16476"/>
                    <a:pt x="20658" y="21165"/>
                    <a:pt x="13308" y="21165"/>
                  </a:cubicBezTo>
                  <a:cubicBezTo>
                    <a:pt x="5957" y="21165"/>
                    <a:pt x="0" y="16476"/>
                    <a:pt x="0" y="10646"/>
                  </a:cubicBezTo>
                  <a:cubicBezTo>
                    <a:pt x="0" y="4816"/>
                    <a:pt x="5957" y="0"/>
                    <a:pt x="13308" y="0"/>
                  </a:cubicBezTo>
                  <a:cubicBezTo>
                    <a:pt x="20658" y="0"/>
                    <a:pt x="26615" y="4690"/>
                    <a:pt x="26615" y="1064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34" name="Freeform: Shape 4533">
              <a:extLst>
                <a:ext uri="{FF2B5EF4-FFF2-40B4-BE49-F238E27FC236}">
                  <a16:creationId xmlns:a16="http://schemas.microsoft.com/office/drawing/2014/main" id="{B6BD1C33-1C59-BF2D-09F7-D6D1D62AD0FD}"/>
                </a:ext>
              </a:extLst>
            </p:cNvPr>
            <p:cNvSpPr/>
            <p:nvPr/>
          </p:nvSpPr>
          <p:spPr>
            <a:xfrm>
              <a:off x="11274432" y="3641281"/>
              <a:ext cx="25854" cy="20531"/>
            </a:xfrm>
            <a:custGeom>
              <a:avLst/>
              <a:gdLst>
                <a:gd name="connsiteX0" fmla="*/ 25855 w 25854"/>
                <a:gd name="connsiteY0" fmla="*/ 10266 h 20531"/>
                <a:gd name="connsiteX1" fmla="*/ 12927 w 25854"/>
                <a:gd name="connsiteY1" fmla="*/ 20531 h 20531"/>
                <a:gd name="connsiteX2" fmla="*/ 0 w 25854"/>
                <a:gd name="connsiteY2" fmla="*/ 10266 h 20531"/>
                <a:gd name="connsiteX3" fmla="*/ 12927 w 25854"/>
                <a:gd name="connsiteY3" fmla="*/ 0 h 20531"/>
                <a:gd name="connsiteX4" fmla="*/ 25855 w 25854"/>
                <a:gd name="connsiteY4" fmla="*/ 10266 h 20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854" h="20531">
                  <a:moveTo>
                    <a:pt x="25855" y="10266"/>
                  </a:moveTo>
                  <a:cubicBezTo>
                    <a:pt x="25855" y="15969"/>
                    <a:pt x="20025" y="20531"/>
                    <a:pt x="12927" y="20531"/>
                  </a:cubicBezTo>
                  <a:cubicBezTo>
                    <a:pt x="5830" y="20531"/>
                    <a:pt x="0" y="15969"/>
                    <a:pt x="0" y="10266"/>
                  </a:cubicBezTo>
                  <a:cubicBezTo>
                    <a:pt x="0" y="4562"/>
                    <a:pt x="5830" y="0"/>
                    <a:pt x="12927" y="0"/>
                  </a:cubicBezTo>
                  <a:cubicBezTo>
                    <a:pt x="20025" y="0"/>
                    <a:pt x="25855" y="4562"/>
                    <a:pt x="25855" y="1026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35" name="Freeform: Shape 4534">
              <a:extLst>
                <a:ext uri="{FF2B5EF4-FFF2-40B4-BE49-F238E27FC236}">
                  <a16:creationId xmlns:a16="http://schemas.microsoft.com/office/drawing/2014/main" id="{8917A8DE-FD2E-8FB6-D71A-849D002C8799}"/>
                </a:ext>
              </a:extLst>
            </p:cNvPr>
            <p:cNvSpPr/>
            <p:nvPr/>
          </p:nvSpPr>
          <p:spPr>
            <a:xfrm>
              <a:off x="11266447" y="3745458"/>
              <a:ext cx="25094" cy="19897"/>
            </a:xfrm>
            <a:custGeom>
              <a:avLst/>
              <a:gdLst>
                <a:gd name="connsiteX0" fmla="*/ 25094 w 25094"/>
                <a:gd name="connsiteY0" fmla="*/ 9885 h 19897"/>
                <a:gd name="connsiteX1" fmla="*/ 12548 w 25094"/>
                <a:gd name="connsiteY1" fmla="*/ 19898 h 19897"/>
                <a:gd name="connsiteX2" fmla="*/ 0 w 25094"/>
                <a:gd name="connsiteY2" fmla="*/ 9885 h 19897"/>
                <a:gd name="connsiteX3" fmla="*/ 12548 w 25094"/>
                <a:gd name="connsiteY3" fmla="*/ 0 h 19897"/>
                <a:gd name="connsiteX4" fmla="*/ 25094 w 25094"/>
                <a:gd name="connsiteY4" fmla="*/ 9885 h 19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94" h="19897">
                  <a:moveTo>
                    <a:pt x="25094" y="9885"/>
                  </a:moveTo>
                  <a:cubicBezTo>
                    <a:pt x="25094" y="15462"/>
                    <a:pt x="19518" y="19898"/>
                    <a:pt x="12548" y="19898"/>
                  </a:cubicBezTo>
                  <a:cubicBezTo>
                    <a:pt x="5576" y="19898"/>
                    <a:pt x="0" y="15462"/>
                    <a:pt x="0" y="9885"/>
                  </a:cubicBezTo>
                  <a:cubicBezTo>
                    <a:pt x="0" y="4309"/>
                    <a:pt x="5576" y="0"/>
                    <a:pt x="12548" y="0"/>
                  </a:cubicBezTo>
                  <a:cubicBezTo>
                    <a:pt x="19518" y="0"/>
                    <a:pt x="25094" y="4436"/>
                    <a:pt x="25094" y="988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36" name="Freeform: Shape 4535">
              <a:extLst>
                <a:ext uri="{FF2B5EF4-FFF2-40B4-BE49-F238E27FC236}">
                  <a16:creationId xmlns:a16="http://schemas.microsoft.com/office/drawing/2014/main" id="{D531FAFE-72A2-3A97-D7B8-D24AF00119B7}"/>
                </a:ext>
              </a:extLst>
            </p:cNvPr>
            <p:cNvSpPr/>
            <p:nvPr/>
          </p:nvSpPr>
          <p:spPr>
            <a:xfrm>
              <a:off x="11255168" y="3849254"/>
              <a:ext cx="24333" cy="19263"/>
            </a:xfrm>
            <a:custGeom>
              <a:avLst/>
              <a:gdLst>
                <a:gd name="connsiteX0" fmla="*/ 24333 w 24333"/>
                <a:gd name="connsiteY0" fmla="*/ 9632 h 19263"/>
                <a:gd name="connsiteX1" fmla="*/ 12166 w 24333"/>
                <a:gd name="connsiteY1" fmla="*/ 19264 h 19263"/>
                <a:gd name="connsiteX2" fmla="*/ 0 w 24333"/>
                <a:gd name="connsiteY2" fmla="*/ 9632 h 19263"/>
                <a:gd name="connsiteX3" fmla="*/ 12166 w 24333"/>
                <a:gd name="connsiteY3" fmla="*/ 0 h 19263"/>
                <a:gd name="connsiteX4" fmla="*/ 24333 w 24333"/>
                <a:gd name="connsiteY4" fmla="*/ 9632 h 19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33" h="19263">
                  <a:moveTo>
                    <a:pt x="24333" y="9632"/>
                  </a:moveTo>
                  <a:cubicBezTo>
                    <a:pt x="24333" y="14955"/>
                    <a:pt x="18884" y="19264"/>
                    <a:pt x="12166" y="19264"/>
                  </a:cubicBezTo>
                  <a:cubicBezTo>
                    <a:pt x="5450" y="19264"/>
                    <a:pt x="0" y="14955"/>
                    <a:pt x="0" y="9632"/>
                  </a:cubicBezTo>
                  <a:cubicBezTo>
                    <a:pt x="0" y="4309"/>
                    <a:pt x="5450" y="0"/>
                    <a:pt x="12166" y="0"/>
                  </a:cubicBezTo>
                  <a:cubicBezTo>
                    <a:pt x="18884" y="0"/>
                    <a:pt x="24333" y="4309"/>
                    <a:pt x="24333" y="963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37" name="Freeform: Shape 4536">
              <a:extLst>
                <a:ext uri="{FF2B5EF4-FFF2-40B4-BE49-F238E27FC236}">
                  <a16:creationId xmlns:a16="http://schemas.microsoft.com/office/drawing/2014/main" id="{092C1393-8D55-B053-0988-AEC5C43FE3A8}"/>
                </a:ext>
              </a:extLst>
            </p:cNvPr>
            <p:cNvSpPr/>
            <p:nvPr/>
          </p:nvSpPr>
          <p:spPr>
            <a:xfrm>
              <a:off x="11240467" y="3952798"/>
              <a:ext cx="23573" cy="18757"/>
            </a:xfrm>
            <a:custGeom>
              <a:avLst/>
              <a:gdLst>
                <a:gd name="connsiteX0" fmla="*/ 23573 w 23573"/>
                <a:gd name="connsiteY0" fmla="*/ 9379 h 18757"/>
                <a:gd name="connsiteX1" fmla="*/ 11786 w 23573"/>
                <a:gd name="connsiteY1" fmla="*/ 18757 h 18757"/>
                <a:gd name="connsiteX2" fmla="*/ 0 w 23573"/>
                <a:gd name="connsiteY2" fmla="*/ 9379 h 18757"/>
                <a:gd name="connsiteX3" fmla="*/ 11786 w 23573"/>
                <a:gd name="connsiteY3" fmla="*/ 0 h 18757"/>
                <a:gd name="connsiteX4" fmla="*/ 23573 w 23573"/>
                <a:gd name="connsiteY4" fmla="*/ 9379 h 18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573" h="18757">
                  <a:moveTo>
                    <a:pt x="23573" y="9379"/>
                  </a:moveTo>
                  <a:cubicBezTo>
                    <a:pt x="23573" y="14575"/>
                    <a:pt x="18377" y="18757"/>
                    <a:pt x="11786" y="18757"/>
                  </a:cubicBezTo>
                  <a:cubicBezTo>
                    <a:pt x="5197" y="18757"/>
                    <a:pt x="0" y="14575"/>
                    <a:pt x="0" y="9379"/>
                  </a:cubicBezTo>
                  <a:cubicBezTo>
                    <a:pt x="0" y="4183"/>
                    <a:pt x="5323" y="0"/>
                    <a:pt x="11786" y="0"/>
                  </a:cubicBezTo>
                  <a:cubicBezTo>
                    <a:pt x="18250" y="0"/>
                    <a:pt x="23573" y="4183"/>
                    <a:pt x="23573" y="937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38" name="Freeform: Shape 4537">
              <a:extLst>
                <a:ext uri="{FF2B5EF4-FFF2-40B4-BE49-F238E27FC236}">
                  <a16:creationId xmlns:a16="http://schemas.microsoft.com/office/drawing/2014/main" id="{6623AFE3-0DE8-A1F6-7346-1BA032DD1B82}"/>
                </a:ext>
              </a:extLst>
            </p:cNvPr>
            <p:cNvSpPr/>
            <p:nvPr/>
          </p:nvSpPr>
          <p:spPr>
            <a:xfrm>
              <a:off x="11222470" y="4056214"/>
              <a:ext cx="22812" cy="17996"/>
            </a:xfrm>
            <a:custGeom>
              <a:avLst/>
              <a:gdLst>
                <a:gd name="connsiteX0" fmla="*/ 22812 w 22812"/>
                <a:gd name="connsiteY0" fmla="*/ 8999 h 17996"/>
                <a:gd name="connsiteX1" fmla="*/ 11407 w 22812"/>
                <a:gd name="connsiteY1" fmla="*/ 17997 h 17996"/>
                <a:gd name="connsiteX2" fmla="*/ 0 w 22812"/>
                <a:gd name="connsiteY2" fmla="*/ 8999 h 17996"/>
                <a:gd name="connsiteX3" fmla="*/ 11407 w 22812"/>
                <a:gd name="connsiteY3" fmla="*/ 0 h 17996"/>
                <a:gd name="connsiteX4" fmla="*/ 22812 w 22812"/>
                <a:gd name="connsiteY4" fmla="*/ 8999 h 17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12" h="17996">
                  <a:moveTo>
                    <a:pt x="22812" y="8999"/>
                  </a:moveTo>
                  <a:cubicBezTo>
                    <a:pt x="22812" y="13941"/>
                    <a:pt x="17743" y="17997"/>
                    <a:pt x="11407" y="17997"/>
                  </a:cubicBezTo>
                  <a:cubicBezTo>
                    <a:pt x="5070" y="17997"/>
                    <a:pt x="0" y="13941"/>
                    <a:pt x="0" y="8999"/>
                  </a:cubicBezTo>
                  <a:cubicBezTo>
                    <a:pt x="0" y="4056"/>
                    <a:pt x="5070" y="0"/>
                    <a:pt x="11407" y="0"/>
                  </a:cubicBezTo>
                  <a:cubicBezTo>
                    <a:pt x="17743" y="0"/>
                    <a:pt x="22812" y="4056"/>
                    <a:pt x="22812" y="899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39" name="Freeform: Shape 4538">
              <a:extLst>
                <a:ext uri="{FF2B5EF4-FFF2-40B4-BE49-F238E27FC236}">
                  <a16:creationId xmlns:a16="http://schemas.microsoft.com/office/drawing/2014/main" id="{C574C61B-185B-CFFE-67C0-C7B77004BD53}"/>
                </a:ext>
              </a:extLst>
            </p:cNvPr>
            <p:cNvSpPr/>
            <p:nvPr/>
          </p:nvSpPr>
          <p:spPr>
            <a:xfrm>
              <a:off x="11201433" y="4159250"/>
              <a:ext cx="21544" cy="16982"/>
            </a:xfrm>
            <a:custGeom>
              <a:avLst/>
              <a:gdLst>
                <a:gd name="connsiteX0" fmla="*/ 21544 w 21544"/>
                <a:gd name="connsiteY0" fmla="*/ 8491 h 16982"/>
                <a:gd name="connsiteX1" fmla="*/ 10772 w 21544"/>
                <a:gd name="connsiteY1" fmla="*/ 16983 h 16982"/>
                <a:gd name="connsiteX2" fmla="*/ 0 w 21544"/>
                <a:gd name="connsiteY2" fmla="*/ 8491 h 16982"/>
                <a:gd name="connsiteX3" fmla="*/ 10772 w 21544"/>
                <a:gd name="connsiteY3" fmla="*/ 0 h 16982"/>
                <a:gd name="connsiteX4" fmla="*/ 21544 w 21544"/>
                <a:gd name="connsiteY4" fmla="*/ 8491 h 1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44" h="16982">
                  <a:moveTo>
                    <a:pt x="21544" y="8491"/>
                  </a:moveTo>
                  <a:cubicBezTo>
                    <a:pt x="21544" y="13181"/>
                    <a:pt x="16728" y="16983"/>
                    <a:pt x="10772" y="16983"/>
                  </a:cubicBezTo>
                  <a:cubicBezTo>
                    <a:pt x="4815" y="16983"/>
                    <a:pt x="0" y="13181"/>
                    <a:pt x="0" y="8491"/>
                  </a:cubicBezTo>
                  <a:cubicBezTo>
                    <a:pt x="0" y="3802"/>
                    <a:pt x="4815" y="0"/>
                    <a:pt x="10772" y="0"/>
                  </a:cubicBezTo>
                  <a:cubicBezTo>
                    <a:pt x="16728" y="0"/>
                    <a:pt x="21544" y="3802"/>
                    <a:pt x="21544" y="84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40" name="Freeform: Shape 4539">
              <a:extLst>
                <a:ext uri="{FF2B5EF4-FFF2-40B4-BE49-F238E27FC236}">
                  <a16:creationId xmlns:a16="http://schemas.microsoft.com/office/drawing/2014/main" id="{54FDCED1-BE8C-7300-37A4-B3145A32D684}"/>
                </a:ext>
              </a:extLst>
            </p:cNvPr>
            <p:cNvSpPr/>
            <p:nvPr/>
          </p:nvSpPr>
          <p:spPr>
            <a:xfrm>
              <a:off x="11177099" y="4261526"/>
              <a:ext cx="20531" cy="16475"/>
            </a:xfrm>
            <a:custGeom>
              <a:avLst/>
              <a:gdLst>
                <a:gd name="connsiteX0" fmla="*/ 20531 w 20531"/>
                <a:gd name="connsiteY0" fmla="*/ 8238 h 16475"/>
                <a:gd name="connsiteX1" fmla="*/ 10266 w 20531"/>
                <a:gd name="connsiteY1" fmla="*/ 16476 h 16475"/>
                <a:gd name="connsiteX2" fmla="*/ 0 w 20531"/>
                <a:gd name="connsiteY2" fmla="*/ 8238 h 16475"/>
                <a:gd name="connsiteX3" fmla="*/ 10266 w 20531"/>
                <a:gd name="connsiteY3" fmla="*/ 0 h 16475"/>
                <a:gd name="connsiteX4" fmla="*/ 20531 w 20531"/>
                <a:gd name="connsiteY4" fmla="*/ 8238 h 16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31" h="16475">
                  <a:moveTo>
                    <a:pt x="20531" y="8238"/>
                  </a:moveTo>
                  <a:cubicBezTo>
                    <a:pt x="20531" y="12674"/>
                    <a:pt x="15969" y="16476"/>
                    <a:pt x="10266" y="16476"/>
                  </a:cubicBezTo>
                  <a:cubicBezTo>
                    <a:pt x="4563" y="16476"/>
                    <a:pt x="0" y="12800"/>
                    <a:pt x="0" y="8238"/>
                  </a:cubicBezTo>
                  <a:cubicBezTo>
                    <a:pt x="0" y="3675"/>
                    <a:pt x="4563" y="0"/>
                    <a:pt x="10266" y="0"/>
                  </a:cubicBezTo>
                  <a:cubicBezTo>
                    <a:pt x="15969" y="0"/>
                    <a:pt x="20531" y="3675"/>
                    <a:pt x="20531" y="823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41" name="Freeform: Shape 4540">
              <a:extLst>
                <a:ext uri="{FF2B5EF4-FFF2-40B4-BE49-F238E27FC236}">
                  <a16:creationId xmlns:a16="http://schemas.microsoft.com/office/drawing/2014/main" id="{2F11E143-A677-D4FD-D177-21C3821D42E2}"/>
                </a:ext>
              </a:extLst>
            </p:cNvPr>
            <p:cNvSpPr/>
            <p:nvPr/>
          </p:nvSpPr>
          <p:spPr>
            <a:xfrm>
              <a:off x="11149217" y="4363549"/>
              <a:ext cx="19771" cy="15715"/>
            </a:xfrm>
            <a:custGeom>
              <a:avLst/>
              <a:gdLst>
                <a:gd name="connsiteX0" fmla="*/ 19772 w 19771"/>
                <a:gd name="connsiteY0" fmla="*/ 7858 h 15715"/>
                <a:gd name="connsiteX1" fmla="*/ 9886 w 19771"/>
                <a:gd name="connsiteY1" fmla="*/ 15716 h 15715"/>
                <a:gd name="connsiteX2" fmla="*/ 0 w 19771"/>
                <a:gd name="connsiteY2" fmla="*/ 7858 h 15715"/>
                <a:gd name="connsiteX3" fmla="*/ 9886 w 19771"/>
                <a:gd name="connsiteY3" fmla="*/ 0 h 15715"/>
                <a:gd name="connsiteX4" fmla="*/ 19772 w 19771"/>
                <a:gd name="connsiteY4" fmla="*/ 7858 h 1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71" h="15715">
                  <a:moveTo>
                    <a:pt x="19772" y="7858"/>
                  </a:moveTo>
                  <a:cubicBezTo>
                    <a:pt x="19772" y="12167"/>
                    <a:pt x="15335" y="15716"/>
                    <a:pt x="9886" y="15716"/>
                  </a:cubicBezTo>
                  <a:cubicBezTo>
                    <a:pt x="4436" y="15716"/>
                    <a:pt x="0" y="12167"/>
                    <a:pt x="0" y="7858"/>
                  </a:cubicBezTo>
                  <a:cubicBezTo>
                    <a:pt x="0" y="3549"/>
                    <a:pt x="4436" y="0"/>
                    <a:pt x="9886" y="0"/>
                  </a:cubicBezTo>
                  <a:cubicBezTo>
                    <a:pt x="15335" y="0"/>
                    <a:pt x="19772" y="3549"/>
                    <a:pt x="19772" y="785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42" name="Freeform: Shape 4541">
              <a:extLst>
                <a:ext uri="{FF2B5EF4-FFF2-40B4-BE49-F238E27FC236}">
                  <a16:creationId xmlns:a16="http://schemas.microsoft.com/office/drawing/2014/main" id="{E587DE88-4A52-F6BF-B652-31C1459AB6B2}"/>
                </a:ext>
              </a:extLst>
            </p:cNvPr>
            <p:cNvSpPr/>
            <p:nvPr/>
          </p:nvSpPr>
          <p:spPr>
            <a:xfrm>
              <a:off x="11118040" y="4464684"/>
              <a:ext cx="19010" cy="15208"/>
            </a:xfrm>
            <a:custGeom>
              <a:avLst/>
              <a:gdLst>
                <a:gd name="connsiteX0" fmla="*/ 19010 w 19010"/>
                <a:gd name="connsiteY0" fmla="*/ 7604 h 15208"/>
                <a:gd name="connsiteX1" fmla="*/ 9505 w 19010"/>
                <a:gd name="connsiteY1" fmla="*/ 15208 h 15208"/>
                <a:gd name="connsiteX2" fmla="*/ 0 w 19010"/>
                <a:gd name="connsiteY2" fmla="*/ 7604 h 15208"/>
                <a:gd name="connsiteX3" fmla="*/ 9505 w 19010"/>
                <a:gd name="connsiteY3" fmla="*/ 0 h 15208"/>
                <a:gd name="connsiteX4" fmla="*/ 19010 w 19010"/>
                <a:gd name="connsiteY4" fmla="*/ 7604 h 15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10" h="15208">
                  <a:moveTo>
                    <a:pt x="19010" y="7604"/>
                  </a:moveTo>
                  <a:cubicBezTo>
                    <a:pt x="19010" y="11786"/>
                    <a:pt x="14701" y="15208"/>
                    <a:pt x="9505" y="15208"/>
                  </a:cubicBezTo>
                  <a:cubicBezTo>
                    <a:pt x="4309" y="15208"/>
                    <a:pt x="0" y="11786"/>
                    <a:pt x="0" y="7604"/>
                  </a:cubicBezTo>
                  <a:cubicBezTo>
                    <a:pt x="0" y="3422"/>
                    <a:pt x="4309" y="0"/>
                    <a:pt x="9505" y="0"/>
                  </a:cubicBezTo>
                  <a:cubicBezTo>
                    <a:pt x="14701" y="0"/>
                    <a:pt x="19010" y="3422"/>
                    <a:pt x="19010" y="760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43" name="Freeform: Shape 4542">
              <a:extLst>
                <a:ext uri="{FF2B5EF4-FFF2-40B4-BE49-F238E27FC236}">
                  <a16:creationId xmlns:a16="http://schemas.microsoft.com/office/drawing/2014/main" id="{52FD6C85-3DA8-9141-8032-B2FB3F541111}"/>
                </a:ext>
              </a:extLst>
            </p:cNvPr>
            <p:cNvSpPr/>
            <p:nvPr/>
          </p:nvSpPr>
          <p:spPr>
            <a:xfrm>
              <a:off x="11083821" y="4565566"/>
              <a:ext cx="17743" cy="13941"/>
            </a:xfrm>
            <a:custGeom>
              <a:avLst/>
              <a:gdLst>
                <a:gd name="connsiteX0" fmla="*/ 17743 w 17743"/>
                <a:gd name="connsiteY0" fmla="*/ 6971 h 13941"/>
                <a:gd name="connsiteX1" fmla="*/ 8872 w 17743"/>
                <a:gd name="connsiteY1" fmla="*/ 13941 h 13941"/>
                <a:gd name="connsiteX2" fmla="*/ 0 w 17743"/>
                <a:gd name="connsiteY2" fmla="*/ 6971 h 13941"/>
                <a:gd name="connsiteX3" fmla="*/ 8872 w 17743"/>
                <a:gd name="connsiteY3" fmla="*/ 0 h 13941"/>
                <a:gd name="connsiteX4" fmla="*/ 17743 w 17743"/>
                <a:gd name="connsiteY4" fmla="*/ 6971 h 1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3" h="13941">
                  <a:moveTo>
                    <a:pt x="17743" y="6971"/>
                  </a:moveTo>
                  <a:cubicBezTo>
                    <a:pt x="17743" y="10899"/>
                    <a:pt x="13815" y="13941"/>
                    <a:pt x="8872" y="13941"/>
                  </a:cubicBezTo>
                  <a:cubicBezTo>
                    <a:pt x="3929" y="13941"/>
                    <a:pt x="0" y="10773"/>
                    <a:pt x="0" y="6971"/>
                  </a:cubicBezTo>
                  <a:cubicBezTo>
                    <a:pt x="0" y="3168"/>
                    <a:pt x="3929" y="0"/>
                    <a:pt x="8872" y="0"/>
                  </a:cubicBezTo>
                  <a:cubicBezTo>
                    <a:pt x="13815" y="0"/>
                    <a:pt x="17743" y="3168"/>
                    <a:pt x="17743" y="697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44" name="Freeform: Shape 4543">
              <a:extLst>
                <a:ext uri="{FF2B5EF4-FFF2-40B4-BE49-F238E27FC236}">
                  <a16:creationId xmlns:a16="http://schemas.microsoft.com/office/drawing/2014/main" id="{1C28325B-2F24-3D6D-A7F8-E594CD9DF447}"/>
                </a:ext>
              </a:extLst>
            </p:cNvPr>
            <p:cNvSpPr/>
            <p:nvPr/>
          </p:nvSpPr>
          <p:spPr>
            <a:xfrm>
              <a:off x="11046307" y="4665434"/>
              <a:ext cx="16982" cy="13433"/>
            </a:xfrm>
            <a:custGeom>
              <a:avLst/>
              <a:gdLst>
                <a:gd name="connsiteX0" fmla="*/ 16983 w 16982"/>
                <a:gd name="connsiteY0" fmla="*/ 6717 h 13433"/>
                <a:gd name="connsiteX1" fmla="*/ 8492 w 16982"/>
                <a:gd name="connsiteY1" fmla="*/ 13434 h 13433"/>
                <a:gd name="connsiteX2" fmla="*/ 0 w 16982"/>
                <a:gd name="connsiteY2" fmla="*/ 6717 h 13433"/>
                <a:gd name="connsiteX3" fmla="*/ 8492 w 16982"/>
                <a:gd name="connsiteY3" fmla="*/ 0 h 13433"/>
                <a:gd name="connsiteX4" fmla="*/ 16983 w 16982"/>
                <a:gd name="connsiteY4" fmla="*/ 6717 h 13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82" h="13433">
                  <a:moveTo>
                    <a:pt x="16983" y="6717"/>
                  </a:moveTo>
                  <a:cubicBezTo>
                    <a:pt x="16983" y="10392"/>
                    <a:pt x="13181" y="13434"/>
                    <a:pt x="8492" y="13434"/>
                  </a:cubicBezTo>
                  <a:cubicBezTo>
                    <a:pt x="3803" y="13434"/>
                    <a:pt x="0" y="10392"/>
                    <a:pt x="0" y="6717"/>
                  </a:cubicBezTo>
                  <a:cubicBezTo>
                    <a:pt x="0" y="3042"/>
                    <a:pt x="3803" y="0"/>
                    <a:pt x="8492" y="0"/>
                  </a:cubicBezTo>
                  <a:cubicBezTo>
                    <a:pt x="13181" y="0"/>
                    <a:pt x="16983" y="3042"/>
                    <a:pt x="16983" y="671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45" name="Freeform: Shape 4544">
              <a:extLst>
                <a:ext uri="{FF2B5EF4-FFF2-40B4-BE49-F238E27FC236}">
                  <a16:creationId xmlns:a16="http://schemas.microsoft.com/office/drawing/2014/main" id="{EC38CB41-A702-1A54-1B5E-C10E55C1B2B9}"/>
                </a:ext>
              </a:extLst>
            </p:cNvPr>
            <p:cNvSpPr/>
            <p:nvPr/>
          </p:nvSpPr>
          <p:spPr>
            <a:xfrm>
              <a:off x="11005625" y="4764542"/>
              <a:ext cx="16094" cy="12673"/>
            </a:xfrm>
            <a:custGeom>
              <a:avLst/>
              <a:gdLst>
                <a:gd name="connsiteX0" fmla="*/ 16095 w 16094"/>
                <a:gd name="connsiteY0" fmla="*/ 6337 h 12673"/>
                <a:gd name="connsiteX1" fmla="*/ 7984 w 16094"/>
                <a:gd name="connsiteY1" fmla="*/ 12674 h 12673"/>
                <a:gd name="connsiteX2" fmla="*/ 0 w 16094"/>
                <a:gd name="connsiteY2" fmla="*/ 6337 h 12673"/>
                <a:gd name="connsiteX3" fmla="*/ 7984 w 16094"/>
                <a:gd name="connsiteY3" fmla="*/ 0 h 12673"/>
                <a:gd name="connsiteX4" fmla="*/ 16095 w 16094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94" h="12673">
                  <a:moveTo>
                    <a:pt x="16095" y="6337"/>
                  </a:moveTo>
                  <a:cubicBezTo>
                    <a:pt x="16095" y="9885"/>
                    <a:pt x="12420" y="12674"/>
                    <a:pt x="7984" y="12674"/>
                  </a:cubicBezTo>
                  <a:cubicBezTo>
                    <a:pt x="3548" y="12674"/>
                    <a:pt x="0" y="9885"/>
                    <a:pt x="0" y="6337"/>
                  </a:cubicBezTo>
                  <a:cubicBezTo>
                    <a:pt x="0" y="2788"/>
                    <a:pt x="3675" y="0"/>
                    <a:pt x="7984" y="0"/>
                  </a:cubicBezTo>
                  <a:cubicBezTo>
                    <a:pt x="12293" y="0"/>
                    <a:pt x="16095" y="2915"/>
                    <a:pt x="16095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46" name="Freeform: Shape 4545">
              <a:extLst>
                <a:ext uri="{FF2B5EF4-FFF2-40B4-BE49-F238E27FC236}">
                  <a16:creationId xmlns:a16="http://schemas.microsoft.com/office/drawing/2014/main" id="{1AB4C470-31D0-FD5B-FACD-5946264915BF}"/>
                </a:ext>
              </a:extLst>
            </p:cNvPr>
            <p:cNvSpPr/>
            <p:nvPr/>
          </p:nvSpPr>
          <p:spPr>
            <a:xfrm>
              <a:off x="10962028" y="4862889"/>
              <a:ext cx="14701" cy="11659"/>
            </a:xfrm>
            <a:custGeom>
              <a:avLst/>
              <a:gdLst>
                <a:gd name="connsiteX0" fmla="*/ 14701 w 14701"/>
                <a:gd name="connsiteY0" fmla="*/ 5830 h 11659"/>
                <a:gd name="connsiteX1" fmla="*/ 7351 w 14701"/>
                <a:gd name="connsiteY1" fmla="*/ 11659 h 11659"/>
                <a:gd name="connsiteX2" fmla="*/ 0 w 14701"/>
                <a:gd name="connsiteY2" fmla="*/ 5830 h 11659"/>
                <a:gd name="connsiteX3" fmla="*/ 7351 w 14701"/>
                <a:gd name="connsiteY3" fmla="*/ 0 h 11659"/>
                <a:gd name="connsiteX4" fmla="*/ 14701 w 14701"/>
                <a:gd name="connsiteY4" fmla="*/ 5830 h 11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01" h="11659">
                  <a:moveTo>
                    <a:pt x="14701" y="5830"/>
                  </a:moveTo>
                  <a:cubicBezTo>
                    <a:pt x="14701" y="8998"/>
                    <a:pt x="11406" y="11659"/>
                    <a:pt x="7351" y="11659"/>
                  </a:cubicBezTo>
                  <a:cubicBezTo>
                    <a:pt x="3295" y="11659"/>
                    <a:pt x="0" y="8998"/>
                    <a:pt x="0" y="5830"/>
                  </a:cubicBezTo>
                  <a:cubicBezTo>
                    <a:pt x="0" y="2661"/>
                    <a:pt x="3295" y="0"/>
                    <a:pt x="7351" y="0"/>
                  </a:cubicBezTo>
                  <a:cubicBezTo>
                    <a:pt x="11406" y="0"/>
                    <a:pt x="14701" y="2661"/>
                    <a:pt x="14701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47" name="Freeform: Shape 4546">
              <a:extLst>
                <a:ext uri="{FF2B5EF4-FFF2-40B4-BE49-F238E27FC236}">
                  <a16:creationId xmlns:a16="http://schemas.microsoft.com/office/drawing/2014/main" id="{427F5DBB-CF34-102F-1D8F-13EBFCC07E85}"/>
                </a:ext>
              </a:extLst>
            </p:cNvPr>
            <p:cNvSpPr/>
            <p:nvPr/>
          </p:nvSpPr>
          <p:spPr>
            <a:xfrm>
              <a:off x="10914882" y="4960095"/>
              <a:ext cx="13941" cy="11152"/>
            </a:xfrm>
            <a:custGeom>
              <a:avLst/>
              <a:gdLst>
                <a:gd name="connsiteX0" fmla="*/ 13941 w 13941"/>
                <a:gd name="connsiteY0" fmla="*/ 5576 h 11152"/>
                <a:gd name="connsiteX1" fmla="*/ 6971 w 13941"/>
                <a:gd name="connsiteY1" fmla="*/ 11153 h 11152"/>
                <a:gd name="connsiteX2" fmla="*/ 0 w 13941"/>
                <a:gd name="connsiteY2" fmla="*/ 5576 h 11152"/>
                <a:gd name="connsiteX3" fmla="*/ 6971 w 13941"/>
                <a:gd name="connsiteY3" fmla="*/ 0 h 11152"/>
                <a:gd name="connsiteX4" fmla="*/ 13941 w 13941"/>
                <a:gd name="connsiteY4" fmla="*/ 5576 h 11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1" h="11152">
                  <a:moveTo>
                    <a:pt x="13941" y="5576"/>
                  </a:moveTo>
                  <a:cubicBezTo>
                    <a:pt x="13941" y="8618"/>
                    <a:pt x="10773" y="11153"/>
                    <a:pt x="6971" y="11153"/>
                  </a:cubicBezTo>
                  <a:cubicBezTo>
                    <a:pt x="3168" y="11153"/>
                    <a:pt x="0" y="8618"/>
                    <a:pt x="0" y="5576"/>
                  </a:cubicBezTo>
                  <a:cubicBezTo>
                    <a:pt x="0" y="2535"/>
                    <a:pt x="3168" y="0"/>
                    <a:pt x="6971" y="0"/>
                  </a:cubicBezTo>
                  <a:cubicBezTo>
                    <a:pt x="10773" y="0"/>
                    <a:pt x="13941" y="2535"/>
                    <a:pt x="13941" y="55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48" name="Freeform: Shape 4547">
              <a:extLst>
                <a:ext uri="{FF2B5EF4-FFF2-40B4-BE49-F238E27FC236}">
                  <a16:creationId xmlns:a16="http://schemas.microsoft.com/office/drawing/2014/main" id="{65DA2A42-4F02-AF84-8A54-09BA2C32B66D}"/>
                </a:ext>
              </a:extLst>
            </p:cNvPr>
            <p:cNvSpPr/>
            <p:nvPr/>
          </p:nvSpPr>
          <p:spPr>
            <a:xfrm>
              <a:off x="10864568" y="5056288"/>
              <a:ext cx="13433" cy="10645"/>
            </a:xfrm>
            <a:custGeom>
              <a:avLst/>
              <a:gdLst>
                <a:gd name="connsiteX0" fmla="*/ 13434 w 13433"/>
                <a:gd name="connsiteY0" fmla="*/ 5323 h 10645"/>
                <a:gd name="connsiteX1" fmla="*/ 6717 w 13433"/>
                <a:gd name="connsiteY1" fmla="*/ 10646 h 10645"/>
                <a:gd name="connsiteX2" fmla="*/ 0 w 13433"/>
                <a:gd name="connsiteY2" fmla="*/ 5323 h 10645"/>
                <a:gd name="connsiteX3" fmla="*/ 6717 w 13433"/>
                <a:gd name="connsiteY3" fmla="*/ 0 h 10645"/>
                <a:gd name="connsiteX4" fmla="*/ 13434 w 13433"/>
                <a:gd name="connsiteY4" fmla="*/ 5323 h 1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33" h="10645">
                  <a:moveTo>
                    <a:pt x="13434" y="5323"/>
                  </a:moveTo>
                  <a:cubicBezTo>
                    <a:pt x="13434" y="8238"/>
                    <a:pt x="10392" y="10646"/>
                    <a:pt x="6717" y="10646"/>
                  </a:cubicBezTo>
                  <a:cubicBezTo>
                    <a:pt x="3042" y="10646"/>
                    <a:pt x="0" y="8238"/>
                    <a:pt x="0" y="5323"/>
                  </a:cubicBezTo>
                  <a:cubicBezTo>
                    <a:pt x="0" y="2408"/>
                    <a:pt x="3042" y="0"/>
                    <a:pt x="6717" y="0"/>
                  </a:cubicBezTo>
                  <a:lnTo>
                    <a:pt x="13434" y="532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49" name="Freeform: Shape 4548">
              <a:extLst>
                <a:ext uri="{FF2B5EF4-FFF2-40B4-BE49-F238E27FC236}">
                  <a16:creationId xmlns:a16="http://schemas.microsoft.com/office/drawing/2014/main" id="{E7FF62F1-1AD6-4CBC-3868-9AC5B1CD90A5}"/>
                </a:ext>
              </a:extLst>
            </p:cNvPr>
            <p:cNvSpPr/>
            <p:nvPr/>
          </p:nvSpPr>
          <p:spPr>
            <a:xfrm>
              <a:off x="10811719" y="5151847"/>
              <a:ext cx="12039" cy="9505"/>
            </a:xfrm>
            <a:custGeom>
              <a:avLst/>
              <a:gdLst>
                <a:gd name="connsiteX0" fmla="*/ 12039 w 12039"/>
                <a:gd name="connsiteY0" fmla="*/ 4689 h 9505"/>
                <a:gd name="connsiteX1" fmla="*/ 5956 w 12039"/>
                <a:gd name="connsiteY1" fmla="*/ 9505 h 9505"/>
                <a:gd name="connsiteX2" fmla="*/ 0 w 12039"/>
                <a:gd name="connsiteY2" fmla="*/ 4689 h 9505"/>
                <a:gd name="connsiteX3" fmla="*/ 5956 w 12039"/>
                <a:gd name="connsiteY3" fmla="*/ 0 h 9505"/>
                <a:gd name="connsiteX4" fmla="*/ 12039 w 12039"/>
                <a:gd name="connsiteY4" fmla="*/ 4689 h 9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39" h="9505">
                  <a:moveTo>
                    <a:pt x="12039" y="4689"/>
                  </a:moveTo>
                  <a:lnTo>
                    <a:pt x="5956" y="9505"/>
                  </a:lnTo>
                  <a:lnTo>
                    <a:pt x="0" y="4689"/>
                  </a:lnTo>
                  <a:lnTo>
                    <a:pt x="5956" y="0"/>
                  </a:lnTo>
                  <a:lnTo>
                    <a:pt x="12039" y="468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50" name="Freeform: Shape 4549">
              <a:extLst>
                <a:ext uri="{FF2B5EF4-FFF2-40B4-BE49-F238E27FC236}">
                  <a16:creationId xmlns:a16="http://schemas.microsoft.com/office/drawing/2014/main" id="{C3087B7B-323D-7548-80A8-20AA5DBF8B63}"/>
                </a:ext>
              </a:extLst>
            </p:cNvPr>
            <p:cNvSpPr/>
            <p:nvPr/>
          </p:nvSpPr>
          <p:spPr>
            <a:xfrm>
              <a:off x="10755449" y="5245884"/>
              <a:ext cx="11152" cy="8871"/>
            </a:xfrm>
            <a:custGeom>
              <a:avLst/>
              <a:gdLst>
                <a:gd name="connsiteX0" fmla="*/ 11153 w 11152"/>
                <a:gd name="connsiteY0" fmla="*/ 4436 h 8871"/>
                <a:gd name="connsiteX1" fmla="*/ 5576 w 11152"/>
                <a:gd name="connsiteY1" fmla="*/ 8872 h 8871"/>
                <a:gd name="connsiteX2" fmla="*/ 0 w 11152"/>
                <a:gd name="connsiteY2" fmla="*/ 4436 h 8871"/>
                <a:gd name="connsiteX3" fmla="*/ 5576 w 11152"/>
                <a:gd name="connsiteY3" fmla="*/ 0 h 8871"/>
                <a:gd name="connsiteX4" fmla="*/ 11153 w 11152"/>
                <a:gd name="connsiteY4" fmla="*/ 4436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52" h="8871">
                  <a:moveTo>
                    <a:pt x="11153" y="4436"/>
                  </a:moveTo>
                  <a:lnTo>
                    <a:pt x="5576" y="8872"/>
                  </a:lnTo>
                  <a:lnTo>
                    <a:pt x="0" y="4436"/>
                  </a:lnTo>
                  <a:lnTo>
                    <a:pt x="5576" y="0"/>
                  </a:lnTo>
                  <a:lnTo>
                    <a:pt x="11153" y="44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51" name="Freeform: Shape 4550">
              <a:extLst>
                <a:ext uri="{FF2B5EF4-FFF2-40B4-BE49-F238E27FC236}">
                  <a16:creationId xmlns:a16="http://schemas.microsoft.com/office/drawing/2014/main" id="{111B3AD1-ADA9-2CF4-3333-156653129D43}"/>
                </a:ext>
              </a:extLst>
            </p:cNvPr>
            <p:cNvSpPr/>
            <p:nvPr/>
          </p:nvSpPr>
          <p:spPr>
            <a:xfrm>
              <a:off x="10696389" y="5339035"/>
              <a:ext cx="9885" cy="7731"/>
            </a:xfrm>
            <a:custGeom>
              <a:avLst/>
              <a:gdLst>
                <a:gd name="connsiteX0" fmla="*/ 9886 w 9885"/>
                <a:gd name="connsiteY0" fmla="*/ 3929 h 7731"/>
                <a:gd name="connsiteX1" fmla="*/ 4943 w 9885"/>
                <a:gd name="connsiteY1" fmla="*/ 7731 h 7731"/>
                <a:gd name="connsiteX2" fmla="*/ 0 w 9885"/>
                <a:gd name="connsiteY2" fmla="*/ 3929 h 7731"/>
                <a:gd name="connsiteX3" fmla="*/ 4943 w 9885"/>
                <a:gd name="connsiteY3" fmla="*/ 0 h 7731"/>
                <a:gd name="connsiteX4" fmla="*/ 9886 w 9885"/>
                <a:gd name="connsiteY4" fmla="*/ 3929 h 7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85" h="7731">
                  <a:moveTo>
                    <a:pt x="9886" y="3929"/>
                  </a:moveTo>
                  <a:lnTo>
                    <a:pt x="4943" y="7731"/>
                  </a:lnTo>
                  <a:lnTo>
                    <a:pt x="0" y="3929"/>
                  </a:lnTo>
                  <a:lnTo>
                    <a:pt x="4943" y="0"/>
                  </a:lnTo>
                  <a:lnTo>
                    <a:pt x="9886" y="392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52" name="Freeform: Shape 4551">
              <a:extLst>
                <a:ext uri="{FF2B5EF4-FFF2-40B4-BE49-F238E27FC236}">
                  <a16:creationId xmlns:a16="http://schemas.microsoft.com/office/drawing/2014/main" id="{D8787811-9610-E671-65C7-1AA0CED58792}"/>
                </a:ext>
              </a:extLst>
            </p:cNvPr>
            <p:cNvSpPr/>
            <p:nvPr/>
          </p:nvSpPr>
          <p:spPr>
            <a:xfrm>
              <a:off x="10634162" y="5430666"/>
              <a:ext cx="9124" cy="7224"/>
            </a:xfrm>
            <a:custGeom>
              <a:avLst/>
              <a:gdLst>
                <a:gd name="connsiteX0" fmla="*/ 9125 w 9124"/>
                <a:gd name="connsiteY0" fmla="*/ 3675 h 7224"/>
                <a:gd name="connsiteX1" fmla="*/ 4562 w 9124"/>
                <a:gd name="connsiteY1" fmla="*/ 7224 h 7224"/>
                <a:gd name="connsiteX2" fmla="*/ 0 w 9124"/>
                <a:gd name="connsiteY2" fmla="*/ 3675 h 7224"/>
                <a:gd name="connsiteX3" fmla="*/ 4562 w 9124"/>
                <a:gd name="connsiteY3" fmla="*/ 0 h 7224"/>
                <a:gd name="connsiteX4" fmla="*/ 9125 w 9124"/>
                <a:gd name="connsiteY4" fmla="*/ 3675 h 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4" h="7224">
                  <a:moveTo>
                    <a:pt x="9125" y="3675"/>
                  </a:moveTo>
                  <a:lnTo>
                    <a:pt x="4562" y="7224"/>
                  </a:lnTo>
                  <a:lnTo>
                    <a:pt x="0" y="3675"/>
                  </a:lnTo>
                  <a:lnTo>
                    <a:pt x="4562" y="0"/>
                  </a:lnTo>
                  <a:lnTo>
                    <a:pt x="9125" y="367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53" name="Freeform: Shape 4552">
              <a:extLst>
                <a:ext uri="{FF2B5EF4-FFF2-40B4-BE49-F238E27FC236}">
                  <a16:creationId xmlns:a16="http://schemas.microsoft.com/office/drawing/2014/main" id="{7D63BF8D-0559-2AEF-EDDF-3FEECAEF81DA}"/>
                </a:ext>
              </a:extLst>
            </p:cNvPr>
            <p:cNvSpPr/>
            <p:nvPr/>
          </p:nvSpPr>
          <p:spPr>
            <a:xfrm>
              <a:off x="10569273" y="5521155"/>
              <a:ext cx="7857" cy="6210"/>
            </a:xfrm>
            <a:custGeom>
              <a:avLst/>
              <a:gdLst>
                <a:gd name="connsiteX0" fmla="*/ 7858 w 7857"/>
                <a:gd name="connsiteY0" fmla="*/ 3168 h 6210"/>
                <a:gd name="connsiteX1" fmla="*/ 3929 w 7857"/>
                <a:gd name="connsiteY1" fmla="*/ 6210 h 6210"/>
                <a:gd name="connsiteX2" fmla="*/ 0 w 7857"/>
                <a:gd name="connsiteY2" fmla="*/ 3168 h 6210"/>
                <a:gd name="connsiteX3" fmla="*/ 3929 w 7857"/>
                <a:gd name="connsiteY3" fmla="*/ 0 h 6210"/>
                <a:gd name="connsiteX4" fmla="*/ 7858 w 7857"/>
                <a:gd name="connsiteY4" fmla="*/ 3168 h 6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57" h="6210">
                  <a:moveTo>
                    <a:pt x="7858" y="3168"/>
                  </a:moveTo>
                  <a:lnTo>
                    <a:pt x="3929" y="6210"/>
                  </a:lnTo>
                  <a:lnTo>
                    <a:pt x="0" y="3168"/>
                  </a:lnTo>
                  <a:lnTo>
                    <a:pt x="3929" y="0"/>
                  </a:lnTo>
                  <a:lnTo>
                    <a:pt x="7858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54" name="Freeform: Shape 4553">
              <a:extLst>
                <a:ext uri="{FF2B5EF4-FFF2-40B4-BE49-F238E27FC236}">
                  <a16:creationId xmlns:a16="http://schemas.microsoft.com/office/drawing/2014/main" id="{922B39D1-8CBB-9930-CA88-AC602F8B50C2}"/>
                </a:ext>
              </a:extLst>
            </p:cNvPr>
            <p:cNvSpPr/>
            <p:nvPr/>
          </p:nvSpPr>
          <p:spPr>
            <a:xfrm>
              <a:off x="10501089" y="5610124"/>
              <a:ext cx="7224" cy="5702"/>
            </a:xfrm>
            <a:custGeom>
              <a:avLst/>
              <a:gdLst>
                <a:gd name="connsiteX0" fmla="*/ 7224 w 7224"/>
                <a:gd name="connsiteY0" fmla="*/ 2915 h 5702"/>
                <a:gd name="connsiteX1" fmla="*/ 3675 w 7224"/>
                <a:gd name="connsiteY1" fmla="*/ 5703 h 5702"/>
                <a:gd name="connsiteX2" fmla="*/ 0 w 7224"/>
                <a:gd name="connsiteY2" fmla="*/ 2915 h 5702"/>
                <a:gd name="connsiteX3" fmla="*/ 3675 w 7224"/>
                <a:gd name="connsiteY3" fmla="*/ 0 h 5702"/>
                <a:gd name="connsiteX4" fmla="*/ 7224 w 7224"/>
                <a:gd name="connsiteY4" fmla="*/ 2915 h 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24" h="5702">
                  <a:moveTo>
                    <a:pt x="7224" y="2915"/>
                  </a:moveTo>
                  <a:lnTo>
                    <a:pt x="3675" y="5703"/>
                  </a:lnTo>
                  <a:lnTo>
                    <a:pt x="0" y="2915"/>
                  </a:lnTo>
                  <a:lnTo>
                    <a:pt x="3675" y="0"/>
                  </a:lnTo>
                  <a:lnTo>
                    <a:pt x="7224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55" name="Freeform: Shape 4554">
              <a:extLst>
                <a:ext uri="{FF2B5EF4-FFF2-40B4-BE49-F238E27FC236}">
                  <a16:creationId xmlns:a16="http://schemas.microsoft.com/office/drawing/2014/main" id="{DDDAE80D-33DF-1DC4-C840-2140A5FDF9E7}"/>
                </a:ext>
              </a:extLst>
            </p:cNvPr>
            <p:cNvSpPr/>
            <p:nvPr/>
          </p:nvSpPr>
          <p:spPr>
            <a:xfrm>
              <a:off x="10430244" y="5697698"/>
              <a:ext cx="6463" cy="5196"/>
            </a:xfrm>
            <a:custGeom>
              <a:avLst/>
              <a:gdLst>
                <a:gd name="connsiteX0" fmla="*/ 6464 w 6463"/>
                <a:gd name="connsiteY0" fmla="*/ 2661 h 5196"/>
                <a:gd name="connsiteX1" fmla="*/ 3168 w 6463"/>
                <a:gd name="connsiteY1" fmla="*/ 5196 h 5196"/>
                <a:gd name="connsiteX2" fmla="*/ 0 w 6463"/>
                <a:gd name="connsiteY2" fmla="*/ 2661 h 5196"/>
                <a:gd name="connsiteX3" fmla="*/ 3168 w 6463"/>
                <a:gd name="connsiteY3" fmla="*/ 0 h 5196"/>
                <a:gd name="connsiteX4" fmla="*/ 6464 w 6463"/>
                <a:gd name="connsiteY4" fmla="*/ 2661 h 5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196">
                  <a:moveTo>
                    <a:pt x="6464" y="2661"/>
                  </a:moveTo>
                  <a:lnTo>
                    <a:pt x="3168" y="5196"/>
                  </a:lnTo>
                  <a:lnTo>
                    <a:pt x="0" y="2661"/>
                  </a:lnTo>
                  <a:lnTo>
                    <a:pt x="3168" y="0"/>
                  </a:lnTo>
                  <a:lnTo>
                    <a:pt x="6464" y="266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56" name="Freeform: Shape 4555">
              <a:extLst>
                <a:ext uri="{FF2B5EF4-FFF2-40B4-BE49-F238E27FC236}">
                  <a16:creationId xmlns:a16="http://schemas.microsoft.com/office/drawing/2014/main" id="{1AF1FCD3-DFC9-43B5-2406-439D86B4EBA5}"/>
                </a:ext>
              </a:extLst>
            </p:cNvPr>
            <p:cNvSpPr/>
            <p:nvPr/>
          </p:nvSpPr>
          <p:spPr>
            <a:xfrm>
              <a:off x="10356483" y="5783752"/>
              <a:ext cx="5956" cy="4689"/>
            </a:xfrm>
            <a:custGeom>
              <a:avLst/>
              <a:gdLst>
                <a:gd name="connsiteX0" fmla="*/ 5957 w 5956"/>
                <a:gd name="connsiteY0" fmla="*/ 2408 h 4689"/>
                <a:gd name="connsiteX1" fmla="*/ 2915 w 5956"/>
                <a:gd name="connsiteY1" fmla="*/ 4690 h 4689"/>
                <a:gd name="connsiteX2" fmla="*/ 0 w 5956"/>
                <a:gd name="connsiteY2" fmla="*/ 2408 h 4689"/>
                <a:gd name="connsiteX3" fmla="*/ 2915 w 5956"/>
                <a:gd name="connsiteY3" fmla="*/ 0 h 4689"/>
                <a:gd name="connsiteX4" fmla="*/ 5957 w 5956"/>
                <a:gd name="connsiteY4" fmla="*/ 2408 h 4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6" h="4689">
                  <a:moveTo>
                    <a:pt x="5957" y="2408"/>
                  </a:moveTo>
                  <a:lnTo>
                    <a:pt x="2915" y="4690"/>
                  </a:lnTo>
                  <a:lnTo>
                    <a:pt x="0" y="2408"/>
                  </a:lnTo>
                  <a:lnTo>
                    <a:pt x="2915" y="0"/>
                  </a:lnTo>
                  <a:lnTo>
                    <a:pt x="5957" y="240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57" name="Freeform: Shape 4556">
              <a:extLst>
                <a:ext uri="{FF2B5EF4-FFF2-40B4-BE49-F238E27FC236}">
                  <a16:creationId xmlns:a16="http://schemas.microsoft.com/office/drawing/2014/main" id="{9CC240AB-880F-2F0F-347B-17ED647BF885}"/>
                </a:ext>
              </a:extLst>
            </p:cNvPr>
            <p:cNvSpPr/>
            <p:nvPr/>
          </p:nvSpPr>
          <p:spPr>
            <a:xfrm>
              <a:off x="10280315" y="5868538"/>
              <a:ext cx="4689" cy="3802"/>
            </a:xfrm>
            <a:custGeom>
              <a:avLst/>
              <a:gdLst>
                <a:gd name="connsiteX0" fmla="*/ 4690 w 4689"/>
                <a:gd name="connsiteY0" fmla="*/ 1901 h 3802"/>
                <a:gd name="connsiteX1" fmla="*/ 2282 w 4689"/>
                <a:gd name="connsiteY1" fmla="*/ 3802 h 3802"/>
                <a:gd name="connsiteX2" fmla="*/ 0 w 4689"/>
                <a:gd name="connsiteY2" fmla="*/ 1901 h 3802"/>
                <a:gd name="connsiteX3" fmla="*/ 2282 w 4689"/>
                <a:gd name="connsiteY3" fmla="*/ 0 h 3802"/>
                <a:gd name="connsiteX4" fmla="*/ 4690 w 4689"/>
                <a:gd name="connsiteY4" fmla="*/ 1901 h 3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89" h="3802">
                  <a:moveTo>
                    <a:pt x="4690" y="1901"/>
                  </a:moveTo>
                  <a:lnTo>
                    <a:pt x="2282" y="3802"/>
                  </a:lnTo>
                  <a:lnTo>
                    <a:pt x="0" y="1901"/>
                  </a:lnTo>
                  <a:lnTo>
                    <a:pt x="2282" y="0"/>
                  </a:lnTo>
                  <a:lnTo>
                    <a:pt x="4690" y="190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58" name="Freeform: Shape 4557">
              <a:extLst>
                <a:ext uri="{FF2B5EF4-FFF2-40B4-BE49-F238E27FC236}">
                  <a16:creationId xmlns:a16="http://schemas.microsoft.com/office/drawing/2014/main" id="{717B46E4-CF89-DBAB-C618-4BEC383D69CD}"/>
                </a:ext>
              </a:extLst>
            </p:cNvPr>
            <p:cNvSpPr/>
            <p:nvPr/>
          </p:nvSpPr>
          <p:spPr>
            <a:xfrm>
              <a:off x="10201359" y="5951677"/>
              <a:ext cx="3548" cy="2915"/>
            </a:xfrm>
            <a:custGeom>
              <a:avLst/>
              <a:gdLst>
                <a:gd name="connsiteX0" fmla="*/ 3549 w 3548"/>
                <a:gd name="connsiteY0" fmla="*/ 1394 h 2915"/>
                <a:gd name="connsiteX1" fmla="*/ 1774 w 3548"/>
                <a:gd name="connsiteY1" fmla="*/ 2915 h 2915"/>
                <a:gd name="connsiteX2" fmla="*/ 0 w 3548"/>
                <a:gd name="connsiteY2" fmla="*/ 1394 h 2915"/>
                <a:gd name="connsiteX3" fmla="*/ 1774 w 3548"/>
                <a:gd name="connsiteY3" fmla="*/ 0 h 2915"/>
                <a:gd name="connsiteX4" fmla="*/ 3549 w 3548"/>
                <a:gd name="connsiteY4" fmla="*/ 1394 h 2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915">
                  <a:moveTo>
                    <a:pt x="3549" y="1394"/>
                  </a:moveTo>
                  <a:lnTo>
                    <a:pt x="1774" y="2915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9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59" name="Freeform: Shape 4558">
              <a:extLst>
                <a:ext uri="{FF2B5EF4-FFF2-40B4-BE49-F238E27FC236}">
                  <a16:creationId xmlns:a16="http://schemas.microsoft.com/office/drawing/2014/main" id="{889EE425-044D-70B6-FAEF-048479280C73}"/>
                </a:ext>
              </a:extLst>
            </p:cNvPr>
            <p:cNvSpPr/>
            <p:nvPr/>
          </p:nvSpPr>
          <p:spPr>
            <a:xfrm>
              <a:off x="10119614" y="6033042"/>
              <a:ext cx="2915" cy="2281"/>
            </a:xfrm>
            <a:custGeom>
              <a:avLst/>
              <a:gdLst>
                <a:gd name="connsiteX0" fmla="*/ 2915 w 2915"/>
                <a:gd name="connsiteY0" fmla="*/ 1141 h 2281"/>
                <a:gd name="connsiteX1" fmla="*/ 1395 w 2915"/>
                <a:gd name="connsiteY1" fmla="*/ 2281 h 2281"/>
                <a:gd name="connsiteX2" fmla="*/ 0 w 2915"/>
                <a:gd name="connsiteY2" fmla="*/ 1141 h 2281"/>
                <a:gd name="connsiteX3" fmla="*/ 1395 w 2915"/>
                <a:gd name="connsiteY3" fmla="*/ 0 h 2281"/>
                <a:gd name="connsiteX4" fmla="*/ 2915 w 2915"/>
                <a:gd name="connsiteY4" fmla="*/ 1141 h 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5" h="2281">
                  <a:moveTo>
                    <a:pt x="2915" y="1141"/>
                  </a:moveTo>
                  <a:lnTo>
                    <a:pt x="1395" y="2281"/>
                  </a:lnTo>
                  <a:lnTo>
                    <a:pt x="0" y="1141"/>
                  </a:lnTo>
                  <a:lnTo>
                    <a:pt x="1395" y="0"/>
                  </a:lnTo>
                  <a:lnTo>
                    <a:pt x="2915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60" name="Freeform: Shape 4559">
              <a:extLst>
                <a:ext uri="{FF2B5EF4-FFF2-40B4-BE49-F238E27FC236}">
                  <a16:creationId xmlns:a16="http://schemas.microsoft.com/office/drawing/2014/main" id="{AD7F8725-5699-7346-21B6-3DD9C103B8AF}"/>
                </a:ext>
              </a:extLst>
            </p:cNvPr>
            <p:cNvSpPr/>
            <p:nvPr/>
          </p:nvSpPr>
          <p:spPr>
            <a:xfrm>
              <a:off x="10035462" y="6112885"/>
              <a:ext cx="1773" cy="1394"/>
            </a:xfrm>
            <a:custGeom>
              <a:avLst/>
              <a:gdLst>
                <a:gd name="connsiteX0" fmla="*/ 1774 w 1773"/>
                <a:gd name="connsiteY0" fmla="*/ 634 h 1394"/>
                <a:gd name="connsiteX1" fmla="*/ 886 w 1773"/>
                <a:gd name="connsiteY1" fmla="*/ 1394 h 1394"/>
                <a:gd name="connsiteX2" fmla="*/ 0 w 1773"/>
                <a:gd name="connsiteY2" fmla="*/ 634 h 1394"/>
                <a:gd name="connsiteX3" fmla="*/ 886 w 1773"/>
                <a:gd name="connsiteY3" fmla="*/ 0 h 1394"/>
                <a:gd name="connsiteX4" fmla="*/ 1774 w 1773"/>
                <a:gd name="connsiteY4" fmla="*/ 634 h 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3" h="1394">
                  <a:moveTo>
                    <a:pt x="1774" y="634"/>
                  </a:moveTo>
                  <a:lnTo>
                    <a:pt x="886" y="1394"/>
                  </a:lnTo>
                  <a:lnTo>
                    <a:pt x="0" y="634"/>
                  </a:lnTo>
                  <a:lnTo>
                    <a:pt x="886" y="0"/>
                  </a:lnTo>
                  <a:lnTo>
                    <a:pt x="1774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61" name="Freeform: Shape 4560">
              <a:extLst>
                <a:ext uri="{FF2B5EF4-FFF2-40B4-BE49-F238E27FC236}">
                  <a16:creationId xmlns:a16="http://schemas.microsoft.com/office/drawing/2014/main" id="{CBE3AF94-9AF1-6A54-FC12-A17F976A29D9}"/>
                </a:ext>
              </a:extLst>
            </p:cNvPr>
            <p:cNvSpPr/>
            <p:nvPr/>
          </p:nvSpPr>
          <p:spPr>
            <a:xfrm>
              <a:off x="9948393" y="6190701"/>
              <a:ext cx="1394" cy="1013"/>
            </a:xfrm>
            <a:custGeom>
              <a:avLst/>
              <a:gdLst>
                <a:gd name="connsiteX0" fmla="*/ 1395 w 1394"/>
                <a:gd name="connsiteY0" fmla="*/ 507 h 1013"/>
                <a:gd name="connsiteX1" fmla="*/ 634 w 1394"/>
                <a:gd name="connsiteY1" fmla="*/ 1014 h 1013"/>
                <a:gd name="connsiteX2" fmla="*/ 0 w 1394"/>
                <a:gd name="connsiteY2" fmla="*/ 507 h 1013"/>
                <a:gd name="connsiteX3" fmla="*/ 634 w 1394"/>
                <a:gd name="connsiteY3" fmla="*/ 0 h 1013"/>
                <a:gd name="connsiteX4" fmla="*/ 1395 w 1394"/>
                <a:gd name="connsiteY4" fmla="*/ 507 h 1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" h="1013">
                  <a:moveTo>
                    <a:pt x="1395" y="507"/>
                  </a:moveTo>
                  <a:lnTo>
                    <a:pt x="634" y="1014"/>
                  </a:lnTo>
                  <a:lnTo>
                    <a:pt x="0" y="507"/>
                  </a:lnTo>
                  <a:lnTo>
                    <a:pt x="634" y="0"/>
                  </a:lnTo>
                  <a:lnTo>
                    <a:pt x="1395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62" name="Freeform: Shape 4561">
              <a:extLst>
                <a:ext uri="{FF2B5EF4-FFF2-40B4-BE49-F238E27FC236}">
                  <a16:creationId xmlns:a16="http://schemas.microsoft.com/office/drawing/2014/main" id="{369B982A-31FF-8297-6CC0-2E5B3DFEA97E}"/>
                </a:ext>
              </a:extLst>
            </p:cNvPr>
            <p:cNvSpPr/>
            <p:nvPr/>
          </p:nvSpPr>
          <p:spPr>
            <a:xfrm>
              <a:off x="9858918" y="6266743"/>
              <a:ext cx="887" cy="633"/>
            </a:xfrm>
            <a:custGeom>
              <a:avLst/>
              <a:gdLst>
                <a:gd name="connsiteX0" fmla="*/ 887 w 887"/>
                <a:gd name="connsiteY0" fmla="*/ 253 h 633"/>
                <a:gd name="connsiteX1" fmla="*/ 507 w 887"/>
                <a:gd name="connsiteY1" fmla="*/ 634 h 633"/>
                <a:gd name="connsiteX2" fmla="*/ 0 w 887"/>
                <a:gd name="connsiteY2" fmla="*/ 253 h 633"/>
                <a:gd name="connsiteX3" fmla="*/ 507 w 887"/>
                <a:gd name="connsiteY3" fmla="*/ 0 h 633"/>
                <a:gd name="connsiteX4" fmla="*/ 887 w 887"/>
                <a:gd name="connsiteY4" fmla="*/ 253 h 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7" h="633">
                  <a:moveTo>
                    <a:pt x="887" y="253"/>
                  </a:moveTo>
                  <a:lnTo>
                    <a:pt x="507" y="634"/>
                  </a:lnTo>
                  <a:lnTo>
                    <a:pt x="0" y="253"/>
                  </a:lnTo>
                  <a:lnTo>
                    <a:pt x="507" y="0"/>
                  </a:lnTo>
                  <a:lnTo>
                    <a:pt x="887" y="25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63" name="Freeform: Shape 4562">
              <a:extLst>
                <a:ext uri="{FF2B5EF4-FFF2-40B4-BE49-F238E27FC236}">
                  <a16:creationId xmlns:a16="http://schemas.microsoft.com/office/drawing/2014/main" id="{96A9B5F5-A875-88AA-219D-4262AE6EB3EC}"/>
                </a:ext>
              </a:extLst>
            </p:cNvPr>
            <p:cNvSpPr/>
            <p:nvPr/>
          </p:nvSpPr>
          <p:spPr>
            <a:xfrm>
              <a:off x="9672109" y="6412616"/>
              <a:ext cx="1394" cy="1140"/>
            </a:xfrm>
            <a:custGeom>
              <a:avLst/>
              <a:gdLst>
                <a:gd name="connsiteX0" fmla="*/ 1395 w 1394"/>
                <a:gd name="connsiteY0" fmla="*/ 507 h 1140"/>
                <a:gd name="connsiteX1" fmla="*/ 634 w 1394"/>
                <a:gd name="connsiteY1" fmla="*/ 1141 h 1140"/>
                <a:gd name="connsiteX2" fmla="*/ 0 w 1394"/>
                <a:gd name="connsiteY2" fmla="*/ 507 h 1140"/>
                <a:gd name="connsiteX3" fmla="*/ 634 w 1394"/>
                <a:gd name="connsiteY3" fmla="*/ 0 h 1140"/>
                <a:gd name="connsiteX4" fmla="*/ 1395 w 1394"/>
                <a:gd name="connsiteY4" fmla="*/ 507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" h="1140">
                  <a:moveTo>
                    <a:pt x="1395" y="507"/>
                  </a:moveTo>
                  <a:lnTo>
                    <a:pt x="634" y="1141"/>
                  </a:lnTo>
                  <a:lnTo>
                    <a:pt x="0" y="507"/>
                  </a:lnTo>
                  <a:lnTo>
                    <a:pt x="634" y="0"/>
                  </a:lnTo>
                  <a:lnTo>
                    <a:pt x="1395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64" name="Freeform: Shape 4563">
              <a:extLst>
                <a:ext uri="{FF2B5EF4-FFF2-40B4-BE49-F238E27FC236}">
                  <a16:creationId xmlns:a16="http://schemas.microsoft.com/office/drawing/2014/main" id="{ED78858E-F6D9-EB99-20E5-B9ACB77C34AA}"/>
                </a:ext>
              </a:extLst>
            </p:cNvPr>
            <p:cNvSpPr/>
            <p:nvPr/>
          </p:nvSpPr>
          <p:spPr>
            <a:xfrm>
              <a:off x="9574903" y="6482447"/>
              <a:ext cx="2154" cy="1774"/>
            </a:xfrm>
            <a:custGeom>
              <a:avLst/>
              <a:gdLst>
                <a:gd name="connsiteX0" fmla="*/ 2154 w 2154"/>
                <a:gd name="connsiteY0" fmla="*/ 887 h 1774"/>
                <a:gd name="connsiteX1" fmla="*/ 1141 w 2154"/>
                <a:gd name="connsiteY1" fmla="*/ 1774 h 1774"/>
                <a:gd name="connsiteX2" fmla="*/ 0 w 2154"/>
                <a:gd name="connsiteY2" fmla="*/ 887 h 1774"/>
                <a:gd name="connsiteX3" fmla="*/ 1141 w 2154"/>
                <a:gd name="connsiteY3" fmla="*/ 0 h 1774"/>
                <a:gd name="connsiteX4" fmla="*/ 2154 w 2154"/>
                <a:gd name="connsiteY4" fmla="*/ 887 h 1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4" h="1774">
                  <a:moveTo>
                    <a:pt x="2154" y="887"/>
                  </a:moveTo>
                  <a:lnTo>
                    <a:pt x="1141" y="1774"/>
                  </a:lnTo>
                  <a:lnTo>
                    <a:pt x="0" y="887"/>
                  </a:lnTo>
                  <a:lnTo>
                    <a:pt x="1141" y="0"/>
                  </a:lnTo>
                  <a:lnTo>
                    <a:pt x="2154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65" name="Freeform: Shape 4564">
              <a:extLst>
                <a:ext uri="{FF2B5EF4-FFF2-40B4-BE49-F238E27FC236}">
                  <a16:creationId xmlns:a16="http://schemas.microsoft.com/office/drawing/2014/main" id="{9BE47925-725C-915C-B744-32046416AECF}"/>
                </a:ext>
              </a:extLst>
            </p:cNvPr>
            <p:cNvSpPr/>
            <p:nvPr/>
          </p:nvSpPr>
          <p:spPr>
            <a:xfrm>
              <a:off x="9475289" y="6550125"/>
              <a:ext cx="3548" cy="2787"/>
            </a:xfrm>
            <a:custGeom>
              <a:avLst/>
              <a:gdLst>
                <a:gd name="connsiteX0" fmla="*/ 3548 w 3548"/>
                <a:gd name="connsiteY0" fmla="*/ 1394 h 2787"/>
                <a:gd name="connsiteX1" fmla="*/ 1774 w 3548"/>
                <a:gd name="connsiteY1" fmla="*/ 2788 h 2787"/>
                <a:gd name="connsiteX2" fmla="*/ 0 w 3548"/>
                <a:gd name="connsiteY2" fmla="*/ 1394 h 2787"/>
                <a:gd name="connsiteX3" fmla="*/ 1774 w 3548"/>
                <a:gd name="connsiteY3" fmla="*/ 0 h 2787"/>
                <a:gd name="connsiteX4" fmla="*/ 3548 w 3548"/>
                <a:gd name="connsiteY4" fmla="*/ 1394 h 2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7">
                  <a:moveTo>
                    <a:pt x="3548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8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66" name="Freeform: Shape 4565">
              <a:extLst>
                <a:ext uri="{FF2B5EF4-FFF2-40B4-BE49-F238E27FC236}">
                  <a16:creationId xmlns:a16="http://schemas.microsoft.com/office/drawing/2014/main" id="{2D00DBB9-2CC5-D5CA-4D76-7EC8CE5CC7AF}"/>
                </a:ext>
              </a:extLst>
            </p:cNvPr>
            <p:cNvSpPr/>
            <p:nvPr/>
          </p:nvSpPr>
          <p:spPr>
            <a:xfrm>
              <a:off x="9373773" y="6616027"/>
              <a:ext cx="4308" cy="3422"/>
            </a:xfrm>
            <a:custGeom>
              <a:avLst/>
              <a:gdLst>
                <a:gd name="connsiteX0" fmla="*/ 4309 w 4308"/>
                <a:gd name="connsiteY0" fmla="*/ 1648 h 3422"/>
                <a:gd name="connsiteX1" fmla="*/ 2154 w 4308"/>
                <a:gd name="connsiteY1" fmla="*/ 3422 h 3422"/>
                <a:gd name="connsiteX2" fmla="*/ 0 w 4308"/>
                <a:gd name="connsiteY2" fmla="*/ 1648 h 3422"/>
                <a:gd name="connsiteX3" fmla="*/ 2154 w 4308"/>
                <a:gd name="connsiteY3" fmla="*/ 0 h 3422"/>
                <a:gd name="connsiteX4" fmla="*/ 4309 w 4308"/>
                <a:gd name="connsiteY4" fmla="*/ 1648 h 3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8" h="3422">
                  <a:moveTo>
                    <a:pt x="4309" y="1648"/>
                  </a:moveTo>
                  <a:lnTo>
                    <a:pt x="2154" y="3422"/>
                  </a:lnTo>
                  <a:lnTo>
                    <a:pt x="0" y="1648"/>
                  </a:lnTo>
                  <a:lnTo>
                    <a:pt x="2154" y="0"/>
                  </a:lnTo>
                  <a:lnTo>
                    <a:pt x="4309" y="164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67" name="Freeform: Shape 4566">
              <a:extLst>
                <a:ext uri="{FF2B5EF4-FFF2-40B4-BE49-F238E27FC236}">
                  <a16:creationId xmlns:a16="http://schemas.microsoft.com/office/drawing/2014/main" id="{3F289263-A96C-F471-A296-5893912FFC6C}"/>
                </a:ext>
              </a:extLst>
            </p:cNvPr>
            <p:cNvSpPr/>
            <p:nvPr/>
          </p:nvSpPr>
          <p:spPr>
            <a:xfrm>
              <a:off x="9270103" y="6679775"/>
              <a:ext cx="5068" cy="4055"/>
            </a:xfrm>
            <a:custGeom>
              <a:avLst/>
              <a:gdLst>
                <a:gd name="connsiteX0" fmla="*/ 5069 w 5068"/>
                <a:gd name="connsiteY0" fmla="*/ 2027 h 4055"/>
                <a:gd name="connsiteX1" fmla="*/ 2535 w 5068"/>
                <a:gd name="connsiteY1" fmla="*/ 4056 h 4055"/>
                <a:gd name="connsiteX2" fmla="*/ 0 w 5068"/>
                <a:gd name="connsiteY2" fmla="*/ 2027 h 4055"/>
                <a:gd name="connsiteX3" fmla="*/ 2535 w 5068"/>
                <a:gd name="connsiteY3" fmla="*/ 0 h 4055"/>
                <a:gd name="connsiteX4" fmla="*/ 5069 w 5068"/>
                <a:gd name="connsiteY4" fmla="*/ 2027 h 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8" h="4055">
                  <a:moveTo>
                    <a:pt x="5069" y="2027"/>
                  </a:moveTo>
                  <a:lnTo>
                    <a:pt x="2535" y="4056"/>
                  </a:lnTo>
                  <a:lnTo>
                    <a:pt x="0" y="2027"/>
                  </a:lnTo>
                  <a:lnTo>
                    <a:pt x="2535" y="0"/>
                  </a:lnTo>
                  <a:lnTo>
                    <a:pt x="5069" y="202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68" name="Freeform: Shape 4567">
              <a:extLst>
                <a:ext uri="{FF2B5EF4-FFF2-40B4-BE49-F238E27FC236}">
                  <a16:creationId xmlns:a16="http://schemas.microsoft.com/office/drawing/2014/main" id="{F5A6A3C9-4890-1000-EBCE-C8619A3C6655}"/>
                </a:ext>
              </a:extLst>
            </p:cNvPr>
            <p:cNvSpPr/>
            <p:nvPr/>
          </p:nvSpPr>
          <p:spPr>
            <a:xfrm>
              <a:off x="9164152" y="6741242"/>
              <a:ext cx="6462" cy="5069"/>
            </a:xfrm>
            <a:custGeom>
              <a:avLst/>
              <a:gdLst>
                <a:gd name="connsiteX0" fmla="*/ 6463 w 6462"/>
                <a:gd name="connsiteY0" fmla="*/ 2535 h 5069"/>
                <a:gd name="connsiteX1" fmla="*/ 3168 w 6462"/>
                <a:gd name="connsiteY1" fmla="*/ 5070 h 5069"/>
                <a:gd name="connsiteX2" fmla="*/ 0 w 6462"/>
                <a:gd name="connsiteY2" fmla="*/ 2535 h 5069"/>
                <a:gd name="connsiteX3" fmla="*/ 3168 w 6462"/>
                <a:gd name="connsiteY3" fmla="*/ 0 h 5069"/>
                <a:gd name="connsiteX4" fmla="*/ 6463 w 6462"/>
                <a:gd name="connsiteY4" fmla="*/ 2535 h 5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2" h="5069">
                  <a:moveTo>
                    <a:pt x="6463" y="2535"/>
                  </a:moveTo>
                  <a:lnTo>
                    <a:pt x="3168" y="5070"/>
                  </a:lnTo>
                  <a:lnTo>
                    <a:pt x="0" y="2535"/>
                  </a:lnTo>
                  <a:lnTo>
                    <a:pt x="3168" y="0"/>
                  </a:lnTo>
                  <a:lnTo>
                    <a:pt x="6463" y="253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69" name="Freeform: Shape 4568">
              <a:extLst>
                <a:ext uri="{FF2B5EF4-FFF2-40B4-BE49-F238E27FC236}">
                  <a16:creationId xmlns:a16="http://schemas.microsoft.com/office/drawing/2014/main" id="{8E1762A9-A38B-F5DF-5B2A-B9B462F067E7}"/>
                </a:ext>
              </a:extLst>
            </p:cNvPr>
            <p:cNvSpPr/>
            <p:nvPr/>
          </p:nvSpPr>
          <p:spPr>
            <a:xfrm>
              <a:off x="9056046" y="6800428"/>
              <a:ext cx="8111" cy="6463"/>
            </a:xfrm>
            <a:custGeom>
              <a:avLst/>
              <a:gdLst>
                <a:gd name="connsiteX0" fmla="*/ 8111 w 8111"/>
                <a:gd name="connsiteY0" fmla="*/ 3168 h 6463"/>
                <a:gd name="connsiteX1" fmla="*/ 4056 w 8111"/>
                <a:gd name="connsiteY1" fmla="*/ 6464 h 6463"/>
                <a:gd name="connsiteX2" fmla="*/ 0 w 8111"/>
                <a:gd name="connsiteY2" fmla="*/ 3168 h 6463"/>
                <a:gd name="connsiteX3" fmla="*/ 4056 w 8111"/>
                <a:gd name="connsiteY3" fmla="*/ 0 h 6463"/>
                <a:gd name="connsiteX4" fmla="*/ 8111 w 8111"/>
                <a:gd name="connsiteY4" fmla="*/ 3168 h 6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11" h="6463">
                  <a:moveTo>
                    <a:pt x="8111" y="3168"/>
                  </a:moveTo>
                  <a:lnTo>
                    <a:pt x="4056" y="6464"/>
                  </a:lnTo>
                  <a:lnTo>
                    <a:pt x="0" y="3168"/>
                  </a:lnTo>
                  <a:lnTo>
                    <a:pt x="4056" y="0"/>
                  </a:lnTo>
                  <a:lnTo>
                    <a:pt x="8111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70" name="Freeform: Shape 4569">
              <a:extLst>
                <a:ext uri="{FF2B5EF4-FFF2-40B4-BE49-F238E27FC236}">
                  <a16:creationId xmlns:a16="http://schemas.microsoft.com/office/drawing/2014/main" id="{587D2205-4A96-A320-CDEE-CFE30C8CD556}"/>
                </a:ext>
              </a:extLst>
            </p:cNvPr>
            <p:cNvSpPr/>
            <p:nvPr/>
          </p:nvSpPr>
          <p:spPr>
            <a:xfrm>
              <a:off x="3240386" y="6787120"/>
              <a:ext cx="41569" cy="32951"/>
            </a:xfrm>
            <a:custGeom>
              <a:avLst/>
              <a:gdLst>
                <a:gd name="connsiteX0" fmla="*/ 41569 w 41569"/>
                <a:gd name="connsiteY0" fmla="*/ 16476 h 32951"/>
                <a:gd name="connsiteX1" fmla="*/ 20785 w 41569"/>
                <a:gd name="connsiteY1" fmla="*/ 32952 h 32951"/>
                <a:gd name="connsiteX2" fmla="*/ 0 w 41569"/>
                <a:gd name="connsiteY2" fmla="*/ 16476 h 32951"/>
                <a:gd name="connsiteX3" fmla="*/ 20785 w 41569"/>
                <a:gd name="connsiteY3" fmla="*/ 0 h 32951"/>
                <a:gd name="connsiteX4" fmla="*/ 41569 w 41569"/>
                <a:gd name="connsiteY4" fmla="*/ 16476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569" h="32951">
                  <a:moveTo>
                    <a:pt x="41569" y="16476"/>
                  </a:moveTo>
                  <a:cubicBezTo>
                    <a:pt x="41569" y="25601"/>
                    <a:pt x="32191" y="32952"/>
                    <a:pt x="20785" y="32952"/>
                  </a:cubicBezTo>
                  <a:cubicBezTo>
                    <a:pt x="9379" y="32952"/>
                    <a:pt x="0" y="25601"/>
                    <a:pt x="0" y="16476"/>
                  </a:cubicBezTo>
                  <a:cubicBezTo>
                    <a:pt x="0" y="7351"/>
                    <a:pt x="9379" y="0"/>
                    <a:pt x="20785" y="0"/>
                  </a:cubicBezTo>
                  <a:cubicBezTo>
                    <a:pt x="32191" y="0"/>
                    <a:pt x="41569" y="7478"/>
                    <a:pt x="41569" y="164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71" name="Freeform: Shape 4570">
              <a:extLst>
                <a:ext uri="{FF2B5EF4-FFF2-40B4-BE49-F238E27FC236}">
                  <a16:creationId xmlns:a16="http://schemas.microsoft.com/office/drawing/2014/main" id="{F8CA1DDC-9BCB-55F7-944A-DBD28A98417B}"/>
                </a:ext>
              </a:extLst>
            </p:cNvPr>
            <p:cNvSpPr/>
            <p:nvPr/>
          </p:nvSpPr>
          <p:spPr>
            <a:xfrm>
              <a:off x="3133040" y="6727301"/>
              <a:ext cx="41569" cy="32951"/>
            </a:xfrm>
            <a:custGeom>
              <a:avLst/>
              <a:gdLst>
                <a:gd name="connsiteX0" fmla="*/ 41569 w 41569"/>
                <a:gd name="connsiteY0" fmla="*/ 16476 h 32951"/>
                <a:gd name="connsiteX1" fmla="*/ 20785 w 41569"/>
                <a:gd name="connsiteY1" fmla="*/ 32951 h 32951"/>
                <a:gd name="connsiteX2" fmla="*/ 0 w 41569"/>
                <a:gd name="connsiteY2" fmla="*/ 16476 h 32951"/>
                <a:gd name="connsiteX3" fmla="*/ 20785 w 41569"/>
                <a:gd name="connsiteY3" fmla="*/ 0 h 32951"/>
                <a:gd name="connsiteX4" fmla="*/ 41569 w 41569"/>
                <a:gd name="connsiteY4" fmla="*/ 16476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569" h="32951">
                  <a:moveTo>
                    <a:pt x="41569" y="16476"/>
                  </a:moveTo>
                  <a:cubicBezTo>
                    <a:pt x="41569" y="25601"/>
                    <a:pt x="32191" y="32951"/>
                    <a:pt x="20785" y="32951"/>
                  </a:cubicBezTo>
                  <a:cubicBezTo>
                    <a:pt x="9378" y="32951"/>
                    <a:pt x="0" y="25474"/>
                    <a:pt x="0" y="16476"/>
                  </a:cubicBezTo>
                  <a:cubicBezTo>
                    <a:pt x="0" y="7478"/>
                    <a:pt x="9252" y="0"/>
                    <a:pt x="20785" y="0"/>
                  </a:cubicBezTo>
                  <a:cubicBezTo>
                    <a:pt x="32318" y="0"/>
                    <a:pt x="41569" y="7351"/>
                    <a:pt x="41569" y="164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72" name="Freeform: Shape 4571">
              <a:extLst>
                <a:ext uri="{FF2B5EF4-FFF2-40B4-BE49-F238E27FC236}">
                  <a16:creationId xmlns:a16="http://schemas.microsoft.com/office/drawing/2014/main" id="{645D5761-4EE1-4AE9-2C46-0B21AF63E600}"/>
                </a:ext>
              </a:extLst>
            </p:cNvPr>
            <p:cNvSpPr/>
            <p:nvPr/>
          </p:nvSpPr>
          <p:spPr>
            <a:xfrm>
              <a:off x="3027850" y="6665327"/>
              <a:ext cx="41569" cy="32951"/>
            </a:xfrm>
            <a:custGeom>
              <a:avLst/>
              <a:gdLst>
                <a:gd name="connsiteX0" fmla="*/ 41569 w 41569"/>
                <a:gd name="connsiteY0" fmla="*/ 16476 h 32951"/>
                <a:gd name="connsiteX1" fmla="*/ 20785 w 41569"/>
                <a:gd name="connsiteY1" fmla="*/ 32952 h 32951"/>
                <a:gd name="connsiteX2" fmla="*/ 0 w 41569"/>
                <a:gd name="connsiteY2" fmla="*/ 16476 h 32951"/>
                <a:gd name="connsiteX3" fmla="*/ 20785 w 41569"/>
                <a:gd name="connsiteY3" fmla="*/ 0 h 32951"/>
                <a:gd name="connsiteX4" fmla="*/ 41569 w 41569"/>
                <a:gd name="connsiteY4" fmla="*/ 16476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569" h="32951">
                  <a:moveTo>
                    <a:pt x="41569" y="16476"/>
                  </a:moveTo>
                  <a:cubicBezTo>
                    <a:pt x="41569" y="25601"/>
                    <a:pt x="32191" y="32952"/>
                    <a:pt x="20785" y="32952"/>
                  </a:cubicBezTo>
                  <a:cubicBezTo>
                    <a:pt x="9378" y="32952"/>
                    <a:pt x="0" y="25601"/>
                    <a:pt x="0" y="16476"/>
                  </a:cubicBezTo>
                  <a:cubicBezTo>
                    <a:pt x="0" y="7351"/>
                    <a:pt x="9378" y="0"/>
                    <a:pt x="20785" y="0"/>
                  </a:cubicBezTo>
                  <a:cubicBezTo>
                    <a:pt x="32191" y="0"/>
                    <a:pt x="41569" y="7351"/>
                    <a:pt x="41569" y="164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73" name="Freeform: Shape 4572">
              <a:extLst>
                <a:ext uri="{FF2B5EF4-FFF2-40B4-BE49-F238E27FC236}">
                  <a16:creationId xmlns:a16="http://schemas.microsoft.com/office/drawing/2014/main" id="{35D0D619-C7F4-C66E-5FF6-BEDC5908A248}"/>
                </a:ext>
              </a:extLst>
            </p:cNvPr>
            <p:cNvSpPr/>
            <p:nvPr/>
          </p:nvSpPr>
          <p:spPr>
            <a:xfrm>
              <a:off x="2924179" y="6600946"/>
              <a:ext cx="42329" cy="33457"/>
            </a:xfrm>
            <a:custGeom>
              <a:avLst/>
              <a:gdLst>
                <a:gd name="connsiteX0" fmla="*/ 42330 w 42329"/>
                <a:gd name="connsiteY0" fmla="*/ 16728 h 33457"/>
                <a:gd name="connsiteX1" fmla="*/ 21165 w 42329"/>
                <a:gd name="connsiteY1" fmla="*/ 33458 h 33457"/>
                <a:gd name="connsiteX2" fmla="*/ 0 w 42329"/>
                <a:gd name="connsiteY2" fmla="*/ 16728 h 33457"/>
                <a:gd name="connsiteX3" fmla="*/ 21165 w 42329"/>
                <a:gd name="connsiteY3" fmla="*/ 0 h 33457"/>
                <a:gd name="connsiteX4" fmla="*/ 42330 w 42329"/>
                <a:gd name="connsiteY4" fmla="*/ 16728 h 334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329" h="33457">
                  <a:moveTo>
                    <a:pt x="42330" y="16728"/>
                  </a:moveTo>
                  <a:cubicBezTo>
                    <a:pt x="42330" y="25981"/>
                    <a:pt x="32825" y="33458"/>
                    <a:pt x="21165" y="33458"/>
                  </a:cubicBezTo>
                  <a:cubicBezTo>
                    <a:pt x="9505" y="33458"/>
                    <a:pt x="0" y="25981"/>
                    <a:pt x="0" y="16728"/>
                  </a:cubicBezTo>
                  <a:cubicBezTo>
                    <a:pt x="0" y="7477"/>
                    <a:pt x="9505" y="0"/>
                    <a:pt x="21165" y="0"/>
                  </a:cubicBezTo>
                  <a:cubicBezTo>
                    <a:pt x="32825" y="0"/>
                    <a:pt x="42330" y="7477"/>
                    <a:pt x="42330" y="1672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74" name="Freeform: Shape 4573">
              <a:extLst>
                <a:ext uri="{FF2B5EF4-FFF2-40B4-BE49-F238E27FC236}">
                  <a16:creationId xmlns:a16="http://schemas.microsoft.com/office/drawing/2014/main" id="{536486BA-C4C3-3E8D-1328-BA495E50C0D5}"/>
                </a:ext>
              </a:extLst>
            </p:cNvPr>
            <p:cNvSpPr/>
            <p:nvPr/>
          </p:nvSpPr>
          <p:spPr>
            <a:xfrm>
              <a:off x="2823424" y="6535043"/>
              <a:ext cx="41569" cy="32951"/>
            </a:xfrm>
            <a:custGeom>
              <a:avLst/>
              <a:gdLst>
                <a:gd name="connsiteX0" fmla="*/ 41569 w 41569"/>
                <a:gd name="connsiteY0" fmla="*/ 16476 h 32951"/>
                <a:gd name="connsiteX1" fmla="*/ 20785 w 41569"/>
                <a:gd name="connsiteY1" fmla="*/ 32951 h 32951"/>
                <a:gd name="connsiteX2" fmla="*/ 0 w 41569"/>
                <a:gd name="connsiteY2" fmla="*/ 16476 h 32951"/>
                <a:gd name="connsiteX3" fmla="*/ 20785 w 41569"/>
                <a:gd name="connsiteY3" fmla="*/ 0 h 32951"/>
                <a:gd name="connsiteX4" fmla="*/ 41569 w 41569"/>
                <a:gd name="connsiteY4" fmla="*/ 16476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569" h="32951">
                  <a:moveTo>
                    <a:pt x="41569" y="16476"/>
                  </a:moveTo>
                  <a:cubicBezTo>
                    <a:pt x="41569" y="25600"/>
                    <a:pt x="32191" y="32951"/>
                    <a:pt x="20785" y="32951"/>
                  </a:cubicBezTo>
                  <a:cubicBezTo>
                    <a:pt x="9379" y="32951"/>
                    <a:pt x="0" y="25600"/>
                    <a:pt x="0" y="16476"/>
                  </a:cubicBezTo>
                  <a:cubicBezTo>
                    <a:pt x="0" y="7350"/>
                    <a:pt x="9379" y="0"/>
                    <a:pt x="20785" y="0"/>
                  </a:cubicBezTo>
                  <a:cubicBezTo>
                    <a:pt x="32191" y="0"/>
                    <a:pt x="41569" y="7477"/>
                    <a:pt x="41569" y="164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75" name="Freeform: Shape 4574">
              <a:extLst>
                <a:ext uri="{FF2B5EF4-FFF2-40B4-BE49-F238E27FC236}">
                  <a16:creationId xmlns:a16="http://schemas.microsoft.com/office/drawing/2014/main" id="{03E3AC3C-2D85-1F41-13BF-8A611238AC2C}"/>
                </a:ext>
              </a:extLst>
            </p:cNvPr>
            <p:cNvSpPr/>
            <p:nvPr/>
          </p:nvSpPr>
          <p:spPr>
            <a:xfrm>
              <a:off x="2724444" y="6466859"/>
              <a:ext cx="41569" cy="32951"/>
            </a:xfrm>
            <a:custGeom>
              <a:avLst/>
              <a:gdLst>
                <a:gd name="connsiteX0" fmla="*/ 41569 w 41569"/>
                <a:gd name="connsiteY0" fmla="*/ 16476 h 32951"/>
                <a:gd name="connsiteX1" fmla="*/ 20785 w 41569"/>
                <a:gd name="connsiteY1" fmla="*/ 32951 h 32951"/>
                <a:gd name="connsiteX2" fmla="*/ 0 w 41569"/>
                <a:gd name="connsiteY2" fmla="*/ 16476 h 32951"/>
                <a:gd name="connsiteX3" fmla="*/ 20785 w 41569"/>
                <a:gd name="connsiteY3" fmla="*/ 0 h 32951"/>
                <a:gd name="connsiteX4" fmla="*/ 41569 w 41569"/>
                <a:gd name="connsiteY4" fmla="*/ 16476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569" h="32951">
                  <a:moveTo>
                    <a:pt x="41569" y="16476"/>
                  </a:moveTo>
                  <a:cubicBezTo>
                    <a:pt x="41569" y="25600"/>
                    <a:pt x="32191" y="32951"/>
                    <a:pt x="20785" y="32951"/>
                  </a:cubicBezTo>
                  <a:cubicBezTo>
                    <a:pt x="9379" y="32951"/>
                    <a:pt x="0" y="25600"/>
                    <a:pt x="0" y="16476"/>
                  </a:cubicBezTo>
                  <a:cubicBezTo>
                    <a:pt x="0" y="7351"/>
                    <a:pt x="9379" y="0"/>
                    <a:pt x="20785" y="0"/>
                  </a:cubicBezTo>
                  <a:cubicBezTo>
                    <a:pt x="32191" y="0"/>
                    <a:pt x="41569" y="7351"/>
                    <a:pt x="41569" y="164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76" name="Freeform: Shape 4575">
              <a:extLst>
                <a:ext uri="{FF2B5EF4-FFF2-40B4-BE49-F238E27FC236}">
                  <a16:creationId xmlns:a16="http://schemas.microsoft.com/office/drawing/2014/main" id="{668148E7-919D-F771-3D84-E770073D472A}"/>
                </a:ext>
              </a:extLst>
            </p:cNvPr>
            <p:cNvSpPr/>
            <p:nvPr/>
          </p:nvSpPr>
          <p:spPr>
            <a:xfrm>
              <a:off x="2627364" y="6396394"/>
              <a:ext cx="42203" cy="33458"/>
            </a:xfrm>
            <a:custGeom>
              <a:avLst/>
              <a:gdLst>
                <a:gd name="connsiteX0" fmla="*/ 42203 w 42203"/>
                <a:gd name="connsiteY0" fmla="*/ 16729 h 33458"/>
                <a:gd name="connsiteX1" fmla="*/ 21165 w 42203"/>
                <a:gd name="connsiteY1" fmla="*/ 33458 h 33458"/>
                <a:gd name="connsiteX2" fmla="*/ 0 w 42203"/>
                <a:gd name="connsiteY2" fmla="*/ 16729 h 33458"/>
                <a:gd name="connsiteX3" fmla="*/ 21165 w 42203"/>
                <a:gd name="connsiteY3" fmla="*/ 0 h 33458"/>
                <a:gd name="connsiteX4" fmla="*/ 42203 w 42203"/>
                <a:gd name="connsiteY4" fmla="*/ 16729 h 33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203" h="33458">
                  <a:moveTo>
                    <a:pt x="42203" y="16729"/>
                  </a:moveTo>
                  <a:cubicBezTo>
                    <a:pt x="42203" y="25981"/>
                    <a:pt x="32825" y="33458"/>
                    <a:pt x="21165" y="33458"/>
                  </a:cubicBezTo>
                  <a:cubicBezTo>
                    <a:pt x="9505" y="33458"/>
                    <a:pt x="0" y="25981"/>
                    <a:pt x="0" y="16729"/>
                  </a:cubicBezTo>
                  <a:cubicBezTo>
                    <a:pt x="0" y="7477"/>
                    <a:pt x="9379" y="0"/>
                    <a:pt x="21165" y="0"/>
                  </a:cubicBezTo>
                  <a:cubicBezTo>
                    <a:pt x="32951" y="0"/>
                    <a:pt x="42203" y="7477"/>
                    <a:pt x="42203" y="1672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77" name="Freeform: Shape 4576">
              <a:extLst>
                <a:ext uri="{FF2B5EF4-FFF2-40B4-BE49-F238E27FC236}">
                  <a16:creationId xmlns:a16="http://schemas.microsoft.com/office/drawing/2014/main" id="{5CB02918-3205-3D39-0E65-3BDFA63F1739}"/>
                </a:ext>
              </a:extLst>
            </p:cNvPr>
            <p:cNvSpPr/>
            <p:nvPr/>
          </p:nvSpPr>
          <p:spPr>
            <a:xfrm>
              <a:off x="2533072" y="6324281"/>
              <a:ext cx="42076" cy="33458"/>
            </a:xfrm>
            <a:custGeom>
              <a:avLst/>
              <a:gdLst>
                <a:gd name="connsiteX0" fmla="*/ 42076 w 42076"/>
                <a:gd name="connsiteY0" fmla="*/ 16729 h 33458"/>
                <a:gd name="connsiteX1" fmla="*/ 21038 w 42076"/>
                <a:gd name="connsiteY1" fmla="*/ 33458 h 33458"/>
                <a:gd name="connsiteX2" fmla="*/ 0 w 42076"/>
                <a:gd name="connsiteY2" fmla="*/ 16729 h 33458"/>
                <a:gd name="connsiteX3" fmla="*/ 21038 w 42076"/>
                <a:gd name="connsiteY3" fmla="*/ 0 h 33458"/>
                <a:gd name="connsiteX4" fmla="*/ 42076 w 42076"/>
                <a:gd name="connsiteY4" fmla="*/ 16729 h 33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076" h="33458">
                  <a:moveTo>
                    <a:pt x="42076" y="16729"/>
                  </a:moveTo>
                  <a:cubicBezTo>
                    <a:pt x="42076" y="25981"/>
                    <a:pt x="32571" y="33458"/>
                    <a:pt x="21038" y="33458"/>
                  </a:cubicBezTo>
                  <a:cubicBezTo>
                    <a:pt x="9505" y="33458"/>
                    <a:pt x="0" y="25981"/>
                    <a:pt x="0" y="16729"/>
                  </a:cubicBezTo>
                  <a:cubicBezTo>
                    <a:pt x="0" y="7477"/>
                    <a:pt x="9379" y="0"/>
                    <a:pt x="21038" y="0"/>
                  </a:cubicBezTo>
                  <a:cubicBezTo>
                    <a:pt x="32698" y="0"/>
                    <a:pt x="42076" y="7477"/>
                    <a:pt x="42076" y="1672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78" name="Freeform: Shape 4577">
              <a:extLst>
                <a:ext uri="{FF2B5EF4-FFF2-40B4-BE49-F238E27FC236}">
                  <a16:creationId xmlns:a16="http://schemas.microsoft.com/office/drawing/2014/main" id="{A960DCE5-54F5-4293-5C29-8BBBF853802D}"/>
                </a:ext>
              </a:extLst>
            </p:cNvPr>
            <p:cNvSpPr/>
            <p:nvPr/>
          </p:nvSpPr>
          <p:spPr>
            <a:xfrm>
              <a:off x="2440808" y="6250267"/>
              <a:ext cx="42203" cy="33458"/>
            </a:xfrm>
            <a:custGeom>
              <a:avLst/>
              <a:gdLst>
                <a:gd name="connsiteX0" fmla="*/ 42203 w 42203"/>
                <a:gd name="connsiteY0" fmla="*/ 16729 h 33458"/>
                <a:gd name="connsiteX1" fmla="*/ 21165 w 42203"/>
                <a:gd name="connsiteY1" fmla="*/ 33458 h 33458"/>
                <a:gd name="connsiteX2" fmla="*/ 0 w 42203"/>
                <a:gd name="connsiteY2" fmla="*/ 16729 h 33458"/>
                <a:gd name="connsiteX3" fmla="*/ 21165 w 42203"/>
                <a:gd name="connsiteY3" fmla="*/ 0 h 33458"/>
                <a:gd name="connsiteX4" fmla="*/ 42203 w 42203"/>
                <a:gd name="connsiteY4" fmla="*/ 16729 h 33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203" h="33458">
                  <a:moveTo>
                    <a:pt x="42203" y="16729"/>
                  </a:moveTo>
                  <a:cubicBezTo>
                    <a:pt x="42203" y="25981"/>
                    <a:pt x="32698" y="33458"/>
                    <a:pt x="21165" y="33458"/>
                  </a:cubicBezTo>
                  <a:cubicBezTo>
                    <a:pt x="9632" y="33458"/>
                    <a:pt x="0" y="25981"/>
                    <a:pt x="0" y="16729"/>
                  </a:cubicBezTo>
                  <a:cubicBezTo>
                    <a:pt x="0" y="7478"/>
                    <a:pt x="9505" y="0"/>
                    <a:pt x="21165" y="0"/>
                  </a:cubicBezTo>
                  <a:cubicBezTo>
                    <a:pt x="32825" y="0"/>
                    <a:pt x="42203" y="7478"/>
                    <a:pt x="42203" y="1672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79" name="Freeform: Shape 4578">
              <a:extLst>
                <a:ext uri="{FF2B5EF4-FFF2-40B4-BE49-F238E27FC236}">
                  <a16:creationId xmlns:a16="http://schemas.microsoft.com/office/drawing/2014/main" id="{6E192A24-90DB-B75F-B900-B97F7B16E096}"/>
                </a:ext>
              </a:extLst>
            </p:cNvPr>
            <p:cNvSpPr/>
            <p:nvPr/>
          </p:nvSpPr>
          <p:spPr>
            <a:xfrm>
              <a:off x="2351333" y="6174732"/>
              <a:ext cx="41569" cy="32951"/>
            </a:xfrm>
            <a:custGeom>
              <a:avLst/>
              <a:gdLst>
                <a:gd name="connsiteX0" fmla="*/ 41569 w 41569"/>
                <a:gd name="connsiteY0" fmla="*/ 16476 h 32951"/>
                <a:gd name="connsiteX1" fmla="*/ 20785 w 41569"/>
                <a:gd name="connsiteY1" fmla="*/ 32951 h 32951"/>
                <a:gd name="connsiteX2" fmla="*/ 0 w 41569"/>
                <a:gd name="connsiteY2" fmla="*/ 16476 h 32951"/>
                <a:gd name="connsiteX3" fmla="*/ 20785 w 41569"/>
                <a:gd name="connsiteY3" fmla="*/ 0 h 32951"/>
                <a:gd name="connsiteX4" fmla="*/ 41569 w 41569"/>
                <a:gd name="connsiteY4" fmla="*/ 16476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569" h="32951">
                  <a:moveTo>
                    <a:pt x="41569" y="16476"/>
                  </a:moveTo>
                  <a:cubicBezTo>
                    <a:pt x="41569" y="25601"/>
                    <a:pt x="32191" y="32951"/>
                    <a:pt x="20785" y="32951"/>
                  </a:cubicBezTo>
                  <a:cubicBezTo>
                    <a:pt x="9379" y="32951"/>
                    <a:pt x="0" y="25601"/>
                    <a:pt x="0" y="16476"/>
                  </a:cubicBezTo>
                  <a:cubicBezTo>
                    <a:pt x="0" y="7351"/>
                    <a:pt x="9379" y="0"/>
                    <a:pt x="20785" y="0"/>
                  </a:cubicBezTo>
                  <a:cubicBezTo>
                    <a:pt x="32191" y="0"/>
                    <a:pt x="41569" y="7477"/>
                    <a:pt x="41569" y="164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80" name="Freeform: Shape 4579">
              <a:extLst>
                <a:ext uri="{FF2B5EF4-FFF2-40B4-BE49-F238E27FC236}">
                  <a16:creationId xmlns:a16="http://schemas.microsoft.com/office/drawing/2014/main" id="{EF21E75E-3208-AE2E-85C0-8DB167CCEB1D}"/>
                </a:ext>
              </a:extLst>
            </p:cNvPr>
            <p:cNvSpPr/>
            <p:nvPr/>
          </p:nvSpPr>
          <p:spPr>
            <a:xfrm>
              <a:off x="2264012" y="6096790"/>
              <a:ext cx="42076" cy="33458"/>
            </a:xfrm>
            <a:custGeom>
              <a:avLst/>
              <a:gdLst>
                <a:gd name="connsiteX0" fmla="*/ 42076 w 42076"/>
                <a:gd name="connsiteY0" fmla="*/ 16729 h 33458"/>
                <a:gd name="connsiteX1" fmla="*/ 21038 w 42076"/>
                <a:gd name="connsiteY1" fmla="*/ 33458 h 33458"/>
                <a:gd name="connsiteX2" fmla="*/ 0 w 42076"/>
                <a:gd name="connsiteY2" fmla="*/ 16729 h 33458"/>
                <a:gd name="connsiteX3" fmla="*/ 21038 w 42076"/>
                <a:gd name="connsiteY3" fmla="*/ 0 h 33458"/>
                <a:gd name="connsiteX4" fmla="*/ 42076 w 42076"/>
                <a:gd name="connsiteY4" fmla="*/ 16729 h 33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076" h="33458">
                  <a:moveTo>
                    <a:pt x="42076" y="16729"/>
                  </a:moveTo>
                  <a:cubicBezTo>
                    <a:pt x="42076" y="25981"/>
                    <a:pt x="32698" y="33458"/>
                    <a:pt x="21038" y="33458"/>
                  </a:cubicBezTo>
                  <a:cubicBezTo>
                    <a:pt x="9379" y="33458"/>
                    <a:pt x="0" y="25981"/>
                    <a:pt x="0" y="16729"/>
                  </a:cubicBezTo>
                  <a:cubicBezTo>
                    <a:pt x="0" y="7477"/>
                    <a:pt x="9379" y="0"/>
                    <a:pt x="21038" y="0"/>
                  </a:cubicBezTo>
                  <a:cubicBezTo>
                    <a:pt x="32698" y="0"/>
                    <a:pt x="42076" y="7477"/>
                    <a:pt x="42076" y="1672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81" name="Freeform: Shape 4580">
              <a:extLst>
                <a:ext uri="{FF2B5EF4-FFF2-40B4-BE49-F238E27FC236}">
                  <a16:creationId xmlns:a16="http://schemas.microsoft.com/office/drawing/2014/main" id="{A21C4682-726F-2CEC-9A44-99E8131C1003}"/>
                </a:ext>
              </a:extLst>
            </p:cNvPr>
            <p:cNvSpPr/>
            <p:nvPr/>
          </p:nvSpPr>
          <p:spPr>
            <a:xfrm>
              <a:off x="2179099" y="6017453"/>
              <a:ext cx="42203" cy="33458"/>
            </a:xfrm>
            <a:custGeom>
              <a:avLst/>
              <a:gdLst>
                <a:gd name="connsiteX0" fmla="*/ 42203 w 42203"/>
                <a:gd name="connsiteY0" fmla="*/ 16729 h 33458"/>
                <a:gd name="connsiteX1" fmla="*/ 21165 w 42203"/>
                <a:gd name="connsiteY1" fmla="*/ 33458 h 33458"/>
                <a:gd name="connsiteX2" fmla="*/ 0 w 42203"/>
                <a:gd name="connsiteY2" fmla="*/ 16729 h 33458"/>
                <a:gd name="connsiteX3" fmla="*/ 21165 w 42203"/>
                <a:gd name="connsiteY3" fmla="*/ 0 h 33458"/>
                <a:gd name="connsiteX4" fmla="*/ 42203 w 42203"/>
                <a:gd name="connsiteY4" fmla="*/ 16729 h 33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203" h="33458">
                  <a:moveTo>
                    <a:pt x="42203" y="16729"/>
                  </a:moveTo>
                  <a:cubicBezTo>
                    <a:pt x="42203" y="25981"/>
                    <a:pt x="32825" y="33458"/>
                    <a:pt x="21165" y="33458"/>
                  </a:cubicBezTo>
                  <a:cubicBezTo>
                    <a:pt x="9505" y="33458"/>
                    <a:pt x="0" y="25981"/>
                    <a:pt x="0" y="16729"/>
                  </a:cubicBezTo>
                  <a:cubicBezTo>
                    <a:pt x="0" y="7477"/>
                    <a:pt x="9505" y="0"/>
                    <a:pt x="21165" y="0"/>
                  </a:cubicBezTo>
                  <a:cubicBezTo>
                    <a:pt x="32825" y="0"/>
                    <a:pt x="42203" y="7477"/>
                    <a:pt x="42203" y="1672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82" name="Freeform: Shape 4581">
              <a:extLst>
                <a:ext uri="{FF2B5EF4-FFF2-40B4-BE49-F238E27FC236}">
                  <a16:creationId xmlns:a16="http://schemas.microsoft.com/office/drawing/2014/main" id="{7A5C5008-FB8C-81DD-B3DD-2158067ACA0F}"/>
                </a:ext>
              </a:extLst>
            </p:cNvPr>
            <p:cNvSpPr/>
            <p:nvPr/>
          </p:nvSpPr>
          <p:spPr>
            <a:xfrm>
              <a:off x="2097354" y="5936595"/>
              <a:ext cx="41569" cy="32951"/>
            </a:xfrm>
            <a:custGeom>
              <a:avLst/>
              <a:gdLst>
                <a:gd name="connsiteX0" fmla="*/ 41569 w 41569"/>
                <a:gd name="connsiteY0" fmla="*/ 16476 h 32951"/>
                <a:gd name="connsiteX1" fmla="*/ 20785 w 41569"/>
                <a:gd name="connsiteY1" fmla="*/ 32951 h 32951"/>
                <a:gd name="connsiteX2" fmla="*/ 0 w 41569"/>
                <a:gd name="connsiteY2" fmla="*/ 16476 h 32951"/>
                <a:gd name="connsiteX3" fmla="*/ 20785 w 41569"/>
                <a:gd name="connsiteY3" fmla="*/ 0 h 32951"/>
                <a:gd name="connsiteX4" fmla="*/ 41569 w 41569"/>
                <a:gd name="connsiteY4" fmla="*/ 16476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569" h="32951">
                  <a:moveTo>
                    <a:pt x="41569" y="16476"/>
                  </a:moveTo>
                  <a:cubicBezTo>
                    <a:pt x="41569" y="25601"/>
                    <a:pt x="32191" y="32951"/>
                    <a:pt x="20785" y="32951"/>
                  </a:cubicBezTo>
                  <a:cubicBezTo>
                    <a:pt x="9378" y="32951"/>
                    <a:pt x="0" y="25601"/>
                    <a:pt x="0" y="16476"/>
                  </a:cubicBezTo>
                  <a:cubicBezTo>
                    <a:pt x="0" y="7351"/>
                    <a:pt x="9378" y="0"/>
                    <a:pt x="20785" y="0"/>
                  </a:cubicBezTo>
                  <a:cubicBezTo>
                    <a:pt x="32191" y="0"/>
                    <a:pt x="41569" y="7478"/>
                    <a:pt x="41569" y="164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83" name="Freeform: Shape 4582">
              <a:extLst>
                <a:ext uri="{FF2B5EF4-FFF2-40B4-BE49-F238E27FC236}">
                  <a16:creationId xmlns:a16="http://schemas.microsoft.com/office/drawing/2014/main" id="{3BB4D603-8346-AE29-68EA-17110731C3C7}"/>
                </a:ext>
              </a:extLst>
            </p:cNvPr>
            <p:cNvSpPr/>
            <p:nvPr/>
          </p:nvSpPr>
          <p:spPr>
            <a:xfrm>
              <a:off x="2017891" y="5853964"/>
              <a:ext cx="41569" cy="32951"/>
            </a:xfrm>
            <a:custGeom>
              <a:avLst/>
              <a:gdLst>
                <a:gd name="connsiteX0" fmla="*/ 41569 w 41569"/>
                <a:gd name="connsiteY0" fmla="*/ 16476 h 32951"/>
                <a:gd name="connsiteX1" fmla="*/ 20785 w 41569"/>
                <a:gd name="connsiteY1" fmla="*/ 32951 h 32951"/>
                <a:gd name="connsiteX2" fmla="*/ 0 w 41569"/>
                <a:gd name="connsiteY2" fmla="*/ 16476 h 32951"/>
                <a:gd name="connsiteX3" fmla="*/ 20785 w 41569"/>
                <a:gd name="connsiteY3" fmla="*/ 0 h 32951"/>
                <a:gd name="connsiteX4" fmla="*/ 41569 w 41569"/>
                <a:gd name="connsiteY4" fmla="*/ 16476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569" h="32951">
                  <a:moveTo>
                    <a:pt x="41569" y="16476"/>
                  </a:moveTo>
                  <a:cubicBezTo>
                    <a:pt x="41569" y="25601"/>
                    <a:pt x="32191" y="32951"/>
                    <a:pt x="20785" y="32951"/>
                  </a:cubicBezTo>
                  <a:cubicBezTo>
                    <a:pt x="9379" y="32951"/>
                    <a:pt x="0" y="25474"/>
                    <a:pt x="0" y="16476"/>
                  </a:cubicBezTo>
                  <a:cubicBezTo>
                    <a:pt x="0" y="7477"/>
                    <a:pt x="9379" y="0"/>
                    <a:pt x="20785" y="0"/>
                  </a:cubicBezTo>
                  <a:cubicBezTo>
                    <a:pt x="32191" y="0"/>
                    <a:pt x="41569" y="7351"/>
                    <a:pt x="41569" y="164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84" name="Freeform: Shape 4583">
              <a:extLst>
                <a:ext uri="{FF2B5EF4-FFF2-40B4-BE49-F238E27FC236}">
                  <a16:creationId xmlns:a16="http://schemas.microsoft.com/office/drawing/2014/main" id="{AB1B2CAA-85BC-2F44-91D6-944EB9E5C502}"/>
                </a:ext>
              </a:extLst>
            </p:cNvPr>
            <p:cNvSpPr/>
            <p:nvPr/>
          </p:nvSpPr>
          <p:spPr>
            <a:xfrm>
              <a:off x="1941089" y="5769684"/>
              <a:ext cx="41569" cy="32951"/>
            </a:xfrm>
            <a:custGeom>
              <a:avLst/>
              <a:gdLst>
                <a:gd name="connsiteX0" fmla="*/ 41569 w 41569"/>
                <a:gd name="connsiteY0" fmla="*/ 16476 h 32951"/>
                <a:gd name="connsiteX1" fmla="*/ 20785 w 41569"/>
                <a:gd name="connsiteY1" fmla="*/ 32951 h 32951"/>
                <a:gd name="connsiteX2" fmla="*/ 0 w 41569"/>
                <a:gd name="connsiteY2" fmla="*/ 16476 h 32951"/>
                <a:gd name="connsiteX3" fmla="*/ 20785 w 41569"/>
                <a:gd name="connsiteY3" fmla="*/ 0 h 32951"/>
                <a:gd name="connsiteX4" fmla="*/ 41569 w 41569"/>
                <a:gd name="connsiteY4" fmla="*/ 16476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569" h="32951">
                  <a:moveTo>
                    <a:pt x="41569" y="16476"/>
                  </a:moveTo>
                  <a:cubicBezTo>
                    <a:pt x="41569" y="25601"/>
                    <a:pt x="32191" y="32951"/>
                    <a:pt x="20785" y="32951"/>
                  </a:cubicBezTo>
                  <a:cubicBezTo>
                    <a:pt x="9378" y="32951"/>
                    <a:pt x="0" y="25474"/>
                    <a:pt x="0" y="16476"/>
                  </a:cubicBezTo>
                  <a:cubicBezTo>
                    <a:pt x="0" y="7477"/>
                    <a:pt x="9252" y="0"/>
                    <a:pt x="20785" y="0"/>
                  </a:cubicBezTo>
                  <a:cubicBezTo>
                    <a:pt x="32318" y="0"/>
                    <a:pt x="41569" y="7351"/>
                    <a:pt x="41569" y="164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85" name="Freeform: Shape 4584">
              <a:extLst>
                <a:ext uri="{FF2B5EF4-FFF2-40B4-BE49-F238E27FC236}">
                  <a16:creationId xmlns:a16="http://schemas.microsoft.com/office/drawing/2014/main" id="{2870509C-01D9-90E5-C038-6966F5AAAA26}"/>
                </a:ext>
              </a:extLst>
            </p:cNvPr>
            <p:cNvSpPr/>
            <p:nvPr/>
          </p:nvSpPr>
          <p:spPr>
            <a:xfrm>
              <a:off x="1867328" y="5684138"/>
              <a:ext cx="40808" cy="32444"/>
            </a:xfrm>
            <a:custGeom>
              <a:avLst/>
              <a:gdLst>
                <a:gd name="connsiteX0" fmla="*/ 40809 w 40808"/>
                <a:gd name="connsiteY0" fmla="*/ 16222 h 32444"/>
                <a:gd name="connsiteX1" fmla="*/ 20404 w 40808"/>
                <a:gd name="connsiteY1" fmla="*/ 32444 h 32444"/>
                <a:gd name="connsiteX2" fmla="*/ 0 w 40808"/>
                <a:gd name="connsiteY2" fmla="*/ 16222 h 32444"/>
                <a:gd name="connsiteX3" fmla="*/ 20404 w 40808"/>
                <a:gd name="connsiteY3" fmla="*/ 0 h 32444"/>
                <a:gd name="connsiteX4" fmla="*/ 40809 w 40808"/>
                <a:gd name="connsiteY4" fmla="*/ 16222 h 32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08" h="32444">
                  <a:moveTo>
                    <a:pt x="40809" y="16222"/>
                  </a:moveTo>
                  <a:cubicBezTo>
                    <a:pt x="40809" y="25220"/>
                    <a:pt x="31684" y="32444"/>
                    <a:pt x="20404" y="32444"/>
                  </a:cubicBezTo>
                  <a:cubicBezTo>
                    <a:pt x="9125" y="32444"/>
                    <a:pt x="0" y="25220"/>
                    <a:pt x="0" y="16222"/>
                  </a:cubicBezTo>
                  <a:cubicBezTo>
                    <a:pt x="0" y="7224"/>
                    <a:pt x="9125" y="0"/>
                    <a:pt x="20404" y="0"/>
                  </a:cubicBezTo>
                  <a:cubicBezTo>
                    <a:pt x="31684" y="0"/>
                    <a:pt x="40809" y="7224"/>
                    <a:pt x="40809" y="1622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86" name="Freeform: Shape 4585">
              <a:extLst>
                <a:ext uri="{FF2B5EF4-FFF2-40B4-BE49-F238E27FC236}">
                  <a16:creationId xmlns:a16="http://schemas.microsoft.com/office/drawing/2014/main" id="{C3E0ABEA-9254-4613-FF6B-B7D801B5780C}"/>
                </a:ext>
              </a:extLst>
            </p:cNvPr>
            <p:cNvSpPr/>
            <p:nvPr/>
          </p:nvSpPr>
          <p:spPr>
            <a:xfrm>
              <a:off x="1795722" y="5596563"/>
              <a:ext cx="41569" cy="32951"/>
            </a:xfrm>
            <a:custGeom>
              <a:avLst/>
              <a:gdLst>
                <a:gd name="connsiteX0" fmla="*/ 41569 w 41569"/>
                <a:gd name="connsiteY0" fmla="*/ 16476 h 32951"/>
                <a:gd name="connsiteX1" fmla="*/ 20785 w 41569"/>
                <a:gd name="connsiteY1" fmla="*/ 32951 h 32951"/>
                <a:gd name="connsiteX2" fmla="*/ 0 w 41569"/>
                <a:gd name="connsiteY2" fmla="*/ 16476 h 32951"/>
                <a:gd name="connsiteX3" fmla="*/ 20785 w 41569"/>
                <a:gd name="connsiteY3" fmla="*/ 0 h 32951"/>
                <a:gd name="connsiteX4" fmla="*/ 41569 w 41569"/>
                <a:gd name="connsiteY4" fmla="*/ 16476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569" h="32951">
                  <a:moveTo>
                    <a:pt x="41569" y="16476"/>
                  </a:moveTo>
                  <a:cubicBezTo>
                    <a:pt x="41569" y="25601"/>
                    <a:pt x="32191" y="32951"/>
                    <a:pt x="20785" y="32951"/>
                  </a:cubicBezTo>
                  <a:cubicBezTo>
                    <a:pt x="9378" y="32951"/>
                    <a:pt x="0" y="25601"/>
                    <a:pt x="0" y="16476"/>
                  </a:cubicBezTo>
                  <a:cubicBezTo>
                    <a:pt x="0" y="7351"/>
                    <a:pt x="9378" y="0"/>
                    <a:pt x="20785" y="0"/>
                  </a:cubicBezTo>
                  <a:cubicBezTo>
                    <a:pt x="32191" y="0"/>
                    <a:pt x="41569" y="7351"/>
                    <a:pt x="41569" y="164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87" name="Freeform: Shape 4586">
              <a:extLst>
                <a:ext uri="{FF2B5EF4-FFF2-40B4-BE49-F238E27FC236}">
                  <a16:creationId xmlns:a16="http://schemas.microsoft.com/office/drawing/2014/main" id="{C2D34813-F990-8572-021C-3775A225FD66}"/>
                </a:ext>
              </a:extLst>
            </p:cNvPr>
            <p:cNvSpPr/>
            <p:nvPr/>
          </p:nvSpPr>
          <p:spPr>
            <a:xfrm>
              <a:off x="1727665" y="5508101"/>
              <a:ext cx="40808" cy="32444"/>
            </a:xfrm>
            <a:custGeom>
              <a:avLst/>
              <a:gdLst>
                <a:gd name="connsiteX0" fmla="*/ 40809 w 40808"/>
                <a:gd name="connsiteY0" fmla="*/ 16222 h 32444"/>
                <a:gd name="connsiteX1" fmla="*/ 20404 w 40808"/>
                <a:gd name="connsiteY1" fmla="*/ 32444 h 32444"/>
                <a:gd name="connsiteX2" fmla="*/ 0 w 40808"/>
                <a:gd name="connsiteY2" fmla="*/ 16222 h 32444"/>
                <a:gd name="connsiteX3" fmla="*/ 20404 w 40808"/>
                <a:gd name="connsiteY3" fmla="*/ 0 h 32444"/>
                <a:gd name="connsiteX4" fmla="*/ 40809 w 40808"/>
                <a:gd name="connsiteY4" fmla="*/ 16222 h 32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08" h="32444">
                  <a:moveTo>
                    <a:pt x="40809" y="16222"/>
                  </a:moveTo>
                  <a:cubicBezTo>
                    <a:pt x="40809" y="25221"/>
                    <a:pt x="31684" y="32444"/>
                    <a:pt x="20404" y="32444"/>
                  </a:cubicBezTo>
                  <a:cubicBezTo>
                    <a:pt x="9125" y="32444"/>
                    <a:pt x="0" y="25221"/>
                    <a:pt x="0" y="16222"/>
                  </a:cubicBezTo>
                  <a:cubicBezTo>
                    <a:pt x="0" y="7224"/>
                    <a:pt x="9125" y="0"/>
                    <a:pt x="20404" y="0"/>
                  </a:cubicBezTo>
                  <a:cubicBezTo>
                    <a:pt x="31684" y="0"/>
                    <a:pt x="40809" y="7224"/>
                    <a:pt x="40809" y="1622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88" name="Freeform: Shape 4587">
              <a:extLst>
                <a:ext uri="{FF2B5EF4-FFF2-40B4-BE49-F238E27FC236}">
                  <a16:creationId xmlns:a16="http://schemas.microsoft.com/office/drawing/2014/main" id="{6BB7F20A-B8F4-10EC-BAB3-9D91CEE2D959}"/>
                </a:ext>
              </a:extLst>
            </p:cNvPr>
            <p:cNvSpPr/>
            <p:nvPr/>
          </p:nvSpPr>
          <p:spPr>
            <a:xfrm>
              <a:off x="1662143" y="5418119"/>
              <a:ext cx="40808" cy="32444"/>
            </a:xfrm>
            <a:custGeom>
              <a:avLst/>
              <a:gdLst>
                <a:gd name="connsiteX0" fmla="*/ 40809 w 40808"/>
                <a:gd name="connsiteY0" fmla="*/ 16222 h 32444"/>
                <a:gd name="connsiteX1" fmla="*/ 20404 w 40808"/>
                <a:gd name="connsiteY1" fmla="*/ 32444 h 32444"/>
                <a:gd name="connsiteX2" fmla="*/ 0 w 40808"/>
                <a:gd name="connsiteY2" fmla="*/ 16222 h 32444"/>
                <a:gd name="connsiteX3" fmla="*/ 20404 w 40808"/>
                <a:gd name="connsiteY3" fmla="*/ 0 h 32444"/>
                <a:gd name="connsiteX4" fmla="*/ 40809 w 40808"/>
                <a:gd name="connsiteY4" fmla="*/ 16222 h 32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08" h="32444">
                  <a:moveTo>
                    <a:pt x="40809" y="16222"/>
                  </a:moveTo>
                  <a:cubicBezTo>
                    <a:pt x="40809" y="25093"/>
                    <a:pt x="31684" y="32444"/>
                    <a:pt x="20404" y="32444"/>
                  </a:cubicBezTo>
                  <a:cubicBezTo>
                    <a:pt x="9125" y="32444"/>
                    <a:pt x="0" y="25220"/>
                    <a:pt x="0" y="16222"/>
                  </a:cubicBezTo>
                  <a:cubicBezTo>
                    <a:pt x="0" y="7224"/>
                    <a:pt x="9125" y="0"/>
                    <a:pt x="20404" y="0"/>
                  </a:cubicBezTo>
                  <a:cubicBezTo>
                    <a:pt x="31684" y="0"/>
                    <a:pt x="40809" y="7224"/>
                    <a:pt x="40809" y="1622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89" name="Freeform: Shape 4588">
              <a:extLst>
                <a:ext uri="{FF2B5EF4-FFF2-40B4-BE49-F238E27FC236}">
                  <a16:creationId xmlns:a16="http://schemas.microsoft.com/office/drawing/2014/main" id="{F6DC177A-721D-9C6A-F9DE-19D3BE180F61}"/>
                </a:ext>
              </a:extLst>
            </p:cNvPr>
            <p:cNvSpPr/>
            <p:nvPr/>
          </p:nvSpPr>
          <p:spPr>
            <a:xfrm>
              <a:off x="1599789" y="5327122"/>
              <a:ext cx="40048" cy="31683"/>
            </a:xfrm>
            <a:custGeom>
              <a:avLst/>
              <a:gdLst>
                <a:gd name="connsiteX0" fmla="*/ 40049 w 40048"/>
                <a:gd name="connsiteY0" fmla="*/ 15842 h 31683"/>
                <a:gd name="connsiteX1" fmla="*/ 20024 w 40048"/>
                <a:gd name="connsiteY1" fmla="*/ 31684 h 31683"/>
                <a:gd name="connsiteX2" fmla="*/ 0 w 40048"/>
                <a:gd name="connsiteY2" fmla="*/ 15842 h 31683"/>
                <a:gd name="connsiteX3" fmla="*/ 20024 w 40048"/>
                <a:gd name="connsiteY3" fmla="*/ 0 h 31683"/>
                <a:gd name="connsiteX4" fmla="*/ 40049 w 40048"/>
                <a:gd name="connsiteY4" fmla="*/ 15842 h 31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048" h="31683">
                  <a:moveTo>
                    <a:pt x="40049" y="15842"/>
                  </a:moveTo>
                  <a:cubicBezTo>
                    <a:pt x="40049" y="24587"/>
                    <a:pt x="31050" y="31684"/>
                    <a:pt x="20024" y="31684"/>
                  </a:cubicBezTo>
                  <a:cubicBezTo>
                    <a:pt x="8998" y="31684"/>
                    <a:pt x="0" y="24587"/>
                    <a:pt x="0" y="15842"/>
                  </a:cubicBezTo>
                  <a:cubicBezTo>
                    <a:pt x="0" y="7097"/>
                    <a:pt x="8998" y="0"/>
                    <a:pt x="20024" y="0"/>
                  </a:cubicBezTo>
                  <a:cubicBezTo>
                    <a:pt x="31050" y="0"/>
                    <a:pt x="40049" y="7097"/>
                    <a:pt x="40049" y="1584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90" name="Freeform: Shape 4589">
              <a:extLst>
                <a:ext uri="{FF2B5EF4-FFF2-40B4-BE49-F238E27FC236}">
                  <a16:creationId xmlns:a16="http://schemas.microsoft.com/office/drawing/2014/main" id="{18A4D43E-222B-020B-D611-FCE545D1076A}"/>
                </a:ext>
              </a:extLst>
            </p:cNvPr>
            <p:cNvSpPr/>
            <p:nvPr/>
          </p:nvSpPr>
          <p:spPr>
            <a:xfrm>
              <a:off x="1540223" y="5234478"/>
              <a:ext cx="40048" cy="31683"/>
            </a:xfrm>
            <a:custGeom>
              <a:avLst/>
              <a:gdLst>
                <a:gd name="connsiteX0" fmla="*/ 40049 w 40048"/>
                <a:gd name="connsiteY0" fmla="*/ 15842 h 31683"/>
                <a:gd name="connsiteX1" fmla="*/ 20024 w 40048"/>
                <a:gd name="connsiteY1" fmla="*/ 31684 h 31683"/>
                <a:gd name="connsiteX2" fmla="*/ 0 w 40048"/>
                <a:gd name="connsiteY2" fmla="*/ 15842 h 31683"/>
                <a:gd name="connsiteX3" fmla="*/ 20024 w 40048"/>
                <a:gd name="connsiteY3" fmla="*/ 0 h 31683"/>
                <a:gd name="connsiteX4" fmla="*/ 40049 w 40048"/>
                <a:gd name="connsiteY4" fmla="*/ 15842 h 31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048" h="31683">
                  <a:moveTo>
                    <a:pt x="40049" y="15842"/>
                  </a:moveTo>
                  <a:cubicBezTo>
                    <a:pt x="40049" y="24587"/>
                    <a:pt x="31050" y="31684"/>
                    <a:pt x="20024" y="31684"/>
                  </a:cubicBezTo>
                  <a:cubicBezTo>
                    <a:pt x="8998" y="31684"/>
                    <a:pt x="0" y="24587"/>
                    <a:pt x="0" y="15842"/>
                  </a:cubicBezTo>
                  <a:cubicBezTo>
                    <a:pt x="0" y="7097"/>
                    <a:pt x="8998" y="0"/>
                    <a:pt x="20024" y="0"/>
                  </a:cubicBezTo>
                  <a:cubicBezTo>
                    <a:pt x="31050" y="0"/>
                    <a:pt x="40049" y="7097"/>
                    <a:pt x="40049" y="1584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91" name="Freeform: Shape 4590">
              <a:extLst>
                <a:ext uri="{FF2B5EF4-FFF2-40B4-BE49-F238E27FC236}">
                  <a16:creationId xmlns:a16="http://schemas.microsoft.com/office/drawing/2014/main" id="{F7BBE3F0-2752-24E3-4D3D-7013CF617B9C}"/>
                </a:ext>
              </a:extLst>
            </p:cNvPr>
            <p:cNvSpPr/>
            <p:nvPr/>
          </p:nvSpPr>
          <p:spPr>
            <a:xfrm>
              <a:off x="1483698" y="5140821"/>
              <a:ext cx="39541" cy="31430"/>
            </a:xfrm>
            <a:custGeom>
              <a:avLst/>
              <a:gdLst>
                <a:gd name="connsiteX0" fmla="*/ 39542 w 39541"/>
                <a:gd name="connsiteY0" fmla="*/ 15715 h 31430"/>
                <a:gd name="connsiteX1" fmla="*/ 19771 w 39541"/>
                <a:gd name="connsiteY1" fmla="*/ 31430 h 31430"/>
                <a:gd name="connsiteX2" fmla="*/ 0 w 39541"/>
                <a:gd name="connsiteY2" fmla="*/ 15715 h 31430"/>
                <a:gd name="connsiteX3" fmla="*/ 19771 w 39541"/>
                <a:gd name="connsiteY3" fmla="*/ 0 h 31430"/>
                <a:gd name="connsiteX4" fmla="*/ 39542 w 39541"/>
                <a:gd name="connsiteY4" fmla="*/ 15715 h 31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541" h="31430">
                  <a:moveTo>
                    <a:pt x="39542" y="15715"/>
                  </a:moveTo>
                  <a:cubicBezTo>
                    <a:pt x="39542" y="24333"/>
                    <a:pt x="30670" y="31430"/>
                    <a:pt x="19771" y="31430"/>
                  </a:cubicBezTo>
                  <a:cubicBezTo>
                    <a:pt x="8871" y="31430"/>
                    <a:pt x="0" y="24460"/>
                    <a:pt x="0" y="15715"/>
                  </a:cubicBezTo>
                  <a:cubicBezTo>
                    <a:pt x="0" y="6970"/>
                    <a:pt x="8871" y="0"/>
                    <a:pt x="19771" y="0"/>
                  </a:cubicBezTo>
                  <a:cubicBezTo>
                    <a:pt x="30670" y="0"/>
                    <a:pt x="39542" y="6970"/>
                    <a:pt x="39542" y="1571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92" name="Freeform: Shape 4591">
              <a:extLst>
                <a:ext uri="{FF2B5EF4-FFF2-40B4-BE49-F238E27FC236}">
                  <a16:creationId xmlns:a16="http://schemas.microsoft.com/office/drawing/2014/main" id="{E3E0073C-F40A-9B1E-9BBD-B1720B369187}"/>
                </a:ext>
              </a:extLst>
            </p:cNvPr>
            <p:cNvSpPr/>
            <p:nvPr/>
          </p:nvSpPr>
          <p:spPr>
            <a:xfrm>
              <a:off x="1430089" y="5045895"/>
              <a:ext cx="39541" cy="31430"/>
            </a:xfrm>
            <a:custGeom>
              <a:avLst/>
              <a:gdLst>
                <a:gd name="connsiteX0" fmla="*/ 39542 w 39541"/>
                <a:gd name="connsiteY0" fmla="*/ 15716 h 31430"/>
                <a:gd name="connsiteX1" fmla="*/ 19771 w 39541"/>
                <a:gd name="connsiteY1" fmla="*/ 31431 h 31430"/>
                <a:gd name="connsiteX2" fmla="*/ 0 w 39541"/>
                <a:gd name="connsiteY2" fmla="*/ 15716 h 31430"/>
                <a:gd name="connsiteX3" fmla="*/ 19771 w 39541"/>
                <a:gd name="connsiteY3" fmla="*/ 0 h 31430"/>
                <a:gd name="connsiteX4" fmla="*/ 39542 w 39541"/>
                <a:gd name="connsiteY4" fmla="*/ 15716 h 31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541" h="31430">
                  <a:moveTo>
                    <a:pt x="39542" y="15716"/>
                  </a:moveTo>
                  <a:cubicBezTo>
                    <a:pt x="39542" y="24333"/>
                    <a:pt x="30670" y="31431"/>
                    <a:pt x="19771" y="31431"/>
                  </a:cubicBezTo>
                  <a:cubicBezTo>
                    <a:pt x="8872" y="31431"/>
                    <a:pt x="0" y="24460"/>
                    <a:pt x="0" y="15716"/>
                  </a:cubicBezTo>
                  <a:cubicBezTo>
                    <a:pt x="0" y="6971"/>
                    <a:pt x="8872" y="0"/>
                    <a:pt x="19771" y="0"/>
                  </a:cubicBezTo>
                  <a:cubicBezTo>
                    <a:pt x="30670" y="0"/>
                    <a:pt x="39542" y="6971"/>
                    <a:pt x="39542" y="1571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93" name="Freeform: Shape 4592">
              <a:extLst>
                <a:ext uri="{FF2B5EF4-FFF2-40B4-BE49-F238E27FC236}">
                  <a16:creationId xmlns:a16="http://schemas.microsoft.com/office/drawing/2014/main" id="{C5A37020-AFB3-485B-3ACB-B5B3961E5BA6}"/>
                </a:ext>
              </a:extLst>
            </p:cNvPr>
            <p:cNvSpPr/>
            <p:nvPr/>
          </p:nvSpPr>
          <p:spPr>
            <a:xfrm>
              <a:off x="1379902" y="4950336"/>
              <a:ext cx="38781" cy="30669"/>
            </a:xfrm>
            <a:custGeom>
              <a:avLst/>
              <a:gdLst>
                <a:gd name="connsiteX0" fmla="*/ 38781 w 38781"/>
                <a:gd name="connsiteY0" fmla="*/ 15335 h 30669"/>
                <a:gd name="connsiteX1" fmla="*/ 19391 w 38781"/>
                <a:gd name="connsiteY1" fmla="*/ 30670 h 30669"/>
                <a:gd name="connsiteX2" fmla="*/ 0 w 38781"/>
                <a:gd name="connsiteY2" fmla="*/ 15335 h 30669"/>
                <a:gd name="connsiteX3" fmla="*/ 19391 w 38781"/>
                <a:gd name="connsiteY3" fmla="*/ 0 h 30669"/>
                <a:gd name="connsiteX4" fmla="*/ 38781 w 38781"/>
                <a:gd name="connsiteY4" fmla="*/ 15335 h 3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781" h="30669">
                  <a:moveTo>
                    <a:pt x="38781" y="15335"/>
                  </a:moveTo>
                  <a:cubicBezTo>
                    <a:pt x="38781" y="23826"/>
                    <a:pt x="30036" y="30670"/>
                    <a:pt x="19391" y="30670"/>
                  </a:cubicBezTo>
                  <a:cubicBezTo>
                    <a:pt x="8745" y="30670"/>
                    <a:pt x="0" y="23826"/>
                    <a:pt x="0" y="15335"/>
                  </a:cubicBezTo>
                  <a:cubicBezTo>
                    <a:pt x="0" y="6843"/>
                    <a:pt x="8618" y="0"/>
                    <a:pt x="19391" y="0"/>
                  </a:cubicBezTo>
                  <a:cubicBezTo>
                    <a:pt x="30163" y="0"/>
                    <a:pt x="38781" y="6843"/>
                    <a:pt x="38781" y="153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94" name="Freeform: Shape 4593">
              <a:extLst>
                <a:ext uri="{FF2B5EF4-FFF2-40B4-BE49-F238E27FC236}">
                  <a16:creationId xmlns:a16="http://schemas.microsoft.com/office/drawing/2014/main" id="{DCB99BB6-0EFE-1447-FC46-8BD5F05ABFB5}"/>
                </a:ext>
              </a:extLst>
            </p:cNvPr>
            <p:cNvSpPr/>
            <p:nvPr/>
          </p:nvSpPr>
          <p:spPr>
            <a:xfrm>
              <a:off x="1332883" y="4853637"/>
              <a:ext cx="37894" cy="30163"/>
            </a:xfrm>
            <a:custGeom>
              <a:avLst/>
              <a:gdLst>
                <a:gd name="connsiteX0" fmla="*/ 37894 w 37894"/>
                <a:gd name="connsiteY0" fmla="*/ 15082 h 30163"/>
                <a:gd name="connsiteX1" fmla="*/ 18884 w 37894"/>
                <a:gd name="connsiteY1" fmla="*/ 30163 h 30163"/>
                <a:gd name="connsiteX2" fmla="*/ 0 w 37894"/>
                <a:gd name="connsiteY2" fmla="*/ 15082 h 30163"/>
                <a:gd name="connsiteX3" fmla="*/ 18884 w 37894"/>
                <a:gd name="connsiteY3" fmla="*/ 0 h 30163"/>
                <a:gd name="connsiteX4" fmla="*/ 37894 w 37894"/>
                <a:gd name="connsiteY4" fmla="*/ 15082 h 30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894" h="30163">
                  <a:moveTo>
                    <a:pt x="37894" y="15082"/>
                  </a:moveTo>
                  <a:cubicBezTo>
                    <a:pt x="37894" y="23446"/>
                    <a:pt x="29403" y="30163"/>
                    <a:pt x="18884" y="30163"/>
                  </a:cubicBezTo>
                  <a:cubicBezTo>
                    <a:pt x="8365" y="30163"/>
                    <a:pt x="0" y="23446"/>
                    <a:pt x="0" y="15082"/>
                  </a:cubicBezTo>
                  <a:cubicBezTo>
                    <a:pt x="0" y="6717"/>
                    <a:pt x="8491" y="0"/>
                    <a:pt x="18884" y="0"/>
                  </a:cubicBezTo>
                  <a:cubicBezTo>
                    <a:pt x="29276" y="0"/>
                    <a:pt x="37894" y="6717"/>
                    <a:pt x="37894" y="1508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95" name="Freeform: Shape 4594">
              <a:extLst>
                <a:ext uri="{FF2B5EF4-FFF2-40B4-BE49-F238E27FC236}">
                  <a16:creationId xmlns:a16="http://schemas.microsoft.com/office/drawing/2014/main" id="{6790FAC8-B4AE-4FAF-7B56-58880B08DC31}"/>
                </a:ext>
              </a:extLst>
            </p:cNvPr>
            <p:cNvSpPr/>
            <p:nvPr/>
          </p:nvSpPr>
          <p:spPr>
            <a:xfrm>
              <a:off x="1288525" y="4755797"/>
              <a:ext cx="38020" cy="30163"/>
            </a:xfrm>
            <a:custGeom>
              <a:avLst/>
              <a:gdLst>
                <a:gd name="connsiteX0" fmla="*/ 38021 w 38020"/>
                <a:gd name="connsiteY0" fmla="*/ 15082 h 30163"/>
                <a:gd name="connsiteX1" fmla="*/ 19010 w 38020"/>
                <a:gd name="connsiteY1" fmla="*/ 30163 h 30163"/>
                <a:gd name="connsiteX2" fmla="*/ 0 w 38020"/>
                <a:gd name="connsiteY2" fmla="*/ 15082 h 30163"/>
                <a:gd name="connsiteX3" fmla="*/ 19010 w 38020"/>
                <a:gd name="connsiteY3" fmla="*/ 0 h 30163"/>
                <a:gd name="connsiteX4" fmla="*/ 38021 w 38020"/>
                <a:gd name="connsiteY4" fmla="*/ 15082 h 30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0" h="30163">
                  <a:moveTo>
                    <a:pt x="38021" y="15082"/>
                  </a:moveTo>
                  <a:cubicBezTo>
                    <a:pt x="38021" y="23446"/>
                    <a:pt x="29530" y="30163"/>
                    <a:pt x="19010" y="30163"/>
                  </a:cubicBezTo>
                  <a:cubicBezTo>
                    <a:pt x="8491" y="30163"/>
                    <a:pt x="0" y="23446"/>
                    <a:pt x="0" y="15082"/>
                  </a:cubicBezTo>
                  <a:cubicBezTo>
                    <a:pt x="0" y="6717"/>
                    <a:pt x="8491" y="0"/>
                    <a:pt x="19010" y="0"/>
                  </a:cubicBezTo>
                  <a:cubicBezTo>
                    <a:pt x="29530" y="0"/>
                    <a:pt x="38021" y="6717"/>
                    <a:pt x="38021" y="1508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96" name="Freeform: Shape 4595">
              <a:extLst>
                <a:ext uri="{FF2B5EF4-FFF2-40B4-BE49-F238E27FC236}">
                  <a16:creationId xmlns:a16="http://schemas.microsoft.com/office/drawing/2014/main" id="{B68AF1C0-FCEA-11BF-5D6F-B1AAC2C88E42}"/>
                </a:ext>
              </a:extLst>
            </p:cNvPr>
            <p:cNvSpPr/>
            <p:nvPr/>
          </p:nvSpPr>
          <p:spPr>
            <a:xfrm>
              <a:off x="1247970" y="4657449"/>
              <a:ext cx="37006" cy="29402"/>
            </a:xfrm>
            <a:custGeom>
              <a:avLst/>
              <a:gdLst>
                <a:gd name="connsiteX0" fmla="*/ 37007 w 37006"/>
                <a:gd name="connsiteY0" fmla="*/ 14701 h 29402"/>
                <a:gd name="connsiteX1" fmla="*/ 18503 w 37006"/>
                <a:gd name="connsiteY1" fmla="*/ 29403 h 29402"/>
                <a:gd name="connsiteX2" fmla="*/ 0 w 37006"/>
                <a:gd name="connsiteY2" fmla="*/ 14701 h 29402"/>
                <a:gd name="connsiteX3" fmla="*/ 18503 w 37006"/>
                <a:gd name="connsiteY3" fmla="*/ 0 h 29402"/>
                <a:gd name="connsiteX4" fmla="*/ 37007 w 37006"/>
                <a:gd name="connsiteY4" fmla="*/ 14701 h 29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006" h="29402">
                  <a:moveTo>
                    <a:pt x="37007" y="14701"/>
                  </a:moveTo>
                  <a:cubicBezTo>
                    <a:pt x="37007" y="22813"/>
                    <a:pt x="28642" y="29403"/>
                    <a:pt x="18503" y="29403"/>
                  </a:cubicBezTo>
                  <a:cubicBezTo>
                    <a:pt x="8365" y="29403"/>
                    <a:pt x="0" y="22813"/>
                    <a:pt x="0" y="14701"/>
                  </a:cubicBezTo>
                  <a:cubicBezTo>
                    <a:pt x="0" y="6591"/>
                    <a:pt x="8238" y="0"/>
                    <a:pt x="18503" y="0"/>
                  </a:cubicBezTo>
                  <a:cubicBezTo>
                    <a:pt x="28769" y="0"/>
                    <a:pt x="37007" y="6591"/>
                    <a:pt x="37007" y="1470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97" name="Freeform: Shape 4596">
              <a:extLst>
                <a:ext uri="{FF2B5EF4-FFF2-40B4-BE49-F238E27FC236}">
                  <a16:creationId xmlns:a16="http://schemas.microsoft.com/office/drawing/2014/main" id="{5541575E-5659-D691-6CAC-E760CE36C1F7}"/>
                </a:ext>
              </a:extLst>
            </p:cNvPr>
            <p:cNvSpPr/>
            <p:nvPr/>
          </p:nvSpPr>
          <p:spPr>
            <a:xfrm>
              <a:off x="1210202" y="4558215"/>
              <a:ext cx="36500" cy="28895"/>
            </a:xfrm>
            <a:custGeom>
              <a:avLst/>
              <a:gdLst>
                <a:gd name="connsiteX0" fmla="*/ 36500 w 36500"/>
                <a:gd name="connsiteY0" fmla="*/ 14448 h 28895"/>
                <a:gd name="connsiteX1" fmla="*/ 18250 w 36500"/>
                <a:gd name="connsiteY1" fmla="*/ 28896 h 28895"/>
                <a:gd name="connsiteX2" fmla="*/ 0 w 36500"/>
                <a:gd name="connsiteY2" fmla="*/ 14448 h 28895"/>
                <a:gd name="connsiteX3" fmla="*/ 18250 w 36500"/>
                <a:gd name="connsiteY3" fmla="*/ 0 h 28895"/>
                <a:gd name="connsiteX4" fmla="*/ 36500 w 36500"/>
                <a:gd name="connsiteY4" fmla="*/ 14448 h 28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500" h="28895">
                  <a:moveTo>
                    <a:pt x="36500" y="14448"/>
                  </a:moveTo>
                  <a:cubicBezTo>
                    <a:pt x="36500" y="22432"/>
                    <a:pt x="28389" y="28896"/>
                    <a:pt x="18250" y="28896"/>
                  </a:cubicBezTo>
                  <a:cubicBezTo>
                    <a:pt x="8111" y="28896"/>
                    <a:pt x="0" y="22432"/>
                    <a:pt x="0" y="14448"/>
                  </a:cubicBezTo>
                  <a:cubicBezTo>
                    <a:pt x="0" y="6463"/>
                    <a:pt x="8111" y="0"/>
                    <a:pt x="18250" y="0"/>
                  </a:cubicBezTo>
                  <a:cubicBezTo>
                    <a:pt x="28389" y="0"/>
                    <a:pt x="36500" y="6463"/>
                    <a:pt x="36500" y="1444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98" name="Freeform: Shape 4597">
              <a:extLst>
                <a:ext uri="{FF2B5EF4-FFF2-40B4-BE49-F238E27FC236}">
                  <a16:creationId xmlns:a16="http://schemas.microsoft.com/office/drawing/2014/main" id="{25DC96CF-CB3C-974A-4F15-1D05B59237DB}"/>
                </a:ext>
              </a:extLst>
            </p:cNvPr>
            <p:cNvSpPr/>
            <p:nvPr/>
          </p:nvSpPr>
          <p:spPr>
            <a:xfrm>
              <a:off x="1175477" y="4457840"/>
              <a:ext cx="36499" cy="28895"/>
            </a:xfrm>
            <a:custGeom>
              <a:avLst/>
              <a:gdLst>
                <a:gd name="connsiteX0" fmla="*/ 36500 w 36499"/>
                <a:gd name="connsiteY0" fmla="*/ 14448 h 28895"/>
                <a:gd name="connsiteX1" fmla="*/ 18250 w 36499"/>
                <a:gd name="connsiteY1" fmla="*/ 28896 h 28895"/>
                <a:gd name="connsiteX2" fmla="*/ 0 w 36499"/>
                <a:gd name="connsiteY2" fmla="*/ 14448 h 28895"/>
                <a:gd name="connsiteX3" fmla="*/ 18250 w 36499"/>
                <a:gd name="connsiteY3" fmla="*/ 0 h 28895"/>
                <a:gd name="connsiteX4" fmla="*/ 36500 w 36499"/>
                <a:gd name="connsiteY4" fmla="*/ 14448 h 28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99" h="28895">
                  <a:moveTo>
                    <a:pt x="36500" y="14448"/>
                  </a:moveTo>
                  <a:cubicBezTo>
                    <a:pt x="36500" y="22433"/>
                    <a:pt x="28262" y="28896"/>
                    <a:pt x="18250" y="28896"/>
                  </a:cubicBezTo>
                  <a:cubicBezTo>
                    <a:pt x="8238" y="28896"/>
                    <a:pt x="0" y="22433"/>
                    <a:pt x="0" y="14448"/>
                  </a:cubicBezTo>
                  <a:cubicBezTo>
                    <a:pt x="0" y="6464"/>
                    <a:pt x="8111" y="0"/>
                    <a:pt x="18250" y="0"/>
                  </a:cubicBezTo>
                  <a:cubicBezTo>
                    <a:pt x="28389" y="0"/>
                    <a:pt x="36500" y="6464"/>
                    <a:pt x="36500" y="1444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99" name="Freeform: Shape 4598">
              <a:extLst>
                <a:ext uri="{FF2B5EF4-FFF2-40B4-BE49-F238E27FC236}">
                  <a16:creationId xmlns:a16="http://schemas.microsoft.com/office/drawing/2014/main" id="{1C133EEA-488B-12CE-1454-2618171755FA}"/>
                </a:ext>
              </a:extLst>
            </p:cNvPr>
            <p:cNvSpPr/>
            <p:nvPr/>
          </p:nvSpPr>
          <p:spPr>
            <a:xfrm>
              <a:off x="1144426" y="4357212"/>
              <a:ext cx="35739" cy="28389"/>
            </a:xfrm>
            <a:custGeom>
              <a:avLst/>
              <a:gdLst>
                <a:gd name="connsiteX0" fmla="*/ 35740 w 35739"/>
                <a:gd name="connsiteY0" fmla="*/ 14194 h 28389"/>
                <a:gd name="connsiteX1" fmla="*/ 17870 w 35739"/>
                <a:gd name="connsiteY1" fmla="*/ 28389 h 28389"/>
                <a:gd name="connsiteX2" fmla="*/ 0 w 35739"/>
                <a:gd name="connsiteY2" fmla="*/ 14194 h 28389"/>
                <a:gd name="connsiteX3" fmla="*/ 17870 w 35739"/>
                <a:gd name="connsiteY3" fmla="*/ 0 h 28389"/>
                <a:gd name="connsiteX4" fmla="*/ 35740 w 35739"/>
                <a:gd name="connsiteY4" fmla="*/ 14194 h 28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739" h="28389">
                  <a:moveTo>
                    <a:pt x="35740" y="14194"/>
                  </a:moveTo>
                  <a:cubicBezTo>
                    <a:pt x="35740" y="22052"/>
                    <a:pt x="27755" y="28389"/>
                    <a:pt x="17870" y="28389"/>
                  </a:cubicBezTo>
                  <a:cubicBezTo>
                    <a:pt x="7984" y="28389"/>
                    <a:pt x="0" y="22052"/>
                    <a:pt x="0" y="14194"/>
                  </a:cubicBezTo>
                  <a:cubicBezTo>
                    <a:pt x="0" y="6337"/>
                    <a:pt x="7984" y="0"/>
                    <a:pt x="17870" y="0"/>
                  </a:cubicBezTo>
                  <a:cubicBezTo>
                    <a:pt x="27755" y="0"/>
                    <a:pt x="35740" y="6337"/>
                    <a:pt x="35740" y="141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00" name="Freeform: Shape 4599">
              <a:extLst>
                <a:ext uri="{FF2B5EF4-FFF2-40B4-BE49-F238E27FC236}">
                  <a16:creationId xmlns:a16="http://schemas.microsoft.com/office/drawing/2014/main" id="{D5B09977-FA59-3DB4-B99B-0534194624AF}"/>
                </a:ext>
              </a:extLst>
            </p:cNvPr>
            <p:cNvSpPr/>
            <p:nvPr/>
          </p:nvSpPr>
          <p:spPr>
            <a:xfrm>
              <a:off x="1116544" y="4255950"/>
              <a:ext cx="34979" cy="27628"/>
            </a:xfrm>
            <a:custGeom>
              <a:avLst/>
              <a:gdLst>
                <a:gd name="connsiteX0" fmla="*/ 34979 w 34979"/>
                <a:gd name="connsiteY0" fmla="*/ 13814 h 27628"/>
                <a:gd name="connsiteX1" fmla="*/ 17490 w 34979"/>
                <a:gd name="connsiteY1" fmla="*/ 27628 h 27628"/>
                <a:gd name="connsiteX2" fmla="*/ 0 w 34979"/>
                <a:gd name="connsiteY2" fmla="*/ 13814 h 27628"/>
                <a:gd name="connsiteX3" fmla="*/ 17490 w 34979"/>
                <a:gd name="connsiteY3" fmla="*/ 0 h 27628"/>
                <a:gd name="connsiteX4" fmla="*/ 34979 w 34979"/>
                <a:gd name="connsiteY4" fmla="*/ 13814 h 27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979" h="27628">
                  <a:moveTo>
                    <a:pt x="34979" y="13814"/>
                  </a:moveTo>
                  <a:cubicBezTo>
                    <a:pt x="34979" y="21545"/>
                    <a:pt x="27121" y="27628"/>
                    <a:pt x="17490" y="27628"/>
                  </a:cubicBezTo>
                  <a:cubicBezTo>
                    <a:pt x="7858" y="27628"/>
                    <a:pt x="0" y="21418"/>
                    <a:pt x="0" y="13814"/>
                  </a:cubicBezTo>
                  <a:cubicBezTo>
                    <a:pt x="0" y="6210"/>
                    <a:pt x="7858" y="0"/>
                    <a:pt x="17490" y="0"/>
                  </a:cubicBezTo>
                  <a:cubicBezTo>
                    <a:pt x="27121" y="0"/>
                    <a:pt x="34979" y="6210"/>
                    <a:pt x="34979" y="1381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01" name="Freeform: Shape 4600">
              <a:extLst>
                <a:ext uri="{FF2B5EF4-FFF2-40B4-BE49-F238E27FC236}">
                  <a16:creationId xmlns:a16="http://schemas.microsoft.com/office/drawing/2014/main" id="{2234F000-26BB-7B33-428D-CD842A660DC5}"/>
                </a:ext>
              </a:extLst>
            </p:cNvPr>
            <p:cNvSpPr/>
            <p:nvPr/>
          </p:nvSpPr>
          <p:spPr>
            <a:xfrm>
              <a:off x="1091958" y="4154181"/>
              <a:ext cx="34218" cy="27121"/>
            </a:xfrm>
            <a:custGeom>
              <a:avLst/>
              <a:gdLst>
                <a:gd name="connsiteX0" fmla="*/ 34219 w 34218"/>
                <a:gd name="connsiteY0" fmla="*/ 13561 h 27121"/>
                <a:gd name="connsiteX1" fmla="*/ 17109 w 34218"/>
                <a:gd name="connsiteY1" fmla="*/ 27121 h 27121"/>
                <a:gd name="connsiteX2" fmla="*/ 0 w 34218"/>
                <a:gd name="connsiteY2" fmla="*/ 13561 h 27121"/>
                <a:gd name="connsiteX3" fmla="*/ 17109 w 34218"/>
                <a:gd name="connsiteY3" fmla="*/ 0 h 27121"/>
                <a:gd name="connsiteX4" fmla="*/ 34219 w 34218"/>
                <a:gd name="connsiteY4" fmla="*/ 13561 h 27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218" h="27121">
                  <a:moveTo>
                    <a:pt x="34219" y="13561"/>
                  </a:moveTo>
                  <a:cubicBezTo>
                    <a:pt x="34219" y="21038"/>
                    <a:pt x="26615" y="27121"/>
                    <a:pt x="17109" y="27121"/>
                  </a:cubicBezTo>
                  <a:cubicBezTo>
                    <a:pt x="7604" y="27121"/>
                    <a:pt x="0" y="21038"/>
                    <a:pt x="0" y="13561"/>
                  </a:cubicBezTo>
                  <a:cubicBezTo>
                    <a:pt x="0" y="6083"/>
                    <a:pt x="7604" y="0"/>
                    <a:pt x="17109" y="0"/>
                  </a:cubicBezTo>
                  <a:cubicBezTo>
                    <a:pt x="26615" y="0"/>
                    <a:pt x="34219" y="6083"/>
                    <a:pt x="34219" y="1356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02" name="Freeform: Shape 4601">
              <a:extLst>
                <a:ext uri="{FF2B5EF4-FFF2-40B4-BE49-F238E27FC236}">
                  <a16:creationId xmlns:a16="http://schemas.microsoft.com/office/drawing/2014/main" id="{D74CE7A9-FA54-FB88-A1E9-DC92F0348FB8}"/>
                </a:ext>
              </a:extLst>
            </p:cNvPr>
            <p:cNvSpPr/>
            <p:nvPr/>
          </p:nvSpPr>
          <p:spPr>
            <a:xfrm>
              <a:off x="1070286" y="4051652"/>
              <a:ext cx="34218" cy="27121"/>
            </a:xfrm>
            <a:custGeom>
              <a:avLst/>
              <a:gdLst>
                <a:gd name="connsiteX0" fmla="*/ 34219 w 34218"/>
                <a:gd name="connsiteY0" fmla="*/ 13561 h 27121"/>
                <a:gd name="connsiteX1" fmla="*/ 17109 w 34218"/>
                <a:gd name="connsiteY1" fmla="*/ 27121 h 27121"/>
                <a:gd name="connsiteX2" fmla="*/ 0 w 34218"/>
                <a:gd name="connsiteY2" fmla="*/ 13561 h 27121"/>
                <a:gd name="connsiteX3" fmla="*/ 17109 w 34218"/>
                <a:gd name="connsiteY3" fmla="*/ 0 h 27121"/>
                <a:gd name="connsiteX4" fmla="*/ 34219 w 34218"/>
                <a:gd name="connsiteY4" fmla="*/ 13561 h 27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218" h="27121">
                  <a:moveTo>
                    <a:pt x="34219" y="13561"/>
                  </a:moveTo>
                  <a:cubicBezTo>
                    <a:pt x="34219" y="21038"/>
                    <a:pt x="26615" y="27121"/>
                    <a:pt x="17109" y="27121"/>
                  </a:cubicBezTo>
                  <a:cubicBezTo>
                    <a:pt x="7604" y="27121"/>
                    <a:pt x="0" y="21038"/>
                    <a:pt x="0" y="13561"/>
                  </a:cubicBezTo>
                  <a:cubicBezTo>
                    <a:pt x="0" y="6083"/>
                    <a:pt x="7731" y="0"/>
                    <a:pt x="17109" y="0"/>
                  </a:cubicBezTo>
                  <a:cubicBezTo>
                    <a:pt x="26488" y="0"/>
                    <a:pt x="34219" y="6083"/>
                    <a:pt x="34219" y="1356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03" name="Freeform: Shape 4602">
              <a:extLst>
                <a:ext uri="{FF2B5EF4-FFF2-40B4-BE49-F238E27FC236}">
                  <a16:creationId xmlns:a16="http://schemas.microsoft.com/office/drawing/2014/main" id="{5C13297F-F7AC-CB0A-7BB7-2D26B5BDE6F7}"/>
                </a:ext>
              </a:extLst>
            </p:cNvPr>
            <p:cNvSpPr/>
            <p:nvPr/>
          </p:nvSpPr>
          <p:spPr>
            <a:xfrm>
              <a:off x="1052162" y="3948869"/>
              <a:ext cx="33585" cy="26614"/>
            </a:xfrm>
            <a:custGeom>
              <a:avLst/>
              <a:gdLst>
                <a:gd name="connsiteX0" fmla="*/ 33585 w 33585"/>
                <a:gd name="connsiteY0" fmla="*/ 13308 h 26614"/>
                <a:gd name="connsiteX1" fmla="*/ 16729 w 33585"/>
                <a:gd name="connsiteY1" fmla="*/ 26615 h 26614"/>
                <a:gd name="connsiteX2" fmla="*/ 0 w 33585"/>
                <a:gd name="connsiteY2" fmla="*/ 13308 h 26614"/>
                <a:gd name="connsiteX3" fmla="*/ 16729 w 33585"/>
                <a:gd name="connsiteY3" fmla="*/ 0 h 26614"/>
                <a:gd name="connsiteX4" fmla="*/ 33585 w 33585"/>
                <a:gd name="connsiteY4" fmla="*/ 13308 h 26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85" h="26614">
                  <a:moveTo>
                    <a:pt x="33585" y="13308"/>
                  </a:moveTo>
                  <a:cubicBezTo>
                    <a:pt x="33585" y="20658"/>
                    <a:pt x="26108" y="26615"/>
                    <a:pt x="16729" y="26615"/>
                  </a:cubicBezTo>
                  <a:cubicBezTo>
                    <a:pt x="7351" y="26615"/>
                    <a:pt x="0" y="20658"/>
                    <a:pt x="0" y="13308"/>
                  </a:cubicBezTo>
                  <a:cubicBezTo>
                    <a:pt x="0" y="5957"/>
                    <a:pt x="7477" y="0"/>
                    <a:pt x="16729" y="0"/>
                  </a:cubicBezTo>
                  <a:cubicBezTo>
                    <a:pt x="25981" y="0"/>
                    <a:pt x="33585" y="5957"/>
                    <a:pt x="33585" y="1330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04" name="Freeform: Shape 4603">
              <a:extLst>
                <a:ext uri="{FF2B5EF4-FFF2-40B4-BE49-F238E27FC236}">
                  <a16:creationId xmlns:a16="http://schemas.microsoft.com/office/drawing/2014/main" id="{159E80DA-4AD1-CB0D-770E-0F7580DDF923}"/>
                </a:ext>
              </a:extLst>
            </p:cNvPr>
            <p:cNvSpPr/>
            <p:nvPr/>
          </p:nvSpPr>
          <p:spPr>
            <a:xfrm>
              <a:off x="1037715" y="3845833"/>
              <a:ext cx="32697" cy="26107"/>
            </a:xfrm>
            <a:custGeom>
              <a:avLst/>
              <a:gdLst>
                <a:gd name="connsiteX0" fmla="*/ 32698 w 32697"/>
                <a:gd name="connsiteY0" fmla="*/ 13054 h 26107"/>
                <a:gd name="connsiteX1" fmla="*/ 16349 w 32697"/>
                <a:gd name="connsiteY1" fmla="*/ 26108 h 26107"/>
                <a:gd name="connsiteX2" fmla="*/ 0 w 32697"/>
                <a:gd name="connsiteY2" fmla="*/ 13054 h 26107"/>
                <a:gd name="connsiteX3" fmla="*/ 16349 w 32697"/>
                <a:gd name="connsiteY3" fmla="*/ 0 h 26107"/>
                <a:gd name="connsiteX4" fmla="*/ 32698 w 32697"/>
                <a:gd name="connsiteY4" fmla="*/ 13054 h 2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97" h="26107">
                  <a:moveTo>
                    <a:pt x="32698" y="13054"/>
                  </a:moveTo>
                  <a:cubicBezTo>
                    <a:pt x="32698" y="20277"/>
                    <a:pt x="25347" y="26108"/>
                    <a:pt x="16349" y="26108"/>
                  </a:cubicBezTo>
                  <a:cubicBezTo>
                    <a:pt x="7351" y="26108"/>
                    <a:pt x="0" y="20277"/>
                    <a:pt x="0" y="13054"/>
                  </a:cubicBezTo>
                  <a:cubicBezTo>
                    <a:pt x="0" y="5830"/>
                    <a:pt x="7351" y="0"/>
                    <a:pt x="16349" y="0"/>
                  </a:cubicBezTo>
                  <a:cubicBezTo>
                    <a:pt x="25347" y="0"/>
                    <a:pt x="32698" y="5830"/>
                    <a:pt x="32698" y="1305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05" name="Freeform: Shape 4604">
              <a:extLst>
                <a:ext uri="{FF2B5EF4-FFF2-40B4-BE49-F238E27FC236}">
                  <a16:creationId xmlns:a16="http://schemas.microsoft.com/office/drawing/2014/main" id="{D737337C-AB07-1873-AB98-90E58FE75A04}"/>
                </a:ext>
              </a:extLst>
            </p:cNvPr>
            <p:cNvSpPr/>
            <p:nvPr/>
          </p:nvSpPr>
          <p:spPr>
            <a:xfrm>
              <a:off x="1026308" y="3742669"/>
              <a:ext cx="31937" cy="25347"/>
            </a:xfrm>
            <a:custGeom>
              <a:avLst/>
              <a:gdLst>
                <a:gd name="connsiteX0" fmla="*/ 31937 w 31937"/>
                <a:gd name="connsiteY0" fmla="*/ 12674 h 25347"/>
                <a:gd name="connsiteX1" fmla="*/ 15969 w 31937"/>
                <a:gd name="connsiteY1" fmla="*/ 25347 h 25347"/>
                <a:gd name="connsiteX2" fmla="*/ 0 w 31937"/>
                <a:gd name="connsiteY2" fmla="*/ 12674 h 25347"/>
                <a:gd name="connsiteX3" fmla="*/ 15969 w 31937"/>
                <a:gd name="connsiteY3" fmla="*/ 0 h 25347"/>
                <a:gd name="connsiteX4" fmla="*/ 31937 w 31937"/>
                <a:gd name="connsiteY4" fmla="*/ 12674 h 25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937" h="25347">
                  <a:moveTo>
                    <a:pt x="31937" y="12674"/>
                  </a:moveTo>
                  <a:cubicBezTo>
                    <a:pt x="31937" y="19644"/>
                    <a:pt x="24713" y="25347"/>
                    <a:pt x="15969" y="25347"/>
                  </a:cubicBezTo>
                  <a:cubicBezTo>
                    <a:pt x="7224" y="25347"/>
                    <a:pt x="0" y="19644"/>
                    <a:pt x="0" y="12674"/>
                  </a:cubicBezTo>
                  <a:cubicBezTo>
                    <a:pt x="0" y="5703"/>
                    <a:pt x="7224" y="0"/>
                    <a:pt x="15969" y="0"/>
                  </a:cubicBezTo>
                  <a:cubicBezTo>
                    <a:pt x="24713" y="0"/>
                    <a:pt x="31937" y="5703"/>
                    <a:pt x="31937" y="1267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06" name="Freeform: Shape 4605">
              <a:extLst>
                <a:ext uri="{FF2B5EF4-FFF2-40B4-BE49-F238E27FC236}">
                  <a16:creationId xmlns:a16="http://schemas.microsoft.com/office/drawing/2014/main" id="{5C3C9E2E-69B3-1295-6D89-174C789E9A21}"/>
                </a:ext>
              </a:extLst>
            </p:cNvPr>
            <p:cNvSpPr/>
            <p:nvPr/>
          </p:nvSpPr>
          <p:spPr>
            <a:xfrm>
              <a:off x="1018197" y="3639126"/>
              <a:ext cx="31430" cy="24840"/>
            </a:xfrm>
            <a:custGeom>
              <a:avLst/>
              <a:gdLst>
                <a:gd name="connsiteX0" fmla="*/ 31431 w 31430"/>
                <a:gd name="connsiteY0" fmla="*/ 12420 h 24840"/>
                <a:gd name="connsiteX1" fmla="*/ 15715 w 31430"/>
                <a:gd name="connsiteY1" fmla="*/ 24841 h 24840"/>
                <a:gd name="connsiteX2" fmla="*/ 0 w 31430"/>
                <a:gd name="connsiteY2" fmla="*/ 12420 h 24840"/>
                <a:gd name="connsiteX3" fmla="*/ 15715 w 31430"/>
                <a:gd name="connsiteY3" fmla="*/ 0 h 24840"/>
                <a:gd name="connsiteX4" fmla="*/ 31431 w 31430"/>
                <a:gd name="connsiteY4" fmla="*/ 12420 h 2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30" h="24840">
                  <a:moveTo>
                    <a:pt x="31431" y="12420"/>
                  </a:moveTo>
                  <a:cubicBezTo>
                    <a:pt x="31431" y="19264"/>
                    <a:pt x="24460" y="24841"/>
                    <a:pt x="15715" y="24841"/>
                  </a:cubicBezTo>
                  <a:cubicBezTo>
                    <a:pt x="6971" y="24841"/>
                    <a:pt x="0" y="19264"/>
                    <a:pt x="0" y="12420"/>
                  </a:cubicBezTo>
                  <a:cubicBezTo>
                    <a:pt x="0" y="5576"/>
                    <a:pt x="7097" y="0"/>
                    <a:pt x="15715" y="0"/>
                  </a:cubicBezTo>
                  <a:cubicBezTo>
                    <a:pt x="24333" y="0"/>
                    <a:pt x="31431" y="5576"/>
                    <a:pt x="31431" y="1242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07" name="Freeform: Shape 4606">
              <a:extLst>
                <a:ext uri="{FF2B5EF4-FFF2-40B4-BE49-F238E27FC236}">
                  <a16:creationId xmlns:a16="http://schemas.microsoft.com/office/drawing/2014/main" id="{1A313A65-7EF2-29B3-B38A-5197FEDBDF21}"/>
                </a:ext>
              </a:extLst>
            </p:cNvPr>
            <p:cNvSpPr/>
            <p:nvPr/>
          </p:nvSpPr>
          <p:spPr>
            <a:xfrm>
              <a:off x="1013508" y="3535456"/>
              <a:ext cx="30670" cy="24333"/>
            </a:xfrm>
            <a:custGeom>
              <a:avLst/>
              <a:gdLst>
                <a:gd name="connsiteX0" fmla="*/ 30670 w 30670"/>
                <a:gd name="connsiteY0" fmla="*/ 12167 h 24333"/>
                <a:gd name="connsiteX1" fmla="*/ 15335 w 30670"/>
                <a:gd name="connsiteY1" fmla="*/ 24333 h 24333"/>
                <a:gd name="connsiteX2" fmla="*/ 0 w 30670"/>
                <a:gd name="connsiteY2" fmla="*/ 12167 h 24333"/>
                <a:gd name="connsiteX3" fmla="*/ 15335 w 30670"/>
                <a:gd name="connsiteY3" fmla="*/ 0 h 24333"/>
                <a:gd name="connsiteX4" fmla="*/ 30670 w 30670"/>
                <a:gd name="connsiteY4" fmla="*/ 12167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70" h="24333">
                  <a:moveTo>
                    <a:pt x="30670" y="12167"/>
                  </a:moveTo>
                  <a:cubicBezTo>
                    <a:pt x="30670" y="18884"/>
                    <a:pt x="23826" y="24333"/>
                    <a:pt x="15335" y="24333"/>
                  </a:cubicBezTo>
                  <a:cubicBezTo>
                    <a:pt x="6844" y="24333"/>
                    <a:pt x="0" y="18884"/>
                    <a:pt x="0" y="12167"/>
                  </a:cubicBezTo>
                  <a:cubicBezTo>
                    <a:pt x="0" y="5450"/>
                    <a:pt x="6844" y="0"/>
                    <a:pt x="15335" y="0"/>
                  </a:cubicBezTo>
                  <a:cubicBezTo>
                    <a:pt x="23826" y="0"/>
                    <a:pt x="30670" y="5450"/>
                    <a:pt x="30670" y="121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08" name="Freeform: Shape 4607">
              <a:extLst>
                <a:ext uri="{FF2B5EF4-FFF2-40B4-BE49-F238E27FC236}">
                  <a16:creationId xmlns:a16="http://schemas.microsoft.com/office/drawing/2014/main" id="{D5A9E179-FC76-E7CD-177F-3A56B0DC0D42}"/>
                </a:ext>
              </a:extLst>
            </p:cNvPr>
            <p:cNvSpPr/>
            <p:nvPr/>
          </p:nvSpPr>
          <p:spPr>
            <a:xfrm>
              <a:off x="1012241" y="3431786"/>
              <a:ext cx="29909" cy="23699"/>
            </a:xfrm>
            <a:custGeom>
              <a:avLst/>
              <a:gdLst>
                <a:gd name="connsiteX0" fmla="*/ 29910 w 29909"/>
                <a:gd name="connsiteY0" fmla="*/ 11786 h 23699"/>
                <a:gd name="connsiteX1" fmla="*/ 14955 w 29909"/>
                <a:gd name="connsiteY1" fmla="*/ 23700 h 23699"/>
                <a:gd name="connsiteX2" fmla="*/ 0 w 29909"/>
                <a:gd name="connsiteY2" fmla="*/ 11786 h 23699"/>
                <a:gd name="connsiteX3" fmla="*/ 14955 w 29909"/>
                <a:gd name="connsiteY3" fmla="*/ 0 h 23699"/>
                <a:gd name="connsiteX4" fmla="*/ 29910 w 29909"/>
                <a:gd name="connsiteY4" fmla="*/ 11786 h 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909" h="23699">
                  <a:moveTo>
                    <a:pt x="29910" y="11786"/>
                  </a:moveTo>
                  <a:cubicBezTo>
                    <a:pt x="29910" y="18377"/>
                    <a:pt x="23319" y="23700"/>
                    <a:pt x="14955" y="23700"/>
                  </a:cubicBezTo>
                  <a:cubicBezTo>
                    <a:pt x="6590" y="23700"/>
                    <a:pt x="0" y="18377"/>
                    <a:pt x="0" y="11786"/>
                  </a:cubicBezTo>
                  <a:cubicBezTo>
                    <a:pt x="0" y="5196"/>
                    <a:pt x="6717" y="0"/>
                    <a:pt x="14955" y="0"/>
                  </a:cubicBezTo>
                  <a:cubicBezTo>
                    <a:pt x="23193" y="0"/>
                    <a:pt x="29910" y="5323"/>
                    <a:pt x="29910" y="1178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09" name="Freeform: Shape 4608">
              <a:extLst>
                <a:ext uri="{FF2B5EF4-FFF2-40B4-BE49-F238E27FC236}">
                  <a16:creationId xmlns:a16="http://schemas.microsoft.com/office/drawing/2014/main" id="{C5DBCC47-0BE5-8D53-0FBC-FEBC3786EA85}"/>
                </a:ext>
              </a:extLst>
            </p:cNvPr>
            <p:cNvSpPr/>
            <p:nvPr/>
          </p:nvSpPr>
          <p:spPr>
            <a:xfrm>
              <a:off x="1014268" y="3327989"/>
              <a:ext cx="29275" cy="23192"/>
            </a:xfrm>
            <a:custGeom>
              <a:avLst/>
              <a:gdLst>
                <a:gd name="connsiteX0" fmla="*/ 29276 w 29275"/>
                <a:gd name="connsiteY0" fmla="*/ 11660 h 23192"/>
                <a:gd name="connsiteX1" fmla="*/ 14701 w 29275"/>
                <a:gd name="connsiteY1" fmla="*/ 23193 h 23192"/>
                <a:gd name="connsiteX2" fmla="*/ 0 w 29275"/>
                <a:gd name="connsiteY2" fmla="*/ 11660 h 23192"/>
                <a:gd name="connsiteX3" fmla="*/ 14701 w 29275"/>
                <a:gd name="connsiteY3" fmla="*/ 0 h 23192"/>
                <a:gd name="connsiteX4" fmla="*/ 29276 w 29275"/>
                <a:gd name="connsiteY4" fmla="*/ 11660 h 23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275" h="23192">
                  <a:moveTo>
                    <a:pt x="29276" y="11660"/>
                  </a:moveTo>
                  <a:cubicBezTo>
                    <a:pt x="29276" y="17997"/>
                    <a:pt x="22686" y="23193"/>
                    <a:pt x="14701" y="23193"/>
                  </a:cubicBezTo>
                  <a:cubicBezTo>
                    <a:pt x="6717" y="23193"/>
                    <a:pt x="0" y="17997"/>
                    <a:pt x="0" y="11660"/>
                  </a:cubicBezTo>
                  <a:cubicBezTo>
                    <a:pt x="0" y="5323"/>
                    <a:pt x="6590" y="0"/>
                    <a:pt x="14701" y="0"/>
                  </a:cubicBezTo>
                  <a:cubicBezTo>
                    <a:pt x="22813" y="0"/>
                    <a:pt x="29276" y="5196"/>
                    <a:pt x="29276" y="1166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10" name="Freeform: Shape 4609">
              <a:extLst>
                <a:ext uri="{FF2B5EF4-FFF2-40B4-BE49-F238E27FC236}">
                  <a16:creationId xmlns:a16="http://schemas.microsoft.com/office/drawing/2014/main" id="{72B92BE2-31EC-B715-2366-C63B1D323B71}"/>
                </a:ext>
              </a:extLst>
            </p:cNvPr>
            <p:cNvSpPr/>
            <p:nvPr/>
          </p:nvSpPr>
          <p:spPr>
            <a:xfrm>
              <a:off x="1019718" y="3224446"/>
              <a:ext cx="28388" cy="22559"/>
            </a:xfrm>
            <a:custGeom>
              <a:avLst/>
              <a:gdLst>
                <a:gd name="connsiteX0" fmla="*/ 28389 w 28388"/>
                <a:gd name="connsiteY0" fmla="*/ 11279 h 22559"/>
                <a:gd name="connsiteX1" fmla="*/ 14194 w 28388"/>
                <a:gd name="connsiteY1" fmla="*/ 22559 h 22559"/>
                <a:gd name="connsiteX2" fmla="*/ 0 w 28388"/>
                <a:gd name="connsiteY2" fmla="*/ 11279 h 22559"/>
                <a:gd name="connsiteX3" fmla="*/ 14194 w 28388"/>
                <a:gd name="connsiteY3" fmla="*/ 0 h 22559"/>
                <a:gd name="connsiteX4" fmla="*/ 28389 w 28388"/>
                <a:gd name="connsiteY4" fmla="*/ 11279 h 22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388" h="22559">
                  <a:moveTo>
                    <a:pt x="28389" y="11279"/>
                  </a:moveTo>
                  <a:cubicBezTo>
                    <a:pt x="28389" y="17490"/>
                    <a:pt x="22052" y="22559"/>
                    <a:pt x="14194" y="22559"/>
                  </a:cubicBezTo>
                  <a:cubicBezTo>
                    <a:pt x="6337" y="22559"/>
                    <a:pt x="0" y="17490"/>
                    <a:pt x="0" y="11279"/>
                  </a:cubicBezTo>
                  <a:cubicBezTo>
                    <a:pt x="0" y="5069"/>
                    <a:pt x="6337" y="0"/>
                    <a:pt x="14194" y="0"/>
                  </a:cubicBezTo>
                  <a:cubicBezTo>
                    <a:pt x="22052" y="0"/>
                    <a:pt x="28389" y="5069"/>
                    <a:pt x="28389" y="1127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11" name="Freeform: Shape 4610">
              <a:extLst>
                <a:ext uri="{FF2B5EF4-FFF2-40B4-BE49-F238E27FC236}">
                  <a16:creationId xmlns:a16="http://schemas.microsoft.com/office/drawing/2014/main" id="{31309A5D-4996-10B9-BFB5-6600E6C9CD0E}"/>
                </a:ext>
              </a:extLst>
            </p:cNvPr>
            <p:cNvSpPr/>
            <p:nvPr/>
          </p:nvSpPr>
          <p:spPr>
            <a:xfrm>
              <a:off x="1028463" y="3121030"/>
              <a:ext cx="27628" cy="21925"/>
            </a:xfrm>
            <a:custGeom>
              <a:avLst/>
              <a:gdLst>
                <a:gd name="connsiteX0" fmla="*/ 27628 w 27628"/>
                <a:gd name="connsiteY0" fmla="*/ 10899 h 21925"/>
                <a:gd name="connsiteX1" fmla="*/ 13814 w 27628"/>
                <a:gd name="connsiteY1" fmla="*/ 21925 h 21925"/>
                <a:gd name="connsiteX2" fmla="*/ 0 w 27628"/>
                <a:gd name="connsiteY2" fmla="*/ 10899 h 21925"/>
                <a:gd name="connsiteX3" fmla="*/ 13814 w 27628"/>
                <a:gd name="connsiteY3" fmla="*/ 0 h 21925"/>
                <a:gd name="connsiteX4" fmla="*/ 27628 w 27628"/>
                <a:gd name="connsiteY4" fmla="*/ 10899 h 2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28" h="21925">
                  <a:moveTo>
                    <a:pt x="27628" y="10899"/>
                  </a:moveTo>
                  <a:cubicBezTo>
                    <a:pt x="27628" y="16983"/>
                    <a:pt x="21418" y="21925"/>
                    <a:pt x="13814" y="21925"/>
                  </a:cubicBezTo>
                  <a:cubicBezTo>
                    <a:pt x="6210" y="21925"/>
                    <a:pt x="0" y="16983"/>
                    <a:pt x="0" y="10899"/>
                  </a:cubicBezTo>
                  <a:cubicBezTo>
                    <a:pt x="0" y="4816"/>
                    <a:pt x="6210" y="0"/>
                    <a:pt x="13814" y="0"/>
                  </a:cubicBezTo>
                  <a:cubicBezTo>
                    <a:pt x="21418" y="0"/>
                    <a:pt x="27628" y="4943"/>
                    <a:pt x="27628" y="1089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12" name="Freeform: Shape 4611">
              <a:extLst>
                <a:ext uri="{FF2B5EF4-FFF2-40B4-BE49-F238E27FC236}">
                  <a16:creationId xmlns:a16="http://schemas.microsoft.com/office/drawing/2014/main" id="{65026F12-B0AF-8BB0-8375-D94B7F462257}"/>
                </a:ext>
              </a:extLst>
            </p:cNvPr>
            <p:cNvSpPr/>
            <p:nvPr/>
          </p:nvSpPr>
          <p:spPr>
            <a:xfrm>
              <a:off x="1040756" y="3017993"/>
              <a:ext cx="26361" cy="20784"/>
            </a:xfrm>
            <a:custGeom>
              <a:avLst/>
              <a:gdLst>
                <a:gd name="connsiteX0" fmla="*/ 26361 w 26361"/>
                <a:gd name="connsiteY0" fmla="*/ 10392 h 20784"/>
                <a:gd name="connsiteX1" fmla="*/ 13181 w 26361"/>
                <a:gd name="connsiteY1" fmla="*/ 20785 h 20784"/>
                <a:gd name="connsiteX2" fmla="*/ 0 w 26361"/>
                <a:gd name="connsiteY2" fmla="*/ 10392 h 20784"/>
                <a:gd name="connsiteX3" fmla="*/ 13181 w 26361"/>
                <a:gd name="connsiteY3" fmla="*/ 0 h 20784"/>
                <a:gd name="connsiteX4" fmla="*/ 26361 w 26361"/>
                <a:gd name="connsiteY4" fmla="*/ 10392 h 20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61" h="20784">
                  <a:moveTo>
                    <a:pt x="26361" y="10392"/>
                  </a:moveTo>
                  <a:cubicBezTo>
                    <a:pt x="26361" y="16095"/>
                    <a:pt x="20404" y="20785"/>
                    <a:pt x="13181" y="20785"/>
                  </a:cubicBezTo>
                  <a:cubicBezTo>
                    <a:pt x="5957" y="20785"/>
                    <a:pt x="0" y="16095"/>
                    <a:pt x="0" y="10392"/>
                  </a:cubicBezTo>
                  <a:cubicBezTo>
                    <a:pt x="0" y="4689"/>
                    <a:pt x="5830" y="0"/>
                    <a:pt x="13181" y="0"/>
                  </a:cubicBezTo>
                  <a:cubicBezTo>
                    <a:pt x="20531" y="0"/>
                    <a:pt x="26361" y="4689"/>
                    <a:pt x="26361" y="1039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13" name="Freeform: Shape 4612">
              <a:extLst>
                <a:ext uri="{FF2B5EF4-FFF2-40B4-BE49-F238E27FC236}">
                  <a16:creationId xmlns:a16="http://schemas.microsoft.com/office/drawing/2014/main" id="{D6E71519-DD58-5499-A339-DFCB348CED28}"/>
                </a:ext>
              </a:extLst>
            </p:cNvPr>
            <p:cNvSpPr/>
            <p:nvPr/>
          </p:nvSpPr>
          <p:spPr>
            <a:xfrm>
              <a:off x="1056091" y="2914957"/>
              <a:ext cx="25600" cy="20277"/>
            </a:xfrm>
            <a:custGeom>
              <a:avLst/>
              <a:gdLst>
                <a:gd name="connsiteX0" fmla="*/ 25601 w 25600"/>
                <a:gd name="connsiteY0" fmla="*/ 10139 h 20277"/>
                <a:gd name="connsiteX1" fmla="*/ 12800 w 25600"/>
                <a:gd name="connsiteY1" fmla="*/ 20278 h 20277"/>
                <a:gd name="connsiteX2" fmla="*/ 0 w 25600"/>
                <a:gd name="connsiteY2" fmla="*/ 10139 h 20277"/>
                <a:gd name="connsiteX3" fmla="*/ 12800 w 25600"/>
                <a:gd name="connsiteY3" fmla="*/ 0 h 20277"/>
                <a:gd name="connsiteX4" fmla="*/ 25601 w 25600"/>
                <a:gd name="connsiteY4" fmla="*/ 10139 h 2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00" h="20277">
                  <a:moveTo>
                    <a:pt x="25601" y="10139"/>
                  </a:moveTo>
                  <a:cubicBezTo>
                    <a:pt x="25601" y="15715"/>
                    <a:pt x="19898" y="20278"/>
                    <a:pt x="12800" y="20278"/>
                  </a:cubicBezTo>
                  <a:cubicBezTo>
                    <a:pt x="5703" y="20278"/>
                    <a:pt x="0" y="15715"/>
                    <a:pt x="0" y="10139"/>
                  </a:cubicBezTo>
                  <a:cubicBezTo>
                    <a:pt x="0" y="4563"/>
                    <a:pt x="5703" y="0"/>
                    <a:pt x="12800" y="0"/>
                  </a:cubicBezTo>
                  <a:cubicBezTo>
                    <a:pt x="19898" y="0"/>
                    <a:pt x="25601" y="4563"/>
                    <a:pt x="25601" y="1013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14" name="Freeform: Shape 4613">
              <a:extLst>
                <a:ext uri="{FF2B5EF4-FFF2-40B4-BE49-F238E27FC236}">
                  <a16:creationId xmlns:a16="http://schemas.microsoft.com/office/drawing/2014/main" id="{5D45A07D-0F00-2FBE-E4C8-5DDC95549E2A}"/>
                </a:ext>
              </a:extLst>
            </p:cNvPr>
            <p:cNvSpPr/>
            <p:nvPr/>
          </p:nvSpPr>
          <p:spPr>
            <a:xfrm>
              <a:off x="1074975" y="2812174"/>
              <a:ext cx="24713" cy="19644"/>
            </a:xfrm>
            <a:custGeom>
              <a:avLst/>
              <a:gdLst>
                <a:gd name="connsiteX0" fmla="*/ 24713 w 24713"/>
                <a:gd name="connsiteY0" fmla="*/ 9885 h 19644"/>
                <a:gd name="connsiteX1" fmla="*/ 12293 w 24713"/>
                <a:gd name="connsiteY1" fmla="*/ 19644 h 19644"/>
                <a:gd name="connsiteX2" fmla="*/ 0 w 24713"/>
                <a:gd name="connsiteY2" fmla="*/ 9885 h 19644"/>
                <a:gd name="connsiteX3" fmla="*/ 12293 w 24713"/>
                <a:gd name="connsiteY3" fmla="*/ 0 h 19644"/>
                <a:gd name="connsiteX4" fmla="*/ 24713 w 24713"/>
                <a:gd name="connsiteY4" fmla="*/ 9885 h 19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713" h="19644">
                  <a:moveTo>
                    <a:pt x="24713" y="9885"/>
                  </a:moveTo>
                  <a:cubicBezTo>
                    <a:pt x="24713" y="15335"/>
                    <a:pt x="19137" y="19644"/>
                    <a:pt x="12293" y="19644"/>
                  </a:cubicBezTo>
                  <a:cubicBezTo>
                    <a:pt x="5450" y="19644"/>
                    <a:pt x="0" y="15208"/>
                    <a:pt x="0" y="9885"/>
                  </a:cubicBezTo>
                  <a:cubicBezTo>
                    <a:pt x="0" y="4563"/>
                    <a:pt x="5576" y="0"/>
                    <a:pt x="12293" y="0"/>
                  </a:cubicBezTo>
                  <a:cubicBezTo>
                    <a:pt x="19010" y="0"/>
                    <a:pt x="24713" y="4436"/>
                    <a:pt x="24713" y="988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15" name="Freeform: Shape 4614">
              <a:extLst>
                <a:ext uri="{FF2B5EF4-FFF2-40B4-BE49-F238E27FC236}">
                  <a16:creationId xmlns:a16="http://schemas.microsoft.com/office/drawing/2014/main" id="{0BCAAD4C-237E-F94F-F568-E5B8BC60D03F}"/>
                </a:ext>
              </a:extLst>
            </p:cNvPr>
            <p:cNvSpPr/>
            <p:nvPr/>
          </p:nvSpPr>
          <p:spPr>
            <a:xfrm>
              <a:off x="1097407" y="2710278"/>
              <a:ext cx="23319" cy="18503"/>
            </a:xfrm>
            <a:custGeom>
              <a:avLst/>
              <a:gdLst>
                <a:gd name="connsiteX0" fmla="*/ 23319 w 23319"/>
                <a:gd name="connsiteY0" fmla="*/ 9252 h 18503"/>
                <a:gd name="connsiteX1" fmla="*/ 11660 w 23319"/>
                <a:gd name="connsiteY1" fmla="*/ 18504 h 18503"/>
                <a:gd name="connsiteX2" fmla="*/ 0 w 23319"/>
                <a:gd name="connsiteY2" fmla="*/ 9252 h 18503"/>
                <a:gd name="connsiteX3" fmla="*/ 11660 w 23319"/>
                <a:gd name="connsiteY3" fmla="*/ 0 h 18503"/>
                <a:gd name="connsiteX4" fmla="*/ 23319 w 23319"/>
                <a:gd name="connsiteY4" fmla="*/ 9252 h 18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319" h="18503">
                  <a:moveTo>
                    <a:pt x="23319" y="9252"/>
                  </a:moveTo>
                  <a:cubicBezTo>
                    <a:pt x="23319" y="14321"/>
                    <a:pt x="18123" y="18504"/>
                    <a:pt x="11660" y="18504"/>
                  </a:cubicBezTo>
                  <a:cubicBezTo>
                    <a:pt x="5196" y="18504"/>
                    <a:pt x="0" y="14321"/>
                    <a:pt x="0" y="9252"/>
                  </a:cubicBezTo>
                  <a:cubicBezTo>
                    <a:pt x="0" y="4182"/>
                    <a:pt x="5196" y="0"/>
                    <a:pt x="11660" y="0"/>
                  </a:cubicBezTo>
                  <a:cubicBezTo>
                    <a:pt x="18123" y="0"/>
                    <a:pt x="23319" y="4182"/>
                    <a:pt x="23319" y="925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16" name="Freeform: Shape 4615">
              <a:extLst>
                <a:ext uri="{FF2B5EF4-FFF2-40B4-BE49-F238E27FC236}">
                  <a16:creationId xmlns:a16="http://schemas.microsoft.com/office/drawing/2014/main" id="{E61B44B6-CB14-860B-285F-2E20D1C800AC}"/>
                </a:ext>
              </a:extLst>
            </p:cNvPr>
            <p:cNvSpPr/>
            <p:nvPr/>
          </p:nvSpPr>
          <p:spPr>
            <a:xfrm>
              <a:off x="1122754" y="2608383"/>
              <a:ext cx="22559" cy="17869"/>
            </a:xfrm>
            <a:custGeom>
              <a:avLst/>
              <a:gdLst>
                <a:gd name="connsiteX0" fmla="*/ 22559 w 22559"/>
                <a:gd name="connsiteY0" fmla="*/ 8998 h 17869"/>
                <a:gd name="connsiteX1" fmla="*/ 11280 w 22559"/>
                <a:gd name="connsiteY1" fmla="*/ 17870 h 17869"/>
                <a:gd name="connsiteX2" fmla="*/ 0 w 22559"/>
                <a:gd name="connsiteY2" fmla="*/ 8998 h 17869"/>
                <a:gd name="connsiteX3" fmla="*/ 11280 w 22559"/>
                <a:gd name="connsiteY3" fmla="*/ 0 h 17869"/>
                <a:gd name="connsiteX4" fmla="*/ 22559 w 22559"/>
                <a:gd name="connsiteY4" fmla="*/ 8998 h 1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9" h="17869">
                  <a:moveTo>
                    <a:pt x="22559" y="8998"/>
                  </a:moveTo>
                  <a:cubicBezTo>
                    <a:pt x="22559" y="13941"/>
                    <a:pt x="17490" y="17870"/>
                    <a:pt x="11280" y="17870"/>
                  </a:cubicBezTo>
                  <a:cubicBezTo>
                    <a:pt x="5069" y="17870"/>
                    <a:pt x="0" y="13941"/>
                    <a:pt x="0" y="8998"/>
                  </a:cubicBezTo>
                  <a:cubicBezTo>
                    <a:pt x="0" y="4056"/>
                    <a:pt x="5069" y="0"/>
                    <a:pt x="11280" y="0"/>
                  </a:cubicBezTo>
                  <a:cubicBezTo>
                    <a:pt x="17490" y="0"/>
                    <a:pt x="22559" y="4056"/>
                    <a:pt x="22559" y="89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17" name="Freeform: Shape 4616">
              <a:extLst>
                <a:ext uri="{FF2B5EF4-FFF2-40B4-BE49-F238E27FC236}">
                  <a16:creationId xmlns:a16="http://schemas.microsoft.com/office/drawing/2014/main" id="{DB3B6916-18D5-B2CE-1D78-1CF613840205}"/>
                </a:ext>
              </a:extLst>
            </p:cNvPr>
            <p:cNvSpPr/>
            <p:nvPr/>
          </p:nvSpPr>
          <p:spPr>
            <a:xfrm>
              <a:off x="1151270" y="2507247"/>
              <a:ext cx="21798" cy="17236"/>
            </a:xfrm>
            <a:custGeom>
              <a:avLst/>
              <a:gdLst>
                <a:gd name="connsiteX0" fmla="*/ 21799 w 21798"/>
                <a:gd name="connsiteY0" fmla="*/ 8618 h 17236"/>
                <a:gd name="connsiteX1" fmla="*/ 10899 w 21798"/>
                <a:gd name="connsiteY1" fmla="*/ 17236 h 17236"/>
                <a:gd name="connsiteX2" fmla="*/ 0 w 21798"/>
                <a:gd name="connsiteY2" fmla="*/ 8618 h 17236"/>
                <a:gd name="connsiteX3" fmla="*/ 10899 w 21798"/>
                <a:gd name="connsiteY3" fmla="*/ 0 h 17236"/>
                <a:gd name="connsiteX4" fmla="*/ 21799 w 21798"/>
                <a:gd name="connsiteY4" fmla="*/ 8618 h 17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798" h="17236">
                  <a:moveTo>
                    <a:pt x="21799" y="8618"/>
                  </a:moveTo>
                  <a:cubicBezTo>
                    <a:pt x="21799" y="13434"/>
                    <a:pt x="16983" y="17236"/>
                    <a:pt x="10899" y="17236"/>
                  </a:cubicBezTo>
                  <a:cubicBezTo>
                    <a:pt x="4816" y="17236"/>
                    <a:pt x="0" y="13307"/>
                    <a:pt x="0" y="8618"/>
                  </a:cubicBezTo>
                  <a:cubicBezTo>
                    <a:pt x="0" y="3929"/>
                    <a:pt x="4816" y="0"/>
                    <a:pt x="10899" y="0"/>
                  </a:cubicBezTo>
                  <a:cubicBezTo>
                    <a:pt x="16983" y="0"/>
                    <a:pt x="21799" y="3802"/>
                    <a:pt x="21799" y="86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18" name="Freeform: Shape 4617">
              <a:extLst>
                <a:ext uri="{FF2B5EF4-FFF2-40B4-BE49-F238E27FC236}">
                  <a16:creationId xmlns:a16="http://schemas.microsoft.com/office/drawing/2014/main" id="{2443B1FD-EC6D-B332-99D6-0FFD0D6A13EC}"/>
                </a:ext>
              </a:extLst>
            </p:cNvPr>
            <p:cNvSpPr/>
            <p:nvPr/>
          </p:nvSpPr>
          <p:spPr>
            <a:xfrm>
              <a:off x="1183081" y="2406492"/>
              <a:ext cx="21291" cy="16855"/>
            </a:xfrm>
            <a:custGeom>
              <a:avLst/>
              <a:gdLst>
                <a:gd name="connsiteX0" fmla="*/ 21292 w 21291"/>
                <a:gd name="connsiteY0" fmla="*/ 8364 h 16855"/>
                <a:gd name="connsiteX1" fmla="*/ 10646 w 21291"/>
                <a:gd name="connsiteY1" fmla="*/ 16856 h 16855"/>
                <a:gd name="connsiteX2" fmla="*/ 0 w 21291"/>
                <a:gd name="connsiteY2" fmla="*/ 8364 h 16855"/>
                <a:gd name="connsiteX3" fmla="*/ 10646 w 21291"/>
                <a:gd name="connsiteY3" fmla="*/ 0 h 16855"/>
                <a:gd name="connsiteX4" fmla="*/ 21292 w 21291"/>
                <a:gd name="connsiteY4" fmla="*/ 8364 h 16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291" h="16855">
                  <a:moveTo>
                    <a:pt x="21292" y="8364"/>
                  </a:moveTo>
                  <a:cubicBezTo>
                    <a:pt x="21292" y="13054"/>
                    <a:pt x="16602" y="16856"/>
                    <a:pt x="10646" y="16856"/>
                  </a:cubicBezTo>
                  <a:cubicBezTo>
                    <a:pt x="4689" y="16856"/>
                    <a:pt x="0" y="13054"/>
                    <a:pt x="0" y="8364"/>
                  </a:cubicBezTo>
                  <a:cubicBezTo>
                    <a:pt x="0" y="3675"/>
                    <a:pt x="4816" y="0"/>
                    <a:pt x="10646" y="0"/>
                  </a:cubicBezTo>
                  <a:cubicBezTo>
                    <a:pt x="16476" y="0"/>
                    <a:pt x="21292" y="3675"/>
                    <a:pt x="21292" y="836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19" name="Freeform: Shape 4618">
              <a:extLst>
                <a:ext uri="{FF2B5EF4-FFF2-40B4-BE49-F238E27FC236}">
                  <a16:creationId xmlns:a16="http://schemas.microsoft.com/office/drawing/2014/main" id="{8FB7DA08-4F33-2A52-3029-C30462D7FA7C}"/>
                </a:ext>
              </a:extLst>
            </p:cNvPr>
            <p:cNvSpPr/>
            <p:nvPr/>
          </p:nvSpPr>
          <p:spPr>
            <a:xfrm>
              <a:off x="1218567" y="2306878"/>
              <a:ext cx="19770" cy="15588"/>
            </a:xfrm>
            <a:custGeom>
              <a:avLst/>
              <a:gdLst>
                <a:gd name="connsiteX0" fmla="*/ 19771 w 19770"/>
                <a:gd name="connsiteY0" fmla="*/ 7731 h 15588"/>
                <a:gd name="connsiteX1" fmla="*/ 9885 w 19770"/>
                <a:gd name="connsiteY1" fmla="*/ 15588 h 15588"/>
                <a:gd name="connsiteX2" fmla="*/ 0 w 19770"/>
                <a:gd name="connsiteY2" fmla="*/ 7731 h 15588"/>
                <a:gd name="connsiteX3" fmla="*/ 9885 w 19770"/>
                <a:gd name="connsiteY3" fmla="*/ 0 h 15588"/>
                <a:gd name="connsiteX4" fmla="*/ 19771 w 19770"/>
                <a:gd name="connsiteY4" fmla="*/ 7731 h 1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70" h="15588">
                  <a:moveTo>
                    <a:pt x="19771" y="7731"/>
                  </a:moveTo>
                  <a:cubicBezTo>
                    <a:pt x="19771" y="12040"/>
                    <a:pt x="15335" y="15588"/>
                    <a:pt x="9885" y="15588"/>
                  </a:cubicBezTo>
                  <a:cubicBezTo>
                    <a:pt x="4436" y="15588"/>
                    <a:pt x="0" y="12167"/>
                    <a:pt x="0" y="7731"/>
                  </a:cubicBezTo>
                  <a:cubicBezTo>
                    <a:pt x="0" y="3295"/>
                    <a:pt x="4436" y="0"/>
                    <a:pt x="9885" y="0"/>
                  </a:cubicBezTo>
                  <a:cubicBezTo>
                    <a:pt x="15335" y="0"/>
                    <a:pt x="19771" y="3422"/>
                    <a:pt x="19771" y="773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20" name="Freeform: Shape 4619">
              <a:extLst>
                <a:ext uri="{FF2B5EF4-FFF2-40B4-BE49-F238E27FC236}">
                  <a16:creationId xmlns:a16="http://schemas.microsoft.com/office/drawing/2014/main" id="{E753B89F-475F-1914-53EC-943E042EDB90}"/>
                </a:ext>
              </a:extLst>
            </p:cNvPr>
            <p:cNvSpPr/>
            <p:nvPr/>
          </p:nvSpPr>
          <p:spPr>
            <a:xfrm>
              <a:off x="1257095" y="2207644"/>
              <a:ext cx="18756" cy="14954"/>
            </a:xfrm>
            <a:custGeom>
              <a:avLst/>
              <a:gdLst>
                <a:gd name="connsiteX0" fmla="*/ 18757 w 18756"/>
                <a:gd name="connsiteY0" fmla="*/ 7477 h 14954"/>
                <a:gd name="connsiteX1" fmla="*/ 9378 w 18756"/>
                <a:gd name="connsiteY1" fmla="*/ 14955 h 14954"/>
                <a:gd name="connsiteX2" fmla="*/ 0 w 18756"/>
                <a:gd name="connsiteY2" fmla="*/ 7477 h 14954"/>
                <a:gd name="connsiteX3" fmla="*/ 9378 w 18756"/>
                <a:gd name="connsiteY3" fmla="*/ 0 h 14954"/>
                <a:gd name="connsiteX4" fmla="*/ 18757 w 18756"/>
                <a:gd name="connsiteY4" fmla="*/ 7477 h 14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56" h="14954">
                  <a:moveTo>
                    <a:pt x="18757" y="7477"/>
                  </a:moveTo>
                  <a:cubicBezTo>
                    <a:pt x="18757" y="11660"/>
                    <a:pt x="14575" y="14955"/>
                    <a:pt x="9378" y="14955"/>
                  </a:cubicBezTo>
                  <a:cubicBezTo>
                    <a:pt x="4182" y="14955"/>
                    <a:pt x="0" y="11660"/>
                    <a:pt x="0" y="7477"/>
                  </a:cubicBezTo>
                  <a:cubicBezTo>
                    <a:pt x="0" y="3295"/>
                    <a:pt x="4182" y="0"/>
                    <a:pt x="9378" y="0"/>
                  </a:cubicBezTo>
                  <a:cubicBezTo>
                    <a:pt x="14575" y="0"/>
                    <a:pt x="18757" y="3295"/>
                    <a:pt x="18757" y="747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21" name="Freeform: Shape 4620">
              <a:extLst>
                <a:ext uri="{FF2B5EF4-FFF2-40B4-BE49-F238E27FC236}">
                  <a16:creationId xmlns:a16="http://schemas.microsoft.com/office/drawing/2014/main" id="{AA999580-FA10-A740-9016-A3D583DD1F3D}"/>
                </a:ext>
              </a:extLst>
            </p:cNvPr>
            <p:cNvSpPr/>
            <p:nvPr/>
          </p:nvSpPr>
          <p:spPr>
            <a:xfrm>
              <a:off x="1298410" y="2109170"/>
              <a:ext cx="18250" cy="14447"/>
            </a:xfrm>
            <a:custGeom>
              <a:avLst/>
              <a:gdLst>
                <a:gd name="connsiteX0" fmla="*/ 18250 w 18250"/>
                <a:gd name="connsiteY0" fmla="*/ 7224 h 14447"/>
                <a:gd name="connsiteX1" fmla="*/ 9125 w 18250"/>
                <a:gd name="connsiteY1" fmla="*/ 14448 h 14447"/>
                <a:gd name="connsiteX2" fmla="*/ 0 w 18250"/>
                <a:gd name="connsiteY2" fmla="*/ 7224 h 14447"/>
                <a:gd name="connsiteX3" fmla="*/ 9125 w 18250"/>
                <a:gd name="connsiteY3" fmla="*/ 0 h 14447"/>
                <a:gd name="connsiteX4" fmla="*/ 18250 w 18250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7">
                  <a:moveTo>
                    <a:pt x="18250" y="7224"/>
                  </a:moveTo>
                  <a:cubicBezTo>
                    <a:pt x="18250" y="11153"/>
                    <a:pt x="14194" y="14448"/>
                    <a:pt x="9125" y="14448"/>
                  </a:cubicBezTo>
                  <a:cubicBezTo>
                    <a:pt x="4056" y="14448"/>
                    <a:pt x="0" y="11153"/>
                    <a:pt x="0" y="7224"/>
                  </a:cubicBezTo>
                  <a:cubicBezTo>
                    <a:pt x="0" y="3295"/>
                    <a:pt x="4056" y="0"/>
                    <a:pt x="9125" y="0"/>
                  </a:cubicBezTo>
                  <a:cubicBezTo>
                    <a:pt x="14194" y="0"/>
                    <a:pt x="18250" y="3295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22" name="Freeform: Shape 4621">
              <a:extLst>
                <a:ext uri="{FF2B5EF4-FFF2-40B4-BE49-F238E27FC236}">
                  <a16:creationId xmlns:a16="http://schemas.microsoft.com/office/drawing/2014/main" id="{7262C798-0C47-E4DB-5E0E-F13D4FCE929E}"/>
                </a:ext>
              </a:extLst>
            </p:cNvPr>
            <p:cNvSpPr/>
            <p:nvPr/>
          </p:nvSpPr>
          <p:spPr>
            <a:xfrm>
              <a:off x="1343529" y="2011963"/>
              <a:ext cx="16729" cy="13180"/>
            </a:xfrm>
            <a:custGeom>
              <a:avLst/>
              <a:gdLst>
                <a:gd name="connsiteX0" fmla="*/ 16729 w 16729"/>
                <a:gd name="connsiteY0" fmla="*/ 6590 h 13180"/>
                <a:gd name="connsiteX1" fmla="*/ 8365 w 16729"/>
                <a:gd name="connsiteY1" fmla="*/ 13180 h 13180"/>
                <a:gd name="connsiteX2" fmla="*/ 0 w 16729"/>
                <a:gd name="connsiteY2" fmla="*/ 6590 h 13180"/>
                <a:gd name="connsiteX3" fmla="*/ 8365 w 16729"/>
                <a:gd name="connsiteY3" fmla="*/ 0 h 13180"/>
                <a:gd name="connsiteX4" fmla="*/ 16729 w 16729"/>
                <a:gd name="connsiteY4" fmla="*/ 6590 h 13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9" h="13180">
                  <a:moveTo>
                    <a:pt x="16729" y="6590"/>
                  </a:moveTo>
                  <a:cubicBezTo>
                    <a:pt x="16729" y="10266"/>
                    <a:pt x="12927" y="13180"/>
                    <a:pt x="8365" y="13180"/>
                  </a:cubicBezTo>
                  <a:cubicBezTo>
                    <a:pt x="3802" y="13180"/>
                    <a:pt x="0" y="10266"/>
                    <a:pt x="0" y="6590"/>
                  </a:cubicBezTo>
                  <a:cubicBezTo>
                    <a:pt x="0" y="2915"/>
                    <a:pt x="3802" y="0"/>
                    <a:pt x="8365" y="0"/>
                  </a:cubicBezTo>
                  <a:cubicBezTo>
                    <a:pt x="12927" y="0"/>
                    <a:pt x="16729" y="2915"/>
                    <a:pt x="16729" y="659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23" name="Freeform: Shape 4622">
              <a:extLst>
                <a:ext uri="{FF2B5EF4-FFF2-40B4-BE49-F238E27FC236}">
                  <a16:creationId xmlns:a16="http://schemas.microsoft.com/office/drawing/2014/main" id="{136CBFB5-5549-4091-EF02-6D3F42527099}"/>
                </a:ext>
              </a:extLst>
            </p:cNvPr>
            <p:cNvSpPr/>
            <p:nvPr/>
          </p:nvSpPr>
          <p:spPr>
            <a:xfrm>
              <a:off x="1391308" y="1915264"/>
              <a:ext cx="15968" cy="12673"/>
            </a:xfrm>
            <a:custGeom>
              <a:avLst/>
              <a:gdLst>
                <a:gd name="connsiteX0" fmla="*/ 15969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9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9" y="6337"/>
                  </a:moveTo>
                  <a:cubicBezTo>
                    <a:pt x="15969" y="9885"/>
                    <a:pt x="12420" y="12674"/>
                    <a:pt x="7984" y="12674"/>
                  </a:cubicBezTo>
                  <a:cubicBezTo>
                    <a:pt x="3549" y="12674"/>
                    <a:pt x="0" y="9885"/>
                    <a:pt x="0" y="6337"/>
                  </a:cubicBezTo>
                  <a:cubicBezTo>
                    <a:pt x="0" y="2788"/>
                    <a:pt x="3549" y="0"/>
                    <a:pt x="7984" y="0"/>
                  </a:cubicBezTo>
                  <a:cubicBezTo>
                    <a:pt x="12420" y="0"/>
                    <a:pt x="15969" y="2788"/>
                    <a:pt x="15969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24" name="Freeform: Shape 4623">
              <a:extLst>
                <a:ext uri="{FF2B5EF4-FFF2-40B4-BE49-F238E27FC236}">
                  <a16:creationId xmlns:a16="http://schemas.microsoft.com/office/drawing/2014/main" id="{96623C25-F660-C7F6-A6B9-C0EAAB90B9CB}"/>
                </a:ext>
              </a:extLst>
            </p:cNvPr>
            <p:cNvSpPr/>
            <p:nvPr/>
          </p:nvSpPr>
          <p:spPr>
            <a:xfrm>
              <a:off x="1442256" y="1819451"/>
              <a:ext cx="15335" cy="12166"/>
            </a:xfrm>
            <a:custGeom>
              <a:avLst/>
              <a:gdLst>
                <a:gd name="connsiteX0" fmla="*/ 15335 w 15335"/>
                <a:gd name="connsiteY0" fmla="*/ 6083 h 12166"/>
                <a:gd name="connsiteX1" fmla="*/ 7604 w 15335"/>
                <a:gd name="connsiteY1" fmla="*/ 12167 h 12166"/>
                <a:gd name="connsiteX2" fmla="*/ 0 w 15335"/>
                <a:gd name="connsiteY2" fmla="*/ 6083 h 12166"/>
                <a:gd name="connsiteX3" fmla="*/ 7604 w 15335"/>
                <a:gd name="connsiteY3" fmla="*/ 0 h 12166"/>
                <a:gd name="connsiteX4" fmla="*/ 15335 w 15335"/>
                <a:gd name="connsiteY4" fmla="*/ 6083 h 1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35" h="12166">
                  <a:moveTo>
                    <a:pt x="15335" y="6083"/>
                  </a:moveTo>
                  <a:cubicBezTo>
                    <a:pt x="15335" y="9505"/>
                    <a:pt x="11913" y="12167"/>
                    <a:pt x="7604" y="12167"/>
                  </a:cubicBezTo>
                  <a:cubicBezTo>
                    <a:pt x="3295" y="12167"/>
                    <a:pt x="0" y="9505"/>
                    <a:pt x="0" y="6083"/>
                  </a:cubicBezTo>
                  <a:cubicBezTo>
                    <a:pt x="0" y="2662"/>
                    <a:pt x="3422" y="0"/>
                    <a:pt x="7604" y="0"/>
                  </a:cubicBezTo>
                  <a:cubicBezTo>
                    <a:pt x="11786" y="0"/>
                    <a:pt x="15335" y="2662"/>
                    <a:pt x="15335" y="60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25" name="Freeform: Shape 4624">
              <a:extLst>
                <a:ext uri="{FF2B5EF4-FFF2-40B4-BE49-F238E27FC236}">
                  <a16:creationId xmlns:a16="http://schemas.microsoft.com/office/drawing/2014/main" id="{8FBF6832-FAAA-ACBE-214F-B158248E4325}"/>
                </a:ext>
              </a:extLst>
            </p:cNvPr>
            <p:cNvSpPr/>
            <p:nvPr/>
          </p:nvSpPr>
          <p:spPr>
            <a:xfrm>
              <a:off x="1496752" y="1725287"/>
              <a:ext cx="13687" cy="10899"/>
            </a:xfrm>
            <a:custGeom>
              <a:avLst/>
              <a:gdLst>
                <a:gd name="connsiteX0" fmla="*/ 13688 w 13687"/>
                <a:gd name="connsiteY0" fmla="*/ 5450 h 10899"/>
                <a:gd name="connsiteX1" fmla="*/ 6844 w 13687"/>
                <a:gd name="connsiteY1" fmla="*/ 10899 h 10899"/>
                <a:gd name="connsiteX2" fmla="*/ 0 w 13687"/>
                <a:gd name="connsiteY2" fmla="*/ 5450 h 10899"/>
                <a:gd name="connsiteX3" fmla="*/ 6844 w 13687"/>
                <a:gd name="connsiteY3" fmla="*/ 0 h 10899"/>
                <a:gd name="connsiteX4" fmla="*/ 13688 w 13687"/>
                <a:gd name="connsiteY4" fmla="*/ 5450 h 10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87" h="10899">
                  <a:moveTo>
                    <a:pt x="13688" y="5450"/>
                  </a:moveTo>
                  <a:cubicBezTo>
                    <a:pt x="13688" y="8491"/>
                    <a:pt x="10646" y="10899"/>
                    <a:pt x="6844" y="10899"/>
                  </a:cubicBezTo>
                  <a:cubicBezTo>
                    <a:pt x="3042" y="10899"/>
                    <a:pt x="0" y="8491"/>
                    <a:pt x="0" y="5450"/>
                  </a:cubicBezTo>
                  <a:cubicBezTo>
                    <a:pt x="0" y="2408"/>
                    <a:pt x="3042" y="0"/>
                    <a:pt x="6844" y="0"/>
                  </a:cubicBezTo>
                  <a:cubicBezTo>
                    <a:pt x="10646" y="0"/>
                    <a:pt x="13688" y="2408"/>
                    <a:pt x="13688" y="545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26" name="Freeform: Shape 4625">
              <a:extLst>
                <a:ext uri="{FF2B5EF4-FFF2-40B4-BE49-F238E27FC236}">
                  <a16:creationId xmlns:a16="http://schemas.microsoft.com/office/drawing/2014/main" id="{622F2B60-6DC6-9898-F03F-768663671967}"/>
                </a:ext>
              </a:extLst>
            </p:cNvPr>
            <p:cNvSpPr/>
            <p:nvPr/>
          </p:nvSpPr>
          <p:spPr>
            <a:xfrm>
              <a:off x="1553530" y="1631755"/>
              <a:ext cx="13180" cy="10392"/>
            </a:xfrm>
            <a:custGeom>
              <a:avLst/>
              <a:gdLst>
                <a:gd name="connsiteX0" fmla="*/ 13181 w 13180"/>
                <a:gd name="connsiteY0" fmla="*/ 5196 h 10392"/>
                <a:gd name="connsiteX1" fmla="*/ 6717 w 13180"/>
                <a:gd name="connsiteY1" fmla="*/ 10392 h 10392"/>
                <a:gd name="connsiteX2" fmla="*/ 0 w 13180"/>
                <a:gd name="connsiteY2" fmla="*/ 5196 h 10392"/>
                <a:gd name="connsiteX3" fmla="*/ 6717 w 13180"/>
                <a:gd name="connsiteY3" fmla="*/ 0 h 10392"/>
                <a:gd name="connsiteX4" fmla="*/ 13181 w 13180"/>
                <a:gd name="connsiteY4" fmla="*/ 5196 h 1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80" h="10392">
                  <a:moveTo>
                    <a:pt x="13181" y="5196"/>
                  </a:moveTo>
                  <a:lnTo>
                    <a:pt x="6717" y="10392"/>
                  </a:lnTo>
                  <a:lnTo>
                    <a:pt x="0" y="5196"/>
                  </a:lnTo>
                  <a:lnTo>
                    <a:pt x="6717" y="0"/>
                  </a:lnTo>
                  <a:lnTo>
                    <a:pt x="13181" y="519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27" name="Freeform: Shape 4626">
              <a:extLst>
                <a:ext uri="{FF2B5EF4-FFF2-40B4-BE49-F238E27FC236}">
                  <a16:creationId xmlns:a16="http://schemas.microsoft.com/office/drawing/2014/main" id="{75B32F05-21B3-EA15-8AC5-A75AA2296705}"/>
                </a:ext>
              </a:extLst>
            </p:cNvPr>
            <p:cNvSpPr/>
            <p:nvPr/>
          </p:nvSpPr>
          <p:spPr>
            <a:xfrm>
              <a:off x="1613730" y="1539365"/>
              <a:ext cx="12293" cy="9885"/>
            </a:xfrm>
            <a:custGeom>
              <a:avLst/>
              <a:gdLst>
                <a:gd name="connsiteX0" fmla="*/ 12293 w 12293"/>
                <a:gd name="connsiteY0" fmla="*/ 4943 h 9885"/>
                <a:gd name="connsiteX1" fmla="*/ 6083 w 12293"/>
                <a:gd name="connsiteY1" fmla="*/ 9885 h 9885"/>
                <a:gd name="connsiteX2" fmla="*/ 0 w 12293"/>
                <a:gd name="connsiteY2" fmla="*/ 4943 h 9885"/>
                <a:gd name="connsiteX3" fmla="*/ 6083 w 12293"/>
                <a:gd name="connsiteY3" fmla="*/ 0 h 9885"/>
                <a:gd name="connsiteX4" fmla="*/ 12293 w 12293"/>
                <a:gd name="connsiteY4" fmla="*/ 4943 h 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93" h="9885">
                  <a:moveTo>
                    <a:pt x="12293" y="4943"/>
                  </a:moveTo>
                  <a:lnTo>
                    <a:pt x="6083" y="9885"/>
                  </a:lnTo>
                  <a:lnTo>
                    <a:pt x="0" y="4943"/>
                  </a:lnTo>
                  <a:lnTo>
                    <a:pt x="6083" y="0"/>
                  </a:lnTo>
                  <a:lnTo>
                    <a:pt x="12293" y="494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28" name="Freeform: Shape 4627">
              <a:extLst>
                <a:ext uri="{FF2B5EF4-FFF2-40B4-BE49-F238E27FC236}">
                  <a16:creationId xmlns:a16="http://schemas.microsoft.com/office/drawing/2014/main" id="{53882CA4-5E7A-E236-3063-0B06D817F15E}"/>
                </a:ext>
              </a:extLst>
            </p:cNvPr>
            <p:cNvSpPr/>
            <p:nvPr/>
          </p:nvSpPr>
          <p:spPr>
            <a:xfrm>
              <a:off x="1676717" y="1448369"/>
              <a:ext cx="11533" cy="9251"/>
            </a:xfrm>
            <a:custGeom>
              <a:avLst/>
              <a:gdLst>
                <a:gd name="connsiteX0" fmla="*/ 11533 w 11533"/>
                <a:gd name="connsiteY0" fmla="*/ 4563 h 9251"/>
                <a:gd name="connsiteX1" fmla="*/ 5703 w 11533"/>
                <a:gd name="connsiteY1" fmla="*/ 9252 h 9251"/>
                <a:gd name="connsiteX2" fmla="*/ 0 w 11533"/>
                <a:gd name="connsiteY2" fmla="*/ 4563 h 9251"/>
                <a:gd name="connsiteX3" fmla="*/ 5703 w 11533"/>
                <a:gd name="connsiteY3" fmla="*/ 0 h 9251"/>
                <a:gd name="connsiteX4" fmla="*/ 11533 w 11533"/>
                <a:gd name="connsiteY4" fmla="*/ 4563 h 9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33" h="9251">
                  <a:moveTo>
                    <a:pt x="11533" y="4563"/>
                  </a:moveTo>
                  <a:lnTo>
                    <a:pt x="5703" y="9252"/>
                  </a:lnTo>
                  <a:lnTo>
                    <a:pt x="0" y="4563"/>
                  </a:lnTo>
                  <a:lnTo>
                    <a:pt x="5703" y="0"/>
                  </a:lnTo>
                  <a:lnTo>
                    <a:pt x="11533" y="456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29" name="Freeform: Shape 4628">
              <a:extLst>
                <a:ext uri="{FF2B5EF4-FFF2-40B4-BE49-F238E27FC236}">
                  <a16:creationId xmlns:a16="http://schemas.microsoft.com/office/drawing/2014/main" id="{D1FCEB42-5265-1FF1-7269-9AEEC3D3515A}"/>
                </a:ext>
              </a:extLst>
            </p:cNvPr>
            <p:cNvSpPr/>
            <p:nvPr/>
          </p:nvSpPr>
          <p:spPr>
            <a:xfrm>
              <a:off x="1742874" y="1358893"/>
              <a:ext cx="10265" cy="8111"/>
            </a:xfrm>
            <a:custGeom>
              <a:avLst/>
              <a:gdLst>
                <a:gd name="connsiteX0" fmla="*/ 10266 w 10265"/>
                <a:gd name="connsiteY0" fmla="*/ 4056 h 8111"/>
                <a:gd name="connsiteX1" fmla="*/ 5196 w 10265"/>
                <a:gd name="connsiteY1" fmla="*/ 8111 h 8111"/>
                <a:gd name="connsiteX2" fmla="*/ 0 w 10265"/>
                <a:gd name="connsiteY2" fmla="*/ 4056 h 8111"/>
                <a:gd name="connsiteX3" fmla="*/ 5196 w 10265"/>
                <a:gd name="connsiteY3" fmla="*/ 0 h 8111"/>
                <a:gd name="connsiteX4" fmla="*/ 10266 w 10265"/>
                <a:gd name="connsiteY4" fmla="*/ 4056 h 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5" h="8111">
                  <a:moveTo>
                    <a:pt x="10266" y="4056"/>
                  </a:moveTo>
                  <a:lnTo>
                    <a:pt x="5196" y="8111"/>
                  </a:lnTo>
                  <a:lnTo>
                    <a:pt x="0" y="4056"/>
                  </a:lnTo>
                  <a:lnTo>
                    <a:pt x="5196" y="0"/>
                  </a:lnTo>
                  <a:lnTo>
                    <a:pt x="10266" y="405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30" name="Freeform: Shape 4629">
              <a:extLst>
                <a:ext uri="{FF2B5EF4-FFF2-40B4-BE49-F238E27FC236}">
                  <a16:creationId xmlns:a16="http://schemas.microsoft.com/office/drawing/2014/main" id="{ED6DD36E-80E6-88CA-617A-8F115A3E20ED}"/>
                </a:ext>
              </a:extLst>
            </p:cNvPr>
            <p:cNvSpPr/>
            <p:nvPr/>
          </p:nvSpPr>
          <p:spPr>
            <a:xfrm>
              <a:off x="1811691" y="1270431"/>
              <a:ext cx="9505" cy="7477"/>
            </a:xfrm>
            <a:custGeom>
              <a:avLst/>
              <a:gdLst>
                <a:gd name="connsiteX0" fmla="*/ 9505 w 9505"/>
                <a:gd name="connsiteY0" fmla="*/ 3802 h 7477"/>
                <a:gd name="connsiteX1" fmla="*/ 4816 w 9505"/>
                <a:gd name="connsiteY1" fmla="*/ 7477 h 7477"/>
                <a:gd name="connsiteX2" fmla="*/ 0 w 9505"/>
                <a:gd name="connsiteY2" fmla="*/ 3802 h 7477"/>
                <a:gd name="connsiteX3" fmla="*/ 4816 w 9505"/>
                <a:gd name="connsiteY3" fmla="*/ 0 h 7477"/>
                <a:gd name="connsiteX4" fmla="*/ 9505 w 9505"/>
                <a:gd name="connsiteY4" fmla="*/ 3802 h 7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05" h="7477">
                  <a:moveTo>
                    <a:pt x="9505" y="3802"/>
                  </a:moveTo>
                  <a:lnTo>
                    <a:pt x="4816" y="7477"/>
                  </a:lnTo>
                  <a:lnTo>
                    <a:pt x="0" y="3802"/>
                  </a:lnTo>
                  <a:lnTo>
                    <a:pt x="4816" y="0"/>
                  </a:lnTo>
                  <a:lnTo>
                    <a:pt x="9505" y="380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31" name="Freeform: Shape 4630">
              <a:extLst>
                <a:ext uri="{FF2B5EF4-FFF2-40B4-BE49-F238E27FC236}">
                  <a16:creationId xmlns:a16="http://schemas.microsoft.com/office/drawing/2014/main" id="{7F017806-A108-422B-F7AB-B74955E09E6F}"/>
                </a:ext>
              </a:extLst>
            </p:cNvPr>
            <p:cNvSpPr/>
            <p:nvPr/>
          </p:nvSpPr>
          <p:spPr>
            <a:xfrm>
              <a:off x="1883677" y="1183744"/>
              <a:ext cx="8111" cy="6336"/>
            </a:xfrm>
            <a:custGeom>
              <a:avLst/>
              <a:gdLst>
                <a:gd name="connsiteX0" fmla="*/ 8111 w 8111"/>
                <a:gd name="connsiteY0" fmla="*/ 3168 h 6336"/>
                <a:gd name="connsiteX1" fmla="*/ 4055 w 8111"/>
                <a:gd name="connsiteY1" fmla="*/ 6337 h 6336"/>
                <a:gd name="connsiteX2" fmla="*/ 0 w 8111"/>
                <a:gd name="connsiteY2" fmla="*/ 3168 h 6336"/>
                <a:gd name="connsiteX3" fmla="*/ 4055 w 8111"/>
                <a:gd name="connsiteY3" fmla="*/ 0 h 6336"/>
                <a:gd name="connsiteX4" fmla="*/ 8111 w 8111"/>
                <a:gd name="connsiteY4" fmla="*/ 3168 h 6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11" h="6336">
                  <a:moveTo>
                    <a:pt x="8111" y="3168"/>
                  </a:moveTo>
                  <a:lnTo>
                    <a:pt x="4055" y="6337"/>
                  </a:lnTo>
                  <a:lnTo>
                    <a:pt x="0" y="3168"/>
                  </a:lnTo>
                  <a:lnTo>
                    <a:pt x="4055" y="0"/>
                  </a:lnTo>
                  <a:lnTo>
                    <a:pt x="8111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32" name="Freeform: Shape 4631">
              <a:extLst>
                <a:ext uri="{FF2B5EF4-FFF2-40B4-BE49-F238E27FC236}">
                  <a16:creationId xmlns:a16="http://schemas.microsoft.com/office/drawing/2014/main" id="{0ABA96D7-AF84-2287-4C51-65B4524ABB77}"/>
                </a:ext>
              </a:extLst>
            </p:cNvPr>
            <p:cNvSpPr/>
            <p:nvPr/>
          </p:nvSpPr>
          <p:spPr>
            <a:xfrm>
              <a:off x="1958198" y="1098197"/>
              <a:ext cx="7224" cy="5703"/>
            </a:xfrm>
            <a:custGeom>
              <a:avLst/>
              <a:gdLst>
                <a:gd name="connsiteX0" fmla="*/ 7224 w 7224"/>
                <a:gd name="connsiteY0" fmla="*/ 2915 h 5703"/>
                <a:gd name="connsiteX1" fmla="*/ 3549 w 7224"/>
                <a:gd name="connsiteY1" fmla="*/ 5703 h 5703"/>
                <a:gd name="connsiteX2" fmla="*/ 0 w 7224"/>
                <a:gd name="connsiteY2" fmla="*/ 2915 h 5703"/>
                <a:gd name="connsiteX3" fmla="*/ 3549 w 7224"/>
                <a:gd name="connsiteY3" fmla="*/ 0 h 5703"/>
                <a:gd name="connsiteX4" fmla="*/ 7224 w 7224"/>
                <a:gd name="connsiteY4" fmla="*/ 2915 h 5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24" h="5703">
                  <a:moveTo>
                    <a:pt x="7224" y="2915"/>
                  </a:moveTo>
                  <a:lnTo>
                    <a:pt x="3549" y="5703"/>
                  </a:lnTo>
                  <a:lnTo>
                    <a:pt x="0" y="2915"/>
                  </a:lnTo>
                  <a:lnTo>
                    <a:pt x="3549" y="0"/>
                  </a:lnTo>
                  <a:lnTo>
                    <a:pt x="7224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33" name="Freeform: Shape 4632">
              <a:extLst>
                <a:ext uri="{FF2B5EF4-FFF2-40B4-BE49-F238E27FC236}">
                  <a16:creationId xmlns:a16="http://schemas.microsoft.com/office/drawing/2014/main" id="{9BEE75F8-FA79-42BF-54D8-0246322CDAE6}"/>
                </a:ext>
              </a:extLst>
            </p:cNvPr>
            <p:cNvSpPr/>
            <p:nvPr/>
          </p:nvSpPr>
          <p:spPr>
            <a:xfrm>
              <a:off x="2035760" y="1014551"/>
              <a:ext cx="5703" cy="4562"/>
            </a:xfrm>
            <a:custGeom>
              <a:avLst/>
              <a:gdLst>
                <a:gd name="connsiteX0" fmla="*/ 5703 w 5703"/>
                <a:gd name="connsiteY0" fmla="*/ 2281 h 4562"/>
                <a:gd name="connsiteX1" fmla="*/ 2788 w 5703"/>
                <a:gd name="connsiteY1" fmla="*/ 4563 h 4562"/>
                <a:gd name="connsiteX2" fmla="*/ 0 w 5703"/>
                <a:gd name="connsiteY2" fmla="*/ 2281 h 4562"/>
                <a:gd name="connsiteX3" fmla="*/ 2788 w 5703"/>
                <a:gd name="connsiteY3" fmla="*/ 0 h 4562"/>
                <a:gd name="connsiteX4" fmla="*/ 5703 w 5703"/>
                <a:gd name="connsiteY4" fmla="*/ 2281 h 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03" h="4562">
                  <a:moveTo>
                    <a:pt x="5703" y="2281"/>
                  </a:moveTo>
                  <a:lnTo>
                    <a:pt x="2788" y="4563"/>
                  </a:lnTo>
                  <a:lnTo>
                    <a:pt x="0" y="2281"/>
                  </a:lnTo>
                  <a:lnTo>
                    <a:pt x="2788" y="0"/>
                  </a:lnTo>
                  <a:lnTo>
                    <a:pt x="5703" y="22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34" name="Freeform: Shape 4633">
              <a:extLst>
                <a:ext uri="{FF2B5EF4-FFF2-40B4-BE49-F238E27FC236}">
                  <a16:creationId xmlns:a16="http://schemas.microsoft.com/office/drawing/2014/main" id="{56C6FF87-2DF7-D789-3E30-04A3A625B14E}"/>
                </a:ext>
              </a:extLst>
            </p:cNvPr>
            <p:cNvSpPr/>
            <p:nvPr/>
          </p:nvSpPr>
          <p:spPr>
            <a:xfrm>
              <a:off x="2115984" y="932427"/>
              <a:ext cx="4182" cy="3421"/>
            </a:xfrm>
            <a:custGeom>
              <a:avLst/>
              <a:gdLst>
                <a:gd name="connsiteX0" fmla="*/ 4182 w 4182"/>
                <a:gd name="connsiteY0" fmla="*/ 1774 h 3421"/>
                <a:gd name="connsiteX1" fmla="*/ 2154 w 4182"/>
                <a:gd name="connsiteY1" fmla="*/ 3422 h 3421"/>
                <a:gd name="connsiteX2" fmla="*/ 0 w 4182"/>
                <a:gd name="connsiteY2" fmla="*/ 1774 h 3421"/>
                <a:gd name="connsiteX3" fmla="*/ 2154 w 4182"/>
                <a:gd name="connsiteY3" fmla="*/ 0 h 3421"/>
                <a:gd name="connsiteX4" fmla="*/ 4182 w 4182"/>
                <a:gd name="connsiteY4" fmla="*/ 1774 h 3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2" h="3421">
                  <a:moveTo>
                    <a:pt x="4182" y="1774"/>
                  </a:moveTo>
                  <a:lnTo>
                    <a:pt x="2154" y="3422"/>
                  </a:lnTo>
                  <a:lnTo>
                    <a:pt x="0" y="1774"/>
                  </a:lnTo>
                  <a:lnTo>
                    <a:pt x="2154" y="0"/>
                  </a:lnTo>
                  <a:lnTo>
                    <a:pt x="4182" y="177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35" name="Freeform: Shape 4634">
              <a:extLst>
                <a:ext uri="{FF2B5EF4-FFF2-40B4-BE49-F238E27FC236}">
                  <a16:creationId xmlns:a16="http://schemas.microsoft.com/office/drawing/2014/main" id="{5F29BF9B-FE45-1EB4-18AA-7EEA581AA129}"/>
                </a:ext>
              </a:extLst>
            </p:cNvPr>
            <p:cNvSpPr/>
            <p:nvPr/>
          </p:nvSpPr>
          <p:spPr>
            <a:xfrm>
              <a:off x="2197982" y="851315"/>
              <a:ext cx="4435" cy="3421"/>
            </a:xfrm>
            <a:custGeom>
              <a:avLst/>
              <a:gdLst>
                <a:gd name="connsiteX0" fmla="*/ 4436 w 4435"/>
                <a:gd name="connsiteY0" fmla="*/ 1774 h 3421"/>
                <a:gd name="connsiteX1" fmla="*/ 2155 w 4435"/>
                <a:gd name="connsiteY1" fmla="*/ 3422 h 3421"/>
                <a:gd name="connsiteX2" fmla="*/ 0 w 4435"/>
                <a:gd name="connsiteY2" fmla="*/ 1774 h 3421"/>
                <a:gd name="connsiteX3" fmla="*/ 2155 w 4435"/>
                <a:gd name="connsiteY3" fmla="*/ 0 h 3421"/>
                <a:gd name="connsiteX4" fmla="*/ 4436 w 4435"/>
                <a:gd name="connsiteY4" fmla="*/ 1774 h 3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5" h="3421">
                  <a:moveTo>
                    <a:pt x="4436" y="1774"/>
                  </a:moveTo>
                  <a:lnTo>
                    <a:pt x="2155" y="3422"/>
                  </a:lnTo>
                  <a:lnTo>
                    <a:pt x="0" y="1774"/>
                  </a:lnTo>
                  <a:lnTo>
                    <a:pt x="2155" y="0"/>
                  </a:lnTo>
                  <a:lnTo>
                    <a:pt x="4436" y="177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36" name="Freeform: Shape 4635">
              <a:extLst>
                <a:ext uri="{FF2B5EF4-FFF2-40B4-BE49-F238E27FC236}">
                  <a16:creationId xmlns:a16="http://schemas.microsoft.com/office/drawing/2014/main" id="{B8F32983-2FFA-A69C-08DA-67E410821BB0}"/>
                </a:ext>
              </a:extLst>
            </p:cNvPr>
            <p:cNvSpPr/>
            <p:nvPr/>
          </p:nvSpPr>
          <p:spPr>
            <a:xfrm>
              <a:off x="2283402" y="772486"/>
              <a:ext cx="3041" cy="2408"/>
            </a:xfrm>
            <a:custGeom>
              <a:avLst/>
              <a:gdLst>
                <a:gd name="connsiteX0" fmla="*/ 3042 w 3041"/>
                <a:gd name="connsiteY0" fmla="*/ 1141 h 2408"/>
                <a:gd name="connsiteX1" fmla="*/ 1521 w 3041"/>
                <a:gd name="connsiteY1" fmla="*/ 2408 h 2408"/>
                <a:gd name="connsiteX2" fmla="*/ 0 w 3041"/>
                <a:gd name="connsiteY2" fmla="*/ 1141 h 2408"/>
                <a:gd name="connsiteX3" fmla="*/ 1521 w 3041"/>
                <a:gd name="connsiteY3" fmla="*/ 0 h 2408"/>
                <a:gd name="connsiteX4" fmla="*/ 3042 w 3041"/>
                <a:gd name="connsiteY4" fmla="*/ 1141 h 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1" h="2408">
                  <a:moveTo>
                    <a:pt x="3042" y="1141"/>
                  </a:moveTo>
                  <a:lnTo>
                    <a:pt x="1521" y="2408"/>
                  </a:lnTo>
                  <a:lnTo>
                    <a:pt x="0" y="1141"/>
                  </a:lnTo>
                  <a:lnTo>
                    <a:pt x="1521" y="0"/>
                  </a:lnTo>
                  <a:lnTo>
                    <a:pt x="3042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37" name="Freeform: Shape 4636">
              <a:extLst>
                <a:ext uri="{FF2B5EF4-FFF2-40B4-BE49-F238E27FC236}">
                  <a16:creationId xmlns:a16="http://schemas.microsoft.com/office/drawing/2014/main" id="{DA700586-2B3C-4153-229F-62D19B9870B2}"/>
                </a:ext>
              </a:extLst>
            </p:cNvPr>
            <p:cNvSpPr/>
            <p:nvPr/>
          </p:nvSpPr>
          <p:spPr>
            <a:xfrm>
              <a:off x="2371484" y="695430"/>
              <a:ext cx="1267" cy="1140"/>
            </a:xfrm>
            <a:custGeom>
              <a:avLst/>
              <a:gdLst>
                <a:gd name="connsiteX0" fmla="*/ 1267 w 1267"/>
                <a:gd name="connsiteY0" fmla="*/ 634 h 1140"/>
                <a:gd name="connsiteX1" fmla="*/ 634 w 1267"/>
                <a:gd name="connsiteY1" fmla="*/ 1141 h 1140"/>
                <a:gd name="connsiteX2" fmla="*/ 0 w 1267"/>
                <a:gd name="connsiteY2" fmla="*/ 634 h 1140"/>
                <a:gd name="connsiteX3" fmla="*/ 634 w 1267"/>
                <a:gd name="connsiteY3" fmla="*/ 0 h 1140"/>
                <a:gd name="connsiteX4" fmla="*/ 1267 w 1267"/>
                <a:gd name="connsiteY4" fmla="*/ 634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7" h="1140">
                  <a:moveTo>
                    <a:pt x="1267" y="634"/>
                  </a:moveTo>
                  <a:lnTo>
                    <a:pt x="634" y="1141"/>
                  </a:lnTo>
                  <a:lnTo>
                    <a:pt x="0" y="634"/>
                  </a:lnTo>
                  <a:lnTo>
                    <a:pt x="634" y="0"/>
                  </a:lnTo>
                  <a:lnTo>
                    <a:pt x="1267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38" name="Freeform: Shape 4637">
              <a:extLst>
                <a:ext uri="{FF2B5EF4-FFF2-40B4-BE49-F238E27FC236}">
                  <a16:creationId xmlns:a16="http://schemas.microsoft.com/office/drawing/2014/main" id="{37E1DA5A-D28A-241F-769C-012D320A5238}"/>
                </a:ext>
              </a:extLst>
            </p:cNvPr>
            <p:cNvSpPr/>
            <p:nvPr/>
          </p:nvSpPr>
          <p:spPr>
            <a:xfrm>
              <a:off x="2461466" y="620022"/>
              <a:ext cx="633" cy="380"/>
            </a:xfrm>
            <a:custGeom>
              <a:avLst/>
              <a:gdLst>
                <a:gd name="connsiteX0" fmla="*/ 634 w 633"/>
                <a:gd name="connsiteY0" fmla="*/ 127 h 380"/>
                <a:gd name="connsiteX1" fmla="*/ 380 w 633"/>
                <a:gd name="connsiteY1" fmla="*/ 380 h 380"/>
                <a:gd name="connsiteX2" fmla="*/ 0 w 633"/>
                <a:gd name="connsiteY2" fmla="*/ 127 h 380"/>
                <a:gd name="connsiteX3" fmla="*/ 380 w 633"/>
                <a:gd name="connsiteY3" fmla="*/ 0 h 380"/>
                <a:gd name="connsiteX4" fmla="*/ 634 w 633"/>
                <a:gd name="connsiteY4" fmla="*/ 127 h 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" h="380">
                  <a:moveTo>
                    <a:pt x="634" y="127"/>
                  </a:moveTo>
                  <a:lnTo>
                    <a:pt x="380" y="380"/>
                  </a:lnTo>
                  <a:lnTo>
                    <a:pt x="0" y="127"/>
                  </a:lnTo>
                  <a:lnTo>
                    <a:pt x="380" y="0"/>
                  </a:lnTo>
                  <a:lnTo>
                    <a:pt x="634" y="12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39" name="Freeform: Shape 4638">
              <a:extLst>
                <a:ext uri="{FF2B5EF4-FFF2-40B4-BE49-F238E27FC236}">
                  <a16:creationId xmlns:a16="http://schemas.microsoft.com/office/drawing/2014/main" id="{1BA44222-0BA2-5C24-9545-C3D5AC4F1F50}"/>
                </a:ext>
              </a:extLst>
            </p:cNvPr>
            <p:cNvSpPr/>
            <p:nvPr/>
          </p:nvSpPr>
          <p:spPr>
            <a:xfrm>
              <a:off x="2553730" y="546009"/>
              <a:ext cx="380" cy="380"/>
            </a:xfrm>
            <a:custGeom>
              <a:avLst/>
              <a:gdLst>
                <a:gd name="connsiteX0" fmla="*/ 380 w 380"/>
                <a:gd name="connsiteY0" fmla="*/ 127 h 380"/>
                <a:gd name="connsiteX1" fmla="*/ 254 w 380"/>
                <a:gd name="connsiteY1" fmla="*/ 380 h 380"/>
                <a:gd name="connsiteX2" fmla="*/ 0 w 380"/>
                <a:gd name="connsiteY2" fmla="*/ 127 h 380"/>
                <a:gd name="connsiteX3" fmla="*/ 254 w 380"/>
                <a:gd name="connsiteY3" fmla="*/ 0 h 380"/>
                <a:gd name="connsiteX4" fmla="*/ 380 w 380"/>
                <a:gd name="connsiteY4" fmla="*/ 127 h 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" h="380">
                  <a:moveTo>
                    <a:pt x="380" y="127"/>
                  </a:moveTo>
                  <a:lnTo>
                    <a:pt x="254" y="380"/>
                  </a:lnTo>
                  <a:lnTo>
                    <a:pt x="0" y="127"/>
                  </a:lnTo>
                  <a:lnTo>
                    <a:pt x="254" y="0"/>
                  </a:lnTo>
                  <a:lnTo>
                    <a:pt x="380" y="12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40" name="Freeform: Shape 4639">
              <a:extLst>
                <a:ext uri="{FF2B5EF4-FFF2-40B4-BE49-F238E27FC236}">
                  <a16:creationId xmlns:a16="http://schemas.microsoft.com/office/drawing/2014/main" id="{47EE2D60-2DD5-EBBD-9A92-2B1BD704F012}"/>
                </a:ext>
              </a:extLst>
            </p:cNvPr>
            <p:cNvSpPr/>
            <p:nvPr/>
          </p:nvSpPr>
          <p:spPr>
            <a:xfrm>
              <a:off x="2648022" y="473769"/>
              <a:ext cx="760" cy="633"/>
            </a:xfrm>
            <a:custGeom>
              <a:avLst/>
              <a:gdLst>
                <a:gd name="connsiteX0" fmla="*/ 760 w 760"/>
                <a:gd name="connsiteY0" fmla="*/ 253 h 633"/>
                <a:gd name="connsiteX1" fmla="*/ 380 w 760"/>
                <a:gd name="connsiteY1" fmla="*/ 634 h 633"/>
                <a:gd name="connsiteX2" fmla="*/ 0 w 760"/>
                <a:gd name="connsiteY2" fmla="*/ 253 h 633"/>
                <a:gd name="connsiteX3" fmla="*/ 380 w 760"/>
                <a:gd name="connsiteY3" fmla="*/ 0 h 633"/>
                <a:gd name="connsiteX4" fmla="*/ 760 w 760"/>
                <a:gd name="connsiteY4" fmla="*/ 253 h 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0" h="633">
                  <a:moveTo>
                    <a:pt x="760" y="253"/>
                  </a:moveTo>
                  <a:lnTo>
                    <a:pt x="380" y="634"/>
                  </a:lnTo>
                  <a:lnTo>
                    <a:pt x="0" y="253"/>
                  </a:lnTo>
                  <a:lnTo>
                    <a:pt x="380" y="0"/>
                  </a:lnTo>
                  <a:lnTo>
                    <a:pt x="760" y="25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41" name="Freeform: Shape 4640">
              <a:extLst>
                <a:ext uri="{FF2B5EF4-FFF2-40B4-BE49-F238E27FC236}">
                  <a16:creationId xmlns:a16="http://schemas.microsoft.com/office/drawing/2014/main" id="{5B2D5A36-EE5D-98B2-28DB-E6047CF4603F}"/>
                </a:ext>
              </a:extLst>
            </p:cNvPr>
            <p:cNvSpPr/>
            <p:nvPr/>
          </p:nvSpPr>
          <p:spPr>
            <a:xfrm>
              <a:off x="2744341" y="403177"/>
              <a:ext cx="1774" cy="1394"/>
            </a:xfrm>
            <a:custGeom>
              <a:avLst/>
              <a:gdLst>
                <a:gd name="connsiteX0" fmla="*/ 1774 w 1774"/>
                <a:gd name="connsiteY0" fmla="*/ 760 h 1394"/>
                <a:gd name="connsiteX1" fmla="*/ 761 w 1774"/>
                <a:gd name="connsiteY1" fmla="*/ 1394 h 1394"/>
                <a:gd name="connsiteX2" fmla="*/ 0 w 1774"/>
                <a:gd name="connsiteY2" fmla="*/ 760 h 1394"/>
                <a:gd name="connsiteX3" fmla="*/ 761 w 1774"/>
                <a:gd name="connsiteY3" fmla="*/ 0 h 1394"/>
                <a:gd name="connsiteX4" fmla="*/ 1774 w 1774"/>
                <a:gd name="connsiteY4" fmla="*/ 760 h 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" h="1394">
                  <a:moveTo>
                    <a:pt x="1774" y="760"/>
                  </a:moveTo>
                  <a:lnTo>
                    <a:pt x="761" y="1394"/>
                  </a:lnTo>
                  <a:lnTo>
                    <a:pt x="0" y="760"/>
                  </a:lnTo>
                  <a:lnTo>
                    <a:pt x="761" y="0"/>
                  </a:lnTo>
                  <a:lnTo>
                    <a:pt x="1774" y="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42" name="Freeform: Shape 4641">
              <a:extLst>
                <a:ext uri="{FF2B5EF4-FFF2-40B4-BE49-F238E27FC236}">
                  <a16:creationId xmlns:a16="http://schemas.microsoft.com/office/drawing/2014/main" id="{0B373F34-E065-79E2-83AF-DDDEDA2F0B39}"/>
                </a:ext>
              </a:extLst>
            </p:cNvPr>
            <p:cNvSpPr/>
            <p:nvPr/>
          </p:nvSpPr>
          <p:spPr>
            <a:xfrm>
              <a:off x="2842688" y="334486"/>
              <a:ext cx="3041" cy="2407"/>
            </a:xfrm>
            <a:custGeom>
              <a:avLst/>
              <a:gdLst>
                <a:gd name="connsiteX0" fmla="*/ 3042 w 3041"/>
                <a:gd name="connsiteY0" fmla="*/ 1267 h 2407"/>
                <a:gd name="connsiteX1" fmla="*/ 1521 w 3041"/>
                <a:gd name="connsiteY1" fmla="*/ 2408 h 2407"/>
                <a:gd name="connsiteX2" fmla="*/ 0 w 3041"/>
                <a:gd name="connsiteY2" fmla="*/ 1267 h 2407"/>
                <a:gd name="connsiteX3" fmla="*/ 1521 w 3041"/>
                <a:gd name="connsiteY3" fmla="*/ 0 h 2407"/>
                <a:gd name="connsiteX4" fmla="*/ 3042 w 3041"/>
                <a:gd name="connsiteY4" fmla="*/ 1267 h 2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1" h="2407">
                  <a:moveTo>
                    <a:pt x="3042" y="1267"/>
                  </a:moveTo>
                  <a:lnTo>
                    <a:pt x="1521" y="2408"/>
                  </a:lnTo>
                  <a:lnTo>
                    <a:pt x="0" y="1267"/>
                  </a:lnTo>
                  <a:lnTo>
                    <a:pt x="1521" y="0"/>
                  </a:lnTo>
                  <a:lnTo>
                    <a:pt x="3042" y="126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43" name="Freeform: Shape 4642">
              <a:extLst>
                <a:ext uri="{FF2B5EF4-FFF2-40B4-BE49-F238E27FC236}">
                  <a16:creationId xmlns:a16="http://schemas.microsoft.com/office/drawing/2014/main" id="{3D203173-9120-3C38-64FA-37F694CA2CBA}"/>
                </a:ext>
              </a:extLst>
            </p:cNvPr>
            <p:cNvSpPr/>
            <p:nvPr/>
          </p:nvSpPr>
          <p:spPr>
            <a:xfrm>
              <a:off x="2943824" y="268330"/>
              <a:ext cx="3041" cy="2407"/>
            </a:xfrm>
            <a:custGeom>
              <a:avLst/>
              <a:gdLst>
                <a:gd name="connsiteX0" fmla="*/ 3042 w 3041"/>
                <a:gd name="connsiteY0" fmla="*/ 1267 h 2407"/>
                <a:gd name="connsiteX1" fmla="*/ 1521 w 3041"/>
                <a:gd name="connsiteY1" fmla="*/ 2408 h 2407"/>
                <a:gd name="connsiteX2" fmla="*/ 0 w 3041"/>
                <a:gd name="connsiteY2" fmla="*/ 1267 h 2407"/>
                <a:gd name="connsiteX3" fmla="*/ 1521 w 3041"/>
                <a:gd name="connsiteY3" fmla="*/ 0 h 2407"/>
                <a:gd name="connsiteX4" fmla="*/ 3042 w 3041"/>
                <a:gd name="connsiteY4" fmla="*/ 1267 h 2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1" h="2407">
                  <a:moveTo>
                    <a:pt x="3042" y="1267"/>
                  </a:moveTo>
                  <a:lnTo>
                    <a:pt x="1521" y="2408"/>
                  </a:lnTo>
                  <a:lnTo>
                    <a:pt x="0" y="1267"/>
                  </a:lnTo>
                  <a:lnTo>
                    <a:pt x="1521" y="0"/>
                  </a:lnTo>
                  <a:lnTo>
                    <a:pt x="3042" y="126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44" name="Freeform: Shape 4643">
              <a:extLst>
                <a:ext uri="{FF2B5EF4-FFF2-40B4-BE49-F238E27FC236}">
                  <a16:creationId xmlns:a16="http://schemas.microsoft.com/office/drawing/2014/main" id="{5CE1536C-B74E-DB2D-2DDA-411B1B626D94}"/>
                </a:ext>
              </a:extLst>
            </p:cNvPr>
            <p:cNvSpPr/>
            <p:nvPr/>
          </p:nvSpPr>
          <p:spPr>
            <a:xfrm>
              <a:off x="3046480" y="203822"/>
              <a:ext cx="4182" cy="3295"/>
            </a:xfrm>
            <a:custGeom>
              <a:avLst/>
              <a:gdLst>
                <a:gd name="connsiteX0" fmla="*/ 4182 w 4182"/>
                <a:gd name="connsiteY0" fmla="*/ 1648 h 3295"/>
                <a:gd name="connsiteX1" fmla="*/ 2154 w 4182"/>
                <a:gd name="connsiteY1" fmla="*/ 3295 h 3295"/>
                <a:gd name="connsiteX2" fmla="*/ 0 w 4182"/>
                <a:gd name="connsiteY2" fmla="*/ 1648 h 3295"/>
                <a:gd name="connsiteX3" fmla="*/ 2154 w 4182"/>
                <a:gd name="connsiteY3" fmla="*/ 0 h 3295"/>
                <a:gd name="connsiteX4" fmla="*/ 4182 w 4182"/>
                <a:gd name="connsiteY4" fmla="*/ 1648 h 3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2" h="3295">
                  <a:moveTo>
                    <a:pt x="4182" y="1648"/>
                  </a:moveTo>
                  <a:lnTo>
                    <a:pt x="2154" y="3295"/>
                  </a:lnTo>
                  <a:lnTo>
                    <a:pt x="0" y="1648"/>
                  </a:lnTo>
                  <a:lnTo>
                    <a:pt x="2154" y="0"/>
                  </a:lnTo>
                  <a:lnTo>
                    <a:pt x="4182" y="164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45" name="Freeform: Shape 4644">
              <a:extLst>
                <a:ext uri="{FF2B5EF4-FFF2-40B4-BE49-F238E27FC236}">
                  <a16:creationId xmlns:a16="http://schemas.microsoft.com/office/drawing/2014/main" id="{05EB1981-7B43-C75B-CEBA-CF8AE5941C50}"/>
                </a:ext>
              </a:extLst>
            </p:cNvPr>
            <p:cNvSpPr/>
            <p:nvPr/>
          </p:nvSpPr>
          <p:spPr>
            <a:xfrm>
              <a:off x="3151164" y="141341"/>
              <a:ext cx="5322" cy="4182"/>
            </a:xfrm>
            <a:custGeom>
              <a:avLst/>
              <a:gdLst>
                <a:gd name="connsiteX0" fmla="*/ 5323 w 5322"/>
                <a:gd name="connsiteY0" fmla="*/ 2155 h 4182"/>
                <a:gd name="connsiteX1" fmla="*/ 2662 w 5322"/>
                <a:gd name="connsiteY1" fmla="*/ 4182 h 4182"/>
                <a:gd name="connsiteX2" fmla="*/ 0 w 5322"/>
                <a:gd name="connsiteY2" fmla="*/ 2155 h 4182"/>
                <a:gd name="connsiteX3" fmla="*/ 2662 w 5322"/>
                <a:gd name="connsiteY3" fmla="*/ 0 h 4182"/>
                <a:gd name="connsiteX4" fmla="*/ 5323 w 5322"/>
                <a:gd name="connsiteY4" fmla="*/ 2155 h 4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22" h="4182">
                  <a:moveTo>
                    <a:pt x="5323" y="2155"/>
                  </a:moveTo>
                  <a:lnTo>
                    <a:pt x="2662" y="4182"/>
                  </a:lnTo>
                  <a:lnTo>
                    <a:pt x="0" y="2155"/>
                  </a:lnTo>
                  <a:lnTo>
                    <a:pt x="2662" y="0"/>
                  </a:lnTo>
                  <a:lnTo>
                    <a:pt x="5323" y="215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46" name="Freeform: Shape 4645">
              <a:extLst>
                <a:ext uri="{FF2B5EF4-FFF2-40B4-BE49-F238E27FC236}">
                  <a16:creationId xmlns:a16="http://schemas.microsoft.com/office/drawing/2014/main" id="{F347C008-5458-A3C5-AB6F-F638A2F86F56}"/>
                </a:ext>
              </a:extLst>
            </p:cNvPr>
            <p:cNvSpPr/>
            <p:nvPr/>
          </p:nvSpPr>
          <p:spPr>
            <a:xfrm>
              <a:off x="3258129" y="81268"/>
              <a:ext cx="5956" cy="4689"/>
            </a:xfrm>
            <a:custGeom>
              <a:avLst/>
              <a:gdLst>
                <a:gd name="connsiteX0" fmla="*/ 5957 w 5956"/>
                <a:gd name="connsiteY0" fmla="*/ 2408 h 4689"/>
                <a:gd name="connsiteX1" fmla="*/ 2915 w 5956"/>
                <a:gd name="connsiteY1" fmla="*/ 4689 h 4689"/>
                <a:gd name="connsiteX2" fmla="*/ 0 w 5956"/>
                <a:gd name="connsiteY2" fmla="*/ 2408 h 4689"/>
                <a:gd name="connsiteX3" fmla="*/ 2915 w 5956"/>
                <a:gd name="connsiteY3" fmla="*/ 0 h 4689"/>
                <a:gd name="connsiteX4" fmla="*/ 5957 w 5956"/>
                <a:gd name="connsiteY4" fmla="*/ 2408 h 4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6" h="4689">
                  <a:moveTo>
                    <a:pt x="5957" y="2408"/>
                  </a:moveTo>
                  <a:lnTo>
                    <a:pt x="2915" y="4689"/>
                  </a:lnTo>
                  <a:lnTo>
                    <a:pt x="0" y="2408"/>
                  </a:lnTo>
                  <a:lnTo>
                    <a:pt x="2915" y="0"/>
                  </a:lnTo>
                  <a:lnTo>
                    <a:pt x="5957" y="240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47" name="Freeform: Shape 4646">
              <a:extLst>
                <a:ext uri="{FF2B5EF4-FFF2-40B4-BE49-F238E27FC236}">
                  <a16:creationId xmlns:a16="http://schemas.microsoft.com/office/drawing/2014/main" id="{F330BEF4-B798-E6AB-2964-22C0ECD5EF7F}"/>
                </a:ext>
              </a:extLst>
            </p:cNvPr>
            <p:cNvSpPr/>
            <p:nvPr/>
          </p:nvSpPr>
          <p:spPr>
            <a:xfrm>
              <a:off x="8933492" y="33108"/>
              <a:ext cx="34725" cy="8618"/>
            </a:xfrm>
            <a:custGeom>
              <a:avLst/>
              <a:gdLst>
                <a:gd name="connsiteX0" fmla="*/ 17363 w 34725"/>
                <a:gd name="connsiteY0" fmla="*/ 8618 h 8618"/>
                <a:gd name="connsiteX1" fmla="*/ 34726 w 34725"/>
                <a:gd name="connsiteY1" fmla="*/ 0 h 8618"/>
                <a:gd name="connsiteX2" fmla="*/ 0 w 34725"/>
                <a:gd name="connsiteY2" fmla="*/ 0 h 8618"/>
                <a:gd name="connsiteX3" fmla="*/ 17363 w 34725"/>
                <a:gd name="connsiteY3" fmla="*/ 8618 h 8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25" h="8618">
                  <a:moveTo>
                    <a:pt x="17363" y="8618"/>
                  </a:moveTo>
                  <a:cubicBezTo>
                    <a:pt x="24967" y="8618"/>
                    <a:pt x="31430" y="5069"/>
                    <a:pt x="34726" y="0"/>
                  </a:cubicBezTo>
                  <a:lnTo>
                    <a:pt x="0" y="0"/>
                  </a:lnTo>
                  <a:cubicBezTo>
                    <a:pt x="3295" y="5069"/>
                    <a:pt x="9758" y="8618"/>
                    <a:pt x="17363" y="86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48" name="Freeform: Shape 4647">
              <a:extLst>
                <a:ext uri="{FF2B5EF4-FFF2-40B4-BE49-F238E27FC236}">
                  <a16:creationId xmlns:a16="http://schemas.microsoft.com/office/drawing/2014/main" id="{21FDFB4A-FC58-CBF6-A719-0ECC054FB42E}"/>
                </a:ext>
              </a:extLst>
            </p:cNvPr>
            <p:cNvSpPr/>
            <p:nvPr/>
          </p:nvSpPr>
          <p:spPr>
            <a:xfrm>
              <a:off x="9039697" y="67454"/>
              <a:ext cx="40554" cy="32190"/>
            </a:xfrm>
            <a:custGeom>
              <a:avLst/>
              <a:gdLst>
                <a:gd name="connsiteX0" fmla="*/ 40555 w 40554"/>
                <a:gd name="connsiteY0" fmla="*/ 16095 h 32190"/>
                <a:gd name="connsiteX1" fmla="*/ 20277 w 40554"/>
                <a:gd name="connsiteY1" fmla="*/ 32191 h 32190"/>
                <a:gd name="connsiteX2" fmla="*/ 0 w 40554"/>
                <a:gd name="connsiteY2" fmla="*/ 16095 h 32190"/>
                <a:gd name="connsiteX3" fmla="*/ 20277 w 40554"/>
                <a:gd name="connsiteY3" fmla="*/ 0 h 32190"/>
                <a:gd name="connsiteX4" fmla="*/ 40555 w 40554"/>
                <a:gd name="connsiteY4" fmla="*/ 16095 h 32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54" h="32190">
                  <a:moveTo>
                    <a:pt x="40555" y="16095"/>
                  </a:moveTo>
                  <a:cubicBezTo>
                    <a:pt x="40555" y="24967"/>
                    <a:pt x="31557" y="32191"/>
                    <a:pt x="20277" y="32191"/>
                  </a:cubicBezTo>
                  <a:cubicBezTo>
                    <a:pt x="8998" y="32191"/>
                    <a:pt x="0" y="24967"/>
                    <a:pt x="0" y="16095"/>
                  </a:cubicBezTo>
                  <a:cubicBezTo>
                    <a:pt x="0" y="7224"/>
                    <a:pt x="9125" y="0"/>
                    <a:pt x="20277" y="0"/>
                  </a:cubicBezTo>
                  <a:cubicBezTo>
                    <a:pt x="31430" y="0"/>
                    <a:pt x="40555" y="7224"/>
                    <a:pt x="40555" y="1609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49" name="Freeform: Shape 4648">
              <a:extLst>
                <a:ext uri="{FF2B5EF4-FFF2-40B4-BE49-F238E27FC236}">
                  <a16:creationId xmlns:a16="http://schemas.microsoft.com/office/drawing/2014/main" id="{CCB54CFE-7AEE-D17A-06DA-109451A2D5EF}"/>
                </a:ext>
              </a:extLst>
            </p:cNvPr>
            <p:cNvSpPr/>
            <p:nvPr/>
          </p:nvSpPr>
          <p:spPr>
            <a:xfrm>
              <a:off x="9146662" y="127020"/>
              <a:ext cx="41315" cy="32697"/>
            </a:xfrm>
            <a:custGeom>
              <a:avLst/>
              <a:gdLst>
                <a:gd name="connsiteX0" fmla="*/ 41315 w 41315"/>
                <a:gd name="connsiteY0" fmla="*/ 16349 h 32697"/>
                <a:gd name="connsiteX1" fmla="*/ 20658 w 41315"/>
                <a:gd name="connsiteY1" fmla="*/ 32698 h 32697"/>
                <a:gd name="connsiteX2" fmla="*/ 0 w 41315"/>
                <a:gd name="connsiteY2" fmla="*/ 16349 h 32697"/>
                <a:gd name="connsiteX3" fmla="*/ 20658 w 41315"/>
                <a:gd name="connsiteY3" fmla="*/ 0 h 32697"/>
                <a:gd name="connsiteX4" fmla="*/ 41315 w 41315"/>
                <a:gd name="connsiteY4" fmla="*/ 16349 h 32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315" h="32697">
                  <a:moveTo>
                    <a:pt x="41315" y="16349"/>
                  </a:moveTo>
                  <a:cubicBezTo>
                    <a:pt x="41315" y="25474"/>
                    <a:pt x="32064" y="32698"/>
                    <a:pt x="20658" y="32698"/>
                  </a:cubicBezTo>
                  <a:cubicBezTo>
                    <a:pt x="9251" y="32698"/>
                    <a:pt x="0" y="25347"/>
                    <a:pt x="0" y="16349"/>
                  </a:cubicBezTo>
                  <a:cubicBezTo>
                    <a:pt x="0" y="7351"/>
                    <a:pt x="9251" y="0"/>
                    <a:pt x="20658" y="0"/>
                  </a:cubicBezTo>
                  <a:cubicBezTo>
                    <a:pt x="32064" y="0"/>
                    <a:pt x="41315" y="7351"/>
                    <a:pt x="41315" y="1634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50" name="Freeform: Shape 4649">
              <a:extLst>
                <a:ext uri="{FF2B5EF4-FFF2-40B4-BE49-F238E27FC236}">
                  <a16:creationId xmlns:a16="http://schemas.microsoft.com/office/drawing/2014/main" id="{32BA8D1E-6C3F-2C7C-B29D-001FEB0151AF}"/>
                </a:ext>
              </a:extLst>
            </p:cNvPr>
            <p:cNvSpPr/>
            <p:nvPr/>
          </p:nvSpPr>
          <p:spPr>
            <a:xfrm>
              <a:off x="9251853" y="188993"/>
              <a:ext cx="41316" cy="32697"/>
            </a:xfrm>
            <a:custGeom>
              <a:avLst/>
              <a:gdLst>
                <a:gd name="connsiteX0" fmla="*/ 41316 w 41316"/>
                <a:gd name="connsiteY0" fmla="*/ 16349 h 32697"/>
                <a:gd name="connsiteX1" fmla="*/ 20658 w 41316"/>
                <a:gd name="connsiteY1" fmla="*/ 32698 h 32697"/>
                <a:gd name="connsiteX2" fmla="*/ 0 w 41316"/>
                <a:gd name="connsiteY2" fmla="*/ 16349 h 32697"/>
                <a:gd name="connsiteX3" fmla="*/ 20658 w 41316"/>
                <a:gd name="connsiteY3" fmla="*/ 0 h 32697"/>
                <a:gd name="connsiteX4" fmla="*/ 41316 w 41316"/>
                <a:gd name="connsiteY4" fmla="*/ 16349 h 32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316" h="32697">
                  <a:moveTo>
                    <a:pt x="41316" y="16349"/>
                  </a:moveTo>
                  <a:cubicBezTo>
                    <a:pt x="41316" y="25347"/>
                    <a:pt x="32064" y="32698"/>
                    <a:pt x="20658" y="32698"/>
                  </a:cubicBezTo>
                  <a:cubicBezTo>
                    <a:pt x="9251" y="32698"/>
                    <a:pt x="0" y="25347"/>
                    <a:pt x="0" y="16349"/>
                  </a:cubicBezTo>
                  <a:cubicBezTo>
                    <a:pt x="0" y="7351"/>
                    <a:pt x="9251" y="0"/>
                    <a:pt x="20658" y="0"/>
                  </a:cubicBezTo>
                  <a:cubicBezTo>
                    <a:pt x="32064" y="0"/>
                    <a:pt x="41316" y="7351"/>
                    <a:pt x="41316" y="1634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51" name="Freeform: Shape 4650">
              <a:extLst>
                <a:ext uri="{FF2B5EF4-FFF2-40B4-BE49-F238E27FC236}">
                  <a16:creationId xmlns:a16="http://schemas.microsoft.com/office/drawing/2014/main" id="{9C4082B4-0E47-4551-DE65-295143BAB959}"/>
                </a:ext>
              </a:extLst>
            </p:cNvPr>
            <p:cNvSpPr/>
            <p:nvPr/>
          </p:nvSpPr>
          <p:spPr>
            <a:xfrm>
              <a:off x="9355142" y="253122"/>
              <a:ext cx="41316" cy="32697"/>
            </a:xfrm>
            <a:custGeom>
              <a:avLst/>
              <a:gdLst>
                <a:gd name="connsiteX0" fmla="*/ 41316 w 41316"/>
                <a:gd name="connsiteY0" fmla="*/ 16349 h 32697"/>
                <a:gd name="connsiteX1" fmla="*/ 20658 w 41316"/>
                <a:gd name="connsiteY1" fmla="*/ 32698 h 32697"/>
                <a:gd name="connsiteX2" fmla="*/ 0 w 41316"/>
                <a:gd name="connsiteY2" fmla="*/ 16349 h 32697"/>
                <a:gd name="connsiteX3" fmla="*/ 20658 w 41316"/>
                <a:gd name="connsiteY3" fmla="*/ 0 h 32697"/>
                <a:gd name="connsiteX4" fmla="*/ 41316 w 41316"/>
                <a:gd name="connsiteY4" fmla="*/ 16349 h 32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316" h="32697">
                  <a:moveTo>
                    <a:pt x="41316" y="16349"/>
                  </a:moveTo>
                  <a:cubicBezTo>
                    <a:pt x="41316" y="25347"/>
                    <a:pt x="32065" y="32698"/>
                    <a:pt x="20658" y="32698"/>
                  </a:cubicBezTo>
                  <a:cubicBezTo>
                    <a:pt x="9252" y="32698"/>
                    <a:pt x="0" y="25347"/>
                    <a:pt x="0" y="16349"/>
                  </a:cubicBezTo>
                  <a:cubicBezTo>
                    <a:pt x="0" y="7351"/>
                    <a:pt x="9252" y="0"/>
                    <a:pt x="20658" y="0"/>
                  </a:cubicBezTo>
                  <a:cubicBezTo>
                    <a:pt x="32065" y="0"/>
                    <a:pt x="41316" y="7351"/>
                    <a:pt x="41316" y="1634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52" name="Freeform: Shape 4651">
              <a:extLst>
                <a:ext uri="{FF2B5EF4-FFF2-40B4-BE49-F238E27FC236}">
                  <a16:creationId xmlns:a16="http://schemas.microsoft.com/office/drawing/2014/main" id="{217F7F77-8CBF-97AA-3E23-3CCFD8E6FD6D}"/>
                </a:ext>
              </a:extLst>
            </p:cNvPr>
            <p:cNvSpPr/>
            <p:nvPr/>
          </p:nvSpPr>
          <p:spPr>
            <a:xfrm>
              <a:off x="9456278" y="319278"/>
              <a:ext cx="41316" cy="32697"/>
            </a:xfrm>
            <a:custGeom>
              <a:avLst/>
              <a:gdLst>
                <a:gd name="connsiteX0" fmla="*/ 41316 w 41316"/>
                <a:gd name="connsiteY0" fmla="*/ 16349 h 32697"/>
                <a:gd name="connsiteX1" fmla="*/ 20658 w 41316"/>
                <a:gd name="connsiteY1" fmla="*/ 32698 h 32697"/>
                <a:gd name="connsiteX2" fmla="*/ 0 w 41316"/>
                <a:gd name="connsiteY2" fmla="*/ 16349 h 32697"/>
                <a:gd name="connsiteX3" fmla="*/ 20658 w 41316"/>
                <a:gd name="connsiteY3" fmla="*/ 0 h 32697"/>
                <a:gd name="connsiteX4" fmla="*/ 41316 w 41316"/>
                <a:gd name="connsiteY4" fmla="*/ 16349 h 32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316" h="32697">
                  <a:moveTo>
                    <a:pt x="41316" y="16349"/>
                  </a:moveTo>
                  <a:cubicBezTo>
                    <a:pt x="41316" y="25347"/>
                    <a:pt x="32064" y="32698"/>
                    <a:pt x="20658" y="32698"/>
                  </a:cubicBezTo>
                  <a:cubicBezTo>
                    <a:pt x="9251" y="32698"/>
                    <a:pt x="0" y="25347"/>
                    <a:pt x="0" y="16349"/>
                  </a:cubicBezTo>
                  <a:cubicBezTo>
                    <a:pt x="0" y="7351"/>
                    <a:pt x="9251" y="0"/>
                    <a:pt x="20658" y="0"/>
                  </a:cubicBezTo>
                  <a:cubicBezTo>
                    <a:pt x="32064" y="0"/>
                    <a:pt x="41316" y="7351"/>
                    <a:pt x="41316" y="1634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53" name="Freeform: Shape 4652">
              <a:extLst>
                <a:ext uri="{FF2B5EF4-FFF2-40B4-BE49-F238E27FC236}">
                  <a16:creationId xmlns:a16="http://schemas.microsoft.com/office/drawing/2014/main" id="{65865356-EDC9-B5E1-65EA-5C4FD884F72A}"/>
                </a:ext>
              </a:extLst>
            </p:cNvPr>
            <p:cNvSpPr/>
            <p:nvPr/>
          </p:nvSpPr>
          <p:spPr>
            <a:xfrm>
              <a:off x="9555259" y="387462"/>
              <a:ext cx="41316" cy="32697"/>
            </a:xfrm>
            <a:custGeom>
              <a:avLst/>
              <a:gdLst>
                <a:gd name="connsiteX0" fmla="*/ 41316 w 41316"/>
                <a:gd name="connsiteY0" fmla="*/ 16349 h 32697"/>
                <a:gd name="connsiteX1" fmla="*/ 20658 w 41316"/>
                <a:gd name="connsiteY1" fmla="*/ 32698 h 32697"/>
                <a:gd name="connsiteX2" fmla="*/ 0 w 41316"/>
                <a:gd name="connsiteY2" fmla="*/ 16349 h 32697"/>
                <a:gd name="connsiteX3" fmla="*/ 20658 w 41316"/>
                <a:gd name="connsiteY3" fmla="*/ 0 h 32697"/>
                <a:gd name="connsiteX4" fmla="*/ 41316 w 41316"/>
                <a:gd name="connsiteY4" fmla="*/ 16349 h 32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316" h="32697">
                  <a:moveTo>
                    <a:pt x="41316" y="16349"/>
                  </a:moveTo>
                  <a:cubicBezTo>
                    <a:pt x="41316" y="25474"/>
                    <a:pt x="32064" y="32698"/>
                    <a:pt x="20658" y="32698"/>
                  </a:cubicBezTo>
                  <a:cubicBezTo>
                    <a:pt x="9251" y="32698"/>
                    <a:pt x="0" y="25347"/>
                    <a:pt x="0" y="16349"/>
                  </a:cubicBezTo>
                  <a:cubicBezTo>
                    <a:pt x="0" y="7351"/>
                    <a:pt x="9251" y="0"/>
                    <a:pt x="20658" y="0"/>
                  </a:cubicBezTo>
                  <a:cubicBezTo>
                    <a:pt x="32064" y="0"/>
                    <a:pt x="41316" y="7351"/>
                    <a:pt x="41316" y="1634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54" name="Freeform: Shape 4653">
              <a:extLst>
                <a:ext uri="{FF2B5EF4-FFF2-40B4-BE49-F238E27FC236}">
                  <a16:creationId xmlns:a16="http://schemas.microsoft.com/office/drawing/2014/main" id="{E130FDE8-FACC-5E7E-1023-FFBED3F1B688}"/>
                </a:ext>
              </a:extLst>
            </p:cNvPr>
            <p:cNvSpPr/>
            <p:nvPr/>
          </p:nvSpPr>
          <p:spPr>
            <a:xfrm>
              <a:off x="9652085" y="457674"/>
              <a:ext cx="41315" cy="32697"/>
            </a:xfrm>
            <a:custGeom>
              <a:avLst/>
              <a:gdLst>
                <a:gd name="connsiteX0" fmla="*/ 41315 w 41315"/>
                <a:gd name="connsiteY0" fmla="*/ 16349 h 32697"/>
                <a:gd name="connsiteX1" fmla="*/ 20657 w 41315"/>
                <a:gd name="connsiteY1" fmla="*/ 32698 h 32697"/>
                <a:gd name="connsiteX2" fmla="*/ 0 w 41315"/>
                <a:gd name="connsiteY2" fmla="*/ 16349 h 32697"/>
                <a:gd name="connsiteX3" fmla="*/ 20657 w 41315"/>
                <a:gd name="connsiteY3" fmla="*/ 0 h 32697"/>
                <a:gd name="connsiteX4" fmla="*/ 41315 w 41315"/>
                <a:gd name="connsiteY4" fmla="*/ 16349 h 32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315" h="32697">
                  <a:moveTo>
                    <a:pt x="41315" y="16349"/>
                  </a:moveTo>
                  <a:cubicBezTo>
                    <a:pt x="41315" y="25347"/>
                    <a:pt x="32064" y="32698"/>
                    <a:pt x="20657" y="32698"/>
                  </a:cubicBezTo>
                  <a:cubicBezTo>
                    <a:pt x="9251" y="32698"/>
                    <a:pt x="0" y="25347"/>
                    <a:pt x="0" y="16349"/>
                  </a:cubicBezTo>
                  <a:cubicBezTo>
                    <a:pt x="0" y="7351"/>
                    <a:pt x="9251" y="0"/>
                    <a:pt x="20657" y="0"/>
                  </a:cubicBezTo>
                  <a:cubicBezTo>
                    <a:pt x="32064" y="0"/>
                    <a:pt x="41315" y="7351"/>
                    <a:pt x="41315" y="1634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55" name="Freeform: Shape 4654">
              <a:extLst>
                <a:ext uri="{FF2B5EF4-FFF2-40B4-BE49-F238E27FC236}">
                  <a16:creationId xmlns:a16="http://schemas.microsoft.com/office/drawing/2014/main" id="{3C2033A7-415A-0B01-DE5F-35593FEC5914}"/>
                </a:ext>
              </a:extLst>
            </p:cNvPr>
            <p:cNvSpPr/>
            <p:nvPr/>
          </p:nvSpPr>
          <p:spPr>
            <a:xfrm>
              <a:off x="9746123" y="529533"/>
              <a:ext cx="42076" cy="33331"/>
            </a:xfrm>
            <a:custGeom>
              <a:avLst/>
              <a:gdLst>
                <a:gd name="connsiteX0" fmla="*/ 42076 w 42076"/>
                <a:gd name="connsiteY0" fmla="*/ 16602 h 33331"/>
                <a:gd name="connsiteX1" fmla="*/ 21038 w 42076"/>
                <a:gd name="connsiteY1" fmla="*/ 33332 h 33331"/>
                <a:gd name="connsiteX2" fmla="*/ 0 w 42076"/>
                <a:gd name="connsiteY2" fmla="*/ 16602 h 33331"/>
                <a:gd name="connsiteX3" fmla="*/ 21038 w 42076"/>
                <a:gd name="connsiteY3" fmla="*/ 0 h 33331"/>
                <a:gd name="connsiteX4" fmla="*/ 42076 w 42076"/>
                <a:gd name="connsiteY4" fmla="*/ 16602 h 33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076" h="33331">
                  <a:moveTo>
                    <a:pt x="42076" y="16602"/>
                  </a:moveTo>
                  <a:cubicBezTo>
                    <a:pt x="42076" y="25854"/>
                    <a:pt x="32698" y="33332"/>
                    <a:pt x="21038" y="33332"/>
                  </a:cubicBezTo>
                  <a:cubicBezTo>
                    <a:pt x="9378" y="33332"/>
                    <a:pt x="0" y="25854"/>
                    <a:pt x="0" y="16602"/>
                  </a:cubicBezTo>
                  <a:cubicBezTo>
                    <a:pt x="0" y="7351"/>
                    <a:pt x="9378" y="0"/>
                    <a:pt x="21038" y="0"/>
                  </a:cubicBezTo>
                  <a:cubicBezTo>
                    <a:pt x="32698" y="0"/>
                    <a:pt x="42076" y="7477"/>
                    <a:pt x="42076" y="1660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56" name="Freeform: Shape 4655">
              <a:extLst>
                <a:ext uri="{FF2B5EF4-FFF2-40B4-BE49-F238E27FC236}">
                  <a16:creationId xmlns:a16="http://schemas.microsoft.com/office/drawing/2014/main" id="{D2C7A0A6-5AD0-598D-E6F8-AA1EF37E5119}"/>
                </a:ext>
              </a:extLst>
            </p:cNvPr>
            <p:cNvSpPr/>
            <p:nvPr/>
          </p:nvSpPr>
          <p:spPr>
            <a:xfrm>
              <a:off x="9838260" y="603420"/>
              <a:ext cx="42075" cy="33331"/>
            </a:xfrm>
            <a:custGeom>
              <a:avLst/>
              <a:gdLst>
                <a:gd name="connsiteX0" fmla="*/ 42076 w 42075"/>
                <a:gd name="connsiteY0" fmla="*/ 16729 h 33331"/>
                <a:gd name="connsiteX1" fmla="*/ 21038 w 42075"/>
                <a:gd name="connsiteY1" fmla="*/ 33332 h 33331"/>
                <a:gd name="connsiteX2" fmla="*/ 0 w 42075"/>
                <a:gd name="connsiteY2" fmla="*/ 16729 h 33331"/>
                <a:gd name="connsiteX3" fmla="*/ 21038 w 42075"/>
                <a:gd name="connsiteY3" fmla="*/ 0 h 33331"/>
                <a:gd name="connsiteX4" fmla="*/ 42076 w 42075"/>
                <a:gd name="connsiteY4" fmla="*/ 16729 h 33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075" h="33331">
                  <a:moveTo>
                    <a:pt x="42076" y="16729"/>
                  </a:moveTo>
                  <a:cubicBezTo>
                    <a:pt x="42076" y="25854"/>
                    <a:pt x="32570" y="33332"/>
                    <a:pt x="21038" y="33332"/>
                  </a:cubicBezTo>
                  <a:cubicBezTo>
                    <a:pt x="9505" y="33332"/>
                    <a:pt x="0" y="25854"/>
                    <a:pt x="0" y="16729"/>
                  </a:cubicBezTo>
                  <a:cubicBezTo>
                    <a:pt x="0" y="7604"/>
                    <a:pt x="9378" y="0"/>
                    <a:pt x="21038" y="0"/>
                  </a:cubicBezTo>
                  <a:cubicBezTo>
                    <a:pt x="32697" y="0"/>
                    <a:pt x="42076" y="7477"/>
                    <a:pt x="42076" y="1672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57" name="Freeform: Shape 4656">
              <a:extLst>
                <a:ext uri="{FF2B5EF4-FFF2-40B4-BE49-F238E27FC236}">
                  <a16:creationId xmlns:a16="http://schemas.microsoft.com/office/drawing/2014/main" id="{9CD410BD-B34F-2374-CE6B-6638CED86E66}"/>
                </a:ext>
              </a:extLst>
            </p:cNvPr>
            <p:cNvSpPr/>
            <p:nvPr/>
          </p:nvSpPr>
          <p:spPr>
            <a:xfrm>
              <a:off x="9928370" y="679588"/>
              <a:ext cx="41316" cy="32697"/>
            </a:xfrm>
            <a:custGeom>
              <a:avLst/>
              <a:gdLst>
                <a:gd name="connsiteX0" fmla="*/ 41316 w 41316"/>
                <a:gd name="connsiteY0" fmla="*/ 16349 h 32697"/>
                <a:gd name="connsiteX1" fmla="*/ 20658 w 41316"/>
                <a:gd name="connsiteY1" fmla="*/ 32698 h 32697"/>
                <a:gd name="connsiteX2" fmla="*/ 0 w 41316"/>
                <a:gd name="connsiteY2" fmla="*/ 16349 h 32697"/>
                <a:gd name="connsiteX3" fmla="*/ 20658 w 41316"/>
                <a:gd name="connsiteY3" fmla="*/ 0 h 32697"/>
                <a:gd name="connsiteX4" fmla="*/ 41316 w 41316"/>
                <a:gd name="connsiteY4" fmla="*/ 16349 h 32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316" h="32697">
                  <a:moveTo>
                    <a:pt x="41316" y="16349"/>
                  </a:moveTo>
                  <a:cubicBezTo>
                    <a:pt x="41316" y="25347"/>
                    <a:pt x="32064" y="32698"/>
                    <a:pt x="20658" y="32698"/>
                  </a:cubicBezTo>
                  <a:cubicBezTo>
                    <a:pt x="9251" y="32698"/>
                    <a:pt x="0" y="25347"/>
                    <a:pt x="0" y="16349"/>
                  </a:cubicBezTo>
                  <a:cubicBezTo>
                    <a:pt x="0" y="7351"/>
                    <a:pt x="9251" y="0"/>
                    <a:pt x="20658" y="0"/>
                  </a:cubicBezTo>
                  <a:cubicBezTo>
                    <a:pt x="32064" y="0"/>
                    <a:pt x="41316" y="7351"/>
                    <a:pt x="41316" y="1634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58" name="Freeform: Shape 4657">
              <a:extLst>
                <a:ext uri="{FF2B5EF4-FFF2-40B4-BE49-F238E27FC236}">
                  <a16:creationId xmlns:a16="http://schemas.microsoft.com/office/drawing/2014/main" id="{27657A4C-9AF9-5501-674C-562186FFA9C5}"/>
                </a:ext>
              </a:extLst>
            </p:cNvPr>
            <p:cNvSpPr/>
            <p:nvPr/>
          </p:nvSpPr>
          <p:spPr>
            <a:xfrm>
              <a:off x="10015564" y="757277"/>
              <a:ext cx="41316" cy="32697"/>
            </a:xfrm>
            <a:custGeom>
              <a:avLst/>
              <a:gdLst>
                <a:gd name="connsiteX0" fmla="*/ 41316 w 41316"/>
                <a:gd name="connsiteY0" fmla="*/ 16349 h 32697"/>
                <a:gd name="connsiteX1" fmla="*/ 20658 w 41316"/>
                <a:gd name="connsiteY1" fmla="*/ 32698 h 32697"/>
                <a:gd name="connsiteX2" fmla="*/ 0 w 41316"/>
                <a:gd name="connsiteY2" fmla="*/ 16349 h 32697"/>
                <a:gd name="connsiteX3" fmla="*/ 20658 w 41316"/>
                <a:gd name="connsiteY3" fmla="*/ 0 h 32697"/>
                <a:gd name="connsiteX4" fmla="*/ 41316 w 41316"/>
                <a:gd name="connsiteY4" fmla="*/ 16349 h 32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316" h="32697">
                  <a:moveTo>
                    <a:pt x="41316" y="16349"/>
                  </a:moveTo>
                  <a:cubicBezTo>
                    <a:pt x="41316" y="25347"/>
                    <a:pt x="32064" y="32698"/>
                    <a:pt x="20658" y="32698"/>
                  </a:cubicBezTo>
                  <a:cubicBezTo>
                    <a:pt x="9251" y="32698"/>
                    <a:pt x="0" y="25347"/>
                    <a:pt x="0" y="16349"/>
                  </a:cubicBezTo>
                  <a:cubicBezTo>
                    <a:pt x="0" y="7351"/>
                    <a:pt x="9251" y="0"/>
                    <a:pt x="20658" y="0"/>
                  </a:cubicBezTo>
                  <a:cubicBezTo>
                    <a:pt x="32064" y="0"/>
                    <a:pt x="41316" y="7351"/>
                    <a:pt x="41316" y="1634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59" name="Freeform: Shape 4658">
              <a:extLst>
                <a:ext uri="{FF2B5EF4-FFF2-40B4-BE49-F238E27FC236}">
                  <a16:creationId xmlns:a16="http://schemas.microsoft.com/office/drawing/2014/main" id="{5446774F-58B0-9ADD-4037-E3A2E74FC7E7}"/>
                </a:ext>
              </a:extLst>
            </p:cNvPr>
            <p:cNvSpPr/>
            <p:nvPr/>
          </p:nvSpPr>
          <p:spPr>
            <a:xfrm>
              <a:off x="10100350" y="836614"/>
              <a:ext cx="41315" cy="32697"/>
            </a:xfrm>
            <a:custGeom>
              <a:avLst/>
              <a:gdLst>
                <a:gd name="connsiteX0" fmla="*/ 41315 w 41315"/>
                <a:gd name="connsiteY0" fmla="*/ 16349 h 32697"/>
                <a:gd name="connsiteX1" fmla="*/ 20658 w 41315"/>
                <a:gd name="connsiteY1" fmla="*/ 32698 h 32697"/>
                <a:gd name="connsiteX2" fmla="*/ 0 w 41315"/>
                <a:gd name="connsiteY2" fmla="*/ 16349 h 32697"/>
                <a:gd name="connsiteX3" fmla="*/ 20658 w 41315"/>
                <a:gd name="connsiteY3" fmla="*/ 0 h 32697"/>
                <a:gd name="connsiteX4" fmla="*/ 41315 w 41315"/>
                <a:gd name="connsiteY4" fmla="*/ 16349 h 32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315" h="32697">
                  <a:moveTo>
                    <a:pt x="41315" y="16349"/>
                  </a:moveTo>
                  <a:cubicBezTo>
                    <a:pt x="41315" y="25347"/>
                    <a:pt x="32064" y="32698"/>
                    <a:pt x="20658" y="32698"/>
                  </a:cubicBezTo>
                  <a:cubicBezTo>
                    <a:pt x="9251" y="32698"/>
                    <a:pt x="0" y="25347"/>
                    <a:pt x="0" y="16349"/>
                  </a:cubicBezTo>
                  <a:cubicBezTo>
                    <a:pt x="0" y="7351"/>
                    <a:pt x="9251" y="0"/>
                    <a:pt x="20658" y="0"/>
                  </a:cubicBezTo>
                  <a:cubicBezTo>
                    <a:pt x="32064" y="0"/>
                    <a:pt x="41315" y="7351"/>
                    <a:pt x="41315" y="1634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60" name="Freeform: Shape 4659">
              <a:extLst>
                <a:ext uri="{FF2B5EF4-FFF2-40B4-BE49-F238E27FC236}">
                  <a16:creationId xmlns:a16="http://schemas.microsoft.com/office/drawing/2014/main" id="{AD7865A9-ED9A-5C90-6312-F9DF6E770898}"/>
                </a:ext>
              </a:extLst>
            </p:cNvPr>
            <p:cNvSpPr/>
            <p:nvPr/>
          </p:nvSpPr>
          <p:spPr>
            <a:xfrm>
              <a:off x="10182475" y="917725"/>
              <a:ext cx="41316" cy="32697"/>
            </a:xfrm>
            <a:custGeom>
              <a:avLst/>
              <a:gdLst>
                <a:gd name="connsiteX0" fmla="*/ 41316 w 41316"/>
                <a:gd name="connsiteY0" fmla="*/ 16349 h 32697"/>
                <a:gd name="connsiteX1" fmla="*/ 20658 w 41316"/>
                <a:gd name="connsiteY1" fmla="*/ 32698 h 32697"/>
                <a:gd name="connsiteX2" fmla="*/ 0 w 41316"/>
                <a:gd name="connsiteY2" fmla="*/ 16349 h 32697"/>
                <a:gd name="connsiteX3" fmla="*/ 20658 w 41316"/>
                <a:gd name="connsiteY3" fmla="*/ 0 h 32697"/>
                <a:gd name="connsiteX4" fmla="*/ 41316 w 41316"/>
                <a:gd name="connsiteY4" fmla="*/ 16349 h 32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316" h="32697">
                  <a:moveTo>
                    <a:pt x="41316" y="16349"/>
                  </a:moveTo>
                  <a:cubicBezTo>
                    <a:pt x="41316" y="25347"/>
                    <a:pt x="32064" y="32698"/>
                    <a:pt x="20658" y="32698"/>
                  </a:cubicBezTo>
                  <a:cubicBezTo>
                    <a:pt x="9251" y="32698"/>
                    <a:pt x="0" y="25347"/>
                    <a:pt x="0" y="16349"/>
                  </a:cubicBezTo>
                  <a:cubicBezTo>
                    <a:pt x="0" y="7351"/>
                    <a:pt x="9251" y="0"/>
                    <a:pt x="20658" y="0"/>
                  </a:cubicBezTo>
                  <a:cubicBezTo>
                    <a:pt x="32064" y="0"/>
                    <a:pt x="41316" y="7351"/>
                    <a:pt x="41316" y="1634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61" name="Freeform: Shape 4660">
              <a:extLst>
                <a:ext uri="{FF2B5EF4-FFF2-40B4-BE49-F238E27FC236}">
                  <a16:creationId xmlns:a16="http://schemas.microsoft.com/office/drawing/2014/main" id="{121E4098-B0ED-F451-3AE6-68A4CDD56C57}"/>
                </a:ext>
              </a:extLst>
            </p:cNvPr>
            <p:cNvSpPr/>
            <p:nvPr/>
          </p:nvSpPr>
          <p:spPr>
            <a:xfrm>
              <a:off x="10261939" y="1000357"/>
              <a:ext cx="41315" cy="32697"/>
            </a:xfrm>
            <a:custGeom>
              <a:avLst/>
              <a:gdLst>
                <a:gd name="connsiteX0" fmla="*/ 41315 w 41315"/>
                <a:gd name="connsiteY0" fmla="*/ 16349 h 32697"/>
                <a:gd name="connsiteX1" fmla="*/ 20658 w 41315"/>
                <a:gd name="connsiteY1" fmla="*/ 32698 h 32697"/>
                <a:gd name="connsiteX2" fmla="*/ 0 w 41315"/>
                <a:gd name="connsiteY2" fmla="*/ 16349 h 32697"/>
                <a:gd name="connsiteX3" fmla="*/ 20658 w 41315"/>
                <a:gd name="connsiteY3" fmla="*/ 0 h 32697"/>
                <a:gd name="connsiteX4" fmla="*/ 41315 w 41315"/>
                <a:gd name="connsiteY4" fmla="*/ 16349 h 32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315" h="32697">
                  <a:moveTo>
                    <a:pt x="41315" y="16349"/>
                  </a:moveTo>
                  <a:cubicBezTo>
                    <a:pt x="41315" y="25474"/>
                    <a:pt x="32064" y="32698"/>
                    <a:pt x="20658" y="32698"/>
                  </a:cubicBezTo>
                  <a:cubicBezTo>
                    <a:pt x="9251" y="32698"/>
                    <a:pt x="0" y="25474"/>
                    <a:pt x="0" y="16349"/>
                  </a:cubicBezTo>
                  <a:cubicBezTo>
                    <a:pt x="0" y="7224"/>
                    <a:pt x="9251" y="0"/>
                    <a:pt x="20658" y="0"/>
                  </a:cubicBezTo>
                  <a:cubicBezTo>
                    <a:pt x="32064" y="0"/>
                    <a:pt x="41315" y="7351"/>
                    <a:pt x="41315" y="1634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62" name="Freeform: Shape 4661">
              <a:extLst>
                <a:ext uri="{FF2B5EF4-FFF2-40B4-BE49-F238E27FC236}">
                  <a16:creationId xmlns:a16="http://schemas.microsoft.com/office/drawing/2014/main" id="{5850BC90-133E-D564-808F-AD34FCFBC56E}"/>
                </a:ext>
              </a:extLst>
            </p:cNvPr>
            <p:cNvSpPr/>
            <p:nvPr/>
          </p:nvSpPr>
          <p:spPr>
            <a:xfrm>
              <a:off x="10338741" y="1084636"/>
              <a:ext cx="41316" cy="32697"/>
            </a:xfrm>
            <a:custGeom>
              <a:avLst/>
              <a:gdLst>
                <a:gd name="connsiteX0" fmla="*/ 41316 w 41316"/>
                <a:gd name="connsiteY0" fmla="*/ 16349 h 32697"/>
                <a:gd name="connsiteX1" fmla="*/ 20658 w 41316"/>
                <a:gd name="connsiteY1" fmla="*/ 32698 h 32697"/>
                <a:gd name="connsiteX2" fmla="*/ 0 w 41316"/>
                <a:gd name="connsiteY2" fmla="*/ 16349 h 32697"/>
                <a:gd name="connsiteX3" fmla="*/ 20658 w 41316"/>
                <a:gd name="connsiteY3" fmla="*/ 0 h 32697"/>
                <a:gd name="connsiteX4" fmla="*/ 41316 w 41316"/>
                <a:gd name="connsiteY4" fmla="*/ 16349 h 32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316" h="32697">
                  <a:moveTo>
                    <a:pt x="41316" y="16349"/>
                  </a:moveTo>
                  <a:cubicBezTo>
                    <a:pt x="41316" y="25347"/>
                    <a:pt x="32064" y="32698"/>
                    <a:pt x="20658" y="32698"/>
                  </a:cubicBezTo>
                  <a:cubicBezTo>
                    <a:pt x="9251" y="32698"/>
                    <a:pt x="0" y="25347"/>
                    <a:pt x="0" y="16349"/>
                  </a:cubicBezTo>
                  <a:cubicBezTo>
                    <a:pt x="0" y="7351"/>
                    <a:pt x="9251" y="0"/>
                    <a:pt x="20658" y="0"/>
                  </a:cubicBezTo>
                  <a:cubicBezTo>
                    <a:pt x="32064" y="0"/>
                    <a:pt x="41316" y="7351"/>
                    <a:pt x="41316" y="1634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63" name="Freeform: Shape 4662">
              <a:extLst>
                <a:ext uri="{FF2B5EF4-FFF2-40B4-BE49-F238E27FC236}">
                  <a16:creationId xmlns:a16="http://schemas.microsoft.com/office/drawing/2014/main" id="{1C685D81-1657-E774-00CE-5D0C21717151}"/>
                </a:ext>
              </a:extLst>
            </p:cNvPr>
            <p:cNvSpPr/>
            <p:nvPr/>
          </p:nvSpPr>
          <p:spPr>
            <a:xfrm>
              <a:off x="10413262" y="1170690"/>
              <a:ext cx="40428" cy="32190"/>
            </a:xfrm>
            <a:custGeom>
              <a:avLst/>
              <a:gdLst>
                <a:gd name="connsiteX0" fmla="*/ 40429 w 40428"/>
                <a:gd name="connsiteY0" fmla="*/ 16096 h 32190"/>
                <a:gd name="connsiteX1" fmla="*/ 20277 w 40428"/>
                <a:gd name="connsiteY1" fmla="*/ 32191 h 32190"/>
                <a:gd name="connsiteX2" fmla="*/ 0 w 40428"/>
                <a:gd name="connsiteY2" fmla="*/ 16096 h 32190"/>
                <a:gd name="connsiteX3" fmla="*/ 20277 w 40428"/>
                <a:gd name="connsiteY3" fmla="*/ 0 h 32190"/>
                <a:gd name="connsiteX4" fmla="*/ 40429 w 40428"/>
                <a:gd name="connsiteY4" fmla="*/ 16096 h 32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428" h="32190">
                  <a:moveTo>
                    <a:pt x="40429" y="16096"/>
                  </a:moveTo>
                  <a:cubicBezTo>
                    <a:pt x="40429" y="24967"/>
                    <a:pt x="31303" y="32191"/>
                    <a:pt x="20277" y="32191"/>
                  </a:cubicBezTo>
                  <a:cubicBezTo>
                    <a:pt x="9251" y="32191"/>
                    <a:pt x="0" y="24967"/>
                    <a:pt x="0" y="16096"/>
                  </a:cubicBezTo>
                  <a:cubicBezTo>
                    <a:pt x="0" y="7224"/>
                    <a:pt x="9125" y="0"/>
                    <a:pt x="20277" y="0"/>
                  </a:cubicBezTo>
                  <a:cubicBezTo>
                    <a:pt x="31430" y="0"/>
                    <a:pt x="40429" y="7224"/>
                    <a:pt x="40429" y="1609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64" name="Freeform: Shape 4663">
              <a:extLst>
                <a:ext uri="{FF2B5EF4-FFF2-40B4-BE49-F238E27FC236}">
                  <a16:creationId xmlns:a16="http://schemas.microsoft.com/office/drawing/2014/main" id="{9DD90592-E996-AF26-8D13-91D4909C47C4}"/>
                </a:ext>
              </a:extLst>
            </p:cNvPr>
            <p:cNvSpPr/>
            <p:nvPr/>
          </p:nvSpPr>
          <p:spPr>
            <a:xfrm>
              <a:off x="10484360" y="1258011"/>
              <a:ext cx="40555" cy="32190"/>
            </a:xfrm>
            <a:custGeom>
              <a:avLst/>
              <a:gdLst>
                <a:gd name="connsiteX0" fmla="*/ 40556 w 40555"/>
                <a:gd name="connsiteY0" fmla="*/ 16096 h 32190"/>
                <a:gd name="connsiteX1" fmla="*/ 20277 w 40555"/>
                <a:gd name="connsiteY1" fmla="*/ 32191 h 32190"/>
                <a:gd name="connsiteX2" fmla="*/ 0 w 40555"/>
                <a:gd name="connsiteY2" fmla="*/ 16096 h 32190"/>
                <a:gd name="connsiteX3" fmla="*/ 20277 w 40555"/>
                <a:gd name="connsiteY3" fmla="*/ 0 h 32190"/>
                <a:gd name="connsiteX4" fmla="*/ 40556 w 40555"/>
                <a:gd name="connsiteY4" fmla="*/ 16096 h 32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55" h="32190">
                  <a:moveTo>
                    <a:pt x="40556" y="16096"/>
                  </a:moveTo>
                  <a:cubicBezTo>
                    <a:pt x="40556" y="24967"/>
                    <a:pt x="31557" y="32191"/>
                    <a:pt x="20277" y="32191"/>
                  </a:cubicBezTo>
                  <a:cubicBezTo>
                    <a:pt x="8998" y="32191"/>
                    <a:pt x="0" y="24967"/>
                    <a:pt x="0" y="16096"/>
                  </a:cubicBezTo>
                  <a:cubicBezTo>
                    <a:pt x="0" y="7224"/>
                    <a:pt x="9125" y="0"/>
                    <a:pt x="20277" y="0"/>
                  </a:cubicBezTo>
                  <a:cubicBezTo>
                    <a:pt x="31430" y="0"/>
                    <a:pt x="40556" y="7224"/>
                    <a:pt x="40556" y="1609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65" name="Freeform: Shape 4664">
              <a:extLst>
                <a:ext uri="{FF2B5EF4-FFF2-40B4-BE49-F238E27FC236}">
                  <a16:creationId xmlns:a16="http://schemas.microsoft.com/office/drawing/2014/main" id="{950E064D-2A40-1382-05B5-C29D44BE97A8}"/>
                </a:ext>
              </a:extLst>
            </p:cNvPr>
            <p:cNvSpPr/>
            <p:nvPr/>
          </p:nvSpPr>
          <p:spPr>
            <a:xfrm>
              <a:off x="10553305" y="1347107"/>
              <a:ext cx="39668" cy="31430"/>
            </a:xfrm>
            <a:custGeom>
              <a:avLst/>
              <a:gdLst>
                <a:gd name="connsiteX0" fmla="*/ 39668 w 39668"/>
                <a:gd name="connsiteY0" fmla="*/ 15715 h 31430"/>
                <a:gd name="connsiteX1" fmla="*/ 19898 w 39668"/>
                <a:gd name="connsiteY1" fmla="*/ 31430 h 31430"/>
                <a:gd name="connsiteX2" fmla="*/ 0 w 39668"/>
                <a:gd name="connsiteY2" fmla="*/ 15715 h 31430"/>
                <a:gd name="connsiteX3" fmla="*/ 19898 w 39668"/>
                <a:gd name="connsiteY3" fmla="*/ 0 h 31430"/>
                <a:gd name="connsiteX4" fmla="*/ 39668 w 39668"/>
                <a:gd name="connsiteY4" fmla="*/ 15715 h 31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668" h="31430">
                  <a:moveTo>
                    <a:pt x="39668" y="15715"/>
                  </a:moveTo>
                  <a:cubicBezTo>
                    <a:pt x="39668" y="24460"/>
                    <a:pt x="30797" y="31430"/>
                    <a:pt x="19898" y="31430"/>
                  </a:cubicBezTo>
                  <a:cubicBezTo>
                    <a:pt x="8998" y="31430"/>
                    <a:pt x="0" y="24460"/>
                    <a:pt x="0" y="15715"/>
                  </a:cubicBezTo>
                  <a:cubicBezTo>
                    <a:pt x="0" y="6970"/>
                    <a:pt x="8872" y="0"/>
                    <a:pt x="19898" y="0"/>
                  </a:cubicBezTo>
                  <a:cubicBezTo>
                    <a:pt x="30924" y="0"/>
                    <a:pt x="39668" y="7097"/>
                    <a:pt x="39668" y="1571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66" name="Freeform: Shape 4665">
              <a:extLst>
                <a:ext uri="{FF2B5EF4-FFF2-40B4-BE49-F238E27FC236}">
                  <a16:creationId xmlns:a16="http://schemas.microsoft.com/office/drawing/2014/main" id="{D2F64D10-3836-5CB9-C06C-543F510335D9}"/>
                </a:ext>
              </a:extLst>
            </p:cNvPr>
            <p:cNvSpPr/>
            <p:nvPr/>
          </p:nvSpPr>
          <p:spPr>
            <a:xfrm>
              <a:off x="10618827" y="1437216"/>
              <a:ext cx="39668" cy="31430"/>
            </a:xfrm>
            <a:custGeom>
              <a:avLst/>
              <a:gdLst>
                <a:gd name="connsiteX0" fmla="*/ 39668 w 39668"/>
                <a:gd name="connsiteY0" fmla="*/ 15715 h 31430"/>
                <a:gd name="connsiteX1" fmla="*/ 19898 w 39668"/>
                <a:gd name="connsiteY1" fmla="*/ 31431 h 31430"/>
                <a:gd name="connsiteX2" fmla="*/ 0 w 39668"/>
                <a:gd name="connsiteY2" fmla="*/ 15715 h 31430"/>
                <a:gd name="connsiteX3" fmla="*/ 19898 w 39668"/>
                <a:gd name="connsiteY3" fmla="*/ 0 h 31430"/>
                <a:gd name="connsiteX4" fmla="*/ 39668 w 39668"/>
                <a:gd name="connsiteY4" fmla="*/ 15715 h 31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668" h="31430">
                  <a:moveTo>
                    <a:pt x="39668" y="15715"/>
                  </a:moveTo>
                  <a:cubicBezTo>
                    <a:pt x="39668" y="24460"/>
                    <a:pt x="30797" y="31431"/>
                    <a:pt x="19898" y="31431"/>
                  </a:cubicBezTo>
                  <a:cubicBezTo>
                    <a:pt x="8999" y="31431"/>
                    <a:pt x="0" y="24333"/>
                    <a:pt x="0" y="15715"/>
                  </a:cubicBezTo>
                  <a:cubicBezTo>
                    <a:pt x="0" y="7097"/>
                    <a:pt x="8872" y="0"/>
                    <a:pt x="19898" y="0"/>
                  </a:cubicBezTo>
                  <a:cubicBezTo>
                    <a:pt x="30924" y="0"/>
                    <a:pt x="39668" y="7097"/>
                    <a:pt x="39668" y="1571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67" name="Freeform: Shape 4666">
              <a:extLst>
                <a:ext uri="{FF2B5EF4-FFF2-40B4-BE49-F238E27FC236}">
                  <a16:creationId xmlns:a16="http://schemas.microsoft.com/office/drawing/2014/main" id="{430659F7-529A-6A0F-4032-6FB62DB5788D}"/>
                </a:ext>
              </a:extLst>
            </p:cNvPr>
            <p:cNvSpPr/>
            <p:nvPr/>
          </p:nvSpPr>
          <p:spPr>
            <a:xfrm>
              <a:off x="10681941" y="1528973"/>
              <a:ext cx="38655" cy="30670"/>
            </a:xfrm>
            <a:custGeom>
              <a:avLst/>
              <a:gdLst>
                <a:gd name="connsiteX0" fmla="*/ 38655 w 38655"/>
                <a:gd name="connsiteY0" fmla="*/ 15335 h 30670"/>
                <a:gd name="connsiteX1" fmla="*/ 19264 w 38655"/>
                <a:gd name="connsiteY1" fmla="*/ 30670 h 30670"/>
                <a:gd name="connsiteX2" fmla="*/ 0 w 38655"/>
                <a:gd name="connsiteY2" fmla="*/ 15335 h 30670"/>
                <a:gd name="connsiteX3" fmla="*/ 19264 w 38655"/>
                <a:gd name="connsiteY3" fmla="*/ 0 h 30670"/>
                <a:gd name="connsiteX4" fmla="*/ 38655 w 38655"/>
                <a:gd name="connsiteY4" fmla="*/ 15335 h 30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655" h="30670">
                  <a:moveTo>
                    <a:pt x="38655" y="15335"/>
                  </a:moveTo>
                  <a:cubicBezTo>
                    <a:pt x="38655" y="23826"/>
                    <a:pt x="30036" y="30670"/>
                    <a:pt x="19264" y="30670"/>
                  </a:cubicBezTo>
                  <a:cubicBezTo>
                    <a:pt x="8492" y="30670"/>
                    <a:pt x="0" y="23826"/>
                    <a:pt x="0" y="15335"/>
                  </a:cubicBezTo>
                  <a:cubicBezTo>
                    <a:pt x="0" y="6844"/>
                    <a:pt x="8619" y="0"/>
                    <a:pt x="19264" y="0"/>
                  </a:cubicBezTo>
                  <a:cubicBezTo>
                    <a:pt x="29910" y="0"/>
                    <a:pt x="38655" y="6844"/>
                    <a:pt x="38655" y="153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68" name="Freeform: Shape 4667">
              <a:extLst>
                <a:ext uri="{FF2B5EF4-FFF2-40B4-BE49-F238E27FC236}">
                  <a16:creationId xmlns:a16="http://schemas.microsoft.com/office/drawing/2014/main" id="{8BE274E4-0A14-52C8-9577-54C851E5732F}"/>
                </a:ext>
              </a:extLst>
            </p:cNvPr>
            <p:cNvSpPr/>
            <p:nvPr/>
          </p:nvSpPr>
          <p:spPr>
            <a:xfrm>
              <a:off x="10741127" y="1621110"/>
              <a:ext cx="39668" cy="31430"/>
            </a:xfrm>
            <a:custGeom>
              <a:avLst/>
              <a:gdLst>
                <a:gd name="connsiteX0" fmla="*/ 39668 w 39668"/>
                <a:gd name="connsiteY0" fmla="*/ 15715 h 31430"/>
                <a:gd name="connsiteX1" fmla="*/ 19898 w 39668"/>
                <a:gd name="connsiteY1" fmla="*/ 31431 h 31430"/>
                <a:gd name="connsiteX2" fmla="*/ 0 w 39668"/>
                <a:gd name="connsiteY2" fmla="*/ 15715 h 31430"/>
                <a:gd name="connsiteX3" fmla="*/ 19898 w 39668"/>
                <a:gd name="connsiteY3" fmla="*/ 0 h 31430"/>
                <a:gd name="connsiteX4" fmla="*/ 39668 w 39668"/>
                <a:gd name="connsiteY4" fmla="*/ 15715 h 31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668" h="31430">
                  <a:moveTo>
                    <a:pt x="39668" y="15715"/>
                  </a:moveTo>
                  <a:cubicBezTo>
                    <a:pt x="39668" y="24460"/>
                    <a:pt x="30797" y="31431"/>
                    <a:pt x="19898" y="31431"/>
                  </a:cubicBezTo>
                  <a:cubicBezTo>
                    <a:pt x="8998" y="31431"/>
                    <a:pt x="0" y="24333"/>
                    <a:pt x="0" y="15715"/>
                  </a:cubicBezTo>
                  <a:cubicBezTo>
                    <a:pt x="0" y="7097"/>
                    <a:pt x="8871" y="0"/>
                    <a:pt x="19898" y="0"/>
                  </a:cubicBezTo>
                  <a:cubicBezTo>
                    <a:pt x="30924" y="0"/>
                    <a:pt x="39668" y="6970"/>
                    <a:pt x="39668" y="1571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69" name="Freeform: Shape 4668">
              <a:extLst>
                <a:ext uri="{FF2B5EF4-FFF2-40B4-BE49-F238E27FC236}">
                  <a16:creationId xmlns:a16="http://schemas.microsoft.com/office/drawing/2014/main" id="{3B03758F-DA74-8BFC-ED07-8E9B81C11CFC}"/>
                </a:ext>
              </a:extLst>
            </p:cNvPr>
            <p:cNvSpPr/>
            <p:nvPr/>
          </p:nvSpPr>
          <p:spPr>
            <a:xfrm>
              <a:off x="10798159" y="1715274"/>
              <a:ext cx="38781" cy="30670"/>
            </a:xfrm>
            <a:custGeom>
              <a:avLst/>
              <a:gdLst>
                <a:gd name="connsiteX0" fmla="*/ 38781 w 38781"/>
                <a:gd name="connsiteY0" fmla="*/ 15335 h 30670"/>
                <a:gd name="connsiteX1" fmla="*/ 19390 w 38781"/>
                <a:gd name="connsiteY1" fmla="*/ 30670 h 30670"/>
                <a:gd name="connsiteX2" fmla="*/ 0 w 38781"/>
                <a:gd name="connsiteY2" fmla="*/ 15335 h 30670"/>
                <a:gd name="connsiteX3" fmla="*/ 19390 w 38781"/>
                <a:gd name="connsiteY3" fmla="*/ 0 h 30670"/>
                <a:gd name="connsiteX4" fmla="*/ 38781 w 38781"/>
                <a:gd name="connsiteY4" fmla="*/ 15335 h 30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781" h="30670">
                  <a:moveTo>
                    <a:pt x="38781" y="15335"/>
                  </a:moveTo>
                  <a:cubicBezTo>
                    <a:pt x="38781" y="23826"/>
                    <a:pt x="30036" y="30670"/>
                    <a:pt x="19390" y="30670"/>
                  </a:cubicBezTo>
                  <a:cubicBezTo>
                    <a:pt x="8745" y="30670"/>
                    <a:pt x="0" y="23826"/>
                    <a:pt x="0" y="15335"/>
                  </a:cubicBezTo>
                  <a:cubicBezTo>
                    <a:pt x="0" y="6844"/>
                    <a:pt x="8745" y="0"/>
                    <a:pt x="19390" y="0"/>
                  </a:cubicBezTo>
                  <a:cubicBezTo>
                    <a:pt x="30036" y="0"/>
                    <a:pt x="38781" y="6844"/>
                    <a:pt x="38781" y="153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70" name="Freeform: Shape 4669">
              <a:extLst>
                <a:ext uri="{FF2B5EF4-FFF2-40B4-BE49-F238E27FC236}">
                  <a16:creationId xmlns:a16="http://schemas.microsoft.com/office/drawing/2014/main" id="{52D9ADE7-D599-6CAD-2D34-FE0B8723536E}"/>
                </a:ext>
              </a:extLst>
            </p:cNvPr>
            <p:cNvSpPr/>
            <p:nvPr/>
          </p:nvSpPr>
          <p:spPr>
            <a:xfrm>
              <a:off x="10851895" y="1810200"/>
              <a:ext cx="38781" cy="30670"/>
            </a:xfrm>
            <a:custGeom>
              <a:avLst/>
              <a:gdLst>
                <a:gd name="connsiteX0" fmla="*/ 38781 w 38781"/>
                <a:gd name="connsiteY0" fmla="*/ 15335 h 30670"/>
                <a:gd name="connsiteX1" fmla="*/ 19390 w 38781"/>
                <a:gd name="connsiteY1" fmla="*/ 30670 h 30670"/>
                <a:gd name="connsiteX2" fmla="*/ 0 w 38781"/>
                <a:gd name="connsiteY2" fmla="*/ 15335 h 30670"/>
                <a:gd name="connsiteX3" fmla="*/ 19390 w 38781"/>
                <a:gd name="connsiteY3" fmla="*/ 0 h 30670"/>
                <a:gd name="connsiteX4" fmla="*/ 38781 w 38781"/>
                <a:gd name="connsiteY4" fmla="*/ 15335 h 30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781" h="30670">
                  <a:moveTo>
                    <a:pt x="38781" y="15335"/>
                  </a:moveTo>
                  <a:cubicBezTo>
                    <a:pt x="38781" y="23826"/>
                    <a:pt x="30036" y="30670"/>
                    <a:pt x="19390" y="30670"/>
                  </a:cubicBezTo>
                  <a:cubicBezTo>
                    <a:pt x="8745" y="30670"/>
                    <a:pt x="0" y="23826"/>
                    <a:pt x="0" y="15335"/>
                  </a:cubicBezTo>
                  <a:cubicBezTo>
                    <a:pt x="0" y="6844"/>
                    <a:pt x="8745" y="0"/>
                    <a:pt x="19390" y="0"/>
                  </a:cubicBezTo>
                  <a:cubicBezTo>
                    <a:pt x="30036" y="0"/>
                    <a:pt x="38781" y="6844"/>
                    <a:pt x="38781" y="153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71" name="Freeform: Shape 4670">
              <a:extLst>
                <a:ext uri="{FF2B5EF4-FFF2-40B4-BE49-F238E27FC236}">
                  <a16:creationId xmlns:a16="http://schemas.microsoft.com/office/drawing/2014/main" id="{8F88F967-77D7-E0F1-F017-B87B23F71BC4}"/>
                </a:ext>
              </a:extLst>
            </p:cNvPr>
            <p:cNvSpPr/>
            <p:nvPr/>
          </p:nvSpPr>
          <p:spPr>
            <a:xfrm>
              <a:off x="10902843" y="1906392"/>
              <a:ext cx="38020" cy="30163"/>
            </a:xfrm>
            <a:custGeom>
              <a:avLst/>
              <a:gdLst>
                <a:gd name="connsiteX0" fmla="*/ 38021 w 38020"/>
                <a:gd name="connsiteY0" fmla="*/ 15082 h 30163"/>
                <a:gd name="connsiteX1" fmla="*/ 19010 w 38020"/>
                <a:gd name="connsiteY1" fmla="*/ 30163 h 30163"/>
                <a:gd name="connsiteX2" fmla="*/ 0 w 38020"/>
                <a:gd name="connsiteY2" fmla="*/ 15082 h 30163"/>
                <a:gd name="connsiteX3" fmla="*/ 19010 w 38020"/>
                <a:gd name="connsiteY3" fmla="*/ 0 h 30163"/>
                <a:gd name="connsiteX4" fmla="*/ 38021 w 38020"/>
                <a:gd name="connsiteY4" fmla="*/ 15082 h 30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0" h="30163">
                  <a:moveTo>
                    <a:pt x="38021" y="15082"/>
                  </a:moveTo>
                  <a:cubicBezTo>
                    <a:pt x="38021" y="23446"/>
                    <a:pt x="29529" y="30163"/>
                    <a:pt x="19010" y="30163"/>
                  </a:cubicBezTo>
                  <a:cubicBezTo>
                    <a:pt x="8491" y="30163"/>
                    <a:pt x="0" y="23446"/>
                    <a:pt x="0" y="15082"/>
                  </a:cubicBezTo>
                  <a:cubicBezTo>
                    <a:pt x="0" y="6717"/>
                    <a:pt x="8491" y="0"/>
                    <a:pt x="19010" y="0"/>
                  </a:cubicBezTo>
                  <a:cubicBezTo>
                    <a:pt x="29529" y="0"/>
                    <a:pt x="38021" y="6717"/>
                    <a:pt x="38021" y="1508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72" name="Freeform: Shape 4671">
              <a:extLst>
                <a:ext uri="{FF2B5EF4-FFF2-40B4-BE49-F238E27FC236}">
                  <a16:creationId xmlns:a16="http://schemas.microsoft.com/office/drawing/2014/main" id="{2EF0F750-6531-333A-43F4-9F24B93D98B1}"/>
                </a:ext>
              </a:extLst>
            </p:cNvPr>
            <p:cNvSpPr/>
            <p:nvPr/>
          </p:nvSpPr>
          <p:spPr>
            <a:xfrm>
              <a:off x="10950875" y="2003725"/>
              <a:ext cx="37006" cy="29402"/>
            </a:xfrm>
            <a:custGeom>
              <a:avLst/>
              <a:gdLst>
                <a:gd name="connsiteX0" fmla="*/ 37007 w 37006"/>
                <a:gd name="connsiteY0" fmla="*/ 14701 h 29402"/>
                <a:gd name="connsiteX1" fmla="*/ 18504 w 37006"/>
                <a:gd name="connsiteY1" fmla="*/ 29403 h 29402"/>
                <a:gd name="connsiteX2" fmla="*/ 0 w 37006"/>
                <a:gd name="connsiteY2" fmla="*/ 14701 h 29402"/>
                <a:gd name="connsiteX3" fmla="*/ 18504 w 37006"/>
                <a:gd name="connsiteY3" fmla="*/ 0 h 29402"/>
                <a:gd name="connsiteX4" fmla="*/ 37007 w 37006"/>
                <a:gd name="connsiteY4" fmla="*/ 14701 h 29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006" h="29402">
                  <a:moveTo>
                    <a:pt x="37007" y="14701"/>
                  </a:moveTo>
                  <a:cubicBezTo>
                    <a:pt x="37007" y="22813"/>
                    <a:pt x="28642" y="29403"/>
                    <a:pt x="18504" y="29403"/>
                  </a:cubicBezTo>
                  <a:cubicBezTo>
                    <a:pt x="8364" y="29403"/>
                    <a:pt x="0" y="22813"/>
                    <a:pt x="0" y="14701"/>
                  </a:cubicBezTo>
                  <a:cubicBezTo>
                    <a:pt x="0" y="6590"/>
                    <a:pt x="8237" y="0"/>
                    <a:pt x="18504" y="0"/>
                  </a:cubicBezTo>
                  <a:cubicBezTo>
                    <a:pt x="28769" y="0"/>
                    <a:pt x="37007" y="6590"/>
                    <a:pt x="37007" y="1470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73" name="Freeform: Shape 4672">
              <a:extLst>
                <a:ext uri="{FF2B5EF4-FFF2-40B4-BE49-F238E27FC236}">
                  <a16:creationId xmlns:a16="http://schemas.microsoft.com/office/drawing/2014/main" id="{E3C8EE20-A817-6686-EE45-9D21E498B1C5}"/>
                </a:ext>
              </a:extLst>
            </p:cNvPr>
            <p:cNvSpPr/>
            <p:nvPr/>
          </p:nvSpPr>
          <p:spPr>
            <a:xfrm>
              <a:off x="10995233" y="2101566"/>
              <a:ext cx="37006" cy="29402"/>
            </a:xfrm>
            <a:custGeom>
              <a:avLst/>
              <a:gdLst>
                <a:gd name="connsiteX0" fmla="*/ 37007 w 37006"/>
                <a:gd name="connsiteY0" fmla="*/ 14701 h 29402"/>
                <a:gd name="connsiteX1" fmla="*/ 18504 w 37006"/>
                <a:gd name="connsiteY1" fmla="*/ 29403 h 29402"/>
                <a:gd name="connsiteX2" fmla="*/ 0 w 37006"/>
                <a:gd name="connsiteY2" fmla="*/ 14701 h 29402"/>
                <a:gd name="connsiteX3" fmla="*/ 18504 w 37006"/>
                <a:gd name="connsiteY3" fmla="*/ 0 h 29402"/>
                <a:gd name="connsiteX4" fmla="*/ 37007 w 37006"/>
                <a:gd name="connsiteY4" fmla="*/ 14701 h 29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006" h="29402">
                  <a:moveTo>
                    <a:pt x="37007" y="14701"/>
                  </a:moveTo>
                  <a:cubicBezTo>
                    <a:pt x="37007" y="22813"/>
                    <a:pt x="28642" y="29403"/>
                    <a:pt x="18504" y="29403"/>
                  </a:cubicBezTo>
                  <a:cubicBezTo>
                    <a:pt x="8364" y="29403"/>
                    <a:pt x="0" y="22813"/>
                    <a:pt x="0" y="14701"/>
                  </a:cubicBezTo>
                  <a:cubicBezTo>
                    <a:pt x="0" y="6590"/>
                    <a:pt x="8237" y="0"/>
                    <a:pt x="18504" y="0"/>
                  </a:cubicBezTo>
                  <a:cubicBezTo>
                    <a:pt x="28769" y="0"/>
                    <a:pt x="37007" y="6590"/>
                    <a:pt x="37007" y="1470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74" name="Freeform: Shape 4673">
              <a:extLst>
                <a:ext uri="{FF2B5EF4-FFF2-40B4-BE49-F238E27FC236}">
                  <a16:creationId xmlns:a16="http://schemas.microsoft.com/office/drawing/2014/main" id="{E9489004-E1FA-2F7B-6FBF-1397537AEEDB}"/>
                </a:ext>
              </a:extLst>
            </p:cNvPr>
            <p:cNvSpPr/>
            <p:nvPr/>
          </p:nvSpPr>
          <p:spPr>
            <a:xfrm>
              <a:off x="11036676" y="2200673"/>
              <a:ext cx="36246" cy="28895"/>
            </a:xfrm>
            <a:custGeom>
              <a:avLst/>
              <a:gdLst>
                <a:gd name="connsiteX0" fmla="*/ 36246 w 36246"/>
                <a:gd name="connsiteY0" fmla="*/ 14448 h 28895"/>
                <a:gd name="connsiteX1" fmla="*/ 18123 w 36246"/>
                <a:gd name="connsiteY1" fmla="*/ 28896 h 28895"/>
                <a:gd name="connsiteX2" fmla="*/ 0 w 36246"/>
                <a:gd name="connsiteY2" fmla="*/ 14448 h 28895"/>
                <a:gd name="connsiteX3" fmla="*/ 18123 w 36246"/>
                <a:gd name="connsiteY3" fmla="*/ 0 h 28895"/>
                <a:gd name="connsiteX4" fmla="*/ 36246 w 36246"/>
                <a:gd name="connsiteY4" fmla="*/ 14448 h 28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246" h="28895">
                  <a:moveTo>
                    <a:pt x="36246" y="14448"/>
                  </a:moveTo>
                  <a:cubicBezTo>
                    <a:pt x="36246" y="22432"/>
                    <a:pt x="28135" y="28896"/>
                    <a:pt x="18123" y="28896"/>
                  </a:cubicBezTo>
                  <a:cubicBezTo>
                    <a:pt x="8111" y="28896"/>
                    <a:pt x="0" y="22432"/>
                    <a:pt x="0" y="14448"/>
                  </a:cubicBezTo>
                  <a:cubicBezTo>
                    <a:pt x="0" y="6463"/>
                    <a:pt x="8111" y="0"/>
                    <a:pt x="18123" y="0"/>
                  </a:cubicBezTo>
                  <a:cubicBezTo>
                    <a:pt x="28135" y="0"/>
                    <a:pt x="36246" y="6463"/>
                    <a:pt x="36246" y="1444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75" name="Freeform: Shape 4674">
              <a:extLst>
                <a:ext uri="{FF2B5EF4-FFF2-40B4-BE49-F238E27FC236}">
                  <a16:creationId xmlns:a16="http://schemas.microsoft.com/office/drawing/2014/main" id="{27664321-A7D9-E389-637C-F9EE3B5BC006}"/>
                </a:ext>
              </a:extLst>
            </p:cNvPr>
            <p:cNvSpPr/>
            <p:nvPr/>
          </p:nvSpPr>
          <p:spPr>
            <a:xfrm>
              <a:off x="11075076" y="2300541"/>
              <a:ext cx="35485" cy="28135"/>
            </a:xfrm>
            <a:custGeom>
              <a:avLst/>
              <a:gdLst>
                <a:gd name="connsiteX0" fmla="*/ 35486 w 35485"/>
                <a:gd name="connsiteY0" fmla="*/ 14068 h 28135"/>
                <a:gd name="connsiteX1" fmla="*/ 17743 w 35485"/>
                <a:gd name="connsiteY1" fmla="*/ 28135 h 28135"/>
                <a:gd name="connsiteX2" fmla="*/ 0 w 35485"/>
                <a:gd name="connsiteY2" fmla="*/ 14068 h 28135"/>
                <a:gd name="connsiteX3" fmla="*/ 17743 w 35485"/>
                <a:gd name="connsiteY3" fmla="*/ 0 h 28135"/>
                <a:gd name="connsiteX4" fmla="*/ 35486 w 35485"/>
                <a:gd name="connsiteY4" fmla="*/ 14068 h 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5" h="28135">
                  <a:moveTo>
                    <a:pt x="35486" y="14068"/>
                  </a:moveTo>
                  <a:cubicBezTo>
                    <a:pt x="35486" y="21798"/>
                    <a:pt x="27501" y="28135"/>
                    <a:pt x="17743" y="28135"/>
                  </a:cubicBezTo>
                  <a:cubicBezTo>
                    <a:pt x="7984" y="28135"/>
                    <a:pt x="0" y="21798"/>
                    <a:pt x="0" y="14068"/>
                  </a:cubicBezTo>
                  <a:cubicBezTo>
                    <a:pt x="0" y="6337"/>
                    <a:pt x="7984" y="0"/>
                    <a:pt x="17743" y="0"/>
                  </a:cubicBezTo>
                  <a:cubicBezTo>
                    <a:pt x="27501" y="0"/>
                    <a:pt x="35486" y="6337"/>
                    <a:pt x="35486" y="1406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76" name="Freeform: Shape 4675">
              <a:extLst>
                <a:ext uri="{FF2B5EF4-FFF2-40B4-BE49-F238E27FC236}">
                  <a16:creationId xmlns:a16="http://schemas.microsoft.com/office/drawing/2014/main" id="{493344B5-D330-306B-5C8C-C70B21589C26}"/>
                </a:ext>
              </a:extLst>
            </p:cNvPr>
            <p:cNvSpPr/>
            <p:nvPr/>
          </p:nvSpPr>
          <p:spPr>
            <a:xfrm>
              <a:off x="11109802" y="2400789"/>
              <a:ext cx="35485" cy="28135"/>
            </a:xfrm>
            <a:custGeom>
              <a:avLst/>
              <a:gdLst>
                <a:gd name="connsiteX0" fmla="*/ 35486 w 35485"/>
                <a:gd name="connsiteY0" fmla="*/ 14068 h 28135"/>
                <a:gd name="connsiteX1" fmla="*/ 17743 w 35485"/>
                <a:gd name="connsiteY1" fmla="*/ 28135 h 28135"/>
                <a:gd name="connsiteX2" fmla="*/ 0 w 35485"/>
                <a:gd name="connsiteY2" fmla="*/ 14068 h 28135"/>
                <a:gd name="connsiteX3" fmla="*/ 17743 w 35485"/>
                <a:gd name="connsiteY3" fmla="*/ 0 h 28135"/>
                <a:gd name="connsiteX4" fmla="*/ 35486 w 35485"/>
                <a:gd name="connsiteY4" fmla="*/ 14068 h 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5" h="28135">
                  <a:moveTo>
                    <a:pt x="35486" y="14068"/>
                  </a:moveTo>
                  <a:cubicBezTo>
                    <a:pt x="35486" y="21925"/>
                    <a:pt x="27502" y="28135"/>
                    <a:pt x="17743" y="28135"/>
                  </a:cubicBezTo>
                  <a:cubicBezTo>
                    <a:pt x="7984" y="28135"/>
                    <a:pt x="0" y="21799"/>
                    <a:pt x="0" y="14068"/>
                  </a:cubicBezTo>
                  <a:cubicBezTo>
                    <a:pt x="0" y="6337"/>
                    <a:pt x="7984" y="0"/>
                    <a:pt x="17743" y="0"/>
                  </a:cubicBezTo>
                  <a:cubicBezTo>
                    <a:pt x="27502" y="0"/>
                    <a:pt x="35486" y="6337"/>
                    <a:pt x="35486" y="1406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77" name="Freeform: Shape 4676">
              <a:extLst>
                <a:ext uri="{FF2B5EF4-FFF2-40B4-BE49-F238E27FC236}">
                  <a16:creationId xmlns:a16="http://schemas.microsoft.com/office/drawing/2014/main" id="{808190A5-9E1D-BCB9-75F3-E384BFDA4934}"/>
                </a:ext>
              </a:extLst>
            </p:cNvPr>
            <p:cNvSpPr/>
            <p:nvPr/>
          </p:nvSpPr>
          <p:spPr>
            <a:xfrm>
              <a:off x="11141740" y="2502051"/>
              <a:ext cx="34471" cy="27375"/>
            </a:xfrm>
            <a:custGeom>
              <a:avLst/>
              <a:gdLst>
                <a:gd name="connsiteX0" fmla="*/ 34472 w 34471"/>
                <a:gd name="connsiteY0" fmla="*/ 13688 h 27375"/>
                <a:gd name="connsiteX1" fmla="*/ 17236 w 34471"/>
                <a:gd name="connsiteY1" fmla="*/ 27375 h 27375"/>
                <a:gd name="connsiteX2" fmla="*/ 0 w 34471"/>
                <a:gd name="connsiteY2" fmla="*/ 13688 h 27375"/>
                <a:gd name="connsiteX3" fmla="*/ 17236 w 34471"/>
                <a:gd name="connsiteY3" fmla="*/ 0 h 27375"/>
                <a:gd name="connsiteX4" fmla="*/ 34472 w 34471"/>
                <a:gd name="connsiteY4" fmla="*/ 13688 h 27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471" h="27375">
                  <a:moveTo>
                    <a:pt x="34472" y="13688"/>
                  </a:moveTo>
                  <a:cubicBezTo>
                    <a:pt x="34472" y="21292"/>
                    <a:pt x="26741" y="27375"/>
                    <a:pt x="17236" y="27375"/>
                  </a:cubicBezTo>
                  <a:cubicBezTo>
                    <a:pt x="7731" y="27375"/>
                    <a:pt x="0" y="21292"/>
                    <a:pt x="0" y="13688"/>
                  </a:cubicBezTo>
                  <a:cubicBezTo>
                    <a:pt x="0" y="6083"/>
                    <a:pt x="7731" y="0"/>
                    <a:pt x="17236" y="0"/>
                  </a:cubicBezTo>
                  <a:cubicBezTo>
                    <a:pt x="26741" y="0"/>
                    <a:pt x="34472" y="6210"/>
                    <a:pt x="34472" y="136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78" name="Freeform: Shape 4677">
              <a:extLst>
                <a:ext uri="{FF2B5EF4-FFF2-40B4-BE49-F238E27FC236}">
                  <a16:creationId xmlns:a16="http://schemas.microsoft.com/office/drawing/2014/main" id="{2B9B3616-207C-B0BC-B817-79D0C99E7927}"/>
                </a:ext>
              </a:extLst>
            </p:cNvPr>
            <p:cNvSpPr/>
            <p:nvPr/>
          </p:nvSpPr>
          <p:spPr>
            <a:xfrm>
              <a:off x="11170255" y="2603947"/>
              <a:ext cx="33838" cy="26868"/>
            </a:xfrm>
            <a:custGeom>
              <a:avLst/>
              <a:gdLst>
                <a:gd name="connsiteX0" fmla="*/ 33838 w 33838"/>
                <a:gd name="connsiteY0" fmla="*/ 13434 h 26868"/>
                <a:gd name="connsiteX1" fmla="*/ 16982 w 33838"/>
                <a:gd name="connsiteY1" fmla="*/ 26868 h 26868"/>
                <a:gd name="connsiteX2" fmla="*/ 0 w 33838"/>
                <a:gd name="connsiteY2" fmla="*/ 13434 h 26868"/>
                <a:gd name="connsiteX3" fmla="*/ 16982 w 33838"/>
                <a:gd name="connsiteY3" fmla="*/ 0 h 26868"/>
                <a:gd name="connsiteX4" fmla="*/ 33838 w 33838"/>
                <a:gd name="connsiteY4" fmla="*/ 13434 h 26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838" h="26868">
                  <a:moveTo>
                    <a:pt x="33838" y="13434"/>
                  </a:moveTo>
                  <a:cubicBezTo>
                    <a:pt x="33838" y="20785"/>
                    <a:pt x="26234" y="26868"/>
                    <a:pt x="16982" y="26868"/>
                  </a:cubicBezTo>
                  <a:cubicBezTo>
                    <a:pt x="7731" y="26868"/>
                    <a:pt x="0" y="20912"/>
                    <a:pt x="0" y="13434"/>
                  </a:cubicBezTo>
                  <a:cubicBezTo>
                    <a:pt x="0" y="5957"/>
                    <a:pt x="7604" y="0"/>
                    <a:pt x="16982" y="0"/>
                  </a:cubicBezTo>
                  <a:cubicBezTo>
                    <a:pt x="26361" y="0"/>
                    <a:pt x="33838" y="5957"/>
                    <a:pt x="33838" y="1343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79" name="Freeform: Shape 4678">
              <a:extLst>
                <a:ext uri="{FF2B5EF4-FFF2-40B4-BE49-F238E27FC236}">
                  <a16:creationId xmlns:a16="http://schemas.microsoft.com/office/drawing/2014/main" id="{6D726A5D-4AA2-C1EF-1139-72150A1BC5C4}"/>
                </a:ext>
              </a:extLst>
            </p:cNvPr>
            <p:cNvSpPr/>
            <p:nvPr/>
          </p:nvSpPr>
          <p:spPr>
            <a:xfrm>
              <a:off x="11195729" y="2706350"/>
              <a:ext cx="32951" cy="26107"/>
            </a:xfrm>
            <a:custGeom>
              <a:avLst/>
              <a:gdLst>
                <a:gd name="connsiteX0" fmla="*/ 32951 w 32951"/>
                <a:gd name="connsiteY0" fmla="*/ 13054 h 26107"/>
                <a:gd name="connsiteX1" fmla="*/ 16476 w 32951"/>
                <a:gd name="connsiteY1" fmla="*/ 26108 h 26107"/>
                <a:gd name="connsiteX2" fmla="*/ 0 w 32951"/>
                <a:gd name="connsiteY2" fmla="*/ 13054 h 26107"/>
                <a:gd name="connsiteX3" fmla="*/ 16476 w 32951"/>
                <a:gd name="connsiteY3" fmla="*/ 0 h 26107"/>
                <a:gd name="connsiteX4" fmla="*/ 32951 w 32951"/>
                <a:gd name="connsiteY4" fmla="*/ 13054 h 2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951" h="26107">
                  <a:moveTo>
                    <a:pt x="32951" y="13054"/>
                  </a:moveTo>
                  <a:cubicBezTo>
                    <a:pt x="32951" y="20278"/>
                    <a:pt x="25600" y="26108"/>
                    <a:pt x="16476" y="26108"/>
                  </a:cubicBezTo>
                  <a:cubicBezTo>
                    <a:pt x="7350" y="26108"/>
                    <a:pt x="0" y="20278"/>
                    <a:pt x="0" y="13054"/>
                  </a:cubicBezTo>
                  <a:cubicBezTo>
                    <a:pt x="0" y="5830"/>
                    <a:pt x="7350" y="0"/>
                    <a:pt x="16476" y="0"/>
                  </a:cubicBezTo>
                  <a:cubicBezTo>
                    <a:pt x="25600" y="0"/>
                    <a:pt x="32951" y="5830"/>
                    <a:pt x="32951" y="1305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80" name="Freeform: Shape 4679">
              <a:extLst>
                <a:ext uri="{FF2B5EF4-FFF2-40B4-BE49-F238E27FC236}">
                  <a16:creationId xmlns:a16="http://schemas.microsoft.com/office/drawing/2014/main" id="{AE7A6242-88C4-E0AB-026D-BCBD73CCA53A}"/>
                </a:ext>
              </a:extLst>
            </p:cNvPr>
            <p:cNvSpPr/>
            <p:nvPr/>
          </p:nvSpPr>
          <p:spPr>
            <a:xfrm>
              <a:off x="11217401" y="2808879"/>
              <a:ext cx="32951" cy="26107"/>
            </a:xfrm>
            <a:custGeom>
              <a:avLst/>
              <a:gdLst>
                <a:gd name="connsiteX0" fmla="*/ 32952 w 32951"/>
                <a:gd name="connsiteY0" fmla="*/ 13054 h 26107"/>
                <a:gd name="connsiteX1" fmla="*/ 16476 w 32951"/>
                <a:gd name="connsiteY1" fmla="*/ 26108 h 26107"/>
                <a:gd name="connsiteX2" fmla="*/ 0 w 32951"/>
                <a:gd name="connsiteY2" fmla="*/ 13054 h 26107"/>
                <a:gd name="connsiteX3" fmla="*/ 16476 w 32951"/>
                <a:gd name="connsiteY3" fmla="*/ 0 h 26107"/>
                <a:gd name="connsiteX4" fmla="*/ 32952 w 32951"/>
                <a:gd name="connsiteY4" fmla="*/ 13054 h 2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951" h="26107">
                  <a:moveTo>
                    <a:pt x="32952" y="13054"/>
                  </a:moveTo>
                  <a:cubicBezTo>
                    <a:pt x="32952" y="20278"/>
                    <a:pt x="25601" y="26108"/>
                    <a:pt x="16476" y="26108"/>
                  </a:cubicBezTo>
                  <a:cubicBezTo>
                    <a:pt x="7351" y="26108"/>
                    <a:pt x="0" y="20278"/>
                    <a:pt x="0" y="13054"/>
                  </a:cubicBezTo>
                  <a:cubicBezTo>
                    <a:pt x="0" y="5830"/>
                    <a:pt x="7351" y="0"/>
                    <a:pt x="16476" y="0"/>
                  </a:cubicBezTo>
                  <a:cubicBezTo>
                    <a:pt x="25601" y="0"/>
                    <a:pt x="32952" y="5830"/>
                    <a:pt x="32952" y="1305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81" name="Freeform: Shape 4680">
              <a:extLst>
                <a:ext uri="{FF2B5EF4-FFF2-40B4-BE49-F238E27FC236}">
                  <a16:creationId xmlns:a16="http://schemas.microsoft.com/office/drawing/2014/main" id="{E4B08D42-EF71-B3D1-49C3-415BA0095C7E}"/>
                </a:ext>
              </a:extLst>
            </p:cNvPr>
            <p:cNvSpPr/>
            <p:nvPr/>
          </p:nvSpPr>
          <p:spPr>
            <a:xfrm>
              <a:off x="11236158" y="2912169"/>
              <a:ext cx="32190" cy="25600"/>
            </a:xfrm>
            <a:custGeom>
              <a:avLst/>
              <a:gdLst>
                <a:gd name="connsiteX0" fmla="*/ 32191 w 32190"/>
                <a:gd name="connsiteY0" fmla="*/ 12800 h 25600"/>
                <a:gd name="connsiteX1" fmla="*/ 16095 w 32190"/>
                <a:gd name="connsiteY1" fmla="*/ 25601 h 25600"/>
                <a:gd name="connsiteX2" fmla="*/ 0 w 32190"/>
                <a:gd name="connsiteY2" fmla="*/ 12800 h 25600"/>
                <a:gd name="connsiteX3" fmla="*/ 16095 w 32190"/>
                <a:gd name="connsiteY3" fmla="*/ 0 h 25600"/>
                <a:gd name="connsiteX4" fmla="*/ 32191 w 32190"/>
                <a:gd name="connsiteY4" fmla="*/ 12800 h 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90" h="25600">
                  <a:moveTo>
                    <a:pt x="32191" y="12800"/>
                  </a:moveTo>
                  <a:cubicBezTo>
                    <a:pt x="32191" y="19897"/>
                    <a:pt x="24967" y="25601"/>
                    <a:pt x="16095" y="25601"/>
                  </a:cubicBezTo>
                  <a:cubicBezTo>
                    <a:pt x="7224" y="25601"/>
                    <a:pt x="0" y="19897"/>
                    <a:pt x="0" y="12800"/>
                  </a:cubicBezTo>
                  <a:cubicBezTo>
                    <a:pt x="0" y="5703"/>
                    <a:pt x="7224" y="0"/>
                    <a:pt x="16095" y="0"/>
                  </a:cubicBezTo>
                  <a:cubicBezTo>
                    <a:pt x="24967" y="0"/>
                    <a:pt x="32191" y="5703"/>
                    <a:pt x="32191" y="1280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82" name="Freeform: Shape 4681">
              <a:extLst>
                <a:ext uri="{FF2B5EF4-FFF2-40B4-BE49-F238E27FC236}">
                  <a16:creationId xmlns:a16="http://schemas.microsoft.com/office/drawing/2014/main" id="{BBA63A00-9F58-6A15-3C4B-2ECBE063250E}"/>
                </a:ext>
              </a:extLst>
            </p:cNvPr>
            <p:cNvSpPr/>
            <p:nvPr/>
          </p:nvSpPr>
          <p:spPr>
            <a:xfrm>
              <a:off x="11251493" y="3015839"/>
              <a:ext cx="31431" cy="24840"/>
            </a:xfrm>
            <a:custGeom>
              <a:avLst/>
              <a:gdLst>
                <a:gd name="connsiteX0" fmla="*/ 31431 w 31431"/>
                <a:gd name="connsiteY0" fmla="*/ 12420 h 24840"/>
                <a:gd name="connsiteX1" fmla="*/ 15716 w 31431"/>
                <a:gd name="connsiteY1" fmla="*/ 24840 h 24840"/>
                <a:gd name="connsiteX2" fmla="*/ 0 w 31431"/>
                <a:gd name="connsiteY2" fmla="*/ 12420 h 24840"/>
                <a:gd name="connsiteX3" fmla="*/ 15716 w 31431"/>
                <a:gd name="connsiteY3" fmla="*/ 0 h 24840"/>
                <a:gd name="connsiteX4" fmla="*/ 31431 w 31431"/>
                <a:gd name="connsiteY4" fmla="*/ 12420 h 2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31" h="24840">
                  <a:moveTo>
                    <a:pt x="31431" y="12420"/>
                  </a:moveTo>
                  <a:cubicBezTo>
                    <a:pt x="31431" y="19264"/>
                    <a:pt x="24334" y="24840"/>
                    <a:pt x="15716" y="24840"/>
                  </a:cubicBezTo>
                  <a:cubicBezTo>
                    <a:pt x="7097" y="24840"/>
                    <a:pt x="0" y="19264"/>
                    <a:pt x="0" y="12420"/>
                  </a:cubicBezTo>
                  <a:cubicBezTo>
                    <a:pt x="0" y="5576"/>
                    <a:pt x="6971" y="0"/>
                    <a:pt x="15716" y="0"/>
                  </a:cubicBezTo>
                  <a:cubicBezTo>
                    <a:pt x="24460" y="0"/>
                    <a:pt x="31431" y="5576"/>
                    <a:pt x="31431" y="1242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83" name="Freeform: Shape 4682">
              <a:extLst>
                <a:ext uri="{FF2B5EF4-FFF2-40B4-BE49-F238E27FC236}">
                  <a16:creationId xmlns:a16="http://schemas.microsoft.com/office/drawing/2014/main" id="{BE58380D-BC31-4914-C3D6-1D76C38E34A7}"/>
                </a:ext>
              </a:extLst>
            </p:cNvPr>
            <p:cNvSpPr/>
            <p:nvPr/>
          </p:nvSpPr>
          <p:spPr>
            <a:xfrm>
              <a:off x="11264040" y="3120016"/>
              <a:ext cx="29909" cy="23572"/>
            </a:xfrm>
            <a:custGeom>
              <a:avLst/>
              <a:gdLst>
                <a:gd name="connsiteX0" fmla="*/ 29910 w 29909"/>
                <a:gd name="connsiteY0" fmla="*/ 11787 h 23572"/>
                <a:gd name="connsiteX1" fmla="*/ 14955 w 29909"/>
                <a:gd name="connsiteY1" fmla="*/ 23573 h 23572"/>
                <a:gd name="connsiteX2" fmla="*/ 0 w 29909"/>
                <a:gd name="connsiteY2" fmla="*/ 11787 h 23572"/>
                <a:gd name="connsiteX3" fmla="*/ 14955 w 29909"/>
                <a:gd name="connsiteY3" fmla="*/ 0 h 23572"/>
                <a:gd name="connsiteX4" fmla="*/ 29910 w 29909"/>
                <a:gd name="connsiteY4" fmla="*/ 11787 h 2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909" h="23572">
                  <a:moveTo>
                    <a:pt x="29910" y="11787"/>
                  </a:moveTo>
                  <a:cubicBezTo>
                    <a:pt x="29910" y="18377"/>
                    <a:pt x="23192" y="23573"/>
                    <a:pt x="14955" y="23573"/>
                  </a:cubicBezTo>
                  <a:cubicBezTo>
                    <a:pt x="6717" y="23573"/>
                    <a:pt x="0" y="18250"/>
                    <a:pt x="0" y="11787"/>
                  </a:cubicBezTo>
                  <a:cubicBezTo>
                    <a:pt x="0" y="5323"/>
                    <a:pt x="6717" y="0"/>
                    <a:pt x="14955" y="0"/>
                  </a:cubicBezTo>
                  <a:cubicBezTo>
                    <a:pt x="23192" y="0"/>
                    <a:pt x="29910" y="5323"/>
                    <a:pt x="29910" y="1178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84" name="Freeform: Shape 4683">
              <a:extLst>
                <a:ext uri="{FF2B5EF4-FFF2-40B4-BE49-F238E27FC236}">
                  <a16:creationId xmlns:a16="http://schemas.microsoft.com/office/drawing/2014/main" id="{0F36CB02-1F58-39A1-EC44-8C8C837C861C}"/>
                </a:ext>
              </a:extLst>
            </p:cNvPr>
            <p:cNvSpPr/>
            <p:nvPr/>
          </p:nvSpPr>
          <p:spPr>
            <a:xfrm>
              <a:off x="11272784" y="3224066"/>
              <a:ext cx="29023" cy="23065"/>
            </a:xfrm>
            <a:custGeom>
              <a:avLst/>
              <a:gdLst>
                <a:gd name="connsiteX0" fmla="*/ 29023 w 29023"/>
                <a:gd name="connsiteY0" fmla="*/ 11533 h 23065"/>
                <a:gd name="connsiteX1" fmla="*/ 14575 w 29023"/>
                <a:gd name="connsiteY1" fmla="*/ 23066 h 23065"/>
                <a:gd name="connsiteX2" fmla="*/ 0 w 29023"/>
                <a:gd name="connsiteY2" fmla="*/ 11533 h 23065"/>
                <a:gd name="connsiteX3" fmla="*/ 14575 w 29023"/>
                <a:gd name="connsiteY3" fmla="*/ 0 h 23065"/>
                <a:gd name="connsiteX4" fmla="*/ 29023 w 29023"/>
                <a:gd name="connsiteY4" fmla="*/ 11533 h 23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023" h="23065">
                  <a:moveTo>
                    <a:pt x="29023" y="11533"/>
                  </a:moveTo>
                  <a:cubicBezTo>
                    <a:pt x="29023" y="17870"/>
                    <a:pt x="22559" y="23066"/>
                    <a:pt x="14575" y="23066"/>
                  </a:cubicBezTo>
                  <a:cubicBezTo>
                    <a:pt x="6591" y="23066"/>
                    <a:pt x="0" y="17870"/>
                    <a:pt x="0" y="11533"/>
                  </a:cubicBezTo>
                  <a:cubicBezTo>
                    <a:pt x="0" y="5196"/>
                    <a:pt x="6464" y="0"/>
                    <a:pt x="14575" y="0"/>
                  </a:cubicBezTo>
                  <a:cubicBezTo>
                    <a:pt x="22686" y="0"/>
                    <a:pt x="29023" y="5196"/>
                    <a:pt x="29023" y="1153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85" name="Freeform: Shape 4684">
              <a:extLst>
                <a:ext uri="{FF2B5EF4-FFF2-40B4-BE49-F238E27FC236}">
                  <a16:creationId xmlns:a16="http://schemas.microsoft.com/office/drawing/2014/main" id="{9ACDCC87-7EA7-1959-CB82-BB89D226FF9C}"/>
                </a:ext>
              </a:extLst>
            </p:cNvPr>
            <p:cNvSpPr/>
            <p:nvPr/>
          </p:nvSpPr>
          <p:spPr>
            <a:xfrm>
              <a:off x="11278108" y="3328370"/>
              <a:ext cx="28388" cy="22305"/>
            </a:xfrm>
            <a:custGeom>
              <a:avLst/>
              <a:gdLst>
                <a:gd name="connsiteX0" fmla="*/ 28389 w 28388"/>
                <a:gd name="connsiteY0" fmla="*/ 11153 h 22305"/>
                <a:gd name="connsiteX1" fmla="*/ 14194 w 28388"/>
                <a:gd name="connsiteY1" fmla="*/ 22306 h 22305"/>
                <a:gd name="connsiteX2" fmla="*/ 0 w 28388"/>
                <a:gd name="connsiteY2" fmla="*/ 11153 h 22305"/>
                <a:gd name="connsiteX3" fmla="*/ 14194 w 28388"/>
                <a:gd name="connsiteY3" fmla="*/ 0 h 22305"/>
                <a:gd name="connsiteX4" fmla="*/ 28389 w 28388"/>
                <a:gd name="connsiteY4" fmla="*/ 11153 h 22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388" h="22305">
                  <a:moveTo>
                    <a:pt x="28389" y="11153"/>
                  </a:moveTo>
                  <a:cubicBezTo>
                    <a:pt x="28389" y="17363"/>
                    <a:pt x="22052" y="22306"/>
                    <a:pt x="14194" y="22306"/>
                  </a:cubicBezTo>
                  <a:cubicBezTo>
                    <a:pt x="6337" y="22306"/>
                    <a:pt x="0" y="17236"/>
                    <a:pt x="0" y="11153"/>
                  </a:cubicBezTo>
                  <a:cubicBezTo>
                    <a:pt x="0" y="5069"/>
                    <a:pt x="6337" y="0"/>
                    <a:pt x="14194" y="0"/>
                  </a:cubicBezTo>
                  <a:cubicBezTo>
                    <a:pt x="22052" y="0"/>
                    <a:pt x="28389" y="5069"/>
                    <a:pt x="28389" y="1115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86" name="Freeform: Shape 4685">
              <a:extLst>
                <a:ext uri="{FF2B5EF4-FFF2-40B4-BE49-F238E27FC236}">
                  <a16:creationId xmlns:a16="http://schemas.microsoft.com/office/drawing/2014/main" id="{120A056F-9177-B4AF-9E51-ECB29E85E70A}"/>
                </a:ext>
              </a:extLst>
            </p:cNvPr>
            <p:cNvSpPr/>
            <p:nvPr/>
          </p:nvSpPr>
          <p:spPr>
            <a:xfrm>
              <a:off x="11404970" y="3432420"/>
              <a:ext cx="28388" cy="22305"/>
            </a:xfrm>
            <a:custGeom>
              <a:avLst/>
              <a:gdLst>
                <a:gd name="connsiteX0" fmla="*/ 28389 w 28388"/>
                <a:gd name="connsiteY0" fmla="*/ 11153 h 22305"/>
                <a:gd name="connsiteX1" fmla="*/ 14194 w 28388"/>
                <a:gd name="connsiteY1" fmla="*/ 22306 h 22305"/>
                <a:gd name="connsiteX2" fmla="*/ 0 w 28388"/>
                <a:gd name="connsiteY2" fmla="*/ 11153 h 22305"/>
                <a:gd name="connsiteX3" fmla="*/ 14194 w 28388"/>
                <a:gd name="connsiteY3" fmla="*/ 0 h 22305"/>
                <a:gd name="connsiteX4" fmla="*/ 28389 w 28388"/>
                <a:gd name="connsiteY4" fmla="*/ 11153 h 22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388" h="22305">
                  <a:moveTo>
                    <a:pt x="28389" y="11153"/>
                  </a:moveTo>
                  <a:cubicBezTo>
                    <a:pt x="28389" y="17363"/>
                    <a:pt x="22052" y="22306"/>
                    <a:pt x="14194" y="22306"/>
                  </a:cubicBezTo>
                  <a:cubicBezTo>
                    <a:pt x="6337" y="22306"/>
                    <a:pt x="0" y="17236"/>
                    <a:pt x="0" y="11153"/>
                  </a:cubicBezTo>
                  <a:cubicBezTo>
                    <a:pt x="0" y="5070"/>
                    <a:pt x="6337" y="0"/>
                    <a:pt x="14194" y="0"/>
                  </a:cubicBezTo>
                  <a:cubicBezTo>
                    <a:pt x="22052" y="0"/>
                    <a:pt x="28389" y="5070"/>
                    <a:pt x="28389" y="1115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87" name="Freeform: Shape 4686">
              <a:extLst>
                <a:ext uri="{FF2B5EF4-FFF2-40B4-BE49-F238E27FC236}">
                  <a16:creationId xmlns:a16="http://schemas.microsoft.com/office/drawing/2014/main" id="{92F1BC4B-FAF9-5154-17FF-25521427B11C}"/>
                </a:ext>
              </a:extLst>
            </p:cNvPr>
            <p:cNvSpPr/>
            <p:nvPr/>
          </p:nvSpPr>
          <p:spPr>
            <a:xfrm>
              <a:off x="11403956" y="3536724"/>
              <a:ext cx="27501" cy="21798"/>
            </a:xfrm>
            <a:custGeom>
              <a:avLst/>
              <a:gdLst>
                <a:gd name="connsiteX0" fmla="*/ 27501 w 27501"/>
                <a:gd name="connsiteY0" fmla="*/ 10899 h 21798"/>
                <a:gd name="connsiteX1" fmla="*/ 13688 w 27501"/>
                <a:gd name="connsiteY1" fmla="*/ 21799 h 21798"/>
                <a:gd name="connsiteX2" fmla="*/ 0 w 27501"/>
                <a:gd name="connsiteY2" fmla="*/ 10899 h 21798"/>
                <a:gd name="connsiteX3" fmla="*/ 13688 w 27501"/>
                <a:gd name="connsiteY3" fmla="*/ 0 h 21798"/>
                <a:gd name="connsiteX4" fmla="*/ 27501 w 27501"/>
                <a:gd name="connsiteY4" fmla="*/ 10899 h 21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501" h="21798">
                  <a:moveTo>
                    <a:pt x="27501" y="10899"/>
                  </a:moveTo>
                  <a:cubicBezTo>
                    <a:pt x="27501" y="16983"/>
                    <a:pt x="21292" y="21799"/>
                    <a:pt x="13688" y="21799"/>
                  </a:cubicBezTo>
                  <a:cubicBezTo>
                    <a:pt x="6083" y="21799"/>
                    <a:pt x="0" y="16983"/>
                    <a:pt x="0" y="10899"/>
                  </a:cubicBezTo>
                  <a:cubicBezTo>
                    <a:pt x="0" y="4816"/>
                    <a:pt x="6083" y="0"/>
                    <a:pt x="13688" y="0"/>
                  </a:cubicBezTo>
                  <a:cubicBezTo>
                    <a:pt x="21292" y="0"/>
                    <a:pt x="27501" y="4816"/>
                    <a:pt x="27501" y="1089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88" name="Freeform: Shape 4687">
              <a:extLst>
                <a:ext uri="{FF2B5EF4-FFF2-40B4-BE49-F238E27FC236}">
                  <a16:creationId xmlns:a16="http://schemas.microsoft.com/office/drawing/2014/main" id="{D1D5EBF7-EF43-2B0F-14F0-4FC24E35AD22}"/>
                </a:ext>
              </a:extLst>
            </p:cNvPr>
            <p:cNvSpPr/>
            <p:nvPr/>
          </p:nvSpPr>
          <p:spPr>
            <a:xfrm>
              <a:off x="11399394" y="3640901"/>
              <a:ext cx="26614" cy="21165"/>
            </a:xfrm>
            <a:custGeom>
              <a:avLst/>
              <a:gdLst>
                <a:gd name="connsiteX0" fmla="*/ 26614 w 26614"/>
                <a:gd name="connsiteY0" fmla="*/ 10646 h 21165"/>
                <a:gd name="connsiteX1" fmla="*/ 13307 w 26614"/>
                <a:gd name="connsiteY1" fmla="*/ 21165 h 21165"/>
                <a:gd name="connsiteX2" fmla="*/ 0 w 26614"/>
                <a:gd name="connsiteY2" fmla="*/ 10646 h 21165"/>
                <a:gd name="connsiteX3" fmla="*/ 13307 w 26614"/>
                <a:gd name="connsiteY3" fmla="*/ 0 h 21165"/>
                <a:gd name="connsiteX4" fmla="*/ 26614 w 26614"/>
                <a:gd name="connsiteY4" fmla="*/ 10646 h 21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614" h="21165">
                  <a:moveTo>
                    <a:pt x="26614" y="10646"/>
                  </a:moveTo>
                  <a:cubicBezTo>
                    <a:pt x="26614" y="16476"/>
                    <a:pt x="20658" y="21165"/>
                    <a:pt x="13307" y="21165"/>
                  </a:cubicBezTo>
                  <a:cubicBezTo>
                    <a:pt x="5956" y="21165"/>
                    <a:pt x="0" y="16476"/>
                    <a:pt x="0" y="10646"/>
                  </a:cubicBezTo>
                  <a:cubicBezTo>
                    <a:pt x="0" y="4816"/>
                    <a:pt x="5956" y="0"/>
                    <a:pt x="13307" y="0"/>
                  </a:cubicBezTo>
                  <a:cubicBezTo>
                    <a:pt x="20658" y="0"/>
                    <a:pt x="26614" y="4689"/>
                    <a:pt x="26614" y="1064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89" name="Freeform: Shape 4688">
              <a:extLst>
                <a:ext uri="{FF2B5EF4-FFF2-40B4-BE49-F238E27FC236}">
                  <a16:creationId xmlns:a16="http://schemas.microsoft.com/office/drawing/2014/main" id="{92156F74-A498-370E-B4C4-C993A42CD7B3}"/>
                </a:ext>
              </a:extLst>
            </p:cNvPr>
            <p:cNvSpPr/>
            <p:nvPr/>
          </p:nvSpPr>
          <p:spPr>
            <a:xfrm>
              <a:off x="11391663" y="3745077"/>
              <a:ext cx="25854" cy="20531"/>
            </a:xfrm>
            <a:custGeom>
              <a:avLst/>
              <a:gdLst>
                <a:gd name="connsiteX0" fmla="*/ 25855 w 25854"/>
                <a:gd name="connsiteY0" fmla="*/ 10266 h 20531"/>
                <a:gd name="connsiteX1" fmla="*/ 12927 w 25854"/>
                <a:gd name="connsiteY1" fmla="*/ 20531 h 20531"/>
                <a:gd name="connsiteX2" fmla="*/ 0 w 25854"/>
                <a:gd name="connsiteY2" fmla="*/ 10266 h 20531"/>
                <a:gd name="connsiteX3" fmla="*/ 12927 w 25854"/>
                <a:gd name="connsiteY3" fmla="*/ 0 h 20531"/>
                <a:gd name="connsiteX4" fmla="*/ 25855 w 25854"/>
                <a:gd name="connsiteY4" fmla="*/ 10266 h 20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854" h="20531">
                  <a:moveTo>
                    <a:pt x="25855" y="10266"/>
                  </a:moveTo>
                  <a:cubicBezTo>
                    <a:pt x="25855" y="15969"/>
                    <a:pt x="20025" y="20531"/>
                    <a:pt x="12927" y="20531"/>
                  </a:cubicBezTo>
                  <a:cubicBezTo>
                    <a:pt x="5830" y="20531"/>
                    <a:pt x="0" y="15969"/>
                    <a:pt x="0" y="10266"/>
                  </a:cubicBezTo>
                  <a:cubicBezTo>
                    <a:pt x="0" y="4562"/>
                    <a:pt x="5830" y="0"/>
                    <a:pt x="12927" y="0"/>
                  </a:cubicBezTo>
                  <a:cubicBezTo>
                    <a:pt x="20025" y="0"/>
                    <a:pt x="25855" y="4562"/>
                    <a:pt x="25855" y="1026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90" name="Freeform: Shape 4689">
              <a:extLst>
                <a:ext uri="{FF2B5EF4-FFF2-40B4-BE49-F238E27FC236}">
                  <a16:creationId xmlns:a16="http://schemas.microsoft.com/office/drawing/2014/main" id="{18CB65A1-6B83-1999-AF9E-0902697DCDE8}"/>
                </a:ext>
              </a:extLst>
            </p:cNvPr>
            <p:cNvSpPr/>
            <p:nvPr/>
          </p:nvSpPr>
          <p:spPr>
            <a:xfrm>
              <a:off x="11380637" y="3848874"/>
              <a:ext cx="25094" cy="20024"/>
            </a:xfrm>
            <a:custGeom>
              <a:avLst/>
              <a:gdLst>
                <a:gd name="connsiteX0" fmla="*/ 25094 w 25094"/>
                <a:gd name="connsiteY0" fmla="*/ 10012 h 20024"/>
                <a:gd name="connsiteX1" fmla="*/ 12547 w 25094"/>
                <a:gd name="connsiteY1" fmla="*/ 20024 h 20024"/>
                <a:gd name="connsiteX2" fmla="*/ 0 w 25094"/>
                <a:gd name="connsiteY2" fmla="*/ 10012 h 20024"/>
                <a:gd name="connsiteX3" fmla="*/ 12547 w 25094"/>
                <a:gd name="connsiteY3" fmla="*/ 0 h 20024"/>
                <a:gd name="connsiteX4" fmla="*/ 25094 w 25094"/>
                <a:gd name="connsiteY4" fmla="*/ 10012 h 2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94" h="20024">
                  <a:moveTo>
                    <a:pt x="25094" y="10012"/>
                  </a:moveTo>
                  <a:cubicBezTo>
                    <a:pt x="25094" y="15462"/>
                    <a:pt x="19518" y="20024"/>
                    <a:pt x="12547" y="20024"/>
                  </a:cubicBezTo>
                  <a:cubicBezTo>
                    <a:pt x="5576" y="20024"/>
                    <a:pt x="0" y="15588"/>
                    <a:pt x="0" y="10012"/>
                  </a:cubicBezTo>
                  <a:cubicBezTo>
                    <a:pt x="0" y="4436"/>
                    <a:pt x="5703" y="0"/>
                    <a:pt x="12547" y="0"/>
                  </a:cubicBezTo>
                  <a:cubicBezTo>
                    <a:pt x="19391" y="0"/>
                    <a:pt x="25094" y="4436"/>
                    <a:pt x="25094" y="1001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91" name="Freeform: Shape 4690">
              <a:extLst>
                <a:ext uri="{FF2B5EF4-FFF2-40B4-BE49-F238E27FC236}">
                  <a16:creationId xmlns:a16="http://schemas.microsoft.com/office/drawing/2014/main" id="{46D20BFB-0DB5-9AF2-791F-7666738D9CB8}"/>
                </a:ext>
              </a:extLst>
            </p:cNvPr>
            <p:cNvSpPr/>
            <p:nvPr/>
          </p:nvSpPr>
          <p:spPr>
            <a:xfrm>
              <a:off x="11366315" y="3952671"/>
              <a:ext cx="24333" cy="19263"/>
            </a:xfrm>
            <a:custGeom>
              <a:avLst/>
              <a:gdLst>
                <a:gd name="connsiteX0" fmla="*/ 24334 w 24333"/>
                <a:gd name="connsiteY0" fmla="*/ 9632 h 19263"/>
                <a:gd name="connsiteX1" fmla="*/ 12167 w 24333"/>
                <a:gd name="connsiteY1" fmla="*/ 19264 h 19263"/>
                <a:gd name="connsiteX2" fmla="*/ 0 w 24333"/>
                <a:gd name="connsiteY2" fmla="*/ 9632 h 19263"/>
                <a:gd name="connsiteX3" fmla="*/ 12167 w 24333"/>
                <a:gd name="connsiteY3" fmla="*/ 0 h 19263"/>
                <a:gd name="connsiteX4" fmla="*/ 24334 w 24333"/>
                <a:gd name="connsiteY4" fmla="*/ 9632 h 19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33" h="19263">
                  <a:moveTo>
                    <a:pt x="24334" y="9632"/>
                  </a:moveTo>
                  <a:cubicBezTo>
                    <a:pt x="24334" y="14955"/>
                    <a:pt x="18884" y="19264"/>
                    <a:pt x="12167" y="19264"/>
                  </a:cubicBezTo>
                  <a:cubicBezTo>
                    <a:pt x="5450" y="19264"/>
                    <a:pt x="0" y="14955"/>
                    <a:pt x="0" y="9632"/>
                  </a:cubicBezTo>
                  <a:cubicBezTo>
                    <a:pt x="0" y="4309"/>
                    <a:pt x="5450" y="0"/>
                    <a:pt x="12167" y="0"/>
                  </a:cubicBezTo>
                  <a:cubicBezTo>
                    <a:pt x="18884" y="0"/>
                    <a:pt x="24334" y="4309"/>
                    <a:pt x="24334" y="963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92" name="Freeform: Shape 4691">
              <a:extLst>
                <a:ext uri="{FF2B5EF4-FFF2-40B4-BE49-F238E27FC236}">
                  <a16:creationId xmlns:a16="http://schemas.microsoft.com/office/drawing/2014/main" id="{578BE73D-2463-ECDD-3B24-29D4598E1F72}"/>
                </a:ext>
              </a:extLst>
            </p:cNvPr>
            <p:cNvSpPr/>
            <p:nvPr/>
          </p:nvSpPr>
          <p:spPr>
            <a:xfrm>
              <a:off x="11348700" y="4055961"/>
              <a:ext cx="23572" cy="18757"/>
            </a:xfrm>
            <a:custGeom>
              <a:avLst/>
              <a:gdLst>
                <a:gd name="connsiteX0" fmla="*/ 23573 w 23572"/>
                <a:gd name="connsiteY0" fmla="*/ 9378 h 18757"/>
                <a:gd name="connsiteX1" fmla="*/ 11786 w 23572"/>
                <a:gd name="connsiteY1" fmla="*/ 18757 h 18757"/>
                <a:gd name="connsiteX2" fmla="*/ 0 w 23572"/>
                <a:gd name="connsiteY2" fmla="*/ 9378 h 18757"/>
                <a:gd name="connsiteX3" fmla="*/ 11786 w 23572"/>
                <a:gd name="connsiteY3" fmla="*/ 0 h 18757"/>
                <a:gd name="connsiteX4" fmla="*/ 23573 w 23572"/>
                <a:gd name="connsiteY4" fmla="*/ 9378 h 18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572" h="18757">
                  <a:moveTo>
                    <a:pt x="23573" y="9378"/>
                  </a:moveTo>
                  <a:cubicBezTo>
                    <a:pt x="23573" y="14575"/>
                    <a:pt x="18376" y="18757"/>
                    <a:pt x="11786" y="18757"/>
                  </a:cubicBezTo>
                  <a:cubicBezTo>
                    <a:pt x="5196" y="18757"/>
                    <a:pt x="0" y="14575"/>
                    <a:pt x="0" y="9378"/>
                  </a:cubicBezTo>
                  <a:cubicBezTo>
                    <a:pt x="0" y="4182"/>
                    <a:pt x="5196" y="0"/>
                    <a:pt x="11786" y="0"/>
                  </a:cubicBezTo>
                  <a:cubicBezTo>
                    <a:pt x="18376" y="0"/>
                    <a:pt x="23573" y="4182"/>
                    <a:pt x="23573" y="937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93" name="Freeform: Shape 4692">
              <a:extLst>
                <a:ext uri="{FF2B5EF4-FFF2-40B4-BE49-F238E27FC236}">
                  <a16:creationId xmlns:a16="http://schemas.microsoft.com/office/drawing/2014/main" id="{506888BE-3462-8282-6CD4-F0D8D8F5B970}"/>
                </a:ext>
              </a:extLst>
            </p:cNvPr>
            <p:cNvSpPr/>
            <p:nvPr/>
          </p:nvSpPr>
          <p:spPr>
            <a:xfrm>
              <a:off x="11328295" y="4159124"/>
              <a:ext cx="22052" cy="17489"/>
            </a:xfrm>
            <a:custGeom>
              <a:avLst/>
              <a:gdLst>
                <a:gd name="connsiteX0" fmla="*/ 22053 w 22052"/>
                <a:gd name="connsiteY0" fmla="*/ 8745 h 17489"/>
                <a:gd name="connsiteX1" fmla="*/ 11026 w 22052"/>
                <a:gd name="connsiteY1" fmla="*/ 17490 h 17489"/>
                <a:gd name="connsiteX2" fmla="*/ 0 w 22052"/>
                <a:gd name="connsiteY2" fmla="*/ 8745 h 17489"/>
                <a:gd name="connsiteX3" fmla="*/ 11026 w 22052"/>
                <a:gd name="connsiteY3" fmla="*/ 0 h 17489"/>
                <a:gd name="connsiteX4" fmla="*/ 22053 w 22052"/>
                <a:gd name="connsiteY4" fmla="*/ 8745 h 1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052" h="17489">
                  <a:moveTo>
                    <a:pt x="22053" y="8745"/>
                  </a:moveTo>
                  <a:cubicBezTo>
                    <a:pt x="22053" y="13561"/>
                    <a:pt x="17110" y="17490"/>
                    <a:pt x="11026" y="17490"/>
                  </a:cubicBezTo>
                  <a:cubicBezTo>
                    <a:pt x="4943" y="17490"/>
                    <a:pt x="0" y="13561"/>
                    <a:pt x="0" y="8745"/>
                  </a:cubicBezTo>
                  <a:cubicBezTo>
                    <a:pt x="0" y="3929"/>
                    <a:pt x="4943" y="0"/>
                    <a:pt x="11026" y="0"/>
                  </a:cubicBezTo>
                  <a:cubicBezTo>
                    <a:pt x="17110" y="0"/>
                    <a:pt x="22053" y="3929"/>
                    <a:pt x="22053" y="874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94" name="Freeform: Shape 4693">
              <a:extLst>
                <a:ext uri="{FF2B5EF4-FFF2-40B4-BE49-F238E27FC236}">
                  <a16:creationId xmlns:a16="http://schemas.microsoft.com/office/drawing/2014/main" id="{44F76450-B148-47E3-EA17-8BDAFC61E497}"/>
                </a:ext>
              </a:extLst>
            </p:cNvPr>
            <p:cNvSpPr/>
            <p:nvPr/>
          </p:nvSpPr>
          <p:spPr>
            <a:xfrm>
              <a:off x="11304215" y="4261526"/>
              <a:ext cx="21545" cy="16982"/>
            </a:xfrm>
            <a:custGeom>
              <a:avLst/>
              <a:gdLst>
                <a:gd name="connsiteX0" fmla="*/ 21545 w 21545"/>
                <a:gd name="connsiteY0" fmla="*/ 8491 h 16982"/>
                <a:gd name="connsiteX1" fmla="*/ 10772 w 21545"/>
                <a:gd name="connsiteY1" fmla="*/ 16983 h 16982"/>
                <a:gd name="connsiteX2" fmla="*/ 0 w 21545"/>
                <a:gd name="connsiteY2" fmla="*/ 8491 h 16982"/>
                <a:gd name="connsiteX3" fmla="*/ 10772 w 21545"/>
                <a:gd name="connsiteY3" fmla="*/ 0 h 16982"/>
                <a:gd name="connsiteX4" fmla="*/ 21545 w 21545"/>
                <a:gd name="connsiteY4" fmla="*/ 8491 h 1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45" h="16982">
                  <a:moveTo>
                    <a:pt x="21545" y="8491"/>
                  </a:moveTo>
                  <a:cubicBezTo>
                    <a:pt x="21545" y="13181"/>
                    <a:pt x="16729" y="16983"/>
                    <a:pt x="10772" y="16983"/>
                  </a:cubicBezTo>
                  <a:cubicBezTo>
                    <a:pt x="4816" y="16983"/>
                    <a:pt x="0" y="13181"/>
                    <a:pt x="0" y="8491"/>
                  </a:cubicBezTo>
                  <a:cubicBezTo>
                    <a:pt x="0" y="3802"/>
                    <a:pt x="4816" y="0"/>
                    <a:pt x="10772" y="0"/>
                  </a:cubicBezTo>
                  <a:cubicBezTo>
                    <a:pt x="16729" y="0"/>
                    <a:pt x="21545" y="3802"/>
                    <a:pt x="21545" y="84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95" name="Freeform: Shape 4694">
              <a:extLst>
                <a:ext uri="{FF2B5EF4-FFF2-40B4-BE49-F238E27FC236}">
                  <a16:creationId xmlns:a16="http://schemas.microsoft.com/office/drawing/2014/main" id="{939D0339-716F-0C2A-4FFD-566DD874A552}"/>
                </a:ext>
              </a:extLst>
            </p:cNvPr>
            <p:cNvSpPr/>
            <p:nvPr/>
          </p:nvSpPr>
          <p:spPr>
            <a:xfrm>
              <a:off x="11277220" y="4363549"/>
              <a:ext cx="20531" cy="16475"/>
            </a:xfrm>
            <a:custGeom>
              <a:avLst/>
              <a:gdLst>
                <a:gd name="connsiteX0" fmla="*/ 20531 w 20531"/>
                <a:gd name="connsiteY0" fmla="*/ 8238 h 16475"/>
                <a:gd name="connsiteX1" fmla="*/ 10266 w 20531"/>
                <a:gd name="connsiteY1" fmla="*/ 16476 h 16475"/>
                <a:gd name="connsiteX2" fmla="*/ 0 w 20531"/>
                <a:gd name="connsiteY2" fmla="*/ 8238 h 16475"/>
                <a:gd name="connsiteX3" fmla="*/ 10266 w 20531"/>
                <a:gd name="connsiteY3" fmla="*/ 0 h 16475"/>
                <a:gd name="connsiteX4" fmla="*/ 20531 w 20531"/>
                <a:gd name="connsiteY4" fmla="*/ 8238 h 16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31" h="16475">
                  <a:moveTo>
                    <a:pt x="20531" y="8238"/>
                  </a:moveTo>
                  <a:cubicBezTo>
                    <a:pt x="20531" y="12800"/>
                    <a:pt x="15969" y="16476"/>
                    <a:pt x="10266" y="16476"/>
                  </a:cubicBezTo>
                  <a:cubicBezTo>
                    <a:pt x="4562" y="16476"/>
                    <a:pt x="0" y="12800"/>
                    <a:pt x="0" y="8238"/>
                  </a:cubicBezTo>
                  <a:cubicBezTo>
                    <a:pt x="0" y="3675"/>
                    <a:pt x="4562" y="0"/>
                    <a:pt x="10266" y="0"/>
                  </a:cubicBezTo>
                  <a:cubicBezTo>
                    <a:pt x="15969" y="0"/>
                    <a:pt x="20531" y="3675"/>
                    <a:pt x="20531" y="823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96" name="Freeform: Shape 4695">
              <a:extLst>
                <a:ext uri="{FF2B5EF4-FFF2-40B4-BE49-F238E27FC236}">
                  <a16:creationId xmlns:a16="http://schemas.microsoft.com/office/drawing/2014/main" id="{C3B2ECC1-5823-1482-5D5B-0B099A7D3BA7}"/>
                </a:ext>
              </a:extLst>
            </p:cNvPr>
            <p:cNvSpPr/>
            <p:nvPr/>
          </p:nvSpPr>
          <p:spPr>
            <a:xfrm>
              <a:off x="11246677" y="4464938"/>
              <a:ext cx="19897" cy="15715"/>
            </a:xfrm>
            <a:custGeom>
              <a:avLst/>
              <a:gdLst>
                <a:gd name="connsiteX0" fmla="*/ 19898 w 19897"/>
                <a:gd name="connsiteY0" fmla="*/ 7858 h 15715"/>
                <a:gd name="connsiteX1" fmla="*/ 9886 w 19897"/>
                <a:gd name="connsiteY1" fmla="*/ 15716 h 15715"/>
                <a:gd name="connsiteX2" fmla="*/ 0 w 19897"/>
                <a:gd name="connsiteY2" fmla="*/ 7858 h 15715"/>
                <a:gd name="connsiteX3" fmla="*/ 9886 w 19897"/>
                <a:gd name="connsiteY3" fmla="*/ 0 h 15715"/>
                <a:gd name="connsiteX4" fmla="*/ 19898 w 19897"/>
                <a:gd name="connsiteY4" fmla="*/ 7858 h 1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97" h="15715">
                  <a:moveTo>
                    <a:pt x="19898" y="7858"/>
                  </a:moveTo>
                  <a:cubicBezTo>
                    <a:pt x="19898" y="12167"/>
                    <a:pt x="15462" y="15716"/>
                    <a:pt x="9886" y="15716"/>
                  </a:cubicBezTo>
                  <a:cubicBezTo>
                    <a:pt x="4309" y="15716"/>
                    <a:pt x="0" y="12167"/>
                    <a:pt x="0" y="7858"/>
                  </a:cubicBezTo>
                  <a:cubicBezTo>
                    <a:pt x="0" y="3549"/>
                    <a:pt x="4436" y="0"/>
                    <a:pt x="9886" y="0"/>
                  </a:cubicBezTo>
                  <a:cubicBezTo>
                    <a:pt x="15335" y="0"/>
                    <a:pt x="19898" y="3549"/>
                    <a:pt x="19898" y="785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97" name="Freeform: Shape 4696">
              <a:extLst>
                <a:ext uri="{FF2B5EF4-FFF2-40B4-BE49-F238E27FC236}">
                  <a16:creationId xmlns:a16="http://schemas.microsoft.com/office/drawing/2014/main" id="{F9A252E6-B239-E625-1CA0-107C26FF81B5}"/>
                </a:ext>
              </a:extLst>
            </p:cNvPr>
            <p:cNvSpPr/>
            <p:nvPr/>
          </p:nvSpPr>
          <p:spPr>
            <a:xfrm>
              <a:off x="11213599" y="4566073"/>
              <a:ext cx="18250" cy="14447"/>
            </a:xfrm>
            <a:custGeom>
              <a:avLst/>
              <a:gdLst>
                <a:gd name="connsiteX0" fmla="*/ 18250 w 18250"/>
                <a:gd name="connsiteY0" fmla="*/ 7224 h 14447"/>
                <a:gd name="connsiteX1" fmla="*/ 9125 w 18250"/>
                <a:gd name="connsiteY1" fmla="*/ 14448 h 14447"/>
                <a:gd name="connsiteX2" fmla="*/ 0 w 18250"/>
                <a:gd name="connsiteY2" fmla="*/ 7224 h 14447"/>
                <a:gd name="connsiteX3" fmla="*/ 9125 w 18250"/>
                <a:gd name="connsiteY3" fmla="*/ 0 h 14447"/>
                <a:gd name="connsiteX4" fmla="*/ 18250 w 18250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7">
                  <a:moveTo>
                    <a:pt x="18250" y="7224"/>
                  </a:moveTo>
                  <a:cubicBezTo>
                    <a:pt x="18250" y="11279"/>
                    <a:pt x="14194" y="14448"/>
                    <a:pt x="9125" y="14448"/>
                  </a:cubicBezTo>
                  <a:cubicBezTo>
                    <a:pt x="4056" y="14448"/>
                    <a:pt x="0" y="11279"/>
                    <a:pt x="0" y="7224"/>
                  </a:cubicBezTo>
                  <a:cubicBezTo>
                    <a:pt x="0" y="3168"/>
                    <a:pt x="4056" y="0"/>
                    <a:pt x="9125" y="0"/>
                  </a:cubicBezTo>
                  <a:cubicBezTo>
                    <a:pt x="14194" y="0"/>
                    <a:pt x="18250" y="3295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98" name="Freeform: Shape 4697">
              <a:extLst>
                <a:ext uri="{FF2B5EF4-FFF2-40B4-BE49-F238E27FC236}">
                  <a16:creationId xmlns:a16="http://schemas.microsoft.com/office/drawing/2014/main" id="{8617B57D-467C-B559-80A7-D9D55D1901CD}"/>
                </a:ext>
              </a:extLst>
            </p:cNvPr>
            <p:cNvSpPr/>
            <p:nvPr/>
          </p:nvSpPr>
          <p:spPr>
            <a:xfrm>
              <a:off x="11176719" y="4666067"/>
              <a:ext cx="17742" cy="13941"/>
            </a:xfrm>
            <a:custGeom>
              <a:avLst/>
              <a:gdLst>
                <a:gd name="connsiteX0" fmla="*/ 17743 w 17742"/>
                <a:gd name="connsiteY0" fmla="*/ 6971 h 13941"/>
                <a:gd name="connsiteX1" fmla="*/ 8872 w 17742"/>
                <a:gd name="connsiteY1" fmla="*/ 13941 h 13941"/>
                <a:gd name="connsiteX2" fmla="*/ 0 w 17742"/>
                <a:gd name="connsiteY2" fmla="*/ 6971 h 13941"/>
                <a:gd name="connsiteX3" fmla="*/ 8872 w 17742"/>
                <a:gd name="connsiteY3" fmla="*/ 0 h 13941"/>
                <a:gd name="connsiteX4" fmla="*/ 17743 w 17742"/>
                <a:gd name="connsiteY4" fmla="*/ 6971 h 1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2" h="13941">
                  <a:moveTo>
                    <a:pt x="17743" y="6971"/>
                  </a:moveTo>
                  <a:cubicBezTo>
                    <a:pt x="17743" y="10899"/>
                    <a:pt x="13814" y="13941"/>
                    <a:pt x="8872" y="13941"/>
                  </a:cubicBezTo>
                  <a:cubicBezTo>
                    <a:pt x="3929" y="13941"/>
                    <a:pt x="0" y="10773"/>
                    <a:pt x="0" y="6971"/>
                  </a:cubicBezTo>
                  <a:cubicBezTo>
                    <a:pt x="0" y="3168"/>
                    <a:pt x="3929" y="0"/>
                    <a:pt x="8872" y="0"/>
                  </a:cubicBezTo>
                  <a:cubicBezTo>
                    <a:pt x="13814" y="0"/>
                    <a:pt x="17743" y="3168"/>
                    <a:pt x="17743" y="697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99" name="Freeform: Shape 4698">
              <a:extLst>
                <a:ext uri="{FF2B5EF4-FFF2-40B4-BE49-F238E27FC236}">
                  <a16:creationId xmlns:a16="http://schemas.microsoft.com/office/drawing/2014/main" id="{E3714F39-581E-C311-E06C-2E24AE79D80E}"/>
                </a:ext>
              </a:extLst>
            </p:cNvPr>
            <p:cNvSpPr/>
            <p:nvPr/>
          </p:nvSpPr>
          <p:spPr>
            <a:xfrm>
              <a:off x="11137050" y="4765302"/>
              <a:ext cx="16856" cy="13433"/>
            </a:xfrm>
            <a:custGeom>
              <a:avLst/>
              <a:gdLst>
                <a:gd name="connsiteX0" fmla="*/ 16856 w 16856"/>
                <a:gd name="connsiteY0" fmla="*/ 6717 h 13433"/>
                <a:gd name="connsiteX1" fmla="*/ 8491 w 16856"/>
                <a:gd name="connsiteY1" fmla="*/ 13434 h 13433"/>
                <a:gd name="connsiteX2" fmla="*/ 0 w 16856"/>
                <a:gd name="connsiteY2" fmla="*/ 6717 h 13433"/>
                <a:gd name="connsiteX3" fmla="*/ 8491 w 16856"/>
                <a:gd name="connsiteY3" fmla="*/ 0 h 13433"/>
                <a:gd name="connsiteX4" fmla="*/ 16856 w 16856"/>
                <a:gd name="connsiteY4" fmla="*/ 6717 h 13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56" h="13433">
                  <a:moveTo>
                    <a:pt x="16856" y="6717"/>
                  </a:moveTo>
                  <a:cubicBezTo>
                    <a:pt x="16856" y="10392"/>
                    <a:pt x="13053" y="13434"/>
                    <a:pt x="8491" y="13434"/>
                  </a:cubicBezTo>
                  <a:cubicBezTo>
                    <a:pt x="3929" y="13434"/>
                    <a:pt x="0" y="10392"/>
                    <a:pt x="0" y="6717"/>
                  </a:cubicBezTo>
                  <a:cubicBezTo>
                    <a:pt x="0" y="3042"/>
                    <a:pt x="3802" y="0"/>
                    <a:pt x="8491" y="0"/>
                  </a:cubicBezTo>
                  <a:cubicBezTo>
                    <a:pt x="13180" y="0"/>
                    <a:pt x="16856" y="3042"/>
                    <a:pt x="16856" y="671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00" name="Freeform: Shape 4699">
              <a:extLst>
                <a:ext uri="{FF2B5EF4-FFF2-40B4-BE49-F238E27FC236}">
                  <a16:creationId xmlns:a16="http://schemas.microsoft.com/office/drawing/2014/main" id="{A64639BC-6482-5C36-3B2C-F60EF3E8B8B6}"/>
                </a:ext>
              </a:extLst>
            </p:cNvPr>
            <p:cNvSpPr/>
            <p:nvPr/>
          </p:nvSpPr>
          <p:spPr>
            <a:xfrm>
              <a:off x="11094467" y="4864029"/>
              <a:ext cx="15461" cy="12419"/>
            </a:xfrm>
            <a:custGeom>
              <a:avLst/>
              <a:gdLst>
                <a:gd name="connsiteX0" fmla="*/ 15461 w 15461"/>
                <a:gd name="connsiteY0" fmla="*/ 6210 h 12419"/>
                <a:gd name="connsiteX1" fmla="*/ 7731 w 15461"/>
                <a:gd name="connsiteY1" fmla="*/ 12420 h 12419"/>
                <a:gd name="connsiteX2" fmla="*/ 0 w 15461"/>
                <a:gd name="connsiteY2" fmla="*/ 6210 h 12419"/>
                <a:gd name="connsiteX3" fmla="*/ 7731 w 15461"/>
                <a:gd name="connsiteY3" fmla="*/ 0 h 12419"/>
                <a:gd name="connsiteX4" fmla="*/ 15461 w 15461"/>
                <a:gd name="connsiteY4" fmla="*/ 6210 h 12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61" h="12419">
                  <a:moveTo>
                    <a:pt x="15461" y="6210"/>
                  </a:moveTo>
                  <a:cubicBezTo>
                    <a:pt x="15461" y="9632"/>
                    <a:pt x="11913" y="12420"/>
                    <a:pt x="7731" y="12420"/>
                  </a:cubicBezTo>
                  <a:cubicBezTo>
                    <a:pt x="3548" y="12420"/>
                    <a:pt x="0" y="9632"/>
                    <a:pt x="0" y="6210"/>
                  </a:cubicBezTo>
                  <a:cubicBezTo>
                    <a:pt x="0" y="2788"/>
                    <a:pt x="3548" y="0"/>
                    <a:pt x="7731" y="0"/>
                  </a:cubicBezTo>
                  <a:cubicBezTo>
                    <a:pt x="11913" y="0"/>
                    <a:pt x="15461" y="2788"/>
                    <a:pt x="15461" y="621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01" name="Freeform: Shape 4700">
              <a:extLst>
                <a:ext uri="{FF2B5EF4-FFF2-40B4-BE49-F238E27FC236}">
                  <a16:creationId xmlns:a16="http://schemas.microsoft.com/office/drawing/2014/main" id="{F787F3EA-E8DB-6343-13E3-C699FF7646DC}"/>
                </a:ext>
              </a:extLst>
            </p:cNvPr>
            <p:cNvSpPr/>
            <p:nvPr/>
          </p:nvSpPr>
          <p:spPr>
            <a:xfrm>
              <a:off x="11048462" y="4961616"/>
              <a:ext cx="14701" cy="11659"/>
            </a:xfrm>
            <a:custGeom>
              <a:avLst/>
              <a:gdLst>
                <a:gd name="connsiteX0" fmla="*/ 14701 w 14701"/>
                <a:gd name="connsiteY0" fmla="*/ 5830 h 11659"/>
                <a:gd name="connsiteX1" fmla="*/ 7350 w 14701"/>
                <a:gd name="connsiteY1" fmla="*/ 11660 h 11659"/>
                <a:gd name="connsiteX2" fmla="*/ 0 w 14701"/>
                <a:gd name="connsiteY2" fmla="*/ 5830 h 11659"/>
                <a:gd name="connsiteX3" fmla="*/ 7350 w 14701"/>
                <a:gd name="connsiteY3" fmla="*/ 0 h 11659"/>
                <a:gd name="connsiteX4" fmla="*/ 14701 w 14701"/>
                <a:gd name="connsiteY4" fmla="*/ 5830 h 11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01" h="11659">
                  <a:moveTo>
                    <a:pt x="14701" y="5830"/>
                  </a:moveTo>
                  <a:cubicBezTo>
                    <a:pt x="14701" y="8999"/>
                    <a:pt x="11406" y="11660"/>
                    <a:pt x="7350" y="11660"/>
                  </a:cubicBezTo>
                  <a:cubicBezTo>
                    <a:pt x="3295" y="11660"/>
                    <a:pt x="0" y="8999"/>
                    <a:pt x="0" y="5830"/>
                  </a:cubicBezTo>
                  <a:cubicBezTo>
                    <a:pt x="0" y="2662"/>
                    <a:pt x="3295" y="0"/>
                    <a:pt x="7350" y="0"/>
                  </a:cubicBezTo>
                  <a:cubicBezTo>
                    <a:pt x="11406" y="0"/>
                    <a:pt x="14701" y="2535"/>
                    <a:pt x="14701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02" name="Freeform: Shape 4701">
              <a:extLst>
                <a:ext uri="{FF2B5EF4-FFF2-40B4-BE49-F238E27FC236}">
                  <a16:creationId xmlns:a16="http://schemas.microsoft.com/office/drawing/2014/main" id="{E9528365-9D58-4AAA-BA4B-7E2486D5DE9E}"/>
                </a:ext>
              </a:extLst>
            </p:cNvPr>
            <p:cNvSpPr/>
            <p:nvPr/>
          </p:nvSpPr>
          <p:spPr>
            <a:xfrm>
              <a:off x="10999289" y="5058189"/>
              <a:ext cx="13940" cy="11152"/>
            </a:xfrm>
            <a:custGeom>
              <a:avLst/>
              <a:gdLst>
                <a:gd name="connsiteX0" fmla="*/ 13941 w 13940"/>
                <a:gd name="connsiteY0" fmla="*/ 5576 h 11152"/>
                <a:gd name="connsiteX1" fmla="*/ 6970 w 13940"/>
                <a:gd name="connsiteY1" fmla="*/ 11153 h 11152"/>
                <a:gd name="connsiteX2" fmla="*/ 0 w 13940"/>
                <a:gd name="connsiteY2" fmla="*/ 5576 h 11152"/>
                <a:gd name="connsiteX3" fmla="*/ 6970 w 13940"/>
                <a:gd name="connsiteY3" fmla="*/ 0 h 11152"/>
                <a:gd name="connsiteX4" fmla="*/ 13941 w 13940"/>
                <a:gd name="connsiteY4" fmla="*/ 5576 h 11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0" h="11152">
                  <a:moveTo>
                    <a:pt x="13941" y="5576"/>
                  </a:moveTo>
                  <a:cubicBezTo>
                    <a:pt x="13941" y="8618"/>
                    <a:pt x="10772" y="11153"/>
                    <a:pt x="6970" y="11153"/>
                  </a:cubicBezTo>
                  <a:cubicBezTo>
                    <a:pt x="3168" y="11153"/>
                    <a:pt x="0" y="8618"/>
                    <a:pt x="0" y="5576"/>
                  </a:cubicBezTo>
                  <a:cubicBezTo>
                    <a:pt x="0" y="2535"/>
                    <a:pt x="3168" y="0"/>
                    <a:pt x="6970" y="0"/>
                  </a:cubicBezTo>
                  <a:cubicBezTo>
                    <a:pt x="10772" y="0"/>
                    <a:pt x="13941" y="2535"/>
                    <a:pt x="13941" y="55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03" name="Freeform: Shape 4702">
              <a:extLst>
                <a:ext uri="{FF2B5EF4-FFF2-40B4-BE49-F238E27FC236}">
                  <a16:creationId xmlns:a16="http://schemas.microsoft.com/office/drawing/2014/main" id="{4F4D69FB-45DB-5A0B-67B2-D197253E7F8F}"/>
                </a:ext>
              </a:extLst>
            </p:cNvPr>
            <p:cNvSpPr/>
            <p:nvPr/>
          </p:nvSpPr>
          <p:spPr>
            <a:xfrm>
              <a:off x="10947580" y="5154128"/>
              <a:ext cx="12546" cy="10012"/>
            </a:xfrm>
            <a:custGeom>
              <a:avLst/>
              <a:gdLst>
                <a:gd name="connsiteX0" fmla="*/ 12547 w 12546"/>
                <a:gd name="connsiteY0" fmla="*/ 4943 h 10012"/>
                <a:gd name="connsiteX1" fmla="*/ 6337 w 12546"/>
                <a:gd name="connsiteY1" fmla="*/ 10012 h 10012"/>
                <a:gd name="connsiteX2" fmla="*/ 0 w 12546"/>
                <a:gd name="connsiteY2" fmla="*/ 4943 h 10012"/>
                <a:gd name="connsiteX3" fmla="*/ 6337 w 12546"/>
                <a:gd name="connsiteY3" fmla="*/ 0 h 10012"/>
                <a:gd name="connsiteX4" fmla="*/ 12547 w 12546"/>
                <a:gd name="connsiteY4" fmla="*/ 4943 h 1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46" h="10012">
                  <a:moveTo>
                    <a:pt x="12547" y="4943"/>
                  </a:moveTo>
                  <a:lnTo>
                    <a:pt x="6337" y="10012"/>
                  </a:lnTo>
                  <a:lnTo>
                    <a:pt x="0" y="4943"/>
                  </a:lnTo>
                  <a:lnTo>
                    <a:pt x="6337" y="0"/>
                  </a:lnTo>
                  <a:lnTo>
                    <a:pt x="12547" y="494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04" name="Freeform: Shape 4703">
              <a:extLst>
                <a:ext uri="{FF2B5EF4-FFF2-40B4-BE49-F238E27FC236}">
                  <a16:creationId xmlns:a16="http://schemas.microsoft.com/office/drawing/2014/main" id="{CA719409-5FE1-4E50-8355-E987E7435C1C}"/>
                </a:ext>
              </a:extLst>
            </p:cNvPr>
            <p:cNvSpPr/>
            <p:nvPr/>
          </p:nvSpPr>
          <p:spPr>
            <a:xfrm>
              <a:off x="10892450" y="5248546"/>
              <a:ext cx="12039" cy="9505"/>
            </a:xfrm>
            <a:custGeom>
              <a:avLst/>
              <a:gdLst>
                <a:gd name="connsiteX0" fmla="*/ 12039 w 12039"/>
                <a:gd name="connsiteY0" fmla="*/ 4816 h 9505"/>
                <a:gd name="connsiteX1" fmla="*/ 6083 w 12039"/>
                <a:gd name="connsiteY1" fmla="*/ 9505 h 9505"/>
                <a:gd name="connsiteX2" fmla="*/ 0 w 12039"/>
                <a:gd name="connsiteY2" fmla="*/ 4816 h 9505"/>
                <a:gd name="connsiteX3" fmla="*/ 6083 w 12039"/>
                <a:gd name="connsiteY3" fmla="*/ 0 h 9505"/>
                <a:gd name="connsiteX4" fmla="*/ 12039 w 12039"/>
                <a:gd name="connsiteY4" fmla="*/ 4816 h 9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39" h="9505">
                  <a:moveTo>
                    <a:pt x="12039" y="4816"/>
                  </a:moveTo>
                  <a:lnTo>
                    <a:pt x="6083" y="9505"/>
                  </a:lnTo>
                  <a:lnTo>
                    <a:pt x="0" y="4816"/>
                  </a:lnTo>
                  <a:lnTo>
                    <a:pt x="6083" y="0"/>
                  </a:lnTo>
                  <a:lnTo>
                    <a:pt x="12039" y="481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05" name="Freeform: Shape 4704">
              <a:extLst>
                <a:ext uri="{FF2B5EF4-FFF2-40B4-BE49-F238E27FC236}">
                  <a16:creationId xmlns:a16="http://schemas.microsoft.com/office/drawing/2014/main" id="{94560B07-8A83-EBB4-70B2-2A7A0E505220}"/>
                </a:ext>
              </a:extLst>
            </p:cNvPr>
            <p:cNvSpPr/>
            <p:nvPr/>
          </p:nvSpPr>
          <p:spPr>
            <a:xfrm>
              <a:off x="10834785" y="5342331"/>
              <a:ext cx="10646" cy="8364"/>
            </a:xfrm>
            <a:custGeom>
              <a:avLst/>
              <a:gdLst>
                <a:gd name="connsiteX0" fmla="*/ 10646 w 10646"/>
                <a:gd name="connsiteY0" fmla="*/ 4182 h 8364"/>
                <a:gd name="connsiteX1" fmla="*/ 5323 w 10646"/>
                <a:gd name="connsiteY1" fmla="*/ 8365 h 8364"/>
                <a:gd name="connsiteX2" fmla="*/ 0 w 10646"/>
                <a:gd name="connsiteY2" fmla="*/ 4182 h 8364"/>
                <a:gd name="connsiteX3" fmla="*/ 5323 w 10646"/>
                <a:gd name="connsiteY3" fmla="*/ 0 h 8364"/>
                <a:gd name="connsiteX4" fmla="*/ 10646 w 10646"/>
                <a:gd name="connsiteY4" fmla="*/ 4182 h 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46" h="8364">
                  <a:moveTo>
                    <a:pt x="10646" y="4182"/>
                  </a:moveTo>
                  <a:lnTo>
                    <a:pt x="5323" y="8365"/>
                  </a:lnTo>
                  <a:lnTo>
                    <a:pt x="0" y="4182"/>
                  </a:lnTo>
                  <a:lnTo>
                    <a:pt x="5323" y="0"/>
                  </a:lnTo>
                  <a:lnTo>
                    <a:pt x="10646" y="41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06" name="Freeform: Shape 4705">
              <a:extLst>
                <a:ext uri="{FF2B5EF4-FFF2-40B4-BE49-F238E27FC236}">
                  <a16:creationId xmlns:a16="http://schemas.microsoft.com/office/drawing/2014/main" id="{8601D056-1C11-3705-0BB4-D65AF1FB418C}"/>
                </a:ext>
              </a:extLst>
            </p:cNvPr>
            <p:cNvSpPr/>
            <p:nvPr/>
          </p:nvSpPr>
          <p:spPr>
            <a:xfrm>
              <a:off x="10773952" y="5434594"/>
              <a:ext cx="9758" cy="7730"/>
            </a:xfrm>
            <a:custGeom>
              <a:avLst/>
              <a:gdLst>
                <a:gd name="connsiteX0" fmla="*/ 9759 w 9758"/>
                <a:gd name="connsiteY0" fmla="*/ 3802 h 7730"/>
                <a:gd name="connsiteX1" fmla="*/ 4943 w 9758"/>
                <a:gd name="connsiteY1" fmla="*/ 7731 h 7730"/>
                <a:gd name="connsiteX2" fmla="*/ 0 w 9758"/>
                <a:gd name="connsiteY2" fmla="*/ 3802 h 7730"/>
                <a:gd name="connsiteX3" fmla="*/ 4943 w 9758"/>
                <a:gd name="connsiteY3" fmla="*/ 0 h 7730"/>
                <a:gd name="connsiteX4" fmla="*/ 9759 w 9758"/>
                <a:gd name="connsiteY4" fmla="*/ 3802 h 7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58" h="7730">
                  <a:moveTo>
                    <a:pt x="9759" y="3802"/>
                  </a:moveTo>
                  <a:lnTo>
                    <a:pt x="4943" y="7731"/>
                  </a:lnTo>
                  <a:lnTo>
                    <a:pt x="0" y="3802"/>
                  </a:lnTo>
                  <a:lnTo>
                    <a:pt x="4943" y="0"/>
                  </a:lnTo>
                  <a:lnTo>
                    <a:pt x="9759" y="380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07" name="Freeform: Shape 4706">
              <a:extLst>
                <a:ext uri="{FF2B5EF4-FFF2-40B4-BE49-F238E27FC236}">
                  <a16:creationId xmlns:a16="http://schemas.microsoft.com/office/drawing/2014/main" id="{EBEF9854-0E0B-F0F8-7795-EB787184929F}"/>
                </a:ext>
              </a:extLst>
            </p:cNvPr>
            <p:cNvSpPr/>
            <p:nvPr/>
          </p:nvSpPr>
          <p:spPr>
            <a:xfrm>
              <a:off x="10710457" y="5525718"/>
              <a:ext cx="8491" cy="6716"/>
            </a:xfrm>
            <a:custGeom>
              <a:avLst/>
              <a:gdLst>
                <a:gd name="connsiteX0" fmla="*/ 8492 w 8491"/>
                <a:gd name="connsiteY0" fmla="*/ 3422 h 6716"/>
                <a:gd name="connsiteX1" fmla="*/ 4309 w 8491"/>
                <a:gd name="connsiteY1" fmla="*/ 6717 h 6716"/>
                <a:gd name="connsiteX2" fmla="*/ 0 w 8491"/>
                <a:gd name="connsiteY2" fmla="*/ 3422 h 6716"/>
                <a:gd name="connsiteX3" fmla="*/ 4309 w 8491"/>
                <a:gd name="connsiteY3" fmla="*/ 0 h 6716"/>
                <a:gd name="connsiteX4" fmla="*/ 8492 w 8491"/>
                <a:gd name="connsiteY4" fmla="*/ 3422 h 6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91" h="6716">
                  <a:moveTo>
                    <a:pt x="8492" y="3422"/>
                  </a:moveTo>
                  <a:lnTo>
                    <a:pt x="4309" y="6717"/>
                  </a:lnTo>
                  <a:lnTo>
                    <a:pt x="0" y="3422"/>
                  </a:lnTo>
                  <a:lnTo>
                    <a:pt x="4309" y="0"/>
                  </a:lnTo>
                  <a:lnTo>
                    <a:pt x="8492" y="342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08" name="Freeform: Shape 4707">
              <a:extLst>
                <a:ext uri="{FF2B5EF4-FFF2-40B4-BE49-F238E27FC236}">
                  <a16:creationId xmlns:a16="http://schemas.microsoft.com/office/drawing/2014/main" id="{4B0126AC-A93E-DC15-839C-D584DC31D48F}"/>
                </a:ext>
              </a:extLst>
            </p:cNvPr>
            <p:cNvSpPr/>
            <p:nvPr/>
          </p:nvSpPr>
          <p:spPr>
            <a:xfrm>
              <a:off x="10643794" y="5615320"/>
              <a:ext cx="7857" cy="6336"/>
            </a:xfrm>
            <a:custGeom>
              <a:avLst/>
              <a:gdLst>
                <a:gd name="connsiteX0" fmla="*/ 7858 w 7857"/>
                <a:gd name="connsiteY0" fmla="*/ 3168 h 6336"/>
                <a:gd name="connsiteX1" fmla="*/ 3929 w 7857"/>
                <a:gd name="connsiteY1" fmla="*/ 6337 h 6336"/>
                <a:gd name="connsiteX2" fmla="*/ 0 w 7857"/>
                <a:gd name="connsiteY2" fmla="*/ 3168 h 6336"/>
                <a:gd name="connsiteX3" fmla="*/ 3929 w 7857"/>
                <a:gd name="connsiteY3" fmla="*/ 0 h 6336"/>
                <a:gd name="connsiteX4" fmla="*/ 7858 w 7857"/>
                <a:gd name="connsiteY4" fmla="*/ 3168 h 6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57" h="6336">
                  <a:moveTo>
                    <a:pt x="7858" y="3168"/>
                  </a:moveTo>
                  <a:lnTo>
                    <a:pt x="3929" y="6337"/>
                  </a:lnTo>
                  <a:lnTo>
                    <a:pt x="0" y="3168"/>
                  </a:lnTo>
                  <a:lnTo>
                    <a:pt x="3929" y="0"/>
                  </a:lnTo>
                  <a:lnTo>
                    <a:pt x="7858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09" name="Freeform: Shape 4708">
              <a:extLst>
                <a:ext uri="{FF2B5EF4-FFF2-40B4-BE49-F238E27FC236}">
                  <a16:creationId xmlns:a16="http://schemas.microsoft.com/office/drawing/2014/main" id="{886E3EE4-8932-305D-63D8-75AC99BA8D99}"/>
                </a:ext>
              </a:extLst>
            </p:cNvPr>
            <p:cNvSpPr/>
            <p:nvPr/>
          </p:nvSpPr>
          <p:spPr>
            <a:xfrm>
              <a:off x="10574342" y="5703655"/>
              <a:ext cx="7350" cy="5829"/>
            </a:xfrm>
            <a:custGeom>
              <a:avLst/>
              <a:gdLst>
                <a:gd name="connsiteX0" fmla="*/ 7351 w 7350"/>
                <a:gd name="connsiteY0" fmla="*/ 2915 h 5829"/>
                <a:gd name="connsiteX1" fmla="*/ 3676 w 7350"/>
                <a:gd name="connsiteY1" fmla="*/ 5830 h 5829"/>
                <a:gd name="connsiteX2" fmla="*/ 0 w 7350"/>
                <a:gd name="connsiteY2" fmla="*/ 2915 h 5829"/>
                <a:gd name="connsiteX3" fmla="*/ 3676 w 7350"/>
                <a:gd name="connsiteY3" fmla="*/ 0 h 5829"/>
                <a:gd name="connsiteX4" fmla="*/ 7351 w 7350"/>
                <a:gd name="connsiteY4" fmla="*/ 2915 h 5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0" h="5829">
                  <a:moveTo>
                    <a:pt x="7351" y="2915"/>
                  </a:moveTo>
                  <a:lnTo>
                    <a:pt x="3676" y="5830"/>
                  </a:lnTo>
                  <a:lnTo>
                    <a:pt x="0" y="2915"/>
                  </a:lnTo>
                  <a:lnTo>
                    <a:pt x="3676" y="0"/>
                  </a:lnTo>
                  <a:lnTo>
                    <a:pt x="7351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10" name="Freeform: Shape 4709">
              <a:extLst>
                <a:ext uri="{FF2B5EF4-FFF2-40B4-BE49-F238E27FC236}">
                  <a16:creationId xmlns:a16="http://schemas.microsoft.com/office/drawing/2014/main" id="{E6DDB412-E3E3-9099-C183-8FEC881C735B}"/>
                </a:ext>
              </a:extLst>
            </p:cNvPr>
            <p:cNvSpPr/>
            <p:nvPr/>
          </p:nvSpPr>
          <p:spPr>
            <a:xfrm>
              <a:off x="10502230" y="5790596"/>
              <a:ext cx="6463" cy="5196"/>
            </a:xfrm>
            <a:custGeom>
              <a:avLst/>
              <a:gdLst>
                <a:gd name="connsiteX0" fmla="*/ 6464 w 6463"/>
                <a:gd name="connsiteY0" fmla="*/ 2661 h 5196"/>
                <a:gd name="connsiteX1" fmla="*/ 3295 w 6463"/>
                <a:gd name="connsiteY1" fmla="*/ 5196 h 5196"/>
                <a:gd name="connsiteX2" fmla="*/ 0 w 6463"/>
                <a:gd name="connsiteY2" fmla="*/ 2661 h 5196"/>
                <a:gd name="connsiteX3" fmla="*/ 3295 w 6463"/>
                <a:gd name="connsiteY3" fmla="*/ 0 h 5196"/>
                <a:gd name="connsiteX4" fmla="*/ 6464 w 6463"/>
                <a:gd name="connsiteY4" fmla="*/ 2661 h 5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196">
                  <a:moveTo>
                    <a:pt x="6464" y="2661"/>
                  </a:moveTo>
                  <a:lnTo>
                    <a:pt x="3295" y="5196"/>
                  </a:lnTo>
                  <a:lnTo>
                    <a:pt x="0" y="2661"/>
                  </a:lnTo>
                  <a:lnTo>
                    <a:pt x="3295" y="0"/>
                  </a:lnTo>
                  <a:lnTo>
                    <a:pt x="6464" y="266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11" name="Freeform: Shape 4710">
              <a:extLst>
                <a:ext uri="{FF2B5EF4-FFF2-40B4-BE49-F238E27FC236}">
                  <a16:creationId xmlns:a16="http://schemas.microsoft.com/office/drawing/2014/main" id="{74632C5C-4785-463D-FB2A-1526C262ED07}"/>
                </a:ext>
              </a:extLst>
            </p:cNvPr>
            <p:cNvSpPr/>
            <p:nvPr/>
          </p:nvSpPr>
          <p:spPr>
            <a:xfrm>
              <a:off x="10427709" y="5876269"/>
              <a:ext cx="5323" cy="4182"/>
            </a:xfrm>
            <a:custGeom>
              <a:avLst/>
              <a:gdLst>
                <a:gd name="connsiteX0" fmla="*/ 5323 w 5323"/>
                <a:gd name="connsiteY0" fmla="*/ 2154 h 4182"/>
                <a:gd name="connsiteX1" fmla="*/ 2535 w 5323"/>
                <a:gd name="connsiteY1" fmla="*/ 4182 h 4182"/>
                <a:gd name="connsiteX2" fmla="*/ 0 w 5323"/>
                <a:gd name="connsiteY2" fmla="*/ 2154 h 4182"/>
                <a:gd name="connsiteX3" fmla="*/ 2535 w 5323"/>
                <a:gd name="connsiteY3" fmla="*/ 0 h 4182"/>
                <a:gd name="connsiteX4" fmla="*/ 5323 w 5323"/>
                <a:gd name="connsiteY4" fmla="*/ 2154 h 4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23" h="4182">
                  <a:moveTo>
                    <a:pt x="5323" y="2154"/>
                  </a:moveTo>
                  <a:lnTo>
                    <a:pt x="2535" y="4182"/>
                  </a:lnTo>
                  <a:lnTo>
                    <a:pt x="0" y="2154"/>
                  </a:lnTo>
                  <a:lnTo>
                    <a:pt x="2535" y="0"/>
                  </a:lnTo>
                  <a:lnTo>
                    <a:pt x="5323" y="21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12" name="Freeform: Shape 4711">
              <a:extLst>
                <a:ext uri="{FF2B5EF4-FFF2-40B4-BE49-F238E27FC236}">
                  <a16:creationId xmlns:a16="http://schemas.microsoft.com/office/drawing/2014/main" id="{A980675C-5413-3490-E85B-3AEACA9A44AE}"/>
                </a:ext>
              </a:extLst>
            </p:cNvPr>
            <p:cNvSpPr/>
            <p:nvPr/>
          </p:nvSpPr>
          <p:spPr>
            <a:xfrm>
              <a:off x="10350400" y="5960422"/>
              <a:ext cx="4182" cy="3295"/>
            </a:xfrm>
            <a:custGeom>
              <a:avLst/>
              <a:gdLst>
                <a:gd name="connsiteX0" fmla="*/ 4183 w 4182"/>
                <a:gd name="connsiteY0" fmla="*/ 1648 h 3295"/>
                <a:gd name="connsiteX1" fmla="*/ 2027 w 4182"/>
                <a:gd name="connsiteY1" fmla="*/ 3295 h 3295"/>
                <a:gd name="connsiteX2" fmla="*/ 0 w 4182"/>
                <a:gd name="connsiteY2" fmla="*/ 1648 h 3295"/>
                <a:gd name="connsiteX3" fmla="*/ 2027 w 4182"/>
                <a:gd name="connsiteY3" fmla="*/ 0 h 3295"/>
                <a:gd name="connsiteX4" fmla="*/ 4183 w 4182"/>
                <a:gd name="connsiteY4" fmla="*/ 1648 h 3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2" h="3295">
                  <a:moveTo>
                    <a:pt x="4183" y="1648"/>
                  </a:moveTo>
                  <a:lnTo>
                    <a:pt x="2027" y="3295"/>
                  </a:lnTo>
                  <a:lnTo>
                    <a:pt x="0" y="1648"/>
                  </a:lnTo>
                  <a:lnTo>
                    <a:pt x="2027" y="0"/>
                  </a:lnTo>
                  <a:lnTo>
                    <a:pt x="4183" y="164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13" name="Freeform: Shape 4712">
              <a:extLst>
                <a:ext uri="{FF2B5EF4-FFF2-40B4-BE49-F238E27FC236}">
                  <a16:creationId xmlns:a16="http://schemas.microsoft.com/office/drawing/2014/main" id="{F5FE177E-EA60-D6EB-D3AE-DC9904494AF3}"/>
                </a:ext>
              </a:extLst>
            </p:cNvPr>
            <p:cNvSpPr/>
            <p:nvPr/>
          </p:nvSpPr>
          <p:spPr>
            <a:xfrm>
              <a:off x="10270303" y="6042800"/>
              <a:ext cx="3422" cy="2788"/>
            </a:xfrm>
            <a:custGeom>
              <a:avLst/>
              <a:gdLst>
                <a:gd name="connsiteX0" fmla="*/ 3422 w 3422"/>
                <a:gd name="connsiteY0" fmla="*/ 1394 h 2788"/>
                <a:gd name="connsiteX1" fmla="*/ 1648 w 3422"/>
                <a:gd name="connsiteY1" fmla="*/ 2788 h 2788"/>
                <a:gd name="connsiteX2" fmla="*/ 0 w 3422"/>
                <a:gd name="connsiteY2" fmla="*/ 1394 h 2788"/>
                <a:gd name="connsiteX3" fmla="*/ 1648 w 3422"/>
                <a:gd name="connsiteY3" fmla="*/ 0 h 2788"/>
                <a:gd name="connsiteX4" fmla="*/ 3422 w 3422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22" h="2788">
                  <a:moveTo>
                    <a:pt x="3422" y="1394"/>
                  </a:moveTo>
                  <a:lnTo>
                    <a:pt x="1648" y="2788"/>
                  </a:lnTo>
                  <a:lnTo>
                    <a:pt x="0" y="1394"/>
                  </a:lnTo>
                  <a:lnTo>
                    <a:pt x="1648" y="0"/>
                  </a:lnTo>
                  <a:lnTo>
                    <a:pt x="3422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14" name="Freeform: Shape 4713">
              <a:extLst>
                <a:ext uri="{FF2B5EF4-FFF2-40B4-BE49-F238E27FC236}">
                  <a16:creationId xmlns:a16="http://schemas.microsoft.com/office/drawing/2014/main" id="{FF863E7C-5E21-4B06-1FDF-2B52752D94B2}"/>
                </a:ext>
              </a:extLst>
            </p:cNvPr>
            <p:cNvSpPr/>
            <p:nvPr/>
          </p:nvSpPr>
          <p:spPr>
            <a:xfrm>
              <a:off x="10187798" y="6123785"/>
              <a:ext cx="2408" cy="1774"/>
            </a:xfrm>
            <a:custGeom>
              <a:avLst/>
              <a:gdLst>
                <a:gd name="connsiteX0" fmla="*/ 2408 w 2408"/>
                <a:gd name="connsiteY0" fmla="*/ 887 h 1774"/>
                <a:gd name="connsiteX1" fmla="*/ 1141 w 2408"/>
                <a:gd name="connsiteY1" fmla="*/ 1774 h 1774"/>
                <a:gd name="connsiteX2" fmla="*/ 0 w 2408"/>
                <a:gd name="connsiteY2" fmla="*/ 887 h 1774"/>
                <a:gd name="connsiteX3" fmla="*/ 1141 w 2408"/>
                <a:gd name="connsiteY3" fmla="*/ 0 h 1774"/>
                <a:gd name="connsiteX4" fmla="*/ 2408 w 2408"/>
                <a:gd name="connsiteY4" fmla="*/ 887 h 1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8" h="1774">
                  <a:moveTo>
                    <a:pt x="2408" y="887"/>
                  </a:moveTo>
                  <a:lnTo>
                    <a:pt x="1141" y="1774"/>
                  </a:lnTo>
                  <a:lnTo>
                    <a:pt x="0" y="887"/>
                  </a:lnTo>
                  <a:lnTo>
                    <a:pt x="1141" y="0"/>
                  </a:lnTo>
                  <a:lnTo>
                    <a:pt x="2408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15" name="Freeform: Shape 4714">
              <a:extLst>
                <a:ext uri="{FF2B5EF4-FFF2-40B4-BE49-F238E27FC236}">
                  <a16:creationId xmlns:a16="http://schemas.microsoft.com/office/drawing/2014/main" id="{6DFEBA85-F31B-76B1-193D-C5FC1353737E}"/>
                </a:ext>
              </a:extLst>
            </p:cNvPr>
            <p:cNvSpPr/>
            <p:nvPr/>
          </p:nvSpPr>
          <p:spPr>
            <a:xfrm>
              <a:off x="10102632" y="6202868"/>
              <a:ext cx="1774" cy="1394"/>
            </a:xfrm>
            <a:custGeom>
              <a:avLst/>
              <a:gdLst>
                <a:gd name="connsiteX0" fmla="*/ 1774 w 1774"/>
                <a:gd name="connsiteY0" fmla="*/ 634 h 1394"/>
                <a:gd name="connsiteX1" fmla="*/ 887 w 1774"/>
                <a:gd name="connsiteY1" fmla="*/ 1394 h 1394"/>
                <a:gd name="connsiteX2" fmla="*/ 0 w 1774"/>
                <a:gd name="connsiteY2" fmla="*/ 634 h 1394"/>
                <a:gd name="connsiteX3" fmla="*/ 887 w 1774"/>
                <a:gd name="connsiteY3" fmla="*/ 0 h 1394"/>
                <a:gd name="connsiteX4" fmla="*/ 1774 w 1774"/>
                <a:gd name="connsiteY4" fmla="*/ 634 h 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" h="1394">
                  <a:moveTo>
                    <a:pt x="1774" y="634"/>
                  </a:moveTo>
                  <a:lnTo>
                    <a:pt x="887" y="1394"/>
                  </a:lnTo>
                  <a:lnTo>
                    <a:pt x="0" y="634"/>
                  </a:lnTo>
                  <a:lnTo>
                    <a:pt x="887" y="0"/>
                  </a:lnTo>
                  <a:lnTo>
                    <a:pt x="1774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16" name="Freeform: Shape 4715">
              <a:extLst>
                <a:ext uri="{FF2B5EF4-FFF2-40B4-BE49-F238E27FC236}">
                  <a16:creationId xmlns:a16="http://schemas.microsoft.com/office/drawing/2014/main" id="{46DD8ED5-651D-B88E-ADAE-B25D2D5D1251}"/>
                </a:ext>
              </a:extLst>
            </p:cNvPr>
            <p:cNvSpPr/>
            <p:nvPr/>
          </p:nvSpPr>
          <p:spPr>
            <a:xfrm>
              <a:off x="10014804" y="6280050"/>
              <a:ext cx="1393" cy="1140"/>
            </a:xfrm>
            <a:custGeom>
              <a:avLst/>
              <a:gdLst>
                <a:gd name="connsiteX0" fmla="*/ 1394 w 1393"/>
                <a:gd name="connsiteY0" fmla="*/ 507 h 1140"/>
                <a:gd name="connsiteX1" fmla="*/ 760 w 1393"/>
                <a:gd name="connsiteY1" fmla="*/ 1141 h 1140"/>
                <a:gd name="connsiteX2" fmla="*/ 0 w 1393"/>
                <a:gd name="connsiteY2" fmla="*/ 507 h 1140"/>
                <a:gd name="connsiteX3" fmla="*/ 760 w 1393"/>
                <a:gd name="connsiteY3" fmla="*/ 0 h 1140"/>
                <a:gd name="connsiteX4" fmla="*/ 1394 w 1393"/>
                <a:gd name="connsiteY4" fmla="*/ 507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3" h="1140">
                  <a:moveTo>
                    <a:pt x="1394" y="507"/>
                  </a:moveTo>
                  <a:lnTo>
                    <a:pt x="760" y="1141"/>
                  </a:lnTo>
                  <a:lnTo>
                    <a:pt x="0" y="507"/>
                  </a:lnTo>
                  <a:lnTo>
                    <a:pt x="760" y="0"/>
                  </a:lnTo>
                  <a:lnTo>
                    <a:pt x="1394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17" name="Freeform: Shape 4716">
              <a:extLst>
                <a:ext uri="{FF2B5EF4-FFF2-40B4-BE49-F238E27FC236}">
                  <a16:creationId xmlns:a16="http://schemas.microsoft.com/office/drawing/2014/main" id="{834F2EA3-E660-BA3C-7AE1-FD54932005C3}"/>
                </a:ext>
              </a:extLst>
            </p:cNvPr>
            <p:cNvSpPr/>
            <p:nvPr/>
          </p:nvSpPr>
          <p:spPr>
            <a:xfrm>
              <a:off x="9924947" y="6355838"/>
              <a:ext cx="380" cy="253"/>
            </a:xfrm>
            <a:custGeom>
              <a:avLst/>
              <a:gdLst>
                <a:gd name="connsiteX0" fmla="*/ 381 w 380"/>
                <a:gd name="connsiteY0" fmla="*/ 127 h 253"/>
                <a:gd name="connsiteX1" fmla="*/ 127 w 380"/>
                <a:gd name="connsiteY1" fmla="*/ 253 h 253"/>
                <a:gd name="connsiteX2" fmla="*/ 0 w 380"/>
                <a:gd name="connsiteY2" fmla="*/ 127 h 253"/>
                <a:gd name="connsiteX3" fmla="*/ 127 w 380"/>
                <a:gd name="connsiteY3" fmla="*/ 0 h 253"/>
                <a:gd name="connsiteX4" fmla="*/ 381 w 380"/>
                <a:gd name="connsiteY4" fmla="*/ 127 h 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" h="253">
                  <a:moveTo>
                    <a:pt x="381" y="127"/>
                  </a:moveTo>
                  <a:lnTo>
                    <a:pt x="127" y="253"/>
                  </a:lnTo>
                  <a:lnTo>
                    <a:pt x="0" y="127"/>
                  </a:lnTo>
                  <a:lnTo>
                    <a:pt x="127" y="0"/>
                  </a:lnTo>
                  <a:lnTo>
                    <a:pt x="381" y="12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18" name="Freeform: Shape 4717">
              <a:extLst>
                <a:ext uri="{FF2B5EF4-FFF2-40B4-BE49-F238E27FC236}">
                  <a16:creationId xmlns:a16="http://schemas.microsoft.com/office/drawing/2014/main" id="{62E25C25-337D-0440-F57D-410714841822}"/>
                </a:ext>
              </a:extLst>
            </p:cNvPr>
            <p:cNvSpPr/>
            <p:nvPr/>
          </p:nvSpPr>
          <p:spPr>
            <a:xfrm>
              <a:off x="9832177" y="6429218"/>
              <a:ext cx="507" cy="506"/>
            </a:xfrm>
            <a:custGeom>
              <a:avLst/>
              <a:gdLst>
                <a:gd name="connsiteX0" fmla="*/ 507 w 507"/>
                <a:gd name="connsiteY0" fmla="*/ 253 h 506"/>
                <a:gd name="connsiteX1" fmla="*/ 254 w 507"/>
                <a:gd name="connsiteY1" fmla="*/ 507 h 506"/>
                <a:gd name="connsiteX2" fmla="*/ 0 w 507"/>
                <a:gd name="connsiteY2" fmla="*/ 253 h 506"/>
                <a:gd name="connsiteX3" fmla="*/ 254 w 507"/>
                <a:gd name="connsiteY3" fmla="*/ 0 h 506"/>
                <a:gd name="connsiteX4" fmla="*/ 507 w 507"/>
                <a:gd name="connsiteY4" fmla="*/ 253 h 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7" h="506">
                  <a:moveTo>
                    <a:pt x="507" y="253"/>
                  </a:moveTo>
                  <a:lnTo>
                    <a:pt x="254" y="507"/>
                  </a:lnTo>
                  <a:lnTo>
                    <a:pt x="0" y="253"/>
                  </a:lnTo>
                  <a:lnTo>
                    <a:pt x="254" y="0"/>
                  </a:lnTo>
                  <a:lnTo>
                    <a:pt x="507" y="25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19" name="Freeform: Shape 4718">
              <a:extLst>
                <a:ext uri="{FF2B5EF4-FFF2-40B4-BE49-F238E27FC236}">
                  <a16:creationId xmlns:a16="http://schemas.microsoft.com/office/drawing/2014/main" id="{3BAFDF63-A6C9-4159-A478-1CAF976FDFB4}"/>
                </a:ext>
              </a:extLst>
            </p:cNvPr>
            <p:cNvSpPr/>
            <p:nvPr/>
          </p:nvSpPr>
          <p:spPr>
            <a:xfrm>
              <a:off x="9737125" y="6500951"/>
              <a:ext cx="507" cy="506"/>
            </a:xfrm>
            <a:custGeom>
              <a:avLst/>
              <a:gdLst>
                <a:gd name="connsiteX0" fmla="*/ 507 w 507"/>
                <a:gd name="connsiteY0" fmla="*/ 253 h 506"/>
                <a:gd name="connsiteX1" fmla="*/ 254 w 507"/>
                <a:gd name="connsiteY1" fmla="*/ 507 h 506"/>
                <a:gd name="connsiteX2" fmla="*/ 0 w 507"/>
                <a:gd name="connsiteY2" fmla="*/ 253 h 506"/>
                <a:gd name="connsiteX3" fmla="*/ 254 w 507"/>
                <a:gd name="connsiteY3" fmla="*/ 0 h 506"/>
                <a:gd name="connsiteX4" fmla="*/ 507 w 507"/>
                <a:gd name="connsiteY4" fmla="*/ 253 h 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7" h="506">
                  <a:moveTo>
                    <a:pt x="507" y="253"/>
                  </a:moveTo>
                  <a:lnTo>
                    <a:pt x="254" y="507"/>
                  </a:lnTo>
                  <a:lnTo>
                    <a:pt x="0" y="253"/>
                  </a:lnTo>
                  <a:lnTo>
                    <a:pt x="254" y="0"/>
                  </a:lnTo>
                  <a:lnTo>
                    <a:pt x="507" y="25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20" name="Freeform: Shape 4719">
              <a:extLst>
                <a:ext uri="{FF2B5EF4-FFF2-40B4-BE49-F238E27FC236}">
                  <a16:creationId xmlns:a16="http://schemas.microsoft.com/office/drawing/2014/main" id="{C20A694B-B1A3-7174-1D1A-462A0DDD7592}"/>
                </a:ext>
              </a:extLst>
            </p:cNvPr>
            <p:cNvSpPr/>
            <p:nvPr/>
          </p:nvSpPr>
          <p:spPr>
            <a:xfrm>
              <a:off x="9639158" y="6570148"/>
              <a:ext cx="2154" cy="1647"/>
            </a:xfrm>
            <a:custGeom>
              <a:avLst/>
              <a:gdLst>
                <a:gd name="connsiteX0" fmla="*/ 2154 w 2154"/>
                <a:gd name="connsiteY0" fmla="*/ 760 h 1647"/>
                <a:gd name="connsiteX1" fmla="*/ 1014 w 2154"/>
                <a:gd name="connsiteY1" fmla="*/ 1648 h 1647"/>
                <a:gd name="connsiteX2" fmla="*/ 0 w 2154"/>
                <a:gd name="connsiteY2" fmla="*/ 760 h 1647"/>
                <a:gd name="connsiteX3" fmla="*/ 1014 w 2154"/>
                <a:gd name="connsiteY3" fmla="*/ 0 h 1647"/>
                <a:gd name="connsiteX4" fmla="*/ 2154 w 2154"/>
                <a:gd name="connsiteY4" fmla="*/ 760 h 1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4" h="1647">
                  <a:moveTo>
                    <a:pt x="2154" y="760"/>
                  </a:moveTo>
                  <a:lnTo>
                    <a:pt x="1014" y="1648"/>
                  </a:lnTo>
                  <a:lnTo>
                    <a:pt x="0" y="760"/>
                  </a:lnTo>
                  <a:lnTo>
                    <a:pt x="1014" y="0"/>
                  </a:lnTo>
                  <a:lnTo>
                    <a:pt x="2154" y="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21" name="Freeform: Shape 4720">
              <a:extLst>
                <a:ext uri="{FF2B5EF4-FFF2-40B4-BE49-F238E27FC236}">
                  <a16:creationId xmlns:a16="http://schemas.microsoft.com/office/drawing/2014/main" id="{F303DD03-15A7-D566-99FB-65521A8A3DA0}"/>
                </a:ext>
              </a:extLst>
            </p:cNvPr>
            <p:cNvSpPr/>
            <p:nvPr/>
          </p:nvSpPr>
          <p:spPr>
            <a:xfrm>
              <a:off x="9539036" y="6637445"/>
              <a:ext cx="3548" cy="2788"/>
            </a:xfrm>
            <a:custGeom>
              <a:avLst/>
              <a:gdLst>
                <a:gd name="connsiteX0" fmla="*/ 3549 w 3548"/>
                <a:gd name="connsiteY0" fmla="*/ 1268 h 2788"/>
                <a:gd name="connsiteX1" fmla="*/ 1774 w 3548"/>
                <a:gd name="connsiteY1" fmla="*/ 2789 h 2788"/>
                <a:gd name="connsiteX2" fmla="*/ 0 w 3548"/>
                <a:gd name="connsiteY2" fmla="*/ 1268 h 2788"/>
                <a:gd name="connsiteX3" fmla="*/ 1774 w 3548"/>
                <a:gd name="connsiteY3" fmla="*/ 0 h 2788"/>
                <a:gd name="connsiteX4" fmla="*/ 3549 w 3548"/>
                <a:gd name="connsiteY4" fmla="*/ 1268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9" y="1268"/>
                  </a:moveTo>
                  <a:lnTo>
                    <a:pt x="1774" y="2789"/>
                  </a:lnTo>
                  <a:lnTo>
                    <a:pt x="0" y="1268"/>
                  </a:lnTo>
                  <a:lnTo>
                    <a:pt x="1774" y="0"/>
                  </a:lnTo>
                  <a:lnTo>
                    <a:pt x="3549" y="12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22" name="Freeform: Shape 4721">
              <a:extLst>
                <a:ext uri="{FF2B5EF4-FFF2-40B4-BE49-F238E27FC236}">
                  <a16:creationId xmlns:a16="http://schemas.microsoft.com/office/drawing/2014/main" id="{0BA1F273-3993-C37D-25A5-332816C56E2A}"/>
                </a:ext>
              </a:extLst>
            </p:cNvPr>
            <p:cNvSpPr/>
            <p:nvPr/>
          </p:nvSpPr>
          <p:spPr>
            <a:xfrm>
              <a:off x="9436760" y="6702587"/>
              <a:ext cx="5069" cy="4055"/>
            </a:xfrm>
            <a:custGeom>
              <a:avLst/>
              <a:gdLst>
                <a:gd name="connsiteX0" fmla="*/ 5070 w 5069"/>
                <a:gd name="connsiteY0" fmla="*/ 2028 h 4055"/>
                <a:gd name="connsiteX1" fmla="*/ 2535 w 5069"/>
                <a:gd name="connsiteY1" fmla="*/ 4056 h 4055"/>
                <a:gd name="connsiteX2" fmla="*/ 0 w 5069"/>
                <a:gd name="connsiteY2" fmla="*/ 2028 h 4055"/>
                <a:gd name="connsiteX3" fmla="*/ 2535 w 5069"/>
                <a:gd name="connsiteY3" fmla="*/ 0 h 4055"/>
                <a:gd name="connsiteX4" fmla="*/ 5070 w 5069"/>
                <a:gd name="connsiteY4" fmla="*/ 2028 h 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9" h="4055">
                  <a:moveTo>
                    <a:pt x="5070" y="2028"/>
                  </a:moveTo>
                  <a:lnTo>
                    <a:pt x="2535" y="4056"/>
                  </a:lnTo>
                  <a:lnTo>
                    <a:pt x="0" y="2028"/>
                  </a:lnTo>
                  <a:lnTo>
                    <a:pt x="2535" y="0"/>
                  </a:lnTo>
                  <a:lnTo>
                    <a:pt x="5070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23" name="Freeform: Shape 4722">
              <a:extLst>
                <a:ext uri="{FF2B5EF4-FFF2-40B4-BE49-F238E27FC236}">
                  <a16:creationId xmlns:a16="http://schemas.microsoft.com/office/drawing/2014/main" id="{F2E5183D-B36F-7FD3-A383-4B9B366BDAA2}"/>
                </a:ext>
              </a:extLst>
            </p:cNvPr>
            <p:cNvSpPr/>
            <p:nvPr/>
          </p:nvSpPr>
          <p:spPr>
            <a:xfrm>
              <a:off x="9332963" y="6766209"/>
              <a:ext cx="5703" cy="4435"/>
            </a:xfrm>
            <a:custGeom>
              <a:avLst/>
              <a:gdLst>
                <a:gd name="connsiteX0" fmla="*/ 5703 w 5703"/>
                <a:gd name="connsiteY0" fmla="*/ 2281 h 4435"/>
                <a:gd name="connsiteX1" fmla="*/ 2789 w 5703"/>
                <a:gd name="connsiteY1" fmla="*/ 4435 h 4435"/>
                <a:gd name="connsiteX2" fmla="*/ 0 w 5703"/>
                <a:gd name="connsiteY2" fmla="*/ 2281 h 4435"/>
                <a:gd name="connsiteX3" fmla="*/ 2789 w 5703"/>
                <a:gd name="connsiteY3" fmla="*/ 0 h 4435"/>
                <a:gd name="connsiteX4" fmla="*/ 5703 w 5703"/>
                <a:gd name="connsiteY4" fmla="*/ 2281 h 4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03" h="4435">
                  <a:moveTo>
                    <a:pt x="5703" y="2281"/>
                  </a:moveTo>
                  <a:lnTo>
                    <a:pt x="2789" y="4435"/>
                  </a:lnTo>
                  <a:lnTo>
                    <a:pt x="0" y="2281"/>
                  </a:lnTo>
                  <a:lnTo>
                    <a:pt x="2789" y="0"/>
                  </a:lnTo>
                  <a:lnTo>
                    <a:pt x="5703" y="22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24" name="Freeform: Shape 4723">
              <a:extLst>
                <a:ext uri="{FF2B5EF4-FFF2-40B4-BE49-F238E27FC236}">
                  <a16:creationId xmlns:a16="http://schemas.microsoft.com/office/drawing/2014/main" id="{24AED3DB-594C-52F6-ED50-05B81DF28444}"/>
                </a:ext>
              </a:extLst>
            </p:cNvPr>
            <p:cNvSpPr/>
            <p:nvPr/>
          </p:nvSpPr>
          <p:spPr>
            <a:xfrm>
              <a:off x="3070686" y="6813102"/>
              <a:ext cx="40302" cy="11659"/>
            </a:xfrm>
            <a:custGeom>
              <a:avLst/>
              <a:gdLst>
                <a:gd name="connsiteX0" fmla="*/ 20151 w 40302"/>
                <a:gd name="connsiteY0" fmla="*/ 0 h 11659"/>
                <a:gd name="connsiteX1" fmla="*/ 0 w 40302"/>
                <a:gd name="connsiteY1" fmla="*/ 11659 h 11659"/>
                <a:gd name="connsiteX2" fmla="*/ 40302 w 40302"/>
                <a:gd name="connsiteY2" fmla="*/ 11659 h 11659"/>
                <a:gd name="connsiteX3" fmla="*/ 20151 w 40302"/>
                <a:gd name="connsiteY3" fmla="*/ 0 h 11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302" h="11659">
                  <a:moveTo>
                    <a:pt x="20151" y="0"/>
                  </a:moveTo>
                  <a:cubicBezTo>
                    <a:pt x="10646" y="0"/>
                    <a:pt x="2915" y="4942"/>
                    <a:pt x="0" y="11659"/>
                  </a:cubicBezTo>
                  <a:lnTo>
                    <a:pt x="40302" y="11659"/>
                  </a:lnTo>
                  <a:cubicBezTo>
                    <a:pt x="37514" y="4942"/>
                    <a:pt x="29656" y="0"/>
                    <a:pt x="20151" y="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25" name="Freeform: Shape 4724">
              <a:extLst>
                <a:ext uri="{FF2B5EF4-FFF2-40B4-BE49-F238E27FC236}">
                  <a16:creationId xmlns:a16="http://schemas.microsoft.com/office/drawing/2014/main" id="{A5BB496C-5BB6-EA20-0002-89AE09D68C52}"/>
                </a:ext>
              </a:extLst>
            </p:cNvPr>
            <p:cNvSpPr/>
            <p:nvPr/>
          </p:nvSpPr>
          <p:spPr>
            <a:xfrm>
              <a:off x="2964355" y="6751761"/>
              <a:ext cx="42203" cy="33458"/>
            </a:xfrm>
            <a:custGeom>
              <a:avLst/>
              <a:gdLst>
                <a:gd name="connsiteX0" fmla="*/ 42203 w 42203"/>
                <a:gd name="connsiteY0" fmla="*/ 16729 h 33458"/>
                <a:gd name="connsiteX1" fmla="*/ 21165 w 42203"/>
                <a:gd name="connsiteY1" fmla="*/ 33458 h 33458"/>
                <a:gd name="connsiteX2" fmla="*/ 0 w 42203"/>
                <a:gd name="connsiteY2" fmla="*/ 16729 h 33458"/>
                <a:gd name="connsiteX3" fmla="*/ 21165 w 42203"/>
                <a:gd name="connsiteY3" fmla="*/ 0 h 33458"/>
                <a:gd name="connsiteX4" fmla="*/ 42203 w 42203"/>
                <a:gd name="connsiteY4" fmla="*/ 16729 h 33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203" h="33458">
                  <a:moveTo>
                    <a:pt x="42203" y="16729"/>
                  </a:moveTo>
                  <a:cubicBezTo>
                    <a:pt x="42203" y="25981"/>
                    <a:pt x="32825" y="33458"/>
                    <a:pt x="21165" y="33458"/>
                  </a:cubicBezTo>
                  <a:cubicBezTo>
                    <a:pt x="9505" y="33458"/>
                    <a:pt x="0" y="25981"/>
                    <a:pt x="0" y="16729"/>
                  </a:cubicBezTo>
                  <a:cubicBezTo>
                    <a:pt x="0" y="7478"/>
                    <a:pt x="9505" y="0"/>
                    <a:pt x="21165" y="0"/>
                  </a:cubicBezTo>
                  <a:cubicBezTo>
                    <a:pt x="32825" y="0"/>
                    <a:pt x="42203" y="7478"/>
                    <a:pt x="42203" y="1672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26" name="Freeform: Shape 4725">
              <a:extLst>
                <a:ext uri="{FF2B5EF4-FFF2-40B4-BE49-F238E27FC236}">
                  <a16:creationId xmlns:a16="http://schemas.microsoft.com/office/drawing/2014/main" id="{5C040AB9-65BC-796F-97C8-993055C6BC31}"/>
                </a:ext>
              </a:extLst>
            </p:cNvPr>
            <p:cNvSpPr/>
            <p:nvPr/>
          </p:nvSpPr>
          <p:spPr>
            <a:xfrm>
              <a:off x="2860305" y="6687506"/>
              <a:ext cx="43090" cy="34218"/>
            </a:xfrm>
            <a:custGeom>
              <a:avLst/>
              <a:gdLst>
                <a:gd name="connsiteX0" fmla="*/ 43090 w 43090"/>
                <a:gd name="connsiteY0" fmla="*/ 17110 h 34218"/>
                <a:gd name="connsiteX1" fmla="*/ 21545 w 43090"/>
                <a:gd name="connsiteY1" fmla="*/ 34219 h 34218"/>
                <a:gd name="connsiteX2" fmla="*/ 0 w 43090"/>
                <a:gd name="connsiteY2" fmla="*/ 17110 h 34218"/>
                <a:gd name="connsiteX3" fmla="*/ 21545 w 43090"/>
                <a:gd name="connsiteY3" fmla="*/ 0 h 34218"/>
                <a:gd name="connsiteX4" fmla="*/ 43090 w 43090"/>
                <a:gd name="connsiteY4" fmla="*/ 17110 h 34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90" h="34218">
                  <a:moveTo>
                    <a:pt x="43090" y="17110"/>
                  </a:moveTo>
                  <a:cubicBezTo>
                    <a:pt x="43090" y="26488"/>
                    <a:pt x="33458" y="34219"/>
                    <a:pt x="21545" y="34219"/>
                  </a:cubicBezTo>
                  <a:cubicBezTo>
                    <a:pt x="9632" y="34219"/>
                    <a:pt x="0" y="26615"/>
                    <a:pt x="0" y="17110"/>
                  </a:cubicBezTo>
                  <a:cubicBezTo>
                    <a:pt x="0" y="7605"/>
                    <a:pt x="9632" y="0"/>
                    <a:pt x="21545" y="0"/>
                  </a:cubicBezTo>
                  <a:cubicBezTo>
                    <a:pt x="33458" y="0"/>
                    <a:pt x="43090" y="7605"/>
                    <a:pt x="43090" y="1711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27" name="Freeform: Shape 4726">
              <a:extLst>
                <a:ext uri="{FF2B5EF4-FFF2-40B4-BE49-F238E27FC236}">
                  <a16:creationId xmlns:a16="http://schemas.microsoft.com/office/drawing/2014/main" id="{812658EE-CEFE-7788-6583-72EEF4B251C0}"/>
                </a:ext>
              </a:extLst>
            </p:cNvPr>
            <p:cNvSpPr/>
            <p:nvPr/>
          </p:nvSpPr>
          <p:spPr>
            <a:xfrm>
              <a:off x="2758916" y="6621603"/>
              <a:ext cx="43090" cy="34218"/>
            </a:xfrm>
            <a:custGeom>
              <a:avLst/>
              <a:gdLst>
                <a:gd name="connsiteX0" fmla="*/ 43090 w 43090"/>
                <a:gd name="connsiteY0" fmla="*/ 17110 h 34218"/>
                <a:gd name="connsiteX1" fmla="*/ 21545 w 43090"/>
                <a:gd name="connsiteY1" fmla="*/ 34219 h 34218"/>
                <a:gd name="connsiteX2" fmla="*/ 0 w 43090"/>
                <a:gd name="connsiteY2" fmla="*/ 17110 h 34218"/>
                <a:gd name="connsiteX3" fmla="*/ 21545 w 43090"/>
                <a:gd name="connsiteY3" fmla="*/ 0 h 34218"/>
                <a:gd name="connsiteX4" fmla="*/ 43090 w 43090"/>
                <a:gd name="connsiteY4" fmla="*/ 17110 h 34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90" h="34218">
                  <a:moveTo>
                    <a:pt x="43090" y="17110"/>
                  </a:moveTo>
                  <a:cubicBezTo>
                    <a:pt x="43090" y="26488"/>
                    <a:pt x="33458" y="34219"/>
                    <a:pt x="21545" y="34219"/>
                  </a:cubicBezTo>
                  <a:cubicBezTo>
                    <a:pt x="9632" y="34219"/>
                    <a:pt x="0" y="26615"/>
                    <a:pt x="0" y="17110"/>
                  </a:cubicBezTo>
                  <a:cubicBezTo>
                    <a:pt x="0" y="7605"/>
                    <a:pt x="9632" y="0"/>
                    <a:pt x="21545" y="0"/>
                  </a:cubicBezTo>
                  <a:cubicBezTo>
                    <a:pt x="33458" y="0"/>
                    <a:pt x="43090" y="7605"/>
                    <a:pt x="43090" y="1711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28" name="Freeform: Shape 4727">
              <a:extLst>
                <a:ext uri="{FF2B5EF4-FFF2-40B4-BE49-F238E27FC236}">
                  <a16:creationId xmlns:a16="http://schemas.microsoft.com/office/drawing/2014/main" id="{A4AEB6CC-2841-2133-98B9-CD9779D038C3}"/>
                </a:ext>
              </a:extLst>
            </p:cNvPr>
            <p:cNvSpPr/>
            <p:nvPr/>
          </p:nvSpPr>
          <p:spPr>
            <a:xfrm>
              <a:off x="2659428" y="6553800"/>
              <a:ext cx="43090" cy="34218"/>
            </a:xfrm>
            <a:custGeom>
              <a:avLst/>
              <a:gdLst>
                <a:gd name="connsiteX0" fmla="*/ 43090 w 43090"/>
                <a:gd name="connsiteY0" fmla="*/ 17109 h 34218"/>
                <a:gd name="connsiteX1" fmla="*/ 21545 w 43090"/>
                <a:gd name="connsiteY1" fmla="*/ 34219 h 34218"/>
                <a:gd name="connsiteX2" fmla="*/ 0 w 43090"/>
                <a:gd name="connsiteY2" fmla="*/ 17109 h 34218"/>
                <a:gd name="connsiteX3" fmla="*/ 21545 w 43090"/>
                <a:gd name="connsiteY3" fmla="*/ 0 h 34218"/>
                <a:gd name="connsiteX4" fmla="*/ 43090 w 43090"/>
                <a:gd name="connsiteY4" fmla="*/ 17109 h 34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90" h="34218">
                  <a:moveTo>
                    <a:pt x="43090" y="17109"/>
                  </a:moveTo>
                  <a:cubicBezTo>
                    <a:pt x="43090" y="26488"/>
                    <a:pt x="33458" y="34219"/>
                    <a:pt x="21545" y="34219"/>
                  </a:cubicBezTo>
                  <a:cubicBezTo>
                    <a:pt x="9632" y="34219"/>
                    <a:pt x="0" y="26614"/>
                    <a:pt x="0" y="17109"/>
                  </a:cubicBezTo>
                  <a:cubicBezTo>
                    <a:pt x="0" y="7604"/>
                    <a:pt x="9632" y="0"/>
                    <a:pt x="21545" y="0"/>
                  </a:cubicBezTo>
                  <a:cubicBezTo>
                    <a:pt x="33458" y="0"/>
                    <a:pt x="43090" y="7604"/>
                    <a:pt x="43090" y="1710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29" name="Freeform: Shape 4728">
              <a:extLst>
                <a:ext uri="{FF2B5EF4-FFF2-40B4-BE49-F238E27FC236}">
                  <a16:creationId xmlns:a16="http://schemas.microsoft.com/office/drawing/2014/main" id="{2FEC4D57-5886-EC84-FEC2-DC49FFC90274}"/>
                </a:ext>
              </a:extLst>
            </p:cNvPr>
            <p:cNvSpPr/>
            <p:nvPr/>
          </p:nvSpPr>
          <p:spPr>
            <a:xfrm>
              <a:off x="2562222" y="6484095"/>
              <a:ext cx="43090" cy="34092"/>
            </a:xfrm>
            <a:custGeom>
              <a:avLst/>
              <a:gdLst>
                <a:gd name="connsiteX0" fmla="*/ 43090 w 43090"/>
                <a:gd name="connsiteY0" fmla="*/ 17109 h 34092"/>
                <a:gd name="connsiteX1" fmla="*/ 21545 w 43090"/>
                <a:gd name="connsiteY1" fmla="*/ 34092 h 34092"/>
                <a:gd name="connsiteX2" fmla="*/ 0 w 43090"/>
                <a:gd name="connsiteY2" fmla="*/ 17109 h 34092"/>
                <a:gd name="connsiteX3" fmla="*/ 21545 w 43090"/>
                <a:gd name="connsiteY3" fmla="*/ 0 h 34092"/>
                <a:gd name="connsiteX4" fmla="*/ 43090 w 43090"/>
                <a:gd name="connsiteY4" fmla="*/ 17109 h 34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90" h="34092">
                  <a:moveTo>
                    <a:pt x="43090" y="17109"/>
                  </a:moveTo>
                  <a:cubicBezTo>
                    <a:pt x="43090" y="26488"/>
                    <a:pt x="33458" y="34092"/>
                    <a:pt x="21545" y="34092"/>
                  </a:cubicBezTo>
                  <a:cubicBezTo>
                    <a:pt x="9632" y="34092"/>
                    <a:pt x="0" y="26488"/>
                    <a:pt x="0" y="17109"/>
                  </a:cubicBezTo>
                  <a:cubicBezTo>
                    <a:pt x="0" y="7731"/>
                    <a:pt x="9632" y="0"/>
                    <a:pt x="21545" y="0"/>
                  </a:cubicBezTo>
                  <a:cubicBezTo>
                    <a:pt x="33458" y="0"/>
                    <a:pt x="43090" y="7604"/>
                    <a:pt x="43090" y="1710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30" name="Freeform: Shape 4729">
              <a:extLst>
                <a:ext uri="{FF2B5EF4-FFF2-40B4-BE49-F238E27FC236}">
                  <a16:creationId xmlns:a16="http://schemas.microsoft.com/office/drawing/2014/main" id="{A72251CE-1E78-086C-E9BC-E6349AD97AA2}"/>
                </a:ext>
              </a:extLst>
            </p:cNvPr>
            <p:cNvSpPr/>
            <p:nvPr/>
          </p:nvSpPr>
          <p:spPr>
            <a:xfrm>
              <a:off x="2467296" y="6412362"/>
              <a:ext cx="43090" cy="34218"/>
            </a:xfrm>
            <a:custGeom>
              <a:avLst/>
              <a:gdLst>
                <a:gd name="connsiteX0" fmla="*/ 43090 w 43090"/>
                <a:gd name="connsiteY0" fmla="*/ 17109 h 34218"/>
                <a:gd name="connsiteX1" fmla="*/ 21545 w 43090"/>
                <a:gd name="connsiteY1" fmla="*/ 34219 h 34218"/>
                <a:gd name="connsiteX2" fmla="*/ 0 w 43090"/>
                <a:gd name="connsiteY2" fmla="*/ 17109 h 34218"/>
                <a:gd name="connsiteX3" fmla="*/ 21545 w 43090"/>
                <a:gd name="connsiteY3" fmla="*/ 0 h 34218"/>
                <a:gd name="connsiteX4" fmla="*/ 43090 w 43090"/>
                <a:gd name="connsiteY4" fmla="*/ 17109 h 34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90" h="34218">
                  <a:moveTo>
                    <a:pt x="43090" y="17109"/>
                  </a:moveTo>
                  <a:cubicBezTo>
                    <a:pt x="43090" y="26488"/>
                    <a:pt x="33458" y="34219"/>
                    <a:pt x="21545" y="34219"/>
                  </a:cubicBezTo>
                  <a:cubicBezTo>
                    <a:pt x="9632" y="34219"/>
                    <a:pt x="0" y="26615"/>
                    <a:pt x="0" y="17109"/>
                  </a:cubicBezTo>
                  <a:cubicBezTo>
                    <a:pt x="0" y="7604"/>
                    <a:pt x="9632" y="0"/>
                    <a:pt x="21545" y="0"/>
                  </a:cubicBezTo>
                  <a:cubicBezTo>
                    <a:pt x="33458" y="0"/>
                    <a:pt x="43090" y="7604"/>
                    <a:pt x="43090" y="1710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31" name="Freeform: Shape 4730">
              <a:extLst>
                <a:ext uri="{FF2B5EF4-FFF2-40B4-BE49-F238E27FC236}">
                  <a16:creationId xmlns:a16="http://schemas.microsoft.com/office/drawing/2014/main" id="{50B16F75-EB5F-F1C6-32D9-077BA42B874B}"/>
                </a:ext>
              </a:extLst>
            </p:cNvPr>
            <p:cNvSpPr/>
            <p:nvPr/>
          </p:nvSpPr>
          <p:spPr>
            <a:xfrm>
              <a:off x="2374526" y="6338856"/>
              <a:ext cx="43090" cy="34218"/>
            </a:xfrm>
            <a:custGeom>
              <a:avLst/>
              <a:gdLst>
                <a:gd name="connsiteX0" fmla="*/ 43090 w 43090"/>
                <a:gd name="connsiteY0" fmla="*/ 17109 h 34218"/>
                <a:gd name="connsiteX1" fmla="*/ 21545 w 43090"/>
                <a:gd name="connsiteY1" fmla="*/ 34218 h 34218"/>
                <a:gd name="connsiteX2" fmla="*/ 0 w 43090"/>
                <a:gd name="connsiteY2" fmla="*/ 17109 h 34218"/>
                <a:gd name="connsiteX3" fmla="*/ 21545 w 43090"/>
                <a:gd name="connsiteY3" fmla="*/ 0 h 34218"/>
                <a:gd name="connsiteX4" fmla="*/ 43090 w 43090"/>
                <a:gd name="connsiteY4" fmla="*/ 17109 h 34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90" h="34218">
                  <a:moveTo>
                    <a:pt x="43090" y="17109"/>
                  </a:moveTo>
                  <a:cubicBezTo>
                    <a:pt x="43090" y="26488"/>
                    <a:pt x="33458" y="34218"/>
                    <a:pt x="21545" y="34218"/>
                  </a:cubicBezTo>
                  <a:cubicBezTo>
                    <a:pt x="9632" y="34218"/>
                    <a:pt x="0" y="26615"/>
                    <a:pt x="0" y="17109"/>
                  </a:cubicBezTo>
                  <a:cubicBezTo>
                    <a:pt x="0" y="7604"/>
                    <a:pt x="9632" y="0"/>
                    <a:pt x="21545" y="0"/>
                  </a:cubicBezTo>
                  <a:cubicBezTo>
                    <a:pt x="33458" y="0"/>
                    <a:pt x="43090" y="7604"/>
                    <a:pt x="43090" y="1710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32" name="Freeform: Shape 4731">
              <a:extLst>
                <a:ext uri="{FF2B5EF4-FFF2-40B4-BE49-F238E27FC236}">
                  <a16:creationId xmlns:a16="http://schemas.microsoft.com/office/drawing/2014/main" id="{62088F47-D4FD-1862-0FF4-4DE0732835F8}"/>
                </a:ext>
              </a:extLst>
            </p:cNvPr>
            <p:cNvSpPr/>
            <p:nvPr/>
          </p:nvSpPr>
          <p:spPr>
            <a:xfrm>
              <a:off x="2284163" y="6263447"/>
              <a:ext cx="43090" cy="34218"/>
            </a:xfrm>
            <a:custGeom>
              <a:avLst/>
              <a:gdLst>
                <a:gd name="connsiteX0" fmla="*/ 43090 w 43090"/>
                <a:gd name="connsiteY0" fmla="*/ 17109 h 34218"/>
                <a:gd name="connsiteX1" fmla="*/ 21545 w 43090"/>
                <a:gd name="connsiteY1" fmla="*/ 34219 h 34218"/>
                <a:gd name="connsiteX2" fmla="*/ 0 w 43090"/>
                <a:gd name="connsiteY2" fmla="*/ 17109 h 34218"/>
                <a:gd name="connsiteX3" fmla="*/ 21545 w 43090"/>
                <a:gd name="connsiteY3" fmla="*/ 0 h 34218"/>
                <a:gd name="connsiteX4" fmla="*/ 43090 w 43090"/>
                <a:gd name="connsiteY4" fmla="*/ 17109 h 34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90" h="34218">
                  <a:moveTo>
                    <a:pt x="43090" y="17109"/>
                  </a:moveTo>
                  <a:cubicBezTo>
                    <a:pt x="43090" y="26488"/>
                    <a:pt x="33458" y="34219"/>
                    <a:pt x="21545" y="34219"/>
                  </a:cubicBezTo>
                  <a:cubicBezTo>
                    <a:pt x="9632" y="34219"/>
                    <a:pt x="0" y="26615"/>
                    <a:pt x="0" y="17109"/>
                  </a:cubicBezTo>
                  <a:cubicBezTo>
                    <a:pt x="0" y="7604"/>
                    <a:pt x="9632" y="0"/>
                    <a:pt x="21545" y="0"/>
                  </a:cubicBezTo>
                  <a:cubicBezTo>
                    <a:pt x="33458" y="0"/>
                    <a:pt x="43090" y="7604"/>
                    <a:pt x="43090" y="1710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33" name="Freeform: Shape 4732">
              <a:extLst>
                <a:ext uri="{FF2B5EF4-FFF2-40B4-BE49-F238E27FC236}">
                  <a16:creationId xmlns:a16="http://schemas.microsoft.com/office/drawing/2014/main" id="{AF4F7E52-B8D1-34A4-99A0-C68E173FCD37}"/>
                </a:ext>
              </a:extLst>
            </p:cNvPr>
            <p:cNvSpPr/>
            <p:nvPr/>
          </p:nvSpPr>
          <p:spPr>
            <a:xfrm>
              <a:off x="2196842" y="6186772"/>
              <a:ext cx="42076" cy="33458"/>
            </a:xfrm>
            <a:custGeom>
              <a:avLst/>
              <a:gdLst>
                <a:gd name="connsiteX0" fmla="*/ 42076 w 42076"/>
                <a:gd name="connsiteY0" fmla="*/ 16729 h 33458"/>
                <a:gd name="connsiteX1" fmla="*/ 21038 w 42076"/>
                <a:gd name="connsiteY1" fmla="*/ 33458 h 33458"/>
                <a:gd name="connsiteX2" fmla="*/ 0 w 42076"/>
                <a:gd name="connsiteY2" fmla="*/ 16729 h 33458"/>
                <a:gd name="connsiteX3" fmla="*/ 21038 w 42076"/>
                <a:gd name="connsiteY3" fmla="*/ 0 h 33458"/>
                <a:gd name="connsiteX4" fmla="*/ 42076 w 42076"/>
                <a:gd name="connsiteY4" fmla="*/ 16729 h 33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076" h="33458">
                  <a:moveTo>
                    <a:pt x="42076" y="16729"/>
                  </a:moveTo>
                  <a:cubicBezTo>
                    <a:pt x="42076" y="25981"/>
                    <a:pt x="32571" y="33458"/>
                    <a:pt x="21038" y="33458"/>
                  </a:cubicBezTo>
                  <a:cubicBezTo>
                    <a:pt x="9505" y="33458"/>
                    <a:pt x="0" y="25981"/>
                    <a:pt x="0" y="16729"/>
                  </a:cubicBezTo>
                  <a:cubicBezTo>
                    <a:pt x="0" y="7477"/>
                    <a:pt x="9379" y="0"/>
                    <a:pt x="21038" y="0"/>
                  </a:cubicBezTo>
                  <a:cubicBezTo>
                    <a:pt x="32698" y="0"/>
                    <a:pt x="42076" y="7477"/>
                    <a:pt x="42076" y="1672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34" name="Freeform: Shape 4733">
              <a:extLst>
                <a:ext uri="{FF2B5EF4-FFF2-40B4-BE49-F238E27FC236}">
                  <a16:creationId xmlns:a16="http://schemas.microsoft.com/office/drawing/2014/main" id="{DE7F31F1-B423-0187-CDC8-CB2FE2BABC96}"/>
                </a:ext>
              </a:extLst>
            </p:cNvPr>
            <p:cNvSpPr/>
            <p:nvPr/>
          </p:nvSpPr>
          <p:spPr>
            <a:xfrm>
              <a:off x="2110661" y="6107562"/>
              <a:ext cx="43090" cy="34218"/>
            </a:xfrm>
            <a:custGeom>
              <a:avLst/>
              <a:gdLst>
                <a:gd name="connsiteX0" fmla="*/ 43090 w 43090"/>
                <a:gd name="connsiteY0" fmla="*/ 17109 h 34218"/>
                <a:gd name="connsiteX1" fmla="*/ 21545 w 43090"/>
                <a:gd name="connsiteY1" fmla="*/ 34218 h 34218"/>
                <a:gd name="connsiteX2" fmla="*/ 0 w 43090"/>
                <a:gd name="connsiteY2" fmla="*/ 17109 h 34218"/>
                <a:gd name="connsiteX3" fmla="*/ 21545 w 43090"/>
                <a:gd name="connsiteY3" fmla="*/ 0 h 34218"/>
                <a:gd name="connsiteX4" fmla="*/ 43090 w 43090"/>
                <a:gd name="connsiteY4" fmla="*/ 17109 h 34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90" h="34218">
                  <a:moveTo>
                    <a:pt x="43090" y="17109"/>
                  </a:moveTo>
                  <a:cubicBezTo>
                    <a:pt x="43090" y="26488"/>
                    <a:pt x="33458" y="34218"/>
                    <a:pt x="21545" y="34218"/>
                  </a:cubicBezTo>
                  <a:cubicBezTo>
                    <a:pt x="9632" y="34218"/>
                    <a:pt x="0" y="26615"/>
                    <a:pt x="0" y="17109"/>
                  </a:cubicBezTo>
                  <a:cubicBezTo>
                    <a:pt x="0" y="7604"/>
                    <a:pt x="9632" y="0"/>
                    <a:pt x="21545" y="0"/>
                  </a:cubicBezTo>
                  <a:cubicBezTo>
                    <a:pt x="33458" y="0"/>
                    <a:pt x="43090" y="7604"/>
                    <a:pt x="43090" y="1710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35" name="Freeform: Shape 4734">
              <a:extLst>
                <a:ext uri="{FF2B5EF4-FFF2-40B4-BE49-F238E27FC236}">
                  <a16:creationId xmlns:a16="http://schemas.microsoft.com/office/drawing/2014/main" id="{1413B807-205A-D2A6-61E1-219E87AA98D0}"/>
                </a:ext>
              </a:extLst>
            </p:cNvPr>
            <p:cNvSpPr/>
            <p:nvPr/>
          </p:nvSpPr>
          <p:spPr>
            <a:xfrm>
              <a:off x="2027649" y="6027085"/>
              <a:ext cx="43090" cy="34218"/>
            </a:xfrm>
            <a:custGeom>
              <a:avLst/>
              <a:gdLst>
                <a:gd name="connsiteX0" fmla="*/ 43090 w 43090"/>
                <a:gd name="connsiteY0" fmla="*/ 17109 h 34218"/>
                <a:gd name="connsiteX1" fmla="*/ 21545 w 43090"/>
                <a:gd name="connsiteY1" fmla="*/ 34219 h 34218"/>
                <a:gd name="connsiteX2" fmla="*/ 0 w 43090"/>
                <a:gd name="connsiteY2" fmla="*/ 17109 h 34218"/>
                <a:gd name="connsiteX3" fmla="*/ 21545 w 43090"/>
                <a:gd name="connsiteY3" fmla="*/ 0 h 34218"/>
                <a:gd name="connsiteX4" fmla="*/ 43090 w 43090"/>
                <a:gd name="connsiteY4" fmla="*/ 17109 h 34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90" h="34218">
                  <a:moveTo>
                    <a:pt x="43090" y="17109"/>
                  </a:moveTo>
                  <a:cubicBezTo>
                    <a:pt x="43090" y="26488"/>
                    <a:pt x="33458" y="34219"/>
                    <a:pt x="21545" y="34219"/>
                  </a:cubicBezTo>
                  <a:cubicBezTo>
                    <a:pt x="9632" y="34219"/>
                    <a:pt x="0" y="26615"/>
                    <a:pt x="0" y="17109"/>
                  </a:cubicBezTo>
                  <a:cubicBezTo>
                    <a:pt x="0" y="7604"/>
                    <a:pt x="9632" y="0"/>
                    <a:pt x="21545" y="0"/>
                  </a:cubicBezTo>
                  <a:cubicBezTo>
                    <a:pt x="33458" y="0"/>
                    <a:pt x="43090" y="7604"/>
                    <a:pt x="43090" y="1710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36" name="Freeform: Shape 4735">
              <a:extLst>
                <a:ext uri="{FF2B5EF4-FFF2-40B4-BE49-F238E27FC236}">
                  <a16:creationId xmlns:a16="http://schemas.microsoft.com/office/drawing/2014/main" id="{FD72226F-C2CA-D839-615A-6565920D2BD2}"/>
                </a:ext>
              </a:extLst>
            </p:cNvPr>
            <p:cNvSpPr/>
            <p:nvPr/>
          </p:nvSpPr>
          <p:spPr>
            <a:xfrm>
              <a:off x="1947552" y="5945340"/>
              <a:ext cx="42329" cy="33458"/>
            </a:xfrm>
            <a:custGeom>
              <a:avLst/>
              <a:gdLst>
                <a:gd name="connsiteX0" fmla="*/ 42330 w 42329"/>
                <a:gd name="connsiteY0" fmla="*/ 16729 h 33458"/>
                <a:gd name="connsiteX1" fmla="*/ 21165 w 42329"/>
                <a:gd name="connsiteY1" fmla="*/ 33458 h 33458"/>
                <a:gd name="connsiteX2" fmla="*/ 0 w 42329"/>
                <a:gd name="connsiteY2" fmla="*/ 16729 h 33458"/>
                <a:gd name="connsiteX3" fmla="*/ 21165 w 42329"/>
                <a:gd name="connsiteY3" fmla="*/ 0 h 33458"/>
                <a:gd name="connsiteX4" fmla="*/ 42330 w 42329"/>
                <a:gd name="connsiteY4" fmla="*/ 16729 h 33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329" h="33458">
                  <a:moveTo>
                    <a:pt x="42330" y="16729"/>
                  </a:moveTo>
                  <a:cubicBezTo>
                    <a:pt x="42330" y="25981"/>
                    <a:pt x="32825" y="33458"/>
                    <a:pt x="21165" y="33458"/>
                  </a:cubicBezTo>
                  <a:cubicBezTo>
                    <a:pt x="9505" y="33458"/>
                    <a:pt x="0" y="25981"/>
                    <a:pt x="0" y="16729"/>
                  </a:cubicBezTo>
                  <a:cubicBezTo>
                    <a:pt x="0" y="7478"/>
                    <a:pt x="9505" y="0"/>
                    <a:pt x="21165" y="0"/>
                  </a:cubicBezTo>
                  <a:cubicBezTo>
                    <a:pt x="32825" y="0"/>
                    <a:pt x="42330" y="7478"/>
                    <a:pt x="42330" y="1672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37" name="Freeform: Shape 4736">
              <a:extLst>
                <a:ext uri="{FF2B5EF4-FFF2-40B4-BE49-F238E27FC236}">
                  <a16:creationId xmlns:a16="http://schemas.microsoft.com/office/drawing/2014/main" id="{B06C2B78-DB2D-B4DC-C465-833E868607B1}"/>
                </a:ext>
              </a:extLst>
            </p:cNvPr>
            <p:cNvSpPr/>
            <p:nvPr/>
          </p:nvSpPr>
          <p:spPr>
            <a:xfrm>
              <a:off x="1869990" y="5861695"/>
              <a:ext cx="42076" cy="33458"/>
            </a:xfrm>
            <a:custGeom>
              <a:avLst/>
              <a:gdLst>
                <a:gd name="connsiteX0" fmla="*/ 42076 w 42076"/>
                <a:gd name="connsiteY0" fmla="*/ 16729 h 33458"/>
                <a:gd name="connsiteX1" fmla="*/ 21038 w 42076"/>
                <a:gd name="connsiteY1" fmla="*/ 33458 h 33458"/>
                <a:gd name="connsiteX2" fmla="*/ 0 w 42076"/>
                <a:gd name="connsiteY2" fmla="*/ 16729 h 33458"/>
                <a:gd name="connsiteX3" fmla="*/ 21038 w 42076"/>
                <a:gd name="connsiteY3" fmla="*/ 0 h 33458"/>
                <a:gd name="connsiteX4" fmla="*/ 42076 w 42076"/>
                <a:gd name="connsiteY4" fmla="*/ 16729 h 33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076" h="33458">
                  <a:moveTo>
                    <a:pt x="42076" y="16729"/>
                  </a:moveTo>
                  <a:cubicBezTo>
                    <a:pt x="42076" y="25981"/>
                    <a:pt x="32698" y="33458"/>
                    <a:pt x="21038" y="33458"/>
                  </a:cubicBezTo>
                  <a:cubicBezTo>
                    <a:pt x="9378" y="33458"/>
                    <a:pt x="0" y="25981"/>
                    <a:pt x="0" y="16729"/>
                  </a:cubicBezTo>
                  <a:cubicBezTo>
                    <a:pt x="0" y="7477"/>
                    <a:pt x="9378" y="0"/>
                    <a:pt x="21038" y="0"/>
                  </a:cubicBezTo>
                  <a:cubicBezTo>
                    <a:pt x="32698" y="0"/>
                    <a:pt x="42076" y="7477"/>
                    <a:pt x="42076" y="1672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38" name="Freeform: Shape 4737">
              <a:extLst>
                <a:ext uri="{FF2B5EF4-FFF2-40B4-BE49-F238E27FC236}">
                  <a16:creationId xmlns:a16="http://schemas.microsoft.com/office/drawing/2014/main" id="{5AF4E82D-B799-06AC-8485-7501CD6159D3}"/>
                </a:ext>
              </a:extLst>
            </p:cNvPr>
            <p:cNvSpPr/>
            <p:nvPr/>
          </p:nvSpPr>
          <p:spPr>
            <a:xfrm>
              <a:off x="1794582" y="5776528"/>
              <a:ext cx="42202" cy="33458"/>
            </a:xfrm>
            <a:custGeom>
              <a:avLst/>
              <a:gdLst>
                <a:gd name="connsiteX0" fmla="*/ 42203 w 42202"/>
                <a:gd name="connsiteY0" fmla="*/ 16729 h 33458"/>
                <a:gd name="connsiteX1" fmla="*/ 21165 w 42202"/>
                <a:gd name="connsiteY1" fmla="*/ 33458 h 33458"/>
                <a:gd name="connsiteX2" fmla="*/ 0 w 42202"/>
                <a:gd name="connsiteY2" fmla="*/ 16729 h 33458"/>
                <a:gd name="connsiteX3" fmla="*/ 21165 w 42202"/>
                <a:gd name="connsiteY3" fmla="*/ 0 h 33458"/>
                <a:gd name="connsiteX4" fmla="*/ 42203 w 42202"/>
                <a:gd name="connsiteY4" fmla="*/ 16729 h 33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202" h="33458">
                  <a:moveTo>
                    <a:pt x="42203" y="16729"/>
                  </a:moveTo>
                  <a:cubicBezTo>
                    <a:pt x="42203" y="25981"/>
                    <a:pt x="32698" y="33458"/>
                    <a:pt x="21165" y="33458"/>
                  </a:cubicBezTo>
                  <a:cubicBezTo>
                    <a:pt x="9632" y="33458"/>
                    <a:pt x="0" y="25981"/>
                    <a:pt x="0" y="16729"/>
                  </a:cubicBezTo>
                  <a:cubicBezTo>
                    <a:pt x="0" y="7477"/>
                    <a:pt x="9505" y="0"/>
                    <a:pt x="21165" y="0"/>
                  </a:cubicBezTo>
                  <a:cubicBezTo>
                    <a:pt x="32825" y="0"/>
                    <a:pt x="42203" y="7477"/>
                    <a:pt x="42203" y="1672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39" name="Freeform: Shape 4738">
              <a:extLst>
                <a:ext uri="{FF2B5EF4-FFF2-40B4-BE49-F238E27FC236}">
                  <a16:creationId xmlns:a16="http://schemas.microsoft.com/office/drawing/2014/main" id="{65EA325D-6CDE-CE23-7A13-AE28062E7800}"/>
                </a:ext>
              </a:extLst>
            </p:cNvPr>
            <p:cNvSpPr/>
            <p:nvPr/>
          </p:nvSpPr>
          <p:spPr>
            <a:xfrm>
              <a:off x="1722469" y="5690094"/>
              <a:ext cx="41569" cy="32951"/>
            </a:xfrm>
            <a:custGeom>
              <a:avLst/>
              <a:gdLst>
                <a:gd name="connsiteX0" fmla="*/ 41569 w 41569"/>
                <a:gd name="connsiteY0" fmla="*/ 16476 h 32951"/>
                <a:gd name="connsiteX1" fmla="*/ 20785 w 41569"/>
                <a:gd name="connsiteY1" fmla="*/ 32951 h 32951"/>
                <a:gd name="connsiteX2" fmla="*/ 0 w 41569"/>
                <a:gd name="connsiteY2" fmla="*/ 16476 h 32951"/>
                <a:gd name="connsiteX3" fmla="*/ 20785 w 41569"/>
                <a:gd name="connsiteY3" fmla="*/ 0 h 32951"/>
                <a:gd name="connsiteX4" fmla="*/ 41569 w 41569"/>
                <a:gd name="connsiteY4" fmla="*/ 16476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569" h="32951">
                  <a:moveTo>
                    <a:pt x="41569" y="16476"/>
                  </a:moveTo>
                  <a:cubicBezTo>
                    <a:pt x="41569" y="25601"/>
                    <a:pt x="32191" y="32951"/>
                    <a:pt x="20785" y="32951"/>
                  </a:cubicBezTo>
                  <a:cubicBezTo>
                    <a:pt x="9378" y="32951"/>
                    <a:pt x="0" y="25474"/>
                    <a:pt x="0" y="16476"/>
                  </a:cubicBezTo>
                  <a:cubicBezTo>
                    <a:pt x="0" y="7477"/>
                    <a:pt x="9252" y="0"/>
                    <a:pt x="20785" y="0"/>
                  </a:cubicBezTo>
                  <a:cubicBezTo>
                    <a:pt x="32318" y="0"/>
                    <a:pt x="41569" y="7351"/>
                    <a:pt x="41569" y="164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40" name="Freeform: Shape 4739">
              <a:extLst>
                <a:ext uri="{FF2B5EF4-FFF2-40B4-BE49-F238E27FC236}">
                  <a16:creationId xmlns:a16="http://schemas.microsoft.com/office/drawing/2014/main" id="{A81695C3-1E87-0D2D-6C52-A70B7EAE7EDC}"/>
                </a:ext>
              </a:extLst>
            </p:cNvPr>
            <p:cNvSpPr/>
            <p:nvPr/>
          </p:nvSpPr>
          <p:spPr>
            <a:xfrm>
              <a:off x="1652511" y="5601759"/>
              <a:ext cx="42076" cy="33458"/>
            </a:xfrm>
            <a:custGeom>
              <a:avLst/>
              <a:gdLst>
                <a:gd name="connsiteX0" fmla="*/ 42076 w 42076"/>
                <a:gd name="connsiteY0" fmla="*/ 16729 h 33458"/>
                <a:gd name="connsiteX1" fmla="*/ 21038 w 42076"/>
                <a:gd name="connsiteY1" fmla="*/ 33458 h 33458"/>
                <a:gd name="connsiteX2" fmla="*/ 0 w 42076"/>
                <a:gd name="connsiteY2" fmla="*/ 16729 h 33458"/>
                <a:gd name="connsiteX3" fmla="*/ 21038 w 42076"/>
                <a:gd name="connsiteY3" fmla="*/ 0 h 33458"/>
                <a:gd name="connsiteX4" fmla="*/ 42076 w 42076"/>
                <a:gd name="connsiteY4" fmla="*/ 16729 h 33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076" h="33458">
                  <a:moveTo>
                    <a:pt x="42076" y="16729"/>
                  </a:moveTo>
                  <a:cubicBezTo>
                    <a:pt x="42076" y="25981"/>
                    <a:pt x="32698" y="33458"/>
                    <a:pt x="21038" y="33458"/>
                  </a:cubicBezTo>
                  <a:cubicBezTo>
                    <a:pt x="9379" y="33458"/>
                    <a:pt x="0" y="25981"/>
                    <a:pt x="0" y="16729"/>
                  </a:cubicBezTo>
                  <a:cubicBezTo>
                    <a:pt x="0" y="7477"/>
                    <a:pt x="9379" y="0"/>
                    <a:pt x="21038" y="0"/>
                  </a:cubicBezTo>
                  <a:cubicBezTo>
                    <a:pt x="32698" y="0"/>
                    <a:pt x="42076" y="7477"/>
                    <a:pt x="42076" y="1672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41" name="Freeform: Shape 4740">
              <a:extLst>
                <a:ext uri="{FF2B5EF4-FFF2-40B4-BE49-F238E27FC236}">
                  <a16:creationId xmlns:a16="http://schemas.microsoft.com/office/drawing/2014/main" id="{C6F651FB-C67F-DB2C-C540-988FB6883269}"/>
                </a:ext>
              </a:extLst>
            </p:cNvPr>
            <p:cNvSpPr/>
            <p:nvPr/>
          </p:nvSpPr>
          <p:spPr>
            <a:xfrm>
              <a:off x="1585721" y="5512664"/>
              <a:ext cx="41569" cy="32951"/>
            </a:xfrm>
            <a:custGeom>
              <a:avLst/>
              <a:gdLst>
                <a:gd name="connsiteX0" fmla="*/ 41569 w 41569"/>
                <a:gd name="connsiteY0" fmla="*/ 16476 h 32951"/>
                <a:gd name="connsiteX1" fmla="*/ 20785 w 41569"/>
                <a:gd name="connsiteY1" fmla="*/ 32951 h 32951"/>
                <a:gd name="connsiteX2" fmla="*/ 0 w 41569"/>
                <a:gd name="connsiteY2" fmla="*/ 16476 h 32951"/>
                <a:gd name="connsiteX3" fmla="*/ 20785 w 41569"/>
                <a:gd name="connsiteY3" fmla="*/ 0 h 32951"/>
                <a:gd name="connsiteX4" fmla="*/ 41569 w 41569"/>
                <a:gd name="connsiteY4" fmla="*/ 16476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569" h="32951">
                  <a:moveTo>
                    <a:pt x="41569" y="16476"/>
                  </a:moveTo>
                  <a:cubicBezTo>
                    <a:pt x="41569" y="25601"/>
                    <a:pt x="32191" y="32951"/>
                    <a:pt x="20785" y="32951"/>
                  </a:cubicBezTo>
                  <a:cubicBezTo>
                    <a:pt x="9378" y="32951"/>
                    <a:pt x="0" y="25601"/>
                    <a:pt x="0" y="16476"/>
                  </a:cubicBezTo>
                  <a:cubicBezTo>
                    <a:pt x="0" y="7351"/>
                    <a:pt x="9378" y="0"/>
                    <a:pt x="20785" y="0"/>
                  </a:cubicBezTo>
                  <a:cubicBezTo>
                    <a:pt x="32191" y="0"/>
                    <a:pt x="41569" y="7351"/>
                    <a:pt x="41569" y="164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42" name="Freeform: Shape 4741">
              <a:extLst>
                <a:ext uri="{FF2B5EF4-FFF2-40B4-BE49-F238E27FC236}">
                  <a16:creationId xmlns:a16="http://schemas.microsoft.com/office/drawing/2014/main" id="{CD796574-463D-40FB-DB9E-9263AA2E85CB}"/>
                </a:ext>
              </a:extLst>
            </p:cNvPr>
            <p:cNvSpPr/>
            <p:nvPr/>
          </p:nvSpPr>
          <p:spPr>
            <a:xfrm>
              <a:off x="1521592" y="5421921"/>
              <a:ext cx="41569" cy="32951"/>
            </a:xfrm>
            <a:custGeom>
              <a:avLst/>
              <a:gdLst>
                <a:gd name="connsiteX0" fmla="*/ 41569 w 41569"/>
                <a:gd name="connsiteY0" fmla="*/ 16476 h 32951"/>
                <a:gd name="connsiteX1" fmla="*/ 20785 w 41569"/>
                <a:gd name="connsiteY1" fmla="*/ 32951 h 32951"/>
                <a:gd name="connsiteX2" fmla="*/ 0 w 41569"/>
                <a:gd name="connsiteY2" fmla="*/ 16476 h 32951"/>
                <a:gd name="connsiteX3" fmla="*/ 20785 w 41569"/>
                <a:gd name="connsiteY3" fmla="*/ 0 h 32951"/>
                <a:gd name="connsiteX4" fmla="*/ 41569 w 41569"/>
                <a:gd name="connsiteY4" fmla="*/ 16476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569" h="32951">
                  <a:moveTo>
                    <a:pt x="41569" y="16476"/>
                  </a:moveTo>
                  <a:cubicBezTo>
                    <a:pt x="41569" y="25601"/>
                    <a:pt x="32191" y="32951"/>
                    <a:pt x="20785" y="32951"/>
                  </a:cubicBezTo>
                  <a:cubicBezTo>
                    <a:pt x="9379" y="32951"/>
                    <a:pt x="0" y="25601"/>
                    <a:pt x="0" y="16476"/>
                  </a:cubicBezTo>
                  <a:cubicBezTo>
                    <a:pt x="0" y="7351"/>
                    <a:pt x="9379" y="0"/>
                    <a:pt x="20785" y="0"/>
                  </a:cubicBezTo>
                  <a:cubicBezTo>
                    <a:pt x="32191" y="0"/>
                    <a:pt x="41569" y="7477"/>
                    <a:pt x="41569" y="164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43" name="Freeform: Shape 4742">
              <a:extLst>
                <a:ext uri="{FF2B5EF4-FFF2-40B4-BE49-F238E27FC236}">
                  <a16:creationId xmlns:a16="http://schemas.microsoft.com/office/drawing/2014/main" id="{659C064C-4A6E-AB3E-C65E-3183CEDFE867}"/>
                </a:ext>
              </a:extLst>
            </p:cNvPr>
            <p:cNvSpPr/>
            <p:nvPr/>
          </p:nvSpPr>
          <p:spPr>
            <a:xfrm>
              <a:off x="1460633" y="5330291"/>
              <a:ext cx="40808" cy="32444"/>
            </a:xfrm>
            <a:custGeom>
              <a:avLst/>
              <a:gdLst>
                <a:gd name="connsiteX0" fmla="*/ 40809 w 40808"/>
                <a:gd name="connsiteY0" fmla="*/ 16222 h 32444"/>
                <a:gd name="connsiteX1" fmla="*/ 20404 w 40808"/>
                <a:gd name="connsiteY1" fmla="*/ 32444 h 32444"/>
                <a:gd name="connsiteX2" fmla="*/ 0 w 40808"/>
                <a:gd name="connsiteY2" fmla="*/ 16222 h 32444"/>
                <a:gd name="connsiteX3" fmla="*/ 20404 w 40808"/>
                <a:gd name="connsiteY3" fmla="*/ 0 h 32444"/>
                <a:gd name="connsiteX4" fmla="*/ 40809 w 40808"/>
                <a:gd name="connsiteY4" fmla="*/ 16222 h 32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08" h="32444">
                  <a:moveTo>
                    <a:pt x="40809" y="16222"/>
                  </a:moveTo>
                  <a:cubicBezTo>
                    <a:pt x="40809" y="25094"/>
                    <a:pt x="31684" y="32444"/>
                    <a:pt x="20404" y="32444"/>
                  </a:cubicBezTo>
                  <a:cubicBezTo>
                    <a:pt x="9125" y="32444"/>
                    <a:pt x="0" y="25221"/>
                    <a:pt x="0" y="16222"/>
                  </a:cubicBezTo>
                  <a:cubicBezTo>
                    <a:pt x="0" y="7224"/>
                    <a:pt x="9125" y="0"/>
                    <a:pt x="20404" y="0"/>
                  </a:cubicBezTo>
                  <a:cubicBezTo>
                    <a:pt x="31684" y="0"/>
                    <a:pt x="40809" y="7224"/>
                    <a:pt x="40809" y="1622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44" name="Freeform: Shape 4743">
              <a:extLst>
                <a:ext uri="{FF2B5EF4-FFF2-40B4-BE49-F238E27FC236}">
                  <a16:creationId xmlns:a16="http://schemas.microsoft.com/office/drawing/2014/main" id="{DF1BEC2F-0DE0-419C-7874-034422735F3F}"/>
                </a:ext>
              </a:extLst>
            </p:cNvPr>
            <p:cNvSpPr/>
            <p:nvPr/>
          </p:nvSpPr>
          <p:spPr>
            <a:xfrm>
              <a:off x="1402334" y="5237140"/>
              <a:ext cx="40808" cy="32444"/>
            </a:xfrm>
            <a:custGeom>
              <a:avLst/>
              <a:gdLst>
                <a:gd name="connsiteX0" fmla="*/ 40809 w 40808"/>
                <a:gd name="connsiteY0" fmla="*/ 16222 h 32444"/>
                <a:gd name="connsiteX1" fmla="*/ 20404 w 40808"/>
                <a:gd name="connsiteY1" fmla="*/ 32444 h 32444"/>
                <a:gd name="connsiteX2" fmla="*/ 0 w 40808"/>
                <a:gd name="connsiteY2" fmla="*/ 16222 h 32444"/>
                <a:gd name="connsiteX3" fmla="*/ 20404 w 40808"/>
                <a:gd name="connsiteY3" fmla="*/ 0 h 32444"/>
                <a:gd name="connsiteX4" fmla="*/ 40809 w 40808"/>
                <a:gd name="connsiteY4" fmla="*/ 16222 h 32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08" h="32444">
                  <a:moveTo>
                    <a:pt x="40809" y="16222"/>
                  </a:moveTo>
                  <a:cubicBezTo>
                    <a:pt x="40809" y="25093"/>
                    <a:pt x="31684" y="32444"/>
                    <a:pt x="20404" y="32444"/>
                  </a:cubicBezTo>
                  <a:cubicBezTo>
                    <a:pt x="9125" y="32444"/>
                    <a:pt x="0" y="25220"/>
                    <a:pt x="0" y="16222"/>
                  </a:cubicBezTo>
                  <a:cubicBezTo>
                    <a:pt x="0" y="7224"/>
                    <a:pt x="9125" y="0"/>
                    <a:pt x="20404" y="0"/>
                  </a:cubicBezTo>
                  <a:cubicBezTo>
                    <a:pt x="31684" y="0"/>
                    <a:pt x="40809" y="7224"/>
                    <a:pt x="40809" y="1622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45" name="Freeform: Shape 4744">
              <a:extLst>
                <a:ext uri="{FF2B5EF4-FFF2-40B4-BE49-F238E27FC236}">
                  <a16:creationId xmlns:a16="http://schemas.microsoft.com/office/drawing/2014/main" id="{404C0BAB-37B9-2291-1D38-07AB60BBC3DD}"/>
                </a:ext>
              </a:extLst>
            </p:cNvPr>
            <p:cNvSpPr/>
            <p:nvPr/>
          </p:nvSpPr>
          <p:spPr>
            <a:xfrm>
              <a:off x="1347331" y="5143229"/>
              <a:ext cx="40048" cy="31683"/>
            </a:xfrm>
            <a:custGeom>
              <a:avLst/>
              <a:gdLst>
                <a:gd name="connsiteX0" fmla="*/ 40049 w 40048"/>
                <a:gd name="connsiteY0" fmla="*/ 15842 h 31683"/>
                <a:gd name="connsiteX1" fmla="*/ 20024 w 40048"/>
                <a:gd name="connsiteY1" fmla="*/ 31684 h 31683"/>
                <a:gd name="connsiteX2" fmla="*/ 0 w 40048"/>
                <a:gd name="connsiteY2" fmla="*/ 15842 h 31683"/>
                <a:gd name="connsiteX3" fmla="*/ 20024 w 40048"/>
                <a:gd name="connsiteY3" fmla="*/ 0 h 31683"/>
                <a:gd name="connsiteX4" fmla="*/ 40049 w 40048"/>
                <a:gd name="connsiteY4" fmla="*/ 15842 h 31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048" h="31683">
                  <a:moveTo>
                    <a:pt x="40049" y="15842"/>
                  </a:moveTo>
                  <a:cubicBezTo>
                    <a:pt x="40049" y="24587"/>
                    <a:pt x="31050" y="31684"/>
                    <a:pt x="20024" y="31684"/>
                  </a:cubicBezTo>
                  <a:cubicBezTo>
                    <a:pt x="8998" y="31684"/>
                    <a:pt x="0" y="24587"/>
                    <a:pt x="0" y="15842"/>
                  </a:cubicBezTo>
                  <a:cubicBezTo>
                    <a:pt x="0" y="7097"/>
                    <a:pt x="8998" y="0"/>
                    <a:pt x="20024" y="0"/>
                  </a:cubicBezTo>
                  <a:cubicBezTo>
                    <a:pt x="31050" y="0"/>
                    <a:pt x="40049" y="7097"/>
                    <a:pt x="40049" y="1584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46" name="Freeform: Shape 4745">
              <a:extLst>
                <a:ext uri="{FF2B5EF4-FFF2-40B4-BE49-F238E27FC236}">
                  <a16:creationId xmlns:a16="http://schemas.microsoft.com/office/drawing/2014/main" id="{5F75B98B-C9F4-2002-AA21-AFA8DBC25D19}"/>
                </a:ext>
              </a:extLst>
            </p:cNvPr>
            <p:cNvSpPr/>
            <p:nvPr/>
          </p:nvSpPr>
          <p:spPr>
            <a:xfrm>
              <a:off x="1294862" y="5047923"/>
              <a:ext cx="40048" cy="31810"/>
            </a:xfrm>
            <a:custGeom>
              <a:avLst/>
              <a:gdLst>
                <a:gd name="connsiteX0" fmla="*/ 40049 w 40048"/>
                <a:gd name="connsiteY0" fmla="*/ 15842 h 31810"/>
                <a:gd name="connsiteX1" fmla="*/ 20024 w 40048"/>
                <a:gd name="connsiteY1" fmla="*/ 31811 h 31810"/>
                <a:gd name="connsiteX2" fmla="*/ 0 w 40048"/>
                <a:gd name="connsiteY2" fmla="*/ 15842 h 31810"/>
                <a:gd name="connsiteX3" fmla="*/ 20024 w 40048"/>
                <a:gd name="connsiteY3" fmla="*/ 0 h 31810"/>
                <a:gd name="connsiteX4" fmla="*/ 40049 w 40048"/>
                <a:gd name="connsiteY4" fmla="*/ 15842 h 31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048" h="31810">
                  <a:moveTo>
                    <a:pt x="40049" y="15842"/>
                  </a:moveTo>
                  <a:cubicBezTo>
                    <a:pt x="40049" y="24587"/>
                    <a:pt x="31050" y="31811"/>
                    <a:pt x="20024" y="31811"/>
                  </a:cubicBezTo>
                  <a:cubicBezTo>
                    <a:pt x="8998" y="31811"/>
                    <a:pt x="0" y="24714"/>
                    <a:pt x="0" y="15842"/>
                  </a:cubicBezTo>
                  <a:cubicBezTo>
                    <a:pt x="0" y="6971"/>
                    <a:pt x="8998" y="0"/>
                    <a:pt x="20024" y="0"/>
                  </a:cubicBezTo>
                  <a:cubicBezTo>
                    <a:pt x="31050" y="0"/>
                    <a:pt x="40049" y="7097"/>
                    <a:pt x="40049" y="1584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47" name="Freeform: Shape 4746">
              <a:extLst>
                <a:ext uri="{FF2B5EF4-FFF2-40B4-BE49-F238E27FC236}">
                  <a16:creationId xmlns:a16="http://schemas.microsoft.com/office/drawing/2014/main" id="{7FCCFB7B-A621-9F35-5088-E940EAE38C9A}"/>
                </a:ext>
              </a:extLst>
            </p:cNvPr>
            <p:cNvSpPr/>
            <p:nvPr/>
          </p:nvSpPr>
          <p:spPr>
            <a:xfrm>
              <a:off x="1245688" y="4951730"/>
              <a:ext cx="39541" cy="31430"/>
            </a:xfrm>
            <a:custGeom>
              <a:avLst/>
              <a:gdLst>
                <a:gd name="connsiteX0" fmla="*/ 39542 w 39541"/>
                <a:gd name="connsiteY0" fmla="*/ 15716 h 31430"/>
                <a:gd name="connsiteX1" fmla="*/ 19771 w 39541"/>
                <a:gd name="connsiteY1" fmla="*/ 31431 h 31430"/>
                <a:gd name="connsiteX2" fmla="*/ 0 w 39541"/>
                <a:gd name="connsiteY2" fmla="*/ 15716 h 31430"/>
                <a:gd name="connsiteX3" fmla="*/ 19771 w 39541"/>
                <a:gd name="connsiteY3" fmla="*/ 0 h 31430"/>
                <a:gd name="connsiteX4" fmla="*/ 39542 w 39541"/>
                <a:gd name="connsiteY4" fmla="*/ 15716 h 31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541" h="31430">
                  <a:moveTo>
                    <a:pt x="39542" y="15716"/>
                  </a:moveTo>
                  <a:cubicBezTo>
                    <a:pt x="39542" y="24333"/>
                    <a:pt x="30670" y="31431"/>
                    <a:pt x="19771" y="31431"/>
                  </a:cubicBezTo>
                  <a:cubicBezTo>
                    <a:pt x="8871" y="31431"/>
                    <a:pt x="0" y="24460"/>
                    <a:pt x="0" y="15716"/>
                  </a:cubicBezTo>
                  <a:cubicBezTo>
                    <a:pt x="0" y="6971"/>
                    <a:pt x="8745" y="0"/>
                    <a:pt x="19771" y="0"/>
                  </a:cubicBezTo>
                  <a:cubicBezTo>
                    <a:pt x="30797" y="0"/>
                    <a:pt x="39542" y="6971"/>
                    <a:pt x="39542" y="1571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48" name="Freeform: Shape 4747">
              <a:extLst>
                <a:ext uri="{FF2B5EF4-FFF2-40B4-BE49-F238E27FC236}">
                  <a16:creationId xmlns:a16="http://schemas.microsoft.com/office/drawing/2014/main" id="{11F75A28-E16C-B7FE-45ED-7B146F034EF5}"/>
                </a:ext>
              </a:extLst>
            </p:cNvPr>
            <p:cNvSpPr/>
            <p:nvPr/>
          </p:nvSpPr>
          <p:spPr>
            <a:xfrm>
              <a:off x="1199810" y="4854904"/>
              <a:ext cx="38654" cy="30669"/>
            </a:xfrm>
            <a:custGeom>
              <a:avLst/>
              <a:gdLst>
                <a:gd name="connsiteX0" fmla="*/ 38655 w 38654"/>
                <a:gd name="connsiteY0" fmla="*/ 15335 h 30669"/>
                <a:gd name="connsiteX1" fmla="*/ 19264 w 38654"/>
                <a:gd name="connsiteY1" fmla="*/ 30670 h 30669"/>
                <a:gd name="connsiteX2" fmla="*/ 0 w 38654"/>
                <a:gd name="connsiteY2" fmla="*/ 15335 h 30669"/>
                <a:gd name="connsiteX3" fmla="*/ 19264 w 38654"/>
                <a:gd name="connsiteY3" fmla="*/ 0 h 30669"/>
                <a:gd name="connsiteX4" fmla="*/ 38655 w 38654"/>
                <a:gd name="connsiteY4" fmla="*/ 15335 h 3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654" h="30669">
                  <a:moveTo>
                    <a:pt x="38655" y="15335"/>
                  </a:moveTo>
                  <a:cubicBezTo>
                    <a:pt x="38655" y="23826"/>
                    <a:pt x="30036" y="30670"/>
                    <a:pt x="19264" y="30670"/>
                  </a:cubicBezTo>
                  <a:cubicBezTo>
                    <a:pt x="8491" y="30670"/>
                    <a:pt x="0" y="23826"/>
                    <a:pt x="0" y="15335"/>
                  </a:cubicBezTo>
                  <a:cubicBezTo>
                    <a:pt x="0" y="6843"/>
                    <a:pt x="8618" y="0"/>
                    <a:pt x="19264" y="0"/>
                  </a:cubicBezTo>
                  <a:cubicBezTo>
                    <a:pt x="29910" y="0"/>
                    <a:pt x="38655" y="6843"/>
                    <a:pt x="38655" y="153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49" name="Freeform: Shape 4748">
              <a:extLst>
                <a:ext uri="{FF2B5EF4-FFF2-40B4-BE49-F238E27FC236}">
                  <a16:creationId xmlns:a16="http://schemas.microsoft.com/office/drawing/2014/main" id="{76261036-1108-F607-A230-CC49D7045BC4}"/>
                </a:ext>
              </a:extLst>
            </p:cNvPr>
            <p:cNvSpPr/>
            <p:nvPr/>
          </p:nvSpPr>
          <p:spPr>
            <a:xfrm>
              <a:off x="1156339" y="4756684"/>
              <a:ext cx="38781" cy="30669"/>
            </a:xfrm>
            <a:custGeom>
              <a:avLst/>
              <a:gdLst>
                <a:gd name="connsiteX0" fmla="*/ 38781 w 38781"/>
                <a:gd name="connsiteY0" fmla="*/ 15335 h 30669"/>
                <a:gd name="connsiteX1" fmla="*/ 19391 w 38781"/>
                <a:gd name="connsiteY1" fmla="*/ 30670 h 30669"/>
                <a:gd name="connsiteX2" fmla="*/ 0 w 38781"/>
                <a:gd name="connsiteY2" fmla="*/ 15335 h 30669"/>
                <a:gd name="connsiteX3" fmla="*/ 19391 w 38781"/>
                <a:gd name="connsiteY3" fmla="*/ 0 h 30669"/>
                <a:gd name="connsiteX4" fmla="*/ 38781 w 38781"/>
                <a:gd name="connsiteY4" fmla="*/ 15335 h 3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781" h="30669">
                  <a:moveTo>
                    <a:pt x="38781" y="15335"/>
                  </a:moveTo>
                  <a:cubicBezTo>
                    <a:pt x="38781" y="23826"/>
                    <a:pt x="30163" y="30670"/>
                    <a:pt x="19391" y="30670"/>
                  </a:cubicBezTo>
                  <a:cubicBezTo>
                    <a:pt x="8618" y="30670"/>
                    <a:pt x="0" y="23826"/>
                    <a:pt x="0" y="15335"/>
                  </a:cubicBezTo>
                  <a:cubicBezTo>
                    <a:pt x="0" y="6843"/>
                    <a:pt x="8745" y="0"/>
                    <a:pt x="19391" y="0"/>
                  </a:cubicBezTo>
                  <a:cubicBezTo>
                    <a:pt x="30036" y="0"/>
                    <a:pt x="38781" y="6843"/>
                    <a:pt x="38781" y="153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50" name="Freeform: Shape 4749">
              <a:extLst>
                <a:ext uri="{FF2B5EF4-FFF2-40B4-BE49-F238E27FC236}">
                  <a16:creationId xmlns:a16="http://schemas.microsoft.com/office/drawing/2014/main" id="{D3909C4D-E23D-7D40-836D-ED71A9034B3F}"/>
                </a:ext>
              </a:extLst>
            </p:cNvPr>
            <p:cNvSpPr/>
            <p:nvPr/>
          </p:nvSpPr>
          <p:spPr>
            <a:xfrm>
              <a:off x="1116671" y="4657957"/>
              <a:ext cx="37894" cy="30163"/>
            </a:xfrm>
            <a:custGeom>
              <a:avLst/>
              <a:gdLst>
                <a:gd name="connsiteX0" fmla="*/ 37894 w 37894"/>
                <a:gd name="connsiteY0" fmla="*/ 15082 h 30163"/>
                <a:gd name="connsiteX1" fmla="*/ 18884 w 37894"/>
                <a:gd name="connsiteY1" fmla="*/ 30163 h 30163"/>
                <a:gd name="connsiteX2" fmla="*/ 0 w 37894"/>
                <a:gd name="connsiteY2" fmla="*/ 15082 h 30163"/>
                <a:gd name="connsiteX3" fmla="*/ 18884 w 37894"/>
                <a:gd name="connsiteY3" fmla="*/ 0 h 30163"/>
                <a:gd name="connsiteX4" fmla="*/ 37894 w 37894"/>
                <a:gd name="connsiteY4" fmla="*/ 15082 h 30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894" h="30163">
                  <a:moveTo>
                    <a:pt x="37894" y="15082"/>
                  </a:moveTo>
                  <a:cubicBezTo>
                    <a:pt x="37894" y="23446"/>
                    <a:pt x="29403" y="30163"/>
                    <a:pt x="18884" y="30163"/>
                  </a:cubicBezTo>
                  <a:cubicBezTo>
                    <a:pt x="8365" y="30163"/>
                    <a:pt x="0" y="23446"/>
                    <a:pt x="0" y="15082"/>
                  </a:cubicBezTo>
                  <a:cubicBezTo>
                    <a:pt x="0" y="6717"/>
                    <a:pt x="8491" y="0"/>
                    <a:pt x="18884" y="0"/>
                  </a:cubicBezTo>
                  <a:cubicBezTo>
                    <a:pt x="29276" y="0"/>
                    <a:pt x="37894" y="6717"/>
                    <a:pt x="37894" y="1508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51" name="Freeform: Shape 4750">
              <a:extLst>
                <a:ext uri="{FF2B5EF4-FFF2-40B4-BE49-F238E27FC236}">
                  <a16:creationId xmlns:a16="http://schemas.microsoft.com/office/drawing/2014/main" id="{D18AEE27-AADC-5E13-1212-8386541D35D5}"/>
                </a:ext>
              </a:extLst>
            </p:cNvPr>
            <p:cNvSpPr/>
            <p:nvPr/>
          </p:nvSpPr>
          <p:spPr>
            <a:xfrm>
              <a:off x="1080044" y="4558596"/>
              <a:ext cx="37006" cy="29402"/>
            </a:xfrm>
            <a:custGeom>
              <a:avLst/>
              <a:gdLst>
                <a:gd name="connsiteX0" fmla="*/ 37007 w 37006"/>
                <a:gd name="connsiteY0" fmla="*/ 14701 h 29402"/>
                <a:gd name="connsiteX1" fmla="*/ 18503 w 37006"/>
                <a:gd name="connsiteY1" fmla="*/ 29403 h 29402"/>
                <a:gd name="connsiteX2" fmla="*/ 0 w 37006"/>
                <a:gd name="connsiteY2" fmla="*/ 14701 h 29402"/>
                <a:gd name="connsiteX3" fmla="*/ 18503 w 37006"/>
                <a:gd name="connsiteY3" fmla="*/ 0 h 29402"/>
                <a:gd name="connsiteX4" fmla="*/ 37007 w 37006"/>
                <a:gd name="connsiteY4" fmla="*/ 14701 h 29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006" h="29402">
                  <a:moveTo>
                    <a:pt x="37007" y="14701"/>
                  </a:moveTo>
                  <a:cubicBezTo>
                    <a:pt x="37007" y="22812"/>
                    <a:pt x="28642" y="29403"/>
                    <a:pt x="18503" y="29403"/>
                  </a:cubicBezTo>
                  <a:cubicBezTo>
                    <a:pt x="8365" y="29403"/>
                    <a:pt x="0" y="22812"/>
                    <a:pt x="0" y="14701"/>
                  </a:cubicBezTo>
                  <a:cubicBezTo>
                    <a:pt x="0" y="6590"/>
                    <a:pt x="8365" y="0"/>
                    <a:pt x="18503" y="0"/>
                  </a:cubicBezTo>
                  <a:cubicBezTo>
                    <a:pt x="28642" y="0"/>
                    <a:pt x="37007" y="6590"/>
                    <a:pt x="37007" y="1470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52" name="Freeform: Shape 4751">
              <a:extLst>
                <a:ext uri="{FF2B5EF4-FFF2-40B4-BE49-F238E27FC236}">
                  <a16:creationId xmlns:a16="http://schemas.microsoft.com/office/drawing/2014/main" id="{A92F6E19-01CE-7BEC-2CF1-8E3C22B14B0F}"/>
                </a:ext>
              </a:extLst>
            </p:cNvPr>
            <p:cNvSpPr/>
            <p:nvPr/>
          </p:nvSpPr>
          <p:spPr>
            <a:xfrm>
              <a:off x="1046079" y="4458094"/>
              <a:ext cx="37006" cy="29402"/>
            </a:xfrm>
            <a:custGeom>
              <a:avLst/>
              <a:gdLst>
                <a:gd name="connsiteX0" fmla="*/ 37007 w 37006"/>
                <a:gd name="connsiteY0" fmla="*/ 14701 h 29402"/>
                <a:gd name="connsiteX1" fmla="*/ 18503 w 37006"/>
                <a:gd name="connsiteY1" fmla="*/ 29402 h 29402"/>
                <a:gd name="connsiteX2" fmla="*/ 0 w 37006"/>
                <a:gd name="connsiteY2" fmla="*/ 14701 h 29402"/>
                <a:gd name="connsiteX3" fmla="*/ 18503 w 37006"/>
                <a:gd name="connsiteY3" fmla="*/ 0 h 29402"/>
                <a:gd name="connsiteX4" fmla="*/ 37007 w 37006"/>
                <a:gd name="connsiteY4" fmla="*/ 14701 h 29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006" h="29402">
                  <a:moveTo>
                    <a:pt x="37007" y="14701"/>
                  </a:moveTo>
                  <a:cubicBezTo>
                    <a:pt x="37007" y="22812"/>
                    <a:pt x="28642" y="29402"/>
                    <a:pt x="18503" y="29402"/>
                  </a:cubicBezTo>
                  <a:cubicBezTo>
                    <a:pt x="8365" y="29402"/>
                    <a:pt x="0" y="22812"/>
                    <a:pt x="0" y="14701"/>
                  </a:cubicBezTo>
                  <a:cubicBezTo>
                    <a:pt x="0" y="6590"/>
                    <a:pt x="8365" y="0"/>
                    <a:pt x="18503" y="0"/>
                  </a:cubicBezTo>
                  <a:cubicBezTo>
                    <a:pt x="28642" y="0"/>
                    <a:pt x="37007" y="6590"/>
                    <a:pt x="37007" y="1470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53" name="Freeform: Shape 4752">
              <a:extLst>
                <a:ext uri="{FF2B5EF4-FFF2-40B4-BE49-F238E27FC236}">
                  <a16:creationId xmlns:a16="http://schemas.microsoft.com/office/drawing/2014/main" id="{694A70C8-6D04-4EE2-038F-37ACC7EAB61E}"/>
                </a:ext>
              </a:extLst>
            </p:cNvPr>
            <p:cNvSpPr/>
            <p:nvPr/>
          </p:nvSpPr>
          <p:spPr>
            <a:xfrm>
              <a:off x="1015536" y="4357339"/>
              <a:ext cx="36500" cy="28895"/>
            </a:xfrm>
            <a:custGeom>
              <a:avLst/>
              <a:gdLst>
                <a:gd name="connsiteX0" fmla="*/ 36500 w 36500"/>
                <a:gd name="connsiteY0" fmla="*/ 14448 h 28895"/>
                <a:gd name="connsiteX1" fmla="*/ 18250 w 36500"/>
                <a:gd name="connsiteY1" fmla="*/ 28896 h 28895"/>
                <a:gd name="connsiteX2" fmla="*/ 0 w 36500"/>
                <a:gd name="connsiteY2" fmla="*/ 14448 h 28895"/>
                <a:gd name="connsiteX3" fmla="*/ 18250 w 36500"/>
                <a:gd name="connsiteY3" fmla="*/ 0 h 28895"/>
                <a:gd name="connsiteX4" fmla="*/ 36500 w 36500"/>
                <a:gd name="connsiteY4" fmla="*/ 14448 h 28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500" h="28895">
                  <a:moveTo>
                    <a:pt x="36500" y="14448"/>
                  </a:moveTo>
                  <a:cubicBezTo>
                    <a:pt x="36500" y="22432"/>
                    <a:pt x="28389" y="28896"/>
                    <a:pt x="18250" y="28896"/>
                  </a:cubicBezTo>
                  <a:cubicBezTo>
                    <a:pt x="8111" y="28896"/>
                    <a:pt x="0" y="22432"/>
                    <a:pt x="0" y="14448"/>
                  </a:cubicBezTo>
                  <a:cubicBezTo>
                    <a:pt x="0" y="6464"/>
                    <a:pt x="8111" y="0"/>
                    <a:pt x="18250" y="0"/>
                  </a:cubicBezTo>
                  <a:cubicBezTo>
                    <a:pt x="28389" y="0"/>
                    <a:pt x="36500" y="6464"/>
                    <a:pt x="36500" y="1444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54" name="Freeform: Shape 4753">
              <a:extLst>
                <a:ext uri="{FF2B5EF4-FFF2-40B4-BE49-F238E27FC236}">
                  <a16:creationId xmlns:a16="http://schemas.microsoft.com/office/drawing/2014/main" id="{A9202D2A-D652-2283-E5FD-F92DC5A44C05}"/>
                </a:ext>
              </a:extLst>
            </p:cNvPr>
            <p:cNvSpPr/>
            <p:nvPr/>
          </p:nvSpPr>
          <p:spPr>
            <a:xfrm>
              <a:off x="988414" y="4255823"/>
              <a:ext cx="35739" cy="28389"/>
            </a:xfrm>
            <a:custGeom>
              <a:avLst/>
              <a:gdLst>
                <a:gd name="connsiteX0" fmla="*/ 35740 w 35739"/>
                <a:gd name="connsiteY0" fmla="*/ 14194 h 28389"/>
                <a:gd name="connsiteX1" fmla="*/ 17870 w 35739"/>
                <a:gd name="connsiteY1" fmla="*/ 28389 h 28389"/>
                <a:gd name="connsiteX2" fmla="*/ 0 w 35739"/>
                <a:gd name="connsiteY2" fmla="*/ 14194 h 28389"/>
                <a:gd name="connsiteX3" fmla="*/ 17870 w 35739"/>
                <a:gd name="connsiteY3" fmla="*/ 0 h 28389"/>
                <a:gd name="connsiteX4" fmla="*/ 35740 w 35739"/>
                <a:gd name="connsiteY4" fmla="*/ 14194 h 28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739" h="28389">
                  <a:moveTo>
                    <a:pt x="35740" y="14194"/>
                  </a:moveTo>
                  <a:cubicBezTo>
                    <a:pt x="35740" y="22052"/>
                    <a:pt x="27755" y="28389"/>
                    <a:pt x="17870" y="28389"/>
                  </a:cubicBezTo>
                  <a:cubicBezTo>
                    <a:pt x="7984" y="28389"/>
                    <a:pt x="0" y="22052"/>
                    <a:pt x="0" y="14194"/>
                  </a:cubicBezTo>
                  <a:cubicBezTo>
                    <a:pt x="0" y="6337"/>
                    <a:pt x="7984" y="0"/>
                    <a:pt x="17870" y="0"/>
                  </a:cubicBezTo>
                  <a:cubicBezTo>
                    <a:pt x="27755" y="0"/>
                    <a:pt x="35740" y="6337"/>
                    <a:pt x="35740" y="141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55" name="Freeform: Shape 4754">
              <a:extLst>
                <a:ext uri="{FF2B5EF4-FFF2-40B4-BE49-F238E27FC236}">
                  <a16:creationId xmlns:a16="http://schemas.microsoft.com/office/drawing/2014/main" id="{53B7799F-92B3-9595-55B0-DF336AB1EF7C}"/>
                </a:ext>
              </a:extLst>
            </p:cNvPr>
            <p:cNvSpPr/>
            <p:nvPr/>
          </p:nvSpPr>
          <p:spPr>
            <a:xfrm>
              <a:off x="964334" y="4154054"/>
              <a:ext cx="34979" cy="27628"/>
            </a:xfrm>
            <a:custGeom>
              <a:avLst/>
              <a:gdLst>
                <a:gd name="connsiteX0" fmla="*/ 34979 w 34979"/>
                <a:gd name="connsiteY0" fmla="*/ 13814 h 27628"/>
                <a:gd name="connsiteX1" fmla="*/ 17490 w 34979"/>
                <a:gd name="connsiteY1" fmla="*/ 27629 h 27628"/>
                <a:gd name="connsiteX2" fmla="*/ 0 w 34979"/>
                <a:gd name="connsiteY2" fmla="*/ 13814 h 27628"/>
                <a:gd name="connsiteX3" fmla="*/ 17490 w 34979"/>
                <a:gd name="connsiteY3" fmla="*/ 0 h 27628"/>
                <a:gd name="connsiteX4" fmla="*/ 34979 w 34979"/>
                <a:gd name="connsiteY4" fmla="*/ 13814 h 27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979" h="27628">
                  <a:moveTo>
                    <a:pt x="34979" y="13814"/>
                  </a:moveTo>
                  <a:cubicBezTo>
                    <a:pt x="34979" y="21418"/>
                    <a:pt x="27122" y="27629"/>
                    <a:pt x="17490" y="27629"/>
                  </a:cubicBezTo>
                  <a:cubicBezTo>
                    <a:pt x="7858" y="27629"/>
                    <a:pt x="0" y="21418"/>
                    <a:pt x="0" y="13814"/>
                  </a:cubicBezTo>
                  <a:cubicBezTo>
                    <a:pt x="0" y="6210"/>
                    <a:pt x="7858" y="0"/>
                    <a:pt x="17490" y="0"/>
                  </a:cubicBezTo>
                  <a:cubicBezTo>
                    <a:pt x="27122" y="0"/>
                    <a:pt x="34979" y="6210"/>
                    <a:pt x="34979" y="1381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56" name="Freeform: Shape 4755">
              <a:extLst>
                <a:ext uri="{FF2B5EF4-FFF2-40B4-BE49-F238E27FC236}">
                  <a16:creationId xmlns:a16="http://schemas.microsoft.com/office/drawing/2014/main" id="{15709ED6-8C8F-10FC-2D80-D20F61897A3B}"/>
                </a:ext>
              </a:extLst>
            </p:cNvPr>
            <p:cNvSpPr/>
            <p:nvPr/>
          </p:nvSpPr>
          <p:spPr>
            <a:xfrm>
              <a:off x="943170" y="4051525"/>
              <a:ext cx="34979" cy="27628"/>
            </a:xfrm>
            <a:custGeom>
              <a:avLst/>
              <a:gdLst>
                <a:gd name="connsiteX0" fmla="*/ 34979 w 34979"/>
                <a:gd name="connsiteY0" fmla="*/ 13814 h 27628"/>
                <a:gd name="connsiteX1" fmla="*/ 17490 w 34979"/>
                <a:gd name="connsiteY1" fmla="*/ 27628 h 27628"/>
                <a:gd name="connsiteX2" fmla="*/ 0 w 34979"/>
                <a:gd name="connsiteY2" fmla="*/ 13814 h 27628"/>
                <a:gd name="connsiteX3" fmla="*/ 17490 w 34979"/>
                <a:gd name="connsiteY3" fmla="*/ 0 h 27628"/>
                <a:gd name="connsiteX4" fmla="*/ 34979 w 34979"/>
                <a:gd name="connsiteY4" fmla="*/ 13814 h 27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979" h="27628">
                  <a:moveTo>
                    <a:pt x="34979" y="13814"/>
                  </a:moveTo>
                  <a:cubicBezTo>
                    <a:pt x="34979" y="21418"/>
                    <a:pt x="27121" y="27628"/>
                    <a:pt x="17490" y="27628"/>
                  </a:cubicBezTo>
                  <a:cubicBezTo>
                    <a:pt x="7858" y="27628"/>
                    <a:pt x="0" y="21418"/>
                    <a:pt x="0" y="13814"/>
                  </a:cubicBezTo>
                  <a:cubicBezTo>
                    <a:pt x="0" y="6210"/>
                    <a:pt x="7858" y="0"/>
                    <a:pt x="17490" y="0"/>
                  </a:cubicBezTo>
                  <a:cubicBezTo>
                    <a:pt x="27121" y="0"/>
                    <a:pt x="34979" y="6210"/>
                    <a:pt x="34979" y="1381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57" name="Freeform: Shape 4756">
              <a:extLst>
                <a:ext uri="{FF2B5EF4-FFF2-40B4-BE49-F238E27FC236}">
                  <a16:creationId xmlns:a16="http://schemas.microsoft.com/office/drawing/2014/main" id="{ABF7F17B-0F0B-E053-26B5-5CA080E8F958}"/>
                </a:ext>
              </a:extLst>
            </p:cNvPr>
            <p:cNvSpPr/>
            <p:nvPr/>
          </p:nvSpPr>
          <p:spPr>
            <a:xfrm>
              <a:off x="925680" y="3948742"/>
              <a:ext cx="34218" cy="27121"/>
            </a:xfrm>
            <a:custGeom>
              <a:avLst/>
              <a:gdLst>
                <a:gd name="connsiteX0" fmla="*/ 34219 w 34218"/>
                <a:gd name="connsiteY0" fmla="*/ 13560 h 27121"/>
                <a:gd name="connsiteX1" fmla="*/ 17109 w 34218"/>
                <a:gd name="connsiteY1" fmla="*/ 27121 h 27121"/>
                <a:gd name="connsiteX2" fmla="*/ 0 w 34218"/>
                <a:gd name="connsiteY2" fmla="*/ 13560 h 27121"/>
                <a:gd name="connsiteX3" fmla="*/ 17109 w 34218"/>
                <a:gd name="connsiteY3" fmla="*/ 0 h 27121"/>
                <a:gd name="connsiteX4" fmla="*/ 34219 w 34218"/>
                <a:gd name="connsiteY4" fmla="*/ 13560 h 27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218" h="27121">
                  <a:moveTo>
                    <a:pt x="34219" y="13560"/>
                  </a:moveTo>
                  <a:cubicBezTo>
                    <a:pt x="34219" y="21038"/>
                    <a:pt x="26615" y="27121"/>
                    <a:pt x="17109" y="27121"/>
                  </a:cubicBezTo>
                  <a:cubicBezTo>
                    <a:pt x="7604" y="27121"/>
                    <a:pt x="0" y="21038"/>
                    <a:pt x="0" y="13560"/>
                  </a:cubicBezTo>
                  <a:cubicBezTo>
                    <a:pt x="0" y="6083"/>
                    <a:pt x="7604" y="0"/>
                    <a:pt x="17109" y="0"/>
                  </a:cubicBezTo>
                  <a:cubicBezTo>
                    <a:pt x="26615" y="0"/>
                    <a:pt x="34219" y="6083"/>
                    <a:pt x="34219" y="1356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58" name="Freeform: Shape 4757">
              <a:extLst>
                <a:ext uri="{FF2B5EF4-FFF2-40B4-BE49-F238E27FC236}">
                  <a16:creationId xmlns:a16="http://schemas.microsoft.com/office/drawing/2014/main" id="{A9515822-1EE4-AFB9-9017-574A2514FCE3}"/>
                </a:ext>
              </a:extLst>
            </p:cNvPr>
            <p:cNvSpPr/>
            <p:nvPr/>
          </p:nvSpPr>
          <p:spPr>
            <a:xfrm>
              <a:off x="911359" y="3845579"/>
              <a:ext cx="33584" cy="26614"/>
            </a:xfrm>
            <a:custGeom>
              <a:avLst/>
              <a:gdLst>
                <a:gd name="connsiteX0" fmla="*/ 33585 w 33584"/>
                <a:gd name="connsiteY0" fmla="*/ 13308 h 26614"/>
                <a:gd name="connsiteX1" fmla="*/ 16856 w 33584"/>
                <a:gd name="connsiteY1" fmla="*/ 26615 h 26614"/>
                <a:gd name="connsiteX2" fmla="*/ 0 w 33584"/>
                <a:gd name="connsiteY2" fmla="*/ 13308 h 26614"/>
                <a:gd name="connsiteX3" fmla="*/ 16856 w 33584"/>
                <a:gd name="connsiteY3" fmla="*/ 0 h 26614"/>
                <a:gd name="connsiteX4" fmla="*/ 33585 w 33584"/>
                <a:gd name="connsiteY4" fmla="*/ 13308 h 26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84" h="26614">
                  <a:moveTo>
                    <a:pt x="33585" y="13308"/>
                  </a:moveTo>
                  <a:cubicBezTo>
                    <a:pt x="33585" y="20658"/>
                    <a:pt x="26108" y="26615"/>
                    <a:pt x="16856" y="26615"/>
                  </a:cubicBezTo>
                  <a:cubicBezTo>
                    <a:pt x="7604" y="26615"/>
                    <a:pt x="0" y="20658"/>
                    <a:pt x="0" y="13308"/>
                  </a:cubicBezTo>
                  <a:cubicBezTo>
                    <a:pt x="0" y="5957"/>
                    <a:pt x="7477" y="0"/>
                    <a:pt x="16856" y="0"/>
                  </a:cubicBezTo>
                  <a:cubicBezTo>
                    <a:pt x="26234" y="0"/>
                    <a:pt x="33585" y="5957"/>
                    <a:pt x="33585" y="1330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59" name="Freeform: Shape 4758">
              <a:extLst>
                <a:ext uri="{FF2B5EF4-FFF2-40B4-BE49-F238E27FC236}">
                  <a16:creationId xmlns:a16="http://schemas.microsoft.com/office/drawing/2014/main" id="{E2B9119E-A227-056B-CC33-B77E093F9373}"/>
                </a:ext>
              </a:extLst>
            </p:cNvPr>
            <p:cNvSpPr/>
            <p:nvPr/>
          </p:nvSpPr>
          <p:spPr>
            <a:xfrm>
              <a:off x="900333" y="3742289"/>
              <a:ext cx="32697" cy="26107"/>
            </a:xfrm>
            <a:custGeom>
              <a:avLst/>
              <a:gdLst>
                <a:gd name="connsiteX0" fmla="*/ 32698 w 32697"/>
                <a:gd name="connsiteY0" fmla="*/ 13054 h 26107"/>
                <a:gd name="connsiteX1" fmla="*/ 16349 w 32697"/>
                <a:gd name="connsiteY1" fmla="*/ 26108 h 26107"/>
                <a:gd name="connsiteX2" fmla="*/ 0 w 32697"/>
                <a:gd name="connsiteY2" fmla="*/ 13054 h 26107"/>
                <a:gd name="connsiteX3" fmla="*/ 16349 w 32697"/>
                <a:gd name="connsiteY3" fmla="*/ 0 h 26107"/>
                <a:gd name="connsiteX4" fmla="*/ 32698 w 32697"/>
                <a:gd name="connsiteY4" fmla="*/ 13054 h 2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97" h="26107">
                  <a:moveTo>
                    <a:pt x="32698" y="13054"/>
                  </a:moveTo>
                  <a:cubicBezTo>
                    <a:pt x="32698" y="20278"/>
                    <a:pt x="25347" y="26108"/>
                    <a:pt x="16349" y="26108"/>
                  </a:cubicBezTo>
                  <a:cubicBezTo>
                    <a:pt x="7351" y="26108"/>
                    <a:pt x="0" y="20278"/>
                    <a:pt x="0" y="13054"/>
                  </a:cubicBezTo>
                  <a:cubicBezTo>
                    <a:pt x="0" y="5830"/>
                    <a:pt x="7351" y="0"/>
                    <a:pt x="16349" y="0"/>
                  </a:cubicBezTo>
                  <a:cubicBezTo>
                    <a:pt x="25347" y="0"/>
                    <a:pt x="32698" y="5830"/>
                    <a:pt x="32698" y="1305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60" name="Freeform: Shape 4759">
              <a:extLst>
                <a:ext uri="{FF2B5EF4-FFF2-40B4-BE49-F238E27FC236}">
                  <a16:creationId xmlns:a16="http://schemas.microsoft.com/office/drawing/2014/main" id="{59C66222-DC53-3FB0-01F6-54CF4CA5620A}"/>
                </a:ext>
              </a:extLst>
            </p:cNvPr>
            <p:cNvSpPr/>
            <p:nvPr/>
          </p:nvSpPr>
          <p:spPr>
            <a:xfrm>
              <a:off x="892602" y="3638873"/>
              <a:ext cx="31937" cy="25347"/>
            </a:xfrm>
            <a:custGeom>
              <a:avLst/>
              <a:gdLst>
                <a:gd name="connsiteX0" fmla="*/ 31937 w 31937"/>
                <a:gd name="connsiteY0" fmla="*/ 12674 h 25347"/>
                <a:gd name="connsiteX1" fmla="*/ 15969 w 31937"/>
                <a:gd name="connsiteY1" fmla="*/ 25347 h 25347"/>
                <a:gd name="connsiteX2" fmla="*/ 0 w 31937"/>
                <a:gd name="connsiteY2" fmla="*/ 12674 h 25347"/>
                <a:gd name="connsiteX3" fmla="*/ 15969 w 31937"/>
                <a:gd name="connsiteY3" fmla="*/ 0 h 25347"/>
                <a:gd name="connsiteX4" fmla="*/ 31937 w 31937"/>
                <a:gd name="connsiteY4" fmla="*/ 12674 h 25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937" h="25347">
                  <a:moveTo>
                    <a:pt x="31937" y="12674"/>
                  </a:moveTo>
                  <a:cubicBezTo>
                    <a:pt x="31937" y="19644"/>
                    <a:pt x="24713" y="25347"/>
                    <a:pt x="15969" y="25347"/>
                  </a:cubicBezTo>
                  <a:cubicBezTo>
                    <a:pt x="7224" y="25347"/>
                    <a:pt x="0" y="19644"/>
                    <a:pt x="0" y="12674"/>
                  </a:cubicBezTo>
                  <a:cubicBezTo>
                    <a:pt x="0" y="5703"/>
                    <a:pt x="7097" y="0"/>
                    <a:pt x="15969" y="0"/>
                  </a:cubicBezTo>
                  <a:cubicBezTo>
                    <a:pt x="24840" y="0"/>
                    <a:pt x="31937" y="5703"/>
                    <a:pt x="31937" y="1267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61" name="Freeform: Shape 4760">
              <a:extLst>
                <a:ext uri="{FF2B5EF4-FFF2-40B4-BE49-F238E27FC236}">
                  <a16:creationId xmlns:a16="http://schemas.microsoft.com/office/drawing/2014/main" id="{42F78FC2-8CDC-FCB4-FE58-92760F2FC7C2}"/>
                </a:ext>
              </a:extLst>
            </p:cNvPr>
            <p:cNvSpPr/>
            <p:nvPr/>
          </p:nvSpPr>
          <p:spPr>
            <a:xfrm>
              <a:off x="887913" y="3535203"/>
              <a:ext cx="31430" cy="24840"/>
            </a:xfrm>
            <a:custGeom>
              <a:avLst/>
              <a:gdLst>
                <a:gd name="connsiteX0" fmla="*/ 31431 w 31430"/>
                <a:gd name="connsiteY0" fmla="*/ 12420 h 24840"/>
                <a:gd name="connsiteX1" fmla="*/ 15715 w 31430"/>
                <a:gd name="connsiteY1" fmla="*/ 24840 h 24840"/>
                <a:gd name="connsiteX2" fmla="*/ 0 w 31430"/>
                <a:gd name="connsiteY2" fmla="*/ 12420 h 24840"/>
                <a:gd name="connsiteX3" fmla="*/ 15715 w 31430"/>
                <a:gd name="connsiteY3" fmla="*/ 0 h 24840"/>
                <a:gd name="connsiteX4" fmla="*/ 31431 w 31430"/>
                <a:gd name="connsiteY4" fmla="*/ 12420 h 2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30" h="24840">
                  <a:moveTo>
                    <a:pt x="31431" y="12420"/>
                  </a:moveTo>
                  <a:cubicBezTo>
                    <a:pt x="31431" y="19264"/>
                    <a:pt x="24333" y="24840"/>
                    <a:pt x="15715" y="24840"/>
                  </a:cubicBezTo>
                  <a:cubicBezTo>
                    <a:pt x="7097" y="24840"/>
                    <a:pt x="0" y="19264"/>
                    <a:pt x="0" y="12420"/>
                  </a:cubicBezTo>
                  <a:cubicBezTo>
                    <a:pt x="0" y="5576"/>
                    <a:pt x="6971" y="0"/>
                    <a:pt x="15715" y="0"/>
                  </a:cubicBezTo>
                  <a:cubicBezTo>
                    <a:pt x="24460" y="0"/>
                    <a:pt x="31431" y="5576"/>
                    <a:pt x="31431" y="1242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62" name="Freeform: Shape 4761">
              <a:extLst>
                <a:ext uri="{FF2B5EF4-FFF2-40B4-BE49-F238E27FC236}">
                  <a16:creationId xmlns:a16="http://schemas.microsoft.com/office/drawing/2014/main" id="{39DA7641-59FB-65EB-AB3F-C7B9E6372689}"/>
                </a:ext>
              </a:extLst>
            </p:cNvPr>
            <p:cNvSpPr/>
            <p:nvPr/>
          </p:nvSpPr>
          <p:spPr>
            <a:xfrm>
              <a:off x="886645" y="3431406"/>
              <a:ext cx="30670" cy="24333"/>
            </a:xfrm>
            <a:custGeom>
              <a:avLst/>
              <a:gdLst>
                <a:gd name="connsiteX0" fmla="*/ 30670 w 30670"/>
                <a:gd name="connsiteY0" fmla="*/ 12167 h 24333"/>
                <a:gd name="connsiteX1" fmla="*/ 15335 w 30670"/>
                <a:gd name="connsiteY1" fmla="*/ 24333 h 24333"/>
                <a:gd name="connsiteX2" fmla="*/ 0 w 30670"/>
                <a:gd name="connsiteY2" fmla="*/ 12167 h 24333"/>
                <a:gd name="connsiteX3" fmla="*/ 15335 w 30670"/>
                <a:gd name="connsiteY3" fmla="*/ 0 h 24333"/>
                <a:gd name="connsiteX4" fmla="*/ 30670 w 30670"/>
                <a:gd name="connsiteY4" fmla="*/ 12167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70" h="24333">
                  <a:moveTo>
                    <a:pt x="30670" y="12167"/>
                  </a:moveTo>
                  <a:cubicBezTo>
                    <a:pt x="30670" y="18884"/>
                    <a:pt x="23826" y="24333"/>
                    <a:pt x="15335" y="24333"/>
                  </a:cubicBezTo>
                  <a:cubicBezTo>
                    <a:pt x="6844" y="24333"/>
                    <a:pt x="0" y="18884"/>
                    <a:pt x="0" y="12167"/>
                  </a:cubicBezTo>
                  <a:cubicBezTo>
                    <a:pt x="0" y="5450"/>
                    <a:pt x="6844" y="0"/>
                    <a:pt x="15335" y="0"/>
                  </a:cubicBezTo>
                  <a:cubicBezTo>
                    <a:pt x="23826" y="0"/>
                    <a:pt x="30670" y="5450"/>
                    <a:pt x="30670" y="121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63" name="Freeform: Shape 4762">
              <a:extLst>
                <a:ext uri="{FF2B5EF4-FFF2-40B4-BE49-F238E27FC236}">
                  <a16:creationId xmlns:a16="http://schemas.microsoft.com/office/drawing/2014/main" id="{5F26314B-AA3D-6E5A-BBAB-1CB628F9581F}"/>
                </a:ext>
              </a:extLst>
            </p:cNvPr>
            <p:cNvSpPr/>
            <p:nvPr/>
          </p:nvSpPr>
          <p:spPr>
            <a:xfrm>
              <a:off x="888673" y="3327863"/>
              <a:ext cx="29909" cy="23573"/>
            </a:xfrm>
            <a:custGeom>
              <a:avLst/>
              <a:gdLst>
                <a:gd name="connsiteX0" fmla="*/ 29910 w 29909"/>
                <a:gd name="connsiteY0" fmla="*/ 11787 h 23573"/>
                <a:gd name="connsiteX1" fmla="*/ 14955 w 29909"/>
                <a:gd name="connsiteY1" fmla="*/ 23573 h 23573"/>
                <a:gd name="connsiteX2" fmla="*/ 0 w 29909"/>
                <a:gd name="connsiteY2" fmla="*/ 11787 h 23573"/>
                <a:gd name="connsiteX3" fmla="*/ 14955 w 29909"/>
                <a:gd name="connsiteY3" fmla="*/ 0 h 23573"/>
                <a:gd name="connsiteX4" fmla="*/ 29910 w 29909"/>
                <a:gd name="connsiteY4" fmla="*/ 11787 h 23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909" h="23573">
                  <a:moveTo>
                    <a:pt x="29910" y="11787"/>
                  </a:moveTo>
                  <a:cubicBezTo>
                    <a:pt x="29910" y="18377"/>
                    <a:pt x="23193" y="23573"/>
                    <a:pt x="14955" y="23573"/>
                  </a:cubicBezTo>
                  <a:cubicBezTo>
                    <a:pt x="6717" y="23573"/>
                    <a:pt x="0" y="18250"/>
                    <a:pt x="0" y="11787"/>
                  </a:cubicBezTo>
                  <a:cubicBezTo>
                    <a:pt x="0" y="5323"/>
                    <a:pt x="6717" y="0"/>
                    <a:pt x="14955" y="0"/>
                  </a:cubicBezTo>
                  <a:cubicBezTo>
                    <a:pt x="23193" y="0"/>
                    <a:pt x="29910" y="5323"/>
                    <a:pt x="29910" y="1178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64" name="Freeform: Shape 4763">
              <a:extLst>
                <a:ext uri="{FF2B5EF4-FFF2-40B4-BE49-F238E27FC236}">
                  <a16:creationId xmlns:a16="http://schemas.microsoft.com/office/drawing/2014/main" id="{85DF4870-2C85-B4CD-302C-4277658CDCE6}"/>
                </a:ext>
              </a:extLst>
            </p:cNvPr>
            <p:cNvSpPr/>
            <p:nvPr/>
          </p:nvSpPr>
          <p:spPr>
            <a:xfrm>
              <a:off x="893869" y="3224066"/>
              <a:ext cx="29275" cy="23192"/>
            </a:xfrm>
            <a:custGeom>
              <a:avLst/>
              <a:gdLst>
                <a:gd name="connsiteX0" fmla="*/ 29276 w 29275"/>
                <a:gd name="connsiteY0" fmla="*/ 11660 h 23192"/>
                <a:gd name="connsiteX1" fmla="*/ 14701 w 29275"/>
                <a:gd name="connsiteY1" fmla="*/ 23193 h 23192"/>
                <a:gd name="connsiteX2" fmla="*/ 0 w 29275"/>
                <a:gd name="connsiteY2" fmla="*/ 11660 h 23192"/>
                <a:gd name="connsiteX3" fmla="*/ 14701 w 29275"/>
                <a:gd name="connsiteY3" fmla="*/ 0 h 23192"/>
                <a:gd name="connsiteX4" fmla="*/ 29276 w 29275"/>
                <a:gd name="connsiteY4" fmla="*/ 11660 h 23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275" h="23192">
                  <a:moveTo>
                    <a:pt x="29276" y="11660"/>
                  </a:moveTo>
                  <a:cubicBezTo>
                    <a:pt x="29276" y="17996"/>
                    <a:pt x="22686" y="23193"/>
                    <a:pt x="14701" y="23193"/>
                  </a:cubicBezTo>
                  <a:cubicBezTo>
                    <a:pt x="6717" y="23193"/>
                    <a:pt x="0" y="17996"/>
                    <a:pt x="0" y="11660"/>
                  </a:cubicBezTo>
                  <a:cubicBezTo>
                    <a:pt x="0" y="5323"/>
                    <a:pt x="6590" y="0"/>
                    <a:pt x="14701" y="0"/>
                  </a:cubicBezTo>
                  <a:cubicBezTo>
                    <a:pt x="22813" y="0"/>
                    <a:pt x="29276" y="5196"/>
                    <a:pt x="29276" y="1166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65" name="Freeform: Shape 4764">
              <a:extLst>
                <a:ext uri="{FF2B5EF4-FFF2-40B4-BE49-F238E27FC236}">
                  <a16:creationId xmlns:a16="http://schemas.microsoft.com/office/drawing/2014/main" id="{1A8AF778-A197-D7EC-39FD-5873988DDA58}"/>
                </a:ext>
              </a:extLst>
            </p:cNvPr>
            <p:cNvSpPr/>
            <p:nvPr/>
          </p:nvSpPr>
          <p:spPr>
            <a:xfrm>
              <a:off x="902361" y="3120649"/>
              <a:ext cx="28515" cy="22558"/>
            </a:xfrm>
            <a:custGeom>
              <a:avLst/>
              <a:gdLst>
                <a:gd name="connsiteX0" fmla="*/ 28516 w 28515"/>
                <a:gd name="connsiteY0" fmla="*/ 11279 h 22558"/>
                <a:gd name="connsiteX1" fmla="*/ 14194 w 28515"/>
                <a:gd name="connsiteY1" fmla="*/ 22559 h 22558"/>
                <a:gd name="connsiteX2" fmla="*/ 0 w 28515"/>
                <a:gd name="connsiteY2" fmla="*/ 11279 h 22558"/>
                <a:gd name="connsiteX3" fmla="*/ 14194 w 28515"/>
                <a:gd name="connsiteY3" fmla="*/ 0 h 22558"/>
                <a:gd name="connsiteX4" fmla="*/ 28516 w 28515"/>
                <a:gd name="connsiteY4" fmla="*/ 11279 h 22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15" h="22558">
                  <a:moveTo>
                    <a:pt x="28516" y="11279"/>
                  </a:moveTo>
                  <a:cubicBezTo>
                    <a:pt x="28516" y="17490"/>
                    <a:pt x="22179" y="22559"/>
                    <a:pt x="14194" y="22559"/>
                  </a:cubicBezTo>
                  <a:cubicBezTo>
                    <a:pt x="6210" y="22559"/>
                    <a:pt x="0" y="17490"/>
                    <a:pt x="0" y="11279"/>
                  </a:cubicBezTo>
                  <a:cubicBezTo>
                    <a:pt x="0" y="5070"/>
                    <a:pt x="6337" y="0"/>
                    <a:pt x="14194" y="0"/>
                  </a:cubicBezTo>
                  <a:cubicBezTo>
                    <a:pt x="22052" y="0"/>
                    <a:pt x="28516" y="5070"/>
                    <a:pt x="28516" y="1127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66" name="Freeform: Shape 4765">
              <a:extLst>
                <a:ext uri="{FF2B5EF4-FFF2-40B4-BE49-F238E27FC236}">
                  <a16:creationId xmlns:a16="http://schemas.microsoft.com/office/drawing/2014/main" id="{4C0F4B0A-77D9-A950-A784-AEAF2947AF2C}"/>
                </a:ext>
              </a:extLst>
            </p:cNvPr>
            <p:cNvSpPr/>
            <p:nvPr/>
          </p:nvSpPr>
          <p:spPr>
            <a:xfrm>
              <a:off x="914654" y="3017613"/>
              <a:ext cx="26868" cy="21291"/>
            </a:xfrm>
            <a:custGeom>
              <a:avLst/>
              <a:gdLst>
                <a:gd name="connsiteX0" fmla="*/ 26868 w 26868"/>
                <a:gd name="connsiteY0" fmla="*/ 10646 h 21291"/>
                <a:gd name="connsiteX1" fmla="*/ 13434 w 26868"/>
                <a:gd name="connsiteY1" fmla="*/ 21292 h 21291"/>
                <a:gd name="connsiteX2" fmla="*/ 0 w 26868"/>
                <a:gd name="connsiteY2" fmla="*/ 10646 h 21291"/>
                <a:gd name="connsiteX3" fmla="*/ 13434 w 26868"/>
                <a:gd name="connsiteY3" fmla="*/ 0 h 21291"/>
                <a:gd name="connsiteX4" fmla="*/ 26868 w 26868"/>
                <a:gd name="connsiteY4" fmla="*/ 10646 h 2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68" h="21291">
                  <a:moveTo>
                    <a:pt x="26868" y="10646"/>
                  </a:moveTo>
                  <a:cubicBezTo>
                    <a:pt x="26868" y="16603"/>
                    <a:pt x="20911" y="21292"/>
                    <a:pt x="13434" y="21292"/>
                  </a:cubicBezTo>
                  <a:cubicBezTo>
                    <a:pt x="5957" y="21292"/>
                    <a:pt x="0" y="16476"/>
                    <a:pt x="0" y="10646"/>
                  </a:cubicBezTo>
                  <a:cubicBezTo>
                    <a:pt x="0" y="4816"/>
                    <a:pt x="6083" y="0"/>
                    <a:pt x="13434" y="0"/>
                  </a:cubicBezTo>
                  <a:cubicBezTo>
                    <a:pt x="20785" y="0"/>
                    <a:pt x="26868" y="4816"/>
                    <a:pt x="26868" y="1064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67" name="Freeform: Shape 4766">
              <a:extLst>
                <a:ext uri="{FF2B5EF4-FFF2-40B4-BE49-F238E27FC236}">
                  <a16:creationId xmlns:a16="http://schemas.microsoft.com/office/drawing/2014/main" id="{F4668D05-ACD4-90A0-5A09-3CCE9012EC38}"/>
                </a:ext>
              </a:extLst>
            </p:cNvPr>
            <p:cNvSpPr/>
            <p:nvPr/>
          </p:nvSpPr>
          <p:spPr>
            <a:xfrm>
              <a:off x="929609" y="2914577"/>
              <a:ext cx="26361" cy="20784"/>
            </a:xfrm>
            <a:custGeom>
              <a:avLst/>
              <a:gdLst>
                <a:gd name="connsiteX0" fmla="*/ 26361 w 26361"/>
                <a:gd name="connsiteY0" fmla="*/ 10392 h 20784"/>
                <a:gd name="connsiteX1" fmla="*/ 13181 w 26361"/>
                <a:gd name="connsiteY1" fmla="*/ 20785 h 20784"/>
                <a:gd name="connsiteX2" fmla="*/ 0 w 26361"/>
                <a:gd name="connsiteY2" fmla="*/ 10392 h 20784"/>
                <a:gd name="connsiteX3" fmla="*/ 13181 w 26361"/>
                <a:gd name="connsiteY3" fmla="*/ 0 h 20784"/>
                <a:gd name="connsiteX4" fmla="*/ 26361 w 26361"/>
                <a:gd name="connsiteY4" fmla="*/ 10392 h 20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61" h="20784">
                  <a:moveTo>
                    <a:pt x="26361" y="10392"/>
                  </a:moveTo>
                  <a:cubicBezTo>
                    <a:pt x="26361" y="16222"/>
                    <a:pt x="20531" y="20785"/>
                    <a:pt x="13181" y="20785"/>
                  </a:cubicBezTo>
                  <a:cubicBezTo>
                    <a:pt x="5830" y="20785"/>
                    <a:pt x="0" y="16095"/>
                    <a:pt x="0" y="10392"/>
                  </a:cubicBezTo>
                  <a:cubicBezTo>
                    <a:pt x="0" y="4689"/>
                    <a:pt x="5957" y="0"/>
                    <a:pt x="13181" y="0"/>
                  </a:cubicBezTo>
                  <a:cubicBezTo>
                    <a:pt x="20404" y="0"/>
                    <a:pt x="26361" y="4689"/>
                    <a:pt x="26361" y="1039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68" name="Freeform: Shape 4767">
              <a:extLst>
                <a:ext uri="{FF2B5EF4-FFF2-40B4-BE49-F238E27FC236}">
                  <a16:creationId xmlns:a16="http://schemas.microsoft.com/office/drawing/2014/main" id="{F09C5C15-86EA-8B19-C4A9-5AF865844D8A}"/>
                </a:ext>
              </a:extLst>
            </p:cNvPr>
            <p:cNvSpPr/>
            <p:nvPr/>
          </p:nvSpPr>
          <p:spPr>
            <a:xfrm>
              <a:off x="947859" y="2811794"/>
              <a:ext cx="25600" cy="20277"/>
            </a:xfrm>
            <a:custGeom>
              <a:avLst/>
              <a:gdLst>
                <a:gd name="connsiteX0" fmla="*/ 25601 w 25600"/>
                <a:gd name="connsiteY0" fmla="*/ 10139 h 20277"/>
                <a:gd name="connsiteX1" fmla="*/ 12800 w 25600"/>
                <a:gd name="connsiteY1" fmla="*/ 20278 h 20277"/>
                <a:gd name="connsiteX2" fmla="*/ 0 w 25600"/>
                <a:gd name="connsiteY2" fmla="*/ 10139 h 20277"/>
                <a:gd name="connsiteX3" fmla="*/ 12800 w 25600"/>
                <a:gd name="connsiteY3" fmla="*/ 0 h 20277"/>
                <a:gd name="connsiteX4" fmla="*/ 25601 w 25600"/>
                <a:gd name="connsiteY4" fmla="*/ 10139 h 2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00" h="20277">
                  <a:moveTo>
                    <a:pt x="25601" y="10139"/>
                  </a:moveTo>
                  <a:cubicBezTo>
                    <a:pt x="25601" y="15715"/>
                    <a:pt x="19898" y="20278"/>
                    <a:pt x="12800" y="20278"/>
                  </a:cubicBezTo>
                  <a:cubicBezTo>
                    <a:pt x="5703" y="20278"/>
                    <a:pt x="0" y="15715"/>
                    <a:pt x="0" y="10139"/>
                  </a:cubicBezTo>
                  <a:cubicBezTo>
                    <a:pt x="0" y="4563"/>
                    <a:pt x="5703" y="0"/>
                    <a:pt x="12800" y="0"/>
                  </a:cubicBezTo>
                  <a:cubicBezTo>
                    <a:pt x="19898" y="0"/>
                    <a:pt x="25601" y="4563"/>
                    <a:pt x="25601" y="1013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69" name="Freeform: Shape 4768">
              <a:extLst>
                <a:ext uri="{FF2B5EF4-FFF2-40B4-BE49-F238E27FC236}">
                  <a16:creationId xmlns:a16="http://schemas.microsoft.com/office/drawing/2014/main" id="{D9EDACBE-6350-7A9B-F401-6A1EF31194FA}"/>
                </a:ext>
              </a:extLst>
            </p:cNvPr>
            <p:cNvSpPr/>
            <p:nvPr/>
          </p:nvSpPr>
          <p:spPr>
            <a:xfrm>
              <a:off x="969784" y="2709771"/>
              <a:ext cx="24079" cy="19010"/>
            </a:xfrm>
            <a:custGeom>
              <a:avLst/>
              <a:gdLst>
                <a:gd name="connsiteX0" fmla="*/ 24080 w 24079"/>
                <a:gd name="connsiteY0" fmla="*/ 9505 h 19010"/>
                <a:gd name="connsiteX1" fmla="*/ 12040 w 24079"/>
                <a:gd name="connsiteY1" fmla="*/ 19010 h 19010"/>
                <a:gd name="connsiteX2" fmla="*/ 0 w 24079"/>
                <a:gd name="connsiteY2" fmla="*/ 9505 h 19010"/>
                <a:gd name="connsiteX3" fmla="*/ 12040 w 24079"/>
                <a:gd name="connsiteY3" fmla="*/ 0 h 19010"/>
                <a:gd name="connsiteX4" fmla="*/ 24080 w 24079"/>
                <a:gd name="connsiteY4" fmla="*/ 9505 h 19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79" h="19010">
                  <a:moveTo>
                    <a:pt x="24080" y="9505"/>
                  </a:moveTo>
                  <a:cubicBezTo>
                    <a:pt x="24080" y="14701"/>
                    <a:pt x="18757" y="19010"/>
                    <a:pt x="12040" y="19010"/>
                  </a:cubicBezTo>
                  <a:cubicBezTo>
                    <a:pt x="5323" y="19010"/>
                    <a:pt x="0" y="14701"/>
                    <a:pt x="0" y="9505"/>
                  </a:cubicBezTo>
                  <a:cubicBezTo>
                    <a:pt x="0" y="4309"/>
                    <a:pt x="5323" y="0"/>
                    <a:pt x="12040" y="0"/>
                  </a:cubicBezTo>
                  <a:cubicBezTo>
                    <a:pt x="18757" y="0"/>
                    <a:pt x="24080" y="4309"/>
                    <a:pt x="24080" y="950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70" name="Freeform: Shape 4769">
              <a:extLst>
                <a:ext uri="{FF2B5EF4-FFF2-40B4-BE49-F238E27FC236}">
                  <a16:creationId xmlns:a16="http://schemas.microsoft.com/office/drawing/2014/main" id="{9EAB8315-3A8D-AF61-EA57-12B51441375B}"/>
                </a:ext>
              </a:extLst>
            </p:cNvPr>
            <p:cNvSpPr/>
            <p:nvPr/>
          </p:nvSpPr>
          <p:spPr>
            <a:xfrm>
              <a:off x="994624" y="2607876"/>
              <a:ext cx="23319" cy="18503"/>
            </a:xfrm>
            <a:custGeom>
              <a:avLst/>
              <a:gdLst>
                <a:gd name="connsiteX0" fmla="*/ 23319 w 23319"/>
                <a:gd name="connsiteY0" fmla="*/ 9252 h 18503"/>
                <a:gd name="connsiteX1" fmla="*/ 11660 w 23319"/>
                <a:gd name="connsiteY1" fmla="*/ 18503 h 18503"/>
                <a:gd name="connsiteX2" fmla="*/ 0 w 23319"/>
                <a:gd name="connsiteY2" fmla="*/ 9252 h 18503"/>
                <a:gd name="connsiteX3" fmla="*/ 11660 w 23319"/>
                <a:gd name="connsiteY3" fmla="*/ 0 h 18503"/>
                <a:gd name="connsiteX4" fmla="*/ 23319 w 23319"/>
                <a:gd name="connsiteY4" fmla="*/ 9252 h 18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319" h="18503">
                  <a:moveTo>
                    <a:pt x="23319" y="9252"/>
                  </a:moveTo>
                  <a:cubicBezTo>
                    <a:pt x="23319" y="14321"/>
                    <a:pt x="18123" y="18503"/>
                    <a:pt x="11660" y="18503"/>
                  </a:cubicBezTo>
                  <a:cubicBezTo>
                    <a:pt x="5196" y="18503"/>
                    <a:pt x="0" y="14321"/>
                    <a:pt x="0" y="9252"/>
                  </a:cubicBezTo>
                  <a:cubicBezTo>
                    <a:pt x="0" y="4182"/>
                    <a:pt x="5196" y="0"/>
                    <a:pt x="11660" y="0"/>
                  </a:cubicBezTo>
                  <a:cubicBezTo>
                    <a:pt x="18123" y="0"/>
                    <a:pt x="23319" y="4182"/>
                    <a:pt x="23319" y="925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71" name="Freeform: Shape 4770">
              <a:extLst>
                <a:ext uri="{FF2B5EF4-FFF2-40B4-BE49-F238E27FC236}">
                  <a16:creationId xmlns:a16="http://schemas.microsoft.com/office/drawing/2014/main" id="{3D4C8821-FF61-B1D2-57D4-2205EBD59644}"/>
                </a:ext>
              </a:extLst>
            </p:cNvPr>
            <p:cNvSpPr/>
            <p:nvPr/>
          </p:nvSpPr>
          <p:spPr>
            <a:xfrm>
              <a:off x="1022506" y="2506487"/>
              <a:ext cx="22558" cy="17869"/>
            </a:xfrm>
            <a:custGeom>
              <a:avLst/>
              <a:gdLst>
                <a:gd name="connsiteX0" fmla="*/ 22559 w 22558"/>
                <a:gd name="connsiteY0" fmla="*/ 8998 h 17869"/>
                <a:gd name="connsiteX1" fmla="*/ 11279 w 22558"/>
                <a:gd name="connsiteY1" fmla="*/ 17870 h 17869"/>
                <a:gd name="connsiteX2" fmla="*/ 0 w 22558"/>
                <a:gd name="connsiteY2" fmla="*/ 8998 h 17869"/>
                <a:gd name="connsiteX3" fmla="*/ 11279 w 22558"/>
                <a:gd name="connsiteY3" fmla="*/ 0 h 17869"/>
                <a:gd name="connsiteX4" fmla="*/ 22559 w 22558"/>
                <a:gd name="connsiteY4" fmla="*/ 8998 h 1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8" h="17869">
                  <a:moveTo>
                    <a:pt x="22559" y="8998"/>
                  </a:moveTo>
                  <a:cubicBezTo>
                    <a:pt x="22559" y="13941"/>
                    <a:pt x="17490" y="17870"/>
                    <a:pt x="11279" y="17870"/>
                  </a:cubicBezTo>
                  <a:cubicBezTo>
                    <a:pt x="5069" y="17870"/>
                    <a:pt x="0" y="13814"/>
                    <a:pt x="0" y="8998"/>
                  </a:cubicBezTo>
                  <a:cubicBezTo>
                    <a:pt x="0" y="4182"/>
                    <a:pt x="5069" y="0"/>
                    <a:pt x="11279" y="0"/>
                  </a:cubicBezTo>
                  <a:cubicBezTo>
                    <a:pt x="17490" y="0"/>
                    <a:pt x="22559" y="4055"/>
                    <a:pt x="22559" y="89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72" name="Freeform: Shape 4771">
              <a:extLst>
                <a:ext uri="{FF2B5EF4-FFF2-40B4-BE49-F238E27FC236}">
                  <a16:creationId xmlns:a16="http://schemas.microsoft.com/office/drawing/2014/main" id="{C332C2AF-383F-C886-6411-51AC62A39853}"/>
                </a:ext>
              </a:extLst>
            </p:cNvPr>
            <p:cNvSpPr/>
            <p:nvPr/>
          </p:nvSpPr>
          <p:spPr>
            <a:xfrm>
              <a:off x="1053683" y="2405732"/>
              <a:ext cx="21798" cy="17236"/>
            </a:xfrm>
            <a:custGeom>
              <a:avLst/>
              <a:gdLst>
                <a:gd name="connsiteX0" fmla="*/ 21799 w 21798"/>
                <a:gd name="connsiteY0" fmla="*/ 8618 h 17236"/>
                <a:gd name="connsiteX1" fmla="*/ 10899 w 21798"/>
                <a:gd name="connsiteY1" fmla="*/ 17236 h 17236"/>
                <a:gd name="connsiteX2" fmla="*/ 0 w 21798"/>
                <a:gd name="connsiteY2" fmla="*/ 8618 h 17236"/>
                <a:gd name="connsiteX3" fmla="*/ 10899 w 21798"/>
                <a:gd name="connsiteY3" fmla="*/ 0 h 17236"/>
                <a:gd name="connsiteX4" fmla="*/ 21799 w 21798"/>
                <a:gd name="connsiteY4" fmla="*/ 8618 h 17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798" h="17236">
                  <a:moveTo>
                    <a:pt x="21799" y="8618"/>
                  </a:moveTo>
                  <a:cubicBezTo>
                    <a:pt x="21799" y="13434"/>
                    <a:pt x="16856" y="17236"/>
                    <a:pt x="10899" y="17236"/>
                  </a:cubicBezTo>
                  <a:cubicBezTo>
                    <a:pt x="4943" y="17236"/>
                    <a:pt x="0" y="13307"/>
                    <a:pt x="0" y="8618"/>
                  </a:cubicBezTo>
                  <a:cubicBezTo>
                    <a:pt x="0" y="3929"/>
                    <a:pt x="4943" y="0"/>
                    <a:pt x="10899" y="0"/>
                  </a:cubicBezTo>
                  <a:cubicBezTo>
                    <a:pt x="16856" y="0"/>
                    <a:pt x="21799" y="3802"/>
                    <a:pt x="21799" y="86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73" name="Freeform: Shape 4772">
              <a:extLst>
                <a:ext uri="{FF2B5EF4-FFF2-40B4-BE49-F238E27FC236}">
                  <a16:creationId xmlns:a16="http://schemas.microsoft.com/office/drawing/2014/main" id="{EEA3FD9A-DE76-9CE1-0F33-3A855E4B89F4}"/>
                </a:ext>
              </a:extLst>
            </p:cNvPr>
            <p:cNvSpPr/>
            <p:nvPr/>
          </p:nvSpPr>
          <p:spPr>
            <a:xfrm>
              <a:off x="1088409" y="2305864"/>
              <a:ext cx="20404" cy="16222"/>
            </a:xfrm>
            <a:custGeom>
              <a:avLst/>
              <a:gdLst>
                <a:gd name="connsiteX0" fmla="*/ 20404 w 20404"/>
                <a:gd name="connsiteY0" fmla="*/ 8111 h 16222"/>
                <a:gd name="connsiteX1" fmla="*/ 10139 w 20404"/>
                <a:gd name="connsiteY1" fmla="*/ 16222 h 16222"/>
                <a:gd name="connsiteX2" fmla="*/ 0 w 20404"/>
                <a:gd name="connsiteY2" fmla="*/ 8111 h 16222"/>
                <a:gd name="connsiteX3" fmla="*/ 10139 w 20404"/>
                <a:gd name="connsiteY3" fmla="*/ 0 h 16222"/>
                <a:gd name="connsiteX4" fmla="*/ 20404 w 20404"/>
                <a:gd name="connsiteY4" fmla="*/ 8111 h 1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04" h="16222">
                  <a:moveTo>
                    <a:pt x="20404" y="8111"/>
                  </a:moveTo>
                  <a:cubicBezTo>
                    <a:pt x="20404" y="12547"/>
                    <a:pt x="15842" y="16222"/>
                    <a:pt x="10139" y="16222"/>
                  </a:cubicBezTo>
                  <a:cubicBezTo>
                    <a:pt x="4436" y="16222"/>
                    <a:pt x="0" y="12547"/>
                    <a:pt x="0" y="8111"/>
                  </a:cubicBezTo>
                  <a:cubicBezTo>
                    <a:pt x="0" y="3675"/>
                    <a:pt x="4563" y="0"/>
                    <a:pt x="10139" y="0"/>
                  </a:cubicBezTo>
                  <a:cubicBezTo>
                    <a:pt x="15715" y="0"/>
                    <a:pt x="20404" y="3675"/>
                    <a:pt x="20404" y="811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74" name="Freeform: Shape 4773">
              <a:extLst>
                <a:ext uri="{FF2B5EF4-FFF2-40B4-BE49-F238E27FC236}">
                  <a16:creationId xmlns:a16="http://schemas.microsoft.com/office/drawing/2014/main" id="{623A556A-562B-9AF7-BCA2-7DE93C30EAA6}"/>
                </a:ext>
              </a:extLst>
            </p:cNvPr>
            <p:cNvSpPr/>
            <p:nvPr/>
          </p:nvSpPr>
          <p:spPr>
            <a:xfrm>
              <a:off x="1125796" y="2206503"/>
              <a:ext cx="19644" cy="15588"/>
            </a:xfrm>
            <a:custGeom>
              <a:avLst/>
              <a:gdLst>
                <a:gd name="connsiteX0" fmla="*/ 19644 w 19644"/>
                <a:gd name="connsiteY0" fmla="*/ 7731 h 15588"/>
                <a:gd name="connsiteX1" fmla="*/ 9759 w 19644"/>
                <a:gd name="connsiteY1" fmla="*/ 15589 h 15588"/>
                <a:gd name="connsiteX2" fmla="*/ 0 w 19644"/>
                <a:gd name="connsiteY2" fmla="*/ 7731 h 15588"/>
                <a:gd name="connsiteX3" fmla="*/ 9759 w 19644"/>
                <a:gd name="connsiteY3" fmla="*/ 0 h 15588"/>
                <a:gd name="connsiteX4" fmla="*/ 19644 w 19644"/>
                <a:gd name="connsiteY4" fmla="*/ 7731 h 1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44" h="15588">
                  <a:moveTo>
                    <a:pt x="19644" y="7731"/>
                  </a:moveTo>
                  <a:cubicBezTo>
                    <a:pt x="19644" y="12040"/>
                    <a:pt x="15208" y="15589"/>
                    <a:pt x="9759" y="15589"/>
                  </a:cubicBezTo>
                  <a:cubicBezTo>
                    <a:pt x="4309" y="15589"/>
                    <a:pt x="0" y="12040"/>
                    <a:pt x="0" y="7731"/>
                  </a:cubicBezTo>
                  <a:cubicBezTo>
                    <a:pt x="0" y="3422"/>
                    <a:pt x="4436" y="0"/>
                    <a:pt x="9759" y="0"/>
                  </a:cubicBezTo>
                  <a:cubicBezTo>
                    <a:pt x="15082" y="0"/>
                    <a:pt x="19644" y="3422"/>
                    <a:pt x="19644" y="773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75" name="Freeform: Shape 4774">
              <a:extLst>
                <a:ext uri="{FF2B5EF4-FFF2-40B4-BE49-F238E27FC236}">
                  <a16:creationId xmlns:a16="http://schemas.microsoft.com/office/drawing/2014/main" id="{168C2BE7-7EA1-733C-6631-8DDBF2A0C2A3}"/>
                </a:ext>
              </a:extLst>
            </p:cNvPr>
            <p:cNvSpPr/>
            <p:nvPr/>
          </p:nvSpPr>
          <p:spPr>
            <a:xfrm>
              <a:off x="1166478" y="2107776"/>
              <a:ext cx="18756" cy="14954"/>
            </a:xfrm>
            <a:custGeom>
              <a:avLst/>
              <a:gdLst>
                <a:gd name="connsiteX0" fmla="*/ 18757 w 18756"/>
                <a:gd name="connsiteY0" fmla="*/ 7477 h 14954"/>
                <a:gd name="connsiteX1" fmla="*/ 9378 w 18756"/>
                <a:gd name="connsiteY1" fmla="*/ 14955 h 14954"/>
                <a:gd name="connsiteX2" fmla="*/ 0 w 18756"/>
                <a:gd name="connsiteY2" fmla="*/ 7477 h 14954"/>
                <a:gd name="connsiteX3" fmla="*/ 9378 w 18756"/>
                <a:gd name="connsiteY3" fmla="*/ 0 h 14954"/>
                <a:gd name="connsiteX4" fmla="*/ 18757 w 18756"/>
                <a:gd name="connsiteY4" fmla="*/ 7477 h 14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56" h="14954">
                  <a:moveTo>
                    <a:pt x="18757" y="7477"/>
                  </a:moveTo>
                  <a:cubicBezTo>
                    <a:pt x="18757" y="11660"/>
                    <a:pt x="14575" y="14955"/>
                    <a:pt x="9378" y="14955"/>
                  </a:cubicBezTo>
                  <a:cubicBezTo>
                    <a:pt x="4182" y="14955"/>
                    <a:pt x="0" y="11660"/>
                    <a:pt x="0" y="7477"/>
                  </a:cubicBezTo>
                  <a:cubicBezTo>
                    <a:pt x="0" y="3295"/>
                    <a:pt x="4182" y="0"/>
                    <a:pt x="9378" y="0"/>
                  </a:cubicBezTo>
                  <a:cubicBezTo>
                    <a:pt x="14575" y="0"/>
                    <a:pt x="18757" y="3295"/>
                    <a:pt x="18757" y="747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76" name="Freeform: Shape 4775">
              <a:extLst>
                <a:ext uri="{FF2B5EF4-FFF2-40B4-BE49-F238E27FC236}">
                  <a16:creationId xmlns:a16="http://schemas.microsoft.com/office/drawing/2014/main" id="{F5118D5A-CF64-9F49-BA00-370E99B3C678}"/>
                </a:ext>
              </a:extLst>
            </p:cNvPr>
            <p:cNvSpPr/>
            <p:nvPr/>
          </p:nvSpPr>
          <p:spPr>
            <a:xfrm>
              <a:off x="1210329" y="2010062"/>
              <a:ext cx="17489" cy="13941"/>
            </a:xfrm>
            <a:custGeom>
              <a:avLst/>
              <a:gdLst>
                <a:gd name="connsiteX0" fmla="*/ 17490 w 17489"/>
                <a:gd name="connsiteY0" fmla="*/ 6971 h 13941"/>
                <a:gd name="connsiteX1" fmla="*/ 8745 w 17489"/>
                <a:gd name="connsiteY1" fmla="*/ 13941 h 13941"/>
                <a:gd name="connsiteX2" fmla="*/ 0 w 17489"/>
                <a:gd name="connsiteY2" fmla="*/ 6971 h 13941"/>
                <a:gd name="connsiteX3" fmla="*/ 8745 w 17489"/>
                <a:gd name="connsiteY3" fmla="*/ 0 h 13941"/>
                <a:gd name="connsiteX4" fmla="*/ 17490 w 17489"/>
                <a:gd name="connsiteY4" fmla="*/ 6971 h 1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89" h="13941">
                  <a:moveTo>
                    <a:pt x="17490" y="6971"/>
                  </a:moveTo>
                  <a:cubicBezTo>
                    <a:pt x="17490" y="10773"/>
                    <a:pt x="13561" y="13941"/>
                    <a:pt x="8745" y="13941"/>
                  </a:cubicBezTo>
                  <a:cubicBezTo>
                    <a:pt x="3929" y="13941"/>
                    <a:pt x="0" y="10899"/>
                    <a:pt x="0" y="6971"/>
                  </a:cubicBezTo>
                  <a:cubicBezTo>
                    <a:pt x="0" y="3042"/>
                    <a:pt x="3929" y="0"/>
                    <a:pt x="8745" y="0"/>
                  </a:cubicBezTo>
                  <a:cubicBezTo>
                    <a:pt x="13561" y="0"/>
                    <a:pt x="17490" y="3042"/>
                    <a:pt x="17490" y="697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77" name="Freeform: Shape 4776">
              <a:extLst>
                <a:ext uri="{FF2B5EF4-FFF2-40B4-BE49-F238E27FC236}">
                  <a16:creationId xmlns:a16="http://schemas.microsoft.com/office/drawing/2014/main" id="{914A507A-6AE8-D922-6528-EF8486FC96CA}"/>
                </a:ext>
              </a:extLst>
            </p:cNvPr>
            <p:cNvSpPr/>
            <p:nvPr/>
          </p:nvSpPr>
          <p:spPr>
            <a:xfrm>
              <a:off x="1257095" y="1913109"/>
              <a:ext cx="16729" cy="13180"/>
            </a:xfrm>
            <a:custGeom>
              <a:avLst/>
              <a:gdLst>
                <a:gd name="connsiteX0" fmla="*/ 16729 w 16729"/>
                <a:gd name="connsiteY0" fmla="*/ 6590 h 13180"/>
                <a:gd name="connsiteX1" fmla="*/ 8365 w 16729"/>
                <a:gd name="connsiteY1" fmla="*/ 13180 h 13180"/>
                <a:gd name="connsiteX2" fmla="*/ 0 w 16729"/>
                <a:gd name="connsiteY2" fmla="*/ 6590 h 13180"/>
                <a:gd name="connsiteX3" fmla="*/ 8365 w 16729"/>
                <a:gd name="connsiteY3" fmla="*/ 0 h 13180"/>
                <a:gd name="connsiteX4" fmla="*/ 16729 w 16729"/>
                <a:gd name="connsiteY4" fmla="*/ 6590 h 13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9" h="13180">
                  <a:moveTo>
                    <a:pt x="16729" y="6590"/>
                  </a:moveTo>
                  <a:cubicBezTo>
                    <a:pt x="16729" y="10266"/>
                    <a:pt x="12927" y="13180"/>
                    <a:pt x="8365" y="13180"/>
                  </a:cubicBezTo>
                  <a:cubicBezTo>
                    <a:pt x="3802" y="13180"/>
                    <a:pt x="0" y="10266"/>
                    <a:pt x="0" y="6590"/>
                  </a:cubicBezTo>
                  <a:cubicBezTo>
                    <a:pt x="0" y="2915"/>
                    <a:pt x="3802" y="0"/>
                    <a:pt x="8365" y="0"/>
                  </a:cubicBezTo>
                  <a:cubicBezTo>
                    <a:pt x="12927" y="0"/>
                    <a:pt x="16729" y="2915"/>
                    <a:pt x="16729" y="659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78" name="Freeform: Shape 4777">
              <a:extLst>
                <a:ext uri="{FF2B5EF4-FFF2-40B4-BE49-F238E27FC236}">
                  <a16:creationId xmlns:a16="http://schemas.microsoft.com/office/drawing/2014/main" id="{15E31966-FF66-0387-C859-61EB2B6546A3}"/>
                </a:ext>
              </a:extLst>
            </p:cNvPr>
            <p:cNvSpPr/>
            <p:nvPr/>
          </p:nvSpPr>
          <p:spPr>
            <a:xfrm>
              <a:off x="1306902" y="1817170"/>
              <a:ext cx="15968" cy="12673"/>
            </a:xfrm>
            <a:custGeom>
              <a:avLst/>
              <a:gdLst>
                <a:gd name="connsiteX0" fmla="*/ 15969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9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9" y="6337"/>
                  </a:moveTo>
                  <a:cubicBezTo>
                    <a:pt x="15969" y="9759"/>
                    <a:pt x="12420" y="12674"/>
                    <a:pt x="7984" y="12674"/>
                  </a:cubicBezTo>
                  <a:cubicBezTo>
                    <a:pt x="3549" y="12674"/>
                    <a:pt x="0" y="9885"/>
                    <a:pt x="0" y="6337"/>
                  </a:cubicBezTo>
                  <a:cubicBezTo>
                    <a:pt x="0" y="2788"/>
                    <a:pt x="3549" y="0"/>
                    <a:pt x="7984" y="0"/>
                  </a:cubicBezTo>
                  <a:cubicBezTo>
                    <a:pt x="12420" y="0"/>
                    <a:pt x="15969" y="2788"/>
                    <a:pt x="15969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79" name="Freeform: Shape 4778">
              <a:extLst>
                <a:ext uri="{FF2B5EF4-FFF2-40B4-BE49-F238E27FC236}">
                  <a16:creationId xmlns:a16="http://schemas.microsoft.com/office/drawing/2014/main" id="{6FA0BFBF-B09A-F0A9-0FD9-73D125629888}"/>
                </a:ext>
              </a:extLst>
            </p:cNvPr>
            <p:cNvSpPr/>
            <p:nvPr/>
          </p:nvSpPr>
          <p:spPr>
            <a:xfrm>
              <a:off x="1360131" y="1722245"/>
              <a:ext cx="14447" cy="11533"/>
            </a:xfrm>
            <a:custGeom>
              <a:avLst/>
              <a:gdLst>
                <a:gd name="connsiteX0" fmla="*/ 14448 w 14447"/>
                <a:gd name="connsiteY0" fmla="*/ 5830 h 11533"/>
                <a:gd name="connsiteX1" fmla="*/ 7224 w 14447"/>
                <a:gd name="connsiteY1" fmla="*/ 11533 h 11533"/>
                <a:gd name="connsiteX2" fmla="*/ 0 w 14447"/>
                <a:gd name="connsiteY2" fmla="*/ 5830 h 11533"/>
                <a:gd name="connsiteX3" fmla="*/ 7224 w 14447"/>
                <a:gd name="connsiteY3" fmla="*/ 0 h 11533"/>
                <a:gd name="connsiteX4" fmla="*/ 14448 w 14447"/>
                <a:gd name="connsiteY4" fmla="*/ 5830 h 11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47" h="11533">
                  <a:moveTo>
                    <a:pt x="14448" y="5830"/>
                  </a:moveTo>
                  <a:cubicBezTo>
                    <a:pt x="14448" y="8998"/>
                    <a:pt x="11153" y="11533"/>
                    <a:pt x="7224" y="11533"/>
                  </a:cubicBezTo>
                  <a:cubicBezTo>
                    <a:pt x="3295" y="11533"/>
                    <a:pt x="0" y="8998"/>
                    <a:pt x="0" y="5830"/>
                  </a:cubicBezTo>
                  <a:cubicBezTo>
                    <a:pt x="0" y="2661"/>
                    <a:pt x="3295" y="0"/>
                    <a:pt x="7224" y="0"/>
                  </a:cubicBezTo>
                  <a:cubicBezTo>
                    <a:pt x="11153" y="0"/>
                    <a:pt x="14448" y="2535"/>
                    <a:pt x="14448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80" name="Freeform: Shape 4779">
              <a:extLst>
                <a:ext uri="{FF2B5EF4-FFF2-40B4-BE49-F238E27FC236}">
                  <a16:creationId xmlns:a16="http://schemas.microsoft.com/office/drawing/2014/main" id="{A550A5E3-A341-D5EE-5C02-AD21200F05B6}"/>
                </a:ext>
              </a:extLst>
            </p:cNvPr>
            <p:cNvSpPr/>
            <p:nvPr/>
          </p:nvSpPr>
          <p:spPr>
            <a:xfrm>
              <a:off x="1415895" y="1628460"/>
              <a:ext cx="13687" cy="10899"/>
            </a:xfrm>
            <a:custGeom>
              <a:avLst/>
              <a:gdLst>
                <a:gd name="connsiteX0" fmla="*/ 13688 w 13687"/>
                <a:gd name="connsiteY0" fmla="*/ 5450 h 10899"/>
                <a:gd name="connsiteX1" fmla="*/ 6844 w 13687"/>
                <a:gd name="connsiteY1" fmla="*/ 10899 h 10899"/>
                <a:gd name="connsiteX2" fmla="*/ 0 w 13687"/>
                <a:gd name="connsiteY2" fmla="*/ 5450 h 10899"/>
                <a:gd name="connsiteX3" fmla="*/ 6844 w 13687"/>
                <a:gd name="connsiteY3" fmla="*/ 0 h 10899"/>
                <a:gd name="connsiteX4" fmla="*/ 13688 w 13687"/>
                <a:gd name="connsiteY4" fmla="*/ 5450 h 10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87" h="10899">
                  <a:moveTo>
                    <a:pt x="13688" y="5450"/>
                  </a:moveTo>
                  <a:cubicBezTo>
                    <a:pt x="13688" y="8491"/>
                    <a:pt x="10646" y="10899"/>
                    <a:pt x="6844" y="10899"/>
                  </a:cubicBezTo>
                  <a:cubicBezTo>
                    <a:pt x="3042" y="10899"/>
                    <a:pt x="0" y="8491"/>
                    <a:pt x="0" y="5450"/>
                  </a:cubicBezTo>
                  <a:cubicBezTo>
                    <a:pt x="0" y="2408"/>
                    <a:pt x="3042" y="0"/>
                    <a:pt x="6844" y="0"/>
                  </a:cubicBezTo>
                  <a:cubicBezTo>
                    <a:pt x="10646" y="0"/>
                    <a:pt x="13688" y="2408"/>
                    <a:pt x="13688" y="545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81" name="Freeform: Shape 4780">
              <a:extLst>
                <a:ext uri="{FF2B5EF4-FFF2-40B4-BE49-F238E27FC236}">
                  <a16:creationId xmlns:a16="http://schemas.microsoft.com/office/drawing/2014/main" id="{63435BBB-4A38-2D04-FE84-9A1D8C18AD2F}"/>
                </a:ext>
              </a:extLst>
            </p:cNvPr>
            <p:cNvSpPr/>
            <p:nvPr/>
          </p:nvSpPr>
          <p:spPr>
            <a:xfrm>
              <a:off x="1474447" y="1535563"/>
              <a:ext cx="13180" cy="10392"/>
            </a:xfrm>
            <a:custGeom>
              <a:avLst/>
              <a:gdLst>
                <a:gd name="connsiteX0" fmla="*/ 13181 w 13180"/>
                <a:gd name="connsiteY0" fmla="*/ 5196 h 10392"/>
                <a:gd name="connsiteX1" fmla="*/ 6590 w 13180"/>
                <a:gd name="connsiteY1" fmla="*/ 10392 h 10392"/>
                <a:gd name="connsiteX2" fmla="*/ 0 w 13180"/>
                <a:gd name="connsiteY2" fmla="*/ 5196 h 10392"/>
                <a:gd name="connsiteX3" fmla="*/ 6590 w 13180"/>
                <a:gd name="connsiteY3" fmla="*/ 0 h 10392"/>
                <a:gd name="connsiteX4" fmla="*/ 13181 w 13180"/>
                <a:gd name="connsiteY4" fmla="*/ 5196 h 1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80" h="10392">
                  <a:moveTo>
                    <a:pt x="13181" y="5196"/>
                  </a:moveTo>
                  <a:lnTo>
                    <a:pt x="6590" y="10392"/>
                  </a:lnTo>
                  <a:lnTo>
                    <a:pt x="0" y="5196"/>
                  </a:lnTo>
                  <a:lnTo>
                    <a:pt x="6590" y="0"/>
                  </a:lnTo>
                  <a:lnTo>
                    <a:pt x="13181" y="519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82" name="Freeform: Shape 4781">
              <a:extLst>
                <a:ext uri="{FF2B5EF4-FFF2-40B4-BE49-F238E27FC236}">
                  <a16:creationId xmlns:a16="http://schemas.microsoft.com/office/drawing/2014/main" id="{1BE8BC0D-CF53-7096-9805-F015360AC5E1}"/>
                </a:ext>
              </a:extLst>
            </p:cNvPr>
            <p:cNvSpPr/>
            <p:nvPr/>
          </p:nvSpPr>
          <p:spPr>
            <a:xfrm>
              <a:off x="1536167" y="1443933"/>
              <a:ext cx="12420" cy="9758"/>
            </a:xfrm>
            <a:custGeom>
              <a:avLst/>
              <a:gdLst>
                <a:gd name="connsiteX0" fmla="*/ 12420 w 12420"/>
                <a:gd name="connsiteY0" fmla="*/ 4816 h 9758"/>
                <a:gd name="connsiteX1" fmla="*/ 6210 w 12420"/>
                <a:gd name="connsiteY1" fmla="*/ 9759 h 9758"/>
                <a:gd name="connsiteX2" fmla="*/ 0 w 12420"/>
                <a:gd name="connsiteY2" fmla="*/ 4816 h 9758"/>
                <a:gd name="connsiteX3" fmla="*/ 6210 w 12420"/>
                <a:gd name="connsiteY3" fmla="*/ 0 h 9758"/>
                <a:gd name="connsiteX4" fmla="*/ 12420 w 12420"/>
                <a:gd name="connsiteY4" fmla="*/ 4816 h 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20" h="9758">
                  <a:moveTo>
                    <a:pt x="12420" y="4816"/>
                  </a:moveTo>
                  <a:lnTo>
                    <a:pt x="6210" y="9759"/>
                  </a:lnTo>
                  <a:lnTo>
                    <a:pt x="0" y="4816"/>
                  </a:lnTo>
                  <a:lnTo>
                    <a:pt x="6210" y="0"/>
                  </a:lnTo>
                  <a:lnTo>
                    <a:pt x="12420" y="481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83" name="Freeform: Shape 4782">
              <a:extLst>
                <a:ext uri="{FF2B5EF4-FFF2-40B4-BE49-F238E27FC236}">
                  <a16:creationId xmlns:a16="http://schemas.microsoft.com/office/drawing/2014/main" id="{B57B5042-306E-67A7-CE92-597FEBA2F1F0}"/>
                </a:ext>
              </a:extLst>
            </p:cNvPr>
            <p:cNvSpPr/>
            <p:nvPr/>
          </p:nvSpPr>
          <p:spPr>
            <a:xfrm>
              <a:off x="1600929" y="1353697"/>
              <a:ext cx="11026" cy="8744"/>
            </a:xfrm>
            <a:custGeom>
              <a:avLst/>
              <a:gdLst>
                <a:gd name="connsiteX0" fmla="*/ 11026 w 11026"/>
                <a:gd name="connsiteY0" fmla="*/ 4436 h 8744"/>
                <a:gd name="connsiteX1" fmla="*/ 5576 w 11026"/>
                <a:gd name="connsiteY1" fmla="*/ 8745 h 8744"/>
                <a:gd name="connsiteX2" fmla="*/ 0 w 11026"/>
                <a:gd name="connsiteY2" fmla="*/ 4436 h 8744"/>
                <a:gd name="connsiteX3" fmla="*/ 5576 w 11026"/>
                <a:gd name="connsiteY3" fmla="*/ 0 h 8744"/>
                <a:gd name="connsiteX4" fmla="*/ 11026 w 11026"/>
                <a:gd name="connsiteY4" fmla="*/ 4436 h 8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26" h="8744">
                  <a:moveTo>
                    <a:pt x="11026" y="4436"/>
                  </a:moveTo>
                  <a:lnTo>
                    <a:pt x="5576" y="8745"/>
                  </a:lnTo>
                  <a:lnTo>
                    <a:pt x="0" y="4436"/>
                  </a:lnTo>
                  <a:lnTo>
                    <a:pt x="5576" y="0"/>
                  </a:lnTo>
                  <a:lnTo>
                    <a:pt x="11026" y="44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84" name="Freeform: Shape 4783">
              <a:extLst>
                <a:ext uri="{FF2B5EF4-FFF2-40B4-BE49-F238E27FC236}">
                  <a16:creationId xmlns:a16="http://schemas.microsoft.com/office/drawing/2014/main" id="{CB593B50-16E7-FED0-8E14-DC5397D57ED9}"/>
                </a:ext>
              </a:extLst>
            </p:cNvPr>
            <p:cNvSpPr/>
            <p:nvPr/>
          </p:nvSpPr>
          <p:spPr>
            <a:xfrm>
              <a:off x="1668353" y="1264601"/>
              <a:ext cx="10138" cy="8111"/>
            </a:xfrm>
            <a:custGeom>
              <a:avLst/>
              <a:gdLst>
                <a:gd name="connsiteX0" fmla="*/ 10139 w 10138"/>
                <a:gd name="connsiteY0" fmla="*/ 4056 h 8111"/>
                <a:gd name="connsiteX1" fmla="*/ 5069 w 10138"/>
                <a:gd name="connsiteY1" fmla="*/ 8111 h 8111"/>
                <a:gd name="connsiteX2" fmla="*/ 0 w 10138"/>
                <a:gd name="connsiteY2" fmla="*/ 4056 h 8111"/>
                <a:gd name="connsiteX3" fmla="*/ 5069 w 10138"/>
                <a:gd name="connsiteY3" fmla="*/ 0 h 8111"/>
                <a:gd name="connsiteX4" fmla="*/ 10139 w 10138"/>
                <a:gd name="connsiteY4" fmla="*/ 4056 h 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38" h="8111">
                  <a:moveTo>
                    <a:pt x="10139" y="4056"/>
                  </a:moveTo>
                  <a:lnTo>
                    <a:pt x="5069" y="8111"/>
                  </a:lnTo>
                  <a:lnTo>
                    <a:pt x="0" y="4056"/>
                  </a:lnTo>
                  <a:lnTo>
                    <a:pt x="5069" y="0"/>
                  </a:lnTo>
                  <a:lnTo>
                    <a:pt x="10139" y="405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85" name="Freeform: Shape 4784">
              <a:extLst>
                <a:ext uri="{FF2B5EF4-FFF2-40B4-BE49-F238E27FC236}">
                  <a16:creationId xmlns:a16="http://schemas.microsoft.com/office/drawing/2014/main" id="{A6E9FCBC-77DA-4D70-4EA0-7D01609192DC}"/>
                </a:ext>
              </a:extLst>
            </p:cNvPr>
            <p:cNvSpPr/>
            <p:nvPr/>
          </p:nvSpPr>
          <p:spPr>
            <a:xfrm>
              <a:off x="1738945" y="1177154"/>
              <a:ext cx="8617" cy="6970"/>
            </a:xfrm>
            <a:custGeom>
              <a:avLst/>
              <a:gdLst>
                <a:gd name="connsiteX0" fmla="*/ 8618 w 8617"/>
                <a:gd name="connsiteY0" fmla="*/ 3422 h 6970"/>
                <a:gd name="connsiteX1" fmla="*/ 4309 w 8617"/>
                <a:gd name="connsiteY1" fmla="*/ 6971 h 6970"/>
                <a:gd name="connsiteX2" fmla="*/ 0 w 8617"/>
                <a:gd name="connsiteY2" fmla="*/ 3422 h 6970"/>
                <a:gd name="connsiteX3" fmla="*/ 4309 w 8617"/>
                <a:gd name="connsiteY3" fmla="*/ 0 h 6970"/>
                <a:gd name="connsiteX4" fmla="*/ 8618 w 8617"/>
                <a:gd name="connsiteY4" fmla="*/ 3422 h 6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7" h="6970">
                  <a:moveTo>
                    <a:pt x="8618" y="3422"/>
                  </a:moveTo>
                  <a:lnTo>
                    <a:pt x="4309" y="6971"/>
                  </a:lnTo>
                  <a:lnTo>
                    <a:pt x="0" y="3422"/>
                  </a:lnTo>
                  <a:lnTo>
                    <a:pt x="4309" y="0"/>
                  </a:lnTo>
                  <a:lnTo>
                    <a:pt x="8618" y="342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86" name="Freeform: Shape 4785">
              <a:extLst>
                <a:ext uri="{FF2B5EF4-FFF2-40B4-BE49-F238E27FC236}">
                  <a16:creationId xmlns:a16="http://schemas.microsoft.com/office/drawing/2014/main" id="{980316BD-85F7-0586-3355-B02F37B8E05C}"/>
                </a:ext>
              </a:extLst>
            </p:cNvPr>
            <p:cNvSpPr/>
            <p:nvPr/>
          </p:nvSpPr>
          <p:spPr>
            <a:xfrm>
              <a:off x="1811691" y="1090846"/>
              <a:ext cx="8111" cy="6336"/>
            </a:xfrm>
            <a:custGeom>
              <a:avLst/>
              <a:gdLst>
                <a:gd name="connsiteX0" fmla="*/ 8111 w 8111"/>
                <a:gd name="connsiteY0" fmla="*/ 3168 h 6336"/>
                <a:gd name="connsiteX1" fmla="*/ 4056 w 8111"/>
                <a:gd name="connsiteY1" fmla="*/ 6337 h 6336"/>
                <a:gd name="connsiteX2" fmla="*/ 0 w 8111"/>
                <a:gd name="connsiteY2" fmla="*/ 3168 h 6336"/>
                <a:gd name="connsiteX3" fmla="*/ 4056 w 8111"/>
                <a:gd name="connsiteY3" fmla="*/ 0 h 6336"/>
                <a:gd name="connsiteX4" fmla="*/ 8111 w 8111"/>
                <a:gd name="connsiteY4" fmla="*/ 3168 h 6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11" h="6336">
                  <a:moveTo>
                    <a:pt x="8111" y="3168"/>
                  </a:moveTo>
                  <a:lnTo>
                    <a:pt x="4056" y="6337"/>
                  </a:lnTo>
                  <a:lnTo>
                    <a:pt x="0" y="3168"/>
                  </a:lnTo>
                  <a:lnTo>
                    <a:pt x="4056" y="0"/>
                  </a:lnTo>
                  <a:lnTo>
                    <a:pt x="8111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87" name="Freeform: Shape 4786">
              <a:extLst>
                <a:ext uri="{FF2B5EF4-FFF2-40B4-BE49-F238E27FC236}">
                  <a16:creationId xmlns:a16="http://schemas.microsoft.com/office/drawing/2014/main" id="{1F36FCD4-751E-A834-568A-81AFA221FC89}"/>
                </a:ext>
              </a:extLst>
            </p:cNvPr>
            <p:cNvSpPr/>
            <p:nvPr/>
          </p:nvSpPr>
          <p:spPr>
            <a:xfrm>
              <a:off x="1887733" y="1006187"/>
              <a:ext cx="6463" cy="5196"/>
            </a:xfrm>
            <a:custGeom>
              <a:avLst/>
              <a:gdLst>
                <a:gd name="connsiteX0" fmla="*/ 6464 w 6463"/>
                <a:gd name="connsiteY0" fmla="*/ 2661 h 5196"/>
                <a:gd name="connsiteX1" fmla="*/ 3168 w 6463"/>
                <a:gd name="connsiteY1" fmla="*/ 5196 h 5196"/>
                <a:gd name="connsiteX2" fmla="*/ 0 w 6463"/>
                <a:gd name="connsiteY2" fmla="*/ 2661 h 5196"/>
                <a:gd name="connsiteX3" fmla="*/ 3168 w 6463"/>
                <a:gd name="connsiteY3" fmla="*/ 0 h 5196"/>
                <a:gd name="connsiteX4" fmla="*/ 6464 w 6463"/>
                <a:gd name="connsiteY4" fmla="*/ 2661 h 5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196">
                  <a:moveTo>
                    <a:pt x="6464" y="2661"/>
                  </a:moveTo>
                  <a:lnTo>
                    <a:pt x="3168" y="5196"/>
                  </a:lnTo>
                  <a:lnTo>
                    <a:pt x="0" y="2661"/>
                  </a:lnTo>
                  <a:lnTo>
                    <a:pt x="3168" y="0"/>
                  </a:lnTo>
                  <a:lnTo>
                    <a:pt x="6464" y="266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88" name="Freeform: Shape 4787">
              <a:extLst>
                <a:ext uri="{FF2B5EF4-FFF2-40B4-BE49-F238E27FC236}">
                  <a16:creationId xmlns:a16="http://schemas.microsoft.com/office/drawing/2014/main" id="{3E3D5E72-7C5F-61A7-DF13-A895386F9CA8}"/>
                </a:ext>
              </a:extLst>
            </p:cNvPr>
            <p:cNvSpPr/>
            <p:nvPr/>
          </p:nvSpPr>
          <p:spPr>
            <a:xfrm>
              <a:off x="1966182" y="923048"/>
              <a:ext cx="5196" cy="4182"/>
            </a:xfrm>
            <a:custGeom>
              <a:avLst/>
              <a:gdLst>
                <a:gd name="connsiteX0" fmla="*/ 5196 w 5196"/>
                <a:gd name="connsiteY0" fmla="*/ 2028 h 4182"/>
                <a:gd name="connsiteX1" fmla="*/ 2662 w 5196"/>
                <a:gd name="connsiteY1" fmla="*/ 4182 h 4182"/>
                <a:gd name="connsiteX2" fmla="*/ 0 w 5196"/>
                <a:gd name="connsiteY2" fmla="*/ 2028 h 4182"/>
                <a:gd name="connsiteX3" fmla="*/ 2662 w 5196"/>
                <a:gd name="connsiteY3" fmla="*/ 0 h 4182"/>
                <a:gd name="connsiteX4" fmla="*/ 5196 w 5196"/>
                <a:gd name="connsiteY4" fmla="*/ 2028 h 4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96" h="4182">
                  <a:moveTo>
                    <a:pt x="5196" y="2028"/>
                  </a:moveTo>
                  <a:lnTo>
                    <a:pt x="2662" y="4182"/>
                  </a:lnTo>
                  <a:lnTo>
                    <a:pt x="0" y="2028"/>
                  </a:lnTo>
                  <a:lnTo>
                    <a:pt x="2662" y="0"/>
                  </a:lnTo>
                  <a:lnTo>
                    <a:pt x="5196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89" name="Freeform: Shape 4788">
              <a:extLst>
                <a:ext uri="{FF2B5EF4-FFF2-40B4-BE49-F238E27FC236}">
                  <a16:creationId xmlns:a16="http://schemas.microsoft.com/office/drawing/2014/main" id="{53AB1FA2-5C25-DB35-DC5E-0AAC10453FFA}"/>
                </a:ext>
              </a:extLst>
            </p:cNvPr>
            <p:cNvSpPr/>
            <p:nvPr/>
          </p:nvSpPr>
          <p:spPr>
            <a:xfrm>
              <a:off x="2047040" y="841303"/>
              <a:ext cx="4435" cy="3421"/>
            </a:xfrm>
            <a:custGeom>
              <a:avLst/>
              <a:gdLst>
                <a:gd name="connsiteX0" fmla="*/ 4436 w 4435"/>
                <a:gd name="connsiteY0" fmla="*/ 1774 h 3421"/>
                <a:gd name="connsiteX1" fmla="*/ 2154 w 4435"/>
                <a:gd name="connsiteY1" fmla="*/ 3422 h 3421"/>
                <a:gd name="connsiteX2" fmla="*/ 0 w 4435"/>
                <a:gd name="connsiteY2" fmla="*/ 1774 h 3421"/>
                <a:gd name="connsiteX3" fmla="*/ 2154 w 4435"/>
                <a:gd name="connsiteY3" fmla="*/ 0 h 3421"/>
                <a:gd name="connsiteX4" fmla="*/ 4436 w 4435"/>
                <a:gd name="connsiteY4" fmla="*/ 1774 h 3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5" h="3421">
                  <a:moveTo>
                    <a:pt x="4436" y="1774"/>
                  </a:moveTo>
                  <a:lnTo>
                    <a:pt x="2154" y="3422"/>
                  </a:lnTo>
                  <a:lnTo>
                    <a:pt x="0" y="1774"/>
                  </a:lnTo>
                  <a:lnTo>
                    <a:pt x="2154" y="0"/>
                  </a:lnTo>
                  <a:lnTo>
                    <a:pt x="4436" y="177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90" name="Freeform: Shape 4789">
              <a:extLst>
                <a:ext uri="{FF2B5EF4-FFF2-40B4-BE49-F238E27FC236}">
                  <a16:creationId xmlns:a16="http://schemas.microsoft.com/office/drawing/2014/main" id="{0631CD3A-3A84-85AF-EA60-FDFEB5699181}"/>
                </a:ext>
              </a:extLst>
            </p:cNvPr>
            <p:cNvSpPr/>
            <p:nvPr/>
          </p:nvSpPr>
          <p:spPr>
            <a:xfrm>
              <a:off x="2130432" y="761206"/>
              <a:ext cx="3548" cy="2788"/>
            </a:xfrm>
            <a:custGeom>
              <a:avLst/>
              <a:gdLst>
                <a:gd name="connsiteX0" fmla="*/ 3549 w 3548"/>
                <a:gd name="connsiteY0" fmla="*/ 1394 h 2788"/>
                <a:gd name="connsiteX1" fmla="*/ 1774 w 3548"/>
                <a:gd name="connsiteY1" fmla="*/ 2788 h 2788"/>
                <a:gd name="connsiteX2" fmla="*/ 0 w 3548"/>
                <a:gd name="connsiteY2" fmla="*/ 1394 h 2788"/>
                <a:gd name="connsiteX3" fmla="*/ 1774 w 3548"/>
                <a:gd name="connsiteY3" fmla="*/ 0 h 2788"/>
                <a:gd name="connsiteX4" fmla="*/ 3549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9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9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91" name="Freeform: Shape 4790">
              <a:extLst>
                <a:ext uri="{FF2B5EF4-FFF2-40B4-BE49-F238E27FC236}">
                  <a16:creationId xmlns:a16="http://schemas.microsoft.com/office/drawing/2014/main" id="{1F95742D-8ECA-F14D-3890-26CEAEC82A17}"/>
                </a:ext>
              </a:extLst>
            </p:cNvPr>
            <p:cNvSpPr/>
            <p:nvPr/>
          </p:nvSpPr>
          <p:spPr>
            <a:xfrm>
              <a:off x="2216739" y="682883"/>
              <a:ext cx="2154" cy="1647"/>
            </a:xfrm>
            <a:custGeom>
              <a:avLst/>
              <a:gdLst>
                <a:gd name="connsiteX0" fmla="*/ 2154 w 2154"/>
                <a:gd name="connsiteY0" fmla="*/ 887 h 1647"/>
                <a:gd name="connsiteX1" fmla="*/ 1014 w 2154"/>
                <a:gd name="connsiteY1" fmla="*/ 1648 h 1647"/>
                <a:gd name="connsiteX2" fmla="*/ 0 w 2154"/>
                <a:gd name="connsiteY2" fmla="*/ 887 h 1647"/>
                <a:gd name="connsiteX3" fmla="*/ 1014 w 2154"/>
                <a:gd name="connsiteY3" fmla="*/ 0 h 1647"/>
                <a:gd name="connsiteX4" fmla="*/ 2154 w 2154"/>
                <a:gd name="connsiteY4" fmla="*/ 887 h 1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4" h="1647">
                  <a:moveTo>
                    <a:pt x="2154" y="887"/>
                  </a:moveTo>
                  <a:lnTo>
                    <a:pt x="1014" y="1648"/>
                  </a:lnTo>
                  <a:lnTo>
                    <a:pt x="0" y="887"/>
                  </a:lnTo>
                  <a:lnTo>
                    <a:pt x="1014" y="0"/>
                  </a:lnTo>
                  <a:lnTo>
                    <a:pt x="2154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92" name="Freeform: Shape 4791">
              <a:extLst>
                <a:ext uri="{FF2B5EF4-FFF2-40B4-BE49-F238E27FC236}">
                  <a16:creationId xmlns:a16="http://schemas.microsoft.com/office/drawing/2014/main" id="{00079CBE-3FA4-83F9-339A-BBEFADD8F8F6}"/>
                </a:ext>
              </a:extLst>
            </p:cNvPr>
            <p:cNvSpPr/>
            <p:nvPr/>
          </p:nvSpPr>
          <p:spPr>
            <a:xfrm>
              <a:off x="2305074" y="606081"/>
              <a:ext cx="1394" cy="1013"/>
            </a:xfrm>
            <a:custGeom>
              <a:avLst/>
              <a:gdLst>
                <a:gd name="connsiteX0" fmla="*/ 1394 w 1394"/>
                <a:gd name="connsiteY0" fmla="*/ 507 h 1013"/>
                <a:gd name="connsiteX1" fmla="*/ 634 w 1394"/>
                <a:gd name="connsiteY1" fmla="*/ 1014 h 1013"/>
                <a:gd name="connsiteX2" fmla="*/ 0 w 1394"/>
                <a:gd name="connsiteY2" fmla="*/ 507 h 1013"/>
                <a:gd name="connsiteX3" fmla="*/ 634 w 1394"/>
                <a:gd name="connsiteY3" fmla="*/ 0 h 1013"/>
                <a:gd name="connsiteX4" fmla="*/ 1394 w 1394"/>
                <a:gd name="connsiteY4" fmla="*/ 507 h 1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" h="1013">
                  <a:moveTo>
                    <a:pt x="1394" y="507"/>
                  </a:moveTo>
                  <a:lnTo>
                    <a:pt x="634" y="1014"/>
                  </a:lnTo>
                  <a:lnTo>
                    <a:pt x="0" y="507"/>
                  </a:lnTo>
                  <a:lnTo>
                    <a:pt x="634" y="0"/>
                  </a:lnTo>
                  <a:lnTo>
                    <a:pt x="1394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93" name="Freeform: Shape 4792">
              <a:extLst>
                <a:ext uri="{FF2B5EF4-FFF2-40B4-BE49-F238E27FC236}">
                  <a16:creationId xmlns:a16="http://schemas.microsoft.com/office/drawing/2014/main" id="{902D5FBE-70A8-1A54-791C-BEA69E2497A0}"/>
                </a:ext>
              </a:extLst>
            </p:cNvPr>
            <p:cNvSpPr/>
            <p:nvPr/>
          </p:nvSpPr>
          <p:spPr>
            <a:xfrm>
              <a:off x="2488588" y="457547"/>
              <a:ext cx="506" cy="380"/>
            </a:xfrm>
            <a:custGeom>
              <a:avLst/>
              <a:gdLst>
                <a:gd name="connsiteX0" fmla="*/ 507 w 506"/>
                <a:gd name="connsiteY0" fmla="*/ 127 h 380"/>
                <a:gd name="connsiteX1" fmla="*/ 254 w 506"/>
                <a:gd name="connsiteY1" fmla="*/ 380 h 380"/>
                <a:gd name="connsiteX2" fmla="*/ 0 w 506"/>
                <a:gd name="connsiteY2" fmla="*/ 127 h 380"/>
                <a:gd name="connsiteX3" fmla="*/ 254 w 506"/>
                <a:gd name="connsiteY3" fmla="*/ 0 h 380"/>
                <a:gd name="connsiteX4" fmla="*/ 507 w 506"/>
                <a:gd name="connsiteY4" fmla="*/ 127 h 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" h="380">
                  <a:moveTo>
                    <a:pt x="507" y="127"/>
                  </a:moveTo>
                  <a:lnTo>
                    <a:pt x="254" y="380"/>
                  </a:lnTo>
                  <a:lnTo>
                    <a:pt x="0" y="127"/>
                  </a:lnTo>
                  <a:lnTo>
                    <a:pt x="254" y="0"/>
                  </a:lnTo>
                  <a:lnTo>
                    <a:pt x="507" y="12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94" name="Freeform: Shape 4793">
              <a:extLst>
                <a:ext uri="{FF2B5EF4-FFF2-40B4-BE49-F238E27FC236}">
                  <a16:creationId xmlns:a16="http://schemas.microsoft.com/office/drawing/2014/main" id="{7FF91203-AEFB-BE92-F93D-8F454608350C}"/>
                </a:ext>
              </a:extLst>
            </p:cNvPr>
            <p:cNvSpPr/>
            <p:nvPr/>
          </p:nvSpPr>
          <p:spPr>
            <a:xfrm>
              <a:off x="2583386" y="385688"/>
              <a:ext cx="887" cy="633"/>
            </a:xfrm>
            <a:custGeom>
              <a:avLst/>
              <a:gdLst>
                <a:gd name="connsiteX0" fmla="*/ 887 w 887"/>
                <a:gd name="connsiteY0" fmla="*/ 380 h 633"/>
                <a:gd name="connsiteX1" fmla="*/ 507 w 887"/>
                <a:gd name="connsiteY1" fmla="*/ 634 h 633"/>
                <a:gd name="connsiteX2" fmla="*/ 0 w 887"/>
                <a:gd name="connsiteY2" fmla="*/ 380 h 633"/>
                <a:gd name="connsiteX3" fmla="*/ 507 w 887"/>
                <a:gd name="connsiteY3" fmla="*/ 0 h 633"/>
                <a:gd name="connsiteX4" fmla="*/ 887 w 887"/>
                <a:gd name="connsiteY4" fmla="*/ 380 h 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7" h="633">
                  <a:moveTo>
                    <a:pt x="887" y="380"/>
                  </a:moveTo>
                  <a:lnTo>
                    <a:pt x="507" y="634"/>
                  </a:lnTo>
                  <a:lnTo>
                    <a:pt x="0" y="380"/>
                  </a:lnTo>
                  <a:lnTo>
                    <a:pt x="507" y="0"/>
                  </a:lnTo>
                  <a:lnTo>
                    <a:pt x="887" y="38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95" name="Freeform: Shape 4794">
              <a:extLst>
                <a:ext uri="{FF2B5EF4-FFF2-40B4-BE49-F238E27FC236}">
                  <a16:creationId xmlns:a16="http://schemas.microsoft.com/office/drawing/2014/main" id="{AA83C5C9-D1AE-52C6-A57B-14DE6113D906}"/>
                </a:ext>
              </a:extLst>
            </p:cNvPr>
            <p:cNvSpPr/>
            <p:nvPr/>
          </p:nvSpPr>
          <p:spPr>
            <a:xfrm>
              <a:off x="2680213" y="315603"/>
              <a:ext cx="1774" cy="1394"/>
            </a:xfrm>
            <a:custGeom>
              <a:avLst/>
              <a:gdLst>
                <a:gd name="connsiteX0" fmla="*/ 1774 w 1774"/>
                <a:gd name="connsiteY0" fmla="*/ 634 h 1394"/>
                <a:gd name="connsiteX1" fmla="*/ 887 w 1774"/>
                <a:gd name="connsiteY1" fmla="*/ 1394 h 1394"/>
                <a:gd name="connsiteX2" fmla="*/ 0 w 1774"/>
                <a:gd name="connsiteY2" fmla="*/ 634 h 1394"/>
                <a:gd name="connsiteX3" fmla="*/ 887 w 1774"/>
                <a:gd name="connsiteY3" fmla="*/ 0 h 1394"/>
                <a:gd name="connsiteX4" fmla="*/ 1774 w 1774"/>
                <a:gd name="connsiteY4" fmla="*/ 634 h 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" h="1394">
                  <a:moveTo>
                    <a:pt x="1774" y="634"/>
                  </a:moveTo>
                  <a:lnTo>
                    <a:pt x="887" y="1394"/>
                  </a:lnTo>
                  <a:lnTo>
                    <a:pt x="0" y="634"/>
                  </a:lnTo>
                  <a:lnTo>
                    <a:pt x="887" y="0"/>
                  </a:lnTo>
                  <a:lnTo>
                    <a:pt x="1774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96" name="Freeform: Shape 4795">
              <a:extLst>
                <a:ext uri="{FF2B5EF4-FFF2-40B4-BE49-F238E27FC236}">
                  <a16:creationId xmlns:a16="http://schemas.microsoft.com/office/drawing/2014/main" id="{46779C20-D899-B124-0DD5-35154F940FCA}"/>
                </a:ext>
              </a:extLst>
            </p:cNvPr>
            <p:cNvSpPr/>
            <p:nvPr/>
          </p:nvSpPr>
          <p:spPr>
            <a:xfrm>
              <a:off x="2778940" y="247292"/>
              <a:ext cx="3041" cy="2281"/>
            </a:xfrm>
            <a:custGeom>
              <a:avLst/>
              <a:gdLst>
                <a:gd name="connsiteX0" fmla="*/ 3042 w 3041"/>
                <a:gd name="connsiteY0" fmla="*/ 1141 h 2281"/>
                <a:gd name="connsiteX1" fmla="*/ 1521 w 3041"/>
                <a:gd name="connsiteY1" fmla="*/ 2281 h 2281"/>
                <a:gd name="connsiteX2" fmla="*/ 0 w 3041"/>
                <a:gd name="connsiteY2" fmla="*/ 1141 h 2281"/>
                <a:gd name="connsiteX3" fmla="*/ 1521 w 3041"/>
                <a:gd name="connsiteY3" fmla="*/ 0 h 2281"/>
                <a:gd name="connsiteX4" fmla="*/ 3042 w 3041"/>
                <a:gd name="connsiteY4" fmla="*/ 1141 h 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1" h="2281">
                  <a:moveTo>
                    <a:pt x="3042" y="1141"/>
                  </a:moveTo>
                  <a:lnTo>
                    <a:pt x="1521" y="2281"/>
                  </a:lnTo>
                  <a:lnTo>
                    <a:pt x="0" y="1141"/>
                  </a:lnTo>
                  <a:lnTo>
                    <a:pt x="1521" y="0"/>
                  </a:lnTo>
                  <a:lnTo>
                    <a:pt x="3042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97" name="Freeform: Shape 4796">
              <a:extLst>
                <a:ext uri="{FF2B5EF4-FFF2-40B4-BE49-F238E27FC236}">
                  <a16:creationId xmlns:a16="http://schemas.microsoft.com/office/drawing/2014/main" id="{FE619F1F-1B57-E27A-728A-7B1FC682E36D}"/>
                </a:ext>
              </a:extLst>
            </p:cNvPr>
            <p:cNvSpPr/>
            <p:nvPr/>
          </p:nvSpPr>
          <p:spPr>
            <a:xfrm>
              <a:off x="2880202" y="181262"/>
              <a:ext cx="3548" cy="2661"/>
            </a:xfrm>
            <a:custGeom>
              <a:avLst/>
              <a:gdLst>
                <a:gd name="connsiteX0" fmla="*/ 3549 w 3548"/>
                <a:gd name="connsiteY0" fmla="*/ 1267 h 2661"/>
                <a:gd name="connsiteX1" fmla="*/ 1648 w 3548"/>
                <a:gd name="connsiteY1" fmla="*/ 2661 h 2661"/>
                <a:gd name="connsiteX2" fmla="*/ 0 w 3548"/>
                <a:gd name="connsiteY2" fmla="*/ 1267 h 2661"/>
                <a:gd name="connsiteX3" fmla="*/ 1648 w 3548"/>
                <a:gd name="connsiteY3" fmla="*/ 0 h 2661"/>
                <a:gd name="connsiteX4" fmla="*/ 3549 w 3548"/>
                <a:gd name="connsiteY4" fmla="*/ 1267 h 2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661">
                  <a:moveTo>
                    <a:pt x="3549" y="1267"/>
                  </a:moveTo>
                  <a:lnTo>
                    <a:pt x="1648" y="2661"/>
                  </a:lnTo>
                  <a:lnTo>
                    <a:pt x="0" y="1267"/>
                  </a:lnTo>
                  <a:lnTo>
                    <a:pt x="1648" y="0"/>
                  </a:lnTo>
                  <a:lnTo>
                    <a:pt x="3549" y="126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98" name="Freeform: Shape 4797">
              <a:extLst>
                <a:ext uri="{FF2B5EF4-FFF2-40B4-BE49-F238E27FC236}">
                  <a16:creationId xmlns:a16="http://schemas.microsoft.com/office/drawing/2014/main" id="{55C9568E-8625-E9FF-567A-6150A58F7B65}"/>
                </a:ext>
              </a:extLst>
            </p:cNvPr>
            <p:cNvSpPr/>
            <p:nvPr/>
          </p:nvSpPr>
          <p:spPr>
            <a:xfrm>
              <a:off x="2983112" y="116881"/>
              <a:ext cx="4689" cy="3675"/>
            </a:xfrm>
            <a:custGeom>
              <a:avLst/>
              <a:gdLst>
                <a:gd name="connsiteX0" fmla="*/ 4689 w 4689"/>
                <a:gd name="connsiteY0" fmla="*/ 1901 h 3675"/>
                <a:gd name="connsiteX1" fmla="*/ 2281 w 4689"/>
                <a:gd name="connsiteY1" fmla="*/ 3675 h 3675"/>
                <a:gd name="connsiteX2" fmla="*/ 0 w 4689"/>
                <a:gd name="connsiteY2" fmla="*/ 1901 h 3675"/>
                <a:gd name="connsiteX3" fmla="*/ 2281 w 4689"/>
                <a:gd name="connsiteY3" fmla="*/ 0 h 3675"/>
                <a:gd name="connsiteX4" fmla="*/ 4689 w 4689"/>
                <a:gd name="connsiteY4" fmla="*/ 1901 h 3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89" h="3675">
                  <a:moveTo>
                    <a:pt x="4689" y="1901"/>
                  </a:moveTo>
                  <a:lnTo>
                    <a:pt x="2281" y="3675"/>
                  </a:lnTo>
                  <a:lnTo>
                    <a:pt x="0" y="1901"/>
                  </a:lnTo>
                  <a:lnTo>
                    <a:pt x="2281" y="0"/>
                  </a:lnTo>
                  <a:lnTo>
                    <a:pt x="4689" y="190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99" name="Freeform: Shape 4798">
              <a:extLst>
                <a:ext uri="{FF2B5EF4-FFF2-40B4-BE49-F238E27FC236}">
                  <a16:creationId xmlns:a16="http://schemas.microsoft.com/office/drawing/2014/main" id="{4117F300-9596-28D0-96BD-A7ECA5859C6D}"/>
                </a:ext>
              </a:extLst>
            </p:cNvPr>
            <p:cNvSpPr/>
            <p:nvPr/>
          </p:nvSpPr>
          <p:spPr>
            <a:xfrm>
              <a:off x="3088556" y="55160"/>
              <a:ext cx="4689" cy="3675"/>
            </a:xfrm>
            <a:custGeom>
              <a:avLst/>
              <a:gdLst>
                <a:gd name="connsiteX0" fmla="*/ 4689 w 4689"/>
                <a:gd name="connsiteY0" fmla="*/ 1901 h 3675"/>
                <a:gd name="connsiteX1" fmla="*/ 2408 w 4689"/>
                <a:gd name="connsiteY1" fmla="*/ 3675 h 3675"/>
                <a:gd name="connsiteX2" fmla="*/ 0 w 4689"/>
                <a:gd name="connsiteY2" fmla="*/ 1901 h 3675"/>
                <a:gd name="connsiteX3" fmla="*/ 2408 w 4689"/>
                <a:gd name="connsiteY3" fmla="*/ 0 h 3675"/>
                <a:gd name="connsiteX4" fmla="*/ 4689 w 4689"/>
                <a:gd name="connsiteY4" fmla="*/ 1901 h 3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89" h="3675">
                  <a:moveTo>
                    <a:pt x="4689" y="1901"/>
                  </a:moveTo>
                  <a:lnTo>
                    <a:pt x="2408" y="3675"/>
                  </a:lnTo>
                  <a:lnTo>
                    <a:pt x="0" y="1901"/>
                  </a:lnTo>
                  <a:lnTo>
                    <a:pt x="2408" y="0"/>
                  </a:lnTo>
                  <a:lnTo>
                    <a:pt x="4689" y="190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00" name="Freeform: Shape 4799">
              <a:extLst>
                <a:ext uri="{FF2B5EF4-FFF2-40B4-BE49-F238E27FC236}">
                  <a16:creationId xmlns:a16="http://schemas.microsoft.com/office/drawing/2014/main" id="{9BE7ACED-8697-F84D-05C1-85AE5C889F24}"/>
                </a:ext>
              </a:extLst>
            </p:cNvPr>
            <p:cNvSpPr/>
            <p:nvPr/>
          </p:nvSpPr>
          <p:spPr>
            <a:xfrm>
              <a:off x="9209270" y="40332"/>
              <a:ext cx="42075" cy="33331"/>
            </a:xfrm>
            <a:custGeom>
              <a:avLst/>
              <a:gdLst>
                <a:gd name="connsiteX0" fmla="*/ 42076 w 42075"/>
                <a:gd name="connsiteY0" fmla="*/ 16729 h 33331"/>
                <a:gd name="connsiteX1" fmla="*/ 21038 w 42075"/>
                <a:gd name="connsiteY1" fmla="*/ 33332 h 33331"/>
                <a:gd name="connsiteX2" fmla="*/ 0 w 42075"/>
                <a:gd name="connsiteY2" fmla="*/ 16729 h 33331"/>
                <a:gd name="connsiteX3" fmla="*/ 21038 w 42075"/>
                <a:gd name="connsiteY3" fmla="*/ 0 h 33331"/>
                <a:gd name="connsiteX4" fmla="*/ 42076 w 42075"/>
                <a:gd name="connsiteY4" fmla="*/ 16729 h 33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075" h="33331">
                  <a:moveTo>
                    <a:pt x="42076" y="16729"/>
                  </a:moveTo>
                  <a:cubicBezTo>
                    <a:pt x="42076" y="25854"/>
                    <a:pt x="32697" y="33332"/>
                    <a:pt x="21038" y="33332"/>
                  </a:cubicBezTo>
                  <a:cubicBezTo>
                    <a:pt x="9378" y="33332"/>
                    <a:pt x="0" y="25854"/>
                    <a:pt x="0" y="16729"/>
                  </a:cubicBezTo>
                  <a:cubicBezTo>
                    <a:pt x="0" y="7604"/>
                    <a:pt x="9378" y="0"/>
                    <a:pt x="21038" y="0"/>
                  </a:cubicBezTo>
                  <a:cubicBezTo>
                    <a:pt x="32697" y="0"/>
                    <a:pt x="42076" y="7477"/>
                    <a:pt x="42076" y="1672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01" name="Freeform: Shape 4800">
              <a:extLst>
                <a:ext uri="{FF2B5EF4-FFF2-40B4-BE49-F238E27FC236}">
                  <a16:creationId xmlns:a16="http://schemas.microsoft.com/office/drawing/2014/main" id="{0B3A48BA-875E-C068-8FB7-F6E9B2A0BF0C}"/>
                </a:ext>
              </a:extLst>
            </p:cNvPr>
            <p:cNvSpPr/>
            <p:nvPr/>
          </p:nvSpPr>
          <p:spPr>
            <a:xfrm>
              <a:off x="9314713" y="102053"/>
              <a:ext cx="42076" cy="33331"/>
            </a:xfrm>
            <a:custGeom>
              <a:avLst/>
              <a:gdLst>
                <a:gd name="connsiteX0" fmla="*/ 42076 w 42076"/>
                <a:gd name="connsiteY0" fmla="*/ 16729 h 33331"/>
                <a:gd name="connsiteX1" fmla="*/ 21039 w 42076"/>
                <a:gd name="connsiteY1" fmla="*/ 33332 h 33331"/>
                <a:gd name="connsiteX2" fmla="*/ 0 w 42076"/>
                <a:gd name="connsiteY2" fmla="*/ 16729 h 33331"/>
                <a:gd name="connsiteX3" fmla="*/ 21039 w 42076"/>
                <a:gd name="connsiteY3" fmla="*/ 0 h 33331"/>
                <a:gd name="connsiteX4" fmla="*/ 42076 w 42076"/>
                <a:gd name="connsiteY4" fmla="*/ 16729 h 33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076" h="33331">
                  <a:moveTo>
                    <a:pt x="42076" y="16729"/>
                  </a:moveTo>
                  <a:cubicBezTo>
                    <a:pt x="42076" y="25854"/>
                    <a:pt x="32698" y="33332"/>
                    <a:pt x="21039" y="33332"/>
                  </a:cubicBezTo>
                  <a:cubicBezTo>
                    <a:pt x="9379" y="33332"/>
                    <a:pt x="0" y="25854"/>
                    <a:pt x="0" y="16729"/>
                  </a:cubicBezTo>
                  <a:cubicBezTo>
                    <a:pt x="0" y="7604"/>
                    <a:pt x="9379" y="0"/>
                    <a:pt x="21039" y="0"/>
                  </a:cubicBezTo>
                  <a:cubicBezTo>
                    <a:pt x="32698" y="0"/>
                    <a:pt x="42076" y="7477"/>
                    <a:pt x="42076" y="1672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02" name="Freeform: Shape 4801">
              <a:extLst>
                <a:ext uri="{FF2B5EF4-FFF2-40B4-BE49-F238E27FC236}">
                  <a16:creationId xmlns:a16="http://schemas.microsoft.com/office/drawing/2014/main" id="{D99D35D8-FD18-52E9-2580-83757A98EE02}"/>
                </a:ext>
              </a:extLst>
            </p:cNvPr>
            <p:cNvSpPr/>
            <p:nvPr/>
          </p:nvSpPr>
          <p:spPr>
            <a:xfrm>
              <a:off x="9418257" y="165927"/>
              <a:ext cx="42076" cy="33331"/>
            </a:xfrm>
            <a:custGeom>
              <a:avLst/>
              <a:gdLst>
                <a:gd name="connsiteX0" fmla="*/ 42076 w 42076"/>
                <a:gd name="connsiteY0" fmla="*/ 16729 h 33331"/>
                <a:gd name="connsiteX1" fmla="*/ 21038 w 42076"/>
                <a:gd name="connsiteY1" fmla="*/ 33332 h 33331"/>
                <a:gd name="connsiteX2" fmla="*/ 0 w 42076"/>
                <a:gd name="connsiteY2" fmla="*/ 16729 h 33331"/>
                <a:gd name="connsiteX3" fmla="*/ 21038 w 42076"/>
                <a:gd name="connsiteY3" fmla="*/ 0 h 33331"/>
                <a:gd name="connsiteX4" fmla="*/ 42076 w 42076"/>
                <a:gd name="connsiteY4" fmla="*/ 16729 h 33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076" h="33331">
                  <a:moveTo>
                    <a:pt x="42076" y="16729"/>
                  </a:moveTo>
                  <a:cubicBezTo>
                    <a:pt x="42076" y="25854"/>
                    <a:pt x="32697" y="33332"/>
                    <a:pt x="21038" y="33332"/>
                  </a:cubicBezTo>
                  <a:cubicBezTo>
                    <a:pt x="9378" y="33332"/>
                    <a:pt x="0" y="25854"/>
                    <a:pt x="0" y="16729"/>
                  </a:cubicBezTo>
                  <a:cubicBezTo>
                    <a:pt x="0" y="7604"/>
                    <a:pt x="9378" y="0"/>
                    <a:pt x="21038" y="0"/>
                  </a:cubicBezTo>
                  <a:cubicBezTo>
                    <a:pt x="32697" y="0"/>
                    <a:pt x="42076" y="7477"/>
                    <a:pt x="42076" y="1672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03" name="Freeform: Shape 4802">
              <a:extLst>
                <a:ext uri="{FF2B5EF4-FFF2-40B4-BE49-F238E27FC236}">
                  <a16:creationId xmlns:a16="http://schemas.microsoft.com/office/drawing/2014/main" id="{C29C5F34-9396-7D36-2823-E48D438A2024}"/>
                </a:ext>
              </a:extLst>
            </p:cNvPr>
            <p:cNvSpPr/>
            <p:nvPr/>
          </p:nvSpPr>
          <p:spPr>
            <a:xfrm>
              <a:off x="9519392" y="231450"/>
              <a:ext cx="42836" cy="33965"/>
            </a:xfrm>
            <a:custGeom>
              <a:avLst/>
              <a:gdLst>
                <a:gd name="connsiteX0" fmla="*/ 42837 w 42836"/>
                <a:gd name="connsiteY0" fmla="*/ 16983 h 33965"/>
                <a:gd name="connsiteX1" fmla="*/ 21418 w 42836"/>
                <a:gd name="connsiteY1" fmla="*/ 33965 h 33965"/>
                <a:gd name="connsiteX2" fmla="*/ 0 w 42836"/>
                <a:gd name="connsiteY2" fmla="*/ 16983 h 33965"/>
                <a:gd name="connsiteX3" fmla="*/ 21418 w 42836"/>
                <a:gd name="connsiteY3" fmla="*/ 0 h 33965"/>
                <a:gd name="connsiteX4" fmla="*/ 42837 w 42836"/>
                <a:gd name="connsiteY4" fmla="*/ 16983 h 33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836" h="33965">
                  <a:moveTo>
                    <a:pt x="42837" y="16983"/>
                  </a:moveTo>
                  <a:cubicBezTo>
                    <a:pt x="42837" y="26361"/>
                    <a:pt x="33205" y="33965"/>
                    <a:pt x="21418" y="33965"/>
                  </a:cubicBezTo>
                  <a:cubicBezTo>
                    <a:pt x="9632" y="33965"/>
                    <a:pt x="0" y="26361"/>
                    <a:pt x="0" y="16983"/>
                  </a:cubicBezTo>
                  <a:cubicBezTo>
                    <a:pt x="0" y="7604"/>
                    <a:pt x="9632" y="0"/>
                    <a:pt x="21418" y="0"/>
                  </a:cubicBezTo>
                  <a:cubicBezTo>
                    <a:pt x="33205" y="0"/>
                    <a:pt x="42837" y="7604"/>
                    <a:pt x="42837" y="169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04" name="Freeform: Shape 4803">
              <a:extLst>
                <a:ext uri="{FF2B5EF4-FFF2-40B4-BE49-F238E27FC236}">
                  <a16:creationId xmlns:a16="http://schemas.microsoft.com/office/drawing/2014/main" id="{4E1DDD8D-588F-CC23-A5AD-96001671A43C}"/>
                </a:ext>
              </a:extLst>
            </p:cNvPr>
            <p:cNvSpPr/>
            <p:nvPr/>
          </p:nvSpPr>
          <p:spPr>
            <a:xfrm>
              <a:off x="9618754" y="299254"/>
              <a:ext cx="42836" cy="33965"/>
            </a:xfrm>
            <a:custGeom>
              <a:avLst/>
              <a:gdLst>
                <a:gd name="connsiteX0" fmla="*/ 42837 w 42836"/>
                <a:gd name="connsiteY0" fmla="*/ 16983 h 33965"/>
                <a:gd name="connsiteX1" fmla="*/ 21418 w 42836"/>
                <a:gd name="connsiteY1" fmla="*/ 33965 h 33965"/>
                <a:gd name="connsiteX2" fmla="*/ 0 w 42836"/>
                <a:gd name="connsiteY2" fmla="*/ 16983 h 33965"/>
                <a:gd name="connsiteX3" fmla="*/ 21418 w 42836"/>
                <a:gd name="connsiteY3" fmla="*/ 0 h 33965"/>
                <a:gd name="connsiteX4" fmla="*/ 42837 w 42836"/>
                <a:gd name="connsiteY4" fmla="*/ 16983 h 33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836" h="33965">
                  <a:moveTo>
                    <a:pt x="42837" y="16983"/>
                  </a:moveTo>
                  <a:cubicBezTo>
                    <a:pt x="42837" y="26361"/>
                    <a:pt x="33205" y="33965"/>
                    <a:pt x="21418" y="33965"/>
                  </a:cubicBezTo>
                  <a:cubicBezTo>
                    <a:pt x="9631" y="33965"/>
                    <a:pt x="0" y="26361"/>
                    <a:pt x="0" y="16983"/>
                  </a:cubicBezTo>
                  <a:cubicBezTo>
                    <a:pt x="0" y="7604"/>
                    <a:pt x="9631" y="0"/>
                    <a:pt x="21418" y="0"/>
                  </a:cubicBezTo>
                  <a:cubicBezTo>
                    <a:pt x="33205" y="0"/>
                    <a:pt x="42837" y="7604"/>
                    <a:pt x="42837" y="169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05" name="Freeform: Shape 4804">
              <a:extLst>
                <a:ext uri="{FF2B5EF4-FFF2-40B4-BE49-F238E27FC236}">
                  <a16:creationId xmlns:a16="http://schemas.microsoft.com/office/drawing/2014/main" id="{CCFD0124-AB0E-3716-DBB8-4F793B99341E}"/>
                </a:ext>
              </a:extLst>
            </p:cNvPr>
            <p:cNvSpPr/>
            <p:nvPr/>
          </p:nvSpPr>
          <p:spPr>
            <a:xfrm>
              <a:off x="9715960" y="369085"/>
              <a:ext cx="42836" cy="33965"/>
            </a:xfrm>
            <a:custGeom>
              <a:avLst/>
              <a:gdLst>
                <a:gd name="connsiteX0" fmla="*/ 42837 w 42836"/>
                <a:gd name="connsiteY0" fmla="*/ 16983 h 33965"/>
                <a:gd name="connsiteX1" fmla="*/ 21418 w 42836"/>
                <a:gd name="connsiteY1" fmla="*/ 33965 h 33965"/>
                <a:gd name="connsiteX2" fmla="*/ 0 w 42836"/>
                <a:gd name="connsiteY2" fmla="*/ 16983 h 33965"/>
                <a:gd name="connsiteX3" fmla="*/ 21418 w 42836"/>
                <a:gd name="connsiteY3" fmla="*/ 0 h 33965"/>
                <a:gd name="connsiteX4" fmla="*/ 42837 w 42836"/>
                <a:gd name="connsiteY4" fmla="*/ 16983 h 33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836" h="33965">
                  <a:moveTo>
                    <a:pt x="42837" y="16983"/>
                  </a:moveTo>
                  <a:cubicBezTo>
                    <a:pt x="42837" y="26361"/>
                    <a:pt x="33205" y="33965"/>
                    <a:pt x="21418" y="33965"/>
                  </a:cubicBezTo>
                  <a:cubicBezTo>
                    <a:pt x="9632" y="33965"/>
                    <a:pt x="0" y="26361"/>
                    <a:pt x="0" y="16983"/>
                  </a:cubicBezTo>
                  <a:cubicBezTo>
                    <a:pt x="0" y="7604"/>
                    <a:pt x="9632" y="0"/>
                    <a:pt x="21418" y="0"/>
                  </a:cubicBezTo>
                  <a:cubicBezTo>
                    <a:pt x="33205" y="0"/>
                    <a:pt x="42837" y="7604"/>
                    <a:pt x="42837" y="169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06" name="Freeform: Shape 4805">
              <a:extLst>
                <a:ext uri="{FF2B5EF4-FFF2-40B4-BE49-F238E27FC236}">
                  <a16:creationId xmlns:a16="http://schemas.microsoft.com/office/drawing/2014/main" id="{7A299D23-099D-DED7-5785-A96EC8A1716D}"/>
                </a:ext>
              </a:extLst>
            </p:cNvPr>
            <p:cNvSpPr/>
            <p:nvPr/>
          </p:nvSpPr>
          <p:spPr>
            <a:xfrm>
              <a:off x="9811392" y="441071"/>
              <a:ext cx="42076" cy="33458"/>
            </a:xfrm>
            <a:custGeom>
              <a:avLst/>
              <a:gdLst>
                <a:gd name="connsiteX0" fmla="*/ 42076 w 42076"/>
                <a:gd name="connsiteY0" fmla="*/ 16729 h 33458"/>
                <a:gd name="connsiteX1" fmla="*/ 21039 w 42076"/>
                <a:gd name="connsiteY1" fmla="*/ 33458 h 33458"/>
                <a:gd name="connsiteX2" fmla="*/ 0 w 42076"/>
                <a:gd name="connsiteY2" fmla="*/ 16729 h 33458"/>
                <a:gd name="connsiteX3" fmla="*/ 21039 w 42076"/>
                <a:gd name="connsiteY3" fmla="*/ 0 h 33458"/>
                <a:gd name="connsiteX4" fmla="*/ 42076 w 42076"/>
                <a:gd name="connsiteY4" fmla="*/ 16729 h 33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076" h="33458">
                  <a:moveTo>
                    <a:pt x="42076" y="16729"/>
                  </a:moveTo>
                  <a:cubicBezTo>
                    <a:pt x="42076" y="25854"/>
                    <a:pt x="32698" y="33458"/>
                    <a:pt x="21039" y="33458"/>
                  </a:cubicBezTo>
                  <a:cubicBezTo>
                    <a:pt x="9379" y="33458"/>
                    <a:pt x="0" y="25981"/>
                    <a:pt x="0" y="16729"/>
                  </a:cubicBezTo>
                  <a:cubicBezTo>
                    <a:pt x="0" y="7477"/>
                    <a:pt x="9379" y="0"/>
                    <a:pt x="21039" y="0"/>
                  </a:cubicBezTo>
                  <a:cubicBezTo>
                    <a:pt x="32698" y="0"/>
                    <a:pt x="42076" y="7477"/>
                    <a:pt x="42076" y="1672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07" name="Freeform: Shape 4806">
              <a:extLst>
                <a:ext uri="{FF2B5EF4-FFF2-40B4-BE49-F238E27FC236}">
                  <a16:creationId xmlns:a16="http://schemas.microsoft.com/office/drawing/2014/main" id="{F3E55D65-BBE0-8631-4FCA-1FA7F73A2905}"/>
                </a:ext>
              </a:extLst>
            </p:cNvPr>
            <p:cNvSpPr/>
            <p:nvPr/>
          </p:nvSpPr>
          <p:spPr>
            <a:xfrm>
              <a:off x="9903656" y="514325"/>
              <a:ext cx="42836" cy="33965"/>
            </a:xfrm>
            <a:custGeom>
              <a:avLst/>
              <a:gdLst>
                <a:gd name="connsiteX0" fmla="*/ 42837 w 42836"/>
                <a:gd name="connsiteY0" fmla="*/ 16983 h 33965"/>
                <a:gd name="connsiteX1" fmla="*/ 21418 w 42836"/>
                <a:gd name="connsiteY1" fmla="*/ 33965 h 33965"/>
                <a:gd name="connsiteX2" fmla="*/ 0 w 42836"/>
                <a:gd name="connsiteY2" fmla="*/ 16983 h 33965"/>
                <a:gd name="connsiteX3" fmla="*/ 21418 w 42836"/>
                <a:gd name="connsiteY3" fmla="*/ 0 h 33965"/>
                <a:gd name="connsiteX4" fmla="*/ 42837 w 42836"/>
                <a:gd name="connsiteY4" fmla="*/ 16983 h 33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836" h="33965">
                  <a:moveTo>
                    <a:pt x="42837" y="16983"/>
                  </a:moveTo>
                  <a:cubicBezTo>
                    <a:pt x="42837" y="26361"/>
                    <a:pt x="33205" y="33965"/>
                    <a:pt x="21418" y="33965"/>
                  </a:cubicBezTo>
                  <a:cubicBezTo>
                    <a:pt x="9632" y="33965"/>
                    <a:pt x="0" y="26361"/>
                    <a:pt x="0" y="16983"/>
                  </a:cubicBezTo>
                  <a:cubicBezTo>
                    <a:pt x="0" y="7604"/>
                    <a:pt x="9632" y="0"/>
                    <a:pt x="21418" y="0"/>
                  </a:cubicBezTo>
                  <a:cubicBezTo>
                    <a:pt x="33205" y="0"/>
                    <a:pt x="42837" y="7604"/>
                    <a:pt x="42837" y="169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08" name="Freeform: Shape 4807">
              <a:extLst>
                <a:ext uri="{FF2B5EF4-FFF2-40B4-BE49-F238E27FC236}">
                  <a16:creationId xmlns:a16="http://schemas.microsoft.com/office/drawing/2014/main" id="{1014FC28-3A19-6737-7089-80480B4C9B39}"/>
                </a:ext>
              </a:extLst>
            </p:cNvPr>
            <p:cNvSpPr/>
            <p:nvPr/>
          </p:nvSpPr>
          <p:spPr>
            <a:xfrm>
              <a:off x="9994146" y="589606"/>
              <a:ext cx="42836" cy="33965"/>
            </a:xfrm>
            <a:custGeom>
              <a:avLst/>
              <a:gdLst>
                <a:gd name="connsiteX0" fmla="*/ 42837 w 42836"/>
                <a:gd name="connsiteY0" fmla="*/ 16983 h 33965"/>
                <a:gd name="connsiteX1" fmla="*/ 21418 w 42836"/>
                <a:gd name="connsiteY1" fmla="*/ 33965 h 33965"/>
                <a:gd name="connsiteX2" fmla="*/ 0 w 42836"/>
                <a:gd name="connsiteY2" fmla="*/ 16983 h 33965"/>
                <a:gd name="connsiteX3" fmla="*/ 21418 w 42836"/>
                <a:gd name="connsiteY3" fmla="*/ 0 h 33965"/>
                <a:gd name="connsiteX4" fmla="*/ 42837 w 42836"/>
                <a:gd name="connsiteY4" fmla="*/ 16983 h 33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836" h="33965">
                  <a:moveTo>
                    <a:pt x="42837" y="16983"/>
                  </a:moveTo>
                  <a:cubicBezTo>
                    <a:pt x="42837" y="26361"/>
                    <a:pt x="33205" y="33965"/>
                    <a:pt x="21418" y="33965"/>
                  </a:cubicBezTo>
                  <a:cubicBezTo>
                    <a:pt x="9632" y="33965"/>
                    <a:pt x="0" y="26361"/>
                    <a:pt x="0" y="16983"/>
                  </a:cubicBezTo>
                  <a:cubicBezTo>
                    <a:pt x="0" y="7604"/>
                    <a:pt x="9632" y="0"/>
                    <a:pt x="21418" y="0"/>
                  </a:cubicBezTo>
                  <a:cubicBezTo>
                    <a:pt x="33205" y="0"/>
                    <a:pt x="42837" y="7604"/>
                    <a:pt x="42837" y="169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09" name="Freeform: Shape 4808">
              <a:extLst>
                <a:ext uri="{FF2B5EF4-FFF2-40B4-BE49-F238E27FC236}">
                  <a16:creationId xmlns:a16="http://schemas.microsoft.com/office/drawing/2014/main" id="{DFA94D1D-D9D4-2981-C97B-C452FEDE91AD}"/>
                </a:ext>
              </a:extLst>
            </p:cNvPr>
            <p:cNvSpPr/>
            <p:nvPr/>
          </p:nvSpPr>
          <p:spPr>
            <a:xfrm>
              <a:off x="10082480" y="667168"/>
              <a:ext cx="42076" cy="33331"/>
            </a:xfrm>
            <a:custGeom>
              <a:avLst/>
              <a:gdLst>
                <a:gd name="connsiteX0" fmla="*/ 42076 w 42076"/>
                <a:gd name="connsiteY0" fmla="*/ 16602 h 33331"/>
                <a:gd name="connsiteX1" fmla="*/ 21039 w 42076"/>
                <a:gd name="connsiteY1" fmla="*/ 33332 h 33331"/>
                <a:gd name="connsiteX2" fmla="*/ 0 w 42076"/>
                <a:gd name="connsiteY2" fmla="*/ 16602 h 33331"/>
                <a:gd name="connsiteX3" fmla="*/ 21039 w 42076"/>
                <a:gd name="connsiteY3" fmla="*/ 0 h 33331"/>
                <a:gd name="connsiteX4" fmla="*/ 42076 w 42076"/>
                <a:gd name="connsiteY4" fmla="*/ 16602 h 33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076" h="33331">
                  <a:moveTo>
                    <a:pt x="42076" y="16602"/>
                  </a:moveTo>
                  <a:cubicBezTo>
                    <a:pt x="42076" y="25854"/>
                    <a:pt x="32698" y="33332"/>
                    <a:pt x="21039" y="33332"/>
                  </a:cubicBezTo>
                  <a:cubicBezTo>
                    <a:pt x="9378" y="33332"/>
                    <a:pt x="0" y="25854"/>
                    <a:pt x="0" y="16602"/>
                  </a:cubicBezTo>
                  <a:cubicBezTo>
                    <a:pt x="0" y="7351"/>
                    <a:pt x="9378" y="0"/>
                    <a:pt x="21039" y="0"/>
                  </a:cubicBezTo>
                  <a:cubicBezTo>
                    <a:pt x="32698" y="0"/>
                    <a:pt x="42076" y="7477"/>
                    <a:pt x="42076" y="1660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10" name="Freeform: Shape 4809">
              <a:extLst>
                <a:ext uri="{FF2B5EF4-FFF2-40B4-BE49-F238E27FC236}">
                  <a16:creationId xmlns:a16="http://schemas.microsoft.com/office/drawing/2014/main" id="{BF718204-33E4-8D83-6D56-02EB1E03F278}"/>
                </a:ext>
              </a:extLst>
            </p:cNvPr>
            <p:cNvSpPr/>
            <p:nvPr/>
          </p:nvSpPr>
          <p:spPr>
            <a:xfrm>
              <a:off x="10167900" y="745998"/>
              <a:ext cx="42076" cy="33331"/>
            </a:xfrm>
            <a:custGeom>
              <a:avLst/>
              <a:gdLst>
                <a:gd name="connsiteX0" fmla="*/ 42076 w 42076"/>
                <a:gd name="connsiteY0" fmla="*/ 16602 h 33331"/>
                <a:gd name="connsiteX1" fmla="*/ 21039 w 42076"/>
                <a:gd name="connsiteY1" fmla="*/ 33332 h 33331"/>
                <a:gd name="connsiteX2" fmla="*/ 0 w 42076"/>
                <a:gd name="connsiteY2" fmla="*/ 16602 h 33331"/>
                <a:gd name="connsiteX3" fmla="*/ 21039 w 42076"/>
                <a:gd name="connsiteY3" fmla="*/ 0 h 33331"/>
                <a:gd name="connsiteX4" fmla="*/ 42076 w 42076"/>
                <a:gd name="connsiteY4" fmla="*/ 16602 h 33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076" h="33331">
                  <a:moveTo>
                    <a:pt x="42076" y="16602"/>
                  </a:moveTo>
                  <a:cubicBezTo>
                    <a:pt x="42076" y="25854"/>
                    <a:pt x="32571" y="33332"/>
                    <a:pt x="21039" y="33332"/>
                  </a:cubicBezTo>
                  <a:cubicBezTo>
                    <a:pt x="9505" y="33332"/>
                    <a:pt x="0" y="25854"/>
                    <a:pt x="0" y="16602"/>
                  </a:cubicBezTo>
                  <a:cubicBezTo>
                    <a:pt x="0" y="7351"/>
                    <a:pt x="9379" y="0"/>
                    <a:pt x="21039" y="0"/>
                  </a:cubicBezTo>
                  <a:cubicBezTo>
                    <a:pt x="32698" y="0"/>
                    <a:pt x="42076" y="7477"/>
                    <a:pt x="42076" y="1660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11" name="Freeform: Shape 4810">
              <a:extLst>
                <a:ext uri="{FF2B5EF4-FFF2-40B4-BE49-F238E27FC236}">
                  <a16:creationId xmlns:a16="http://schemas.microsoft.com/office/drawing/2014/main" id="{AE8D0F43-6A86-A0FE-B9A9-36EB9013672B}"/>
                </a:ext>
              </a:extLst>
            </p:cNvPr>
            <p:cNvSpPr/>
            <p:nvPr/>
          </p:nvSpPr>
          <p:spPr>
            <a:xfrm>
              <a:off x="10250659" y="826095"/>
              <a:ext cx="42836" cy="33965"/>
            </a:xfrm>
            <a:custGeom>
              <a:avLst/>
              <a:gdLst>
                <a:gd name="connsiteX0" fmla="*/ 42837 w 42836"/>
                <a:gd name="connsiteY0" fmla="*/ 16983 h 33965"/>
                <a:gd name="connsiteX1" fmla="*/ 21418 w 42836"/>
                <a:gd name="connsiteY1" fmla="*/ 33965 h 33965"/>
                <a:gd name="connsiteX2" fmla="*/ 0 w 42836"/>
                <a:gd name="connsiteY2" fmla="*/ 16983 h 33965"/>
                <a:gd name="connsiteX3" fmla="*/ 21418 w 42836"/>
                <a:gd name="connsiteY3" fmla="*/ 0 h 33965"/>
                <a:gd name="connsiteX4" fmla="*/ 42837 w 42836"/>
                <a:gd name="connsiteY4" fmla="*/ 16983 h 33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836" h="33965">
                  <a:moveTo>
                    <a:pt x="42837" y="16983"/>
                  </a:moveTo>
                  <a:cubicBezTo>
                    <a:pt x="42837" y="26361"/>
                    <a:pt x="33205" y="33965"/>
                    <a:pt x="21418" y="33965"/>
                  </a:cubicBezTo>
                  <a:cubicBezTo>
                    <a:pt x="9632" y="33965"/>
                    <a:pt x="0" y="26361"/>
                    <a:pt x="0" y="16983"/>
                  </a:cubicBezTo>
                  <a:cubicBezTo>
                    <a:pt x="0" y="7604"/>
                    <a:pt x="9632" y="0"/>
                    <a:pt x="21418" y="0"/>
                  </a:cubicBezTo>
                  <a:cubicBezTo>
                    <a:pt x="33205" y="0"/>
                    <a:pt x="42837" y="7604"/>
                    <a:pt x="42837" y="169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12" name="Freeform: Shape 4811">
              <a:extLst>
                <a:ext uri="{FF2B5EF4-FFF2-40B4-BE49-F238E27FC236}">
                  <a16:creationId xmlns:a16="http://schemas.microsoft.com/office/drawing/2014/main" id="{345CF4F8-0AA7-D70A-4224-D1D023B75C56}"/>
                </a:ext>
              </a:extLst>
            </p:cNvPr>
            <p:cNvSpPr/>
            <p:nvPr/>
          </p:nvSpPr>
          <p:spPr>
            <a:xfrm>
              <a:off x="10331517" y="908600"/>
              <a:ext cx="42076" cy="33331"/>
            </a:xfrm>
            <a:custGeom>
              <a:avLst/>
              <a:gdLst>
                <a:gd name="connsiteX0" fmla="*/ 42076 w 42076"/>
                <a:gd name="connsiteY0" fmla="*/ 16602 h 33331"/>
                <a:gd name="connsiteX1" fmla="*/ 21038 w 42076"/>
                <a:gd name="connsiteY1" fmla="*/ 33332 h 33331"/>
                <a:gd name="connsiteX2" fmla="*/ 0 w 42076"/>
                <a:gd name="connsiteY2" fmla="*/ 16602 h 33331"/>
                <a:gd name="connsiteX3" fmla="*/ 21038 w 42076"/>
                <a:gd name="connsiteY3" fmla="*/ 0 h 33331"/>
                <a:gd name="connsiteX4" fmla="*/ 42076 w 42076"/>
                <a:gd name="connsiteY4" fmla="*/ 16602 h 33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076" h="33331">
                  <a:moveTo>
                    <a:pt x="42076" y="16602"/>
                  </a:moveTo>
                  <a:cubicBezTo>
                    <a:pt x="42076" y="25854"/>
                    <a:pt x="32698" y="33332"/>
                    <a:pt x="21038" y="33332"/>
                  </a:cubicBezTo>
                  <a:cubicBezTo>
                    <a:pt x="9378" y="33332"/>
                    <a:pt x="0" y="25854"/>
                    <a:pt x="0" y="16602"/>
                  </a:cubicBezTo>
                  <a:cubicBezTo>
                    <a:pt x="0" y="7351"/>
                    <a:pt x="9378" y="0"/>
                    <a:pt x="21038" y="0"/>
                  </a:cubicBezTo>
                  <a:cubicBezTo>
                    <a:pt x="32698" y="0"/>
                    <a:pt x="42076" y="7477"/>
                    <a:pt x="42076" y="1660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13" name="Freeform: Shape 4812">
              <a:extLst>
                <a:ext uri="{FF2B5EF4-FFF2-40B4-BE49-F238E27FC236}">
                  <a16:creationId xmlns:a16="http://schemas.microsoft.com/office/drawing/2014/main" id="{7A257D26-ABDA-D49B-BC70-9CC730BA6D32}"/>
                </a:ext>
              </a:extLst>
            </p:cNvPr>
            <p:cNvSpPr/>
            <p:nvPr/>
          </p:nvSpPr>
          <p:spPr>
            <a:xfrm>
              <a:off x="10409333" y="992119"/>
              <a:ext cx="41949" cy="33331"/>
            </a:xfrm>
            <a:custGeom>
              <a:avLst/>
              <a:gdLst>
                <a:gd name="connsiteX0" fmla="*/ 41950 w 41949"/>
                <a:gd name="connsiteY0" fmla="*/ 16729 h 33331"/>
                <a:gd name="connsiteX1" fmla="*/ 21038 w 41949"/>
                <a:gd name="connsiteY1" fmla="*/ 33332 h 33331"/>
                <a:gd name="connsiteX2" fmla="*/ 0 w 41949"/>
                <a:gd name="connsiteY2" fmla="*/ 16729 h 33331"/>
                <a:gd name="connsiteX3" fmla="*/ 21038 w 41949"/>
                <a:gd name="connsiteY3" fmla="*/ 0 h 33331"/>
                <a:gd name="connsiteX4" fmla="*/ 41950 w 41949"/>
                <a:gd name="connsiteY4" fmla="*/ 16729 h 33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949" h="33331">
                  <a:moveTo>
                    <a:pt x="41950" y="16729"/>
                  </a:moveTo>
                  <a:cubicBezTo>
                    <a:pt x="41950" y="25854"/>
                    <a:pt x="32570" y="33332"/>
                    <a:pt x="21038" y="33332"/>
                  </a:cubicBezTo>
                  <a:cubicBezTo>
                    <a:pt x="9505" y="33332"/>
                    <a:pt x="0" y="25854"/>
                    <a:pt x="0" y="16729"/>
                  </a:cubicBezTo>
                  <a:cubicBezTo>
                    <a:pt x="0" y="7604"/>
                    <a:pt x="9378" y="0"/>
                    <a:pt x="21038" y="0"/>
                  </a:cubicBezTo>
                  <a:cubicBezTo>
                    <a:pt x="32697" y="0"/>
                    <a:pt x="41950" y="7477"/>
                    <a:pt x="41950" y="1672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14" name="Freeform: Shape 4813">
              <a:extLst>
                <a:ext uri="{FF2B5EF4-FFF2-40B4-BE49-F238E27FC236}">
                  <a16:creationId xmlns:a16="http://schemas.microsoft.com/office/drawing/2014/main" id="{B5DF3795-4FA3-4CDA-C746-2639FDFD73D7}"/>
                </a:ext>
              </a:extLst>
            </p:cNvPr>
            <p:cNvSpPr/>
            <p:nvPr/>
          </p:nvSpPr>
          <p:spPr>
            <a:xfrm>
              <a:off x="10484487" y="1077286"/>
              <a:ext cx="42076" cy="33458"/>
            </a:xfrm>
            <a:custGeom>
              <a:avLst/>
              <a:gdLst>
                <a:gd name="connsiteX0" fmla="*/ 42076 w 42076"/>
                <a:gd name="connsiteY0" fmla="*/ 16729 h 33458"/>
                <a:gd name="connsiteX1" fmla="*/ 21038 w 42076"/>
                <a:gd name="connsiteY1" fmla="*/ 33458 h 33458"/>
                <a:gd name="connsiteX2" fmla="*/ 0 w 42076"/>
                <a:gd name="connsiteY2" fmla="*/ 16729 h 33458"/>
                <a:gd name="connsiteX3" fmla="*/ 21038 w 42076"/>
                <a:gd name="connsiteY3" fmla="*/ 0 h 33458"/>
                <a:gd name="connsiteX4" fmla="*/ 42076 w 42076"/>
                <a:gd name="connsiteY4" fmla="*/ 16729 h 33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076" h="33458">
                  <a:moveTo>
                    <a:pt x="42076" y="16729"/>
                  </a:moveTo>
                  <a:cubicBezTo>
                    <a:pt x="42076" y="25854"/>
                    <a:pt x="32571" y="33458"/>
                    <a:pt x="21038" y="33458"/>
                  </a:cubicBezTo>
                  <a:cubicBezTo>
                    <a:pt x="9505" y="33458"/>
                    <a:pt x="0" y="25981"/>
                    <a:pt x="0" y="16729"/>
                  </a:cubicBezTo>
                  <a:cubicBezTo>
                    <a:pt x="0" y="7477"/>
                    <a:pt x="9378" y="0"/>
                    <a:pt x="21038" y="0"/>
                  </a:cubicBezTo>
                  <a:cubicBezTo>
                    <a:pt x="32697" y="0"/>
                    <a:pt x="42076" y="7477"/>
                    <a:pt x="42076" y="1672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15" name="Freeform: Shape 4814">
              <a:extLst>
                <a:ext uri="{FF2B5EF4-FFF2-40B4-BE49-F238E27FC236}">
                  <a16:creationId xmlns:a16="http://schemas.microsoft.com/office/drawing/2014/main" id="{9ADDAD63-741D-527F-958A-4E680A71979B}"/>
                </a:ext>
              </a:extLst>
            </p:cNvPr>
            <p:cNvSpPr/>
            <p:nvPr/>
          </p:nvSpPr>
          <p:spPr>
            <a:xfrm>
              <a:off x="10557360" y="1164353"/>
              <a:ext cx="41316" cy="32697"/>
            </a:xfrm>
            <a:custGeom>
              <a:avLst/>
              <a:gdLst>
                <a:gd name="connsiteX0" fmla="*/ 41316 w 41316"/>
                <a:gd name="connsiteY0" fmla="*/ 16349 h 32697"/>
                <a:gd name="connsiteX1" fmla="*/ 20658 w 41316"/>
                <a:gd name="connsiteY1" fmla="*/ 32698 h 32697"/>
                <a:gd name="connsiteX2" fmla="*/ 0 w 41316"/>
                <a:gd name="connsiteY2" fmla="*/ 16349 h 32697"/>
                <a:gd name="connsiteX3" fmla="*/ 20658 w 41316"/>
                <a:gd name="connsiteY3" fmla="*/ 0 h 32697"/>
                <a:gd name="connsiteX4" fmla="*/ 41316 w 41316"/>
                <a:gd name="connsiteY4" fmla="*/ 16349 h 32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316" h="32697">
                  <a:moveTo>
                    <a:pt x="41316" y="16349"/>
                  </a:moveTo>
                  <a:cubicBezTo>
                    <a:pt x="41316" y="25347"/>
                    <a:pt x="32064" y="32698"/>
                    <a:pt x="20658" y="32698"/>
                  </a:cubicBezTo>
                  <a:cubicBezTo>
                    <a:pt x="9251" y="32698"/>
                    <a:pt x="0" y="25347"/>
                    <a:pt x="0" y="16349"/>
                  </a:cubicBezTo>
                  <a:cubicBezTo>
                    <a:pt x="0" y="7351"/>
                    <a:pt x="9251" y="0"/>
                    <a:pt x="20658" y="0"/>
                  </a:cubicBezTo>
                  <a:cubicBezTo>
                    <a:pt x="32064" y="0"/>
                    <a:pt x="41316" y="7351"/>
                    <a:pt x="41316" y="1634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16" name="Freeform: Shape 4815">
              <a:extLst>
                <a:ext uri="{FF2B5EF4-FFF2-40B4-BE49-F238E27FC236}">
                  <a16:creationId xmlns:a16="http://schemas.microsoft.com/office/drawing/2014/main" id="{15FEC16B-A4CB-04BC-21DD-1761A23B4C91}"/>
                </a:ext>
              </a:extLst>
            </p:cNvPr>
            <p:cNvSpPr/>
            <p:nvPr/>
          </p:nvSpPr>
          <p:spPr>
            <a:xfrm>
              <a:off x="10627065" y="1252308"/>
              <a:ext cx="41316" cy="32697"/>
            </a:xfrm>
            <a:custGeom>
              <a:avLst/>
              <a:gdLst>
                <a:gd name="connsiteX0" fmla="*/ 41316 w 41316"/>
                <a:gd name="connsiteY0" fmla="*/ 16349 h 32697"/>
                <a:gd name="connsiteX1" fmla="*/ 20658 w 41316"/>
                <a:gd name="connsiteY1" fmla="*/ 32698 h 32697"/>
                <a:gd name="connsiteX2" fmla="*/ 0 w 41316"/>
                <a:gd name="connsiteY2" fmla="*/ 16349 h 32697"/>
                <a:gd name="connsiteX3" fmla="*/ 20658 w 41316"/>
                <a:gd name="connsiteY3" fmla="*/ 0 h 32697"/>
                <a:gd name="connsiteX4" fmla="*/ 41316 w 41316"/>
                <a:gd name="connsiteY4" fmla="*/ 16349 h 32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316" h="32697">
                  <a:moveTo>
                    <a:pt x="41316" y="16349"/>
                  </a:moveTo>
                  <a:cubicBezTo>
                    <a:pt x="41316" y="25474"/>
                    <a:pt x="32064" y="32698"/>
                    <a:pt x="20658" y="32698"/>
                  </a:cubicBezTo>
                  <a:cubicBezTo>
                    <a:pt x="9251" y="32698"/>
                    <a:pt x="0" y="25347"/>
                    <a:pt x="0" y="16349"/>
                  </a:cubicBezTo>
                  <a:cubicBezTo>
                    <a:pt x="0" y="7351"/>
                    <a:pt x="9251" y="0"/>
                    <a:pt x="20658" y="0"/>
                  </a:cubicBezTo>
                  <a:cubicBezTo>
                    <a:pt x="32064" y="0"/>
                    <a:pt x="41316" y="7351"/>
                    <a:pt x="41316" y="1634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17" name="Freeform: Shape 4816">
              <a:extLst>
                <a:ext uri="{FF2B5EF4-FFF2-40B4-BE49-F238E27FC236}">
                  <a16:creationId xmlns:a16="http://schemas.microsoft.com/office/drawing/2014/main" id="{86A2F64E-C0BB-E6E0-2F23-C1AD674C7C85}"/>
                </a:ext>
              </a:extLst>
            </p:cNvPr>
            <p:cNvSpPr/>
            <p:nvPr/>
          </p:nvSpPr>
          <p:spPr>
            <a:xfrm>
              <a:off x="10694489" y="1342037"/>
              <a:ext cx="40554" cy="32190"/>
            </a:xfrm>
            <a:custGeom>
              <a:avLst/>
              <a:gdLst>
                <a:gd name="connsiteX0" fmla="*/ 40555 w 40554"/>
                <a:gd name="connsiteY0" fmla="*/ 16095 h 32190"/>
                <a:gd name="connsiteX1" fmla="*/ 20277 w 40554"/>
                <a:gd name="connsiteY1" fmla="*/ 32191 h 32190"/>
                <a:gd name="connsiteX2" fmla="*/ 0 w 40554"/>
                <a:gd name="connsiteY2" fmla="*/ 16095 h 32190"/>
                <a:gd name="connsiteX3" fmla="*/ 20277 w 40554"/>
                <a:gd name="connsiteY3" fmla="*/ 0 h 32190"/>
                <a:gd name="connsiteX4" fmla="*/ 40555 w 40554"/>
                <a:gd name="connsiteY4" fmla="*/ 16095 h 32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54" h="32190">
                  <a:moveTo>
                    <a:pt x="40555" y="16095"/>
                  </a:moveTo>
                  <a:cubicBezTo>
                    <a:pt x="40555" y="24967"/>
                    <a:pt x="31430" y="32191"/>
                    <a:pt x="20277" y="32191"/>
                  </a:cubicBezTo>
                  <a:cubicBezTo>
                    <a:pt x="9125" y="32191"/>
                    <a:pt x="0" y="24967"/>
                    <a:pt x="0" y="16095"/>
                  </a:cubicBezTo>
                  <a:cubicBezTo>
                    <a:pt x="0" y="7224"/>
                    <a:pt x="8998" y="0"/>
                    <a:pt x="20277" y="0"/>
                  </a:cubicBezTo>
                  <a:cubicBezTo>
                    <a:pt x="31557" y="0"/>
                    <a:pt x="40555" y="7224"/>
                    <a:pt x="40555" y="1609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18" name="Freeform: Shape 4817">
              <a:extLst>
                <a:ext uri="{FF2B5EF4-FFF2-40B4-BE49-F238E27FC236}">
                  <a16:creationId xmlns:a16="http://schemas.microsoft.com/office/drawing/2014/main" id="{8FB313FD-262F-6742-7D66-62DBD7954E5F}"/>
                </a:ext>
              </a:extLst>
            </p:cNvPr>
            <p:cNvSpPr/>
            <p:nvPr/>
          </p:nvSpPr>
          <p:spPr>
            <a:xfrm>
              <a:off x="10758490" y="1432780"/>
              <a:ext cx="40555" cy="32190"/>
            </a:xfrm>
            <a:custGeom>
              <a:avLst/>
              <a:gdLst>
                <a:gd name="connsiteX0" fmla="*/ 40556 w 40555"/>
                <a:gd name="connsiteY0" fmla="*/ 16096 h 32190"/>
                <a:gd name="connsiteX1" fmla="*/ 20277 w 40555"/>
                <a:gd name="connsiteY1" fmla="*/ 32191 h 32190"/>
                <a:gd name="connsiteX2" fmla="*/ 0 w 40555"/>
                <a:gd name="connsiteY2" fmla="*/ 16096 h 32190"/>
                <a:gd name="connsiteX3" fmla="*/ 20277 w 40555"/>
                <a:gd name="connsiteY3" fmla="*/ 0 h 32190"/>
                <a:gd name="connsiteX4" fmla="*/ 40556 w 40555"/>
                <a:gd name="connsiteY4" fmla="*/ 16096 h 32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55" h="32190">
                  <a:moveTo>
                    <a:pt x="40556" y="16096"/>
                  </a:moveTo>
                  <a:cubicBezTo>
                    <a:pt x="40556" y="24967"/>
                    <a:pt x="31557" y="32191"/>
                    <a:pt x="20277" y="32191"/>
                  </a:cubicBezTo>
                  <a:cubicBezTo>
                    <a:pt x="8998" y="32191"/>
                    <a:pt x="0" y="24967"/>
                    <a:pt x="0" y="16096"/>
                  </a:cubicBezTo>
                  <a:cubicBezTo>
                    <a:pt x="0" y="7224"/>
                    <a:pt x="9125" y="0"/>
                    <a:pt x="20277" y="0"/>
                  </a:cubicBezTo>
                  <a:cubicBezTo>
                    <a:pt x="31430" y="0"/>
                    <a:pt x="40556" y="7224"/>
                    <a:pt x="40556" y="1609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19" name="Freeform: Shape 4818">
              <a:extLst>
                <a:ext uri="{FF2B5EF4-FFF2-40B4-BE49-F238E27FC236}">
                  <a16:creationId xmlns:a16="http://schemas.microsoft.com/office/drawing/2014/main" id="{0BDDD43A-BA31-A344-E961-1D2477EFD6BD}"/>
                </a:ext>
              </a:extLst>
            </p:cNvPr>
            <p:cNvSpPr/>
            <p:nvPr/>
          </p:nvSpPr>
          <p:spPr>
            <a:xfrm>
              <a:off x="10820337" y="1525044"/>
              <a:ext cx="39668" cy="31430"/>
            </a:xfrm>
            <a:custGeom>
              <a:avLst/>
              <a:gdLst>
                <a:gd name="connsiteX0" fmla="*/ 39668 w 39668"/>
                <a:gd name="connsiteY0" fmla="*/ 15715 h 31430"/>
                <a:gd name="connsiteX1" fmla="*/ 19898 w 39668"/>
                <a:gd name="connsiteY1" fmla="*/ 31431 h 31430"/>
                <a:gd name="connsiteX2" fmla="*/ 0 w 39668"/>
                <a:gd name="connsiteY2" fmla="*/ 15715 h 31430"/>
                <a:gd name="connsiteX3" fmla="*/ 19898 w 39668"/>
                <a:gd name="connsiteY3" fmla="*/ 0 h 31430"/>
                <a:gd name="connsiteX4" fmla="*/ 39668 w 39668"/>
                <a:gd name="connsiteY4" fmla="*/ 15715 h 31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668" h="31430">
                  <a:moveTo>
                    <a:pt x="39668" y="15715"/>
                  </a:moveTo>
                  <a:cubicBezTo>
                    <a:pt x="39668" y="24460"/>
                    <a:pt x="30797" y="31431"/>
                    <a:pt x="19898" y="31431"/>
                  </a:cubicBezTo>
                  <a:cubicBezTo>
                    <a:pt x="8998" y="31431"/>
                    <a:pt x="0" y="24333"/>
                    <a:pt x="0" y="15715"/>
                  </a:cubicBezTo>
                  <a:cubicBezTo>
                    <a:pt x="0" y="7097"/>
                    <a:pt x="8871" y="0"/>
                    <a:pt x="19898" y="0"/>
                  </a:cubicBezTo>
                  <a:cubicBezTo>
                    <a:pt x="30924" y="0"/>
                    <a:pt x="39668" y="6971"/>
                    <a:pt x="39668" y="1571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20" name="Freeform: Shape 4819">
              <a:extLst>
                <a:ext uri="{FF2B5EF4-FFF2-40B4-BE49-F238E27FC236}">
                  <a16:creationId xmlns:a16="http://schemas.microsoft.com/office/drawing/2014/main" id="{A458DE6E-8155-FFCC-F248-719B5E8B7F4F}"/>
                </a:ext>
              </a:extLst>
            </p:cNvPr>
            <p:cNvSpPr/>
            <p:nvPr/>
          </p:nvSpPr>
          <p:spPr>
            <a:xfrm>
              <a:off x="10878256" y="1617814"/>
              <a:ext cx="40554" cy="32191"/>
            </a:xfrm>
            <a:custGeom>
              <a:avLst/>
              <a:gdLst>
                <a:gd name="connsiteX0" fmla="*/ 40555 w 40554"/>
                <a:gd name="connsiteY0" fmla="*/ 16096 h 32191"/>
                <a:gd name="connsiteX1" fmla="*/ 20277 w 40554"/>
                <a:gd name="connsiteY1" fmla="*/ 32191 h 32191"/>
                <a:gd name="connsiteX2" fmla="*/ 0 w 40554"/>
                <a:gd name="connsiteY2" fmla="*/ 16096 h 32191"/>
                <a:gd name="connsiteX3" fmla="*/ 20277 w 40554"/>
                <a:gd name="connsiteY3" fmla="*/ 0 h 32191"/>
                <a:gd name="connsiteX4" fmla="*/ 40555 w 40554"/>
                <a:gd name="connsiteY4" fmla="*/ 16096 h 32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54" h="32191">
                  <a:moveTo>
                    <a:pt x="40555" y="16096"/>
                  </a:moveTo>
                  <a:cubicBezTo>
                    <a:pt x="40555" y="24967"/>
                    <a:pt x="31430" y="32191"/>
                    <a:pt x="20277" y="32191"/>
                  </a:cubicBezTo>
                  <a:cubicBezTo>
                    <a:pt x="9125" y="32191"/>
                    <a:pt x="0" y="24967"/>
                    <a:pt x="0" y="16096"/>
                  </a:cubicBezTo>
                  <a:cubicBezTo>
                    <a:pt x="0" y="7224"/>
                    <a:pt x="9125" y="0"/>
                    <a:pt x="20277" y="0"/>
                  </a:cubicBezTo>
                  <a:cubicBezTo>
                    <a:pt x="31430" y="0"/>
                    <a:pt x="40555" y="7224"/>
                    <a:pt x="40555" y="1609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21" name="Freeform: Shape 4820">
              <a:extLst>
                <a:ext uri="{FF2B5EF4-FFF2-40B4-BE49-F238E27FC236}">
                  <a16:creationId xmlns:a16="http://schemas.microsoft.com/office/drawing/2014/main" id="{06706BCF-29C7-D475-B5FA-4455BAEE01A5}"/>
                </a:ext>
              </a:extLst>
            </p:cNvPr>
            <p:cNvSpPr/>
            <p:nvPr/>
          </p:nvSpPr>
          <p:spPr>
            <a:xfrm>
              <a:off x="10934019" y="1712486"/>
              <a:ext cx="39668" cy="31430"/>
            </a:xfrm>
            <a:custGeom>
              <a:avLst/>
              <a:gdLst>
                <a:gd name="connsiteX0" fmla="*/ 39668 w 39668"/>
                <a:gd name="connsiteY0" fmla="*/ 15715 h 31430"/>
                <a:gd name="connsiteX1" fmla="*/ 19898 w 39668"/>
                <a:gd name="connsiteY1" fmla="*/ 31430 h 31430"/>
                <a:gd name="connsiteX2" fmla="*/ 0 w 39668"/>
                <a:gd name="connsiteY2" fmla="*/ 15715 h 31430"/>
                <a:gd name="connsiteX3" fmla="*/ 19898 w 39668"/>
                <a:gd name="connsiteY3" fmla="*/ 0 h 31430"/>
                <a:gd name="connsiteX4" fmla="*/ 39668 w 39668"/>
                <a:gd name="connsiteY4" fmla="*/ 15715 h 31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668" h="31430">
                  <a:moveTo>
                    <a:pt x="39668" y="15715"/>
                  </a:moveTo>
                  <a:cubicBezTo>
                    <a:pt x="39668" y="24460"/>
                    <a:pt x="30797" y="31430"/>
                    <a:pt x="19898" y="31430"/>
                  </a:cubicBezTo>
                  <a:cubicBezTo>
                    <a:pt x="8999" y="31430"/>
                    <a:pt x="0" y="24333"/>
                    <a:pt x="0" y="15715"/>
                  </a:cubicBezTo>
                  <a:cubicBezTo>
                    <a:pt x="0" y="7097"/>
                    <a:pt x="8872" y="0"/>
                    <a:pt x="19898" y="0"/>
                  </a:cubicBezTo>
                  <a:cubicBezTo>
                    <a:pt x="30924" y="0"/>
                    <a:pt x="39668" y="7097"/>
                    <a:pt x="39668" y="1571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22" name="Freeform: Shape 4821">
              <a:extLst>
                <a:ext uri="{FF2B5EF4-FFF2-40B4-BE49-F238E27FC236}">
                  <a16:creationId xmlns:a16="http://schemas.microsoft.com/office/drawing/2014/main" id="{423577F8-E0BF-9FE7-4BD0-EC880A30644B}"/>
                </a:ext>
              </a:extLst>
            </p:cNvPr>
            <p:cNvSpPr/>
            <p:nvPr/>
          </p:nvSpPr>
          <p:spPr>
            <a:xfrm>
              <a:off x="10986488" y="1807792"/>
              <a:ext cx="39668" cy="31430"/>
            </a:xfrm>
            <a:custGeom>
              <a:avLst/>
              <a:gdLst>
                <a:gd name="connsiteX0" fmla="*/ 39668 w 39668"/>
                <a:gd name="connsiteY0" fmla="*/ 15715 h 31430"/>
                <a:gd name="connsiteX1" fmla="*/ 19898 w 39668"/>
                <a:gd name="connsiteY1" fmla="*/ 31430 h 31430"/>
                <a:gd name="connsiteX2" fmla="*/ 0 w 39668"/>
                <a:gd name="connsiteY2" fmla="*/ 15715 h 31430"/>
                <a:gd name="connsiteX3" fmla="*/ 19898 w 39668"/>
                <a:gd name="connsiteY3" fmla="*/ 0 h 31430"/>
                <a:gd name="connsiteX4" fmla="*/ 39668 w 39668"/>
                <a:gd name="connsiteY4" fmla="*/ 15715 h 31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668" h="31430">
                  <a:moveTo>
                    <a:pt x="39668" y="15715"/>
                  </a:moveTo>
                  <a:cubicBezTo>
                    <a:pt x="39668" y="24460"/>
                    <a:pt x="30797" y="31430"/>
                    <a:pt x="19898" y="31430"/>
                  </a:cubicBezTo>
                  <a:cubicBezTo>
                    <a:pt x="8999" y="31430"/>
                    <a:pt x="0" y="24333"/>
                    <a:pt x="0" y="15715"/>
                  </a:cubicBezTo>
                  <a:cubicBezTo>
                    <a:pt x="0" y="7097"/>
                    <a:pt x="8872" y="0"/>
                    <a:pt x="19898" y="0"/>
                  </a:cubicBezTo>
                  <a:cubicBezTo>
                    <a:pt x="30924" y="0"/>
                    <a:pt x="39668" y="6971"/>
                    <a:pt x="39668" y="1571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23" name="Freeform: Shape 4822">
              <a:extLst>
                <a:ext uri="{FF2B5EF4-FFF2-40B4-BE49-F238E27FC236}">
                  <a16:creationId xmlns:a16="http://schemas.microsoft.com/office/drawing/2014/main" id="{E49300C3-37A7-D2E3-A592-AEC13E34317A}"/>
                </a:ext>
              </a:extLst>
            </p:cNvPr>
            <p:cNvSpPr/>
            <p:nvPr/>
          </p:nvSpPr>
          <p:spPr>
            <a:xfrm>
              <a:off x="11036422" y="1904491"/>
              <a:ext cx="38654" cy="30670"/>
            </a:xfrm>
            <a:custGeom>
              <a:avLst/>
              <a:gdLst>
                <a:gd name="connsiteX0" fmla="*/ 38654 w 38654"/>
                <a:gd name="connsiteY0" fmla="*/ 15335 h 30670"/>
                <a:gd name="connsiteX1" fmla="*/ 19390 w 38654"/>
                <a:gd name="connsiteY1" fmla="*/ 30670 h 30670"/>
                <a:gd name="connsiteX2" fmla="*/ 0 w 38654"/>
                <a:gd name="connsiteY2" fmla="*/ 15335 h 30670"/>
                <a:gd name="connsiteX3" fmla="*/ 19390 w 38654"/>
                <a:gd name="connsiteY3" fmla="*/ 0 h 30670"/>
                <a:gd name="connsiteX4" fmla="*/ 38654 w 38654"/>
                <a:gd name="connsiteY4" fmla="*/ 15335 h 30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654" h="30670">
                  <a:moveTo>
                    <a:pt x="38654" y="15335"/>
                  </a:moveTo>
                  <a:cubicBezTo>
                    <a:pt x="38654" y="23826"/>
                    <a:pt x="30036" y="30670"/>
                    <a:pt x="19390" y="30670"/>
                  </a:cubicBezTo>
                  <a:cubicBezTo>
                    <a:pt x="8745" y="30670"/>
                    <a:pt x="0" y="23826"/>
                    <a:pt x="0" y="15335"/>
                  </a:cubicBezTo>
                  <a:cubicBezTo>
                    <a:pt x="0" y="6844"/>
                    <a:pt x="8745" y="0"/>
                    <a:pt x="19390" y="0"/>
                  </a:cubicBezTo>
                  <a:cubicBezTo>
                    <a:pt x="30036" y="0"/>
                    <a:pt x="38654" y="6844"/>
                    <a:pt x="38654" y="153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24" name="Freeform: Shape 4823">
              <a:extLst>
                <a:ext uri="{FF2B5EF4-FFF2-40B4-BE49-F238E27FC236}">
                  <a16:creationId xmlns:a16="http://schemas.microsoft.com/office/drawing/2014/main" id="{11F67DB8-36A4-05B2-771C-D78E8ECAAD88}"/>
                </a:ext>
              </a:extLst>
            </p:cNvPr>
            <p:cNvSpPr/>
            <p:nvPr/>
          </p:nvSpPr>
          <p:spPr>
            <a:xfrm>
              <a:off x="11083061" y="2001951"/>
              <a:ext cx="38020" cy="30163"/>
            </a:xfrm>
            <a:custGeom>
              <a:avLst/>
              <a:gdLst>
                <a:gd name="connsiteX0" fmla="*/ 38021 w 38020"/>
                <a:gd name="connsiteY0" fmla="*/ 15082 h 30163"/>
                <a:gd name="connsiteX1" fmla="*/ 19010 w 38020"/>
                <a:gd name="connsiteY1" fmla="*/ 30163 h 30163"/>
                <a:gd name="connsiteX2" fmla="*/ 0 w 38020"/>
                <a:gd name="connsiteY2" fmla="*/ 15082 h 30163"/>
                <a:gd name="connsiteX3" fmla="*/ 19010 w 38020"/>
                <a:gd name="connsiteY3" fmla="*/ 0 h 30163"/>
                <a:gd name="connsiteX4" fmla="*/ 38021 w 38020"/>
                <a:gd name="connsiteY4" fmla="*/ 15082 h 30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0" h="30163">
                  <a:moveTo>
                    <a:pt x="38021" y="15082"/>
                  </a:moveTo>
                  <a:cubicBezTo>
                    <a:pt x="38021" y="23320"/>
                    <a:pt x="29530" y="30163"/>
                    <a:pt x="19010" y="30163"/>
                  </a:cubicBezTo>
                  <a:cubicBezTo>
                    <a:pt x="8491" y="30163"/>
                    <a:pt x="0" y="23446"/>
                    <a:pt x="0" y="15082"/>
                  </a:cubicBezTo>
                  <a:cubicBezTo>
                    <a:pt x="0" y="6717"/>
                    <a:pt x="8491" y="0"/>
                    <a:pt x="19010" y="0"/>
                  </a:cubicBezTo>
                  <a:cubicBezTo>
                    <a:pt x="29530" y="0"/>
                    <a:pt x="38021" y="6717"/>
                    <a:pt x="38021" y="1508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25" name="Freeform: Shape 4824">
              <a:extLst>
                <a:ext uri="{FF2B5EF4-FFF2-40B4-BE49-F238E27FC236}">
                  <a16:creationId xmlns:a16="http://schemas.microsoft.com/office/drawing/2014/main" id="{A30AF579-9FC5-802F-F037-50117216AE0F}"/>
                </a:ext>
              </a:extLst>
            </p:cNvPr>
            <p:cNvSpPr/>
            <p:nvPr/>
          </p:nvSpPr>
          <p:spPr>
            <a:xfrm>
              <a:off x="11126531" y="2100171"/>
              <a:ext cx="37893" cy="30163"/>
            </a:xfrm>
            <a:custGeom>
              <a:avLst/>
              <a:gdLst>
                <a:gd name="connsiteX0" fmla="*/ 37894 w 37893"/>
                <a:gd name="connsiteY0" fmla="*/ 15082 h 30163"/>
                <a:gd name="connsiteX1" fmla="*/ 19010 w 37893"/>
                <a:gd name="connsiteY1" fmla="*/ 30163 h 30163"/>
                <a:gd name="connsiteX2" fmla="*/ 0 w 37893"/>
                <a:gd name="connsiteY2" fmla="*/ 15082 h 30163"/>
                <a:gd name="connsiteX3" fmla="*/ 19010 w 37893"/>
                <a:gd name="connsiteY3" fmla="*/ 0 h 30163"/>
                <a:gd name="connsiteX4" fmla="*/ 37894 w 37893"/>
                <a:gd name="connsiteY4" fmla="*/ 15082 h 30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893" h="30163">
                  <a:moveTo>
                    <a:pt x="37894" y="15082"/>
                  </a:moveTo>
                  <a:cubicBezTo>
                    <a:pt x="37894" y="23446"/>
                    <a:pt x="29403" y="30163"/>
                    <a:pt x="19010" y="30163"/>
                  </a:cubicBezTo>
                  <a:cubicBezTo>
                    <a:pt x="8618" y="30163"/>
                    <a:pt x="0" y="23446"/>
                    <a:pt x="0" y="15082"/>
                  </a:cubicBezTo>
                  <a:cubicBezTo>
                    <a:pt x="0" y="6717"/>
                    <a:pt x="8491" y="0"/>
                    <a:pt x="19010" y="0"/>
                  </a:cubicBezTo>
                  <a:cubicBezTo>
                    <a:pt x="29530" y="0"/>
                    <a:pt x="37894" y="6717"/>
                    <a:pt x="37894" y="1508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26" name="Freeform: Shape 4825">
              <a:extLst>
                <a:ext uri="{FF2B5EF4-FFF2-40B4-BE49-F238E27FC236}">
                  <a16:creationId xmlns:a16="http://schemas.microsoft.com/office/drawing/2014/main" id="{E49B060C-6E12-32F5-CE59-E7F70BD2C8A9}"/>
                </a:ext>
              </a:extLst>
            </p:cNvPr>
            <p:cNvSpPr/>
            <p:nvPr/>
          </p:nvSpPr>
          <p:spPr>
            <a:xfrm>
              <a:off x="11167214" y="2199533"/>
              <a:ext cx="37006" cy="29402"/>
            </a:xfrm>
            <a:custGeom>
              <a:avLst/>
              <a:gdLst>
                <a:gd name="connsiteX0" fmla="*/ 37007 w 37006"/>
                <a:gd name="connsiteY0" fmla="*/ 14701 h 29402"/>
                <a:gd name="connsiteX1" fmla="*/ 18503 w 37006"/>
                <a:gd name="connsiteY1" fmla="*/ 29403 h 29402"/>
                <a:gd name="connsiteX2" fmla="*/ 0 w 37006"/>
                <a:gd name="connsiteY2" fmla="*/ 14701 h 29402"/>
                <a:gd name="connsiteX3" fmla="*/ 18503 w 37006"/>
                <a:gd name="connsiteY3" fmla="*/ 0 h 29402"/>
                <a:gd name="connsiteX4" fmla="*/ 37007 w 37006"/>
                <a:gd name="connsiteY4" fmla="*/ 14701 h 29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006" h="29402">
                  <a:moveTo>
                    <a:pt x="37007" y="14701"/>
                  </a:moveTo>
                  <a:cubicBezTo>
                    <a:pt x="37007" y="22812"/>
                    <a:pt x="28769" y="29403"/>
                    <a:pt x="18503" y="29403"/>
                  </a:cubicBezTo>
                  <a:cubicBezTo>
                    <a:pt x="8237" y="29403"/>
                    <a:pt x="0" y="22812"/>
                    <a:pt x="0" y="14701"/>
                  </a:cubicBezTo>
                  <a:cubicBezTo>
                    <a:pt x="0" y="6590"/>
                    <a:pt x="8364" y="0"/>
                    <a:pt x="18503" y="0"/>
                  </a:cubicBezTo>
                  <a:cubicBezTo>
                    <a:pt x="28642" y="0"/>
                    <a:pt x="37007" y="6590"/>
                    <a:pt x="37007" y="1470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27" name="Freeform: Shape 4826">
              <a:extLst>
                <a:ext uri="{FF2B5EF4-FFF2-40B4-BE49-F238E27FC236}">
                  <a16:creationId xmlns:a16="http://schemas.microsoft.com/office/drawing/2014/main" id="{895CCFDB-511E-3AEA-E886-BAF739E77EE8}"/>
                </a:ext>
              </a:extLst>
            </p:cNvPr>
            <p:cNvSpPr/>
            <p:nvPr/>
          </p:nvSpPr>
          <p:spPr>
            <a:xfrm>
              <a:off x="11204601" y="2299527"/>
              <a:ext cx="36246" cy="28895"/>
            </a:xfrm>
            <a:custGeom>
              <a:avLst/>
              <a:gdLst>
                <a:gd name="connsiteX0" fmla="*/ 36246 w 36246"/>
                <a:gd name="connsiteY0" fmla="*/ 14448 h 28895"/>
                <a:gd name="connsiteX1" fmla="*/ 18123 w 36246"/>
                <a:gd name="connsiteY1" fmla="*/ 28896 h 28895"/>
                <a:gd name="connsiteX2" fmla="*/ 0 w 36246"/>
                <a:gd name="connsiteY2" fmla="*/ 14448 h 28895"/>
                <a:gd name="connsiteX3" fmla="*/ 18123 w 36246"/>
                <a:gd name="connsiteY3" fmla="*/ 0 h 28895"/>
                <a:gd name="connsiteX4" fmla="*/ 36246 w 36246"/>
                <a:gd name="connsiteY4" fmla="*/ 14448 h 28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246" h="28895">
                  <a:moveTo>
                    <a:pt x="36246" y="14448"/>
                  </a:moveTo>
                  <a:cubicBezTo>
                    <a:pt x="36246" y="22432"/>
                    <a:pt x="28135" y="28896"/>
                    <a:pt x="18123" y="28896"/>
                  </a:cubicBezTo>
                  <a:cubicBezTo>
                    <a:pt x="8111" y="28896"/>
                    <a:pt x="0" y="22432"/>
                    <a:pt x="0" y="14448"/>
                  </a:cubicBezTo>
                  <a:cubicBezTo>
                    <a:pt x="0" y="6463"/>
                    <a:pt x="8111" y="0"/>
                    <a:pt x="18123" y="0"/>
                  </a:cubicBezTo>
                  <a:cubicBezTo>
                    <a:pt x="28135" y="0"/>
                    <a:pt x="36246" y="6463"/>
                    <a:pt x="36246" y="1444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28" name="Freeform: Shape 4827">
              <a:extLst>
                <a:ext uri="{FF2B5EF4-FFF2-40B4-BE49-F238E27FC236}">
                  <a16:creationId xmlns:a16="http://schemas.microsoft.com/office/drawing/2014/main" id="{ED15DE73-2693-05FC-B28A-CC59920F32F6}"/>
                </a:ext>
              </a:extLst>
            </p:cNvPr>
            <p:cNvSpPr/>
            <p:nvPr/>
          </p:nvSpPr>
          <p:spPr>
            <a:xfrm>
              <a:off x="11238566" y="2400029"/>
              <a:ext cx="36246" cy="28769"/>
            </a:xfrm>
            <a:custGeom>
              <a:avLst/>
              <a:gdLst>
                <a:gd name="connsiteX0" fmla="*/ 36246 w 36246"/>
                <a:gd name="connsiteY0" fmla="*/ 14321 h 28769"/>
                <a:gd name="connsiteX1" fmla="*/ 18123 w 36246"/>
                <a:gd name="connsiteY1" fmla="*/ 28769 h 28769"/>
                <a:gd name="connsiteX2" fmla="*/ 0 w 36246"/>
                <a:gd name="connsiteY2" fmla="*/ 14321 h 28769"/>
                <a:gd name="connsiteX3" fmla="*/ 18123 w 36246"/>
                <a:gd name="connsiteY3" fmla="*/ 0 h 28769"/>
                <a:gd name="connsiteX4" fmla="*/ 36246 w 36246"/>
                <a:gd name="connsiteY4" fmla="*/ 14321 h 28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246" h="28769">
                  <a:moveTo>
                    <a:pt x="36246" y="14321"/>
                  </a:moveTo>
                  <a:cubicBezTo>
                    <a:pt x="36246" y="22306"/>
                    <a:pt x="28135" y="28769"/>
                    <a:pt x="18123" y="28769"/>
                  </a:cubicBezTo>
                  <a:cubicBezTo>
                    <a:pt x="8111" y="28769"/>
                    <a:pt x="0" y="22306"/>
                    <a:pt x="0" y="14321"/>
                  </a:cubicBezTo>
                  <a:cubicBezTo>
                    <a:pt x="0" y="6337"/>
                    <a:pt x="8111" y="0"/>
                    <a:pt x="18123" y="0"/>
                  </a:cubicBezTo>
                  <a:cubicBezTo>
                    <a:pt x="28135" y="0"/>
                    <a:pt x="36246" y="6464"/>
                    <a:pt x="36246" y="1432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29" name="Freeform: Shape 4828">
              <a:extLst>
                <a:ext uri="{FF2B5EF4-FFF2-40B4-BE49-F238E27FC236}">
                  <a16:creationId xmlns:a16="http://schemas.microsoft.com/office/drawing/2014/main" id="{3056531B-A44A-C7A9-6BF1-2D1A82B9267B}"/>
                </a:ext>
              </a:extLst>
            </p:cNvPr>
            <p:cNvSpPr/>
            <p:nvPr/>
          </p:nvSpPr>
          <p:spPr>
            <a:xfrm>
              <a:off x="11269743" y="2501418"/>
              <a:ext cx="35486" cy="28135"/>
            </a:xfrm>
            <a:custGeom>
              <a:avLst/>
              <a:gdLst>
                <a:gd name="connsiteX0" fmla="*/ 35487 w 35486"/>
                <a:gd name="connsiteY0" fmla="*/ 14068 h 28135"/>
                <a:gd name="connsiteX1" fmla="*/ 17743 w 35486"/>
                <a:gd name="connsiteY1" fmla="*/ 28135 h 28135"/>
                <a:gd name="connsiteX2" fmla="*/ 0 w 35486"/>
                <a:gd name="connsiteY2" fmla="*/ 14068 h 28135"/>
                <a:gd name="connsiteX3" fmla="*/ 17743 w 35486"/>
                <a:gd name="connsiteY3" fmla="*/ 0 h 28135"/>
                <a:gd name="connsiteX4" fmla="*/ 35487 w 35486"/>
                <a:gd name="connsiteY4" fmla="*/ 14068 h 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6" h="28135">
                  <a:moveTo>
                    <a:pt x="35487" y="14068"/>
                  </a:moveTo>
                  <a:cubicBezTo>
                    <a:pt x="35487" y="21799"/>
                    <a:pt x="27502" y="28135"/>
                    <a:pt x="17743" y="28135"/>
                  </a:cubicBezTo>
                  <a:cubicBezTo>
                    <a:pt x="7984" y="28135"/>
                    <a:pt x="0" y="21799"/>
                    <a:pt x="0" y="14068"/>
                  </a:cubicBezTo>
                  <a:cubicBezTo>
                    <a:pt x="0" y="6337"/>
                    <a:pt x="7984" y="0"/>
                    <a:pt x="17743" y="0"/>
                  </a:cubicBezTo>
                  <a:cubicBezTo>
                    <a:pt x="27502" y="0"/>
                    <a:pt x="35487" y="6337"/>
                    <a:pt x="35487" y="1406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30" name="Freeform: Shape 4829">
              <a:extLst>
                <a:ext uri="{FF2B5EF4-FFF2-40B4-BE49-F238E27FC236}">
                  <a16:creationId xmlns:a16="http://schemas.microsoft.com/office/drawing/2014/main" id="{4D000897-1077-AF3F-3A51-3EA73010C261}"/>
                </a:ext>
              </a:extLst>
            </p:cNvPr>
            <p:cNvSpPr/>
            <p:nvPr/>
          </p:nvSpPr>
          <p:spPr>
            <a:xfrm>
              <a:off x="11297752" y="2603440"/>
              <a:ext cx="34471" cy="27375"/>
            </a:xfrm>
            <a:custGeom>
              <a:avLst/>
              <a:gdLst>
                <a:gd name="connsiteX0" fmla="*/ 34472 w 34471"/>
                <a:gd name="connsiteY0" fmla="*/ 13688 h 27375"/>
                <a:gd name="connsiteX1" fmla="*/ 17236 w 34471"/>
                <a:gd name="connsiteY1" fmla="*/ 27375 h 27375"/>
                <a:gd name="connsiteX2" fmla="*/ 0 w 34471"/>
                <a:gd name="connsiteY2" fmla="*/ 13688 h 27375"/>
                <a:gd name="connsiteX3" fmla="*/ 17236 w 34471"/>
                <a:gd name="connsiteY3" fmla="*/ 0 h 27375"/>
                <a:gd name="connsiteX4" fmla="*/ 34472 w 34471"/>
                <a:gd name="connsiteY4" fmla="*/ 13688 h 27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471" h="27375">
                  <a:moveTo>
                    <a:pt x="34472" y="13688"/>
                  </a:moveTo>
                  <a:cubicBezTo>
                    <a:pt x="34472" y="21292"/>
                    <a:pt x="26741" y="27375"/>
                    <a:pt x="17236" y="27375"/>
                  </a:cubicBezTo>
                  <a:cubicBezTo>
                    <a:pt x="7731" y="27375"/>
                    <a:pt x="0" y="21292"/>
                    <a:pt x="0" y="13688"/>
                  </a:cubicBezTo>
                  <a:cubicBezTo>
                    <a:pt x="0" y="6083"/>
                    <a:pt x="7731" y="0"/>
                    <a:pt x="17236" y="0"/>
                  </a:cubicBezTo>
                  <a:cubicBezTo>
                    <a:pt x="26741" y="0"/>
                    <a:pt x="34472" y="6083"/>
                    <a:pt x="34472" y="136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31" name="Freeform: Shape 4830">
              <a:extLst>
                <a:ext uri="{FF2B5EF4-FFF2-40B4-BE49-F238E27FC236}">
                  <a16:creationId xmlns:a16="http://schemas.microsoft.com/office/drawing/2014/main" id="{1C02FB78-9C9B-B332-CAAE-F55F8832E491}"/>
                </a:ext>
              </a:extLst>
            </p:cNvPr>
            <p:cNvSpPr/>
            <p:nvPr/>
          </p:nvSpPr>
          <p:spPr>
            <a:xfrm>
              <a:off x="11322592" y="2705843"/>
              <a:ext cx="33711" cy="26867"/>
            </a:xfrm>
            <a:custGeom>
              <a:avLst/>
              <a:gdLst>
                <a:gd name="connsiteX0" fmla="*/ 33711 w 33711"/>
                <a:gd name="connsiteY0" fmla="*/ 13434 h 26867"/>
                <a:gd name="connsiteX1" fmla="*/ 16855 w 33711"/>
                <a:gd name="connsiteY1" fmla="*/ 26868 h 26867"/>
                <a:gd name="connsiteX2" fmla="*/ 0 w 33711"/>
                <a:gd name="connsiteY2" fmla="*/ 13434 h 26867"/>
                <a:gd name="connsiteX3" fmla="*/ 16855 w 33711"/>
                <a:gd name="connsiteY3" fmla="*/ 0 h 26867"/>
                <a:gd name="connsiteX4" fmla="*/ 33711 w 33711"/>
                <a:gd name="connsiteY4" fmla="*/ 13434 h 26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1" h="26867">
                  <a:moveTo>
                    <a:pt x="33711" y="13434"/>
                  </a:moveTo>
                  <a:cubicBezTo>
                    <a:pt x="33711" y="20911"/>
                    <a:pt x="26108" y="26868"/>
                    <a:pt x="16855" y="26868"/>
                  </a:cubicBezTo>
                  <a:cubicBezTo>
                    <a:pt x="7604" y="26868"/>
                    <a:pt x="0" y="20911"/>
                    <a:pt x="0" y="13434"/>
                  </a:cubicBezTo>
                  <a:cubicBezTo>
                    <a:pt x="0" y="5957"/>
                    <a:pt x="7604" y="0"/>
                    <a:pt x="16855" y="0"/>
                  </a:cubicBezTo>
                  <a:cubicBezTo>
                    <a:pt x="26108" y="0"/>
                    <a:pt x="33711" y="5957"/>
                    <a:pt x="33711" y="1343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32" name="Freeform: Shape 4831">
              <a:extLst>
                <a:ext uri="{FF2B5EF4-FFF2-40B4-BE49-F238E27FC236}">
                  <a16:creationId xmlns:a16="http://schemas.microsoft.com/office/drawing/2014/main" id="{2AB4806E-1DCB-6A3C-B925-11C7826F133E}"/>
                </a:ext>
              </a:extLst>
            </p:cNvPr>
            <p:cNvSpPr/>
            <p:nvPr/>
          </p:nvSpPr>
          <p:spPr>
            <a:xfrm>
              <a:off x="11343630" y="2808499"/>
              <a:ext cx="33838" cy="26868"/>
            </a:xfrm>
            <a:custGeom>
              <a:avLst/>
              <a:gdLst>
                <a:gd name="connsiteX0" fmla="*/ 33838 w 33838"/>
                <a:gd name="connsiteY0" fmla="*/ 13434 h 26868"/>
                <a:gd name="connsiteX1" fmla="*/ 16856 w 33838"/>
                <a:gd name="connsiteY1" fmla="*/ 26868 h 26868"/>
                <a:gd name="connsiteX2" fmla="*/ 0 w 33838"/>
                <a:gd name="connsiteY2" fmla="*/ 13434 h 26868"/>
                <a:gd name="connsiteX3" fmla="*/ 16856 w 33838"/>
                <a:gd name="connsiteY3" fmla="*/ 0 h 26868"/>
                <a:gd name="connsiteX4" fmla="*/ 33838 w 33838"/>
                <a:gd name="connsiteY4" fmla="*/ 13434 h 26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838" h="26868">
                  <a:moveTo>
                    <a:pt x="33838" y="13434"/>
                  </a:moveTo>
                  <a:cubicBezTo>
                    <a:pt x="33838" y="20785"/>
                    <a:pt x="26234" y="26868"/>
                    <a:pt x="16856" y="26868"/>
                  </a:cubicBezTo>
                  <a:cubicBezTo>
                    <a:pt x="7478" y="26868"/>
                    <a:pt x="0" y="20912"/>
                    <a:pt x="0" y="13434"/>
                  </a:cubicBezTo>
                  <a:cubicBezTo>
                    <a:pt x="0" y="5957"/>
                    <a:pt x="7604" y="0"/>
                    <a:pt x="16856" y="0"/>
                  </a:cubicBezTo>
                  <a:cubicBezTo>
                    <a:pt x="26108" y="0"/>
                    <a:pt x="33838" y="5957"/>
                    <a:pt x="33838" y="1343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33" name="Freeform: Shape 4832">
              <a:extLst>
                <a:ext uri="{FF2B5EF4-FFF2-40B4-BE49-F238E27FC236}">
                  <a16:creationId xmlns:a16="http://schemas.microsoft.com/office/drawing/2014/main" id="{828308CC-26D5-3A92-BF47-04506A983CE2}"/>
                </a:ext>
              </a:extLst>
            </p:cNvPr>
            <p:cNvSpPr/>
            <p:nvPr/>
          </p:nvSpPr>
          <p:spPr>
            <a:xfrm>
              <a:off x="11362007" y="2911915"/>
              <a:ext cx="32951" cy="26107"/>
            </a:xfrm>
            <a:custGeom>
              <a:avLst/>
              <a:gdLst>
                <a:gd name="connsiteX0" fmla="*/ 32951 w 32951"/>
                <a:gd name="connsiteY0" fmla="*/ 13054 h 26107"/>
                <a:gd name="connsiteX1" fmla="*/ 16476 w 32951"/>
                <a:gd name="connsiteY1" fmla="*/ 26108 h 26107"/>
                <a:gd name="connsiteX2" fmla="*/ 0 w 32951"/>
                <a:gd name="connsiteY2" fmla="*/ 13054 h 26107"/>
                <a:gd name="connsiteX3" fmla="*/ 16476 w 32951"/>
                <a:gd name="connsiteY3" fmla="*/ 0 h 26107"/>
                <a:gd name="connsiteX4" fmla="*/ 32951 w 32951"/>
                <a:gd name="connsiteY4" fmla="*/ 13054 h 2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951" h="26107">
                  <a:moveTo>
                    <a:pt x="32951" y="13054"/>
                  </a:moveTo>
                  <a:cubicBezTo>
                    <a:pt x="32951" y="20278"/>
                    <a:pt x="25601" y="26108"/>
                    <a:pt x="16476" y="26108"/>
                  </a:cubicBezTo>
                  <a:cubicBezTo>
                    <a:pt x="7351" y="26108"/>
                    <a:pt x="0" y="20278"/>
                    <a:pt x="0" y="13054"/>
                  </a:cubicBezTo>
                  <a:cubicBezTo>
                    <a:pt x="0" y="5830"/>
                    <a:pt x="7351" y="0"/>
                    <a:pt x="16476" y="0"/>
                  </a:cubicBezTo>
                  <a:cubicBezTo>
                    <a:pt x="25601" y="0"/>
                    <a:pt x="32951" y="5830"/>
                    <a:pt x="32951" y="1305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34" name="Freeform: Shape 4833">
              <a:extLst>
                <a:ext uri="{FF2B5EF4-FFF2-40B4-BE49-F238E27FC236}">
                  <a16:creationId xmlns:a16="http://schemas.microsoft.com/office/drawing/2014/main" id="{66345A41-1D66-879C-02F0-EBE1FCF3EEE2}"/>
                </a:ext>
              </a:extLst>
            </p:cNvPr>
            <p:cNvSpPr/>
            <p:nvPr/>
          </p:nvSpPr>
          <p:spPr>
            <a:xfrm>
              <a:off x="11377088" y="3015585"/>
              <a:ext cx="32190" cy="25600"/>
            </a:xfrm>
            <a:custGeom>
              <a:avLst/>
              <a:gdLst>
                <a:gd name="connsiteX0" fmla="*/ 32191 w 32190"/>
                <a:gd name="connsiteY0" fmla="*/ 12800 h 25600"/>
                <a:gd name="connsiteX1" fmla="*/ 16095 w 32190"/>
                <a:gd name="connsiteY1" fmla="*/ 25601 h 25600"/>
                <a:gd name="connsiteX2" fmla="*/ 0 w 32190"/>
                <a:gd name="connsiteY2" fmla="*/ 12800 h 25600"/>
                <a:gd name="connsiteX3" fmla="*/ 16095 w 32190"/>
                <a:gd name="connsiteY3" fmla="*/ 0 h 25600"/>
                <a:gd name="connsiteX4" fmla="*/ 32191 w 32190"/>
                <a:gd name="connsiteY4" fmla="*/ 12800 h 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90" h="25600">
                  <a:moveTo>
                    <a:pt x="32191" y="12800"/>
                  </a:moveTo>
                  <a:cubicBezTo>
                    <a:pt x="32191" y="19897"/>
                    <a:pt x="24967" y="25601"/>
                    <a:pt x="16095" y="25601"/>
                  </a:cubicBezTo>
                  <a:cubicBezTo>
                    <a:pt x="7224" y="25601"/>
                    <a:pt x="0" y="19897"/>
                    <a:pt x="0" y="12800"/>
                  </a:cubicBezTo>
                  <a:cubicBezTo>
                    <a:pt x="0" y="5703"/>
                    <a:pt x="7224" y="0"/>
                    <a:pt x="16095" y="0"/>
                  </a:cubicBezTo>
                  <a:cubicBezTo>
                    <a:pt x="24967" y="0"/>
                    <a:pt x="32191" y="5703"/>
                    <a:pt x="32191" y="1280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35" name="Freeform: Shape 4834">
              <a:extLst>
                <a:ext uri="{FF2B5EF4-FFF2-40B4-BE49-F238E27FC236}">
                  <a16:creationId xmlns:a16="http://schemas.microsoft.com/office/drawing/2014/main" id="{221640E3-7DBB-DF8C-6ACA-2EFF989D2287}"/>
                </a:ext>
              </a:extLst>
            </p:cNvPr>
            <p:cNvSpPr/>
            <p:nvPr/>
          </p:nvSpPr>
          <p:spPr>
            <a:xfrm>
              <a:off x="11389255" y="3119762"/>
              <a:ext cx="30670" cy="24333"/>
            </a:xfrm>
            <a:custGeom>
              <a:avLst/>
              <a:gdLst>
                <a:gd name="connsiteX0" fmla="*/ 30671 w 30670"/>
                <a:gd name="connsiteY0" fmla="*/ 12167 h 24333"/>
                <a:gd name="connsiteX1" fmla="*/ 15335 w 30670"/>
                <a:gd name="connsiteY1" fmla="*/ 24333 h 24333"/>
                <a:gd name="connsiteX2" fmla="*/ 0 w 30670"/>
                <a:gd name="connsiteY2" fmla="*/ 12167 h 24333"/>
                <a:gd name="connsiteX3" fmla="*/ 15335 w 30670"/>
                <a:gd name="connsiteY3" fmla="*/ 0 h 24333"/>
                <a:gd name="connsiteX4" fmla="*/ 30671 w 30670"/>
                <a:gd name="connsiteY4" fmla="*/ 12167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70" h="24333">
                  <a:moveTo>
                    <a:pt x="30671" y="12167"/>
                  </a:moveTo>
                  <a:cubicBezTo>
                    <a:pt x="30671" y="18884"/>
                    <a:pt x="23826" y="24333"/>
                    <a:pt x="15335" y="24333"/>
                  </a:cubicBezTo>
                  <a:cubicBezTo>
                    <a:pt x="6844" y="24333"/>
                    <a:pt x="0" y="18884"/>
                    <a:pt x="0" y="12167"/>
                  </a:cubicBezTo>
                  <a:cubicBezTo>
                    <a:pt x="0" y="5450"/>
                    <a:pt x="6844" y="0"/>
                    <a:pt x="15335" y="0"/>
                  </a:cubicBezTo>
                  <a:cubicBezTo>
                    <a:pt x="23826" y="0"/>
                    <a:pt x="30671" y="5450"/>
                    <a:pt x="30671" y="121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36" name="Freeform: Shape 4835">
              <a:extLst>
                <a:ext uri="{FF2B5EF4-FFF2-40B4-BE49-F238E27FC236}">
                  <a16:creationId xmlns:a16="http://schemas.microsoft.com/office/drawing/2014/main" id="{66A945DE-2C4D-8CF3-B271-4F3F7182106E}"/>
                </a:ext>
              </a:extLst>
            </p:cNvPr>
            <p:cNvSpPr/>
            <p:nvPr/>
          </p:nvSpPr>
          <p:spPr>
            <a:xfrm>
              <a:off x="11397746" y="3223939"/>
              <a:ext cx="29909" cy="23572"/>
            </a:xfrm>
            <a:custGeom>
              <a:avLst/>
              <a:gdLst>
                <a:gd name="connsiteX0" fmla="*/ 29910 w 29909"/>
                <a:gd name="connsiteY0" fmla="*/ 11786 h 23572"/>
                <a:gd name="connsiteX1" fmla="*/ 14955 w 29909"/>
                <a:gd name="connsiteY1" fmla="*/ 23573 h 23572"/>
                <a:gd name="connsiteX2" fmla="*/ 0 w 29909"/>
                <a:gd name="connsiteY2" fmla="*/ 11786 h 23572"/>
                <a:gd name="connsiteX3" fmla="*/ 14955 w 29909"/>
                <a:gd name="connsiteY3" fmla="*/ 0 h 23572"/>
                <a:gd name="connsiteX4" fmla="*/ 29910 w 29909"/>
                <a:gd name="connsiteY4" fmla="*/ 11786 h 2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909" h="23572">
                  <a:moveTo>
                    <a:pt x="29910" y="11786"/>
                  </a:moveTo>
                  <a:cubicBezTo>
                    <a:pt x="29910" y="18377"/>
                    <a:pt x="23192" y="23573"/>
                    <a:pt x="14955" y="23573"/>
                  </a:cubicBezTo>
                  <a:cubicBezTo>
                    <a:pt x="6717" y="23573"/>
                    <a:pt x="0" y="18250"/>
                    <a:pt x="0" y="11786"/>
                  </a:cubicBezTo>
                  <a:cubicBezTo>
                    <a:pt x="0" y="5323"/>
                    <a:pt x="6717" y="0"/>
                    <a:pt x="14955" y="0"/>
                  </a:cubicBezTo>
                  <a:cubicBezTo>
                    <a:pt x="23192" y="0"/>
                    <a:pt x="29910" y="5323"/>
                    <a:pt x="29910" y="1178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37" name="Freeform: Shape 4836">
              <a:extLst>
                <a:ext uri="{FF2B5EF4-FFF2-40B4-BE49-F238E27FC236}">
                  <a16:creationId xmlns:a16="http://schemas.microsoft.com/office/drawing/2014/main" id="{7AF36BE0-1E59-72BD-1239-536BD441409C}"/>
                </a:ext>
              </a:extLst>
            </p:cNvPr>
            <p:cNvSpPr/>
            <p:nvPr/>
          </p:nvSpPr>
          <p:spPr>
            <a:xfrm>
              <a:off x="11402942" y="3328116"/>
              <a:ext cx="29149" cy="23065"/>
            </a:xfrm>
            <a:custGeom>
              <a:avLst/>
              <a:gdLst>
                <a:gd name="connsiteX0" fmla="*/ 29149 w 29149"/>
                <a:gd name="connsiteY0" fmla="*/ 11533 h 23065"/>
                <a:gd name="connsiteX1" fmla="*/ 14575 w 29149"/>
                <a:gd name="connsiteY1" fmla="*/ 23066 h 23065"/>
                <a:gd name="connsiteX2" fmla="*/ 0 w 29149"/>
                <a:gd name="connsiteY2" fmla="*/ 11533 h 23065"/>
                <a:gd name="connsiteX3" fmla="*/ 14575 w 29149"/>
                <a:gd name="connsiteY3" fmla="*/ 0 h 23065"/>
                <a:gd name="connsiteX4" fmla="*/ 29149 w 29149"/>
                <a:gd name="connsiteY4" fmla="*/ 11533 h 23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9" h="23065">
                  <a:moveTo>
                    <a:pt x="29149" y="11533"/>
                  </a:moveTo>
                  <a:cubicBezTo>
                    <a:pt x="29149" y="17870"/>
                    <a:pt x="22686" y="23066"/>
                    <a:pt x="14575" y="23066"/>
                  </a:cubicBezTo>
                  <a:cubicBezTo>
                    <a:pt x="6464" y="23066"/>
                    <a:pt x="0" y="17870"/>
                    <a:pt x="0" y="11533"/>
                  </a:cubicBezTo>
                  <a:cubicBezTo>
                    <a:pt x="0" y="5196"/>
                    <a:pt x="6591" y="0"/>
                    <a:pt x="14575" y="0"/>
                  </a:cubicBezTo>
                  <a:cubicBezTo>
                    <a:pt x="22559" y="0"/>
                    <a:pt x="29149" y="5196"/>
                    <a:pt x="29149" y="1153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38" name="Freeform: Shape 4837">
              <a:extLst>
                <a:ext uri="{FF2B5EF4-FFF2-40B4-BE49-F238E27FC236}">
                  <a16:creationId xmlns:a16="http://schemas.microsoft.com/office/drawing/2014/main" id="{A8AD8812-FBFA-EEE1-4268-128A0256A8A0}"/>
                </a:ext>
              </a:extLst>
            </p:cNvPr>
            <p:cNvSpPr/>
            <p:nvPr/>
          </p:nvSpPr>
          <p:spPr>
            <a:xfrm>
              <a:off x="11529932" y="3432040"/>
              <a:ext cx="29022" cy="23066"/>
            </a:xfrm>
            <a:custGeom>
              <a:avLst/>
              <a:gdLst>
                <a:gd name="connsiteX0" fmla="*/ 29022 w 29022"/>
                <a:gd name="connsiteY0" fmla="*/ 11533 h 23066"/>
                <a:gd name="connsiteX1" fmla="*/ 14574 w 29022"/>
                <a:gd name="connsiteY1" fmla="*/ 23066 h 23066"/>
                <a:gd name="connsiteX2" fmla="*/ 0 w 29022"/>
                <a:gd name="connsiteY2" fmla="*/ 11533 h 23066"/>
                <a:gd name="connsiteX3" fmla="*/ 14574 w 29022"/>
                <a:gd name="connsiteY3" fmla="*/ 0 h 23066"/>
                <a:gd name="connsiteX4" fmla="*/ 29022 w 29022"/>
                <a:gd name="connsiteY4" fmla="*/ 11533 h 23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022" h="23066">
                  <a:moveTo>
                    <a:pt x="29022" y="11533"/>
                  </a:moveTo>
                  <a:cubicBezTo>
                    <a:pt x="29022" y="17870"/>
                    <a:pt x="22559" y="23066"/>
                    <a:pt x="14574" y="23066"/>
                  </a:cubicBezTo>
                  <a:cubicBezTo>
                    <a:pt x="6591" y="23066"/>
                    <a:pt x="0" y="17870"/>
                    <a:pt x="0" y="11533"/>
                  </a:cubicBezTo>
                  <a:cubicBezTo>
                    <a:pt x="0" y="5196"/>
                    <a:pt x="6464" y="0"/>
                    <a:pt x="14574" y="0"/>
                  </a:cubicBezTo>
                  <a:cubicBezTo>
                    <a:pt x="22685" y="0"/>
                    <a:pt x="29022" y="5196"/>
                    <a:pt x="29022" y="1153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39" name="Freeform: Shape 4838">
              <a:extLst>
                <a:ext uri="{FF2B5EF4-FFF2-40B4-BE49-F238E27FC236}">
                  <a16:creationId xmlns:a16="http://schemas.microsoft.com/office/drawing/2014/main" id="{61ADBBE0-5A11-4BD8-26A4-903C9413C7C4}"/>
                </a:ext>
              </a:extLst>
            </p:cNvPr>
            <p:cNvSpPr/>
            <p:nvPr/>
          </p:nvSpPr>
          <p:spPr>
            <a:xfrm>
              <a:off x="11528664" y="3536470"/>
              <a:ext cx="28389" cy="22305"/>
            </a:xfrm>
            <a:custGeom>
              <a:avLst/>
              <a:gdLst>
                <a:gd name="connsiteX0" fmla="*/ 28390 w 28389"/>
                <a:gd name="connsiteY0" fmla="*/ 11152 h 22305"/>
                <a:gd name="connsiteX1" fmla="*/ 14195 w 28389"/>
                <a:gd name="connsiteY1" fmla="*/ 22305 h 22305"/>
                <a:gd name="connsiteX2" fmla="*/ 0 w 28389"/>
                <a:gd name="connsiteY2" fmla="*/ 11152 h 22305"/>
                <a:gd name="connsiteX3" fmla="*/ 14195 w 28389"/>
                <a:gd name="connsiteY3" fmla="*/ 0 h 22305"/>
                <a:gd name="connsiteX4" fmla="*/ 28390 w 28389"/>
                <a:gd name="connsiteY4" fmla="*/ 11152 h 22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389" h="22305">
                  <a:moveTo>
                    <a:pt x="28390" y="11152"/>
                  </a:moveTo>
                  <a:cubicBezTo>
                    <a:pt x="28390" y="17363"/>
                    <a:pt x="22053" y="22305"/>
                    <a:pt x="14195" y="22305"/>
                  </a:cubicBezTo>
                  <a:cubicBezTo>
                    <a:pt x="6337" y="22305"/>
                    <a:pt x="0" y="17236"/>
                    <a:pt x="0" y="11152"/>
                  </a:cubicBezTo>
                  <a:cubicBezTo>
                    <a:pt x="0" y="5069"/>
                    <a:pt x="6337" y="0"/>
                    <a:pt x="14195" y="0"/>
                  </a:cubicBezTo>
                  <a:cubicBezTo>
                    <a:pt x="22053" y="0"/>
                    <a:pt x="28390" y="5069"/>
                    <a:pt x="28390" y="1115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40" name="Freeform: Shape 4839">
              <a:extLst>
                <a:ext uri="{FF2B5EF4-FFF2-40B4-BE49-F238E27FC236}">
                  <a16:creationId xmlns:a16="http://schemas.microsoft.com/office/drawing/2014/main" id="{550A8A82-D838-DB20-A054-11E27CC9CC16}"/>
                </a:ext>
              </a:extLst>
            </p:cNvPr>
            <p:cNvSpPr/>
            <p:nvPr/>
          </p:nvSpPr>
          <p:spPr>
            <a:xfrm>
              <a:off x="11524356" y="3640647"/>
              <a:ext cx="27501" cy="21798"/>
            </a:xfrm>
            <a:custGeom>
              <a:avLst/>
              <a:gdLst>
                <a:gd name="connsiteX0" fmla="*/ 27501 w 27501"/>
                <a:gd name="connsiteY0" fmla="*/ 10899 h 21798"/>
                <a:gd name="connsiteX1" fmla="*/ 13688 w 27501"/>
                <a:gd name="connsiteY1" fmla="*/ 21799 h 21798"/>
                <a:gd name="connsiteX2" fmla="*/ 0 w 27501"/>
                <a:gd name="connsiteY2" fmla="*/ 10899 h 21798"/>
                <a:gd name="connsiteX3" fmla="*/ 13688 w 27501"/>
                <a:gd name="connsiteY3" fmla="*/ 0 h 21798"/>
                <a:gd name="connsiteX4" fmla="*/ 27501 w 27501"/>
                <a:gd name="connsiteY4" fmla="*/ 10899 h 21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501" h="21798">
                  <a:moveTo>
                    <a:pt x="27501" y="10899"/>
                  </a:moveTo>
                  <a:cubicBezTo>
                    <a:pt x="27501" y="16983"/>
                    <a:pt x="21292" y="21799"/>
                    <a:pt x="13688" y="21799"/>
                  </a:cubicBezTo>
                  <a:cubicBezTo>
                    <a:pt x="6083" y="21799"/>
                    <a:pt x="0" y="16983"/>
                    <a:pt x="0" y="10899"/>
                  </a:cubicBezTo>
                  <a:cubicBezTo>
                    <a:pt x="0" y="4816"/>
                    <a:pt x="6210" y="0"/>
                    <a:pt x="13688" y="0"/>
                  </a:cubicBezTo>
                  <a:cubicBezTo>
                    <a:pt x="21165" y="0"/>
                    <a:pt x="27501" y="4943"/>
                    <a:pt x="27501" y="1089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41" name="Freeform: Shape 4840">
              <a:extLst>
                <a:ext uri="{FF2B5EF4-FFF2-40B4-BE49-F238E27FC236}">
                  <a16:creationId xmlns:a16="http://schemas.microsoft.com/office/drawing/2014/main" id="{6CED1BA8-441B-9364-6B2E-35B268D23292}"/>
                </a:ext>
              </a:extLst>
            </p:cNvPr>
            <p:cNvSpPr/>
            <p:nvPr/>
          </p:nvSpPr>
          <p:spPr>
            <a:xfrm>
              <a:off x="11516878" y="3744824"/>
              <a:ext cx="26615" cy="21164"/>
            </a:xfrm>
            <a:custGeom>
              <a:avLst/>
              <a:gdLst>
                <a:gd name="connsiteX0" fmla="*/ 26615 w 26615"/>
                <a:gd name="connsiteY0" fmla="*/ 10519 h 21164"/>
                <a:gd name="connsiteX1" fmla="*/ 13308 w 26615"/>
                <a:gd name="connsiteY1" fmla="*/ 21165 h 21164"/>
                <a:gd name="connsiteX2" fmla="*/ 0 w 26615"/>
                <a:gd name="connsiteY2" fmla="*/ 10519 h 21164"/>
                <a:gd name="connsiteX3" fmla="*/ 13308 w 26615"/>
                <a:gd name="connsiteY3" fmla="*/ 0 h 21164"/>
                <a:gd name="connsiteX4" fmla="*/ 26615 w 26615"/>
                <a:gd name="connsiteY4" fmla="*/ 10519 h 21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615" h="21164">
                  <a:moveTo>
                    <a:pt x="26615" y="10519"/>
                  </a:moveTo>
                  <a:cubicBezTo>
                    <a:pt x="26615" y="16349"/>
                    <a:pt x="20658" y="21165"/>
                    <a:pt x="13308" y="21165"/>
                  </a:cubicBezTo>
                  <a:cubicBezTo>
                    <a:pt x="5957" y="21165"/>
                    <a:pt x="0" y="16476"/>
                    <a:pt x="0" y="10519"/>
                  </a:cubicBezTo>
                  <a:cubicBezTo>
                    <a:pt x="0" y="4562"/>
                    <a:pt x="5957" y="0"/>
                    <a:pt x="13308" y="0"/>
                  </a:cubicBezTo>
                  <a:cubicBezTo>
                    <a:pt x="20658" y="0"/>
                    <a:pt x="26615" y="4689"/>
                    <a:pt x="26615" y="1051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42" name="Freeform: Shape 4841">
              <a:extLst>
                <a:ext uri="{FF2B5EF4-FFF2-40B4-BE49-F238E27FC236}">
                  <a16:creationId xmlns:a16="http://schemas.microsoft.com/office/drawing/2014/main" id="{8807EC5F-94A9-EE98-9A22-120099719C51}"/>
                </a:ext>
              </a:extLst>
            </p:cNvPr>
            <p:cNvSpPr/>
            <p:nvPr/>
          </p:nvSpPr>
          <p:spPr>
            <a:xfrm>
              <a:off x="11506106" y="3848747"/>
              <a:ext cx="25853" cy="20531"/>
            </a:xfrm>
            <a:custGeom>
              <a:avLst/>
              <a:gdLst>
                <a:gd name="connsiteX0" fmla="*/ 25854 w 25853"/>
                <a:gd name="connsiteY0" fmla="*/ 10266 h 20531"/>
                <a:gd name="connsiteX1" fmla="*/ 12927 w 25853"/>
                <a:gd name="connsiteY1" fmla="*/ 20531 h 20531"/>
                <a:gd name="connsiteX2" fmla="*/ 0 w 25853"/>
                <a:gd name="connsiteY2" fmla="*/ 10266 h 20531"/>
                <a:gd name="connsiteX3" fmla="*/ 12927 w 25853"/>
                <a:gd name="connsiteY3" fmla="*/ 0 h 20531"/>
                <a:gd name="connsiteX4" fmla="*/ 25854 w 25853"/>
                <a:gd name="connsiteY4" fmla="*/ 10266 h 20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853" h="20531">
                  <a:moveTo>
                    <a:pt x="25854" y="10266"/>
                  </a:moveTo>
                  <a:cubicBezTo>
                    <a:pt x="25854" y="15969"/>
                    <a:pt x="20025" y="20531"/>
                    <a:pt x="12927" y="20531"/>
                  </a:cubicBezTo>
                  <a:cubicBezTo>
                    <a:pt x="5830" y="20531"/>
                    <a:pt x="0" y="15969"/>
                    <a:pt x="0" y="10266"/>
                  </a:cubicBezTo>
                  <a:cubicBezTo>
                    <a:pt x="0" y="4563"/>
                    <a:pt x="5830" y="0"/>
                    <a:pt x="12927" y="0"/>
                  </a:cubicBezTo>
                  <a:cubicBezTo>
                    <a:pt x="20025" y="0"/>
                    <a:pt x="25854" y="4563"/>
                    <a:pt x="25854" y="1026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43" name="Freeform: Shape 4842">
              <a:extLst>
                <a:ext uri="{FF2B5EF4-FFF2-40B4-BE49-F238E27FC236}">
                  <a16:creationId xmlns:a16="http://schemas.microsoft.com/office/drawing/2014/main" id="{D07AA876-BF12-2437-505F-12AEFA410185}"/>
                </a:ext>
              </a:extLst>
            </p:cNvPr>
            <p:cNvSpPr/>
            <p:nvPr/>
          </p:nvSpPr>
          <p:spPr>
            <a:xfrm>
              <a:off x="11492038" y="3952291"/>
              <a:ext cx="25093" cy="19897"/>
            </a:xfrm>
            <a:custGeom>
              <a:avLst/>
              <a:gdLst>
                <a:gd name="connsiteX0" fmla="*/ 25093 w 25093"/>
                <a:gd name="connsiteY0" fmla="*/ 10012 h 19897"/>
                <a:gd name="connsiteX1" fmla="*/ 12547 w 25093"/>
                <a:gd name="connsiteY1" fmla="*/ 19897 h 19897"/>
                <a:gd name="connsiteX2" fmla="*/ 0 w 25093"/>
                <a:gd name="connsiteY2" fmla="*/ 10012 h 19897"/>
                <a:gd name="connsiteX3" fmla="*/ 12547 w 25093"/>
                <a:gd name="connsiteY3" fmla="*/ 0 h 19897"/>
                <a:gd name="connsiteX4" fmla="*/ 25093 w 25093"/>
                <a:gd name="connsiteY4" fmla="*/ 10012 h 19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93" h="19897">
                  <a:moveTo>
                    <a:pt x="25093" y="10012"/>
                  </a:moveTo>
                  <a:cubicBezTo>
                    <a:pt x="25093" y="15462"/>
                    <a:pt x="19517" y="19897"/>
                    <a:pt x="12547" y="19897"/>
                  </a:cubicBezTo>
                  <a:cubicBezTo>
                    <a:pt x="5576" y="19897"/>
                    <a:pt x="0" y="15462"/>
                    <a:pt x="0" y="10012"/>
                  </a:cubicBezTo>
                  <a:cubicBezTo>
                    <a:pt x="0" y="4562"/>
                    <a:pt x="5576" y="0"/>
                    <a:pt x="12547" y="0"/>
                  </a:cubicBezTo>
                  <a:cubicBezTo>
                    <a:pt x="19517" y="0"/>
                    <a:pt x="25093" y="4436"/>
                    <a:pt x="25093" y="1001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44" name="Freeform: Shape 4843">
              <a:extLst>
                <a:ext uri="{FF2B5EF4-FFF2-40B4-BE49-F238E27FC236}">
                  <a16:creationId xmlns:a16="http://schemas.microsoft.com/office/drawing/2014/main" id="{C8DEB1F9-76FD-08CD-A1D2-322A55FC4065}"/>
                </a:ext>
              </a:extLst>
            </p:cNvPr>
            <p:cNvSpPr/>
            <p:nvPr/>
          </p:nvSpPr>
          <p:spPr>
            <a:xfrm>
              <a:off x="11474928" y="4055707"/>
              <a:ext cx="24333" cy="19263"/>
            </a:xfrm>
            <a:custGeom>
              <a:avLst/>
              <a:gdLst>
                <a:gd name="connsiteX0" fmla="*/ 24334 w 24333"/>
                <a:gd name="connsiteY0" fmla="*/ 9632 h 19263"/>
                <a:gd name="connsiteX1" fmla="*/ 12167 w 24333"/>
                <a:gd name="connsiteY1" fmla="*/ 19264 h 19263"/>
                <a:gd name="connsiteX2" fmla="*/ 0 w 24333"/>
                <a:gd name="connsiteY2" fmla="*/ 9632 h 19263"/>
                <a:gd name="connsiteX3" fmla="*/ 12167 w 24333"/>
                <a:gd name="connsiteY3" fmla="*/ 0 h 19263"/>
                <a:gd name="connsiteX4" fmla="*/ 24334 w 24333"/>
                <a:gd name="connsiteY4" fmla="*/ 9632 h 19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33" h="19263">
                  <a:moveTo>
                    <a:pt x="24334" y="9632"/>
                  </a:moveTo>
                  <a:cubicBezTo>
                    <a:pt x="24334" y="14955"/>
                    <a:pt x="18884" y="19264"/>
                    <a:pt x="12167" y="19264"/>
                  </a:cubicBezTo>
                  <a:cubicBezTo>
                    <a:pt x="5450" y="19264"/>
                    <a:pt x="0" y="14955"/>
                    <a:pt x="0" y="9632"/>
                  </a:cubicBezTo>
                  <a:cubicBezTo>
                    <a:pt x="0" y="4309"/>
                    <a:pt x="5450" y="0"/>
                    <a:pt x="12167" y="0"/>
                  </a:cubicBezTo>
                  <a:cubicBezTo>
                    <a:pt x="18884" y="0"/>
                    <a:pt x="24334" y="4309"/>
                    <a:pt x="24334" y="963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45" name="Freeform: Shape 4844">
              <a:extLst>
                <a:ext uri="{FF2B5EF4-FFF2-40B4-BE49-F238E27FC236}">
                  <a16:creationId xmlns:a16="http://schemas.microsoft.com/office/drawing/2014/main" id="{07AA09FF-3753-E729-3278-E43EBCCD8A73}"/>
                </a:ext>
              </a:extLst>
            </p:cNvPr>
            <p:cNvSpPr/>
            <p:nvPr/>
          </p:nvSpPr>
          <p:spPr>
            <a:xfrm>
              <a:off x="11455031" y="4158997"/>
              <a:ext cx="22813" cy="18123"/>
            </a:xfrm>
            <a:custGeom>
              <a:avLst/>
              <a:gdLst>
                <a:gd name="connsiteX0" fmla="*/ 22813 w 22813"/>
                <a:gd name="connsiteY0" fmla="*/ 8998 h 18123"/>
                <a:gd name="connsiteX1" fmla="*/ 11407 w 22813"/>
                <a:gd name="connsiteY1" fmla="*/ 18123 h 18123"/>
                <a:gd name="connsiteX2" fmla="*/ 0 w 22813"/>
                <a:gd name="connsiteY2" fmla="*/ 8998 h 18123"/>
                <a:gd name="connsiteX3" fmla="*/ 11407 w 22813"/>
                <a:gd name="connsiteY3" fmla="*/ 0 h 18123"/>
                <a:gd name="connsiteX4" fmla="*/ 22813 w 22813"/>
                <a:gd name="connsiteY4" fmla="*/ 8998 h 18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13" h="18123">
                  <a:moveTo>
                    <a:pt x="22813" y="8998"/>
                  </a:moveTo>
                  <a:cubicBezTo>
                    <a:pt x="22813" y="14068"/>
                    <a:pt x="17743" y="18123"/>
                    <a:pt x="11407" y="18123"/>
                  </a:cubicBezTo>
                  <a:cubicBezTo>
                    <a:pt x="5070" y="18123"/>
                    <a:pt x="0" y="14068"/>
                    <a:pt x="0" y="8998"/>
                  </a:cubicBezTo>
                  <a:cubicBezTo>
                    <a:pt x="0" y="3929"/>
                    <a:pt x="5070" y="0"/>
                    <a:pt x="11407" y="0"/>
                  </a:cubicBezTo>
                  <a:cubicBezTo>
                    <a:pt x="17743" y="0"/>
                    <a:pt x="22813" y="4056"/>
                    <a:pt x="22813" y="89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46" name="Freeform: Shape 4845">
              <a:extLst>
                <a:ext uri="{FF2B5EF4-FFF2-40B4-BE49-F238E27FC236}">
                  <a16:creationId xmlns:a16="http://schemas.microsoft.com/office/drawing/2014/main" id="{88FC8259-FB83-8815-AF91-F2419A2D8B80}"/>
                </a:ext>
              </a:extLst>
            </p:cNvPr>
            <p:cNvSpPr/>
            <p:nvPr/>
          </p:nvSpPr>
          <p:spPr>
            <a:xfrm>
              <a:off x="11431585" y="4261526"/>
              <a:ext cx="22051" cy="17489"/>
            </a:xfrm>
            <a:custGeom>
              <a:avLst/>
              <a:gdLst>
                <a:gd name="connsiteX0" fmla="*/ 22052 w 22051"/>
                <a:gd name="connsiteY0" fmla="*/ 8745 h 17489"/>
                <a:gd name="connsiteX1" fmla="*/ 11026 w 22051"/>
                <a:gd name="connsiteY1" fmla="*/ 17490 h 17489"/>
                <a:gd name="connsiteX2" fmla="*/ 0 w 22051"/>
                <a:gd name="connsiteY2" fmla="*/ 8745 h 17489"/>
                <a:gd name="connsiteX3" fmla="*/ 11026 w 22051"/>
                <a:gd name="connsiteY3" fmla="*/ 0 h 17489"/>
                <a:gd name="connsiteX4" fmla="*/ 22052 w 22051"/>
                <a:gd name="connsiteY4" fmla="*/ 8745 h 1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051" h="17489">
                  <a:moveTo>
                    <a:pt x="22052" y="8745"/>
                  </a:moveTo>
                  <a:cubicBezTo>
                    <a:pt x="22052" y="13561"/>
                    <a:pt x="17109" y="17490"/>
                    <a:pt x="11026" y="17490"/>
                  </a:cubicBezTo>
                  <a:cubicBezTo>
                    <a:pt x="4943" y="17490"/>
                    <a:pt x="0" y="13561"/>
                    <a:pt x="0" y="8745"/>
                  </a:cubicBezTo>
                  <a:cubicBezTo>
                    <a:pt x="0" y="3929"/>
                    <a:pt x="4943" y="0"/>
                    <a:pt x="11026" y="0"/>
                  </a:cubicBezTo>
                  <a:cubicBezTo>
                    <a:pt x="17109" y="0"/>
                    <a:pt x="22052" y="3929"/>
                    <a:pt x="22052" y="874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47" name="Freeform: Shape 4846">
              <a:extLst>
                <a:ext uri="{FF2B5EF4-FFF2-40B4-BE49-F238E27FC236}">
                  <a16:creationId xmlns:a16="http://schemas.microsoft.com/office/drawing/2014/main" id="{0EB84C53-24B7-B82A-49A2-2505D8D46D96}"/>
                </a:ext>
              </a:extLst>
            </p:cNvPr>
            <p:cNvSpPr/>
            <p:nvPr/>
          </p:nvSpPr>
          <p:spPr>
            <a:xfrm>
              <a:off x="11404970" y="4363676"/>
              <a:ext cx="21418" cy="16982"/>
            </a:xfrm>
            <a:custGeom>
              <a:avLst/>
              <a:gdLst>
                <a:gd name="connsiteX0" fmla="*/ 21418 w 21418"/>
                <a:gd name="connsiteY0" fmla="*/ 8491 h 16982"/>
                <a:gd name="connsiteX1" fmla="*/ 10772 w 21418"/>
                <a:gd name="connsiteY1" fmla="*/ 16983 h 16982"/>
                <a:gd name="connsiteX2" fmla="*/ 0 w 21418"/>
                <a:gd name="connsiteY2" fmla="*/ 8491 h 16982"/>
                <a:gd name="connsiteX3" fmla="*/ 10772 w 21418"/>
                <a:gd name="connsiteY3" fmla="*/ 0 h 16982"/>
                <a:gd name="connsiteX4" fmla="*/ 21418 w 21418"/>
                <a:gd name="connsiteY4" fmla="*/ 8491 h 1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18" h="16982">
                  <a:moveTo>
                    <a:pt x="21418" y="8491"/>
                  </a:moveTo>
                  <a:cubicBezTo>
                    <a:pt x="21418" y="13181"/>
                    <a:pt x="16602" y="16983"/>
                    <a:pt x="10772" y="16983"/>
                  </a:cubicBezTo>
                  <a:cubicBezTo>
                    <a:pt x="4942" y="16983"/>
                    <a:pt x="0" y="13181"/>
                    <a:pt x="0" y="8491"/>
                  </a:cubicBezTo>
                  <a:cubicBezTo>
                    <a:pt x="0" y="3802"/>
                    <a:pt x="4816" y="0"/>
                    <a:pt x="10772" y="0"/>
                  </a:cubicBezTo>
                  <a:cubicBezTo>
                    <a:pt x="16728" y="0"/>
                    <a:pt x="21418" y="3802"/>
                    <a:pt x="21418" y="84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48" name="Freeform: Shape 4847">
              <a:extLst>
                <a:ext uri="{FF2B5EF4-FFF2-40B4-BE49-F238E27FC236}">
                  <a16:creationId xmlns:a16="http://schemas.microsoft.com/office/drawing/2014/main" id="{42AC981C-4F99-AE5F-BFCE-53396F90E58A}"/>
                </a:ext>
              </a:extLst>
            </p:cNvPr>
            <p:cNvSpPr/>
            <p:nvPr/>
          </p:nvSpPr>
          <p:spPr>
            <a:xfrm>
              <a:off x="11375441" y="4465064"/>
              <a:ext cx="20531" cy="16475"/>
            </a:xfrm>
            <a:custGeom>
              <a:avLst/>
              <a:gdLst>
                <a:gd name="connsiteX0" fmla="*/ 20531 w 20531"/>
                <a:gd name="connsiteY0" fmla="*/ 8238 h 16475"/>
                <a:gd name="connsiteX1" fmla="*/ 10266 w 20531"/>
                <a:gd name="connsiteY1" fmla="*/ 16476 h 16475"/>
                <a:gd name="connsiteX2" fmla="*/ 0 w 20531"/>
                <a:gd name="connsiteY2" fmla="*/ 8238 h 16475"/>
                <a:gd name="connsiteX3" fmla="*/ 10266 w 20531"/>
                <a:gd name="connsiteY3" fmla="*/ 0 h 16475"/>
                <a:gd name="connsiteX4" fmla="*/ 20531 w 20531"/>
                <a:gd name="connsiteY4" fmla="*/ 8238 h 16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31" h="16475">
                  <a:moveTo>
                    <a:pt x="20531" y="8238"/>
                  </a:moveTo>
                  <a:cubicBezTo>
                    <a:pt x="20531" y="12800"/>
                    <a:pt x="15969" y="16476"/>
                    <a:pt x="10266" y="16476"/>
                  </a:cubicBezTo>
                  <a:cubicBezTo>
                    <a:pt x="4562" y="16476"/>
                    <a:pt x="0" y="12800"/>
                    <a:pt x="0" y="8238"/>
                  </a:cubicBezTo>
                  <a:cubicBezTo>
                    <a:pt x="0" y="3675"/>
                    <a:pt x="4562" y="0"/>
                    <a:pt x="10266" y="0"/>
                  </a:cubicBezTo>
                  <a:cubicBezTo>
                    <a:pt x="15969" y="0"/>
                    <a:pt x="20531" y="3675"/>
                    <a:pt x="20531" y="823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49" name="Freeform: Shape 4848">
              <a:extLst>
                <a:ext uri="{FF2B5EF4-FFF2-40B4-BE49-F238E27FC236}">
                  <a16:creationId xmlns:a16="http://schemas.microsoft.com/office/drawing/2014/main" id="{CEAD43F9-355B-F019-9F54-318BD5850ADE}"/>
                </a:ext>
              </a:extLst>
            </p:cNvPr>
            <p:cNvSpPr/>
            <p:nvPr/>
          </p:nvSpPr>
          <p:spPr>
            <a:xfrm>
              <a:off x="11342996" y="4566326"/>
              <a:ext cx="19010" cy="15208"/>
            </a:xfrm>
            <a:custGeom>
              <a:avLst/>
              <a:gdLst>
                <a:gd name="connsiteX0" fmla="*/ 19010 w 19010"/>
                <a:gd name="connsiteY0" fmla="*/ 7604 h 15208"/>
                <a:gd name="connsiteX1" fmla="*/ 9505 w 19010"/>
                <a:gd name="connsiteY1" fmla="*/ 15208 h 15208"/>
                <a:gd name="connsiteX2" fmla="*/ 0 w 19010"/>
                <a:gd name="connsiteY2" fmla="*/ 7604 h 15208"/>
                <a:gd name="connsiteX3" fmla="*/ 9505 w 19010"/>
                <a:gd name="connsiteY3" fmla="*/ 0 h 15208"/>
                <a:gd name="connsiteX4" fmla="*/ 19010 w 19010"/>
                <a:gd name="connsiteY4" fmla="*/ 7604 h 15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10" h="15208">
                  <a:moveTo>
                    <a:pt x="19010" y="7604"/>
                  </a:moveTo>
                  <a:cubicBezTo>
                    <a:pt x="19010" y="11787"/>
                    <a:pt x="14701" y="15208"/>
                    <a:pt x="9505" y="15208"/>
                  </a:cubicBezTo>
                  <a:cubicBezTo>
                    <a:pt x="4309" y="15208"/>
                    <a:pt x="0" y="11787"/>
                    <a:pt x="0" y="7604"/>
                  </a:cubicBezTo>
                  <a:cubicBezTo>
                    <a:pt x="0" y="3422"/>
                    <a:pt x="4309" y="0"/>
                    <a:pt x="9505" y="0"/>
                  </a:cubicBezTo>
                  <a:cubicBezTo>
                    <a:pt x="14701" y="0"/>
                    <a:pt x="19010" y="3422"/>
                    <a:pt x="19010" y="760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50" name="Freeform: Shape 4849">
              <a:extLst>
                <a:ext uri="{FF2B5EF4-FFF2-40B4-BE49-F238E27FC236}">
                  <a16:creationId xmlns:a16="http://schemas.microsoft.com/office/drawing/2014/main" id="{6B5D25E8-4BF1-85B7-64CB-3344982FE929}"/>
                </a:ext>
              </a:extLst>
            </p:cNvPr>
            <p:cNvSpPr/>
            <p:nvPr/>
          </p:nvSpPr>
          <p:spPr>
            <a:xfrm>
              <a:off x="11307003" y="4666574"/>
              <a:ext cx="18250" cy="14448"/>
            </a:xfrm>
            <a:custGeom>
              <a:avLst/>
              <a:gdLst>
                <a:gd name="connsiteX0" fmla="*/ 18250 w 18250"/>
                <a:gd name="connsiteY0" fmla="*/ 7224 h 14448"/>
                <a:gd name="connsiteX1" fmla="*/ 9125 w 18250"/>
                <a:gd name="connsiteY1" fmla="*/ 14448 h 14448"/>
                <a:gd name="connsiteX2" fmla="*/ 0 w 18250"/>
                <a:gd name="connsiteY2" fmla="*/ 7224 h 14448"/>
                <a:gd name="connsiteX3" fmla="*/ 9125 w 18250"/>
                <a:gd name="connsiteY3" fmla="*/ 0 h 14448"/>
                <a:gd name="connsiteX4" fmla="*/ 18250 w 18250"/>
                <a:gd name="connsiteY4" fmla="*/ 7224 h 14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8">
                  <a:moveTo>
                    <a:pt x="18250" y="7224"/>
                  </a:moveTo>
                  <a:cubicBezTo>
                    <a:pt x="18250" y="11280"/>
                    <a:pt x="14194" y="14448"/>
                    <a:pt x="9125" y="14448"/>
                  </a:cubicBezTo>
                  <a:cubicBezTo>
                    <a:pt x="4056" y="14448"/>
                    <a:pt x="0" y="11153"/>
                    <a:pt x="0" y="7224"/>
                  </a:cubicBezTo>
                  <a:cubicBezTo>
                    <a:pt x="0" y="3295"/>
                    <a:pt x="4056" y="0"/>
                    <a:pt x="9125" y="0"/>
                  </a:cubicBezTo>
                  <a:cubicBezTo>
                    <a:pt x="14194" y="0"/>
                    <a:pt x="18250" y="3295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51" name="Freeform: Shape 4850">
              <a:extLst>
                <a:ext uri="{FF2B5EF4-FFF2-40B4-BE49-F238E27FC236}">
                  <a16:creationId xmlns:a16="http://schemas.microsoft.com/office/drawing/2014/main" id="{3D17728D-699A-4E93-9410-7CBB8828E994}"/>
                </a:ext>
              </a:extLst>
            </p:cNvPr>
            <p:cNvSpPr/>
            <p:nvPr/>
          </p:nvSpPr>
          <p:spPr>
            <a:xfrm>
              <a:off x="11267969" y="4766062"/>
              <a:ext cx="17742" cy="13941"/>
            </a:xfrm>
            <a:custGeom>
              <a:avLst/>
              <a:gdLst>
                <a:gd name="connsiteX0" fmla="*/ 17743 w 17742"/>
                <a:gd name="connsiteY0" fmla="*/ 6970 h 13941"/>
                <a:gd name="connsiteX1" fmla="*/ 8871 w 17742"/>
                <a:gd name="connsiteY1" fmla="*/ 13941 h 13941"/>
                <a:gd name="connsiteX2" fmla="*/ 0 w 17742"/>
                <a:gd name="connsiteY2" fmla="*/ 6970 h 13941"/>
                <a:gd name="connsiteX3" fmla="*/ 8871 w 17742"/>
                <a:gd name="connsiteY3" fmla="*/ 0 h 13941"/>
                <a:gd name="connsiteX4" fmla="*/ 17743 w 17742"/>
                <a:gd name="connsiteY4" fmla="*/ 6970 h 1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2" h="13941">
                  <a:moveTo>
                    <a:pt x="17743" y="6970"/>
                  </a:moveTo>
                  <a:cubicBezTo>
                    <a:pt x="17743" y="10899"/>
                    <a:pt x="13814" y="13941"/>
                    <a:pt x="8871" y="13941"/>
                  </a:cubicBezTo>
                  <a:cubicBezTo>
                    <a:pt x="3929" y="13941"/>
                    <a:pt x="0" y="10773"/>
                    <a:pt x="0" y="6970"/>
                  </a:cubicBezTo>
                  <a:cubicBezTo>
                    <a:pt x="0" y="3168"/>
                    <a:pt x="3929" y="0"/>
                    <a:pt x="8871" y="0"/>
                  </a:cubicBezTo>
                  <a:cubicBezTo>
                    <a:pt x="13814" y="0"/>
                    <a:pt x="17743" y="3168"/>
                    <a:pt x="17743" y="69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52" name="Freeform: Shape 4851">
              <a:extLst>
                <a:ext uri="{FF2B5EF4-FFF2-40B4-BE49-F238E27FC236}">
                  <a16:creationId xmlns:a16="http://schemas.microsoft.com/office/drawing/2014/main" id="{D965A957-3984-4F42-F54B-71BF7F440C1E}"/>
                </a:ext>
              </a:extLst>
            </p:cNvPr>
            <p:cNvSpPr/>
            <p:nvPr/>
          </p:nvSpPr>
          <p:spPr>
            <a:xfrm>
              <a:off x="11226019" y="4864790"/>
              <a:ext cx="16982" cy="13433"/>
            </a:xfrm>
            <a:custGeom>
              <a:avLst/>
              <a:gdLst>
                <a:gd name="connsiteX0" fmla="*/ 16982 w 16982"/>
                <a:gd name="connsiteY0" fmla="*/ 6717 h 13433"/>
                <a:gd name="connsiteX1" fmla="*/ 8491 w 16982"/>
                <a:gd name="connsiteY1" fmla="*/ 13434 h 13433"/>
                <a:gd name="connsiteX2" fmla="*/ 0 w 16982"/>
                <a:gd name="connsiteY2" fmla="*/ 6717 h 13433"/>
                <a:gd name="connsiteX3" fmla="*/ 8491 w 16982"/>
                <a:gd name="connsiteY3" fmla="*/ 0 h 13433"/>
                <a:gd name="connsiteX4" fmla="*/ 16982 w 16982"/>
                <a:gd name="connsiteY4" fmla="*/ 6717 h 13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82" h="13433">
                  <a:moveTo>
                    <a:pt x="16982" y="6717"/>
                  </a:moveTo>
                  <a:cubicBezTo>
                    <a:pt x="16982" y="10392"/>
                    <a:pt x="13180" y="13434"/>
                    <a:pt x="8491" y="13434"/>
                  </a:cubicBezTo>
                  <a:cubicBezTo>
                    <a:pt x="3802" y="13434"/>
                    <a:pt x="0" y="10519"/>
                    <a:pt x="0" y="6717"/>
                  </a:cubicBezTo>
                  <a:cubicBezTo>
                    <a:pt x="0" y="2915"/>
                    <a:pt x="3802" y="0"/>
                    <a:pt x="8491" y="0"/>
                  </a:cubicBezTo>
                  <a:cubicBezTo>
                    <a:pt x="13180" y="0"/>
                    <a:pt x="16982" y="2915"/>
                    <a:pt x="16982" y="671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53" name="Freeform: Shape 4852">
              <a:extLst>
                <a:ext uri="{FF2B5EF4-FFF2-40B4-BE49-F238E27FC236}">
                  <a16:creationId xmlns:a16="http://schemas.microsoft.com/office/drawing/2014/main" id="{3698825A-97B7-1C69-BBE3-1AD40D8542CC}"/>
                </a:ext>
              </a:extLst>
            </p:cNvPr>
            <p:cNvSpPr/>
            <p:nvPr/>
          </p:nvSpPr>
          <p:spPr>
            <a:xfrm>
              <a:off x="11181535" y="4962883"/>
              <a:ext cx="15461" cy="12420"/>
            </a:xfrm>
            <a:custGeom>
              <a:avLst/>
              <a:gdLst>
                <a:gd name="connsiteX0" fmla="*/ 15461 w 15461"/>
                <a:gd name="connsiteY0" fmla="*/ 6210 h 12420"/>
                <a:gd name="connsiteX1" fmla="*/ 7731 w 15461"/>
                <a:gd name="connsiteY1" fmla="*/ 12420 h 12420"/>
                <a:gd name="connsiteX2" fmla="*/ 0 w 15461"/>
                <a:gd name="connsiteY2" fmla="*/ 6210 h 12420"/>
                <a:gd name="connsiteX3" fmla="*/ 7731 w 15461"/>
                <a:gd name="connsiteY3" fmla="*/ 0 h 12420"/>
                <a:gd name="connsiteX4" fmla="*/ 15461 w 15461"/>
                <a:gd name="connsiteY4" fmla="*/ 6210 h 12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61" h="12420">
                  <a:moveTo>
                    <a:pt x="15461" y="6210"/>
                  </a:moveTo>
                  <a:cubicBezTo>
                    <a:pt x="15461" y="9632"/>
                    <a:pt x="12039" y="12420"/>
                    <a:pt x="7731" y="12420"/>
                  </a:cubicBezTo>
                  <a:cubicBezTo>
                    <a:pt x="3421" y="12420"/>
                    <a:pt x="0" y="9632"/>
                    <a:pt x="0" y="6210"/>
                  </a:cubicBezTo>
                  <a:cubicBezTo>
                    <a:pt x="0" y="2788"/>
                    <a:pt x="3548" y="0"/>
                    <a:pt x="7731" y="0"/>
                  </a:cubicBezTo>
                  <a:cubicBezTo>
                    <a:pt x="11913" y="0"/>
                    <a:pt x="15461" y="2788"/>
                    <a:pt x="15461" y="621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54" name="Freeform: Shape 4853">
              <a:extLst>
                <a:ext uri="{FF2B5EF4-FFF2-40B4-BE49-F238E27FC236}">
                  <a16:creationId xmlns:a16="http://schemas.microsoft.com/office/drawing/2014/main" id="{44424251-BE8D-3E58-F41D-FCCD9DC04292}"/>
                </a:ext>
              </a:extLst>
            </p:cNvPr>
            <p:cNvSpPr/>
            <p:nvPr/>
          </p:nvSpPr>
          <p:spPr>
            <a:xfrm>
              <a:off x="11133501" y="5059963"/>
              <a:ext cx="14701" cy="11659"/>
            </a:xfrm>
            <a:custGeom>
              <a:avLst/>
              <a:gdLst>
                <a:gd name="connsiteX0" fmla="*/ 14702 w 14701"/>
                <a:gd name="connsiteY0" fmla="*/ 5830 h 11659"/>
                <a:gd name="connsiteX1" fmla="*/ 7351 w 14701"/>
                <a:gd name="connsiteY1" fmla="*/ 11659 h 11659"/>
                <a:gd name="connsiteX2" fmla="*/ 0 w 14701"/>
                <a:gd name="connsiteY2" fmla="*/ 5830 h 11659"/>
                <a:gd name="connsiteX3" fmla="*/ 7351 w 14701"/>
                <a:gd name="connsiteY3" fmla="*/ 0 h 11659"/>
                <a:gd name="connsiteX4" fmla="*/ 14702 w 14701"/>
                <a:gd name="connsiteY4" fmla="*/ 5830 h 11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01" h="11659">
                  <a:moveTo>
                    <a:pt x="14702" y="5830"/>
                  </a:moveTo>
                  <a:cubicBezTo>
                    <a:pt x="14702" y="9125"/>
                    <a:pt x="11407" y="11659"/>
                    <a:pt x="7351" y="11659"/>
                  </a:cubicBezTo>
                  <a:cubicBezTo>
                    <a:pt x="3295" y="11659"/>
                    <a:pt x="0" y="9125"/>
                    <a:pt x="0" y="5830"/>
                  </a:cubicBezTo>
                  <a:cubicBezTo>
                    <a:pt x="0" y="2535"/>
                    <a:pt x="3295" y="0"/>
                    <a:pt x="7351" y="0"/>
                  </a:cubicBezTo>
                  <a:cubicBezTo>
                    <a:pt x="11407" y="0"/>
                    <a:pt x="14702" y="2535"/>
                    <a:pt x="14702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55" name="Freeform: Shape 4854">
              <a:extLst>
                <a:ext uri="{FF2B5EF4-FFF2-40B4-BE49-F238E27FC236}">
                  <a16:creationId xmlns:a16="http://schemas.microsoft.com/office/drawing/2014/main" id="{427944A9-92CB-FB72-2C1A-5634C9FF3CED}"/>
                </a:ext>
              </a:extLst>
            </p:cNvPr>
            <p:cNvSpPr/>
            <p:nvPr/>
          </p:nvSpPr>
          <p:spPr>
            <a:xfrm>
              <a:off x="11082934" y="5156156"/>
              <a:ext cx="13433" cy="10645"/>
            </a:xfrm>
            <a:custGeom>
              <a:avLst/>
              <a:gdLst>
                <a:gd name="connsiteX0" fmla="*/ 13434 w 13433"/>
                <a:gd name="connsiteY0" fmla="*/ 5323 h 10645"/>
                <a:gd name="connsiteX1" fmla="*/ 6717 w 13433"/>
                <a:gd name="connsiteY1" fmla="*/ 10646 h 10645"/>
                <a:gd name="connsiteX2" fmla="*/ 0 w 13433"/>
                <a:gd name="connsiteY2" fmla="*/ 5323 h 10645"/>
                <a:gd name="connsiteX3" fmla="*/ 6717 w 13433"/>
                <a:gd name="connsiteY3" fmla="*/ 0 h 10645"/>
                <a:gd name="connsiteX4" fmla="*/ 13434 w 13433"/>
                <a:gd name="connsiteY4" fmla="*/ 5323 h 1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33" h="10645">
                  <a:moveTo>
                    <a:pt x="13434" y="5323"/>
                  </a:moveTo>
                  <a:cubicBezTo>
                    <a:pt x="13434" y="8238"/>
                    <a:pt x="10392" y="10646"/>
                    <a:pt x="6717" y="10646"/>
                  </a:cubicBezTo>
                  <a:cubicBezTo>
                    <a:pt x="3042" y="10646"/>
                    <a:pt x="0" y="8238"/>
                    <a:pt x="0" y="5323"/>
                  </a:cubicBezTo>
                  <a:cubicBezTo>
                    <a:pt x="0" y="2408"/>
                    <a:pt x="3042" y="0"/>
                    <a:pt x="6717" y="0"/>
                  </a:cubicBezTo>
                  <a:lnTo>
                    <a:pt x="13434" y="532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56" name="Freeform: Shape 4855">
              <a:extLst>
                <a:ext uri="{FF2B5EF4-FFF2-40B4-BE49-F238E27FC236}">
                  <a16:creationId xmlns:a16="http://schemas.microsoft.com/office/drawing/2014/main" id="{40C9E6FA-0B90-4ADA-7AB1-8C0B9BBA4F4E}"/>
                </a:ext>
              </a:extLst>
            </p:cNvPr>
            <p:cNvSpPr/>
            <p:nvPr/>
          </p:nvSpPr>
          <p:spPr>
            <a:xfrm>
              <a:off x="11029198" y="5251208"/>
              <a:ext cx="12419" cy="10012"/>
            </a:xfrm>
            <a:custGeom>
              <a:avLst/>
              <a:gdLst>
                <a:gd name="connsiteX0" fmla="*/ 12420 w 12419"/>
                <a:gd name="connsiteY0" fmla="*/ 4943 h 10012"/>
                <a:gd name="connsiteX1" fmla="*/ 6210 w 12419"/>
                <a:gd name="connsiteY1" fmla="*/ 10012 h 10012"/>
                <a:gd name="connsiteX2" fmla="*/ 0 w 12419"/>
                <a:gd name="connsiteY2" fmla="*/ 4943 h 10012"/>
                <a:gd name="connsiteX3" fmla="*/ 6210 w 12419"/>
                <a:gd name="connsiteY3" fmla="*/ 0 h 10012"/>
                <a:gd name="connsiteX4" fmla="*/ 12420 w 12419"/>
                <a:gd name="connsiteY4" fmla="*/ 4943 h 1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19" h="10012">
                  <a:moveTo>
                    <a:pt x="12420" y="4943"/>
                  </a:moveTo>
                  <a:lnTo>
                    <a:pt x="6210" y="10012"/>
                  </a:lnTo>
                  <a:lnTo>
                    <a:pt x="0" y="4943"/>
                  </a:lnTo>
                  <a:lnTo>
                    <a:pt x="6210" y="0"/>
                  </a:lnTo>
                  <a:lnTo>
                    <a:pt x="12420" y="494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57" name="Freeform: Shape 4856">
              <a:extLst>
                <a:ext uri="{FF2B5EF4-FFF2-40B4-BE49-F238E27FC236}">
                  <a16:creationId xmlns:a16="http://schemas.microsoft.com/office/drawing/2014/main" id="{42B97082-1CF2-DAED-F3A5-45B5FA52DF4C}"/>
                </a:ext>
              </a:extLst>
            </p:cNvPr>
            <p:cNvSpPr/>
            <p:nvPr/>
          </p:nvSpPr>
          <p:spPr>
            <a:xfrm>
              <a:off x="10972673" y="5345372"/>
              <a:ext cx="11279" cy="8871"/>
            </a:xfrm>
            <a:custGeom>
              <a:avLst/>
              <a:gdLst>
                <a:gd name="connsiteX0" fmla="*/ 11280 w 11279"/>
                <a:gd name="connsiteY0" fmla="*/ 4436 h 8871"/>
                <a:gd name="connsiteX1" fmla="*/ 5703 w 11279"/>
                <a:gd name="connsiteY1" fmla="*/ 8872 h 8871"/>
                <a:gd name="connsiteX2" fmla="*/ 0 w 11279"/>
                <a:gd name="connsiteY2" fmla="*/ 4436 h 8871"/>
                <a:gd name="connsiteX3" fmla="*/ 5703 w 11279"/>
                <a:gd name="connsiteY3" fmla="*/ 0 h 8871"/>
                <a:gd name="connsiteX4" fmla="*/ 11280 w 11279"/>
                <a:gd name="connsiteY4" fmla="*/ 4436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79" h="8871">
                  <a:moveTo>
                    <a:pt x="11280" y="4436"/>
                  </a:moveTo>
                  <a:lnTo>
                    <a:pt x="5703" y="8872"/>
                  </a:lnTo>
                  <a:lnTo>
                    <a:pt x="0" y="4436"/>
                  </a:lnTo>
                  <a:lnTo>
                    <a:pt x="5703" y="0"/>
                  </a:lnTo>
                  <a:lnTo>
                    <a:pt x="11280" y="44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58" name="Freeform: Shape 4857">
              <a:extLst>
                <a:ext uri="{FF2B5EF4-FFF2-40B4-BE49-F238E27FC236}">
                  <a16:creationId xmlns:a16="http://schemas.microsoft.com/office/drawing/2014/main" id="{D5870C8F-20E0-A46F-D51A-53C86D357C92}"/>
                </a:ext>
              </a:extLst>
            </p:cNvPr>
            <p:cNvSpPr/>
            <p:nvPr/>
          </p:nvSpPr>
          <p:spPr>
            <a:xfrm>
              <a:off x="10913108" y="5438143"/>
              <a:ext cx="10518" cy="8364"/>
            </a:xfrm>
            <a:custGeom>
              <a:avLst/>
              <a:gdLst>
                <a:gd name="connsiteX0" fmla="*/ 10519 w 10518"/>
                <a:gd name="connsiteY0" fmla="*/ 4182 h 8364"/>
                <a:gd name="connsiteX1" fmla="*/ 5196 w 10518"/>
                <a:gd name="connsiteY1" fmla="*/ 8365 h 8364"/>
                <a:gd name="connsiteX2" fmla="*/ 0 w 10518"/>
                <a:gd name="connsiteY2" fmla="*/ 4182 h 8364"/>
                <a:gd name="connsiteX3" fmla="*/ 5196 w 10518"/>
                <a:gd name="connsiteY3" fmla="*/ 0 h 8364"/>
                <a:gd name="connsiteX4" fmla="*/ 10519 w 10518"/>
                <a:gd name="connsiteY4" fmla="*/ 4182 h 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18" h="8364">
                  <a:moveTo>
                    <a:pt x="10519" y="4182"/>
                  </a:moveTo>
                  <a:lnTo>
                    <a:pt x="5196" y="8365"/>
                  </a:lnTo>
                  <a:lnTo>
                    <a:pt x="0" y="4182"/>
                  </a:lnTo>
                  <a:lnTo>
                    <a:pt x="5196" y="0"/>
                  </a:lnTo>
                  <a:lnTo>
                    <a:pt x="10519" y="41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59" name="Freeform: Shape 4858">
              <a:extLst>
                <a:ext uri="{FF2B5EF4-FFF2-40B4-BE49-F238E27FC236}">
                  <a16:creationId xmlns:a16="http://schemas.microsoft.com/office/drawing/2014/main" id="{61F2660C-270E-14F1-EA2D-6B8E212C47B0}"/>
                </a:ext>
              </a:extLst>
            </p:cNvPr>
            <p:cNvSpPr/>
            <p:nvPr/>
          </p:nvSpPr>
          <p:spPr>
            <a:xfrm>
              <a:off x="10851007" y="5529900"/>
              <a:ext cx="9124" cy="7350"/>
            </a:xfrm>
            <a:custGeom>
              <a:avLst/>
              <a:gdLst>
                <a:gd name="connsiteX0" fmla="*/ 9125 w 9124"/>
                <a:gd name="connsiteY0" fmla="*/ 3675 h 7350"/>
                <a:gd name="connsiteX1" fmla="*/ 4562 w 9124"/>
                <a:gd name="connsiteY1" fmla="*/ 7351 h 7350"/>
                <a:gd name="connsiteX2" fmla="*/ 0 w 9124"/>
                <a:gd name="connsiteY2" fmla="*/ 3675 h 7350"/>
                <a:gd name="connsiteX3" fmla="*/ 4562 w 9124"/>
                <a:gd name="connsiteY3" fmla="*/ 0 h 7350"/>
                <a:gd name="connsiteX4" fmla="*/ 9125 w 9124"/>
                <a:gd name="connsiteY4" fmla="*/ 3675 h 7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4" h="7350">
                  <a:moveTo>
                    <a:pt x="9125" y="3675"/>
                  </a:moveTo>
                  <a:lnTo>
                    <a:pt x="4562" y="7351"/>
                  </a:lnTo>
                  <a:lnTo>
                    <a:pt x="0" y="3675"/>
                  </a:lnTo>
                  <a:lnTo>
                    <a:pt x="4562" y="0"/>
                  </a:lnTo>
                  <a:lnTo>
                    <a:pt x="9125" y="367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60" name="Freeform: Shape 4859">
              <a:extLst>
                <a:ext uri="{FF2B5EF4-FFF2-40B4-BE49-F238E27FC236}">
                  <a16:creationId xmlns:a16="http://schemas.microsoft.com/office/drawing/2014/main" id="{C0EBC8AE-98CC-F237-8B98-6CE706A36E68}"/>
                </a:ext>
              </a:extLst>
            </p:cNvPr>
            <p:cNvSpPr/>
            <p:nvPr/>
          </p:nvSpPr>
          <p:spPr>
            <a:xfrm>
              <a:off x="10785865" y="5620263"/>
              <a:ext cx="8365" cy="6716"/>
            </a:xfrm>
            <a:custGeom>
              <a:avLst/>
              <a:gdLst>
                <a:gd name="connsiteX0" fmla="*/ 8365 w 8365"/>
                <a:gd name="connsiteY0" fmla="*/ 3422 h 6716"/>
                <a:gd name="connsiteX1" fmla="*/ 4183 w 8365"/>
                <a:gd name="connsiteY1" fmla="*/ 6717 h 6716"/>
                <a:gd name="connsiteX2" fmla="*/ 0 w 8365"/>
                <a:gd name="connsiteY2" fmla="*/ 3422 h 6716"/>
                <a:gd name="connsiteX3" fmla="*/ 4183 w 8365"/>
                <a:gd name="connsiteY3" fmla="*/ 0 h 6716"/>
                <a:gd name="connsiteX4" fmla="*/ 8365 w 8365"/>
                <a:gd name="connsiteY4" fmla="*/ 3422 h 6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65" h="6716">
                  <a:moveTo>
                    <a:pt x="8365" y="3422"/>
                  </a:moveTo>
                  <a:lnTo>
                    <a:pt x="4183" y="6717"/>
                  </a:lnTo>
                  <a:lnTo>
                    <a:pt x="0" y="3422"/>
                  </a:lnTo>
                  <a:lnTo>
                    <a:pt x="4183" y="0"/>
                  </a:lnTo>
                  <a:lnTo>
                    <a:pt x="8365" y="342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61" name="Freeform: Shape 4860">
              <a:extLst>
                <a:ext uri="{FF2B5EF4-FFF2-40B4-BE49-F238E27FC236}">
                  <a16:creationId xmlns:a16="http://schemas.microsoft.com/office/drawing/2014/main" id="{7CE4C53F-A135-9130-C653-9F8C087F6440}"/>
                </a:ext>
              </a:extLst>
            </p:cNvPr>
            <p:cNvSpPr/>
            <p:nvPr/>
          </p:nvSpPr>
          <p:spPr>
            <a:xfrm>
              <a:off x="10718061" y="5709485"/>
              <a:ext cx="7224" cy="5829"/>
            </a:xfrm>
            <a:custGeom>
              <a:avLst/>
              <a:gdLst>
                <a:gd name="connsiteX0" fmla="*/ 7224 w 7224"/>
                <a:gd name="connsiteY0" fmla="*/ 2915 h 5829"/>
                <a:gd name="connsiteX1" fmla="*/ 3675 w 7224"/>
                <a:gd name="connsiteY1" fmla="*/ 5830 h 5829"/>
                <a:gd name="connsiteX2" fmla="*/ 0 w 7224"/>
                <a:gd name="connsiteY2" fmla="*/ 2915 h 5829"/>
                <a:gd name="connsiteX3" fmla="*/ 3675 w 7224"/>
                <a:gd name="connsiteY3" fmla="*/ 0 h 5829"/>
                <a:gd name="connsiteX4" fmla="*/ 7224 w 7224"/>
                <a:gd name="connsiteY4" fmla="*/ 2915 h 5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24" h="5829">
                  <a:moveTo>
                    <a:pt x="7224" y="2915"/>
                  </a:moveTo>
                  <a:lnTo>
                    <a:pt x="3675" y="5830"/>
                  </a:lnTo>
                  <a:lnTo>
                    <a:pt x="0" y="2915"/>
                  </a:lnTo>
                  <a:lnTo>
                    <a:pt x="3675" y="0"/>
                  </a:lnTo>
                  <a:lnTo>
                    <a:pt x="7224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62" name="Freeform: Shape 4861">
              <a:extLst>
                <a:ext uri="{FF2B5EF4-FFF2-40B4-BE49-F238E27FC236}">
                  <a16:creationId xmlns:a16="http://schemas.microsoft.com/office/drawing/2014/main" id="{FE4D58A6-523B-A603-2540-53D52FDF2667}"/>
                </a:ext>
              </a:extLst>
            </p:cNvPr>
            <p:cNvSpPr/>
            <p:nvPr/>
          </p:nvSpPr>
          <p:spPr>
            <a:xfrm>
              <a:off x="10647089" y="5796932"/>
              <a:ext cx="7224" cy="5829"/>
            </a:xfrm>
            <a:custGeom>
              <a:avLst/>
              <a:gdLst>
                <a:gd name="connsiteX0" fmla="*/ 7224 w 7224"/>
                <a:gd name="connsiteY0" fmla="*/ 2915 h 5829"/>
                <a:gd name="connsiteX1" fmla="*/ 3676 w 7224"/>
                <a:gd name="connsiteY1" fmla="*/ 5830 h 5829"/>
                <a:gd name="connsiteX2" fmla="*/ 0 w 7224"/>
                <a:gd name="connsiteY2" fmla="*/ 2915 h 5829"/>
                <a:gd name="connsiteX3" fmla="*/ 3676 w 7224"/>
                <a:gd name="connsiteY3" fmla="*/ 0 h 5829"/>
                <a:gd name="connsiteX4" fmla="*/ 7224 w 7224"/>
                <a:gd name="connsiteY4" fmla="*/ 2915 h 5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24" h="5829">
                  <a:moveTo>
                    <a:pt x="7224" y="2915"/>
                  </a:moveTo>
                  <a:lnTo>
                    <a:pt x="3676" y="5830"/>
                  </a:lnTo>
                  <a:lnTo>
                    <a:pt x="0" y="2915"/>
                  </a:lnTo>
                  <a:lnTo>
                    <a:pt x="3676" y="0"/>
                  </a:lnTo>
                  <a:lnTo>
                    <a:pt x="7224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63" name="Freeform: Shape 4862">
              <a:extLst>
                <a:ext uri="{FF2B5EF4-FFF2-40B4-BE49-F238E27FC236}">
                  <a16:creationId xmlns:a16="http://schemas.microsoft.com/office/drawing/2014/main" id="{310FEDD6-CE18-3992-5675-9B1ADB99925C}"/>
                </a:ext>
              </a:extLst>
            </p:cNvPr>
            <p:cNvSpPr/>
            <p:nvPr/>
          </p:nvSpPr>
          <p:spPr>
            <a:xfrm>
              <a:off x="10574089" y="5883493"/>
              <a:ext cx="5956" cy="4689"/>
            </a:xfrm>
            <a:custGeom>
              <a:avLst/>
              <a:gdLst>
                <a:gd name="connsiteX0" fmla="*/ 5956 w 5956"/>
                <a:gd name="connsiteY0" fmla="*/ 2281 h 4689"/>
                <a:gd name="connsiteX1" fmla="*/ 2915 w 5956"/>
                <a:gd name="connsiteY1" fmla="*/ 4689 h 4689"/>
                <a:gd name="connsiteX2" fmla="*/ 0 w 5956"/>
                <a:gd name="connsiteY2" fmla="*/ 2281 h 4689"/>
                <a:gd name="connsiteX3" fmla="*/ 2915 w 5956"/>
                <a:gd name="connsiteY3" fmla="*/ 0 h 4689"/>
                <a:gd name="connsiteX4" fmla="*/ 5956 w 5956"/>
                <a:gd name="connsiteY4" fmla="*/ 2281 h 4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6" h="4689">
                  <a:moveTo>
                    <a:pt x="5956" y="2281"/>
                  </a:moveTo>
                  <a:lnTo>
                    <a:pt x="2915" y="4689"/>
                  </a:lnTo>
                  <a:lnTo>
                    <a:pt x="0" y="2281"/>
                  </a:lnTo>
                  <a:lnTo>
                    <a:pt x="2915" y="0"/>
                  </a:lnTo>
                  <a:lnTo>
                    <a:pt x="5956" y="22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64" name="Freeform: Shape 4863">
              <a:extLst>
                <a:ext uri="{FF2B5EF4-FFF2-40B4-BE49-F238E27FC236}">
                  <a16:creationId xmlns:a16="http://schemas.microsoft.com/office/drawing/2014/main" id="{5C59C4B3-B3EA-1788-5CDD-A56A5037AACE}"/>
                </a:ext>
              </a:extLst>
            </p:cNvPr>
            <p:cNvSpPr/>
            <p:nvPr/>
          </p:nvSpPr>
          <p:spPr>
            <a:xfrm>
              <a:off x="10498174" y="5968279"/>
              <a:ext cx="5196" cy="4182"/>
            </a:xfrm>
            <a:custGeom>
              <a:avLst/>
              <a:gdLst>
                <a:gd name="connsiteX0" fmla="*/ 5197 w 5196"/>
                <a:gd name="connsiteY0" fmla="*/ 2155 h 4182"/>
                <a:gd name="connsiteX1" fmla="*/ 2535 w 5196"/>
                <a:gd name="connsiteY1" fmla="*/ 4183 h 4182"/>
                <a:gd name="connsiteX2" fmla="*/ 0 w 5196"/>
                <a:gd name="connsiteY2" fmla="*/ 2155 h 4182"/>
                <a:gd name="connsiteX3" fmla="*/ 2535 w 5196"/>
                <a:gd name="connsiteY3" fmla="*/ 0 h 4182"/>
                <a:gd name="connsiteX4" fmla="*/ 5197 w 5196"/>
                <a:gd name="connsiteY4" fmla="*/ 2155 h 4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96" h="4182">
                  <a:moveTo>
                    <a:pt x="5197" y="2155"/>
                  </a:moveTo>
                  <a:lnTo>
                    <a:pt x="2535" y="4183"/>
                  </a:lnTo>
                  <a:lnTo>
                    <a:pt x="0" y="2155"/>
                  </a:lnTo>
                  <a:lnTo>
                    <a:pt x="2535" y="0"/>
                  </a:lnTo>
                  <a:lnTo>
                    <a:pt x="5197" y="215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65" name="Freeform: Shape 4864">
              <a:extLst>
                <a:ext uri="{FF2B5EF4-FFF2-40B4-BE49-F238E27FC236}">
                  <a16:creationId xmlns:a16="http://schemas.microsoft.com/office/drawing/2014/main" id="{AF6C6BAD-5363-F374-7EA9-658DD56D6A9F}"/>
                </a:ext>
              </a:extLst>
            </p:cNvPr>
            <p:cNvSpPr/>
            <p:nvPr/>
          </p:nvSpPr>
          <p:spPr>
            <a:xfrm>
              <a:off x="10419851" y="6051925"/>
              <a:ext cx="4182" cy="3168"/>
            </a:xfrm>
            <a:custGeom>
              <a:avLst/>
              <a:gdLst>
                <a:gd name="connsiteX0" fmla="*/ 4183 w 4182"/>
                <a:gd name="connsiteY0" fmla="*/ 1521 h 3168"/>
                <a:gd name="connsiteX1" fmla="*/ 2028 w 4182"/>
                <a:gd name="connsiteY1" fmla="*/ 3168 h 3168"/>
                <a:gd name="connsiteX2" fmla="*/ 0 w 4182"/>
                <a:gd name="connsiteY2" fmla="*/ 1521 h 3168"/>
                <a:gd name="connsiteX3" fmla="*/ 2028 w 4182"/>
                <a:gd name="connsiteY3" fmla="*/ 0 h 3168"/>
                <a:gd name="connsiteX4" fmla="*/ 4183 w 4182"/>
                <a:gd name="connsiteY4" fmla="*/ 1521 h 3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2" h="3168">
                  <a:moveTo>
                    <a:pt x="4183" y="1521"/>
                  </a:moveTo>
                  <a:lnTo>
                    <a:pt x="2028" y="3168"/>
                  </a:lnTo>
                  <a:lnTo>
                    <a:pt x="0" y="1521"/>
                  </a:lnTo>
                  <a:lnTo>
                    <a:pt x="2028" y="0"/>
                  </a:lnTo>
                  <a:lnTo>
                    <a:pt x="4183" y="152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66" name="Freeform: Shape 4865">
              <a:extLst>
                <a:ext uri="{FF2B5EF4-FFF2-40B4-BE49-F238E27FC236}">
                  <a16:creationId xmlns:a16="http://schemas.microsoft.com/office/drawing/2014/main" id="{369A099A-2CA6-D855-063F-663FF85B71A4}"/>
                </a:ext>
              </a:extLst>
            </p:cNvPr>
            <p:cNvSpPr/>
            <p:nvPr/>
          </p:nvSpPr>
          <p:spPr>
            <a:xfrm>
              <a:off x="10339121" y="6133923"/>
              <a:ext cx="2915" cy="2281"/>
            </a:xfrm>
            <a:custGeom>
              <a:avLst/>
              <a:gdLst>
                <a:gd name="connsiteX0" fmla="*/ 2915 w 2915"/>
                <a:gd name="connsiteY0" fmla="*/ 1141 h 2281"/>
                <a:gd name="connsiteX1" fmla="*/ 1394 w 2915"/>
                <a:gd name="connsiteY1" fmla="*/ 2281 h 2281"/>
                <a:gd name="connsiteX2" fmla="*/ 0 w 2915"/>
                <a:gd name="connsiteY2" fmla="*/ 1141 h 2281"/>
                <a:gd name="connsiteX3" fmla="*/ 1394 w 2915"/>
                <a:gd name="connsiteY3" fmla="*/ 0 h 2281"/>
                <a:gd name="connsiteX4" fmla="*/ 2915 w 2915"/>
                <a:gd name="connsiteY4" fmla="*/ 1141 h 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5" h="2281">
                  <a:moveTo>
                    <a:pt x="2915" y="1141"/>
                  </a:moveTo>
                  <a:lnTo>
                    <a:pt x="1394" y="2281"/>
                  </a:lnTo>
                  <a:lnTo>
                    <a:pt x="0" y="1141"/>
                  </a:lnTo>
                  <a:lnTo>
                    <a:pt x="1394" y="0"/>
                  </a:lnTo>
                  <a:lnTo>
                    <a:pt x="2915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67" name="Freeform: Shape 4866">
              <a:extLst>
                <a:ext uri="{FF2B5EF4-FFF2-40B4-BE49-F238E27FC236}">
                  <a16:creationId xmlns:a16="http://schemas.microsoft.com/office/drawing/2014/main" id="{CF82CA28-FEB6-B4C2-C604-26C5AF407C58}"/>
                </a:ext>
              </a:extLst>
            </p:cNvPr>
            <p:cNvSpPr/>
            <p:nvPr/>
          </p:nvSpPr>
          <p:spPr>
            <a:xfrm>
              <a:off x="10255475" y="6214021"/>
              <a:ext cx="2408" cy="1900"/>
            </a:xfrm>
            <a:custGeom>
              <a:avLst/>
              <a:gdLst>
                <a:gd name="connsiteX0" fmla="*/ 2408 w 2408"/>
                <a:gd name="connsiteY0" fmla="*/ 1014 h 1900"/>
                <a:gd name="connsiteX1" fmla="*/ 1267 w 2408"/>
                <a:gd name="connsiteY1" fmla="*/ 1901 h 1900"/>
                <a:gd name="connsiteX2" fmla="*/ 0 w 2408"/>
                <a:gd name="connsiteY2" fmla="*/ 1014 h 1900"/>
                <a:gd name="connsiteX3" fmla="*/ 1267 w 2408"/>
                <a:gd name="connsiteY3" fmla="*/ 0 h 1900"/>
                <a:gd name="connsiteX4" fmla="*/ 2408 w 2408"/>
                <a:gd name="connsiteY4" fmla="*/ 1014 h 1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8" h="1900">
                  <a:moveTo>
                    <a:pt x="2408" y="1014"/>
                  </a:moveTo>
                  <a:lnTo>
                    <a:pt x="1267" y="1901"/>
                  </a:lnTo>
                  <a:lnTo>
                    <a:pt x="0" y="1014"/>
                  </a:lnTo>
                  <a:lnTo>
                    <a:pt x="1267" y="0"/>
                  </a:lnTo>
                  <a:lnTo>
                    <a:pt x="2408" y="101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68" name="Freeform: Shape 4867">
              <a:extLst>
                <a:ext uri="{FF2B5EF4-FFF2-40B4-BE49-F238E27FC236}">
                  <a16:creationId xmlns:a16="http://schemas.microsoft.com/office/drawing/2014/main" id="{9A310A76-580D-AD78-8961-A5831B826EDD}"/>
                </a:ext>
              </a:extLst>
            </p:cNvPr>
            <p:cNvSpPr/>
            <p:nvPr/>
          </p:nvSpPr>
          <p:spPr>
            <a:xfrm>
              <a:off x="10169548" y="6292597"/>
              <a:ext cx="1647" cy="1393"/>
            </a:xfrm>
            <a:custGeom>
              <a:avLst/>
              <a:gdLst>
                <a:gd name="connsiteX0" fmla="*/ 1648 w 1647"/>
                <a:gd name="connsiteY0" fmla="*/ 634 h 1393"/>
                <a:gd name="connsiteX1" fmla="*/ 760 w 1647"/>
                <a:gd name="connsiteY1" fmla="*/ 1394 h 1393"/>
                <a:gd name="connsiteX2" fmla="*/ 0 w 1647"/>
                <a:gd name="connsiteY2" fmla="*/ 634 h 1393"/>
                <a:gd name="connsiteX3" fmla="*/ 760 w 1647"/>
                <a:gd name="connsiteY3" fmla="*/ 0 h 1393"/>
                <a:gd name="connsiteX4" fmla="*/ 1648 w 1647"/>
                <a:gd name="connsiteY4" fmla="*/ 634 h 1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7" h="1393">
                  <a:moveTo>
                    <a:pt x="1648" y="634"/>
                  </a:moveTo>
                  <a:lnTo>
                    <a:pt x="760" y="1394"/>
                  </a:lnTo>
                  <a:lnTo>
                    <a:pt x="0" y="634"/>
                  </a:lnTo>
                  <a:lnTo>
                    <a:pt x="760" y="0"/>
                  </a:lnTo>
                  <a:lnTo>
                    <a:pt x="1648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69" name="Freeform: Shape 4868">
              <a:extLst>
                <a:ext uri="{FF2B5EF4-FFF2-40B4-BE49-F238E27FC236}">
                  <a16:creationId xmlns:a16="http://schemas.microsoft.com/office/drawing/2014/main" id="{029C7493-6AA2-85D5-0CC8-E39F8D161EBC}"/>
                </a:ext>
              </a:extLst>
            </p:cNvPr>
            <p:cNvSpPr/>
            <p:nvPr/>
          </p:nvSpPr>
          <p:spPr>
            <a:xfrm>
              <a:off x="10081340" y="6369525"/>
              <a:ext cx="760" cy="633"/>
            </a:xfrm>
            <a:custGeom>
              <a:avLst/>
              <a:gdLst>
                <a:gd name="connsiteX0" fmla="*/ 760 w 760"/>
                <a:gd name="connsiteY0" fmla="*/ 380 h 633"/>
                <a:gd name="connsiteX1" fmla="*/ 380 w 760"/>
                <a:gd name="connsiteY1" fmla="*/ 634 h 633"/>
                <a:gd name="connsiteX2" fmla="*/ 0 w 760"/>
                <a:gd name="connsiteY2" fmla="*/ 380 h 633"/>
                <a:gd name="connsiteX3" fmla="*/ 380 w 760"/>
                <a:gd name="connsiteY3" fmla="*/ 0 h 633"/>
                <a:gd name="connsiteX4" fmla="*/ 760 w 760"/>
                <a:gd name="connsiteY4" fmla="*/ 380 h 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0" h="633">
                  <a:moveTo>
                    <a:pt x="760" y="380"/>
                  </a:moveTo>
                  <a:lnTo>
                    <a:pt x="380" y="634"/>
                  </a:lnTo>
                  <a:lnTo>
                    <a:pt x="0" y="380"/>
                  </a:lnTo>
                  <a:lnTo>
                    <a:pt x="380" y="0"/>
                  </a:lnTo>
                  <a:lnTo>
                    <a:pt x="760" y="38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70" name="Freeform: Shape 4869">
              <a:extLst>
                <a:ext uri="{FF2B5EF4-FFF2-40B4-BE49-F238E27FC236}">
                  <a16:creationId xmlns:a16="http://schemas.microsoft.com/office/drawing/2014/main" id="{D670F9D6-8FB0-F2B7-BAB3-4E034A096CED}"/>
                </a:ext>
              </a:extLst>
            </p:cNvPr>
            <p:cNvSpPr/>
            <p:nvPr/>
          </p:nvSpPr>
          <p:spPr>
            <a:xfrm>
              <a:off x="9990470" y="6444553"/>
              <a:ext cx="380" cy="380"/>
            </a:xfrm>
            <a:custGeom>
              <a:avLst/>
              <a:gdLst>
                <a:gd name="connsiteX0" fmla="*/ 381 w 380"/>
                <a:gd name="connsiteY0" fmla="*/ 127 h 380"/>
                <a:gd name="connsiteX1" fmla="*/ 254 w 380"/>
                <a:gd name="connsiteY1" fmla="*/ 380 h 380"/>
                <a:gd name="connsiteX2" fmla="*/ 0 w 380"/>
                <a:gd name="connsiteY2" fmla="*/ 127 h 380"/>
                <a:gd name="connsiteX3" fmla="*/ 254 w 380"/>
                <a:gd name="connsiteY3" fmla="*/ 0 h 380"/>
                <a:gd name="connsiteX4" fmla="*/ 381 w 380"/>
                <a:gd name="connsiteY4" fmla="*/ 127 h 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" h="380">
                  <a:moveTo>
                    <a:pt x="381" y="127"/>
                  </a:moveTo>
                  <a:lnTo>
                    <a:pt x="254" y="380"/>
                  </a:lnTo>
                  <a:lnTo>
                    <a:pt x="0" y="127"/>
                  </a:lnTo>
                  <a:lnTo>
                    <a:pt x="254" y="0"/>
                  </a:lnTo>
                  <a:lnTo>
                    <a:pt x="381" y="12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71" name="Freeform: Shape 4870">
              <a:extLst>
                <a:ext uri="{FF2B5EF4-FFF2-40B4-BE49-F238E27FC236}">
                  <a16:creationId xmlns:a16="http://schemas.microsoft.com/office/drawing/2014/main" id="{E9AC0CB5-B86A-3D58-8C3B-34E157F6D4DF}"/>
                </a:ext>
              </a:extLst>
            </p:cNvPr>
            <p:cNvSpPr/>
            <p:nvPr/>
          </p:nvSpPr>
          <p:spPr>
            <a:xfrm>
              <a:off x="9897065" y="6517680"/>
              <a:ext cx="633" cy="379"/>
            </a:xfrm>
            <a:custGeom>
              <a:avLst/>
              <a:gdLst>
                <a:gd name="connsiteX0" fmla="*/ 634 w 633"/>
                <a:gd name="connsiteY0" fmla="*/ 126 h 379"/>
                <a:gd name="connsiteX1" fmla="*/ 381 w 633"/>
                <a:gd name="connsiteY1" fmla="*/ 380 h 379"/>
                <a:gd name="connsiteX2" fmla="*/ 0 w 633"/>
                <a:gd name="connsiteY2" fmla="*/ 126 h 379"/>
                <a:gd name="connsiteX3" fmla="*/ 381 w 633"/>
                <a:gd name="connsiteY3" fmla="*/ 0 h 379"/>
                <a:gd name="connsiteX4" fmla="*/ 634 w 633"/>
                <a:gd name="connsiteY4" fmla="*/ 126 h 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" h="379">
                  <a:moveTo>
                    <a:pt x="634" y="126"/>
                  </a:moveTo>
                  <a:lnTo>
                    <a:pt x="381" y="380"/>
                  </a:lnTo>
                  <a:lnTo>
                    <a:pt x="0" y="126"/>
                  </a:lnTo>
                  <a:lnTo>
                    <a:pt x="381" y="0"/>
                  </a:lnTo>
                  <a:lnTo>
                    <a:pt x="634" y="12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72" name="Freeform: Shape 4871">
              <a:extLst>
                <a:ext uri="{FF2B5EF4-FFF2-40B4-BE49-F238E27FC236}">
                  <a16:creationId xmlns:a16="http://schemas.microsoft.com/office/drawing/2014/main" id="{CED1A393-58E9-B533-C2F6-906A552437F9}"/>
                </a:ext>
              </a:extLst>
            </p:cNvPr>
            <p:cNvSpPr/>
            <p:nvPr/>
          </p:nvSpPr>
          <p:spPr>
            <a:xfrm>
              <a:off x="9801253" y="6588525"/>
              <a:ext cx="1393" cy="1140"/>
            </a:xfrm>
            <a:custGeom>
              <a:avLst/>
              <a:gdLst>
                <a:gd name="connsiteX0" fmla="*/ 1394 w 1393"/>
                <a:gd name="connsiteY0" fmla="*/ 507 h 1140"/>
                <a:gd name="connsiteX1" fmla="*/ 634 w 1393"/>
                <a:gd name="connsiteY1" fmla="*/ 1141 h 1140"/>
                <a:gd name="connsiteX2" fmla="*/ 0 w 1393"/>
                <a:gd name="connsiteY2" fmla="*/ 507 h 1140"/>
                <a:gd name="connsiteX3" fmla="*/ 634 w 1393"/>
                <a:gd name="connsiteY3" fmla="*/ 0 h 1140"/>
                <a:gd name="connsiteX4" fmla="*/ 1394 w 1393"/>
                <a:gd name="connsiteY4" fmla="*/ 507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3" h="1140">
                  <a:moveTo>
                    <a:pt x="1394" y="507"/>
                  </a:moveTo>
                  <a:lnTo>
                    <a:pt x="634" y="1141"/>
                  </a:lnTo>
                  <a:lnTo>
                    <a:pt x="0" y="507"/>
                  </a:lnTo>
                  <a:lnTo>
                    <a:pt x="634" y="0"/>
                  </a:lnTo>
                  <a:lnTo>
                    <a:pt x="1394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73" name="Freeform: Shape 4872">
              <a:extLst>
                <a:ext uri="{FF2B5EF4-FFF2-40B4-BE49-F238E27FC236}">
                  <a16:creationId xmlns:a16="http://schemas.microsoft.com/office/drawing/2014/main" id="{C85B2827-B8D7-8018-0CE1-1B8F2E8E88AB}"/>
                </a:ext>
              </a:extLst>
            </p:cNvPr>
            <p:cNvSpPr/>
            <p:nvPr/>
          </p:nvSpPr>
          <p:spPr>
            <a:xfrm>
              <a:off x="9702780" y="6657343"/>
              <a:ext cx="2914" cy="2281"/>
            </a:xfrm>
            <a:custGeom>
              <a:avLst/>
              <a:gdLst>
                <a:gd name="connsiteX0" fmla="*/ 2915 w 2914"/>
                <a:gd name="connsiteY0" fmla="*/ 1141 h 2281"/>
                <a:gd name="connsiteX1" fmla="*/ 1521 w 2914"/>
                <a:gd name="connsiteY1" fmla="*/ 2281 h 2281"/>
                <a:gd name="connsiteX2" fmla="*/ 0 w 2914"/>
                <a:gd name="connsiteY2" fmla="*/ 1141 h 2281"/>
                <a:gd name="connsiteX3" fmla="*/ 1521 w 2914"/>
                <a:gd name="connsiteY3" fmla="*/ 0 h 2281"/>
                <a:gd name="connsiteX4" fmla="*/ 2915 w 2914"/>
                <a:gd name="connsiteY4" fmla="*/ 1141 h 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" h="2281">
                  <a:moveTo>
                    <a:pt x="2915" y="1141"/>
                  </a:moveTo>
                  <a:lnTo>
                    <a:pt x="1521" y="2281"/>
                  </a:lnTo>
                  <a:lnTo>
                    <a:pt x="0" y="1141"/>
                  </a:lnTo>
                  <a:lnTo>
                    <a:pt x="1521" y="0"/>
                  </a:lnTo>
                  <a:lnTo>
                    <a:pt x="2915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74" name="Freeform: Shape 4873">
              <a:extLst>
                <a:ext uri="{FF2B5EF4-FFF2-40B4-BE49-F238E27FC236}">
                  <a16:creationId xmlns:a16="http://schemas.microsoft.com/office/drawing/2014/main" id="{78734E6D-8930-EFF7-39F0-EB7219F6465A}"/>
                </a:ext>
              </a:extLst>
            </p:cNvPr>
            <p:cNvSpPr/>
            <p:nvPr/>
          </p:nvSpPr>
          <p:spPr>
            <a:xfrm>
              <a:off x="9602785" y="6724513"/>
              <a:ext cx="3548" cy="2787"/>
            </a:xfrm>
            <a:custGeom>
              <a:avLst/>
              <a:gdLst>
                <a:gd name="connsiteX0" fmla="*/ 3548 w 3548"/>
                <a:gd name="connsiteY0" fmla="*/ 1521 h 2787"/>
                <a:gd name="connsiteX1" fmla="*/ 1774 w 3548"/>
                <a:gd name="connsiteY1" fmla="*/ 2788 h 2787"/>
                <a:gd name="connsiteX2" fmla="*/ 0 w 3548"/>
                <a:gd name="connsiteY2" fmla="*/ 1521 h 2787"/>
                <a:gd name="connsiteX3" fmla="*/ 1774 w 3548"/>
                <a:gd name="connsiteY3" fmla="*/ 0 h 2787"/>
                <a:gd name="connsiteX4" fmla="*/ 3548 w 3548"/>
                <a:gd name="connsiteY4" fmla="*/ 1521 h 2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7">
                  <a:moveTo>
                    <a:pt x="3548" y="1521"/>
                  </a:moveTo>
                  <a:lnTo>
                    <a:pt x="1774" y="2788"/>
                  </a:lnTo>
                  <a:lnTo>
                    <a:pt x="0" y="1521"/>
                  </a:lnTo>
                  <a:lnTo>
                    <a:pt x="1774" y="0"/>
                  </a:lnTo>
                  <a:lnTo>
                    <a:pt x="3548" y="152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75" name="Freeform: Shape 4874">
              <a:extLst>
                <a:ext uri="{FF2B5EF4-FFF2-40B4-BE49-F238E27FC236}">
                  <a16:creationId xmlns:a16="http://schemas.microsoft.com/office/drawing/2014/main" id="{F2D26AEF-56D6-2708-E506-A00B32E4E946}"/>
                </a:ext>
              </a:extLst>
            </p:cNvPr>
            <p:cNvSpPr/>
            <p:nvPr/>
          </p:nvSpPr>
          <p:spPr>
            <a:xfrm>
              <a:off x="9500509" y="6789782"/>
              <a:ext cx="4435" cy="3422"/>
            </a:xfrm>
            <a:custGeom>
              <a:avLst/>
              <a:gdLst>
                <a:gd name="connsiteX0" fmla="*/ 4435 w 4435"/>
                <a:gd name="connsiteY0" fmla="*/ 1774 h 3422"/>
                <a:gd name="connsiteX1" fmla="*/ 2154 w 4435"/>
                <a:gd name="connsiteY1" fmla="*/ 3422 h 3422"/>
                <a:gd name="connsiteX2" fmla="*/ 0 w 4435"/>
                <a:gd name="connsiteY2" fmla="*/ 1774 h 3422"/>
                <a:gd name="connsiteX3" fmla="*/ 2154 w 4435"/>
                <a:gd name="connsiteY3" fmla="*/ 0 h 3422"/>
                <a:gd name="connsiteX4" fmla="*/ 4435 w 4435"/>
                <a:gd name="connsiteY4" fmla="*/ 1774 h 3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5" h="3422">
                  <a:moveTo>
                    <a:pt x="4435" y="1774"/>
                  </a:moveTo>
                  <a:lnTo>
                    <a:pt x="2154" y="3422"/>
                  </a:lnTo>
                  <a:lnTo>
                    <a:pt x="0" y="1774"/>
                  </a:lnTo>
                  <a:lnTo>
                    <a:pt x="2154" y="0"/>
                  </a:lnTo>
                  <a:lnTo>
                    <a:pt x="4435" y="177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76" name="Freeform: Shape 4875">
              <a:extLst>
                <a:ext uri="{FF2B5EF4-FFF2-40B4-BE49-F238E27FC236}">
                  <a16:creationId xmlns:a16="http://schemas.microsoft.com/office/drawing/2014/main" id="{C57752EF-9573-B778-1352-EDD429D627B4}"/>
                </a:ext>
              </a:extLst>
            </p:cNvPr>
            <p:cNvSpPr/>
            <p:nvPr/>
          </p:nvSpPr>
          <p:spPr>
            <a:xfrm>
              <a:off x="2796556" y="6774194"/>
              <a:ext cx="43850" cy="34725"/>
            </a:xfrm>
            <a:custGeom>
              <a:avLst/>
              <a:gdLst>
                <a:gd name="connsiteX0" fmla="*/ 43851 w 43850"/>
                <a:gd name="connsiteY0" fmla="*/ 17363 h 34725"/>
                <a:gd name="connsiteX1" fmla="*/ 21925 w 43850"/>
                <a:gd name="connsiteY1" fmla="*/ 34726 h 34725"/>
                <a:gd name="connsiteX2" fmla="*/ 0 w 43850"/>
                <a:gd name="connsiteY2" fmla="*/ 17363 h 34725"/>
                <a:gd name="connsiteX3" fmla="*/ 21925 w 43850"/>
                <a:gd name="connsiteY3" fmla="*/ 0 h 34725"/>
                <a:gd name="connsiteX4" fmla="*/ 43851 w 43850"/>
                <a:gd name="connsiteY4" fmla="*/ 17363 h 34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850" h="34725">
                  <a:moveTo>
                    <a:pt x="43851" y="17363"/>
                  </a:moveTo>
                  <a:cubicBezTo>
                    <a:pt x="43851" y="26995"/>
                    <a:pt x="34092" y="34726"/>
                    <a:pt x="21925" y="34726"/>
                  </a:cubicBezTo>
                  <a:cubicBezTo>
                    <a:pt x="9759" y="34726"/>
                    <a:pt x="0" y="26868"/>
                    <a:pt x="0" y="17363"/>
                  </a:cubicBezTo>
                  <a:cubicBezTo>
                    <a:pt x="0" y="7858"/>
                    <a:pt x="9759" y="0"/>
                    <a:pt x="21925" y="0"/>
                  </a:cubicBezTo>
                  <a:cubicBezTo>
                    <a:pt x="34092" y="0"/>
                    <a:pt x="43851" y="7858"/>
                    <a:pt x="43851" y="1736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77" name="Freeform: Shape 4876">
              <a:extLst>
                <a:ext uri="{FF2B5EF4-FFF2-40B4-BE49-F238E27FC236}">
                  <a16:creationId xmlns:a16="http://schemas.microsoft.com/office/drawing/2014/main" id="{26865B22-E38F-DE41-34E5-A90E475A6AA0}"/>
                </a:ext>
              </a:extLst>
            </p:cNvPr>
            <p:cNvSpPr/>
            <p:nvPr/>
          </p:nvSpPr>
          <p:spPr>
            <a:xfrm>
              <a:off x="2694407" y="6708291"/>
              <a:ext cx="44610" cy="35485"/>
            </a:xfrm>
            <a:custGeom>
              <a:avLst/>
              <a:gdLst>
                <a:gd name="connsiteX0" fmla="*/ 44611 w 44610"/>
                <a:gd name="connsiteY0" fmla="*/ 17743 h 35485"/>
                <a:gd name="connsiteX1" fmla="*/ 22305 w 44610"/>
                <a:gd name="connsiteY1" fmla="*/ 35486 h 35485"/>
                <a:gd name="connsiteX2" fmla="*/ 0 w 44610"/>
                <a:gd name="connsiteY2" fmla="*/ 17743 h 35485"/>
                <a:gd name="connsiteX3" fmla="*/ 22305 w 44610"/>
                <a:gd name="connsiteY3" fmla="*/ 0 h 35485"/>
                <a:gd name="connsiteX4" fmla="*/ 44611 w 44610"/>
                <a:gd name="connsiteY4" fmla="*/ 17743 h 35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610" h="35485">
                  <a:moveTo>
                    <a:pt x="44611" y="17743"/>
                  </a:moveTo>
                  <a:cubicBezTo>
                    <a:pt x="44611" y="27501"/>
                    <a:pt x="34599" y="35486"/>
                    <a:pt x="22305" y="35486"/>
                  </a:cubicBezTo>
                  <a:cubicBezTo>
                    <a:pt x="10012" y="35486"/>
                    <a:pt x="0" y="27501"/>
                    <a:pt x="0" y="17743"/>
                  </a:cubicBezTo>
                  <a:cubicBezTo>
                    <a:pt x="0" y="7984"/>
                    <a:pt x="9885" y="0"/>
                    <a:pt x="22305" y="0"/>
                  </a:cubicBezTo>
                  <a:cubicBezTo>
                    <a:pt x="34726" y="0"/>
                    <a:pt x="44611" y="7984"/>
                    <a:pt x="44611" y="1774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78" name="Freeform: Shape 4877">
              <a:extLst>
                <a:ext uri="{FF2B5EF4-FFF2-40B4-BE49-F238E27FC236}">
                  <a16:creationId xmlns:a16="http://schemas.microsoft.com/office/drawing/2014/main" id="{A54FA232-3EED-4AAB-AC9C-5D93D7F1AB97}"/>
                </a:ext>
              </a:extLst>
            </p:cNvPr>
            <p:cNvSpPr/>
            <p:nvPr/>
          </p:nvSpPr>
          <p:spPr>
            <a:xfrm>
              <a:off x="2595046" y="6641121"/>
              <a:ext cx="43850" cy="34725"/>
            </a:xfrm>
            <a:custGeom>
              <a:avLst/>
              <a:gdLst>
                <a:gd name="connsiteX0" fmla="*/ 43851 w 43850"/>
                <a:gd name="connsiteY0" fmla="*/ 17363 h 34725"/>
                <a:gd name="connsiteX1" fmla="*/ 21925 w 43850"/>
                <a:gd name="connsiteY1" fmla="*/ 34726 h 34725"/>
                <a:gd name="connsiteX2" fmla="*/ 0 w 43850"/>
                <a:gd name="connsiteY2" fmla="*/ 17363 h 34725"/>
                <a:gd name="connsiteX3" fmla="*/ 21925 w 43850"/>
                <a:gd name="connsiteY3" fmla="*/ 0 h 34725"/>
                <a:gd name="connsiteX4" fmla="*/ 43851 w 43850"/>
                <a:gd name="connsiteY4" fmla="*/ 17363 h 34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850" h="34725">
                  <a:moveTo>
                    <a:pt x="43851" y="17363"/>
                  </a:moveTo>
                  <a:cubicBezTo>
                    <a:pt x="43851" y="26995"/>
                    <a:pt x="33965" y="34726"/>
                    <a:pt x="21925" y="34726"/>
                  </a:cubicBezTo>
                  <a:cubicBezTo>
                    <a:pt x="9885" y="34726"/>
                    <a:pt x="0" y="26995"/>
                    <a:pt x="0" y="17363"/>
                  </a:cubicBezTo>
                  <a:cubicBezTo>
                    <a:pt x="0" y="7731"/>
                    <a:pt x="9759" y="0"/>
                    <a:pt x="21925" y="0"/>
                  </a:cubicBezTo>
                  <a:cubicBezTo>
                    <a:pt x="34092" y="0"/>
                    <a:pt x="43851" y="7858"/>
                    <a:pt x="43851" y="1736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79" name="Freeform: Shape 4878">
              <a:extLst>
                <a:ext uri="{FF2B5EF4-FFF2-40B4-BE49-F238E27FC236}">
                  <a16:creationId xmlns:a16="http://schemas.microsoft.com/office/drawing/2014/main" id="{5B19A04A-2C27-5E40-C926-41F70D22A8A4}"/>
                </a:ext>
              </a:extLst>
            </p:cNvPr>
            <p:cNvSpPr/>
            <p:nvPr/>
          </p:nvSpPr>
          <p:spPr>
            <a:xfrm>
              <a:off x="2497333" y="6571669"/>
              <a:ext cx="43850" cy="34726"/>
            </a:xfrm>
            <a:custGeom>
              <a:avLst/>
              <a:gdLst>
                <a:gd name="connsiteX0" fmla="*/ 43851 w 43850"/>
                <a:gd name="connsiteY0" fmla="*/ 17364 h 34726"/>
                <a:gd name="connsiteX1" fmla="*/ 21925 w 43850"/>
                <a:gd name="connsiteY1" fmla="*/ 34726 h 34726"/>
                <a:gd name="connsiteX2" fmla="*/ 0 w 43850"/>
                <a:gd name="connsiteY2" fmla="*/ 17364 h 34726"/>
                <a:gd name="connsiteX3" fmla="*/ 21925 w 43850"/>
                <a:gd name="connsiteY3" fmla="*/ 0 h 34726"/>
                <a:gd name="connsiteX4" fmla="*/ 43851 w 43850"/>
                <a:gd name="connsiteY4" fmla="*/ 17364 h 34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850" h="34726">
                  <a:moveTo>
                    <a:pt x="43851" y="17364"/>
                  </a:moveTo>
                  <a:cubicBezTo>
                    <a:pt x="43851" y="26995"/>
                    <a:pt x="34092" y="34726"/>
                    <a:pt x="21925" y="34726"/>
                  </a:cubicBezTo>
                  <a:cubicBezTo>
                    <a:pt x="9759" y="34726"/>
                    <a:pt x="0" y="26995"/>
                    <a:pt x="0" y="17364"/>
                  </a:cubicBezTo>
                  <a:cubicBezTo>
                    <a:pt x="0" y="7731"/>
                    <a:pt x="9759" y="0"/>
                    <a:pt x="21925" y="0"/>
                  </a:cubicBezTo>
                  <a:cubicBezTo>
                    <a:pt x="34092" y="0"/>
                    <a:pt x="43851" y="7858"/>
                    <a:pt x="43851" y="1736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80" name="Freeform: Shape 4879">
              <a:extLst>
                <a:ext uri="{FF2B5EF4-FFF2-40B4-BE49-F238E27FC236}">
                  <a16:creationId xmlns:a16="http://schemas.microsoft.com/office/drawing/2014/main" id="{D23AFFEF-3A80-30E2-6858-D17B8E7361B6}"/>
                </a:ext>
              </a:extLst>
            </p:cNvPr>
            <p:cNvSpPr/>
            <p:nvPr/>
          </p:nvSpPr>
          <p:spPr>
            <a:xfrm>
              <a:off x="2401520" y="6500064"/>
              <a:ext cx="44610" cy="35485"/>
            </a:xfrm>
            <a:custGeom>
              <a:avLst/>
              <a:gdLst>
                <a:gd name="connsiteX0" fmla="*/ 44611 w 44610"/>
                <a:gd name="connsiteY0" fmla="*/ 17743 h 35485"/>
                <a:gd name="connsiteX1" fmla="*/ 22305 w 44610"/>
                <a:gd name="connsiteY1" fmla="*/ 35486 h 35485"/>
                <a:gd name="connsiteX2" fmla="*/ 0 w 44610"/>
                <a:gd name="connsiteY2" fmla="*/ 17743 h 35485"/>
                <a:gd name="connsiteX3" fmla="*/ 22305 w 44610"/>
                <a:gd name="connsiteY3" fmla="*/ 0 h 35485"/>
                <a:gd name="connsiteX4" fmla="*/ 44611 w 44610"/>
                <a:gd name="connsiteY4" fmla="*/ 17743 h 35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610" h="35485">
                  <a:moveTo>
                    <a:pt x="44611" y="17743"/>
                  </a:moveTo>
                  <a:cubicBezTo>
                    <a:pt x="44611" y="27501"/>
                    <a:pt x="34599" y="35486"/>
                    <a:pt x="22305" y="35486"/>
                  </a:cubicBezTo>
                  <a:cubicBezTo>
                    <a:pt x="10012" y="35486"/>
                    <a:pt x="0" y="27501"/>
                    <a:pt x="0" y="17743"/>
                  </a:cubicBezTo>
                  <a:cubicBezTo>
                    <a:pt x="0" y="7984"/>
                    <a:pt x="10012" y="0"/>
                    <a:pt x="22305" y="0"/>
                  </a:cubicBezTo>
                  <a:cubicBezTo>
                    <a:pt x="34599" y="0"/>
                    <a:pt x="44611" y="7984"/>
                    <a:pt x="44611" y="1774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81" name="Freeform: Shape 4880">
              <a:extLst>
                <a:ext uri="{FF2B5EF4-FFF2-40B4-BE49-F238E27FC236}">
                  <a16:creationId xmlns:a16="http://schemas.microsoft.com/office/drawing/2014/main" id="{F3B7D24F-35B5-843C-F147-3A024EBDF6BD}"/>
                </a:ext>
              </a:extLst>
            </p:cNvPr>
            <p:cNvSpPr/>
            <p:nvPr/>
          </p:nvSpPr>
          <p:spPr>
            <a:xfrm>
              <a:off x="2308243" y="6427064"/>
              <a:ext cx="44610" cy="35359"/>
            </a:xfrm>
            <a:custGeom>
              <a:avLst/>
              <a:gdLst>
                <a:gd name="connsiteX0" fmla="*/ 44611 w 44610"/>
                <a:gd name="connsiteY0" fmla="*/ 17616 h 35359"/>
                <a:gd name="connsiteX1" fmla="*/ 22305 w 44610"/>
                <a:gd name="connsiteY1" fmla="*/ 35359 h 35359"/>
                <a:gd name="connsiteX2" fmla="*/ 0 w 44610"/>
                <a:gd name="connsiteY2" fmla="*/ 17616 h 35359"/>
                <a:gd name="connsiteX3" fmla="*/ 22305 w 44610"/>
                <a:gd name="connsiteY3" fmla="*/ 0 h 35359"/>
                <a:gd name="connsiteX4" fmla="*/ 44611 w 44610"/>
                <a:gd name="connsiteY4" fmla="*/ 17616 h 35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610" h="35359">
                  <a:moveTo>
                    <a:pt x="44611" y="17616"/>
                  </a:moveTo>
                  <a:cubicBezTo>
                    <a:pt x="44611" y="27375"/>
                    <a:pt x="34599" y="35359"/>
                    <a:pt x="22305" y="35359"/>
                  </a:cubicBezTo>
                  <a:cubicBezTo>
                    <a:pt x="10012" y="35359"/>
                    <a:pt x="0" y="27502"/>
                    <a:pt x="0" y="17616"/>
                  </a:cubicBezTo>
                  <a:cubicBezTo>
                    <a:pt x="0" y="7731"/>
                    <a:pt x="10012" y="0"/>
                    <a:pt x="22305" y="0"/>
                  </a:cubicBezTo>
                  <a:cubicBezTo>
                    <a:pt x="34599" y="0"/>
                    <a:pt x="44611" y="7858"/>
                    <a:pt x="44611" y="1761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82" name="Freeform: Shape 4881">
              <a:extLst>
                <a:ext uri="{FF2B5EF4-FFF2-40B4-BE49-F238E27FC236}">
                  <a16:creationId xmlns:a16="http://schemas.microsoft.com/office/drawing/2014/main" id="{7D31D5AC-334F-3395-C00E-DB5D73976DF8}"/>
                </a:ext>
              </a:extLst>
            </p:cNvPr>
            <p:cNvSpPr/>
            <p:nvPr/>
          </p:nvSpPr>
          <p:spPr>
            <a:xfrm>
              <a:off x="2217626" y="6352543"/>
              <a:ext cx="43850" cy="34725"/>
            </a:xfrm>
            <a:custGeom>
              <a:avLst/>
              <a:gdLst>
                <a:gd name="connsiteX0" fmla="*/ 43851 w 43850"/>
                <a:gd name="connsiteY0" fmla="*/ 17363 h 34725"/>
                <a:gd name="connsiteX1" fmla="*/ 21925 w 43850"/>
                <a:gd name="connsiteY1" fmla="*/ 34726 h 34725"/>
                <a:gd name="connsiteX2" fmla="*/ 0 w 43850"/>
                <a:gd name="connsiteY2" fmla="*/ 17363 h 34725"/>
                <a:gd name="connsiteX3" fmla="*/ 21925 w 43850"/>
                <a:gd name="connsiteY3" fmla="*/ 0 h 34725"/>
                <a:gd name="connsiteX4" fmla="*/ 43851 w 43850"/>
                <a:gd name="connsiteY4" fmla="*/ 17363 h 34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850" h="34725">
                  <a:moveTo>
                    <a:pt x="43851" y="17363"/>
                  </a:moveTo>
                  <a:cubicBezTo>
                    <a:pt x="43851" y="26995"/>
                    <a:pt x="34092" y="34726"/>
                    <a:pt x="21925" y="34726"/>
                  </a:cubicBezTo>
                  <a:cubicBezTo>
                    <a:pt x="9759" y="34726"/>
                    <a:pt x="0" y="26995"/>
                    <a:pt x="0" y="17363"/>
                  </a:cubicBezTo>
                  <a:cubicBezTo>
                    <a:pt x="0" y="7731"/>
                    <a:pt x="9885" y="0"/>
                    <a:pt x="21925" y="0"/>
                  </a:cubicBezTo>
                  <a:cubicBezTo>
                    <a:pt x="33965" y="0"/>
                    <a:pt x="43851" y="7858"/>
                    <a:pt x="43851" y="1736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83" name="Freeform: Shape 4882">
              <a:extLst>
                <a:ext uri="{FF2B5EF4-FFF2-40B4-BE49-F238E27FC236}">
                  <a16:creationId xmlns:a16="http://schemas.microsoft.com/office/drawing/2014/main" id="{3F6B92EA-BE86-D45C-1DCD-E821CBF0894F}"/>
                </a:ext>
              </a:extLst>
            </p:cNvPr>
            <p:cNvSpPr/>
            <p:nvPr/>
          </p:nvSpPr>
          <p:spPr>
            <a:xfrm>
              <a:off x="2128911" y="6275868"/>
              <a:ext cx="43850" cy="34725"/>
            </a:xfrm>
            <a:custGeom>
              <a:avLst/>
              <a:gdLst>
                <a:gd name="connsiteX0" fmla="*/ 43851 w 43850"/>
                <a:gd name="connsiteY0" fmla="*/ 17363 h 34725"/>
                <a:gd name="connsiteX1" fmla="*/ 21925 w 43850"/>
                <a:gd name="connsiteY1" fmla="*/ 34726 h 34725"/>
                <a:gd name="connsiteX2" fmla="*/ 0 w 43850"/>
                <a:gd name="connsiteY2" fmla="*/ 17363 h 34725"/>
                <a:gd name="connsiteX3" fmla="*/ 21925 w 43850"/>
                <a:gd name="connsiteY3" fmla="*/ 0 h 34725"/>
                <a:gd name="connsiteX4" fmla="*/ 43851 w 43850"/>
                <a:gd name="connsiteY4" fmla="*/ 17363 h 34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850" h="34725">
                  <a:moveTo>
                    <a:pt x="43851" y="17363"/>
                  </a:moveTo>
                  <a:cubicBezTo>
                    <a:pt x="43851" y="26995"/>
                    <a:pt x="34092" y="34726"/>
                    <a:pt x="21925" y="34726"/>
                  </a:cubicBezTo>
                  <a:cubicBezTo>
                    <a:pt x="9759" y="34726"/>
                    <a:pt x="0" y="26868"/>
                    <a:pt x="0" y="17363"/>
                  </a:cubicBezTo>
                  <a:cubicBezTo>
                    <a:pt x="0" y="7858"/>
                    <a:pt x="9885" y="0"/>
                    <a:pt x="21925" y="0"/>
                  </a:cubicBezTo>
                  <a:cubicBezTo>
                    <a:pt x="33965" y="0"/>
                    <a:pt x="43851" y="7731"/>
                    <a:pt x="43851" y="1736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84" name="Freeform: Shape 4883">
              <a:extLst>
                <a:ext uri="{FF2B5EF4-FFF2-40B4-BE49-F238E27FC236}">
                  <a16:creationId xmlns:a16="http://schemas.microsoft.com/office/drawing/2014/main" id="{A8108200-6E59-6DCB-8E51-AE0E002394D2}"/>
                </a:ext>
              </a:extLst>
            </p:cNvPr>
            <p:cNvSpPr/>
            <p:nvPr/>
          </p:nvSpPr>
          <p:spPr>
            <a:xfrm>
              <a:off x="2042224" y="6197291"/>
              <a:ext cx="44611" cy="35486"/>
            </a:xfrm>
            <a:custGeom>
              <a:avLst/>
              <a:gdLst>
                <a:gd name="connsiteX0" fmla="*/ 44611 w 44611"/>
                <a:gd name="connsiteY0" fmla="*/ 17743 h 35486"/>
                <a:gd name="connsiteX1" fmla="*/ 22305 w 44611"/>
                <a:gd name="connsiteY1" fmla="*/ 35486 h 35486"/>
                <a:gd name="connsiteX2" fmla="*/ 0 w 44611"/>
                <a:gd name="connsiteY2" fmla="*/ 17743 h 35486"/>
                <a:gd name="connsiteX3" fmla="*/ 22305 w 44611"/>
                <a:gd name="connsiteY3" fmla="*/ 0 h 35486"/>
                <a:gd name="connsiteX4" fmla="*/ 44611 w 44611"/>
                <a:gd name="connsiteY4" fmla="*/ 17743 h 35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611" h="35486">
                  <a:moveTo>
                    <a:pt x="44611" y="17743"/>
                  </a:moveTo>
                  <a:cubicBezTo>
                    <a:pt x="44611" y="27502"/>
                    <a:pt x="34599" y="35486"/>
                    <a:pt x="22305" y="35486"/>
                  </a:cubicBezTo>
                  <a:cubicBezTo>
                    <a:pt x="10012" y="35486"/>
                    <a:pt x="0" y="27502"/>
                    <a:pt x="0" y="17743"/>
                  </a:cubicBezTo>
                  <a:cubicBezTo>
                    <a:pt x="0" y="7984"/>
                    <a:pt x="10012" y="0"/>
                    <a:pt x="22305" y="0"/>
                  </a:cubicBezTo>
                  <a:cubicBezTo>
                    <a:pt x="34599" y="0"/>
                    <a:pt x="44611" y="7984"/>
                    <a:pt x="44611" y="1774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85" name="Freeform: Shape 4884">
              <a:extLst>
                <a:ext uri="{FF2B5EF4-FFF2-40B4-BE49-F238E27FC236}">
                  <a16:creationId xmlns:a16="http://schemas.microsoft.com/office/drawing/2014/main" id="{02023FF1-C456-D439-C81C-FDC2E3B39FE1}"/>
                </a:ext>
              </a:extLst>
            </p:cNvPr>
            <p:cNvSpPr/>
            <p:nvPr/>
          </p:nvSpPr>
          <p:spPr>
            <a:xfrm>
              <a:off x="1958705" y="6117701"/>
              <a:ext cx="43850" cy="34725"/>
            </a:xfrm>
            <a:custGeom>
              <a:avLst/>
              <a:gdLst>
                <a:gd name="connsiteX0" fmla="*/ 43851 w 43850"/>
                <a:gd name="connsiteY0" fmla="*/ 17363 h 34725"/>
                <a:gd name="connsiteX1" fmla="*/ 21925 w 43850"/>
                <a:gd name="connsiteY1" fmla="*/ 34726 h 34725"/>
                <a:gd name="connsiteX2" fmla="*/ 0 w 43850"/>
                <a:gd name="connsiteY2" fmla="*/ 17363 h 34725"/>
                <a:gd name="connsiteX3" fmla="*/ 21925 w 43850"/>
                <a:gd name="connsiteY3" fmla="*/ 0 h 34725"/>
                <a:gd name="connsiteX4" fmla="*/ 43851 w 43850"/>
                <a:gd name="connsiteY4" fmla="*/ 17363 h 34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850" h="34725">
                  <a:moveTo>
                    <a:pt x="43851" y="17363"/>
                  </a:moveTo>
                  <a:cubicBezTo>
                    <a:pt x="43851" y="26995"/>
                    <a:pt x="34092" y="34726"/>
                    <a:pt x="21925" y="34726"/>
                  </a:cubicBezTo>
                  <a:cubicBezTo>
                    <a:pt x="9759" y="34726"/>
                    <a:pt x="0" y="26868"/>
                    <a:pt x="0" y="17363"/>
                  </a:cubicBezTo>
                  <a:cubicBezTo>
                    <a:pt x="0" y="7858"/>
                    <a:pt x="9759" y="0"/>
                    <a:pt x="21925" y="0"/>
                  </a:cubicBezTo>
                  <a:cubicBezTo>
                    <a:pt x="34092" y="0"/>
                    <a:pt x="43851" y="7731"/>
                    <a:pt x="43851" y="1736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86" name="Freeform: Shape 4885">
              <a:extLst>
                <a:ext uri="{FF2B5EF4-FFF2-40B4-BE49-F238E27FC236}">
                  <a16:creationId xmlns:a16="http://schemas.microsoft.com/office/drawing/2014/main" id="{45842A9F-528E-0BB0-0A5F-D55F1C1EED47}"/>
                </a:ext>
              </a:extLst>
            </p:cNvPr>
            <p:cNvSpPr/>
            <p:nvPr/>
          </p:nvSpPr>
          <p:spPr>
            <a:xfrm>
              <a:off x="1877340" y="6036083"/>
              <a:ext cx="43850" cy="34725"/>
            </a:xfrm>
            <a:custGeom>
              <a:avLst/>
              <a:gdLst>
                <a:gd name="connsiteX0" fmla="*/ 43851 w 43850"/>
                <a:gd name="connsiteY0" fmla="*/ 17363 h 34725"/>
                <a:gd name="connsiteX1" fmla="*/ 21925 w 43850"/>
                <a:gd name="connsiteY1" fmla="*/ 34726 h 34725"/>
                <a:gd name="connsiteX2" fmla="*/ 0 w 43850"/>
                <a:gd name="connsiteY2" fmla="*/ 17363 h 34725"/>
                <a:gd name="connsiteX3" fmla="*/ 21925 w 43850"/>
                <a:gd name="connsiteY3" fmla="*/ 0 h 34725"/>
                <a:gd name="connsiteX4" fmla="*/ 43851 w 43850"/>
                <a:gd name="connsiteY4" fmla="*/ 17363 h 34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850" h="34725">
                  <a:moveTo>
                    <a:pt x="43851" y="17363"/>
                  </a:moveTo>
                  <a:cubicBezTo>
                    <a:pt x="43851" y="26995"/>
                    <a:pt x="34092" y="34726"/>
                    <a:pt x="21925" y="34726"/>
                  </a:cubicBezTo>
                  <a:cubicBezTo>
                    <a:pt x="9759" y="34726"/>
                    <a:pt x="0" y="26868"/>
                    <a:pt x="0" y="17363"/>
                  </a:cubicBezTo>
                  <a:cubicBezTo>
                    <a:pt x="0" y="7858"/>
                    <a:pt x="9759" y="0"/>
                    <a:pt x="21925" y="0"/>
                  </a:cubicBezTo>
                  <a:cubicBezTo>
                    <a:pt x="34092" y="0"/>
                    <a:pt x="43851" y="7858"/>
                    <a:pt x="43851" y="1736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87" name="Freeform: Shape 4886">
              <a:extLst>
                <a:ext uri="{FF2B5EF4-FFF2-40B4-BE49-F238E27FC236}">
                  <a16:creationId xmlns:a16="http://schemas.microsoft.com/office/drawing/2014/main" id="{614655E5-5026-CB4C-BF6B-CB0002D53E4B}"/>
                </a:ext>
              </a:extLst>
            </p:cNvPr>
            <p:cNvSpPr/>
            <p:nvPr/>
          </p:nvSpPr>
          <p:spPr>
            <a:xfrm>
              <a:off x="1798637" y="5953071"/>
              <a:ext cx="43723" cy="34725"/>
            </a:xfrm>
            <a:custGeom>
              <a:avLst/>
              <a:gdLst>
                <a:gd name="connsiteX0" fmla="*/ 43724 w 43723"/>
                <a:gd name="connsiteY0" fmla="*/ 17363 h 34725"/>
                <a:gd name="connsiteX1" fmla="*/ 21799 w 43723"/>
                <a:gd name="connsiteY1" fmla="*/ 34726 h 34725"/>
                <a:gd name="connsiteX2" fmla="*/ 0 w 43723"/>
                <a:gd name="connsiteY2" fmla="*/ 17363 h 34725"/>
                <a:gd name="connsiteX3" fmla="*/ 21799 w 43723"/>
                <a:gd name="connsiteY3" fmla="*/ 0 h 34725"/>
                <a:gd name="connsiteX4" fmla="*/ 43724 w 43723"/>
                <a:gd name="connsiteY4" fmla="*/ 17363 h 34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723" h="34725">
                  <a:moveTo>
                    <a:pt x="43724" y="17363"/>
                  </a:moveTo>
                  <a:cubicBezTo>
                    <a:pt x="43724" y="26995"/>
                    <a:pt x="33965" y="34726"/>
                    <a:pt x="21799" y="34726"/>
                  </a:cubicBezTo>
                  <a:cubicBezTo>
                    <a:pt x="9632" y="34726"/>
                    <a:pt x="0" y="26868"/>
                    <a:pt x="0" y="17363"/>
                  </a:cubicBezTo>
                  <a:cubicBezTo>
                    <a:pt x="0" y="7858"/>
                    <a:pt x="9759" y="0"/>
                    <a:pt x="21799" y="0"/>
                  </a:cubicBezTo>
                  <a:cubicBezTo>
                    <a:pt x="33838" y="0"/>
                    <a:pt x="43724" y="7731"/>
                    <a:pt x="43724" y="1736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88" name="Freeform: Shape 4887">
              <a:extLst>
                <a:ext uri="{FF2B5EF4-FFF2-40B4-BE49-F238E27FC236}">
                  <a16:creationId xmlns:a16="http://schemas.microsoft.com/office/drawing/2014/main" id="{B1A446B4-8811-AC8A-7942-A4FC80940E25}"/>
                </a:ext>
              </a:extLst>
            </p:cNvPr>
            <p:cNvSpPr/>
            <p:nvPr/>
          </p:nvSpPr>
          <p:spPr>
            <a:xfrm>
              <a:off x="1722596" y="5868665"/>
              <a:ext cx="43090" cy="34218"/>
            </a:xfrm>
            <a:custGeom>
              <a:avLst/>
              <a:gdLst>
                <a:gd name="connsiteX0" fmla="*/ 43090 w 43090"/>
                <a:gd name="connsiteY0" fmla="*/ 17109 h 34218"/>
                <a:gd name="connsiteX1" fmla="*/ 21545 w 43090"/>
                <a:gd name="connsiteY1" fmla="*/ 34219 h 34218"/>
                <a:gd name="connsiteX2" fmla="*/ 0 w 43090"/>
                <a:gd name="connsiteY2" fmla="*/ 17109 h 34218"/>
                <a:gd name="connsiteX3" fmla="*/ 21545 w 43090"/>
                <a:gd name="connsiteY3" fmla="*/ 0 h 34218"/>
                <a:gd name="connsiteX4" fmla="*/ 43090 w 43090"/>
                <a:gd name="connsiteY4" fmla="*/ 17109 h 34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90" h="34218">
                  <a:moveTo>
                    <a:pt x="43090" y="17109"/>
                  </a:moveTo>
                  <a:cubicBezTo>
                    <a:pt x="43090" y="26488"/>
                    <a:pt x="33458" y="34219"/>
                    <a:pt x="21545" y="34219"/>
                  </a:cubicBezTo>
                  <a:cubicBezTo>
                    <a:pt x="9632" y="34219"/>
                    <a:pt x="0" y="26615"/>
                    <a:pt x="0" y="17109"/>
                  </a:cubicBezTo>
                  <a:cubicBezTo>
                    <a:pt x="0" y="7604"/>
                    <a:pt x="9632" y="0"/>
                    <a:pt x="21545" y="0"/>
                  </a:cubicBezTo>
                  <a:cubicBezTo>
                    <a:pt x="33458" y="0"/>
                    <a:pt x="43090" y="7604"/>
                    <a:pt x="43090" y="1710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89" name="Freeform: Shape 4888">
              <a:extLst>
                <a:ext uri="{FF2B5EF4-FFF2-40B4-BE49-F238E27FC236}">
                  <a16:creationId xmlns:a16="http://schemas.microsoft.com/office/drawing/2014/main" id="{9A715540-D8A0-F528-A032-86DABC4D002C}"/>
                </a:ext>
              </a:extLst>
            </p:cNvPr>
            <p:cNvSpPr/>
            <p:nvPr/>
          </p:nvSpPr>
          <p:spPr>
            <a:xfrm>
              <a:off x="1648962" y="5782738"/>
              <a:ext cx="43090" cy="34218"/>
            </a:xfrm>
            <a:custGeom>
              <a:avLst/>
              <a:gdLst>
                <a:gd name="connsiteX0" fmla="*/ 43090 w 43090"/>
                <a:gd name="connsiteY0" fmla="*/ 17109 h 34218"/>
                <a:gd name="connsiteX1" fmla="*/ 21545 w 43090"/>
                <a:gd name="connsiteY1" fmla="*/ 34219 h 34218"/>
                <a:gd name="connsiteX2" fmla="*/ 0 w 43090"/>
                <a:gd name="connsiteY2" fmla="*/ 17109 h 34218"/>
                <a:gd name="connsiteX3" fmla="*/ 21545 w 43090"/>
                <a:gd name="connsiteY3" fmla="*/ 0 h 34218"/>
                <a:gd name="connsiteX4" fmla="*/ 43090 w 43090"/>
                <a:gd name="connsiteY4" fmla="*/ 17109 h 34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90" h="34218">
                  <a:moveTo>
                    <a:pt x="43090" y="17109"/>
                  </a:moveTo>
                  <a:cubicBezTo>
                    <a:pt x="43090" y="26488"/>
                    <a:pt x="33458" y="34219"/>
                    <a:pt x="21545" y="34219"/>
                  </a:cubicBezTo>
                  <a:cubicBezTo>
                    <a:pt x="9632" y="34219"/>
                    <a:pt x="0" y="26615"/>
                    <a:pt x="0" y="17109"/>
                  </a:cubicBezTo>
                  <a:cubicBezTo>
                    <a:pt x="0" y="7604"/>
                    <a:pt x="9632" y="0"/>
                    <a:pt x="21545" y="0"/>
                  </a:cubicBezTo>
                  <a:cubicBezTo>
                    <a:pt x="33458" y="0"/>
                    <a:pt x="43090" y="7604"/>
                    <a:pt x="43090" y="1710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90" name="Freeform: Shape 4889">
              <a:extLst>
                <a:ext uri="{FF2B5EF4-FFF2-40B4-BE49-F238E27FC236}">
                  <a16:creationId xmlns:a16="http://schemas.microsoft.com/office/drawing/2014/main" id="{8B65268A-ED6B-5E7E-9BC9-C3FCFE94D2C5}"/>
                </a:ext>
              </a:extLst>
            </p:cNvPr>
            <p:cNvSpPr/>
            <p:nvPr/>
          </p:nvSpPr>
          <p:spPr>
            <a:xfrm>
              <a:off x="1577863" y="5695417"/>
              <a:ext cx="43090" cy="34092"/>
            </a:xfrm>
            <a:custGeom>
              <a:avLst/>
              <a:gdLst>
                <a:gd name="connsiteX0" fmla="*/ 43090 w 43090"/>
                <a:gd name="connsiteY0" fmla="*/ 16983 h 34092"/>
                <a:gd name="connsiteX1" fmla="*/ 21545 w 43090"/>
                <a:gd name="connsiteY1" fmla="*/ 34092 h 34092"/>
                <a:gd name="connsiteX2" fmla="*/ 0 w 43090"/>
                <a:gd name="connsiteY2" fmla="*/ 16983 h 34092"/>
                <a:gd name="connsiteX3" fmla="*/ 21545 w 43090"/>
                <a:gd name="connsiteY3" fmla="*/ 0 h 34092"/>
                <a:gd name="connsiteX4" fmla="*/ 43090 w 43090"/>
                <a:gd name="connsiteY4" fmla="*/ 16983 h 34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90" h="34092">
                  <a:moveTo>
                    <a:pt x="43090" y="16983"/>
                  </a:moveTo>
                  <a:cubicBezTo>
                    <a:pt x="43090" y="26361"/>
                    <a:pt x="33458" y="34092"/>
                    <a:pt x="21545" y="34092"/>
                  </a:cubicBezTo>
                  <a:cubicBezTo>
                    <a:pt x="9632" y="34092"/>
                    <a:pt x="0" y="26488"/>
                    <a:pt x="0" y="16983"/>
                  </a:cubicBezTo>
                  <a:cubicBezTo>
                    <a:pt x="0" y="7478"/>
                    <a:pt x="9632" y="0"/>
                    <a:pt x="21545" y="0"/>
                  </a:cubicBezTo>
                  <a:cubicBezTo>
                    <a:pt x="33458" y="0"/>
                    <a:pt x="43090" y="7604"/>
                    <a:pt x="43090" y="169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91" name="Freeform: Shape 4890">
              <a:extLst>
                <a:ext uri="{FF2B5EF4-FFF2-40B4-BE49-F238E27FC236}">
                  <a16:creationId xmlns:a16="http://schemas.microsoft.com/office/drawing/2014/main" id="{E7528C70-71DF-097A-A0B4-980B6F95ECE7}"/>
                </a:ext>
              </a:extLst>
            </p:cNvPr>
            <p:cNvSpPr/>
            <p:nvPr/>
          </p:nvSpPr>
          <p:spPr>
            <a:xfrm>
              <a:off x="1509553" y="5606575"/>
              <a:ext cx="43090" cy="34218"/>
            </a:xfrm>
            <a:custGeom>
              <a:avLst/>
              <a:gdLst>
                <a:gd name="connsiteX0" fmla="*/ 43090 w 43090"/>
                <a:gd name="connsiteY0" fmla="*/ 17109 h 34218"/>
                <a:gd name="connsiteX1" fmla="*/ 21545 w 43090"/>
                <a:gd name="connsiteY1" fmla="*/ 34218 h 34218"/>
                <a:gd name="connsiteX2" fmla="*/ 0 w 43090"/>
                <a:gd name="connsiteY2" fmla="*/ 17109 h 34218"/>
                <a:gd name="connsiteX3" fmla="*/ 21545 w 43090"/>
                <a:gd name="connsiteY3" fmla="*/ 0 h 34218"/>
                <a:gd name="connsiteX4" fmla="*/ 43090 w 43090"/>
                <a:gd name="connsiteY4" fmla="*/ 17109 h 34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90" h="34218">
                  <a:moveTo>
                    <a:pt x="43090" y="17109"/>
                  </a:moveTo>
                  <a:cubicBezTo>
                    <a:pt x="43090" y="26488"/>
                    <a:pt x="33458" y="34218"/>
                    <a:pt x="21545" y="34218"/>
                  </a:cubicBezTo>
                  <a:cubicBezTo>
                    <a:pt x="9632" y="34218"/>
                    <a:pt x="0" y="26615"/>
                    <a:pt x="0" y="17109"/>
                  </a:cubicBezTo>
                  <a:cubicBezTo>
                    <a:pt x="0" y="7604"/>
                    <a:pt x="9632" y="0"/>
                    <a:pt x="21545" y="0"/>
                  </a:cubicBezTo>
                  <a:cubicBezTo>
                    <a:pt x="33458" y="0"/>
                    <a:pt x="43090" y="7604"/>
                    <a:pt x="43090" y="1710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92" name="Freeform: Shape 4891">
              <a:extLst>
                <a:ext uri="{FF2B5EF4-FFF2-40B4-BE49-F238E27FC236}">
                  <a16:creationId xmlns:a16="http://schemas.microsoft.com/office/drawing/2014/main" id="{5CA0373B-6450-7D08-B70A-7E024FEA93C0}"/>
                </a:ext>
              </a:extLst>
            </p:cNvPr>
            <p:cNvSpPr/>
            <p:nvPr/>
          </p:nvSpPr>
          <p:spPr>
            <a:xfrm>
              <a:off x="1444537" y="5516846"/>
              <a:ext cx="42203" cy="33458"/>
            </a:xfrm>
            <a:custGeom>
              <a:avLst/>
              <a:gdLst>
                <a:gd name="connsiteX0" fmla="*/ 42203 w 42203"/>
                <a:gd name="connsiteY0" fmla="*/ 16729 h 33458"/>
                <a:gd name="connsiteX1" fmla="*/ 21165 w 42203"/>
                <a:gd name="connsiteY1" fmla="*/ 33458 h 33458"/>
                <a:gd name="connsiteX2" fmla="*/ 0 w 42203"/>
                <a:gd name="connsiteY2" fmla="*/ 16729 h 33458"/>
                <a:gd name="connsiteX3" fmla="*/ 21165 w 42203"/>
                <a:gd name="connsiteY3" fmla="*/ 0 h 33458"/>
                <a:gd name="connsiteX4" fmla="*/ 42203 w 42203"/>
                <a:gd name="connsiteY4" fmla="*/ 16729 h 33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203" h="33458">
                  <a:moveTo>
                    <a:pt x="42203" y="16729"/>
                  </a:moveTo>
                  <a:cubicBezTo>
                    <a:pt x="42203" y="25981"/>
                    <a:pt x="32698" y="33458"/>
                    <a:pt x="21165" y="33458"/>
                  </a:cubicBezTo>
                  <a:cubicBezTo>
                    <a:pt x="9632" y="33458"/>
                    <a:pt x="0" y="25981"/>
                    <a:pt x="0" y="16729"/>
                  </a:cubicBezTo>
                  <a:cubicBezTo>
                    <a:pt x="0" y="7477"/>
                    <a:pt x="9505" y="0"/>
                    <a:pt x="21165" y="0"/>
                  </a:cubicBezTo>
                  <a:cubicBezTo>
                    <a:pt x="32825" y="0"/>
                    <a:pt x="42203" y="7477"/>
                    <a:pt x="42203" y="1672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93" name="Freeform: Shape 4892">
              <a:extLst>
                <a:ext uri="{FF2B5EF4-FFF2-40B4-BE49-F238E27FC236}">
                  <a16:creationId xmlns:a16="http://schemas.microsoft.com/office/drawing/2014/main" id="{ECDC3509-3911-ADC0-111B-C01FD3C1F547}"/>
                </a:ext>
              </a:extLst>
            </p:cNvPr>
            <p:cNvSpPr/>
            <p:nvPr/>
          </p:nvSpPr>
          <p:spPr>
            <a:xfrm>
              <a:off x="1381676" y="5425596"/>
              <a:ext cx="42203" cy="33458"/>
            </a:xfrm>
            <a:custGeom>
              <a:avLst/>
              <a:gdLst>
                <a:gd name="connsiteX0" fmla="*/ 42203 w 42203"/>
                <a:gd name="connsiteY0" fmla="*/ 16729 h 33458"/>
                <a:gd name="connsiteX1" fmla="*/ 21165 w 42203"/>
                <a:gd name="connsiteY1" fmla="*/ 33458 h 33458"/>
                <a:gd name="connsiteX2" fmla="*/ 0 w 42203"/>
                <a:gd name="connsiteY2" fmla="*/ 16729 h 33458"/>
                <a:gd name="connsiteX3" fmla="*/ 21165 w 42203"/>
                <a:gd name="connsiteY3" fmla="*/ 0 h 33458"/>
                <a:gd name="connsiteX4" fmla="*/ 42203 w 42203"/>
                <a:gd name="connsiteY4" fmla="*/ 16729 h 33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203" h="33458">
                  <a:moveTo>
                    <a:pt x="42203" y="16729"/>
                  </a:moveTo>
                  <a:cubicBezTo>
                    <a:pt x="42203" y="25981"/>
                    <a:pt x="32825" y="33458"/>
                    <a:pt x="21165" y="33458"/>
                  </a:cubicBezTo>
                  <a:cubicBezTo>
                    <a:pt x="9505" y="33458"/>
                    <a:pt x="0" y="25981"/>
                    <a:pt x="0" y="16729"/>
                  </a:cubicBezTo>
                  <a:cubicBezTo>
                    <a:pt x="0" y="7477"/>
                    <a:pt x="9505" y="0"/>
                    <a:pt x="21165" y="0"/>
                  </a:cubicBezTo>
                  <a:cubicBezTo>
                    <a:pt x="32825" y="0"/>
                    <a:pt x="42203" y="7477"/>
                    <a:pt x="42203" y="1672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94" name="Freeform: Shape 4893">
              <a:extLst>
                <a:ext uri="{FF2B5EF4-FFF2-40B4-BE49-F238E27FC236}">
                  <a16:creationId xmlns:a16="http://schemas.microsoft.com/office/drawing/2014/main" id="{749DAFD2-F889-0BED-5A9F-6584B08CA273}"/>
                </a:ext>
              </a:extLst>
            </p:cNvPr>
            <p:cNvSpPr/>
            <p:nvPr/>
          </p:nvSpPr>
          <p:spPr>
            <a:xfrm>
              <a:off x="1322110" y="5333333"/>
              <a:ext cx="41569" cy="32951"/>
            </a:xfrm>
            <a:custGeom>
              <a:avLst/>
              <a:gdLst>
                <a:gd name="connsiteX0" fmla="*/ 41569 w 41569"/>
                <a:gd name="connsiteY0" fmla="*/ 16476 h 32951"/>
                <a:gd name="connsiteX1" fmla="*/ 20785 w 41569"/>
                <a:gd name="connsiteY1" fmla="*/ 32951 h 32951"/>
                <a:gd name="connsiteX2" fmla="*/ 0 w 41569"/>
                <a:gd name="connsiteY2" fmla="*/ 16476 h 32951"/>
                <a:gd name="connsiteX3" fmla="*/ 20785 w 41569"/>
                <a:gd name="connsiteY3" fmla="*/ 0 h 32951"/>
                <a:gd name="connsiteX4" fmla="*/ 41569 w 41569"/>
                <a:gd name="connsiteY4" fmla="*/ 16476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569" h="32951">
                  <a:moveTo>
                    <a:pt x="41569" y="16476"/>
                  </a:moveTo>
                  <a:cubicBezTo>
                    <a:pt x="41569" y="25601"/>
                    <a:pt x="32191" y="32951"/>
                    <a:pt x="20785" y="32951"/>
                  </a:cubicBezTo>
                  <a:cubicBezTo>
                    <a:pt x="9378" y="32951"/>
                    <a:pt x="0" y="25601"/>
                    <a:pt x="0" y="16476"/>
                  </a:cubicBezTo>
                  <a:cubicBezTo>
                    <a:pt x="0" y="7351"/>
                    <a:pt x="9252" y="0"/>
                    <a:pt x="20785" y="0"/>
                  </a:cubicBezTo>
                  <a:cubicBezTo>
                    <a:pt x="32318" y="0"/>
                    <a:pt x="41569" y="7477"/>
                    <a:pt x="41569" y="164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95" name="Freeform: Shape 4894">
              <a:extLst>
                <a:ext uri="{FF2B5EF4-FFF2-40B4-BE49-F238E27FC236}">
                  <a16:creationId xmlns:a16="http://schemas.microsoft.com/office/drawing/2014/main" id="{812F663B-E3E4-64B6-F747-EF9E037E4725}"/>
                </a:ext>
              </a:extLst>
            </p:cNvPr>
            <p:cNvSpPr/>
            <p:nvPr/>
          </p:nvSpPr>
          <p:spPr>
            <a:xfrm>
              <a:off x="1265079" y="5239674"/>
              <a:ext cx="41569" cy="32951"/>
            </a:xfrm>
            <a:custGeom>
              <a:avLst/>
              <a:gdLst>
                <a:gd name="connsiteX0" fmla="*/ 41569 w 41569"/>
                <a:gd name="connsiteY0" fmla="*/ 16476 h 32951"/>
                <a:gd name="connsiteX1" fmla="*/ 20785 w 41569"/>
                <a:gd name="connsiteY1" fmla="*/ 32951 h 32951"/>
                <a:gd name="connsiteX2" fmla="*/ 0 w 41569"/>
                <a:gd name="connsiteY2" fmla="*/ 16476 h 32951"/>
                <a:gd name="connsiteX3" fmla="*/ 20785 w 41569"/>
                <a:gd name="connsiteY3" fmla="*/ 0 h 32951"/>
                <a:gd name="connsiteX4" fmla="*/ 41569 w 41569"/>
                <a:gd name="connsiteY4" fmla="*/ 16476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569" h="32951">
                  <a:moveTo>
                    <a:pt x="41569" y="16476"/>
                  </a:moveTo>
                  <a:cubicBezTo>
                    <a:pt x="41569" y="25601"/>
                    <a:pt x="32191" y="32951"/>
                    <a:pt x="20785" y="32951"/>
                  </a:cubicBezTo>
                  <a:cubicBezTo>
                    <a:pt x="9378" y="32951"/>
                    <a:pt x="0" y="25601"/>
                    <a:pt x="0" y="16476"/>
                  </a:cubicBezTo>
                  <a:cubicBezTo>
                    <a:pt x="0" y="7351"/>
                    <a:pt x="9252" y="0"/>
                    <a:pt x="20785" y="0"/>
                  </a:cubicBezTo>
                  <a:cubicBezTo>
                    <a:pt x="32318" y="0"/>
                    <a:pt x="41569" y="7351"/>
                    <a:pt x="41569" y="164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96" name="Freeform: Shape 4895">
              <a:extLst>
                <a:ext uri="{FF2B5EF4-FFF2-40B4-BE49-F238E27FC236}">
                  <a16:creationId xmlns:a16="http://schemas.microsoft.com/office/drawing/2014/main" id="{35F57A7A-38CB-E5D6-B63D-3A7D1C03EF7D}"/>
                </a:ext>
              </a:extLst>
            </p:cNvPr>
            <p:cNvSpPr/>
            <p:nvPr/>
          </p:nvSpPr>
          <p:spPr>
            <a:xfrm>
              <a:off x="1211216" y="5145256"/>
              <a:ext cx="40808" cy="32444"/>
            </a:xfrm>
            <a:custGeom>
              <a:avLst/>
              <a:gdLst>
                <a:gd name="connsiteX0" fmla="*/ 40809 w 40808"/>
                <a:gd name="connsiteY0" fmla="*/ 16222 h 32444"/>
                <a:gd name="connsiteX1" fmla="*/ 20404 w 40808"/>
                <a:gd name="connsiteY1" fmla="*/ 32444 h 32444"/>
                <a:gd name="connsiteX2" fmla="*/ 0 w 40808"/>
                <a:gd name="connsiteY2" fmla="*/ 16222 h 32444"/>
                <a:gd name="connsiteX3" fmla="*/ 20404 w 40808"/>
                <a:gd name="connsiteY3" fmla="*/ 0 h 32444"/>
                <a:gd name="connsiteX4" fmla="*/ 40809 w 40808"/>
                <a:gd name="connsiteY4" fmla="*/ 16222 h 32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08" h="32444">
                  <a:moveTo>
                    <a:pt x="40809" y="16222"/>
                  </a:moveTo>
                  <a:cubicBezTo>
                    <a:pt x="40809" y="25220"/>
                    <a:pt x="31684" y="32444"/>
                    <a:pt x="20404" y="32444"/>
                  </a:cubicBezTo>
                  <a:cubicBezTo>
                    <a:pt x="9125" y="32444"/>
                    <a:pt x="0" y="25220"/>
                    <a:pt x="0" y="16222"/>
                  </a:cubicBezTo>
                  <a:cubicBezTo>
                    <a:pt x="0" y="7224"/>
                    <a:pt x="9125" y="0"/>
                    <a:pt x="20404" y="0"/>
                  </a:cubicBezTo>
                  <a:cubicBezTo>
                    <a:pt x="31684" y="0"/>
                    <a:pt x="40809" y="7224"/>
                    <a:pt x="40809" y="1622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97" name="Freeform: Shape 4896">
              <a:extLst>
                <a:ext uri="{FF2B5EF4-FFF2-40B4-BE49-F238E27FC236}">
                  <a16:creationId xmlns:a16="http://schemas.microsoft.com/office/drawing/2014/main" id="{E2025EDD-9D09-70F0-C45C-38B5573653CD}"/>
                </a:ext>
              </a:extLst>
            </p:cNvPr>
            <p:cNvSpPr/>
            <p:nvPr/>
          </p:nvSpPr>
          <p:spPr>
            <a:xfrm>
              <a:off x="1160015" y="5049571"/>
              <a:ext cx="40808" cy="32444"/>
            </a:xfrm>
            <a:custGeom>
              <a:avLst/>
              <a:gdLst>
                <a:gd name="connsiteX0" fmla="*/ 40809 w 40808"/>
                <a:gd name="connsiteY0" fmla="*/ 16222 h 32444"/>
                <a:gd name="connsiteX1" fmla="*/ 20404 w 40808"/>
                <a:gd name="connsiteY1" fmla="*/ 32444 h 32444"/>
                <a:gd name="connsiteX2" fmla="*/ 0 w 40808"/>
                <a:gd name="connsiteY2" fmla="*/ 16222 h 32444"/>
                <a:gd name="connsiteX3" fmla="*/ 20404 w 40808"/>
                <a:gd name="connsiteY3" fmla="*/ 0 h 32444"/>
                <a:gd name="connsiteX4" fmla="*/ 40809 w 40808"/>
                <a:gd name="connsiteY4" fmla="*/ 16222 h 32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08" h="32444">
                  <a:moveTo>
                    <a:pt x="40809" y="16222"/>
                  </a:moveTo>
                  <a:cubicBezTo>
                    <a:pt x="40809" y="25220"/>
                    <a:pt x="31684" y="32444"/>
                    <a:pt x="20404" y="32444"/>
                  </a:cubicBezTo>
                  <a:cubicBezTo>
                    <a:pt x="9125" y="32444"/>
                    <a:pt x="0" y="25220"/>
                    <a:pt x="0" y="16222"/>
                  </a:cubicBezTo>
                  <a:cubicBezTo>
                    <a:pt x="0" y="7224"/>
                    <a:pt x="9125" y="0"/>
                    <a:pt x="20404" y="0"/>
                  </a:cubicBezTo>
                  <a:cubicBezTo>
                    <a:pt x="31684" y="0"/>
                    <a:pt x="40809" y="7224"/>
                    <a:pt x="40809" y="1622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98" name="Freeform: Shape 4897">
              <a:extLst>
                <a:ext uri="{FF2B5EF4-FFF2-40B4-BE49-F238E27FC236}">
                  <a16:creationId xmlns:a16="http://schemas.microsoft.com/office/drawing/2014/main" id="{34A164F0-EC0B-AAC4-FBFE-B1AFD3A6EF22}"/>
                </a:ext>
              </a:extLst>
            </p:cNvPr>
            <p:cNvSpPr/>
            <p:nvPr/>
          </p:nvSpPr>
          <p:spPr>
            <a:xfrm>
              <a:off x="1111982" y="4953251"/>
              <a:ext cx="40048" cy="31810"/>
            </a:xfrm>
            <a:custGeom>
              <a:avLst/>
              <a:gdLst>
                <a:gd name="connsiteX0" fmla="*/ 40049 w 40048"/>
                <a:gd name="connsiteY0" fmla="*/ 15842 h 31810"/>
                <a:gd name="connsiteX1" fmla="*/ 20024 w 40048"/>
                <a:gd name="connsiteY1" fmla="*/ 31811 h 31810"/>
                <a:gd name="connsiteX2" fmla="*/ 0 w 40048"/>
                <a:gd name="connsiteY2" fmla="*/ 15842 h 31810"/>
                <a:gd name="connsiteX3" fmla="*/ 20024 w 40048"/>
                <a:gd name="connsiteY3" fmla="*/ 0 h 31810"/>
                <a:gd name="connsiteX4" fmla="*/ 40049 w 40048"/>
                <a:gd name="connsiteY4" fmla="*/ 15842 h 31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048" h="31810">
                  <a:moveTo>
                    <a:pt x="40049" y="15842"/>
                  </a:moveTo>
                  <a:cubicBezTo>
                    <a:pt x="40049" y="24587"/>
                    <a:pt x="31050" y="31811"/>
                    <a:pt x="20024" y="31811"/>
                  </a:cubicBezTo>
                  <a:cubicBezTo>
                    <a:pt x="8998" y="31811"/>
                    <a:pt x="0" y="24714"/>
                    <a:pt x="0" y="15842"/>
                  </a:cubicBezTo>
                  <a:cubicBezTo>
                    <a:pt x="0" y="6971"/>
                    <a:pt x="8998" y="0"/>
                    <a:pt x="20024" y="0"/>
                  </a:cubicBezTo>
                  <a:cubicBezTo>
                    <a:pt x="31050" y="0"/>
                    <a:pt x="40049" y="7097"/>
                    <a:pt x="40049" y="1584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99" name="Freeform: Shape 4898">
              <a:extLst>
                <a:ext uri="{FF2B5EF4-FFF2-40B4-BE49-F238E27FC236}">
                  <a16:creationId xmlns:a16="http://schemas.microsoft.com/office/drawing/2014/main" id="{CB94AC26-C6CF-4503-E599-47450A38A191}"/>
                </a:ext>
              </a:extLst>
            </p:cNvPr>
            <p:cNvSpPr/>
            <p:nvPr/>
          </p:nvSpPr>
          <p:spPr>
            <a:xfrm>
              <a:off x="1066610" y="4855665"/>
              <a:ext cx="40048" cy="31683"/>
            </a:xfrm>
            <a:custGeom>
              <a:avLst/>
              <a:gdLst>
                <a:gd name="connsiteX0" fmla="*/ 40049 w 40048"/>
                <a:gd name="connsiteY0" fmla="*/ 15842 h 31683"/>
                <a:gd name="connsiteX1" fmla="*/ 20024 w 40048"/>
                <a:gd name="connsiteY1" fmla="*/ 31684 h 31683"/>
                <a:gd name="connsiteX2" fmla="*/ 0 w 40048"/>
                <a:gd name="connsiteY2" fmla="*/ 15842 h 31683"/>
                <a:gd name="connsiteX3" fmla="*/ 20024 w 40048"/>
                <a:gd name="connsiteY3" fmla="*/ 0 h 31683"/>
                <a:gd name="connsiteX4" fmla="*/ 40049 w 40048"/>
                <a:gd name="connsiteY4" fmla="*/ 15842 h 31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048" h="31683">
                  <a:moveTo>
                    <a:pt x="40049" y="15842"/>
                  </a:moveTo>
                  <a:cubicBezTo>
                    <a:pt x="40049" y="24587"/>
                    <a:pt x="31050" y="31684"/>
                    <a:pt x="20024" y="31684"/>
                  </a:cubicBezTo>
                  <a:cubicBezTo>
                    <a:pt x="8998" y="31684"/>
                    <a:pt x="0" y="24587"/>
                    <a:pt x="0" y="15842"/>
                  </a:cubicBezTo>
                  <a:cubicBezTo>
                    <a:pt x="0" y="7097"/>
                    <a:pt x="8998" y="0"/>
                    <a:pt x="20024" y="0"/>
                  </a:cubicBezTo>
                  <a:cubicBezTo>
                    <a:pt x="31050" y="0"/>
                    <a:pt x="40049" y="7097"/>
                    <a:pt x="40049" y="1584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00" name="Freeform: Shape 4899">
              <a:extLst>
                <a:ext uri="{FF2B5EF4-FFF2-40B4-BE49-F238E27FC236}">
                  <a16:creationId xmlns:a16="http://schemas.microsoft.com/office/drawing/2014/main" id="{5A174EEE-868E-188C-88FA-C7449C7E6642}"/>
                </a:ext>
              </a:extLst>
            </p:cNvPr>
            <p:cNvSpPr/>
            <p:nvPr/>
          </p:nvSpPr>
          <p:spPr>
            <a:xfrm>
              <a:off x="1024534" y="4757317"/>
              <a:ext cx="39541" cy="31430"/>
            </a:xfrm>
            <a:custGeom>
              <a:avLst/>
              <a:gdLst>
                <a:gd name="connsiteX0" fmla="*/ 39542 w 39541"/>
                <a:gd name="connsiteY0" fmla="*/ 15715 h 31430"/>
                <a:gd name="connsiteX1" fmla="*/ 19771 w 39541"/>
                <a:gd name="connsiteY1" fmla="*/ 31431 h 31430"/>
                <a:gd name="connsiteX2" fmla="*/ 0 w 39541"/>
                <a:gd name="connsiteY2" fmla="*/ 15715 h 31430"/>
                <a:gd name="connsiteX3" fmla="*/ 19771 w 39541"/>
                <a:gd name="connsiteY3" fmla="*/ 0 h 31430"/>
                <a:gd name="connsiteX4" fmla="*/ 39542 w 39541"/>
                <a:gd name="connsiteY4" fmla="*/ 15715 h 31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541" h="31430">
                  <a:moveTo>
                    <a:pt x="39542" y="15715"/>
                  </a:moveTo>
                  <a:cubicBezTo>
                    <a:pt x="39542" y="24333"/>
                    <a:pt x="30670" y="31431"/>
                    <a:pt x="19771" y="31431"/>
                  </a:cubicBezTo>
                  <a:cubicBezTo>
                    <a:pt x="8872" y="31431"/>
                    <a:pt x="0" y="24460"/>
                    <a:pt x="0" y="15715"/>
                  </a:cubicBezTo>
                  <a:cubicBezTo>
                    <a:pt x="0" y="6970"/>
                    <a:pt x="8872" y="0"/>
                    <a:pt x="19771" y="0"/>
                  </a:cubicBezTo>
                  <a:cubicBezTo>
                    <a:pt x="30670" y="0"/>
                    <a:pt x="39542" y="6970"/>
                    <a:pt x="39542" y="1571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01" name="Freeform: Shape 4900">
              <a:extLst>
                <a:ext uri="{FF2B5EF4-FFF2-40B4-BE49-F238E27FC236}">
                  <a16:creationId xmlns:a16="http://schemas.microsoft.com/office/drawing/2014/main" id="{8023D865-5703-9874-D879-6128592435E0}"/>
                </a:ext>
              </a:extLst>
            </p:cNvPr>
            <p:cNvSpPr/>
            <p:nvPr/>
          </p:nvSpPr>
          <p:spPr>
            <a:xfrm>
              <a:off x="985753" y="4658464"/>
              <a:ext cx="38654" cy="30669"/>
            </a:xfrm>
            <a:custGeom>
              <a:avLst/>
              <a:gdLst>
                <a:gd name="connsiteX0" fmla="*/ 38655 w 38654"/>
                <a:gd name="connsiteY0" fmla="*/ 15335 h 30669"/>
                <a:gd name="connsiteX1" fmla="*/ 19391 w 38654"/>
                <a:gd name="connsiteY1" fmla="*/ 30670 h 30669"/>
                <a:gd name="connsiteX2" fmla="*/ 0 w 38654"/>
                <a:gd name="connsiteY2" fmla="*/ 15335 h 30669"/>
                <a:gd name="connsiteX3" fmla="*/ 19391 w 38654"/>
                <a:gd name="connsiteY3" fmla="*/ 0 h 30669"/>
                <a:gd name="connsiteX4" fmla="*/ 38655 w 38654"/>
                <a:gd name="connsiteY4" fmla="*/ 15335 h 3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654" h="30669">
                  <a:moveTo>
                    <a:pt x="38655" y="15335"/>
                  </a:moveTo>
                  <a:cubicBezTo>
                    <a:pt x="38655" y="23826"/>
                    <a:pt x="30036" y="30670"/>
                    <a:pt x="19391" y="30670"/>
                  </a:cubicBezTo>
                  <a:cubicBezTo>
                    <a:pt x="8745" y="30670"/>
                    <a:pt x="0" y="23826"/>
                    <a:pt x="0" y="15335"/>
                  </a:cubicBezTo>
                  <a:cubicBezTo>
                    <a:pt x="0" y="6843"/>
                    <a:pt x="8618" y="0"/>
                    <a:pt x="19391" y="0"/>
                  </a:cubicBezTo>
                  <a:cubicBezTo>
                    <a:pt x="30163" y="0"/>
                    <a:pt x="38655" y="6843"/>
                    <a:pt x="38655" y="153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02" name="Freeform: Shape 4901">
              <a:extLst>
                <a:ext uri="{FF2B5EF4-FFF2-40B4-BE49-F238E27FC236}">
                  <a16:creationId xmlns:a16="http://schemas.microsoft.com/office/drawing/2014/main" id="{CCDEB7A7-1A0F-26D7-3DE7-899906E3DE99}"/>
                </a:ext>
              </a:extLst>
            </p:cNvPr>
            <p:cNvSpPr/>
            <p:nvPr/>
          </p:nvSpPr>
          <p:spPr>
            <a:xfrm>
              <a:off x="949760" y="4558849"/>
              <a:ext cx="38020" cy="30163"/>
            </a:xfrm>
            <a:custGeom>
              <a:avLst/>
              <a:gdLst>
                <a:gd name="connsiteX0" fmla="*/ 38021 w 38020"/>
                <a:gd name="connsiteY0" fmla="*/ 15082 h 30163"/>
                <a:gd name="connsiteX1" fmla="*/ 19010 w 38020"/>
                <a:gd name="connsiteY1" fmla="*/ 30163 h 30163"/>
                <a:gd name="connsiteX2" fmla="*/ 0 w 38020"/>
                <a:gd name="connsiteY2" fmla="*/ 15082 h 30163"/>
                <a:gd name="connsiteX3" fmla="*/ 19010 w 38020"/>
                <a:gd name="connsiteY3" fmla="*/ 0 h 30163"/>
                <a:gd name="connsiteX4" fmla="*/ 38021 w 38020"/>
                <a:gd name="connsiteY4" fmla="*/ 15082 h 30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0" h="30163">
                  <a:moveTo>
                    <a:pt x="38021" y="15082"/>
                  </a:moveTo>
                  <a:cubicBezTo>
                    <a:pt x="38021" y="23446"/>
                    <a:pt x="29529" y="30163"/>
                    <a:pt x="19010" y="30163"/>
                  </a:cubicBezTo>
                  <a:cubicBezTo>
                    <a:pt x="8491" y="30163"/>
                    <a:pt x="0" y="23446"/>
                    <a:pt x="0" y="15082"/>
                  </a:cubicBezTo>
                  <a:cubicBezTo>
                    <a:pt x="0" y="6717"/>
                    <a:pt x="8491" y="0"/>
                    <a:pt x="19010" y="0"/>
                  </a:cubicBezTo>
                  <a:cubicBezTo>
                    <a:pt x="29529" y="0"/>
                    <a:pt x="38021" y="6717"/>
                    <a:pt x="38021" y="1508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03" name="Freeform: Shape 4902">
              <a:extLst>
                <a:ext uri="{FF2B5EF4-FFF2-40B4-BE49-F238E27FC236}">
                  <a16:creationId xmlns:a16="http://schemas.microsoft.com/office/drawing/2014/main" id="{3175A918-57BC-C5F2-4066-D811DDAE57DD}"/>
                </a:ext>
              </a:extLst>
            </p:cNvPr>
            <p:cNvSpPr/>
            <p:nvPr/>
          </p:nvSpPr>
          <p:spPr>
            <a:xfrm>
              <a:off x="916555" y="4458221"/>
              <a:ext cx="38020" cy="30163"/>
            </a:xfrm>
            <a:custGeom>
              <a:avLst/>
              <a:gdLst>
                <a:gd name="connsiteX0" fmla="*/ 38021 w 38020"/>
                <a:gd name="connsiteY0" fmla="*/ 15082 h 30163"/>
                <a:gd name="connsiteX1" fmla="*/ 19010 w 38020"/>
                <a:gd name="connsiteY1" fmla="*/ 30163 h 30163"/>
                <a:gd name="connsiteX2" fmla="*/ 0 w 38020"/>
                <a:gd name="connsiteY2" fmla="*/ 15082 h 30163"/>
                <a:gd name="connsiteX3" fmla="*/ 19010 w 38020"/>
                <a:gd name="connsiteY3" fmla="*/ 0 h 30163"/>
                <a:gd name="connsiteX4" fmla="*/ 38021 w 38020"/>
                <a:gd name="connsiteY4" fmla="*/ 15082 h 30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0" h="30163">
                  <a:moveTo>
                    <a:pt x="38021" y="15082"/>
                  </a:moveTo>
                  <a:cubicBezTo>
                    <a:pt x="38021" y="23446"/>
                    <a:pt x="29530" y="30163"/>
                    <a:pt x="19010" y="30163"/>
                  </a:cubicBezTo>
                  <a:cubicBezTo>
                    <a:pt x="8491" y="30163"/>
                    <a:pt x="0" y="23446"/>
                    <a:pt x="0" y="15082"/>
                  </a:cubicBezTo>
                  <a:cubicBezTo>
                    <a:pt x="0" y="6717"/>
                    <a:pt x="8491" y="0"/>
                    <a:pt x="19010" y="0"/>
                  </a:cubicBezTo>
                  <a:cubicBezTo>
                    <a:pt x="29530" y="0"/>
                    <a:pt x="38021" y="6717"/>
                    <a:pt x="38021" y="1508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04" name="Freeform: Shape 4903">
              <a:extLst>
                <a:ext uri="{FF2B5EF4-FFF2-40B4-BE49-F238E27FC236}">
                  <a16:creationId xmlns:a16="http://schemas.microsoft.com/office/drawing/2014/main" id="{A15014BF-C901-8705-0DBF-42F3CC1572C1}"/>
                </a:ext>
              </a:extLst>
            </p:cNvPr>
            <p:cNvSpPr/>
            <p:nvPr/>
          </p:nvSpPr>
          <p:spPr>
            <a:xfrm>
              <a:off x="887026" y="4357466"/>
              <a:ext cx="37133" cy="29402"/>
            </a:xfrm>
            <a:custGeom>
              <a:avLst/>
              <a:gdLst>
                <a:gd name="connsiteX0" fmla="*/ 37134 w 37133"/>
                <a:gd name="connsiteY0" fmla="*/ 14701 h 29402"/>
                <a:gd name="connsiteX1" fmla="*/ 18630 w 37133"/>
                <a:gd name="connsiteY1" fmla="*/ 29402 h 29402"/>
                <a:gd name="connsiteX2" fmla="*/ 0 w 37133"/>
                <a:gd name="connsiteY2" fmla="*/ 14701 h 29402"/>
                <a:gd name="connsiteX3" fmla="*/ 18630 w 37133"/>
                <a:gd name="connsiteY3" fmla="*/ 0 h 29402"/>
                <a:gd name="connsiteX4" fmla="*/ 37134 w 37133"/>
                <a:gd name="connsiteY4" fmla="*/ 14701 h 29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33" h="29402">
                  <a:moveTo>
                    <a:pt x="37134" y="14701"/>
                  </a:moveTo>
                  <a:cubicBezTo>
                    <a:pt x="37134" y="22812"/>
                    <a:pt x="28769" y="29402"/>
                    <a:pt x="18630" y="29402"/>
                  </a:cubicBezTo>
                  <a:cubicBezTo>
                    <a:pt x="8491" y="29402"/>
                    <a:pt x="0" y="22812"/>
                    <a:pt x="0" y="14701"/>
                  </a:cubicBezTo>
                  <a:cubicBezTo>
                    <a:pt x="0" y="6590"/>
                    <a:pt x="8365" y="0"/>
                    <a:pt x="18630" y="0"/>
                  </a:cubicBezTo>
                  <a:cubicBezTo>
                    <a:pt x="28896" y="0"/>
                    <a:pt x="37134" y="6590"/>
                    <a:pt x="37134" y="1470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05" name="Freeform: Shape 4904">
              <a:extLst>
                <a:ext uri="{FF2B5EF4-FFF2-40B4-BE49-F238E27FC236}">
                  <a16:creationId xmlns:a16="http://schemas.microsoft.com/office/drawing/2014/main" id="{A0A93E49-0F86-0EA6-F926-54CF2DAEE433}"/>
                </a:ext>
              </a:extLst>
            </p:cNvPr>
            <p:cNvSpPr/>
            <p:nvPr/>
          </p:nvSpPr>
          <p:spPr>
            <a:xfrm>
              <a:off x="860411" y="4255823"/>
              <a:ext cx="36499" cy="28895"/>
            </a:xfrm>
            <a:custGeom>
              <a:avLst/>
              <a:gdLst>
                <a:gd name="connsiteX0" fmla="*/ 36500 w 36499"/>
                <a:gd name="connsiteY0" fmla="*/ 14448 h 28895"/>
                <a:gd name="connsiteX1" fmla="*/ 18250 w 36499"/>
                <a:gd name="connsiteY1" fmla="*/ 28896 h 28895"/>
                <a:gd name="connsiteX2" fmla="*/ 0 w 36499"/>
                <a:gd name="connsiteY2" fmla="*/ 14448 h 28895"/>
                <a:gd name="connsiteX3" fmla="*/ 18250 w 36499"/>
                <a:gd name="connsiteY3" fmla="*/ 0 h 28895"/>
                <a:gd name="connsiteX4" fmla="*/ 36500 w 36499"/>
                <a:gd name="connsiteY4" fmla="*/ 14448 h 28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99" h="28895">
                  <a:moveTo>
                    <a:pt x="36500" y="14448"/>
                  </a:moveTo>
                  <a:cubicBezTo>
                    <a:pt x="36500" y="22433"/>
                    <a:pt x="28262" y="28896"/>
                    <a:pt x="18250" y="28896"/>
                  </a:cubicBezTo>
                  <a:cubicBezTo>
                    <a:pt x="8238" y="28896"/>
                    <a:pt x="0" y="22433"/>
                    <a:pt x="0" y="14448"/>
                  </a:cubicBezTo>
                  <a:cubicBezTo>
                    <a:pt x="0" y="6464"/>
                    <a:pt x="8111" y="0"/>
                    <a:pt x="18250" y="0"/>
                  </a:cubicBezTo>
                  <a:cubicBezTo>
                    <a:pt x="28389" y="0"/>
                    <a:pt x="36500" y="6464"/>
                    <a:pt x="36500" y="1444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06" name="Freeform: Shape 4905">
              <a:extLst>
                <a:ext uri="{FF2B5EF4-FFF2-40B4-BE49-F238E27FC236}">
                  <a16:creationId xmlns:a16="http://schemas.microsoft.com/office/drawing/2014/main" id="{6DF340F3-4D64-7582-A013-F0CAE57538A3}"/>
                </a:ext>
              </a:extLst>
            </p:cNvPr>
            <p:cNvSpPr/>
            <p:nvPr/>
          </p:nvSpPr>
          <p:spPr>
            <a:xfrm>
              <a:off x="836965" y="4153801"/>
              <a:ext cx="35739" cy="28388"/>
            </a:xfrm>
            <a:custGeom>
              <a:avLst/>
              <a:gdLst>
                <a:gd name="connsiteX0" fmla="*/ 35740 w 35739"/>
                <a:gd name="connsiteY0" fmla="*/ 14194 h 28388"/>
                <a:gd name="connsiteX1" fmla="*/ 17870 w 35739"/>
                <a:gd name="connsiteY1" fmla="*/ 28389 h 28388"/>
                <a:gd name="connsiteX2" fmla="*/ 0 w 35739"/>
                <a:gd name="connsiteY2" fmla="*/ 14194 h 28388"/>
                <a:gd name="connsiteX3" fmla="*/ 17870 w 35739"/>
                <a:gd name="connsiteY3" fmla="*/ 0 h 28388"/>
                <a:gd name="connsiteX4" fmla="*/ 35740 w 35739"/>
                <a:gd name="connsiteY4" fmla="*/ 14194 h 28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739" h="28388">
                  <a:moveTo>
                    <a:pt x="35740" y="14194"/>
                  </a:moveTo>
                  <a:cubicBezTo>
                    <a:pt x="35740" y="22052"/>
                    <a:pt x="27755" y="28389"/>
                    <a:pt x="17870" y="28389"/>
                  </a:cubicBezTo>
                  <a:cubicBezTo>
                    <a:pt x="7984" y="28389"/>
                    <a:pt x="0" y="22052"/>
                    <a:pt x="0" y="14194"/>
                  </a:cubicBezTo>
                  <a:cubicBezTo>
                    <a:pt x="0" y="6337"/>
                    <a:pt x="7984" y="0"/>
                    <a:pt x="17870" y="0"/>
                  </a:cubicBezTo>
                  <a:cubicBezTo>
                    <a:pt x="27755" y="0"/>
                    <a:pt x="35740" y="6337"/>
                    <a:pt x="35740" y="141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07" name="Freeform: Shape 4906">
              <a:extLst>
                <a:ext uri="{FF2B5EF4-FFF2-40B4-BE49-F238E27FC236}">
                  <a16:creationId xmlns:a16="http://schemas.microsoft.com/office/drawing/2014/main" id="{06AA9318-35AE-BACB-51FC-F3A6AFD5E4BB}"/>
                </a:ext>
              </a:extLst>
            </p:cNvPr>
            <p:cNvSpPr/>
            <p:nvPr/>
          </p:nvSpPr>
          <p:spPr>
            <a:xfrm>
              <a:off x="816307" y="4051145"/>
              <a:ext cx="35739" cy="28388"/>
            </a:xfrm>
            <a:custGeom>
              <a:avLst/>
              <a:gdLst>
                <a:gd name="connsiteX0" fmla="*/ 35740 w 35739"/>
                <a:gd name="connsiteY0" fmla="*/ 14194 h 28388"/>
                <a:gd name="connsiteX1" fmla="*/ 17870 w 35739"/>
                <a:gd name="connsiteY1" fmla="*/ 28389 h 28388"/>
                <a:gd name="connsiteX2" fmla="*/ 0 w 35739"/>
                <a:gd name="connsiteY2" fmla="*/ 14194 h 28388"/>
                <a:gd name="connsiteX3" fmla="*/ 17870 w 35739"/>
                <a:gd name="connsiteY3" fmla="*/ 0 h 28388"/>
                <a:gd name="connsiteX4" fmla="*/ 35740 w 35739"/>
                <a:gd name="connsiteY4" fmla="*/ 14194 h 28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739" h="28388">
                  <a:moveTo>
                    <a:pt x="35740" y="14194"/>
                  </a:moveTo>
                  <a:cubicBezTo>
                    <a:pt x="35740" y="22052"/>
                    <a:pt x="27755" y="28389"/>
                    <a:pt x="17870" y="28389"/>
                  </a:cubicBezTo>
                  <a:cubicBezTo>
                    <a:pt x="7984" y="28389"/>
                    <a:pt x="0" y="22052"/>
                    <a:pt x="0" y="14194"/>
                  </a:cubicBezTo>
                  <a:cubicBezTo>
                    <a:pt x="0" y="6337"/>
                    <a:pt x="7984" y="0"/>
                    <a:pt x="17870" y="0"/>
                  </a:cubicBezTo>
                  <a:cubicBezTo>
                    <a:pt x="27755" y="0"/>
                    <a:pt x="35740" y="6337"/>
                    <a:pt x="35740" y="141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08" name="Freeform: Shape 4907">
              <a:extLst>
                <a:ext uri="{FF2B5EF4-FFF2-40B4-BE49-F238E27FC236}">
                  <a16:creationId xmlns:a16="http://schemas.microsoft.com/office/drawing/2014/main" id="{E74CC45D-57CF-D9F1-774B-428FD1D08822}"/>
                </a:ext>
              </a:extLst>
            </p:cNvPr>
            <p:cNvSpPr/>
            <p:nvPr/>
          </p:nvSpPr>
          <p:spPr>
            <a:xfrm>
              <a:off x="799071" y="3948489"/>
              <a:ext cx="34979" cy="27628"/>
            </a:xfrm>
            <a:custGeom>
              <a:avLst/>
              <a:gdLst>
                <a:gd name="connsiteX0" fmla="*/ 34979 w 34979"/>
                <a:gd name="connsiteY0" fmla="*/ 13814 h 27628"/>
                <a:gd name="connsiteX1" fmla="*/ 17490 w 34979"/>
                <a:gd name="connsiteY1" fmla="*/ 27629 h 27628"/>
                <a:gd name="connsiteX2" fmla="*/ 0 w 34979"/>
                <a:gd name="connsiteY2" fmla="*/ 13814 h 27628"/>
                <a:gd name="connsiteX3" fmla="*/ 17490 w 34979"/>
                <a:gd name="connsiteY3" fmla="*/ 0 h 27628"/>
                <a:gd name="connsiteX4" fmla="*/ 34979 w 34979"/>
                <a:gd name="connsiteY4" fmla="*/ 13814 h 27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979" h="27628">
                  <a:moveTo>
                    <a:pt x="34979" y="13814"/>
                  </a:moveTo>
                  <a:cubicBezTo>
                    <a:pt x="34979" y="21418"/>
                    <a:pt x="27122" y="27629"/>
                    <a:pt x="17490" y="27629"/>
                  </a:cubicBezTo>
                  <a:cubicBezTo>
                    <a:pt x="7858" y="27629"/>
                    <a:pt x="0" y="21418"/>
                    <a:pt x="0" y="13814"/>
                  </a:cubicBezTo>
                  <a:cubicBezTo>
                    <a:pt x="0" y="6210"/>
                    <a:pt x="7858" y="0"/>
                    <a:pt x="17490" y="0"/>
                  </a:cubicBezTo>
                  <a:cubicBezTo>
                    <a:pt x="27122" y="0"/>
                    <a:pt x="34979" y="6210"/>
                    <a:pt x="34979" y="1381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09" name="Freeform: Shape 4908">
              <a:extLst>
                <a:ext uri="{FF2B5EF4-FFF2-40B4-BE49-F238E27FC236}">
                  <a16:creationId xmlns:a16="http://schemas.microsoft.com/office/drawing/2014/main" id="{48189CE3-7C54-4FBD-179E-2F8C9E5EE41F}"/>
                </a:ext>
              </a:extLst>
            </p:cNvPr>
            <p:cNvSpPr/>
            <p:nvPr/>
          </p:nvSpPr>
          <p:spPr>
            <a:xfrm>
              <a:off x="785130" y="3845452"/>
              <a:ext cx="34218" cy="27121"/>
            </a:xfrm>
            <a:custGeom>
              <a:avLst/>
              <a:gdLst>
                <a:gd name="connsiteX0" fmla="*/ 34219 w 34218"/>
                <a:gd name="connsiteY0" fmla="*/ 13561 h 27121"/>
                <a:gd name="connsiteX1" fmla="*/ 17109 w 34218"/>
                <a:gd name="connsiteY1" fmla="*/ 27122 h 27121"/>
                <a:gd name="connsiteX2" fmla="*/ 0 w 34218"/>
                <a:gd name="connsiteY2" fmla="*/ 13561 h 27121"/>
                <a:gd name="connsiteX3" fmla="*/ 17109 w 34218"/>
                <a:gd name="connsiteY3" fmla="*/ 0 h 27121"/>
                <a:gd name="connsiteX4" fmla="*/ 34219 w 34218"/>
                <a:gd name="connsiteY4" fmla="*/ 13561 h 27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218" h="27121">
                  <a:moveTo>
                    <a:pt x="34219" y="13561"/>
                  </a:moveTo>
                  <a:cubicBezTo>
                    <a:pt x="34219" y="21038"/>
                    <a:pt x="26615" y="27122"/>
                    <a:pt x="17109" y="27122"/>
                  </a:cubicBezTo>
                  <a:cubicBezTo>
                    <a:pt x="7604" y="27122"/>
                    <a:pt x="0" y="21038"/>
                    <a:pt x="0" y="13561"/>
                  </a:cubicBezTo>
                  <a:cubicBezTo>
                    <a:pt x="0" y="6083"/>
                    <a:pt x="7604" y="0"/>
                    <a:pt x="17109" y="0"/>
                  </a:cubicBezTo>
                  <a:cubicBezTo>
                    <a:pt x="26615" y="0"/>
                    <a:pt x="34219" y="6083"/>
                    <a:pt x="34219" y="1356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10" name="Freeform: Shape 4909">
              <a:extLst>
                <a:ext uri="{FF2B5EF4-FFF2-40B4-BE49-F238E27FC236}">
                  <a16:creationId xmlns:a16="http://schemas.microsoft.com/office/drawing/2014/main" id="{B9B9EF68-B977-6066-9205-4D16A2D8A3CF}"/>
                </a:ext>
              </a:extLst>
            </p:cNvPr>
            <p:cNvSpPr/>
            <p:nvPr/>
          </p:nvSpPr>
          <p:spPr>
            <a:xfrm>
              <a:off x="774357" y="3742036"/>
              <a:ext cx="33585" cy="26614"/>
            </a:xfrm>
            <a:custGeom>
              <a:avLst/>
              <a:gdLst>
                <a:gd name="connsiteX0" fmla="*/ 33585 w 33585"/>
                <a:gd name="connsiteY0" fmla="*/ 13307 h 26614"/>
                <a:gd name="connsiteX1" fmla="*/ 16856 w 33585"/>
                <a:gd name="connsiteY1" fmla="*/ 26614 h 26614"/>
                <a:gd name="connsiteX2" fmla="*/ 0 w 33585"/>
                <a:gd name="connsiteY2" fmla="*/ 13307 h 26614"/>
                <a:gd name="connsiteX3" fmla="*/ 16856 w 33585"/>
                <a:gd name="connsiteY3" fmla="*/ 0 h 26614"/>
                <a:gd name="connsiteX4" fmla="*/ 33585 w 33585"/>
                <a:gd name="connsiteY4" fmla="*/ 13307 h 26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85" h="26614">
                  <a:moveTo>
                    <a:pt x="33585" y="13307"/>
                  </a:moveTo>
                  <a:cubicBezTo>
                    <a:pt x="33585" y="20658"/>
                    <a:pt x="26108" y="26614"/>
                    <a:pt x="16856" y="26614"/>
                  </a:cubicBezTo>
                  <a:cubicBezTo>
                    <a:pt x="7604" y="26614"/>
                    <a:pt x="0" y="20658"/>
                    <a:pt x="0" y="13307"/>
                  </a:cubicBezTo>
                  <a:cubicBezTo>
                    <a:pt x="0" y="5957"/>
                    <a:pt x="7477" y="0"/>
                    <a:pt x="16856" y="0"/>
                  </a:cubicBezTo>
                  <a:cubicBezTo>
                    <a:pt x="26234" y="0"/>
                    <a:pt x="33585" y="5957"/>
                    <a:pt x="33585" y="1330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11" name="Freeform: Shape 4910">
              <a:extLst>
                <a:ext uri="{FF2B5EF4-FFF2-40B4-BE49-F238E27FC236}">
                  <a16:creationId xmlns:a16="http://schemas.microsoft.com/office/drawing/2014/main" id="{BCA2DD37-08BF-4CB9-CDF1-3260E2851625}"/>
                </a:ext>
              </a:extLst>
            </p:cNvPr>
            <p:cNvSpPr/>
            <p:nvPr/>
          </p:nvSpPr>
          <p:spPr>
            <a:xfrm>
              <a:off x="766880" y="3638493"/>
              <a:ext cx="32697" cy="26107"/>
            </a:xfrm>
            <a:custGeom>
              <a:avLst/>
              <a:gdLst>
                <a:gd name="connsiteX0" fmla="*/ 32698 w 32697"/>
                <a:gd name="connsiteY0" fmla="*/ 13054 h 26107"/>
                <a:gd name="connsiteX1" fmla="*/ 16349 w 32697"/>
                <a:gd name="connsiteY1" fmla="*/ 26108 h 26107"/>
                <a:gd name="connsiteX2" fmla="*/ 0 w 32697"/>
                <a:gd name="connsiteY2" fmla="*/ 13054 h 26107"/>
                <a:gd name="connsiteX3" fmla="*/ 16349 w 32697"/>
                <a:gd name="connsiteY3" fmla="*/ 0 h 26107"/>
                <a:gd name="connsiteX4" fmla="*/ 32698 w 32697"/>
                <a:gd name="connsiteY4" fmla="*/ 13054 h 2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97" h="26107">
                  <a:moveTo>
                    <a:pt x="32698" y="13054"/>
                  </a:moveTo>
                  <a:cubicBezTo>
                    <a:pt x="32698" y="20278"/>
                    <a:pt x="25347" y="26108"/>
                    <a:pt x="16349" y="26108"/>
                  </a:cubicBezTo>
                  <a:cubicBezTo>
                    <a:pt x="7351" y="26108"/>
                    <a:pt x="0" y="20278"/>
                    <a:pt x="0" y="13054"/>
                  </a:cubicBezTo>
                  <a:cubicBezTo>
                    <a:pt x="0" y="5830"/>
                    <a:pt x="7351" y="0"/>
                    <a:pt x="16349" y="0"/>
                  </a:cubicBezTo>
                  <a:cubicBezTo>
                    <a:pt x="25347" y="0"/>
                    <a:pt x="32698" y="5830"/>
                    <a:pt x="32698" y="1305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12" name="Freeform: Shape 4911">
              <a:extLst>
                <a:ext uri="{FF2B5EF4-FFF2-40B4-BE49-F238E27FC236}">
                  <a16:creationId xmlns:a16="http://schemas.microsoft.com/office/drawing/2014/main" id="{58B6E463-E151-67D5-8B41-380B85ACD9CC}"/>
                </a:ext>
              </a:extLst>
            </p:cNvPr>
            <p:cNvSpPr/>
            <p:nvPr/>
          </p:nvSpPr>
          <p:spPr>
            <a:xfrm>
              <a:off x="762444" y="3534949"/>
              <a:ext cx="31937" cy="25347"/>
            </a:xfrm>
            <a:custGeom>
              <a:avLst/>
              <a:gdLst>
                <a:gd name="connsiteX0" fmla="*/ 31937 w 31937"/>
                <a:gd name="connsiteY0" fmla="*/ 12674 h 25347"/>
                <a:gd name="connsiteX1" fmla="*/ 15969 w 31937"/>
                <a:gd name="connsiteY1" fmla="*/ 25347 h 25347"/>
                <a:gd name="connsiteX2" fmla="*/ 0 w 31937"/>
                <a:gd name="connsiteY2" fmla="*/ 12674 h 25347"/>
                <a:gd name="connsiteX3" fmla="*/ 15969 w 31937"/>
                <a:gd name="connsiteY3" fmla="*/ 0 h 25347"/>
                <a:gd name="connsiteX4" fmla="*/ 31937 w 31937"/>
                <a:gd name="connsiteY4" fmla="*/ 12674 h 25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937" h="25347">
                  <a:moveTo>
                    <a:pt x="31937" y="12674"/>
                  </a:moveTo>
                  <a:cubicBezTo>
                    <a:pt x="31937" y="19644"/>
                    <a:pt x="24840" y="25347"/>
                    <a:pt x="15969" y="25347"/>
                  </a:cubicBezTo>
                  <a:cubicBezTo>
                    <a:pt x="7097" y="25347"/>
                    <a:pt x="0" y="19644"/>
                    <a:pt x="0" y="12674"/>
                  </a:cubicBezTo>
                  <a:cubicBezTo>
                    <a:pt x="0" y="5703"/>
                    <a:pt x="7224" y="0"/>
                    <a:pt x="15969" y="0"/>
                  </a:cubicBezTo>
                  <a:cubicBezTo>
                    <a:pt x="24714" y="0"/>
                    <a:pt x="31937" y="5703"/>
                    <a:pt x="31937" y="1267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13" name="Freeform: Shape 4912">
              <a:extLst>
                <a:ext uri="{FF2B5EF4-FFF2-40B4-BE49-F238E27FC236}">
                  <a16:creationId xmlns:a16="http://schemas.microsoft.com/office/drawing/2014/main" id="{D4C6DB0F-8889-6F8C-D152-BD931FFA86D8}"/>
                </a:ext>
              </a:extLst>
            </p:cNvPr>
            <p:cNvSpPr/>
            <p:nvPr/>
          </p:nvSpPr>
          <p:spPr>
            <a:xfrm>
              <a:off x="761050" y="3431153"/>
              <a:ext cx="31430" cy="24840"/>
            </a:xfrm>
            <a:custGeom>
              <a:avLst/>
              <a:gdLst>
                <a:gd name="connsiteX0" fmla="*/ 31431 w 31430"/>
                <a:gd name="connsiteY0" fmla="*/ 12420 h 24840"/>
                <a:gd name="connsiteX1" fmla="*/ 15715 w 31430"/>
                <a:gd name="connsiteY1" fmla="*/ 24840 h 24840"/>
                <a:gd name="connsiteX2" fmla="*/ 0 w 31430"/>
                <a:gd name="connsiteY2" fmla="*/ 12420 h 24840"/>
                <a:gd name="connsiteX3" fmla="*/ 15715 w 31430"/>
                <a:gd name="connsiteY3" fmla="*/ 0 h 24840"/>
                <a:gd name="connsiteX4" fmla="*/ 31431 w 31430"/>
                <a:gd name="connsiteY4" fmla="*/ 12420 h 2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30" h="24840">
                  <a:moveTo>
                    <a:pt x="31431" y="12420"/>
                  </a:moveTo>
                  <a:cubicBezTo>
                    <a:pt x="31431" y="19264"/>
                    <a:pt x="24460" y="24840"/>
                    <a:pt x="15715" y="24840"/>
                  </a:cubicBezTo>
                  <a:cubicBezTo>
                    <a:pt x="6970" y="24840"/>
                    <a:pt x="0" y="19264"/>
                    <a:pt x="0" y="12420"/>
                  </a:cubicBezTo>
                  <a:cubicBezTo>
                    <a:pt x="0" y="5576"/>
                    <a:pt x="7097" y="0"/>
                    <a:pt x="15715" y="0"/>
                  </a:cubicBezTo>
                  <a:cubicBezTo>
                    <a:pt x="24333" y="0"/>
                    <a:pt x="31431" y="5576"/>
                    <a:pt x="31431" y="1242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14" name="Freeform: Shape 4913">
              <a:extLst>
                <a:ext uri="{FF2B5EF4-FFF2-40B4-BE49-F238E27FC236}">
                  <a16:creationId xmlns:a16="http://schemas.microsoft.com/office/drawing/2014/main" id="{2CB3ACDD-4A26-CC78-001F-A04E7FB1D490}"/>
                </a:ext>
              </a:extLst>
            </p:cNvPr>
            <p:cNvSpPr/>
            <p:nvPr/>
          </p:nvSpPr>
          <p:spPr>
            <a:xfrm>
              <a:off x="763078" y="3327482"/>
              <a:ext cx="30670" cy="24333"/>
            </a:xfrm>
            <a:custGeom>
              <a:avLst/>
              <a:gdLst>
                <a:gd name="connsiteX0" fmla="*/ 30670 w 30670"/>
                <a:gd name="connsiteY0" fmla="*/ 12167 h 24333"/>
                <a:gd name="connsiteX1" fmla="*/ 15335 w 30670"/>
                <a:gd name="connsiteY1" fmla="*/ 24333 h 24333"/>
                <a:gd name="connsiteX2" fmla="*/ 0 w 30670"/>
                <a:gd name="connsiteY2" fmla="*/ 12167 h 24333"/>
                <a:gd name="connsiteX3" fmla="*/ 15335 w 30670"/>
                <a:gd name="connsiteY3" fmla="*/ 0 h 24333"/>
                <a:gd name="connsiteX4" fmla="*/ 30670 w 30670"/>
                <a:gd name="connsiteY4" fmla="*/ 12167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70" h="24333">
                  <a:moveTo>
                    <a:pt x="30670" y="12167"/>
                  </a:moveTo>
                  <a:cubicBezTo>
                    <a:pt x="30670" y="18884"/>
                    <a:pt x="23826" y="24333"/>
                    <a:pt x="15335" y="24333"/>
                  </a:cubicBezTo>
                  <a:cubicBezTo>
                    <a:pt x="6844" y="24333"/>
                    <a:pt x="0" y="18884"/>
                    <a:pt x="0" y="12167"/>
                  </a:cubicBezTo>
                  <a:cubicBezTo>
                    <a:pt x="0" y="5450"/>
                    <a:pt x="6844" y="0"/>
                    <a:pt x="15335" y="0"/>
                  </a:cubicBezTo>
                  <a:cubicBezTo>
                    <a:pt x="23826" y="0"/>
                    <a:pt x="30670" y="5450"/>
                    <a:pt x="30670" y="121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15" name="Freeform: Shape 4914">
              <a:extLst>
                <a:ext uri="{FF2B5EF4-FFF2-40B4-BE49-F238E27FC236}">
                  <a16:creationId xmlns:a16="http://schemas.microsoft.com/office/drawing/2014/main" id="{6AE0D264-0A55-AAB5-ACED-E97D630725B7}"/>
                </a:ext>
              </a:extLst>
            </p:cNvPr>
            <p:cNvSpPr/>
            <p:nvPr/>
          </p:nvSpPr>
          <p:spPr>
            <a:xfrm>
              <a:off x="768147" y="3223939"/>
              <a:ext cx="29909" cy="23572"/>
            </a:xfrm>
            <a:custGeom>
              <a:avLst/>
              <a:gdLst>
                <a:gd name="connsiteX0" fmla="*/ 29910 w 29909"/>
                <a:gd name="connsiteY0" fmla="*/ 11786 h 23572"/>
                <a:gd name="connsiteX1" fmla="*/ 14955 w 29909"/>
                <a:gd name="connsiteY1" fmla="*/ 23573 h 23572"/>
                <a:gd name="connsiteX2" fmla="*/ 0 w 29909"/>
                <a:gd name="connsiteY2" fmla="*/ 11786 h 23572"/>
                <a:gd name="connsiteX3" fmla="*/ 14955 w 29909"/>
                <a:gd name="connsiteY3" fmla="*/ 0 h 23572"/>
                <a:gd name="connsiteX4" fmla="*/ 29910 w 29909"/>
                <a:gd name="connsiteY4" fmla="*/ 11786 h 2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909" h="23572">
                  <a:moveTo>
                    <a:pt x="29910" y="11786"/>
                  </a:moveTo>
                  <a:cubicBezTo>
                    <a:pt x="29910" y="18377"/>
                    <a:pt x="23193" y="23573"/>
                    <a:pt x="14955" y="23573"/>
                  </a:cubicBezTo>
                  <a:cubicBezTo>
                    <a:pt x="6717" y="23573"/>
                    <a:pt x="0" y="18250"/>
                    <a:pt x="0" y="11786"/>
                  </a:cubicBezTo>
                  <a:cubicBezTo>
                    <a:pt x="0" y="5323"/>
                    <a:pt x="6717" y="0"/>
                    <a:pt x="14955" y="0"/>
                  </a:cubicBezTo>
                  <a:cubicBezTo>
                    <a:pt x="23193" y="0"/>
                    <a:pt x="29910" y="5323"/>
                    <a:pt x="29910" y="1178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16" name="Freeform: Shape 4915">
              <a:extLst>
                <a:ext uri="{FF2B5EF4-FFF2-40B4-BE49-F238E27FC236}">
                  <a16:creationId xmlns:a16="http://schemas.microsoft.com/office/drawing/2014/main" id="{4B101269-4D42-2D00-3A4D-A07386100F30}"/>
                </a:ext>
              </a:extLst>
            </p:cNvPr>
            <p:cNvSpPr/>
            <p:nvPr/>
          </p:nvSpPr>
          <p:spPr>
            <a:xfrm>
              <a:off x="776512" y="3120269"/>
              <a:ext cx="29276" cy="23319"/>
            </a:xfrm>
            <a:custGeom>
              <a:avLst/>
              <a:gdLst>
                <a:gd name="connsiteX0" fmla="*/ 29276 w 29276"/>
                <a:gd name="connsiteY0" fmla="*/ 11660 h 23319"/>
                <a:gd name="connsiteX1" fmla="*/ 14701 w 29276"/>
                <a:gd name="connsiteY1" fmla="*/ 23319 h 23319"/>
                <a:gd name="connsiteX2" fmla="*/ 0 w 29276"/>
                <a:gd name="connsiteY2" fmla="*/ 11660 h 23319"/>
                <a:gd name="connsiteX3" fmla="*/ 14701 w 29276"/>
                <a:gd name="connsiteY3" fmla="*/ 0 h 23319"/>
                <a:gd name="connsiteX4" fmla="*/ 29276 w 29276"/>
                <a:gd name="connsiteY4" fmla="*/ 11660 h 23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276" h="23319">
                  <a:moveTo>
                    <a:pt x="29276" y="11660"/>
                  </a:moveTo>
                  <a:cubicBezTo>
                    <a:pt x="29276" y="18123"/>
                    <a:pt x="22686" y="23319"/>
                    <a:pt x="14701" y="23319"/>
                  </a:cubicBezTo>
                  <a:cubicBezTo>
                    <a:pt x="6717" y="23319"/>
                    <a:pt x="0" y="18123"/>
                    <a:pt x="0" y="11660"/>
                  </a:cubicBezTo>
                  <a:cubicBezTo>
                    <a:pt x="0" y="5196"/>
                    <a:pt x="6590" y="0"/>
                    <a:pt x="14701" y="0"/>
                  </a:cubicBezTo>
                  <a:cubicBezTo>
                    <a:pt x="22812" y="0"/>
                    <a:pt x="29276" y="5196"/>
                    <a:pt x="29276" y="1166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17" name="Freeform: Shape 4916">
              <a:extLst>
                <a:ext uri="{FF2B5EF4-FFF2-40B4-BE49-F238E27FC236}">
                  <a16:creationId xmlns:a16="http://schemas.microsoft.com/office/drawing/2014/main" id="{BDFF304D-BFBF-9876-7972-77583A1A5E04}"/>
                </a:ext>
              </a:extLst>
            </p:cNvPr>
            <p:cNvSpPr/>
            <p:nvPr/>
          </p:nvSpPr>
          <p:spPr>
            <a:xfrm>
              <a:off x="788552" y="3017233"/>
              <a:ext cx="27628" cy="22052"/>
            </a:xfrm>
            <a:custGeom>
              <a:avLst/>
              <a:gdLst>
                <a:gd name="connsiteX0" fmla="*/ 27628 w 27628"/>
                <a:gd name="connsiteY0" fmla="*/ 11026 h 22052"/>
                <a:gd name="connsiteX1" fmla="*/ 13814 w 27628"/>
                <a:gd name="connsiteY1" fmla="*/ 22052 h 22052"/>
                <a:gd name="connsiteX2" fmla="*/ 0 w 27628"/>
                <a:gd name="connsiteY2" fmla="*/ 11026 h 22052"/>
                <a:gd name="connsiteX3" fmla="*/ 13814 w 27628"/>
                <a:gd name="connsiteY3" fmla="*/ 0 h 22052"/>
                <a:gd name="connsiteX4" fmla="*/ 27628 w 27628"/>
                <a:gd name="connsiteY4" fmla="*/ 11026 h 22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28" h="22052">
                  <a:moveTo>
                    <a:pt x="27628" y="11026"/>
                  </a:moveTo>
                  <a:cubicBezTo>
                    <a:pt x="27628" y="17109"/>
                    <a:pt x="21418" y="22052"/>
                    <a:pt x="13814" y="22052"/>
                  </a:cubicBezTo>
                  <a:cubicBezTo>
                    <a:pt x="6210" y="22052"/>
                    <a:pt x="0" y="17109"/>
                    <a:pt x="0" y="11026"/>
                  </a:cubicBezTo>
                  <a:cubicBezTo>
                    <a:pt x="0" y="4943"/>
                    <a:pt x="6210" y="0"/>
                    <a:pt x="13814" y="0"/>
                  </a:cubicBezTo>
                  <a:cubicBezTo>
                    <a:pt x="21418" y="0"/>
                    <a:pt x="27628" y="4943"/>
                    <a:pt x="27628" y="1102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18" name="Freeform: Shape 4917">
              <a:extLst>
                <a:ext uri="{FF2B5EF4-FFF2-40B4-BE49-F238E27FC236}">
                  <a16:creationId xmlns:a16="http://schemas.microsoft.com/office/drawing/2014/main" id="{5B9D0218-63DD-22F3-BDF0-E12CD90B882A}"/>
                </a:ext>
              </a:extLst>
            </p:cNvPr>
            <p:cNvSpPr/>
            <p:nvPr/>
          </p:nvSpPr>
          <p:spPr>
            <a:xfrm>
              <a:off x="803253" y="2914197"/>
              <a:ext cx="26868" cy="21291"/>
            </a:xfrm>
            <a:custGeom>
              <a:avLst/>
              <a:gdLst>
                <a:gd name="connsiteX0" fmla="*/ 26868 w 26868"/>
                <a:gd name="connsiteY0" fmla="*/ 10646 h 21291"/>
                <a:gd name="connsiteX1" fmla="*/ 13434 w 26868"/>
                <a:gd name="connsiteY1" fmla="*/ 21292 h 21291"/>
                <a:gd name="connsiteX2" fmla="*/ 0 w 26868"/>
                <a:gd name="connsiteY2" fmla="*/ 10646 h 21291"/>
                <a:gd name="connsiteX3" fmla="*/ 13434 w 26868"/>
                <a:gd name="connsiteY3" fmla="*/ 0 h 21291"/>
                <a:gd name="connsiteX4" fmla="*/ 26868 w 26868"/>
                <a:gd name="connsiteY4" fmla="*/ 10646 h 2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68" h="21291">
                  <a:moveTo>
                    <a:pt x="26868" y="10646"/>
                  </a:moveTo>
                  <a:cubicBezTo>
                    <a:pt x="26868" y="16602"/>
                    <a:pt x="20911" y="21292"/>
                    <a:pt x="13434" y="21292"/>
                  </a:cubicBezTo>
                  <a:cubicBezTo>
                    <a:pt x="5957" y="21292"/>
                    <a:pt x="0" y="16476"/>
                    <a:pt x="0" y="10646"/>
                  </a:cubicBezTo>
                  <a:cubicBezTo>
                    <a:pt x="0" y="4816"/>
                    <a:pt x="6083" y="0"/>
                    <a:pt x="13434" y="0"/>
                  </a:cubicBezTo>
                  <a:cubicBezTo>
                    <a:pt x="20785" y="0"/>
                    <a:pt x="26868" y="4816"/>
                    <a:pt x="26868" y="1064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19" name="Freeform: Shape 4918">
              <a:extLst>
                <a:ext uri="{FF2B5EF4-FFF2-40B4-BE49-F238E27FC236}">
                  <a16:creationId xmlns:a16="http://schemas.microsoft.com/office/drawing/2014/main" id="{54724271-4741-9637-192F-8DE2E9173622}"/>
                </a:ext>
              </a:extLst>
            </p:cNvPr>
            <p:cNvSpPr/>
            <p:nvPr/>
          </p:nvSpPr>
          <p:spPr>
            <a:xfrm>
              <a:off x="820869" y="2811414"/>
              <a:ext cx="26361" cy="20784"/>
            </a:xfrm>
            <a:custGeom>
              <a:avLst/>
              <a:gdLst>
                <a:gd name="connsiteX0" fmla="*/ 26361 w 26361"/>
                <a:gd name="connsiteY0" fmla="*/ 10392 h 20784"/>
                <a:gd name="connsiteX1" fmla="*/ 13181 w 26361"/>
                <a:gd name="connsiteY1" fmla="*/ 20785 h 20784"/>
                <a:gd name="connsiteX2" fmla="*/ 0 w 26361"/>
                <a:gd name="connsiteY2" fmla="*/ 10392 h 20784"/>
                <a:gd name="connsiteX3" fmla="*/ 13181 w 26361"/>
                <a:gd name="connsiteY3" fmla="*/ 0 h 20784"/>
                <a:gd name="connsiteX4" fmla="*/ 26361 w 26361"/>
                <a:gd name="connsiteY4" fmla="*/ 10392 h 20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61" h="20784">
                  <a:moveTo>
                    <a:pt x="26361" y="10392"/>
                  </a:moveTo>
                  <a:cubicBezTo>
                    <a:pt x="26361" y="16222"/>
                    <a:pt x="20404" y="20785"/>
                    <a:pt x="13181" y="20785"/>
                  </a:cubicBezTo>
                  <a:cubicBezTo>
                    <a:pt x="5957" y="20785"/>
                    <a:pt x="0" y="16095"/>
                    <a:pt x="0" y="10392"/>
                  </a:cubicBezTo>
                  <a:cubicBezTo>
                    <a:pt x="0" y="4689"/>
                    <a:pt x="5830" y="0"/>
                    <a:pt x="13181" y="0"/>
                  </a:cubicBezTo>
                  <a:cubicBezTo>
                    <a:pt x="20531" y="0"/>
                    <a:pt x="26361" y="4689"/>
                    <a:pt x="26361" y="1039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20" name="Freeform: Shape 4919">
              <a:extLst>
                <a:ext uri="{FF2B5EF4-FFF2-40B4-BE49-F238E27FC236}">
                  <a16:creationId xmlns:a16="http://schemas.microsoft.com/office/drawing/2014/main" id="{0A86C22B-EC27-1A7F-67FF-491F4D79D5A2}"/>
                </a:ext>
              </a:extLst>
            </p:cNvPr>
            <p:cNvSpPr/>
            <p:nvPr/>
          </p:nvSpPr>
          <p:spPr>
            <a:xfrm>
              <a:off x="842414" y="2709265"/>
              <a:ext cx="24713" cy="19643"/>
            </a:xfrm>
            <a:custGeom>
              <a:avLst/>
              <a:gdLst>
                <a:gd name="connsiteX0" fmla="*/ 24713 w 24713"/>
                <a:gd name="connsiteY0" fmla="*/ 9885 h 19643"/>
                <a:gd name="connsiteX1" fmla="*/ 12420 w 24713"/>
                <a:gd name="connsiteY1" fmla="*/ 19644 h 19643"/>
                <a:gd name="connsiteX2" fmla="*/ 0 w 24713"/>
                <a:gd name="connsiteY2" fmla="*/ 9885 h 19643"/>
                <a:gd name="connsiteX3" fmla="*/ 12420 w 24713"/>
                <a:gd name="connsiteY3" fmla="*/ 0 h 19643"/>
                <a:gd name="connsiteX4" fmla="*/ 24713 w 24713"/>
                <a:gd name="connsiteY4" fmla="*/ 9885 h 19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713" h="19643">
                  <a:moveTo>
                    <a:pt x="24713" y="9885"/>
                  </a:moveTo>
                  <a:cubicBezTo>
                    <a:pt x="24713" y="15335"/>
                    <a:pt x="19137" y="19644"/>
                    <a:pt x="12420" y="19644"/>
                  </a:cubicBezTo>
                  <a:cubicBezTo>
                    <a:pt x="5703" y="19644"/>
                    <a:pt x="0" y="15208"/>
                    <a:pt x="0" y="9885"/>
                  </a:cubicBezTo>
                  <a:cubicBezTo>
                    <a:pt x="0" y="4563"/>
                    <a:pt x="5576" y="0"/>
                    <a:pt x="12420" y="0"/>
                  </a:cubicBezTo>
                  <a:cubicBezTo>
                    <a:pt x="19264" y="0"/>
                    <a:pt x="24713" y="4436"/>
                    <a:pt x="24713" y="988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21" name="Freeform: Shape 4920">
              <a:extLst>
                <a:ext uri="{FF2B5EF4-FFF2-40B4-BE49-F238E27FC236}">
                  <a16:creationId xmlns:a16="http://schemas.microsoft.com/office/drawing/2014/main" id="{73012DA6-B9D6-65E5-1891-7818A49BFDEB}"/>
                </a:ext>
              </a:extLst>
            </p:cNvPr>
            <p:cNvSpPr/>
            <p:nvPr/>
          </p:nvSpPr>
          <p:spPr>
            <a:xfrm>
              <a:off x="866494" y="2607369"/>
              <a:ext cx="24079" cy="19010"/>
            </a:xfrm>
            <a:custGeom>
              <a:avLst/>
              <a:gdLst>
                <a:gd name="connsiteX0" fmla="*/ 24080 w 24079"/>
                <a:gd name="connsiteY0" fmla="*/ 9505 h 19010"/>
                <a:gd name="connsiteX1" fmla="*/ 12040 w 24079"/>
                <a:gd name="connsiteY1" fmla="*/ 19010 h 19010"/>
                <a:gd name="connsiteX2" fmla="*/ 0 w 24079"/>
                <a:gd name="connsiteY2" fmla="*/ 9505 h 19010"/>
                <a:gd name="connsiteX3" fmla="*/ 12040 w 24079"/>
                <a:gd name="connsiteY3" fmla="*/ 0 h 19010"/>
                <a:gd name="connsiteX4" fmla="*/ 24080 w 24079"/>
                <a:gd name="connsiteY4" fmla="*/ 9505 h 19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79" h="19010">
                  <a:moveTo>
                    <a:pt x="24080" y="9505"/>
                  </a:moveTo>
                  <a:cubicBezTo>
                    <a:pt x="24080" y="14701"/>
                    <a:pt x="18757" y="19010"/>
                    <a:pt x="12040" y="19010"/>
                  </a:cubicBezTo>
                  <a:cubicBezTo>
                    <a:pt x="5323" y="19010"/>
                    <a:pt x="0" y="14828"/>
                    <a:pt x="0" y="9505"/>
                  </a:cubicBezTo>
                  <a:cubicBezTo>
                    <a:pt x="0" y="4182"/>
                    <a:pt x="5323" y="0"/>
                    <a:pt x="12040" y="0"/>
                  </a:cubicBezTo>
                  <a:cubicBezTo>
                    <a:pt x="18757" y="0"/>
                    <a:pt x="24080" y="4182"/>
                    <a:pt x="24080" y="950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22" name="Freeform: Shape 4921">
              <a:extLst>
                <a:ext uri="{FF2B5EF4-FFF2-40B4-BE49-F238E27FC236}">
                  <a16:creationId xmlns:a16="http://schemas.microsoft.com/office/drawing/2014/main" id="{D8CF442A-58A8-27C7-AE53-D34A01FB586F}"/>
                </a:ext>
              </a:extLst>
            </p:cNvPr>
            <p:cNvSpPr/>
            <p:nvPr/>
          </p:nvSpPr>
          <p:spPr>
            <a:xfrm>
              <a:off x="893996" y="2505853"/>
              <a:ext cx="23319" cy="18503"/>
            </a:xfrm>
            <a:custGeom>
              <a:avLst/>
              <a:gdLst>
                <a:gd name="connsiteX0" fmla="*/ 23319 w 23319"/>
                <a:gd name="connsiteY0" fmla="*/ 9252 h 18503"/>
                <a:gd name="connsiteX1" fmla="*/ 11660 w 23319"/>
                <a:gd name="connsiteY1" fmla="*/ 18503 h 18503"/>
                <a:gd name="connsiteX2" fmla="*/ 0 w 23319"/>
                <a:gd name="connsiteY2" fmla="*/ 9252 h 18503"/>
                <a:gd name="connsiteX3" fmla="*/ 11660 w 23319"/>
                <a:gd name="connsiteY3" fmla="*/ 0 h 18503"/>
                <a:gd name="connsiteX4" fmla="*/ 23319 w 23319"/>
                <a:gd name="connsiteY4" fmla="*/ 9252 h 18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319" h="18503">
                  <a:moveTo>
                    <a:pt x="23319" y="9252"/>
                  </a:moveTo>
                  <a:cubicBezTo>
                    <a:pt x="23319" y="14321"/>
                    <a:pt x="18123" y="18503"/>
                    <a:pt x="11660" y="18503"/>
                  </a:cubicBezTo>
                  <a:cubicBezTo>
                    <a:pt x="5196" y="18503"/>
                    <a:pt x="0" y="14321"/>
                    <a:pt x="0" y="9252"/>
                  </a:cubicBezTo>
                  <a:cubicBezTo>
                    <a:pt x="0" y="4182"/>
                    <a:pt x="5196" y="0"/>
                    <a:pt x="11660" y="0"/>
                  </a:cubicBezTo>
                  <a:cubicBezTo>
                    <a:pt x="18123" y="0"/>
                    <a:pt x="23319" y="4182"/>
                    <a:pt x="23319" y="925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23" name="Freeform: Shape 4922">
              <a:extLst>
                <a:ext uri="{FF2B5EF4-FFF2-40B4-BE49-F238E27FC236}">
                  <a16:creationId xmlns:a16="http://schemas.microsoft.com/office/drawing/2014/main" id="{C54AB61E-86E2-C286-1F2B-206483851BFB}"/>
                </a:ext>
              </a:extLst>
            </p:cNvPr>
            <p:cNvSpPr/>
            <p:nvPr/>
          </p:nvSpPr>
          <p:spPr>
            <a:xfrm>
              <a:off x="924413" y="2404971"/>
              <a:ext cx="22558" cy="17869"/>
            </a:xfrm>
            <a:custGeom>
              <a:avLst/>
              <a:gdLst>
                <a:gd name="connsiteX0" fmla="*/ 22559 w 22558"/>
                <a:gd name="connsiteY0" fmla="*/ 8871 h 17869"/>
                <a:gd name="connsiteX1" fmla="*/ 11279 w 22558"/>
                <a:gd name="connsiteY1" fmla="*/ 17870 h 17869"/>
                <a:gd name="connsiteX2" fmla="*/ 0 w 22558"/>
                <a:gd name="connsiteY2" fmla="*/ 8871 h 17869"/>
                <a:gd name="connsiteX3" fmla="*/ 11279 w 22558"/>
                <a:gd name="connsiteY3" fmla="*/ 0 h 17869"/>
                <a:gd name="connsiteX4" fmla="*/ 22559 w 22558"/>
                <a:gd name="connsiteY4" fmla="*/ 8871 h 1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8" h="17869">
                  <a:moveTo>
                    <a:pt x="22559" y="8871"/>
                  </a:moveTo>
                  <a:cubicBezTo>
                    <a:pt x="22559" y="13814"/>
                    <a:pt x="17490" y="17870"/>
                    <a:pt x="11279" y="17870"/>
                  </a:cubicBezTo>
                  <a:cubicBezTo>
                    <a:pt x="5069" y="17870"/>
                    <a:pt x="0" y="13814"/>
                    <a:pt x="0" y="8871"/>
                  </a:cubicBezTo>
                  <a:cubicBezTo>
                    <a:pt x="0" y="3929"/>
                    <a:pt x="5069" y="0"/>
                    <a:pt x="11279" y="0"/>
                  </a:cubicBezTo>
                  <a:cubicBezTo>
                    <a:pt x="17490" y="0"/>
                    <a:pt x="22559" y="3929"/>
                    <a:pt x="22559" y="887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24" name="Freeform: Shape 4923">
              <a:extLst>
                <a:ext uri="{FF2B5EF4-FFF2-40B4-BE49-F238E27FC236}">
                  <a16:creationId xmlns:a16="http://schemas.microsoft.com/office/drawing/2014/main" id="{CF1B1056-8DA5-33DC-0500-F9064314CC5F}"/>
                </a:ext>
              </a:extLst>
            </p:cNvPr>
            <p:cNvSpPr/>
            <p:nvPr/>
          </p:nvSpPr>
          <p:spPr>
            <a:xfrm>
              <a:off x="958124" y="2304850"/>
              <a:ext cx="21291" cy="16855"/>
            </a:xfrm>
            <a:custGeom>
              <a:avLst/>
              <a:gdLst>
                <a:gd name="connsiteX0" fmla="*/ 21292 w 21291"/>
                <a:gd name="connsiteY0" fmla="*/ 8491 h 16855"/>
                <a:gd name="connsiteX1" fmla="*/ 10646 w 21291"/>
                <a:gd name="connsiteY1" fmla="*/ 16856 h 16855"/>
                <a:gd name="connsiteX2" fmla="*/ 0 w 21291"/>
                <a:gd name="connsiteY2" fmla="*/ 8491 h 16855"/>
                <a:gd name="connsiteX3" fmla="*/ 10646 w 21291"/>
                <a:gd name="connsiteY3" fmla="*/ 0 h 16855"/>
                <a:gd name="connsiteX4" fmla="*/ 21292 w 21291"/>
                <a:gd name="connsiteY4" fmla="*/ 8491 h 16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291" h="16855">
                  <a:moveTo>
                    <a:pt x="21292" y="8491"/>
                  </a:moveTo>
                  <a:cubicBezTo>
                    <a:pt x="21292" y="13180"/>
                    <a:pt x="16602" y="16856"/>
                    <a:pt x="10646" y="16856"/>
                  </a:cubicBezTo>
                  <a:cubicBezTo>
                    <a:pt x="4689" y="16856"/>
                    <a:pt x="0" y="13054"/>
                    <a:pt x="0" y="8491"/>
                  </a:cubicBezTo>
                  <a:cubicBezTo>
                    <a:pt x="0" y="3929"/>
                    <a:pt x="4689" y="0"/>
                    <a:pt x="10646" y="0"/>
                  </a:cubicBezTo>
                  <a:cubicBezTo>
                    <a:pt x="16602" y="0"/>
                    <a:pt x="21292" y="3802"/>
                    <a:pt x="21292" y="84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25" name="Freeform: Shape 4924">
              <a:extLst>
                <a:ext uri="{FF2B5EF4-FFF2-40B4-BE49-F238E27FC236}">
                  <a16:creationId xmlns:a16="http://schemas.microsoft.com/office/drawing/2014/main" id="{F0855191-B045-C158-473F-F6DC32C63CCD}"/>
                </a:ext>
              </a:extLst>
            </p:cNvPr>
            <p:cNvSpPr/>
            <p:nvPr/>
          </p:nvSpPr>
          <p:spPr>
            <a:xfrm>
              <a:off x="994878" y="2205236"/>
              <a:ext cx="20404" cy="16222"/>
            </a:xfrm>
            <a:custGeom>
              <a:avLst/>
              <a:gdLst>
                <a:gd name="connsiteX0" fmla="*/ 20404 w 20404"/>
                <a:gd name="connsiteY0" fmla="*/ 8111 h 16222"/>
                <a:gd name="connsiteX1" fmla="*/ 10266 w 20404"/>
                <a:gd name="connsiteY1" fmla="*/ 16222 h 16222"/>
                <a:gd name="connsiteX2" fmla="*/ 0 w 20404"/>
                <a:gd name="connsiteY2" fmla="*/ 8111 h 16222"/>
                <a:gd name="connsiteX3" fmla="*/ 10266 w 20404"/>
                <a:gd name="connsiteY3" fmla="*/ 0 h 16222"/>
                <a:gd name="connsiteX4" fmla="*/ 20404 w 20404"/>
                <a:gd name="connsiteY4" fmla="*/ 8111 h 1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04" h="16222">
                  <a:moveTo>
                    <a:pt x="20404" y="8111"/>
                  </a:moveTo>
                  <a:cubicBezTo>
                    <a:pt x="20404" y="12547"/>
                    <a:pt x="15842" y="16222"/>
                    <a:pt x="10266" y="16222"/>
                  </a:cubicBezTo>
                  <a:cubicBezTo>
                    <a:pt x="4689" y="16222"/>
                    <a:pt x="0" y="12547"/>
                    <a:pt x="0" y="8111"/>
                  </a:cubicBezTo>
                  <a:cubicBezTo>
                    <a:pt x="0" y="3675"/>
                    <a:pt x="4563" y="0"/>
                    <a:pt x="10266" y="0"/>
                  </a:cubicBezTo>
                  <a:cubicBezTo>
                    <a:pt x="15969" y="0"/>
                    <a:pt x="20404" y="3675"/>
                    <a:pt x="20404" y="811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26" name="Freeform: Shape 4925">
              <a:extLst>
                <a:ext uri="{FF2B5EF4-FFF2-40B4-BE49-F238E27FC236}">
                  <a16:creationId xmlns:a16="http://schemas.microsoft.com/office/drawing/2014/main" id="{3F38CA3E-4369-84E5-B8BD-DA9F3CF7DC4D}"/>
                </a:ext>
              </a:extLst>
            </p:cNvPr>
            <p:cNvSpPr/>
            <p:nvPr/>
          </p:nvSpPr>
          <p:spPr>
            <a:xfrm>
              <a:off x="1034546" y="2106255"/>
              <a:ext cx="19644" cy="15715"/>
            </a:xfrm>
            <a:custGeom>
              <a:avLst/>
              <a:gdLst>
                <a:gd name="connsiteX0" fmla="*/ 19644 w 19644"/>
                <a:gd name="connsiteY0" fmla="*/ 7858 h 15715"/>
                <a:gd name="connsiteX1" fmla="*/ 9885 w 19644"/>
                <a:gd name="connsiteY1" fmla="*/ 15715 h 15715"/>
                <a:gd name="connsiteX2" fmla="*/ 0 w 19644"/>
                <a:gd name="connsiteY2" fmla="*/ 7858 h 15715"/>
                <a:gd name="connsiteX3" fmla="*/ 9885 w 19644"/>
                <a:gd name="connsiteY3" fmla="*/ 0 h 15715"/>
                <a:gd name="connsiteX4" fmla="*/ 19644 w 19644"/>
                <a:gd name="connsiteY4" fmla="*/ 7858 h 1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44" h="15715">
                  <a:moveTo>
                    <a:pt x="19644" y="7858"/>
                  </a:moveTo>
                  <a:cubicBezTo>
                    <a:pt x="19644" y="12167"/>
                    <a:pt x="15208" y="15715"/>
                    <a:pt x="9885" y="15715"/>
                  </a:cubicBezTo>
                  <a:cubicBezTo>
                    <a:pt x="4563" y="15715"/>
                    <a:pt x="0" y="12167"/>
                    <a:pt x="0" y="7858"/>
                  </a:cubicBezTo>
                  <a:cubicBezTo>
                    <a:pt x="0" y="3549"/>
                    <a:pt x="4436" y="0"/>
                    <a:pt x="9885" y="0"/>
                  </a:cubicBezTo>
                  <a:cubicBezTo>
                    <a:pt x="15335" y="0"/>
                    <a:pt x="19644" y="3549"/>
                    <a:pt x="19644" y="785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27" name="Freeform: Shape 4926">
              <a:extLst>
                <a:ext uri="{FF2B5EF4-FFF2-40B4-BE49-F238E27FC236}">
                  <a16:creationId xmlns:a16="http://schemas.microsoft.com/office/drawing/2014/main" id="{1314FE6B-6715-532F-4CB0-3BB01B7AFB74}"/>
                </a:ext>
              </a:extLst>
            </p:cNvPr>
            <p:cNvSpPr/>
            <p:nvPr/>
          </p:nvSpPr>
          <p:spPr>
            <a:xfrm>
              <a:off x="1077383" y="2008288"/>
              <a:ext cx="18756" cy="14954"/>
            </a:xfrm>
            <a:custGeom>
              <a:avLst/>
              <a:gdLst>
                <a:gd name="connsiteX0" fmla="*/ 18757 w 18756"/>
                <a:gd name="connsiteY0" fmla="*/ 7478 h 14954"/>
                <a:gd name="connsiteX1" fmla="*/ 9378 w 18756"/>
                <a:gd name="connsiteY1" fmla="*/ 14955 h 14954"/>
                <a:gd name="connsiteX2" fmla="*/ 0 w 18756"/>
                <a:gd name="connsiteY2" fmla="*/ 7478 h 14954"/>
                <a:gd name="connsiteX3" fmla="*/ 9378 w 18756"/>
                <a:gd name="connsiteY3" fmla="*/ 0 h 14954"/>
                <a:gd name="connsiteX4" fmla="*/ 18757 w 18756"/>
                <a:gd name="connsiteY4" fmla="*/ 7478 h 14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56" h="14954">
                  <a:moveTo>
                    <a:pt x="18757" y="7478"/>
                  </a:moveTo>
                  <a:cubicBezTo>
                    <a:pt x="18757" y="11533"/>
                    <a:pt x="14575" y="14955"/>
                    <a:pt x="9378" y="14955"/>
                  </a:cubicBezTo>
                  <a:cubicBezTo>
                    <a:pt x="4182" y="14955"/>
                    <a:pt x="0" y="11660"/>
                    <a:pt x="0" y="7478"/>
                  </a:cubicBezTo>
                  <a:cubicBezTo>
                    <a:pt x="0" y="3295"/>
                    <a:pt x="4182" y="0"/>
                    <a:pt x="9378" y="0"/>
                  </a:cubicBezTo>
                  <a:cubicBezTo>
                    <a:pt x="14575" y="0"/>
                    <a:pt x="18757" y="3295"/>
                    <a:pt x="18757" y="747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28" name="Freeform: Shape 4927">
              <a:extLst>
                <a:ext uri="{FF2B5EF4-FFF2-40B4-BE49-F238E27FC236}">
                  <a16:creationId xmlns:a16="http://schemas.microsoft.com/office/drawing/2014/main" id="{7590FC01-7B4C-1F9F-DB5D-EE96A20066C4}"/>
                </a:ext>
              </a:extLst>
            </p:cNvPr>
            <p:cNvSpPr/>
            <p:nvPr/>
          </p:nvSpPr>
          <p:spPr>
            <a:xfrm>
              <a:off x="1123261" y="1911081"/>
              <a:ext cx="17489" cy="13941"/>
            </a:xfrm>
            <a:custGeom>
              <a:avLst/>
              <a:gdLst>
                <a:gd name="connsiteX0" fmla="*/ 17490 w 17489"/>
                <a:gd name="connsiteY0" fmla="*/ 6971 h 13941"/>
                <a:gd name="connsiteX1" fmla="*/ 8745 w 17489"/>
                <a:gd name="connsiteY1" fmla="*/ 13941 h 13941"/>
                <a:gd name="connsiteX2" fmla="*/ 0 w 17489"/>
                <a:gd name="connsiteY2" fmla="*/ 6971 h 13941"/>
                <a:gd name="connsiteX3" fmla="*/ 8745 w 17489"/>
                <a:gd name="connsiteY3" fmla="*/ 0 h 13941"/>
                <a:gd name="connsiteX4" fmla="*/ 17490 w 17489"/>
                <a:gd name="connsiteY4" fmla="*/ 6971 h 1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89" h="13941">
                  <a:moveTo>
                    <a:pt x="17490" y="6971"/>
                  </a:moveTo>
                  <a:cubicBezTo>
                    <a:pt x="17490" y="10773"/>
                    <a:pt x="13561" y="13941"/>
                    <a:pt x="8745" y="13941"/>
                  </a:cubicBezTo>
                  <a:cubicBezTo>
                    <a:pt x="3929" y="13941"/>
                    <a:pt x="0" y="10899"/>
                    <a:pt x="0" y="6971"/>
                  </a:cubicBezTo>
                  <a:cubicBezTo>
                    <a:pt x="0" y="3042"/>
                    <a:pt x="3929" y="0"/>
                    <a:pt x="8745" y="0"/>
                  </a:cubicBezTo>
                  <a:cubicBezTo>
                    <a:pt x="13561" y="0"/>
                    <a:pt x="17490" y="3042"/>
                    <a:pt x="17490" y="697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29" name="Freeform: Shape 4928">
              <a:extLst>
                <a:ext uri="{FF2B5EF4-FFF2-40B4-BE49-F238E27FC236}">
                  <a16:creationId xmlns:a16="http://schemas.microsoft.com/office/drawing/2014/main" id="{4FDC1DE0-02D4-02DD-8CEC-ABE6E06137AB}"/>
                </a:ext>
              </a:extLst>
            </p:cNvPr>
            <p:cNvSpPr/>
            <p:nvPr/>
          </p:nvSpPr>
          <p:spPr>
            <a:xfrm>
              <a:off x="1171928" y="1814889"/>
              <a:ext cx="16729" cy="13180"/>
            </a:xfrm>
            <a:custGeom>
              <a:avLst/>
              <a:gdLst>
                <a:gd name="connsiteX0" fmla="*/ 16729 w 16729"/>
                <a:gd name="connsiteY0" fmla="*/ 6590 h 13180"/>
                <a:gd name="connsiteX1" fmla="*/ 8365 w 16729"/>
                <a:gd name="connsiteY1" fmla="*/ 13180 h 13180"/>
                <a:gd name="connsiteX2" fmla="*/ 0 w 16729"/>
                <a:gd name="connsiteY2" fmla="*/ 6590 h 13180"/>
                <a:gd name="connsiteX3" fmla="*/ 8365 w 16729"/>
                <a:gd name="connsiteY3" fmla="*/ 0 h 13180"/>
                <a:gd name="connsiteX4" fmla="*/ 16729 w 16729"/>
                <a:gd name="connsiteY4" fmla="*/ 6590 h 13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9" h="13180">
                  <a:moveTo>
                    <a:pt x="16729" y="6590"/>
                  </a:moveTo>
                  <a:cubicBezTo>
                    <a:pt x="16729" y="10266"/>
                    <a:pt x="12927" y="13180"/>
                    <a:pt x="8365" y="13180"/>
                  </a:cubicBezTo>
                  <a:cubicBezTo>
                    <a:pt x="3802" y="13180"/>
                    <a:pt x="0" y="10266"/>
                    <a:pt x="0" y="6590"/>
                  </a:cubicBezTo>
                  <a:cubicBezTo>
                    <a:pt x="0" y="2915"/>
                    <a:pt x="3675" y="0"/>
                    <a:pt x="8365" y="0"/>
                  </a:cubicBezTo>
                  <a:cubicBezTo>
                    <a:pt x="13054" y="0"/>
                    <a:pt x="16729" y="2915"/>
                    <a:pt x="16729" y="659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30" name="Freeform: Shape 4929">
              <a:extLst>
                <a:ext uri="{FF2B5EF4-FFF2-40B4-BE49-F238E27FC236}">
                  <a16:creationId xmlns:a16="http://schemas.microsoft.com/office/drawing/2014/main" id="{BFBB3455-A107-C0A5-6CD8-7EE2481CF673}"/>
                </a:ext>
              </a:extLst>
            </p:cNvPr>
            <p:cNvSpPr/>
            <p:nvPr/>
          </p:nvSpPr>
          <p:spPr>
            <a:xfrm>
              <a:off x="1224016" y="1719583"/>
              <a:ext cx="15208" cy="12166"/>
            </a:xfrm>
            <a:custGeom>
              <a:avLst/>
              <a:gdLst>
                <a:gd name="connsiteX0" fmla="*/ 15208 w 15208"/>
                <a:gd name="connsiteY0" fmla="*/ 6083 h 12166"/>
                <a:gd name="connsiteX1" fmla="*/ 7604 w 15208"/>
                <a:gd name="connsiteY1" fmla="*/ 12167 h 12166"/>
                <a:gd name="connsiteX2" fmla="*/ 0 w 15208"/>
                <a:gd name="connsiteY2" fmla="*/ 6083 h 12166"/>
                <a:gd name="connsiteX3" fmla="*/ 7604 w 15208"/>
                <a:gd name="connsiteY3" fmla="*/ 0 h 12166"/>
                <a:gd name="connsiteX4" fmla="*/ 15208 w 15208"/>
                <a:gd name="connsiteY4" fmla="*/ 6083 h 1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08" h="12166">
                  <a:moveTo>
                    <a:pt x="15208" y="6083"/>
                  </a:moveTo>
                  <a:cubicBezTo>
                    <a:pt x="15208" y="9379"/>
                    <a:pt x="11786" y="12167"/>
                    <a:pt x="7604" y="12167"/>
                  </a:cubicBezTo>
                  <a:cubicBezTo>
                    <a:pt x="3422" y="12167"/>
                    <a:pt x="0" y="9505"/>
                    <a:pt x="0" y="6083"/>
                  </a:cubicBezTo>
                  <a:cubicBezTo>
                    <a:pt x="0" y="2662"/>
                    <a:pt x="3422" y="0"/>
                    <a:pt x="7604" y="0"/>
                  </a:cubicBezTo>
                  <a:cubicBezTo>
                    <a:pt x="11786" y="0"/>
                    <a:pt x="15208" y="2788"/>
                    <a:pt x="15208" y="60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31" name="Freeform: Shape 4930">
              <a:extLst>
                <a:ext uri="{FF2B5EF4-FFF2-40B4-BE49-F238E27FC236}">
                  <a16:creationId xmlns:a16="http://schemas.microsoft.com/office/drawing/2014/main" id="{8F097D2B-87B4-D300-D29C-8F0B778045F6}"/>
                </a:ext>
              </a:extLst>
            </p:cNvPr>
            <p:cNvSpPr/>
            <p:nvPr/>
          </p:nvSpPr>
          <p:spPr>
            <a:xfrm>
              <a:off x="1278640" y="1625165"/>
              <a:ext cx="14447" cy="11533"/>
            </a:xfrm>
            <a:custGeom>
              <a:avLst/>
              <a:gdLst>
                <a:gd name="connsiteX0" fmla="*/ 14448 w 14447"/>
                <a:gd name="connsiteY0" fmla="*/ 5830 h 11533"/>
                <a:gd name="connsiteX1" fmla="*/ 7224 w 14447"/>
                <a:gd name="connsiteY1" fmla="*/ 11533 h 11533"/>
                <a:gd name="connsiteX2" fmla="*/ 0 w 14447"/>
                <a:gd name="connsiteY2" fmla="*/ 5830 h 11533"/>
                <a:gd name="connsiteX3" fmla="*/ 7224 w 14447"/>
                <a:gd name="connsiteY3" fmla="*/ 0 h 11533"/>
                <a:gd name="connsiteX4" fmla="*/ 14448 w 14447"/>
                <a:gd name="connsiteY4" fmla="*/ 5830 h 11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47" h="11533">
                  <a:moveTo>
                    <a:pt x="14448" y="5830"/>
                  </a:moveTo>
                  <a:cubicBezTo>
                    <a:pt x="14448" y="8998"/>
                    <a:pt x="11279" y="11533"/>
                    <a:pt x="7224" y="11533"/>
                  </a:cubicBezTo>
                  <a:cubicBezTo>
                    <a:pt x="3168" y="11533"/>
                    <a:pt x="0" y="8998"/>
                    <a:pt x="0" y="5830"/>
                  </a:cubicBezTo>
                  <a:cubicBezTo>
                    <a:pt x="0" y="2662"/>
                    <a:pt x="3295" y="0"/>
                    <a:pt x="7224" y="0"/>
                  </a:cubicBezTo>
                  <a:cubicBezTo>
                    <a:pt x="11153" y="0"/>
                    <a:pt x="14448" y="2535"/>
                    <a:pt x="14448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32" name="Freeform: Shape 4931">
              <a:extLst>
                <a:ext uri="{FF2B5EF4-FFF2-40B4-BE49-F238E27FC236}">
                  <a16:creationId xmlns:a16="http://schemas.microsoft.com/office/drawing/2014/main" id="{14B3560E-2421-03AC-9B6A-4817750D8D71}"/>
                </a:ext>
              </a:extLst>
            </p:cNvPr>
            <p:cNvSpPr/>
            <p:nvPr/>
          </p:nvSpPr>
          <p:spPr>
            <a:xfrm>
              <a:off x="1336305" y="1532141"/>
              <a:ext cx="13180" cy="10519"/>
            </a:xfrm>
            <a:custGeom>
              <a:avLst/>
              <a:gdLst>
                <a:gd name="connsiteX0" fmla="*/ 13181 w 13180"/>
                <a:gd name="connsiteY0" fmla="*/ 5323 h 10519"/>
                <a:gd name="connsiteX1" fmla="*/ 6590 w 13180"/>
                <a:gd name="connsiteY1" fmla="*/ 10519 h 10519"/>
                <a:gd name="connsiteX2" fmla="*/ 0 w 13180"/>
                <a:gd name="connsiteY2" fmla="*/ 5323 h 10519"/>
                <a:gd name="connsiteX3" fmla="*/ 6590 w 13180"/>
                <a:gd name="connsiteY3" fmla="*/ 0 h 10519"/>
                <a:gd name="connsiteX4" fmla="*/ 13181 w 13180"/>
                <a:gd name="connsiteY4" fmla="*/ 5323 h 10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80" h="10519">
                  <a:moveTo>
                    <a:pt x="13181" y="5323"/>
                  </a:moveTo>
                  <a:lnTo>
                    <a:pt x="6590" y="10519"/>
                  </a:lnTo>
                  <a:lnTo>
                    <a:pt x="0" y="5323"/>
                  </a:lnTo>
                  <a:lnTo>
                    <a:pt x="6590" y="0"/>
                  </a:lnTo>
                  <a:lnTo>
                    <a:pt x="13181" y="532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33" name="Freeform: Shape 4932">
              <a:extLst>
                <a:ext uri="{FF2B5EF4-FFF2-40B4-BE49-F238E27FC236}">
                  <a16:creationId xmlns:a16="http://schemas.microsoft.com/office/drawing/2014/main" id="{0DE9D632-6FE3-3C96-7D6D-911F7A07D3D4}"/>
                </a:ext>
              </a:extLst>
            </p:cNvPr>
            <p:cNvSpPr/>
            <p:nvPr/>
          </p:nvSpPr>
          <p:spPr>
            <a:xfrm>
              <a:off x="1396251" y="1439751"/>
              <a:ext cx="13180" cy="10392"/>
            </a:xfrm>
            <a:custGeom>
              <a:avLst/>
              <a:gdLst>
                <a:gd name="connsiteX0" fmla="*/ 13181 w 13180"/>
                <a:gd name="connsiteY0" fmla="*/ 5196 h 10392"/>
                <a:gd name="connsiteX1" fmla="*/ 6590 w 13180"/>
                <a:gd name="connsiteY1" fmla="*/ 10392 h 10392"/>
                <a:gd name="connsiteX2" fmla="*/ 0 w 13180"/>
                <a:gd name="connsiteY2" fmla="*/ 5196 h 10392"/>
                <a:gd name="connsiteX3" fmla="*/ 6590 w 13180"/>
                <a:gd name="connsiteY3" fmla="*/ 0 h 10392"/>
                <a:gd name="connsiteX4" fmla="*/ 13181 w 13180"/>
                <a:gd name="connsiteY4" fmla="*/ 5196 h 1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80" h="10392">
                  <a:moveTo>
                    <a:pt x="13181" y="5196"/>
                  </a:moveTo>
                  <a:lnTo>
                    <a:pt x="6590" y="10392"/>
                  </a:lnTo>
                  <a:lnTo>
                    <a:pt x="0" y="5196"/>
                  </a:lnTo>
                  <a:lnTo>
                    <a:pt x="6590" y="0"/>
                  </a:lnTo>
                  <a:lnTo>
                    <a:pt x="13181" y="519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34" name="Freeform: Shape 4933">
              <a:extLst>
                <a:ext uri="{FF2B5EF4-FFF2-40B4-BE49-F238E27FC236}">
                  <a16:creationId xmlns:a16="http://schemas.microsoft.com/office/drawing/2014/main" id="{2B4FBCAD-5175-049F-B52C-9FB9B1F3382C}"/>
                </a:ext>
              </a:extLst>
            </p:cNvPr>
            <p:cNvSpPr/>
            <p:nvPr/>
          </p:nvSpPr>
          <p:spPr>
            <a:xfrm>
              <a:off x="1459745" y="1349008"/>
              <a:ext cx="11659" cy="9251"/>
            </a:xfrm>
            <a:custGeom>
              <a:avLst/>
              <a:gdLst>
                <a:gd name="connsiteX0" fmla="*/ 11660 w 11659"/>
                <a:gd name="connsiteY0" fmla="*/ 4689 h 9251"/>
                <a:gd name="connsiteX1" fmla="*/ 5830 w 11659"/>
                <a:gd name="connsiteY1" fmla="*/ 9252 h 9251"/>
                <a:gd name="connsiteX2" fmla="*/ 0 w 11659"/>
                <a:gd name="connsiteY2" fmla="*/ 4689 h 9251"/>
                <a:gd name="connsiteX3" fmla="*/ 5830 w 11659"/>
                <a:gd name="connsiteY3" fmla="*/ 0 h 9251"/>
                <a:gd name="connsiteX4" fmla="*/ 11660 w 11659"/>
                <a:gd name="connsiteY4" fmla="*/ 4689 h 9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59" h="9251">
                  <a:moveTo>
                    <a:pt x="11660" y="4689"/>
                  </a:moveTo>
                  <a:lnTo>
                    <a:pt x="5830" y="9252"/>
                  </a:lnTo>
                  <a:lnTo>
                    <a:pt x="0" y="4689"/>
                  </a:lnTo>
                  <a:lnTo>
                    <a:pt x="5830" y="0"/>
                  </a:lnTo>
                  <a:lnTo>
                    <a:pt x="11660" y="468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35" name="Freeform: Shape 4934">
              <a:extLst>
                <a:ext uri="{FF2B5EF4-FFF2-40B4-BE49-F238E27FC236}">
                  <a16:creationId xmlns:a16="http://schemas.microsoft.com/office/drawing/2014/main" id="{1102A01D-43BE-4D56-A048-CAD6E4616124}"/>
                </a:ext>
              </a:extLst>
            </p:cNvPr>
            <p:cNvSpPr/>
            <p:nvPr/>
          </p:nvSpPr>
          <p:spPr>
            <a:xfrm>
              <a:off x="1525648" y="1259152"/>
              <a:ext cx="11026" cy="8744"/>
            </a:xfrm>
            <a:custGeom>
              <a:avLst/>
              <a:gdLst>
                <a:gd name="connsiteX0" fmla="*/ 11026 w 11026"/>
                <a:gd name="connsiteY0" fmla="*/ 4436 h 8744"/>
                <a:gd name="connsiteX1" fmla="*/ 5576 w 11026"/>
                <a:gd name="connsiteY1" fmla="*/ 8745 h 8744"/>
                <a:gd name="connsiteX2" fmla="*/ 0 w 11026"/>
                <a:gd name="connsiteY2" fmla="*/ 4436 h 8744"/>
                <a:gd name="connsiteX3" fmla="*/ 5576 w 11026"/>
                <a:gd name="connsiteY3" fmla="*/ 0 h 8744"/>
                <a:gd name="connsiteX4" fmla="*/ 11026 w 11026"/>
                <a:gd name="connsiteY4" fmla="*/ 4436 h 8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26" h="8744">
                  <a:moveTo>
                    <a:pt x="11026" y="4436"/>
                  </a:moveTo>
                  <a:lnTo>
                    <a:pt x="5576" y="8745"/>
                  </a:lnTo>
                  <a:lnTo>
                    <a:pt x="0" y="4436"/>
                  </a:lnTo>
                  <a:lnTo>
                    <a:pt x="5576" y="0"/>
                  </a:lnTo>
                  <a:lnTo>
                    <a:pt x="11026" y="44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36" name="Freeform: Shape 4935">
              <a:extLst>
                <a:ext uri="{FF2B5EF4-FFF2-40B4-BE49-F238E27FC236}">
                  <a16:creationId xmlns:a16="http://schemas.microsoft.com/office/drawing/2014/main" id="{2F581BE8-5AE8-C980-8D54-89A32F312220}"/>
                </a:ext>
              </a:extLst>
            </p:cNvPr>
            <p:cNvSpPr/>
            <p:nvPr/>
          </p:nvSpPr>
          <p:spPr>
            <a:xfrm>
              <a:off x="1594719" y="1171070"/>
              <a:ext cx="9505" cy="7477"/>
            </a:xfrm>
            <a:custGeom>
              <a:avLst/>
              <a:gdLst>
                <a:gd name="connsiteX0" fmla="*/ 9505 w 9505"/>
                <a:gd name="connsiteY0" fmla="*/ 3675 h 7477"/>
                <a:gd name="connsiteX1" fmla="*/ 4816 w 9505"/>
                <a:gd name="connsiteY1" fmla="*/ 7477 h 7477"/>
                <a:gd name="connsiteX2" fmla="*/ 0 w 9505"/>
                <a:gd name="connsiteY2" fmla="*/ 3675 h 7477"/>
                <a:gd name="connsiteX3" fmla="*/ 4816 w 9505"/>
                <a:gd name="connsiteY3" fmla="*/ 0 h 7477"/>
                <a:gd name="connsiteX4" fmla="*/ 9505 w 9505"/>
                <a:gd name="connsiteY4" fmla="*/ 3675 h 7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05" h="7477">
                  <a:moveTo>
                    <a:pt x="9505" y="3675"/>
                  </a:moveTo>
                  <a:lnTo>
                    <a:pt x="4816" y="7477"/>
                  </a:lnTo>
                  <a:lnTo>
                    <a:pt x="0" y="3675"/>
                  </a:lnTo>
                  <a:lnTo>
                    <a:pt x="4816" y="0"/>
                  </a:lnTo>
                  <a:lnTo>
                    <a:pt x="9505" y="367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37" name="Freeform: Shape 4936">
              <a:extLst>
                <a:ext uri="{FF2B5EF4-FFF2-40B4-BE49-F238E27FC236}">
                  <a16:creationId xmlns:a16="http://schemas.microsoft.com/office/drawing/2014/main" id="{B52F43F3-9410-D843-4AF6-5376B3D4A746}"/>
                </a:ext>
              </a:extLst>
            </p:cNvPr>
            <p:cNvSpPr/>
            <p:nvPr/>
          </p:nvSpPr>
          <p:spPr>
            <a:xfrm>
              <a:off x="1666198" y="1084003"/>
              <a:ext cx="8617" cy="6843"/>
            </a:xfrm>
            <a:custGeom>
              <a:avLst/>
              <a:gdLst>
                <a:gd name="connsiteX0" fmla="*/ 8618 w 8617"/>
                <a:gd name="connsiteY0" fmla="*/ 3295 h 6843"/>
                <a:gd name="connsiteX1" fmla="*/ 4309 w 8617"/>
                <a:gd name="connsiteY1" fmla="*/ 6844 h 6843"/>
                <a:gd name="connsiteX2" fmla="*/ 0 w 8617"/>
                <a:gd name="connsiteY2" fmla="*/ 3295 h 6843"/>
                <a:gd name="connsiteX3" fmla="*/ 4309 w 8617"/>
                <a:gd name="connsiteY3" fmla="*/ 0 h 6843"/>
                <a:gd name="connsiteX4" fmla="*/ 8618 w 8617"/>
                <a:gd name="connsiteY4" fmla="*/ 3295 h 6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7" h="6843">
                  <a:moveTo>
                    <a:pt x="8618" y="3295"/>
                  </a:moveTo>
                  <a:lnTo>
                    <a:pt x="4309" y="6844"/>
                  </a:lnTo>
                  <a:lnTo>
                    <a:pt x="0" y="3295"/>
                  </a:lnTo>
                  <a:lnTo>
                    <a:pt x="4309" y="0"/>
                  </a:lnTo>
                  <a:lnTo>
                    <a:pt x="8618" y="32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38" name="Freeform: Shape 4937">
              <a:extLst>
                <a:ext uri="{FF2B5EF4-FFF2-40B4-BE49-F238E27FC236}">
                  <a16:creationId xmlns:a16="http://schemas.microsoft.com/office/drawing/2014/main" id="{F256C7D3-B1EA-52C9-8556-A2135ECBC74F}"/>
                </a:ext>
              </a:extLst>
            </p:cNvPr>
            <p:cNvSpPr/>
            <p:nvPr/>
          </p:nvSpPr>
          <p:spPr>
            <a:xfrm>
              <a:off x="1740592" y="998456"/>
              <a:ext cx="7224" cy="5829"/>
            </a:xfrm>
            <a:custGeom>
              <a:avLst/>
              <a:gdLst>
                <a:gd name="connsiteX0" fmla="*/ 7224 w 7224"/>
                <a:gd name="connsiteY0" fmla="*/ 2915 h 5829"/>
                <a:gd name="connsiteX1" fmla="*/ 3549 w 7224"/>
                <a:gd name="connsiteY1" fmla="*/ 5830 h 5829"/>
                <a:gd name="connsiteX2" fmla="*/ 0 w 7224"/>
                <a:gd name="connsiteY2" fmla="*/ 2915 h 5829"/>
                <a:gd name="connsiteX3" fmla="*/ 3549 w 7224"/>
                <a:gd name="connsiteY3" fmla="*/ 0 h 5829"/>
                <a:gd name="connsiteX4" fmla="*/ 7224 w 7224"/>
                <a:gd name="connsiteY4" fmla="*/ 2915 h 5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24" h="5829">
                  <a:moveTo>
                    <a:pt x="7224" y="2915"/>
                  </a:moveTo>
                  <a:lnTo>
                    <a:pt x="3549" y="5830"/>
                  </a:lnTo>
                  <a:lnTo>
                    <a:pt x="0" y="2915"/>
                  </a:lnTo>
                  <a:lnTo>
                    <a:pt x="3549" y="0"/>
                  </a:lnTo>
                  <a:lnTo>
                    <a:pt x="7224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39" name="Freeform: Shape 4938">
              <a:extLst>
                <a:ext uri="{FF2B5EF4-FFF2-40B4-BE49-F238E27FC236}">
                  <a16:creationId xmlns:a16="http://schemas.microsoft.com/office/drawing/2014/main" id="{61B81ACD-7FCC-B06E-5B3D-473956E8E452}"/>
                </a:ext>
              </a:extLst>
            </p:cNvPr>
            <p:cNvSpPr/>
            <p:nvPr/>
          </p:nvSpPr>
          <p:spPr>
            <a:xfrm>
              <a:off x="1817141" y="914177"/>
              <a:ext cx="6590" cy="5196"/>
            </a:xfrm>
            <a:custGeom>
              <a:avLst/>
              <a:gdLst>
                <a:gd name="connsiteX0" fmla="*/ 6590 w 6590"/>
                <a:gd name="connsiteY0" fmla="*/ 2661 h 5196"/>
                <a:gd name="connsiteX1" fmla="*/ 3295 w 6590"/>
                <a:gd name="connsiteY1" fmla="*/ 5196 h 5196"/>
                <a:gd name="connsiteX2" fmla="*/ 0 w 6590"/>
                <a:gd name="connsiteY2" fmla="*/ 2661 h 5196"/>
                <a:gd name="connsiteX3" fmla="*/ 3295 w 6590"/>
                <a:gd name="connsiteY3" fmla="*/ 0 h 5196"/>
                <a:gd name="connsiteX4" fmla="*/ 6590 w 6590"/>
                <a:gd name="connsiteY4" fmla="*/ 2661 h 5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90" h="5196">
                  <a:moveTo>
                    <a:pt x="6590" y="2661"/>
                  </a:moveTo>
                  <a:lnTo>
                    <a:pt x="3295" y="5196"/>
                  </a:lnTo>
                  <a:lnTo>
                    <a:pt x="0" y="2661"/>
                  </a:lnTo>
                  <a:lnTo>
                    <a:pt x="3295" y="0"/>
                  </a:lnTo>
                  <a:lnTo>
                    <a:pt x="6590" y="266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40" name="Freeform: Shape 4939">
              <a:extLst>
                <a:ext uri="{FF2B5EF4-FFF2-40B4-BE49-F238E27FC236}">
                  <a16:creationId xmlns:a16="http://schemas.microsoft.com/office/drawing/2014/main" id="{42E9F909-9D67-1032-21C4-55B403678C8C}"/>
                </a:ext>
              </a:extLst>
            </p:cNvPr>
            <p:cNvSpPr/>
            <p:nvPr/>
          </p:nvSpPr>
          <p:spPr>
            <a:xfrm>
              <a:off x="1896731" y="831671"/>
              <a:ext cx="5069" cy="4055"/>
            </a:xfrm>
            <a:custGeom>
              <a:avLst/>
              <a:gdLst>
                <a:gd name="connsiteX0" fmla="*/ 5069 w 5069"/>
                <a:gd name="connsiteY0" fmla="*/ 2028 h 4055"/>
                <a:gd name="connsiteX1" fmla="*/ 2535 w 5069"/>
                <a:gd name="connsiteY1" fmla="*/ 4056 h 4055"/>
                <a:gd name="connsiteX2" fmla="*/ 0 w 5069"/>
                <a:gd name="connsiteY2" fmla="*/ 2028 h 4055"/>
                <a:gd name="connsiteX3" fmla="*/ 2535 w 5069"/>
                <a:gd name="connsiteY3" fmla="*/ 0 h 4055"/>
                <a:gd name="connsiteX4" fmla="*/ 5069 w 5069"/>
                <a:gd name="connsiteY4" fmla="*/ 2028 h 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9" h="4055">
                  <a:moveTo>
                    <a:pt x="5069" y="2028"/>
                  </a:moveTo>
                  <a:lnTo>
                    <a:pt x="2535" y="4056"/>
                  </a:lnTo>
                  <a:lnTo>
                    <a:pt x="0" y="2028"/>
                  </a:lnTo>
                  <a:lnTo>
                    <a:pt x="2535" y="0"/>
                  </a:lnTo>
                  <a:lnTo>
                    <a:pt x="5069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41" name="Freeform: Shape 4940">
              <a:extLst>
                <a:ext uri="{FF2B5EF4-FFF2-40B4-BE49-F238E27FC236}">
                  <a16:creationId xmlns:a16="http://schemas.microsoft.com/office/drawing/2014/main" id="{FE9FCF96-BDC2-18B1-330C-FBD97C37EE1C}"/>
                </a:ext>
              </a:extLst>
            </p:cNvPr>
            <p:cNvSpPr/>
            <p:nvPr/>
          </p:nvSpPr>
          <p:spPr>
            <a:xfrm>
              <a:off x="1978602" y="750434"/>
              <a:ext cx="4309" cy="3421"/>
            </a:xfrm>
            <a:custGeom>
              <a:avLst/>
              <a:gdLst>
                <a:gd name="connsiteX0" fmla="*/ 4309 w 4309"/>
                <a:gd name="connsiteY0" fmla="*/ 1774 h 3421"/>
                <a:gd name="connsiteX1" fmla="*/ 2028 w 4309"/>
                <a:gd name="connsiteY1" fmla="*/ 3422 h 3421"/>
                <a:gd name="connsiteX2" fmla="*/ 0 w 4309"/>
                <a:gd name="connsiteY2" fmla="*/ 1774 h 3421"/>
                <a:gd name="connsiteX3" fmla="*/ 2028 w 4309"/>
                <a:gd name="connsiteY3" fmla="*/ 0 h 3421"/>
                <a:gd name="connsiteX4" fmla="*/ 4309 w 4309"/>
                <a:gd name="connsiteY4" fmla="*/ 1774 h 3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9" h="3421">
                  <a:moveTo>
                    <a:pt x="4309" y="1774"/>
                  </a:moveTo>
                  <a:lnTo>
                    <a:pt x="2028" y="3422"/>
                  </a:lnTo>
                  <a:lnTo>
                    <a:pt x="0" y="1774"/>
                  </a:lnTo>
                  <a:lnTo>
                    <a:pt x="2028" y="0"/>
                  </a:lnTo>
                  <a:lnTo>
                    <a:pt x="4309" y="177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42" name="Freeform: Shape 4941">
              <a:extLst>
                <a:ext uri="{FF2B5EF4-FFF2-40B4-BE49-F238E27FC236}">
                  <a16:creationId xmlns:a16="http://schemas.microsoft.com/office/drawing/2014/main" id="{854DE040-3037-790A-44A5-1480020CE297}"/>
                </a:ext>
              </a:extLst>
            </p:cNvPr>
            <p:cNvSpPr/>
            <p:nvPr/>
          </p:nvSpPr>
          <p:spPr>
            <a:xfrm>
              <a:off x="2062755" y="670843"/>
              <a:ext cx="3548" cy="2788"/>
            </a:xfrm>
            <a:custGeom>
              <a:avLst/>
              <a:gdLst>
                <a:gd name="connsiteX0" fmla="*/ 3549 w 3548"/>
                <a:gd name="connsiteY0" fmla="*/ 1394 h 2788"/>
                <a:gd name="connsiteX1" fmla="*/ 1774 w 3548"/>
                <a:gd name="connsiteY1" fmla="*/ 2788 h 2788"/>
                <a:gd name="connsiteX2" fmla="*/ 0 w 3548"/>
                <a:gd name="connsiteY2" fmla="*/ 1394 h 2788"/>
                <a:gd name="connsiteX3" fmla="*/ 1774 w 3548"/>
                <a:gd name="connsiteY3" fmla="*/ 0 h 2788"/>
                <a:gd name="connsiteX4" fmla="*/ 3549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9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9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43" name="Freeform: Shape 4942">
              <a:extLst>
                <a:ext uri="{FF2B5EF4-FFF2-40B4-BE49-F238E27FC236}">
                  <a16:creationId xmlns:a16="http://schemas.microsoft.com/office/drawing/2014/main" id="{CEB1E8CD-3755-C94E-39AC-3771CA790EA7}"/>
                </a:ext>
              </a:extLst>
            </p:cNvPr>
            <p:cNvSpPr/>
            <p:nvPr/>
          </p:nvSpPr>
          <p:spPr>
            <a:xfrm>
              <a:off x="2149823" y="593028"/>
              <a:ext cx="2154" cy="1774"/>
            </a:xfrm>
            <a:custGeom>
              <a:avLst/>
              <a:gdLst>
                <a:gd name="connsiteX0" fmla="*/ 2154 w 2154"/>
                <a:gd name="connsiteY0" fmla="*/ 887 h 1774"/>
                <a:gd name="connsiteX1" fmla="*/ 1014 w 2154"/>
                <a:gd name="connsiteY1" fmla="*/ 1774 h 1774"/>
                <a:gd name="connsiteX2" fmla="*/ 0 w 2154"/>
                <a:gd name="connsiteY2" fmla="*/ 887 h 1774"/>
                <a:gd name="connsiteX3" fmla="*/ 1014 w 2154"/>
                <a:gd name="connsiteY3" fmla="*/ 0 h 1774"/>
                <a:gd name="connsiteX4" fmla="*/ 2154 w 2154"/>
                <a:gd name="connsiteY4" fmla="*/ 887 h 1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4" h="1774">
                  <a:moveTo>
                    <a:pt x="2154" y="887"/>
                  </a:moveTo>
                  <a:lnTo>
                    <a:pt x="1014" y="1774"/>
                  </a:lnTo>
                  <a:lnTo>
                    <a:pt x="0" y="887"/>
                  </a:lnTo>
                  <a:lnTo>
                    <a:pt x="1014" y="0"/>
                  </a:lnTo>
                  <a:lnTo>
                    <a:pt x="2154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44" name="Freeform: Shape 4943">
              <a:extLst>
                <a:ext uri="{FF2B5EF4-FFF2-40B4-BE49-F238E27FC236}">
                  <a16:creationId xmlns:a16="http://schemas.microsoft.com/office/drawing/2014/main" id="{40586EC8-DC36-D499-E12D-4DEB1CA136C2}"/>
                </a:ext>
              </a:extLst>
            </p:cNvPr>
            <p:cNvSpPr/>
            <p:nvPr/>
          </p:nvSpPr>
          <p:spPr>
            <a:xfrm>
              <a:off x="2239298" y="517113"/>
              <a:ext cx="506" cy="506"/>
            </a:xfrm>
            <a:custGeom>
              <a:avLst/>
              <a:gdLst>
                <a:gd name="connsiteX0" fmla="*/ 507 w 506"/>
                <a:gd name="connsiteY0" fmla="*/ 253 h 506"/>
                <a:gd name="connsiteX1" fmla="*/ 254 w 506"/>
                <a:gd name="connsiteY1" fmla="*/ 507 h 506"/>
                <a:gd name="connsiteX2" fmla="*/ 0 w 506"/>
                <a:gd name="connsiteY2" fmla="*/ 253 h 506"/>
                <a:gd name="connsiteX3" fmla="*/ 254 w 506"/>
                <a:gd name="connsiteY3" fmla="*/ 0 h 506"/>
                <a:gd name="connsiteX4" fmla="*/ 507 w 506"/>
                <a:gd name="connsiteY4" fmla="*/ 253 h 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" h="506">
                  <a:moveTo>
                    <a:pt x="507" y="253"/>
                  </a:moveTo>
                  <a:lnTo>
                    <a:pt x="254" y="507"/>
                  </a:lnTo>
                  <a:lnTo>
                    <a:pt x="0" y="253"/>
                  </a:lnTo>
                  <a:lnTo>
                    <a:pt x="254" y="0"/>
                  </a:lnTo>
                  <a:lnTo>
                    <a:pt x="507" y="25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45" name="Freeform: Shape 4944">
              <a:extLst>
                <a:ext uri="{FF2B5EF4-FFF2-40B4-BE49-F238E27FC236}">
                  <a16:creationId xmlns:a16="http://schemas.microsoft.com/office/drawing/2014/main" id="{E02ECF35-2699-0E1F-BBDE-803DBF48E70D}"/>
                </a:ext>
              </a:extLst>
            </p:cNvPr>
            <p:cNvSpPr/>
            <p:nvPr/>
          </p:nvSpPr>
          <p:spPr>
            <a:xfrm>
              <a:off x="2423699" y="369212"/>
              <a:ext cx="253" cy="380"/>
            </a:xfrm>
            <a:custGeom>
              <a:avLst/>
              <a:gdLst>
                <a:gd name="connsiteX0" fmla="*/ 253 w 253"/>
                <a:gd name="connsiteY0" fmla="*/ 127 h 380"/>
                <a:gd name="connsiteX1" fmla="*/ 127 w 253"/>
                <a:gd name="connsiteY1" fmla="*/ 380 h 380"/>
                <a:gd name="connsiteX2" fmla="*/ 0 w 253"/>
                <a:gd name="connsiteY2" fmla="*/ 127 h 380"/>
                <a:gd name="connsiteX3" fmla="*/ 127 w 253"/>
                <a:gd name="connsiteY3" fmla="*/ 0 h 380"/>
                <a:gd name="connsiteX4" fmla="*/ 253 w 253"/>
                <a:gd name="connsiteY4" fmla="*/ 127 h 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" h="380">
                  <a:moveTo>
                    <a:pt x="253" y="127"/>
                  </a:moveTo>
                  <a:lnTo>
                    <a:pt x="127" y="380"/>
                  </a:lnTo>
                  <a:lnTo>
                    <a:pt x="0" y="127"/>
                  </a:lnTo>
                  <a:lnTo>
                    <a:pt x="127" y="0"/>
                  </a:lnTo>
                  <a:lnTo>
                    <a:pt x="253" y="12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46" name="Freeform: Shape 4945">
              <a:extLst>
                <a:ext uri="{FF2B5EF4-FFF2-40B4-BE49-F238E27FC236}">
                  <a16:creationId xmlns:a16="http://schemas.microsoft.com/office/drawing/2014/main" id="{D67FFCF6-DC12-0F73-367D-5D8E4AAEEFA1}"/>
                </a:ext>
              </a:extLst>
            </p:cNvPr>
            <p:cNvSpPr/>
            <p:nvPr/>
          </p:nvSpPr>
          <p:spPr>
            <a:xfrm>
              <a:off x="2518624" y="297606"/>
              <a:ext cx="1394" cy="1013"/>
            </a:xfrm>
            <a:custGeom>
              <a:avLst/>
              <a:gdLst>
                <a:gd name="connsiteX0" fmla="*/ 1394 w 1394"/>
                <a:gd name="connsiteY0" fmla="*/ 507 h 1013"/>
                <a:gd name="connsiteX1" fmla="*/ 634 w 1394"/>
                <a:gd name="connsiteY1" fmla="*/ 1014 h 1013"/>
                <a:gd name="connsiteX2" fmla="*/ 0 w 1394"/>
                <a:gd name="connsiteY2" fmla="*/ 507 h 1013"/>
                <a:gd name="connsiteX3" fmla="*/ 634 w 1394"/>
                <a:gd name="connsiteY3" fmla="*/ 0 h 1013"/>
                <a:gd name="connsiteX4" fmla="*/ 1394 w 1394"/>
                <a:gd name="connsiteY4" fmla="*/ 507 h 1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" h="1013">
                  <a:moveTo>
                    <a:pt x="1394" y="507"/>
                  </a:moveTo>
                  <a:lnTo>
                    <a:pt x="634" y="1014"/>
                  </a:lnTo>
                  <a:lnTo>
                    <a:pt x="0" y="507"/>
                  </a:lnTo>
                  <a:lnTo>
                    <a:pt x="634" y="0"/>
                  </a:lnTo>
                  <a:lnTo>
                    <a:pt x="1394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47" name="Freeform: Shape 4946">
              <a:extLst>
                <a:ext uri="{FF2B5EF4-FFF2-40B4-BE49-F238E27FC236}">
                  <a16:creationId xmlns:a16="http://schemas.microsoft.com/office/drawing/2014/main" id="{304B2E7C-05A4-4D23-8754-3226925AD8F6}"/>
                </a:ext>
              </a:extLst>
            </p:cNvPr>
            <p:cNvSpPr/>
            <p:nvPr/>
          </p:nvSpPr>
          <p:spPr>
            <a:xfrm>
              <a:off x="2615831" y="227775"/>
              <a:ext cx="2408" cy="1901"/>
            </a:xfrm>
            <a:custGeom>
              <a:avLst/>
              <a:gdLst>
                <a:gd name="connsiteX0" fmla="*/ 2408 w 2408"/>
                <a:gd name="connsiteY0" fmla="*/ 1014 h 1901"/>
                <a:gd name="connsiteX1" fmla="*/ 1141 w 2408"/>
                <a:gd name="connsiteY1" fmla="*/ 1901 h 1901"/>
                <a:gd name="connsiteX2" fmla="*/ 0 w 2408"/>
                <a:gd name="connsiteY2" fmla="*/ 1014 h 1901"/>
                <a:gd name="connsiteX3" fmla="*/ 1141 w 2408"/>
                <a:gd name="connsiteY3" fmla="*/ 0 h 1901"/>
                <a:gd name="connsiteX4" fmla="*/ 2408 w 2408"/>
                <a:gd name="connsiteY4" fmla="*/ 1014 h 1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8" h="1901">
                  <a:moveTo>
                    <a:pt x="2408" y="1014"/>
                  </a:moveTo>
                  <a:lnTo>
                    <a:pt x="1141" y="1901"/>
                  </a:lnTo>
                  <a:lnTo>
                    <a:pt x="0" y="1014"/>
                  </a:lnTo>
                  <a:lnTo>
                    <a:pt x="1141" y="0"/>
                  </a:lnTo>
                  <a:lnTo>
                    <a:pt x="2408" y="101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48" name="Freeform: Shape 4947">
              <a:extLst>
                <a:ext uri="{FF2B5EF4-FFF2-40B4-BE49-F238E27FC236}">
                  <a16:creationId xmlns:a16="http://schemas.microsoft.com/office/drawing/2014/main" id="{978A6311-3299-8320-0283-454B1617EEE3}"/>
                </a:ext>
              </a:extLst>
            </p:cNvPr>
            <p:cNvSpPr/>
            <p:nvPr/>
          </p:nvSpPr>
          <p:spPr>
            <a:xfrm>
              <a:off x="2715572" y="160351"/>
              <a:ext cx="2408" cy="1774"/>
            </a:xfrm>
            <a:custGeom>
              <a:avLst/>
              <a:gdLst>
                <a:gd name="connsiteX0" fmla="*/ 2408 w 2408"/>
                <a:gd name="connsiteY0" fmla="*/ 887 h 1774"/>
                <a:gd name="connsiteX1" fmla="*/ 1141 w 2408"/>
                <a:gd name="connsiteY1" fmla="*/ 1774 h 1774"/>
                <a:gd name="connsiteX2" fmla="*/ 0 w 2408"/>
                <a:gd name="connsiteY2" fmla="*/ 887 h 1774"/>
                <a:gd name="connsiteX3" fmla="*/ 1141 w 2408"/>
                <a:gd name="connsiteY3" fmla="*/ 0 h 1774"/>
                <a:gd name="connsiteX4" fmla="*/ 2408 w 2408"/>
                <a:gd name="connsiteY4" fmla="*/ 887 h 1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8" h="1774">
                  <a:moveTo>
                    <a:pt x="2408" y="887"/>
                  </a:moveTo>
                  <a:lnTo>
                    <a:pt x="1141" y="1774"/>
                  </a:lnTo>
                  <a:lnTo>
                    <a:pt x="0" y="887"/>
                  </a:lnTo>
                  <a:lnTo>
                    <a:pt x="1141" y="0"/>
                  </a:lnTo>
                  <a:lnTo>
                    <a:pt x="2408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49" name="Freeform: Shape 4948">
              <a:extLst>
                <a:ext uri="{FF2B5EF4-FFF2-40B4-BE49-F238E27FC236}">
                  <a16:creationId xmlns:a16="http://schemas.microsoft.com/office/drawing/2014/main" id="{7E5A49D7-9A8A-D9CA-8177-64889C7E21AB}"/>
                </a:ext>
              </a:extLst>
            </p:cNvPr>
            <p:cNvSpPr/>
            <p:nvPr/>
          </p:nvSpPr>
          <p:spPr>
            <a:xfrm>
              <a:off x="2816707" y="94322"/>
              <a:ext cx="3548" cy="2788"/>
            </a:xfrm>
            <a:custGeom>
              <a:avLst/>
              <a:gdLst>
                <a:gd name="connsiteX0" fmla="*/ 3549 w 3548"/>
                <a:gd name="connsiteY0" fmla="*/ 1394 h 2788"/>
                <a:gd name="connsiteX1" fmla="*/ 1774 w 3548"/>
                <a:gd name="connsiteY1" fmla="*/ 2788 h 2788"/>
                <a:gd name="connsiteX2" fmla="*/ 0 w 3548"/>
                <a:gd name="connsiteY2" fmla="*/ 1394 h 2788"/>
                <a:gd name="connsiteX3" fmla="*/ 1774 w 3548"/>
                <a:gd name="connsiteY3" fmla="*/ 0 h 2788"/>
                <a:gd name="connsiteX4" fmla="*/ 3549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9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9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50" name="Freeform: Shape 4949">
              <a:extLst>
                <a:ext uri="{FF2B5EF4-FFF2-40B4-BE49-F238E27FC236}">
                  <a16:creationId xmlns:a16="http://schemas.microsoft.com/office/drawing/2014/main" id="{58E1DD4D-5044-5093-BA29-C3745B5C0054}"/>
                </a:ext>
              </a:extLst>
            </p:cNvPr>
            <p:cNvSpPr/>
            <p:nvPr/>
          </p:nvSpPr>
          <p:spPr>
            <a:xfrm>
              <a:off x="2921518" y="33108"/>
              <a:ext cx="1520" cy="633"/>
            </a:xfrm>
            <a:custGeom>
              <a:avLst/>
              <a:gdLst>
                <a:gd name="connsiteX0" fmla="*/ 1521 w 1520"/>
                <a:gd name="connsiteY0" fmla="*/ 0 h 633"/>
                <a:gd name="connsiteX1" fmla="*/ 0 w 1520"/>
                <a:gd name="connsiteY1" fmla="*/ 0 h 633"/>
                <a:gd name="connsiteX2" fmla="*/ 760 w 1520"/>
                <a:gd name="connsiteY2" fmla="*/ 634 h 633"/>
                <a:gd name="connsiteX3" fmla="*/ 1521 w 1520"/>
                <a:gd name="connsiteY3" fmla="*/ 0 h 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0" h="633">
                  <a:moveTo>
                    <a:pt x="1521" y="0"/>
                  </a:moveTo>
                  <a:lnTo>
                    <a:pt x="0" y="0"/>
                  </a:lnTo>
                  <a:lnTo>
                    <a:pt x="760" y="634"/>
                  </a:lnTo>
                  <a:lnTo>
                    <a:pt x="152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51" name="Freeform: Shape 4950">
              <a:extLst>
                <a:ext uri="{FF2B5EF4-FFF2-40B4-BE49-F238E27FC236}">
                  <a16:creationId xmlns:a16="http://schemas.microsoft.com/office/drawing/2014/main" id="{F0A6495C-26C3-B7AC-6462-091EFA2FBCC9}"/>
                </a:ext>
              </a:extLst>
            </p:cNvPr>
            <p:cNvSpPr/>
            <p:nvPr/>
          </p:nvSpPr>
          <p:spPr>
            <a:xfrm>
              <a:off x="9377829" y="33235"/>
              <a:ext cx="42329" cy="15968"/>
            </a:xfrm>
            <a:custGeom>
              <a:avLst/>
              <a:gdLst>
                <a:gd name="connsiteX0" fmla="*/ 21165 w 42329"/>
                <a:gd name="connsiteY0" fmla="*/ 15969 h 15968"/>
                <a:gd name="connsiteX1" fmla="*/ 42329 w 42329"/>
                <a:gd name="connsiteY1" fmla="*/ 0 h 15968"/>
                <a:gd name="connsiteX2" fmla="*/ 0 w 42329"/>
                <a:gd name="connsiteY2" fmla="*/ 0 h 15968"/>
                <a:gd name="connsiteX3" fmla="*/ 21165 w 42329"/>
                <a:gd name="connsiteY3" fmla="*/ 15969 h 15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29" h="15968">
                  <a:moveTo>
                    <a:pt x="21165" y="15969"/>
                  </a:moveTo>
                  <a:cubicBezTo>
                    <a:pt x="32571" y="15969"/>
                    <a:pt x="41696" y="8872"/>
                    <a:pt x="42329" y="0"/>
                  </a:cubicBezTo>
                  <a:lnTo>
                    <a:pt x="0" y="0"/>
                  </a:lnTo>
                  <a:cubicBezTo>
                    <a:pt x="634" y="8872"/>
                    <a:pt x="9758" y="15969"/>
                    <a:pt x="21165" y="1596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52" name="Freeform: Shape 4951">
              <a:extLst>
                <a:ext uri="{FF2B5EF4-FFF2-40B4-BE49-F238E27FC236}">
                  <a16:creationId xmlns:a16="http://schemas.microsoft.com/office/drawing/2014/main" id="{BA987ECB-B7F1-AF37-BC46-AE7B8AEAB8E0}"/>
                </a:ext>
              </a:extLst>
            </p:cNvPr>
            <p:cNvSpPr/>
            <p:nvPr/>
          </p:nvSpPr>
          <p:spPr>
            <a:xfrm>
              <a:off x="9480865" y="78353"/>
              <a:ext cx="43850" cy="34725"/>
            </a:xfrm>
            <a:custGeom>
              <a:avLst/>
              <a:gdLst>
                <a:gd name="connsiteX0" fmla="*/ 43850 w 43850"/>
                <a:gd name="connsiteY0" fmla="*/ 17363 h 34725"/>
                <a:gd name="connsiteX1" fmla="*/ 21925 w 43850"/>
                <a:gd name="connsiteY1" fmla="*/ 34726 h 34725"/>
                <a:gd name="connsiteX2" fmla="*/ 0 w 43850"/>
                <a:gd name="connsiteY2" fmla="*/ 17363 h 34725"/>
                <a:gd name="connsiteX3" fmla="*/ 21925 w 43850"/>
                <a:gd name="connsiteY3" fmla="*/ 0 h 34725"/>
                <a:gd name="connsiteX4" fmla="*/ 43850 w 43850"/>
                <a:gd name="connsiteY4" fmla="*/ 17363 h 34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850" h="34725">
                  <a:moveTo>
                    <a:pt x="43850" y="17363"/>
                  </a:moveTo>
                  <a:cubicBezTo>
                    <a:pt x="43850" y="26995"/>
                    <a:pt x="33965" y="34726"/>
                    <a:pt x="21925" y="34726"/>
                  </a:cubicBezTo>
                  <a:cubicBezTo>
                    <a:pt x="9885" y="34726"/>
                    <a:pt x="0" y="26868"/>
                    <a:pt x="0" y="17363"/>
                  </a:cubicBezTo>
                  <a:cubicBezTo>
                    <a:pt x="0" y="7858"/>
                    <a:pt x="9885" y="0"/>
                    <a:pt x="21925" y="0"/>
                  </a:cubicBezTo>
                  <a:cubicBezTo>
                    <a:pt x="33965" y="0"/>
                    <a:pt x="43850" y="7731"/>
                    <a:pt x="43850" y="1736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53" name="Freeform: Shape 4952">
              <a:extLst>
                <a:ext uri="{FF2B5EF4-FFF2-40B4-BE49-F238E27FC236}">
                  <a16:creationId xmlns:a16="http://schemas.microsoft.com/office/drawing/2014/main" id="{202CB7E1-824F-879F-F816-B909AA8CD30E}"/>
                </a:ext>
              </a:extLst>
            </p:cNvPr>
            <p:cNvSpPr/>
            <p:nvPr/>
          </p:nvSpPr>
          <p:spPr>
            <a:xfrm>
              <a:off x="9582633" y="143875"/>
              <a:ext cx="43850" cy="34725"/>
            </a:xfrm>
            <a:custGeom>
              <a:avLst/>
              <a:gdLst>
                <a:gd name="connsiteX0" fmla="*/ 43851 w 43850"/>
                <a:gd name="connsiteY0" fmla="*/ 17363 h 34725"/>
                <a:gd name="connsiteX1" fmla="*/ 21926 w 43850"/>
                <a:gd name="connsiteY1" fmla="*/ 34726 h 34725"/>
                <a:gd name="connsiteX2" fmla="*/ 0 w 43850"/>
                <a:gd name="connsiteY2" fmla="*/ 17363 h 34725"/>
                <a:gd name="connsiteX3" fmla="*/ 21926 w 43850"/>
                <a:gd name="connsiteY3" fmla="*/ 0 h 34725"/>
                <a:gd name="connsiteX4" fmla="*/ 43851 w 43850"/>
                <a:gd name="connsiteY4" fmla="*/ 17363 h 34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850" h="34725">
                  <a:moveTo>
                    <a:pt x="43851" y="17363"/>
                  </a:moveTo>
                  <a:cubicBezTo>
                    <a:pt x="43851" y="26995"/>
                    <a:pt x="33965" y="34726"/>
                    <a:pt x="21926" y="34726"/>
                  </a:cubicBezTo>
                  <a:cubicBezTo>
                    <a:pt x="9886" y="34726"/>
                    <a:pt x="0" y="26995"/>
                    <a:pt x="0" y="17363"/>
                  </a:cubicBezTo>
                  <a:cubicBezTo>
                    <a:pt x="0" y="7731"/>
                    <a:pt x="9759" y="0"/>
                    <a:pt x="21926" y="0"/>
                  </a:cubicBezTo>
                  <a:cubicBezTo>
                    <a:pt x="34092" y="0"/>
                    <a:pt x="43851" y="7731"/>
                    <a:pt x="43851" y="1736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54" name="Freeform: Shape 4953">
              <a:extLst>
                <a:ext uri="{FF2B5EF4-FFF2-40B4-BE49-F238E27FC236}">
                  <a16:creationId xmlns:a16="http://schemas.microsoft.com/office/drawing/2014/main" id="{F347F7FF-A13F-7CE8-B191-7D912EB5C1EC}"/>
                </a:ext>
              </a:extLst>
            </p:cNvPr>
            <p:cNvSpPr/>
            <p:nvPr/>
          </p:nvSpPr>
          <p:spPr>
            <a:xfrm>
              <a:off x="9682375" y="211426"/>
              <a:ext cx="43850" cy="34725"/>
            </a:xfrm>
            <a:custGeom>
              <a:avLst/>
              <a:gdLst>
                <a:gd name="connsiteX0" fmla="*/ 43851 w 43850"/>
                <a:gd name="connsiteY0" fmla="*/ 17363 h 34725"/>
                <a:gd name="connsiteX1" fmla="*/ 21926 w 43850"/>
                <a:gd name="connsiteY1" fmla="*/ 34726 h 34725"/>
                <a:gd name="connsiteX2" fmla="*/ 0 w 43850"/>
                <a:gd name="connsiteY2" fmla="*/ 17363 h 34725"/>
                <a:gd name="connsiteX3" fmla="*/ 21926 w 43850"/>
                <a:gd name="connsiteY3" fmla="*/ 0 h 34725"/>
                <a:gd name="connsiteX4" fmla="*/ 43851 w 43850"/>
                <a:gd name="connsiteY4" fmla="*/ 17363 h 34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850" h="34725">
                  <a:moveTo>
                    <a:pt x="43851" y="17363"/>
                  </a:moveTo>
                  <a:cubicBezTo>
                    <a:pt x="43851" y="26995"/>
                    <a:pt x="33965" y="34726"/>
                    <a:pt x="21926" y="34726"/>
                  </a:cubicBezTo>
                  <a:cubicBezTo>
                    <a:pt x="9886" y="34726"/>
                    <a:pt x="0" y="26995"/>
                    <a:pt x="0" y="17363"/>
                  </a:cubicBezTo>
                  <a:cubicBezTo>
                    <a:pt x="0" y="7731"/>
                    <a:pt x="9759" y="0"/>
                    <a:pt x="21926" y="0"/>
                  </a:cubicBezTo>
                  <a:cubicBezTo>
                    <a:pt x="34092" y="0"/>
                    <a:pt x="43851" y="7731"/>
                    <a:pt x="43851" y="1736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55" name="Freeform: Shape 4954">
              <a:extLst>
                <a:ext uri="{FF2B5EF4-FFF2-40B4-BE49-F238E27FC236}">
                  <a16:creationId xmlns:a16="http://schemas.microsoft.com/office/drawing/2014/main" id="{6A3A793F-5004-E1EB-2715-40A663967F40}"/>
                </a:ext>
              </a:extLst>
            </p:cNvPr>
            <p:cNvSpPr/>
            <p:nvPr/>
          </p:nvSpPr>
          <p:spPr>
            <a:xfrm>
              <a:off x="9779961" y="280750"/>
              <a:ext cx="43850" cy="34725"/>
            </a:xfrm>
            <a:custGeom>
              <a:avLst/>
              <a:gdLst>
                <a:gd name="connsiteX0" fmla="*/ 43851 w 43850"/>
                <a:gd name="connsiteY0" fmla="*/ 17363 h 34725"/>
                <a:gd name="connsiteX1" fmla="*/ 21925 w 43850"/>
                <a:gd name="connsiteY1" fmla="*/ 34726 h 34725"/>
                <a:gd name="connsiteX2" fmla="*/ 0 w 43850"/>
                <a:gd name="connsiteY2" fmla="*/ 17363 h 34725"/>
                <a:gd name="connsiteX3" fmla="*/ 21925 w 43850"/>
                <a:gd name="connsiteY3" fmla="*/ 0 h 34725"/>
                <a:gd name="connsiteX4" fmla="*/ 43851 w 43850"/>
                <a:gd name="connsiteY4" fmla="*/ 17363 h 34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850" h="34725">
                  <a:moveTo>
                    <a:pt x="43851" y="17363"/>
                  </a:moveTo>
                  <a:cubicBezTo>
                    <a:pt x="43851" y="26995"/>
                    <a:pt x="34092" y="34726"/>
                    <a:pt x="21925" y="34726"/>
                  </a:cubicBezTo>
                  <a:cubicBezTo>
                    <a:pt x="9759" y="34726"/>
                    <a:pt x="0" y="26995"/>
                    <a:pt x="0" y="17363"/>
                  </a:cubicBezTo>
                  <a:cubicBezTo>
                    <a:pt x="0" y="7731"/>
                    <a:pt x="9886" y="0"/>
                    <a:pt x="21925" y="0"/>
                  </a:cubicBezTo>
                  <a:cubicBezTo>
                    <a:pt x="33965" y="0"/>
                    <a:pt x="43851" y="7731"/>
                    <a:pt x="43851" y="1736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56" name="Freeform: Shape 4955">
              <a:extLst>
                <a:ext uri="{FF2B5EF4-FFF2-40B4-BE49-F238E27FC236}">
                  <a16:creationId xmlns:a16="http://schemas.microsoft.com/office/drawing/2014/main" id="{FE66A94C-E448-21B2-DD55-A0413A560C32}"/>
                </a:ext>
              </a:extLst>
            </p:cNvPr>
            <p:cNvSpPr/>
            <p:nvPr/>
          </p:nvSpPr>
          <p:spPr>
            <a:xfrm>
              <a:off x="9875520" y="352103"/>
              <a:ext cx="43850" cy="34725"/>
            </a:xfrm>
            <a:custGeom>
              <a:avLst/>
              <a:gdLst>
                <a:gd name="connsiteX0" fmla="*/ 43851 w 43850"/>
                <a:gd name="connsiteY0" fmla="*/ 17363 h 34725"/>
                <a:gd name="connsiteX1" fmla="*/ 21926 w 43850"/>
                <a:gd name="connsiteY1" fmla="*/ 34726 h 34725"/>
                <a:gd name="connsiteX2" fmla="*/ 0 w 43850"/>
                <a:gd name="connsiteY2" fmla="*/ 17363 h 34725"/>
                <a:gd name="connsiteX3" fmla="*/ 21926 w 43850"/>
                <a:gd name="connsiteY3" fmla="*/ 0 h 34725"/>
                <a:gd name="connsiteX4" fmla="*/ 43851 w 43850"/>
                <a:gd name="connsiteY4" fmla="*/ 17363 h 34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850" h="34725">
                  <a:moveTo>
                    <a:pt x="43851" y="17363"/>
                  </a:moveTo>
                  <a:cubicBezTo>
                    <a:pt x="43851" y="26995"/>
                    <a:pt x="33966" y="34726"/>
                    <a:pt x="21926" y="34726"/>
                  </a:cubicBezTo>
                  <a:cubicBezTo>
                    <a:pt x="9886" y="34726"/>
                    <a:pt x="0" y="26868"/>
                    <a:pt x="0" y="17363"/>
                  </a:cubicBezTo>
                  <a:cubicBezTo>
                    <a:pt x="0" y="7858"/>
                    <a:pt x="9759" y="0"/>
                    <a:pt x="21926" y="0"/>
                  </a:cubicBezTo>
                  <a:cubicBezTo>
                    <a:pt x="34092" y="0"/>
                    <a:pt x="43851" y="7731"/>
                    <a:pt x="43851" y="1736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57" name="Freeform: Shape 4956">
              <a:extLst>
                <a:ext uri="{FF2B5EF4-FFF2-40B4-BE49-F238E27FC236}">
                  <a16:creationId xmlns:a16="http://schemas.microsoft.com/office/drawing/2014/main" id="{EC301D4A-B3BA-5338-6503-2B7D73752A87}"/>
                </a:ext>
              </a:extLst>
            </p:cNvPr>
            <p:cNvSpPr/>
            <p:nvPr/>
          </p:nvSpPr>
          <p:spPr>
            <a:xfrm>
              <a:off x="9968418" y="424849"/>
              <a:ext cx="44611" cy="35359"/>
            </a:xfrm>
            <a:custGeom>
              <a:avLst/>
              <a:gdLst>
                <a:gd name="connsiteX0" fmla="*/ 44611 w 44611"/>
                <a:gd name="connsiteY0" fmla="*/ 17743 h 35359"/>
                <a:gd name="connsiteX1" fmla="*/ 22306 w 44611"/>
                <a:gd name="connsiteY1" fmla="*/ 35359 h 35359"/>
                <a:gd name="connsiteX2" fmla="*/ 0 w 44611"/>
                <a:gd name="connsiteY2" fmla="*/ 17743 h 35359"/>
                <a:gd name="connsiteX3" fmla="*/ 22306 w 44611"/>
                <a:gd name="connsiteY3" fmla="*/ 0 h 35359"/>
                <a:gd name="connsiteX4" fmla="*/ 44611 w 44611"/>
                <a:gd name="connsiteY4" fmla="*/ 17743 h 35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611" h="35359">
                  <a:moveTo>
                    <a:pt x="44611" y="17743"/>
                  </a:moveTo>
                  <a:cubicBezTo>
                    <a:pt x="44611" y="27502"/>
                    <a:pt x="34599" y="35359"/>
                    <a:pt x="22306" y="35359"/>
                  </a:cubicBezTo>
                  <a:cubicBezTo>
                    <a:pt x="10013" y="35359"/>
                    <a:pt x="0" y="27502"/>
                    <a:pt x="0" y="17743"/>
                  </a:cubicBezTo>
                  <a:cubicBezTo>
                    <a:pt x="0" y="7984"/>
                    <a:pt x="10013" y="0"/>
                    <a:pt x="22306" y="0"/>
                  </a:cubicBezTo>
                  <a:cubicBezTo>
                    <a:pt x="34599" y="0"/>
                    <a:pt x="44611" y="7984"/>
                    <a:pt x="44611" y="1774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58" name="Freeform: Shape 4957">
              <a:extLst>
                <a:ext uri="{FF2B5EF4-FFF2-40B4-BE49-F238E27FC236}">
                  <a16:creationId xmlns:a16="http://schemas.microsoft.com/office/drawing/2014/main" id="{EE859AA8-6259-8EC8-72D0-1B75FA758F11}"/>
                </a:ext>
              </a:extLst>
            </p:cNvPr>
            <p:cNvSpPr/>
            <p:nvPr/>
          </p:nvSpPr>
          <p:spPr>
            <a:xfrm>
              <a:off x="10059795" y="500003"/>
              <a:ext cx="43850" cy="34725"/>
            </a:xfrm>
            <a:custGeom>
              <a:avLst/>
              <a:gdLst>
                <a:gd name="connsiteX0" fmla="*/ 43850 w 43850"/>
                <a:gd name="connsiteY0" fmla="*/ 17363 h 34725"/>
                <a:gd name="connsiteX1" fmla="*/ 21925 w 43850"/>
                <a:gd name="connsiteY1" fmla="*/ 34726 h 34725"/>
                <a:gd name="connsiteX2" fmla="*/ 0 w 43850"/>
                <a:gd name="connsiteY2" fmla="*/ 17363 h 34725"/>
                <a:gd name="connsiteX3" fmla="*/ 21925 w 43850"/>
                <a:gd name="connsiteY3" fmla="*/ 0 h 34725"/>
                <a:gd name="connsiteX4" fmla="*/ 43850 w 43850"/>
                <a:gd name="connsiteY4" fmla="*/ 17363 h 34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850" h="34725">
                  <a:moveTo>
                    <a:pt x="43850" y="17363"/>
                  </a:moveTo>
                  <a:cubicBezTo>
                    <a:pt x="43850" y="26995"/>
                    <a:pt x="33965" y="34726"/>
                    <a:pt x="21925" y="34726"/>
                  </a:cubicBezTo>
                  <a:cubicBezTo>
                    <a:pt x="9885" y="34726"/>
                    <a:pt x="0" y="26995"/>
                    <a:pt x="0" y="17363"/>
                  </a:cubicBezTo>
                  <a:cubicBezTo>
                    <a:pt x="0" y="7731"/>
                    <a:pt x="9759" y="0"/>
                    <a:pt x="21925" y="0"/>
                  </a:cubicBezTo>
                  <a:cubicBezTo>
                    <a:pt x="34092" y="0"/>
                    <a:pt x="43850" y="7731"/>
                    <a:pt x="43850" y="1736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59" name="Freeform: Shape 4958">
              <a:extLst>
                <a:ext uri="{FF2B5EF4-FFF2-40B4-BE49-F238E27FC236}">
                  <a16:creationId xmlns:a16="http://schemas.microsoft.com/office/drawing/2014/main" id="{7076F8E1-0B0D-00B5-C8D9-8F09A51B7FC8}"/>
                </a:ext>
              </a:extLst>
            </p:cNvPr>
            <p:cNvSpPr/>
            <p:nvPr/>
          </p:nvSpPr>
          <p:spPr>
            <a:xfrm>
              <a:off x="10148510" y="576552"/>
              <a:ext cx="43850" cy="34725"/>
            </a:xfrm>
            <a:custGeom>
              <a:avLst/>
              <a:gdLst>
                <a:gd name="connsiteX0" fmla="*/ 43850 w 43850"/>
                <a:gd name="connsiteY0" fmla="*/ 17363 h 34725"/>
                <a:gd name="connsiteX1" fmla="*/ 21925 w 43850"/>
                <a:gd name="connsiteY1" fmla="*/ 34726 h 34725"/>
                <a:gd name="connsiteX2" fmla="*/ 0 w 43850"/>
                <a:gd name="connsiteY2" fmla="*/ 17363 h 34725"/>
                <a:gd name="connsiteX3" fmla="*/ 21925 w 43850"/>
                <a:gd name="connsiteY3" fmla="*/ 0 h 34725"/>
                <a:gd name="connsiteX4" fmla="*/ 43850 w 43850"/>
                <a:gd name="connsiteY4" fmla="*/ 17363 h 34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850" h="34725">
                  <a:moveTo>
                    <a:pt x="43850" y="17363"/>
                  </a:moveTo>
                  <a:cubicBezTo>
                    <a:pt x="43850" y="26995"/>
                    <a:pt x="33965" y="34726"/>
                    <a:pt x="21925" y="34726"/>
                  </a:cubicBezTo>
                  <a:cubicBezTo>
                    <a:pt x="9885" y="34726"/>
                    <a:pt x="0" y="26995"/>
                    <a:pt x="0" y="17363"/>
                  </a:cubicBezTo>
                  <a:cubicBezTo>
                    <a:pt x="0" y="7731"/>
                    <a:pt x="9885" y="0"/>
                    <a:pt x="21925" y="0"/>
                  </a:cubicBezTo>
                  <a:cubicBezTo>
                    <a:pt x="33965" y="0"/>
                    <a:pt x="43850" y="7731"/>
                    <a:pt x="43850" y="1736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60" name="Freeform: Shape 4959">
              <a:extLst>
                <a:ext uri="{FF2B5EF4-FFF2-40B4-BE49-F238E27FC236}">
                  <a16:creationId xmlns:a16="http://schemas.microsoft.com/office/drawing/2014/main" id="{78F55E89-8A90-372C-E6AE-F2EB21C5FC21}"/>
                </a:ext>
              </a:extLst>
            </p:cNvPr>
            <p:cNvSpPr/>
            <p:nvPr/>
          </p:nvSpPr>
          <p:spPr>
            <a:xfrm>
              <a:off x="10234690" y="654875"/>
              <a:ext cx="43850" cy="34725"/>
            </a:xfrm>
            <a:custGeom>
              <a:avLst/>
              <a:gdLst>
                <a:gd name="connsiteX0" fmla="*/ 43851 w 43850"/>
                <a:gd name="connsiteY0" fmla="*/ 17363 h 34725"/>
                <a:gd name="connsiteX1" fmla="*/ 21925 w 43850"/>
                <a:gd name="connsiteY1" fmla="*/ 34726 h 34725"/>
                <a:gd name="connsiteX2" fmla="*/ 0 w 43850"/>
                <a:gd name="connsiteY2" fmla="*/ 17363 h 34725"/>
                <a:gd name="connsiteX3" fmla="*/ 21925 w 43850"/>
                <a:gd name="connsiteY3" fmla="*/ 0 h 34725"/>
                <a:gd name="connsiteX4" fmla="*/ 43851 w 43850"/>
                <a:gd name="connsiteY4" fmla="*/ 17363 h 34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850" h="34725">
                  <a:moveTo>
                    <a:pt x="43851" y="17363"/>
                  </a:moveTo>
                  <a:cubicBezTo>
                    <a:pt x="43851" y="26995"/>
                    <a:pt x="34092" y="34726"/>
                    <a:pt x="21925" y="34726"/>
                  </a:cubicBezTo>
                  <a:cubicBezTo>
                    <a:pt x="9759" y="34726"/>
                    <a:pt x="0" y="26995"/>
                    <a:pt x="0" y="17363"/>
                  </a:cubicBezTo>
                  <a:cubicBezTo>
                    <a:pt x="0" y="7731"/>
                    <a:pt x="9886" y="0"/>
                    <a:pt x="21925" y="0"/>
                  </a:cubicBezTo>
                  <a:cubicBezTo>
                    <a:pt x="33965" y="0"/>
                    <a:pt x="43851" y="7731"/>
                    <a:pt x="43851" y="1736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61" name="Freeform: Shape 4960">
              <a:extLst>
                <a:ext uri="{FF2B5EF4-FFF2-40B4-BE49-F238E27FC236}">
                  <a16:creationId xmlns:a16="http://schemas.microsoft.com/office/drawing/2014/main" id="{16B0B779-5316-0C09-1AA4-7419182F0C5F}"/>
                </a:ext>
              </a:extLst>
            </p:cNvPr>
            <p:cNvSpPr/>
            <p:nvPr/>
          </p:nvSpPr>
          <p:spPr>
            <a:xfrm>
              <a:off x="10319096" y="735225"/>
              <a:ext cx="42836" cy="33965"/>
            </a:xfrm>
            <a:custGeom>
              <a:avLst/>
              <a:gdLst>
                <a:gd name="connsiteX0" fmla="*/ 42837 w 42836"/>
                <a:gd name="connsiteY0" fmla="*/ 16983 h 33965"/>
                <a:gd name="connsiteX1" fmla="*/ 21418 w 42836"/>
                <a:gd name="connsiteY1" fmla="*/ 33965 h 33965"/>
                <a:gd name="connsiteX2" fmla="*/ 0 w 42836"/>
                <a:gd name="connsiteY2" fmla="*/ 16983 h 33965"/>
                <a:gd name="connsiteX3" fmla="*/ 21418 w 42836"/>
                <a:gd name="connsiteY3" fmla="*/ 0 h 33965"/>
                <a:gd name="connsiteX4" fmla="*/ 42837 w 42836"/>
                <a:gd name="connsiteY4" fmla="*/ 16983 h 33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836" h="33965">
                  <a:moveTo>
                    <a:pt x="42837" y="16983"/>
                  </a:moveTo>
                  <a:cubicBezTo>
                    <a:pt x="42837" y="26361"/>
                    <a:pt x="33206" y="33965"/>
                    <a:pt x="21418" y="33965"/>
                  </a:cubicBezTo>
                  <a:cubicBezTo>
                    <a:pt x="9632" y="33965"/>
                    <a:pt x="0" y="26361"/>
                    <a:pt x="0" y="16983"/>
                  </a:cubicBezTo>
                  <a:cubicBezTo>
                    <a:pt x="0" y="7604"/>
                    <a:pt x="9632" y="0"/>
                    <a:pt x="21418" y="0"/>
                  </a:cubicBezTo>
                  <a:cubicBezTo>
                    <a:pt x="33206" y="0"/>
                    <a:pt x="42837" y="7604"/>
                    <a:pt x="42837" y="169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62" name="Freeform: Shape 4961">
              <a:extLst>
                <a:ext uri="{FF2B5EF4-FFF2-40B4-BE49-F238E27FC236}">
                  <a16:creationId xmlns:a16="http://schemas.microsoft.com/office/drawing/2014/main" id="{BF616812-44A7-60F3-AC0A-632130056CA3}"/>
                </a:ext>
              </a:extLst>
            </p:cNvPr>
            <p:cNvSpPr/>
            <p:nvPr/>
          </p:nvSpPr>
          <p:spPr>
            <a:xfrm>
              <a:off x="10400080" y="816336"/>
              <a:ext cx="43724" cy="34725"/>
            </a:xfrm>
            <a:custGeom>
              <a:avLst/>
              <a:gdLst>
                <a:gd name="connsiteX0" fmla="*/ 43724 w 43724"/>
                <a:gd name="connsiteY0" fmla="*/ 17363 h 34725"/>
                <a:gd name="connsiteX1" fmla="*/ 21799 w 43724"/>
                <a:gd name="connsiteY1" fmla="*/ 34726 h 34725"/>
                <a:gd name="connsiteX2" fmla="*/ 0 w 43724"/>
                <a:gd name="connsiteY2" fmla="*/ 17363 h 34725"/>
                <a:gd name="connsiteX3" fmla="*/ 21799 w 43724"/>
                <a:gd name="connsiteY3" fmla="*/ 0 h 34725"/>
                <a:gd name="connsiteX4" fmla="*/ 43724 w 43724"/>
                <a:gd name="connsiteY4" fmla="*/ 17363 h 34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724" h="34725">
                  <a:moveTo>
                    <a:pt x="43724" y="17363"/>
                  </a:moveTo>
                  <a:cubicBezTo>
                    <a:pt x="43724" y="26995"/>
                    <a:pt x="33839" y="34726"/>
                    <a:pt x="21799" y="34726"/>
                  </a:cubicBezTo>
                  <a:cubicBezTo>
                    <a:pt x="9759" y="34726"/>
                    <a:pt x="0" y="26868"/>
                    <a:pt x="0" y="17363"/>
                  </a:cubicBezTo>
                  <a:cubicBezTo>
                    <a:pt x="0" y="7858"/>
                    <a:pt x="9886" y="0"/>
                    <a:pt x="21799" y="0"/>
                  </a:cubicBezTo>
                  <a:cubicBezTo>
                    <a:pt x="33712" y="0"/>
                    <a:pt x="43724" y="7731"/>
                    <a:pt x="43724" y="1736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63" name="Freeform: Shape 4962">
              <a:extLst>
                <a:ext uri="{FF2B5EF4-FFF2-40B4-BE49-F238E27FC236}">
                  <a16:creationId xmlns:a16="http://schemas.microsoft.com/office/drawing/2014/main" id="{2FF58438-04CB-D520-1E90-B70CB2C57397}"/>
                </a:ext>
              </a:extLst>
            </p:cNvPr>
            <p:cNvSpPr/>
            <p:nvPr/>
          </p:nvSpPr>
          <p:spPr>
            <a:xfrm>
              <a:off x="10478911" y="899475"/>
              <a:ext cx="43850" cy="34725"/>
            </a:xfrm>
            <a:custGeom>
              <a:avLst/>
              <a:gdLst>
                <a:gd name="connsiteX0" fmla="*/ 43850 w 43850"/>
                <a:gd name="connsiteY0" fmla="*/ 17363 h 34725"/>
                <a:gd name="connsiteX1" fmla="*/ 21925 w 43850"/>
                <a:gd name="connsiteY1" fmla="*/ 34726 h 34725"/>
                <a:gd name="connsiteX2" fmla="*/ 0 w 43850"/>
                <a:gd name="connsiteY2" fmla="*/ 17363 h 34725"/>
                <a:gd name="connsiteX3" fmla="*/ 21925 w 43850"/>
                <a:gd name="connsiteY3" fmla="*/ 0 h 34725"/>
                <a:gd name="connsiteX4" fmla="*/ 43850 w 43850"/>
                <a:gd name="connsiteY4" fmla="*/ 17363 h 34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850" h="34725">
                  <a:moveTo>
                    <a:pt x="43850" y="17363"/>
                  </a:moveTo>
                  <a:cubicBezTo>
                    <a:pt x="43850" y="26995"/>
                    <a:pt x="33965" y="34726"/>
                    <a:pt x="21925" y="34726"/>
                  </a:cubicBezTo>
                  <a:cubicBezTo>
                    <a:pt x="9885" y="34726"/>
                    <a:pt x="0" y="26995"/>
                    <a:pt x="0" y="17363"/>
                  </a:cubicBezTo>
                  <a:cubicBezTo>
                    <a:pt x="0" y="7731"/>
                    <a:pt x="9885" y="0"/>
                    <a:pt x="21925" y="0"/>
                  </a:cubicBezTo>
                  <a:cubicBezTo>
                    <a:pt x="33965" y="0"/>
                    <a:pt x="43850" y="7731"/>
                    <a:pt x="43850" y="1736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64" name="Freeform: Shape 4963">
              <a:extLst>
                <a:ext uri="{FF2B5EF4-FFF2-40B4-BE49-F238E27FC236}">
                  <a16:creationId xmlns:a16="http://schemas.microsoft.com/office/drawing/2014/main" id="{310B67E0-0EFE-25CF-96F8-05E87ECB7BBB}"/>
                </a:ext>
              </a:extLst>
            </p:cNvPr>
            <p:cNvSpPr/>
            <p:nvPr/>
          </p:nvSpPr>
          <p:spPr>
            <a:xfrm>
              <a:off x="10555713" y="984388"/>
              <a:ext cx="42836" cy="33965"/>
            </a:xfrm>
            <a:custGeom>
              <a:avLst/>
              <a:gdLst>
                <a:gd name="connsiteX0" fmla="*/ 42837 w 42836"/>
                <a:gd name="connsiteY0" fmla="*/ 16983 h 33965"/>
                <a:gd name="connsiteX1" fmla="*/ 21418 w 42836"/>
                <a:gd name="connsiteY1" fmla="*/ 33965 h 33965"/>
                <a:gd name="connsiteX2" fmla="*/ 0 w 42836"/>
                <a:gd name="connsiteY2" fmla="*/ 16983 h 33965"/>
                <a:gd name="connsiteX3" fmla="*/ 21418 w 42836"/>
                <a:gd name="connsiteY3" fmla="*/ 0 h 33965"/>
                <a:gd name="connsiteX4" fmla="*/ 42837 w 42836"/>
                <a:gd name="connsiteY4" fmla="*/ 16983 h 33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836" h="33965">
                  <a:moveTo>
                    <a:pt x="42837" y="16983"/>
                  </a:moveTo>
                  <a:cubicBezTo>
                    <a:pt x="42837" y="26361"/>
                    <a:pt x="33205" y="33965"/>
                    <a:pt x="21418" y="33965"/>
                  </a:cubicBezTo>
                  <a:cubicBezTo>
                    <a:pt x="9632" y="33965"/>
                    <a:pt x="0" y="26361"/>
                    <a:pt x="0" y="16983"/>
                  </a:cubicBezTo>
                  <a:cubicBezTo>
                    <a:pt x="0" y="7604"/>
                    <a:pt x="9632" y="0"/>
                    <a:pt x="21418" y="0"/>
                  </a:cubicBezTo>
                  <a:cubicBezTo>
                    <a:pt x="33205" y="0"/>
                    <a:pt x="42837" y="7604"/>
                    <a:pt x="42837" y="169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65" name="Freeform: Shape 4964">
              <a:extLst>
                <a:ext uri="{FF2B5EF4-FFF2-40B4-BE49-F238E27FC236}">
                  <a16:creationId xmlns:a16="http://schemas.microsoft.com/office/drawing/2014/main" id="{BBD0F00A-6419-455C-0C47-705D1705FA19}"/>
                </a:ext>
              </a:extLst>
            </p:cNvPr>
            <p:cNvSpPr/>
            <p:nvPr/>
          </p:nvSpPr>
          <p:spPr>
            <a:xfrm>
              <a:off x="10629346" y="1070442"/>
              <a:ext cx="42836" cy="33965"/>
            </a:xfrm>
            <a:custGeom>
              <a:avLst/>
              <a:gdLst>
                <a:gd name="connsiteX0" fmla="*/ 42837 w 42836"/>
                <a:gd name="connsiteY0" fmla="*/ 16983 h 33965"/>
                <a:gd name="connsiteX1" fmla="*/ 21418 w 42836"/>
                <a:gd name="connsiteY1" fmla="*/ 33965 h 33965"/>
                <a:gd name="connsiteX2" fmla="*/ 0 w 42836"/>
                <a:gd name="connsiteY2" fmla="*/ 16983 h 33965"/>
                <a:gd name="connsiteX3" fmla="*/ 21418 w 42836"/>
                <a:gd name="connsiteY3" fmla="*/ 0 h 33965"/>
                <a:gd name="connsiteX4" fmla="*/ 42837 w 42836"/>
                <a:gd name="connsiteY4" fmla="*/ 16983 h 33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836" h="33965">
                  <a:moveTo>
                    <a:pt x="42837" y="16983"/>
                  </a:moveTo>
                  <a:cubicBezTo>
                    <a:pt x="42837" y="26361"/>
                    <a:pt x="33205" y="33965"/>
                    <a:pt x="21418" y="33965"/>
                  </a:cubicBezTo>
                  <a:cubicBezTo>
                    <a:pt x="9632" y="33965"/>
                    <a:pt x="0" y="26361"/>
                    <a:pt x="0" y="16983"/>
                  </a:cubicBezTo>
                  <a:cubicBezTo>
                    <a:pt x="0" y="7604"/>
                    <a:pt x="9632" y="0"/>
                    <a:pt x="21418" y="0"/>
                  </a:cubicBezTo>
                  <a:cubicBezTo>
                    <a:pt x="33205" y="0"/>
                    <a:pt x="42837" y="7604"/>
                    <a:pt x="42837" y="169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66" name="Freeform: Shape 4965">
              <a:extLst>
                <a:ext uri="{FF2B5EF4-FFF2-40B4-BE49-F238E27FC236}">
                  <a16:creationId xmlns:a16="http://schemas.microsoft.com/office/drawing/2014/main" id="{99494DD0-2947-B8FD-725F-E9472AF075C6}"/>
                </a:ext>
              </a:extLst>
            </p:cNvPr>
            <p:cNvSpPr/>
            <p:nvPr/>
          </p:nvSpPr>
          <p:spPr>
            <a:xfrm>
              <a:off x="10700699" y="1158143"/>
              <a:ext cx="42076" cy="33331"/>
            </a:xfrm>
            <a:custGeom>
              <a:avLst/>
              <a:gdLst>
                <a:gd name="connsiteX0" fmla="*/ 42076 w 42076"/>
                <a:gd name="connsiteY0" fmla="*/ 16729 h 33331"/>
                <a:gd name="connsiteX1" fmla="*/ 21038 w 42076"/>
                <a:gd name="connsiteY1" fmla="*/ 33332 h 33331"/>
                <a:gd name="connsiteX2" fmla="*/ 0 w 42076"/>
                <a:gd name="connsiteY2" fmla="*/ 16729 h 33331"/>
                <a:gd name="connsiteX3" fmla="*/ 21038 w 42076"/>
                <a:gd name="connsiteY3" fmla="*/ 0 h 33331"/>
                <a:gd name="connsiteX4" fmla="*/ 42076 w 42076"/>
                <a:gd name="connsiteY4" fmla="*/ 16729 h 33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076" h="33331">
                  <a:moveTo>
                    <a:pt x="42076" y="16729"/>
                  </a:moveTo>
                  <a:cubicBezTo>
                    <a:pt x="42076" y="25854"/>
                    <a:pt x="32697" y="33332"/>
                    <a:pt x="21038" y="33332"/>
                  </a:cubicBezTo>
                  <a:cubicBezTo>
                    <a:pt x="9378" y="33332"/>
                    <a:pt x="0" y="25854"/>
                    <a:pt x="0" y="16729"/>
                  </a:cubicBezTo>
                  <a:cubicBezTo>
                    <a:pt x="0" y="7604"/>
                    <a:pt x="9378" y="0"/>
                    <a:pt x="21038" y="0"/>
                  </a:cubicBezTo>
                  <a:cubicBezTo>
                    <a:pt x="32697" y="0"/>
                    <a:pt x="42076" y="7477"/>
                    <a:pt x="42076" y="1672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67" name="Freeform: Shape 4966">
              <a:extLst>
                <a:ext uri="{FF2B5EF4-FFF2-40B4-BE49-F238E27FC236}">
                  <a16:creationId xmlns:a16="http://schemas.microsoft.com/office/drawing/2014/main" id="{9062E78F-3CB4-1E7F-F170-E088CE6C7666}"/>
                </a:ext>
              </a:extLst>
            </p:cNvPr>
            <p:cNvSpPr/>
            <p:nvPr/>
          </p:nvSpPr>
          <p:spPr>
            <a:xfrm>
              <a:off x="10769009" y="1246858"/>
              <a:ext cx="42076" cy="33331"/>
            </a:xfrm>
            <a:custGeom>
              <a:avLst/>
              <a:gdLst>
                <a:gd name="connsiteX0" fmla="*/ 42076 w 42076"/>
                <a:gd name="connsiteY0" fmla="*/ 16729 h 33331"/>
                <a:gd name="connsiteX1" fmla="*/ 21039 w 42076"/>
                <a:gd name="connsiteY1" fmla="*/ 33332 h 33331"/>
                <a:gd name="connsiteX2" fmla="*/ 0 w 42076"/>
                <a:gd name="connsiteY2" fmla="*/ 16729 h 33331"/>
                <a:gd name="connsiteX3" fmla="*/ 21039 w 42076"/>
                <a:gd name="connsiteY3" fmla="*/ 0 h 33331"/>
                <a:gd name="connsiteX4" fmla="*/ 42076 w 42076"/>
                <a:gd name="connsiteY4" fmla="*/ 16729 h 33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076" h="33331">
                  <a:moveTo>
                    <a:pt x="42076" y="16729"/>
                  </a:moveTo>
                  <a:cubicBezTo>
                    <a:pt x="42076" y="25854"/>
                    <a:pt x="32698" y="33332"/>
                    <a:pt x="21039" y="33332"/>
                  </a:cubicBezTo>
                  <a:cubicBezTo>
                    <a:pt x="9379" y="33332"/>
                    <a:pt x="0" y="25854"/>
                    <a:pt x="0" y="16729"/>
                  </a:cubicBezTo>
                  <a:cubicBezTo>
                    <a:pt x="0" y="7604"/>
                    <a:pt x="9379" y="0"/>
                    <a:pt x="21039" y="0"/>
                  </a:cubicBezTo>
                  <a:cubicBezTo>
                    <a:pt x="32698" y="0"/>
                    <a:pt x="42076" y="7477"/>
                    <a:pt x="42076" y="1672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68" name="Freeform: Shape 4967">
              <a:extLst>
                <a:ext uri="{FF2B5EF4-FFF2-40B4-BE49-F238E27FC236}">
                  <a16:creationId xmlns:a16="http://schemas.microsoft.com/office/drawing/2014/main" id="{4AE0FD31-E17A-17F9-92BF-DD3D249505E7}"/>
                </a:ext>
              </a:extLst>
            </p:cNvPr>
            <p:cNvSpPr/>
            <p:nvPr/>
          </p:nvSpPr>
          <p:spPr>
            <a:xfrm>
              <a:off x="10834912" y="1337348"/>
              <a:ext cx="41316" cy="32697"/>
            </a:xfrm>
            <a:custGeom>
              <a:avLst/>
              <a:gdLst>
                <a:gd name="connsiteX0" fmla="*/ 41316 w 41316"/>
                <a:gd name="connsiteY0" fmla="*/ 16349 h 32697"/>
                <a:gd name="connsiteX1" fmla="*/ 20658 w 41316"/>
                <a:gd name="connsiteY1" fmla="*/ 32698 h 32697"/>
                <a:gd name="connsiteX2" fmla="*/ 0 w 41316"/>
                <a:gd name="connsiteY2" fmla="*/ 16349 h 32697"/>
                <a:gd name="connsiteX3" fmla="*/ 20658 w 41316"/>
                <a:gd name="connsiteY3" fmla="*/ 0 h 32697"/>
                <a:gd name="connsiteX4" fmla="*/ 41316 w 41316"/>
                <a:gd name="connsiteY4" fmla="*/ 16349 h 32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316" h="32697">
                  <a:moveTo>
                    <a:pt x="41316" y="16349"/>
                  </a:moveTo>
                  <a:cubicBezTo>
                    <a:pt x="41316" y="25347"/>
                    <a:pt x="32065" y="32698"/>
                    <a:pt x="20658" y="32698"/>
                  </a:cubicBezTo>
                  <a:cubicBezTo>
                    <a:pt x="9252" y="32698"/>
                    <a:pt x="0" y="25347"/>
                    <a:pt x="0" y="16349"/>
                  </a:cubicBezTo>
                  <a:cubicBezTo>
                    <a:pt x="0" y="7351"/>
                    <a:pt x="9252" y="0"/>
                    <a:pt x="20658" y="0"/>
                  </a:cubicBezTo>
                  <a:cubicBezTo>
                    <a:pt x="32065" y="0"/>
                    <a:pt x="41316" y="7351"/>
                    <a:pt x="41316" y="1634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69" name="Freeform: Shape 4968">
              <a:extLst>
                <a:ext uri="{FF2B5EF4-FFF2-40B4-BE49-F238E27FC236}">
                  <a16:creationId xmlns:a16="http://schemas.microsoft.com/office/drawing/2014/main" id="{3224F510-56F0-CD97-C451-4F223A79A619}"/>
                </a:ext>
              </a:extLst>
            </p:cNvPr>
            <p:cNvSpPr/>
            <p:nvPr/>
          </p:nvSpPr>
          <p:spPr>
            <a:xfrm>
              <a:off x="10897646" y="1428598"/>
              <a:ext cx="41316" cy="32697"/>
            </a:xfrm>
            <a:custGeom>
              <a:avLst/>
              <a:gdLst>
                <a:gd name="connsiteX0" fmla="*/ 41316 w 41316"/>
                <a:gd name="connsiteY0" fmla="*/ 16349 h 32697"/>
                <a:gd name="connsiteX1" fmla="*/ 20658 w 41316"/>
                <a:gd name="connsiteY1" fmla="*/ 32698 h 32697"/>
                <a:gd name="connsiteX2" fmla="*/ 0 w 41316"/>
                <a:gd name="connsiteY2" fmla="*/ 16349 h 32697"/>
                <a:gd name="connsiteX3" fmla="*/ 20658 w 41316"/>
                <a:gd name="connsiteY3" fmla="*/ 0 h 32697"/>
                <a:gd name="connsiteX4" fmla="*/ 41316 w 41316"/>
                <a:gd name="connsiteY4" fmla="*/ 16349 h 32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316" h="32697">
                  <a:moveTo>
                    <a:pt x="41316" y="16349"/>
                  </a:moveTo>
                  <a:cubicBezTo>
                    <a:pt x="41316" y="25347"/>
                    <a:pt x="32065" y="32698"/>
                    <a:pt x="20658" y="32698"/>
                  </a:cubicBezTo>
                  <a:cubicBezTo>
                    <a:pt x="9251" y="32698"/>
                    <a:pt x="0" y="25347"/>
                    <a:pt x="0" y="16349"/>
                  </a:cubicBezTo>
                  <a:cubicBezTo>
                    <a:pt x="0" y="7351"/>
                    <a:pt x="9251" y="0"/>
                    <a:pt x="20658" y="0"/>
                  </a:cubicBezTo>
                  <a:cubicBezTo>
                    <a:pt x="32065" y="0"/>
                    <a:pt x="41316" y="7351"/>
                    <a:pt x="41316" y="1634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70" name="Freeform: Shape 4969">
              <a:extLst>
                <a:ext uri="{FF2B5EF4-FFF2-40B4-BE49-F238E27FC236}">
                  <a16:creationId xmlns:a16="http://schemas.microsoft.com/office/drawing/2014/main" id="{E2534DBB-2060-AED4-55C7-19083CDF3B14}"/>
                </a:ext>
              </a:extLst>
            </p:cNvPr>
            <p:cNvSpPr/>
            <p:nvPr/>
          </p:nvSpPr>
          <p:spPr>
            <a:xfrm>
              <a:off x="10957719" y="1521115"/>
              <a:ext cx="41189" cy="32697"/>
            </a:xfrm>
            <a:custGeom>
              <a:avLst/>
              <a:gdLst>
                <a:gd name="connsiteX0" fmla="*/ 41189 w 41189"/>
                <a:gd name="connsiteY0" fmla="*/ 16349 h 32697"/>
                <a:gd name="connsiteX1" fmla="*/ 20531 w 41189"/>
                <a:gd name="connsiteY1" fmla="*/ 32698 h 32697"/>
                <a:gd name="connsiteX2" fmla="*/ 0 w 41189"/>
                <a:gd name="connsiteY2" fmla="*/ 16349 h 32697"/>
                <a:gd name="connsiteX3" fmla="*/ 20531 w 41189"/>
                <a:gd name="connsiteY3" fmla="*/ 0 h 32697"/>
                <a:gd name="connsiteX4" fmla="*/ 41189 w 41189"/>
                <a:gd name="connsiteY4" fmla="*/ 16349 h 32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189" h="32697">
                  <a:moveTo>
                    <a:pt x="41189" y="16349"/>
                  </a:moveTo>
                  <a:cubicBezTo>
                    <a:pt x="41189" y="25347"/>
                    <a:pt x="31938" y="32698"/>
                    <a:pt x="20531" y="32698"/>
                  </a:cubicBezTo>
                  <a:cubicBezTo>
                    <a:pt x="9125" y="32698"/>
                    <a:pt x="0" y="25347"/>
                    <a:pt x="0" y="16349"/>
                  </a:cubicBezTo>
                  <a:cubicBezTo>
                    <a:pt x="0" y="7351"/>
                    <a:pt x="9252" y="0"/>
                    <a:pt x="20531" y="0"/>
                  </a:cubicBezTo>
                  <a:cubicBezTo>
                    <a:pt x="31811" y="0"/>
                    <a:pt x="41189" y="7351"/>
                    <a:pt x="41189" y="1634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71" name="Freeform: Shape 4970">
              <a:extLst>
                <a:ext uri="{FF2B5EF4-FFF2-40B4-BE49-F238E27FC236}">
                  <a16:creationId xmlns:a16="http://schemas.microsoft.com/office/drawing/2014/main" id="{2BA0AF22-9F43-A738-F84D-B24FB2A44FC1}"/>
                </a:ext>
              </a:extLst>
            </p:cNvPr>
            <p:cNvSpPr/>
            <p:nvPr/>
          </p:nvSpPr>
          <p:spPr>
            <a:xfrm>
              <a:off x="11014750" y="1614773"/>
              <a:ext cx="41316" cy="32697"/>
            </a:xfrm>
            <a:custGeom>
              <a:avLst/>
              <a:gdLst>
                <a:gd name="connsiteX0" fmla="*/ 41316 w 41316"/>
                <a:gd name="connsiteY0" fmla="*/ 16349 h 32697"/>
                <a:gd name="connsiteX1" fmla="*/ 20658 w 41316"/>
                <a:gd name="connsiteY1" fmla="*/ 32698 h 32697"/>
                <a:gd name="connsiteX2" fmla="*/ 0 w 41316"/>
                <a:gd name="connsiteY2" fmla="*/ 16349 h 32697"/>
                <a:gd name="connsiteX3" fmla="*/ 20658 w 41316"/>
                <a:gd name="connsiteY3" fmla="*/ 0 h 32697"/>
                <a:gd name="connsiteX4" fmla="*/ 41316 w 41316"/>
                <a:gd name="connsiteY4" fmla="*/ 16349 h 32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316" h="32697">
                  <a:moveTo>
                    <a:pt x="41316" y="16349"/>
                  </a:moveTo>
                  <a:cubicBezTo>
                    <a:pt x="41316" y="25474"/>
                    <a:pt x="32065" y="32698"/>
                    <a:pt x="20658" y="32698"/>
                  </a:cubicBezTo>
                  <a:cubicBezTo>
                    <a:pt x="9252" y="32698"/>
                    <a:pt x="0" y="25347"/>
                    <a:pt x="0" y="16349"/>
                  </a:cubicBezTo>
                  <a:cubicBezTo>
                    <a:pt x="0" y="7351"/>
                    <a:pt x="9252" y="0"/>
                    <a:pt x="20658" y="0"/>
                  </a:cubicBezTo>
                  <a:cubicBezTo>
                    <a:pt x="32065" y="0"/>
                    <a:pt x="41316" y="7351"/>
                    <a:pt x="41316" y="1634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72" name="Freeform: Shape 4971">
              <a:extLst>
                <a:ext uri="{FF2B5EF4-FFF2-40B4-BE49-F238E27FC236}">
                  <a16:creationId xmlns:a16="http://schemas.microsoft.com/office/drawing/2014/main" id="{B18440DB-85D9-4550-3EF4-1B080E46CD5C}"/>
                </a:ext>
              </a:extLst>
            </p:cNvPr>
            <p:cNvSpPr/>
            <p:nvPr/>
          </p:nvSpPr>
          <p:spPr>
            <a:xfrm>
              <a:off x="11069246" y="1709698"/>
              <a:ext cx="40555" cy="32191"/>
            </a:xfrm>
            <a:custGeom>
              <a:avLst/>
              <a:gdLst>
                <a:gd name="connsiteX0" fmla="*/ 40556 w 40555"/>
                <a:gd name="connsiteY0" fmla="*/ 16096 h 32191"/>
                <a:gd name="connsiteX1" fmla="*/ 20278 w 40555"/>
                <a:gd name="connsiteY1" fmla="*/ 32191 h 32191"/>
                <a:gd name="connsiteX2" fmla="*/ 0 w 40555"/>
                <a:gd name="connsiteY2" fmla="*/ 16096 h 32191"/>
                <a:gd name="connsiteX3" fmla="*/ 20278 w 40555"/>
                <a:gd name="connsiteY3" fmla="*/ 0 h 32191"/>
                <a:gd name="connsiteX4" fmla="*/ 40556 w 40555"/>
                <a:gd name="connsiteY4" fmla="*/ 16096 h 32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55" h="32191">
                  <a:moveTo>
                    <a:pt x="40556" y="16096"/>
                  </a:moveTo>
                  <a:cubicBezTo>
                    <a:pt x="40556" y="24967"/>
                    <a:pt x="31558" y="32191"/>
                    <a:pt x="20278" y="32191"/>
                  </a:cubicBezTo>
                  <a:cubicBezTo>
                    <a:pt x="8999" y="32191"/>
                    <a:pt x="0" y="24967"/>
                    <a:pt x="0" y="16096"/>
                  </a:cubicBezTo>
                  <a:cubicBezTo>
                    <a:pt x="0" y="7224"/>
                    <a:pt x="9125" y="0"/>
                    <a:pt x="20278" y="0"/>
                  </a:cubicBezTo>
                  <a:cubicBezTo>
                    <a:pt x="31431" y="0"/>
                    <a:pt x="40556" y="7224"/>
                    <a:pt x="40556" y="1609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73" name="Freeform: Shape 4972">
              <a:extLst>
                <a:ext uri="{FF2B5EF4-FFF2-40B4-BE49-F238E27FC236}">
                  <a16:creationId xmlns:a16="http://schemas.microsoft.com/office/drawing/2014/main" id="{B2E906AB-2B17-B747-0B0B-14A57E43FE52}"/>
                </a:ext>
              </a:extLst>
            </p:cNvPr>
            <p:cNvSpPr/>
            <p:nvPr/>
          </p:nvSpPr>
          <p:spPr>
            <a:xfrm>
              <a:off x="11120575" y="1805384"/>
              <a:ext cx="40554" cy="32190"/>
            </a:xfrm>
            <a:custGeom>
              <a:avLst/>
              <a:gdLst>
                <a:gd name="connsiteX0" fmla="*/ 40555 w 40554"/>
                <a:gd name="connsiteY0" fmla="*/ 16096 h 32190"/>
                <a:gd name="connsiteX1" fmla="*/ 20277 w 40554"/>
                <a:gd name="connsiteY1" fmla="*/ 32191 h 32190"/>
                <a:gd name="connsiteX2" fmla="*/ 0 w 40554"/>
                <a:gd name="connsiteY2" fmla="*/ 16096 h 32190"/>
                <a:gd name="connsiteX3" fmla="*/ 20277 w 40554"/>
                <a:gd name="connsiteY3" fmla="*/ 0 h 32190"/>
                <a:gd name="connsiteX4" fmla="*/ 40555 w 40554"/>
                <a:gd name="connsiteY4" fmla="*/ 16096 h 32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54" h="32190">
                  <a:moveTo>
                    <a:pt x="40555" y="16096"/>
                  </a:moveTo>
                  <a:cubicBezTo>
                    <a:pt x="40555" y="24967"/>
                    <a:pt x="31430" y="32191"/>
                    <a:pt x="20277" y="32191"/>
                  </a:cubicBezTo>
                  <a:cubicBezTo>
                    <a:pt x="9125" y="32191"/>
                    <a:pt x="0" y="24967"/>
                    <a:pt x="0" y="16096"/>
                  </a:cubicBezTo>
                  <a:cubicBezTo>
                    <a:pt x="0" y="7224"/>
                    <a:pt x="8998" y="0"/>
                    <a:pt x="20277" y="0"/>
                  </a:cubicBezTo>
                  <a:cubicBezTo>
                    <a:pt x="31557" y="0"/>
                    <a:pt x="40555" y="7224"/>
                    <a:pt x="40555" y="1609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74" name="Freeform: Shape 4973">
              <a:extLst>
                <a:ext uri="{FF2B5EF4-FFF2-40B4-BE49-F238E27FC236}">
                  <a16:creationId xmlns:a16="http://schemas.microsoft.com/office/drawing/2014/main" id="{882020FC-54BF-D57E-CC4E-57A7966FF7FD}"/>
                </a:ext>
              </a:extLst>
            </p:cNvPr>
            <p:cNvSpPr/>
            <p:nvPr/>
          </p:nvSpPr>
          <p:spPr>
            <a:xfrm>
              <a:off x="11169368" y="1902463"/>
              <a:ext cx="39668" cy="31430"/>
            </a:xfrm>
            <a:custGeom>
              <a:avLst/>
              <a:gdLst>
                <a:gd name="connsiteX0" fmla="*/ 39668 w 39668"/>
                <a:gd name="connsiteY0" fmla="*/ 15715 h 31430"/>
                <a:gd name="connsiteX1" fmla="*/ 19771 w 39668"/>
                <a:gd name="connsiteY1" fmla="*/ 31430 h 31430"/>
                <a:gd name="connsiteX2" fmla="*/ 0 w 39668"/>
                <a:gd name="connsiteY2" fmla="*/ 15715 h 31430"/>
                <a:gd name="connsiteX3" fmla="*/ 19771 w 39668"/>
                <a:gd name="connsiteY3" fmla="*/ 0 h 31430"/>
                <a:gd name="connsiteX4" fmla="*/ 39668 w 39668"/>
                <a:gd name="connsiteY4" fmla="*/ 15715 h 31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668" h="31430">
                  <a:moveTo>
                    <a:pt x="39668" y="15715"/>
                  </a:moveTo>
                  <a:cubicBezTo>
                    <a:pt x="39668" y="24460"/>
                    <a:pt x="30797" y="31430"/>
                    <a:pt x="19771" y="31430"/>
                  </a:cubicBezTo>
                  <a:cubicBezTo>
                    <a:pt x="8745" y="31430"/>
                    <a:pt x="0" y="24333"/>
                    <a:pt x="0" y="15715"/>
                  </a:cubicBezTo>
                  <a:cubicBezTo>
                    <a:pt x="0" y="7097"/>
                    <a:pt x="8872" y="0"/>
                    <a:pt x="19771" y="0"/>
                  </a:cubicBezTo>
                  <a:cubicBezTo>
                    <a:pt x="30670" y="0"/>
                    <a:pt x="39668" y="7097"/>
                    <a:pt x="39668" y="1571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75" name="Freeform: Shape 4974">
              <a:extLst>
                <a:ext uri="{FF2B5EF4-FFF2-40B4-BE49-F238E27FC236}">
                  <a16:creationId xmlns:a16="http://schemas.microsoft.com/office/drawing/2014/main" id="{4F17EFC1-2DF4-46A4-396D-911AF6567F6E}"/>
                </a:ext>
              </a:extLst>
            </p:cNvPr>
            <p:cNvSpPr/>
            <p:nvPr/>
          </p:nvSpPr>
          <p:spPr>
            <a:xfrm>
              <a:off x="11214867" y="2000050"/>
              <a:ext cx="39541" cy="31430"/>
            </a:xfrm>
            <a:custGeom>
              <a:avLst/>
              <a:gdLst>
                <a:gd name="connsiteX0" fmla="*/ 39542 w 39541"/>
                <a:gd name="connsiteY0" fmla="*/ 15715 h 31430"/>
                <a:gd name="connsiteX1" fmla="*/ 19771 w 39541"/>
                <a:gd name="connsiteY1" fmla="*/ 31430 h 31430"/>
                <a:gd name="connsiteX2" fmla="*/ 0 w 39541"/>
                <a:gd name="connsiteY2" fmla="*/ 15715 h 31430"/>
                <a:gd name="connsiteX3" fmla="*/ 19771 w 39541"/>
                <a:gd name="connsiteY3" fmla="*/ 0 h 31430"/>
                <a:gd name="connsiteX4" fmla="*/ 39542 w 39541"/>
                <a:gd name="connsiteY4" fmla="*/ 15715 h 31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541" h="31430">
                  <a:moveTo>
                    <a:pt x="39542" y="15715"/>
                  </a:moveTo>
                  <a:cubicBezTo>
                    <a:pt x="39542" y="24460"/>
                    <a:pt x="30670" y="31430"/>
                    <a:pt x="19771" y="31430"/>
                  </a:cubicBezTo>
                  <a:cubicBezTo>
                    <a:pt x="8871" y="31430"/>
                    <a:pt x="0" y="24333"/>
                    <a:pt x="0" y="15715"/>
                  </a:cubicBezTo>
                  <a:cubicBezTo>
                    <a:pt x="0" y="7097"/>
                    <a:pt x="8871" y="0"/>
                    <a:pt x="19771" y="0"/>
                  </a:cubicBezTo>
                  <a:cubicBezTo>
                    <a:pt x="30670" y="0"/>
                    <a:pt x="39542" y="7097"/>
                    <a:pt x="39542" y="1571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76" name="Freeform: Shape 4975">
              <a:extLst>
                <a:ext uri="{FF2B5EF4-FFF2-40B4-BE49-F238E27FC236}">
                  <a16:creationId xmlns:a16="http://schemas.microsoft.com/office/drawing/2014/main" id="{7F20419A-F48A-8CEE-2060-7FAB6B6DAF3C}"/>
                </a:ext>
              </a:extLst>
            </p:cNvPr>
            <p:cNvSpPr/>
            <p:nvPr/>
          </p:nvSpPr>
          <p:spPr>
            <a:xfrm>
              <a:off x="11257576" y="2098904"/>
              <a:ext cx="38654" cy="30670"/>
            </a:xfrm>
            <a:custGeom>
              <a:avLst/>
              <a:gdLst>
                <a:gd name="connsiteX0" fmla="*/ 38654 w 38654"/>
                <a:gd name="connsiteY0" fmla="*/ 15335 h 30670"/>
                <a:gd name="connsiteX1" fmla="*/ 19390 w 38654"/>
                <a:gd name="connsiteY1" fmla="*/ 30670 h 30670"/>
                <a:gd name="connsiteX2" fmla="*/ 0 w 38654"/>
                <a:gd name="connsiteY2" fmla="*/ 15335 h 30670"/>
                <a:gd name="connsiteX3" fmla="*/ 19390 w 38654"/>
                <a:gd name="connsiteY3" fmla="*/ 0 h 30670"/>
                <a:gd name="connsiteX4" fmla="*/ 38654 w 38654"/>
                <a:gd name="connsiteY4" fmla="*/ 15335 h 30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654" h="30670">
                  <a:moveTo>
                    <a:pt x="38654" y="15335"/>
                  </a:moveTo>
                  <a:cubicBezTo>
                    <a:pt x="38654" y="23826"/>
                    <a:pt x="30036" y="30670"/>
                    <a:pt x="19390" y="30670"/>
                  </a:cubicBezTo>
                  <a:cubicBezTo>
                    <a:pt x="8745" y="30670"/>
                    <a:pt x="0" y="23826"/>
                    <a:pt x="0" y="15335"/>
                  </a:cubicBezTo>
                  <a:cubicBezTo>
                    <a:pt x="0" y="6844"/>
                    <a:pt x="8618" y="0"/>
                    <a:pt x="19390" y="0"/>
                  </a:cubicBezTo>
                  <a:cubicBezTo>
                    <a:pt x="30163" y="0"/>
                    <a:pt x="38654" y="6844"/>
                    <a:pt x="38654" y="153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77" name="Freeform: Shape 4976">
              <a:extLst>
                <a:ext uri="{FF2B5EF4-FFF2-40B4-BE49-F238E27FC236}">
                  <a16:creationId xmlns:a16="http://schemas.microsoft.com/office/drawing/2014/main" id="{E4B55C88-6375-D422-E480-D42E4F15D538}"/>
                </a:ext>
              </a:extLst>
            </p:cNvPr>
            <p:cNvSpPr/>
            <p:nvPr/>
          </p:nvSpPr>
          <p:spPr>
            <a:xfrm>
              <a:off x="11297118" y="2198265"/>
              <a:ext cx="38020" cy="30163"/>
            </a:xfrm>
            <a:custGeom>
              <a:avLst/>
              <a:gdLst>
                <a:gd name="connsiteX0" fmla="*/ 38021 w 38020"/>
                <a:gd name="connsiteY0" fmla="*/ 15082 h 30163"/>
                <a:gd name="connsiteX1" fmla="*/ 19010 w 38020"/>
                <a:gd name="connsiteY1" fmla="*/ 30163 h 30163"/>
                <a:gd name="connsiteX2" fmla="*/ 0 w 38020"/>
                <a:gd name="connsiteY2" fmla="*/ 15082 h 30163"/>
                <a:gd name="connsiteX3" fmla="*/ 19010 w 38020"/>
                <a:gd name="connsiteY3" fmla="*/ 0 h 30163"/>
                <a:gd name="connsiteX4" fmla="*/ 38021 w 38020"/>
                <a:gd name="connsiteY4" fmla="*/ 15082 h 30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0" h="30163">
                  <a:moveTo>
                    <a:pt x="38021" y="15082"/>
                  </a:moveTo>
                  <a:cubicBezTo>
                    <a:pt x="38021" y="23446"/>
                    <a:pt x="29529" y="30163"/>
                    <a:pt x="19010" y="30163"/>
                  </a:cubicBezTo>
                  <a:cubicBezTo>
                    <a:pt x="8491" y="30163"/>
                    <a:pt x="0" y="23446"/>
                    <a:pt x="0" y="15082"/>
                  </a:cubicBezTo>
                  <a:cubicBezTo>
                    <a:pt x="0" y="6717"/>
                    <a:pt x="8491" y="0"/>
                    <a:pt x="19010" y="0"/>
                  </a:cubicBezTo>
                  <a:cubicBezTo>
                    <a:pt x="29529" y="0"/>
                    <a:pt x="38021" y="6717"/>
                    <a:pt x="38021" y="1508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78" name="Freeform: Shape 4977">
              <a:extLst>
                <a:ext uri="{FF2B5EF4-FFF2-40B4-BE49-F238E27FC236}">
                  <a16:creationId xmlns:a16="http://schemas.microsoft.com/office/drawing/2014/main" id="{F57CFB74-37CA-F16B-8DF2-E2CA82F21D81}"/>
                </a:ext>
              </a:extLst>
            </p:cNvPr>
            <p:cNvSpPr/>
            <p:nvPr/>
          </p:nvSpPr>
          <p:spPr>
            <a:xfrm>
              <a:off x="11333871" y="2298640"/>
              <a:ext cx="37133" cy="29402"/>
            </a:xfrm>
            <a:custGeom>
              <a:avLst/>
              <a:gdLst>
                <a:gd name="connsiteX0" fmla="*/ 37134 w 37133"/>
                <a:gd name="connsiteY0" fmla="*/ 14701 h 29402"/>
                <a:gd name="connsiteX1" fmla="*/ 18631 w 37133"/>
                <a:gd name="connsiteY1" fmla="*/ 29403 h 29402"/>
                <a:gd name="connsiteX2" fmla="*/ 0 w 37133"/>
                <a:gd name="connsiteY2" fmla="*/ 14701 h 29402"/>
                <a:gd name="connsiteX3" fmla="*/ 18631 w 37133"/>
                <a:gd name="connsiteY3" fmla="*/ 0 h 29402"/>
                <a:gd name="connsiteX4" fmla="*/ 37134 w 37133"/>
                <a:gd name="connsiteY4" fmla="*/ 14701 h 29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33" h="29402">
                  <a:moveTo>
                    <a:pt x="37134" y="14701"/>
                  </a:moveTo>
                  <a:cubicBezTo>
                    <a:pt x="37134" y="22813"/>
                    <a:pt x="28769" y="29403"/>
                    <a:pt x="18631" y="29403"/>
                  </a:cubicBezTo>
                  <a:cubicBezTo>
                    <a:pt x="8492" y="29403"/>
                    <a:pt x="0" y="22813"/>
                    <a:pt x="0" y="14701"/>
                  </a:cubicBezTo>
                  <a:cubicBezTo>
                    <a:pt x="0" y="6590"/>
                    <a:pt x="8365" y="0"/>
                    <a:pt x="18631" y="0"/>
                  </a:cubicBezTo>
                  <a:cubicBezTo>
                    <a:pt x="28896" y="0"/>
                    <a:pt x="37134" y="6590"/>
                    <a:pt x="37134" y="1470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79" name="Freeform: Shape 4978">
              <a:extLst>
                <a:ext uri="{FF2B5EF4-FFF2-40B4-BE49-F238E27FC236}">
                  <a16:creationId xmlns:a16="http://schemas.microsoft.com/office/drawing/2014/main" id="{5CD3476E-58E8-BEDE-E045-69573B4570B0}"/>
                </a:ext>
              </a:extLst>
            </p:cNvPr>
            <p:cNvSpPr/>
            <p:nvPr/>
          </p:nvSpPr>
          <p:spPr>
            <a:xfrm>
              <a:off x="11367076" y="2399268"/>
              <a:ext cx="37134" cy="29402"/>
            </a:xfrm>
            <a:custGeom>
              <a:avLst/>
              <a:gdLst>
                <a:gd name="connsiteX0" fmla="*/ 37134 w 37134"/>
                <a:gd name="connsiteY0" fmla="*/ 14701 h 29402"/>
                <a:gd name="connsiteX1" fmla="*/ 18504 w 37134"/>
                <a:gd name="connsiteY1" fmla="*/ 29403 h 29402"/>
                <a:gd name="connsiteX2" fmla="*/ 0 w 37134"/>
                <a:gd name="connsiteY2" fmla="*/ 14701 h 29402"/>
                <a:gd name="connsiteX3" fmla="*/ 18504 w 37134"/>
                <a:gd name="connsiteY3" fmla="*/ 0 h 29402"/>
                <a:gd name="connsiteX4" fmla="*/ 37134 w 37134"/>
                <a:gd name="connsiteY4" fmla="*/ 14701 h 29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34" h="29402">
                  <a:moveTo>
                    <a:pt x="37134" y="14701"/>
                  </a:moveTo>
                  <a:cubicBezTo>
                    <a:pt x="37134" y="22813"/>
                    <a:pt x="28769" y="29403"/>
                    <a:pt x="18504" y="29403"/>
                  </a:cubicBezTo>
                  <a:cubicBezTo>
                    <a:pt x="8238" y="29403"/>
                    <a:pt x="0" y="22813"/>
                    <a:pt x="0" y="14701"/>
                  </a:cubicBezTo>
                  <a:cubicBezTo>
                    <a:pt x="0" y="6590"/>
                    <a:pt x="8365" y="0"/>
                    <a:pt x="18504" y="0"/>
                  </a:cubicBezTo>
                  <a:cubicBezTo>
                    <a:pt x="28642" y="0"/>
                    <a:pt x="37134" y="6590"/>
                    <a:pt x="37134" y="1470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80" name="Freeform: Shape 4979">
              <a:extLst>
                <a:ext uri="{FF2B5EF4-FFF2-40B4-BE49-F238E27FC236}">
                  <a16:creationId xmlns:a16="http://schemas.microsoft.com/office/drawing/2014/main" id="{D2BFD252-6810-6C43-CC55-C57047009F7E}"/>
                </a:ext>
              </a:extLst>
            </p:cNvPr>
            <p:cNvSpPr/>
            <p:nvPr/>
          </p:nvSpPr>
          <p:spPr>
            <a:xfrm>
              <a:off x="11397620" y="2500657"/>
              <a:ext cx="36246" cy="28895"/>
            </a:xfrm>
            <a:custGeom>
              <a:avLst/>
              <a:gdLst>
                <a:gd name="connsiteX0" fmla="*/ 36246 w 36246"/>
                <a:gd name="connsiteY0" fmla="*/ 14448 h 28895"/>
                <a:gd name="connsiteX1" fmla="*/ 18123 w 36246"/>
                <a:gd name="connsiteY1" fmla="*/ 28896 h 28895"/>
                <a:gd name="connsiteX2" fmla="*/ 0 w 36246"/>
                <a:gd name="connsiteY2" fmla="*/ 14448 h 28895"/>
                <a:gd name="connsiteX3" fmla="*/ 18123 w 36246"/>
                <a:gd name="connsiteY3" fmla="*/ 0 h 28895"/>
                <a:gd name="connsiteX4" fmla="*/ 36246 w 36246"/>
                <a:gd name="connsiteY4" fmla="*/ 14448 h 28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246" h="28895">
                  <a:moveTo>
                    <a:pt x="36246" y="14448"/>
                  </a:moveTo>
                  <a:cubicBezTo>
                    <a:pt x="36246" y="22432"/>
                    <a:pt x="28135" y="28896"/>
                    <a:pt x="18123" y="28896"/>
                  </a:cubicBezTo>
                  <a:cubicBezTo>
                    <a:pt x="8111" y="28896"/>
                    <a:pt x="0" y="22432"/>
                    <a:pt x="0" y="14448"/>
                  </a:cubicBezTo>
                  <a:cubicBezTo>
                    <a:pt x="0" y="6463"/>
                    <a:pt x="8111" y="0"/>
                    <a:pt x="18123" y="0"/>
                  </a:cubicBezTo>
                  <a:cubicBezTo>
                    <a:pt x="28135" y="0"/>
                    <a:pt x="36246" y="6463"/>
                    <a:pt x="36246" y="1444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81" name="Freeform: Shape 4980">
              <a:extLst>
                <a:ext uri="{FF2B5EF4-FFF2-40B4-BE49-F238E27FC236}">
                  <a16:creationId xmlns:a16="http://schemas.microsoft.com/office/drawing/2014/main" id="{AD924401-6732-44E6-3F9F-49436C7E6A2B}"/>
                </a:ext>
              </a:extLst>
            </p:cNvPr>
            <p:cNvSpPr/>
            <p:nvPr/>
          </p:nvSpPr>
          <p:spPr>
            <a:xfrm>
              <a:off x="11424867" y="2602806"/>
              <a:ext cx="35486" cy="28135"/>
            </a:xfrm>
            <a:custGeom>
              <a:avLst/>
              <a:gdLst>
                <a:gd name="connsiteX0" fmla="*/ 35487 w 35486"/>
                <a:gd name="connsiteY0" fmla="*/ 14068 h 28135"/>
                <a:gd name="connsiteX1" fmla="*/ 17743 w 35486"/>
                <a:gd name="connsiteY1" fmla="*/ 28135 h 28135"/>
                <a:gd name="connsiteX2" fmla="*/ 0 w 35486"/>
                <a:gd name="connsiteY2" fmla="*/ 14068 h 28135"/>
                <a:gd name="connsiteX3" fmla="*/ 17743 w 35486"/>
                <a:gd name="connsiteY3" fmla="*/ 0 h 28135"/>
                <a:gd name="connsiteX4" fmla="*/ 35487 w 35486"/>
                <a:gd name="connsiteY4" fmla="*/ 14068 h 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6" h="28135">
                  <a:moveTo>
                    <a:pt x="35487" y="14068"/>
                  </a:moveTo>
                  <a:cubicBezTo>
                    <a:pt x="35487" y="21925"/>
                    <a:pt x="27502" y="28135"/>
                    <a:pt x="17743" y="28135"/>
                  </a:cubicBezTo>
                  <a:cubicBezTo>
                    <a:pt x="7984" y="28135"/>
                    <a:pt x="0" y="21799"/>
                    <a:pt x="0" y="14068"/>
                  </a:cubicBezTo>
                  <a:cubicBezTo>
                    <a:pt x="0" y="6337"/>
                    <a:pt x="7984" y="0"/>
                    <a:pt x="17743" y="0"/>
                  </a:cubicBezTo>
                  <a:cubicBezTo>
                    <a:pt x="27502" y="0"/>
                    <a:pt x="35487" y="6337"/>
                    <a:pt x="35487" y="1406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82" name="Freeform: Shape 4981">
              <a:extLst>
                <a:ext uri="{FF2B5EF4-FFF2-40B4-BE49-F238E27FC236}">
                  <a16:creationId xmlns:a16="http://schemas.microsoft.com/office/drawing/2014/main" id="{E08F0A77-24E7-F476-BF6D-223847614A98}"/>
                </a:ext>
              </a:extLst>
            </p:cNvPr>
            <p:cNvSpPr/>
            <p:nvPr/>
          </p:nvSpPr>
          <p:spPr>
            <a:xfrm>
              <a:off x="11449201" y="2705462"/>
              <a:ext cx="34471" cy="27375"/>
            </a:xfrm>
            <a:custGeom>
              <a:avLst/>
              <a:gdLst>
                <a:gd name="connsiteX0" fmla="*/ 34472 w 34471"/>
                <a:gd name="connsiteY0" fmla="*/ 13688 h 27375"/>
                <a:gd name="connsiteX1" fmla="*/ 17236 w 34471"/>
                <a:gd name="connsiteY1" fmla="*/ 27375 h 27375"/>
                <a:gd name="connsiteX2" fmla="*/ 0 w 34471"/>
                <a:gd name="connsiteY2" fmla="*/ 13688 h 27375"/>
                <a:gd name="connsiteX3" fmla="*/ 17236 w 34471"/>
                <a:gd name="connsiteY3" fmla="*/ 0 h 27375"/>
                <a:gd name="connsiteX4" fmla="*/ 34472 w 34471"/>
                <a:gd name="connsiteY4" fmla="*/ 13688 h 27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471" h="27375">
                  <a:moveTo>
                    <a:pt x="34472" y="13688"/>
                  </a:moveTo>
                  <a:cubicBezTo>
                    <a:pt x="34472" y="21292"/>
                    <a:pt x="26741" y="27375"/>
                    <a:pt x="17236" y="27375"/>
                  </a:cubicBezTo>
                  <a:cubicBezTo>
                    <a:pt x="7731" y="27375"/>
                    <a:pt x="0" y="21292"/>
                    <a:pt x="0" y="13688"/>
                  </a:cubicBezTo>
                  <a:cubicBezTo>
                    <a:pt x="0" y="6083"/>
                    <a:pt x="7731" y="0"/>
                    <a:pt x="17236" y="0"/>
                  </a:cubicBezTo>
                  <a:cubicBezTo>
                    <a:pt x="26741" y="0"/>
                    <a:pt x="34472" y="6083"/>
                    <a:pt x="34472" y="136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83" name="Freeform: Shape 4982">
              <a:extLst>
                <a:ext uri="{FF2B5EF4-FFF2-40B4-BE49-F238E27FC236}">
                  <a16:creationId xmlns:a16="http://schemas.microsoft.com/office/drawing/2014/main" id="{126734A9-4F4F-7CC2-290C-6F872EF03F18}"/>
                </a:ext>
              </a:extLst>
            </p:cNvPr>
            <p:cNvSpPr/>
            <p:nvPr/>
          </p:nvSpPr>
          <p:spPr>
            <a:xfrm>
              <a:off x="11469859" y="2808245"/>
              <a:ext cx="34471" cy="27374"/>
            </a:xfrm>
            <a:custGeom>
              <a:avLst/>
              <a:gdLst>
                <a:gd name="connsiteX0" fmla="*/ 34472 w 34471"/>
                <a:gd name="connsiteY0" fmla="*/ 13688 h 27374"/>
                <a:gd name="connsiteX1" fmla="*/ 17236 w 34471"/>
                <a:gd name="connsiteY1" fmla="*/ 27375 h 27374"/>
                <a:gd name="connsiteX2" fmla="*/ 0 w 34471"/>
                <a:gd name="connsiteY2" fmla="*/ 13688 h 27374"/>
                <a:gd name="connsiteX3" fmla="*/ 17236 w 34471"/>
                <a:gd name="connsiteY3" fmla="*/ 0 h 27374"/>
                <a:gd name="connsiteX4" fmla="*/ 34472 w 34471"/>
                <a:gd name="connsiteY4" fmla="*/ 13688 h 27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471" h="27374">
                  <a:moveTo>
                    <a:pt x="34472" y="13688"/>
                  </a:moveTo>
                  <a:cubicBezTo>
                    <a:pt x="34472" y="21292"/>
                    <a:pt x="26741" y="27375"/>
                    <a:pt x="17236" y="27375"/>
                  </a:cubicBezTo>
                  <a:cubicBezTo>
                    <a:pt x="7731" y="27375"/>
                    <a:pt x="0" y="21165"/>
                    <a:pt x="0" y="13688"/>
                  </a:cubicBezTo>
                  <a:cubicBezTo>
                    <a:pt x="0" y="6210"/>
                    <a:pt x="7731" y="0"/>
                    <a:pt x="17236" y="0"/>
                  </a:cubicBezTo>
                  <a:cubicBezTo>
                    <a:pt x="26741" y="0"/>
                    <a:pt x="34472" y="6083"/>
                    <a:pt x="34472" y="136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84" name="Freeform: Shape 4983">
              <a:extLst>
                <a:ext uri="{FF2B5EF4-FFF2-40B4-BE49-F238E27FC236}">
                  <a16:creationId xmlns:a16="http://schemas.microsoft.com/office/drawing/2014/main" id="{C2BD6661-B73B-3B83-E7F0-05EE44C3BEF0}"/>
                </a:ext>
              </a:extLst>
            </p:cNvPr>
            <p:cNvSpPr/>
            <p:nvPr/>
          </p:nvSpPr>
          <p:spPr>
            <a:xfrm>
              <a:off x="11487729" y="2911535"/>
              <a:ext cx="33838" cy="26867"/>
            </a:xfrm>
            <a:custGeom>
              <a:avLst/>
              <a:gdLst>
                <a:gd name="connsiteX0" fmla="*/ 33838 w 33838"/>
                <a:gd name="connsiteY0" fmla="*/ 13434 h 26867"/>
                <a:gd name="connsiteX1" fmla="*/ 16983 w 33838"/>
                <a:gd name="connsiteY1" fmla="*/ 26868 h 26867"/>
                <a:gd name="connsiteX2" fmla="*/ 0 w 33838"/>
                <a:gd name="connsiteY2" fmla="*/ 13434 h 26867"/>
                <a:gd name="connsiteX3" fmla="*/ 16983 w 33838"/>
                <a:gd name="connsiteY3" fmla="*/ 0 h 26867"/>
                <a:gd name="connsiteX4" fmla="*/ 33838 w 33838"/>
                <a:gd name="connsiteY4" fmla="*/ 13434 h 26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838" h="26867">
                  <a:moveTo>
                    <a:pt x="33838" y="13434"/>
                  </a:moveTo>
                  <a:cubicBezTo>
                    <a:pt x="33838" y="20785"/>
                    <a:pt x="26234" y="26868"/>
                    <a:pt x="16983" y="26868"/>
                  </a:cubicBezTo>
                  <a:cubicBezTo>
                    <a:pt x="7731" y="26868"/>
                    <a:pt x="0" y="20912"/>
                    <a:pt x="0" y="13434"/>
                  </a:cubicBezTo>
                  <a:cubicBezTo>
                    <a:pt x="0" y="5957"/>
                    <a:pt x="7605" y="0"/>
                    <a:pt x="16983" y="0"/>
                  </a:cubicBezTo>
                  <a:cubicBezTo>
                    <a:pt x="26361" y="0"/>
                    <a:pt x="33838" y="5957"/>
                    <a:pt x="33838" y="1343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85" name="Freeform: Shape 4984">
              <a:extLst>
                <a:ext uri="{FF2B5EF4-FFF2-40B4-BE49-F238E27FC236}">
                  <a16:creationId xmlns:a16="http://schemas.microsoft.com/office/drawing/2014/main" id="{288785A1-F8AC-13DC-4703-0A8A4EA90CB4}"/>
                </a:ext>
              </a:extLst>
            </p:cNvPr>
            <p:cNvSpPr/>
            <p:nvPr/>
          </p:nvSpPr>
          <p:spPr>
            <a:xfrm>
              <a:off x="11502557" y="3015332"/>
              <a:ext cx="32951" cy="26107"/>
            </a:xfrm>
            <a:custGeom>
              <a:avLst/>
              <a:gdLst>
                <a:gd name="connsiteX0" fmla="*/ 32952 w 32951"/>
                <a:gd name="connsiteY0" fmla="*/ 13054 h 26107"/>
                <a:gd name="connsiteX1" fmla="*/ 16476 w 32951"/>
                <a:gd name="connsiteY1" fmla="*/ 26108 h 26107"/>
                <a:gd name="connsiteX2" fmla="*/ 0 w 32951"/>
                <a:gd name="connsiteY2" fmla="*/ 13054 h 26107"/>
                <a:gd name="connsiteX3" fmla="*/ 16476 w 32951"/>
                <a:gd name="connsiteY3" fmla="*/ 0 h 26107"/>
                <a:gd name="connsiteX4" fmla="*/ 32952 w 32951"/>
                <a:gd name="connsiteY4" fmla="*/ 13054 h 2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951" h="26107">
                  <a:moveTo>
                    <a:pt x="32952" y="13054"/>
                  </a:moveTo>
                  <a:cubicBezTo>
                    <a:pt x="32952" y="20278"/>
                    <a:pt x="25601" y="26108"/>
                    <a:pt x="16476" y="26108"/>
                  </a:cubicBezTo>
                  <a:cubicBezTo>
                    <a:pt x="7351" y="26108"/>
                    <a:pt x="0" y="20278"/>
                    <a:pt x="0" y="13054"/>
                  </a:cubicBezTo>
                  <a:cubicBezTo>
                    <a:pt x="0" y="5830"/>
                    <a:pt x="7351" y="0"/>
                    <a:pt x="16476" y="0"/>
                  </a:cubicBezTo>
                  <a:cubicBezTo>
                    <a:pt x="25601" y="0"/>
                    <a:pt x="32952" y="5830"/>
                    <a:pt x="32952" y="1305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86" name="Freeform: Shape 4985">
              <a:extLst>
                <a:ext uri="{FF2B5EF4-FFF2-40B4-BE49-F238E27FC236}">
                  <a16:creationId xmlns:a16="http://schemas.microsoft.com/office/drawing/2014/main" id="{8CF33C76-DA78-6D6A-C252-D495D40B0138}"/>
                </a:ext>
              </a:extLst>
            </p:cNvPr>
            <p:cNvSpPr/>
            <p:nvPr/>
          </p:nvSpPr>
          <p:spPr>
            <a:xfrm>
              <a:off x="11514344" y="3119509"/>
              <a:ext cx="31430" cy="24840"/>
            </a:xfrm>
            <a:custGeom>
              <a:avLst/>
              <a:gdLst>
                <a:gd name="connsiteX0" fmla="*/ 31430 w 31430"/>
                <a:gd name="connsiteY0" fmla="*/ 12420 h 24840"/>
                <a:gd name="connsiteX1" fmla="*/ 15715 w 31430"/>
                <a:gd name="connsiteY1" fmla="*/ 24840 h 24840"/>
                <a:gd name="connsiteX2" fmla="*/ 0 w 31430"/>
                <a:gd name="connsiteY2" fmla="*/ 12420 h 24840"/>
                <a:gd name="connsiteX3" fmla="*/ 15715 w 31430"/>
                <a:gd name="connsiteY3" fmla="*/ 0 h 24840"/>
                <a:gd name="connsiteX4" fmla="*/ 31430 w 31430"/>
                <a:gd name="connsiteY4" fmla="*/ 12420 h 2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30" h="24840">
                  <a:moveTo>
                    <a:pt x="31430" y="12420"/>
                  </a:moveTo>
                  <a:cubicBezTo>
                    <a:pt x="31430" y="19391"/>
                    <a:pt x="24460" y="24840"/>
                    <a:pt x="15715" y="24840"/>
                  </a:cubicBezTo>
                  <a:cubicBezTo>
                    <a:pt x="6970" y="24840"/>
                    <a:pt x="0" y="19264"/>
                    <a:pt x="0" y="12420"/>
                  </a:cubicBezTo>
                  <a:cubicBezTo>
                    <a:pt x="0" y="5576"/>
                    <a:pt x="7097" y="0"/>
                    <a:pt x="15715" y="0"/>
                  </a:cubicBezTo>
                  <a:cubicBezTo>
                    <a:pt x="24333" y="0"/>
                    <a:pt x="31430" y="5576"/>
                    <a:pt x="31430" y="1242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87" name="Freeform: Shape 4986">
              <a:extLst>
                <a:ext uri="{FF2B5EF4-FFF2-40B4-BE49-F238E27FC236}">
                  <a16:creationId xmlns:a16="http://schemas.microsoft.com/office/drawing/2014/main" id="{A03297DE-7C27-DD58-3FF2-0FF35B7EBC80}"/>
                </a:ext>
              </a:extLst>
            </p:cNvPr>
            <p:cNvSpPr/>
            <p:nvPr/>
          </p:nvSpPr>
          <p:spPr>
            <a:xfrm>
              <a:off x="11522708" y="3223559"/>
              <a:ext cx="30669" cy="24333"/>
            </a:xfrm>
            <a:custGeom>
              <a:avLst/>
              <a:gdLst>
                <a:gd name="connsiteX0" fmla="*/ 30670 w 30669"/>
                <a:gd name="connsiteY0" fmla="*/ 12167 h 24333"/>
                <a:gd name="connsiteX1" fmla="*/ 15335 w 30669"/>
                <a:gd name="connsiteY1" fmla="*/ 24333 h 24333"/>
                <a:gd name="connsiteX2" fmla="*/ 0 w 30669"/>
                <a:gd name="connsiteY2" fmla="*/ 12167 h 24333"/>
                <a:gd name="connsiteX3" fmla="*/ 15335 w 30669"/>
                <a:gd name="connsiteY3" fmla="*/ 0 h 24333"/>
                <a:gd name="connsiteX4" fmla="*/ 30670 w 30669"/>
                <a:gd name="connsiteY4" fmla="*/ 12167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9" h="24333">
                  <a:moveTo>
                    <a:pt x="30670" y="12167"/>
                  </a:moveTo>
                  <a:cubicBezTo>
                    <a:pt x="30670" y="18884"/>
                    <a:pt x="23826" y="24333"/>
                    <a:pt x="15335" y="24333"/>
                  </a:cubicBezTo>
                  <a:cubicBezTo>
                    <a:pt x="6843" y="24333"/>
                    <a:pt x="0" y="18884"/>
                    <a:pt x="0" y="12167"/>
                  </a:cubicBezTo>
                  <a:cubicBezTo>
                    <a:pt x="0" y="5450"/>
                    <a:pt x="6843" y="0"/>
                    <a:pt x="15335" y="0"/>
                  </a:cubicBezTo>
                  <a:cubicBezTo>
                    <a:pt x="23826" y="0"/>
                    <a:pt x="30670" y="5450"/>
                    <a:pt x="30670" y="121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88" name="Freeform: Shape 4987">
              <a:extLst>
                <a:ext uri="{FF2B5EF4-FFF2-40B4-BE49-F238E27FC236}">
                  <a16:creationId xmlns:a16="http://schemas.microsoft.com/office/drawing/2014/main" id="{B5A2F75F-0439-BFF4-2DF3-7941A51449BA}"/>
                </a:ext>
              </a:extLst>
            </p:cNvPr>
            <p:cNvSpPr/>
            <p:nvPr/>
          </p:nvSpPr>
          <p:spPr>
            <a:xfrm>
              <a:off x="11527904" y="3327863"/>
              <a:ext cx="29910" cy="23573"/>
            </a:xfrm>
            <a:custGeom>
              <a:avLst/>
              <a:gdLst>
                <a:gd name="connsiteX0" fmla="*/ 29910 w 29910"/>
                <a:gd name="connsiteY0" fmla="*/ 11787 h 23573"/>
                <a:gd name="connsiteX1" fmla="*/ 14956 w 29910"/>
                <a:gd name="connsiteY1" fmla="*/ 23573 h 23573"/>
                <a:gd name="connsiteX2" fmla="*/ 0 w 29910"/>
                <a:gd name="connsiteY2" fmla="*/ 11787 h 23573"/>
                <a:gd name="connsiteX3" fmla="*/ 14956 w 29910"/>
                <a:gd name="connsiteY3" fmla="*/ 0 h 23573"/>
                <a:gd name="connsiteX4" fmla="*/ 29910 w 29910"/>
                <a:gd name="connsiteY4" fmla="*/ 11787 h 23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910" h="23573">
                  <a:moveTo>
                    <a:pt x="29910" y="11787"/>
                  </a:moveTo>
                  <a:cubicBezTo>
                    <a:pt x="29910" y="18377"/>
                    <a:pt x="23193" y="23573"/>
                    <a:pt x="14956" y="23573"/>
                  </a:cubicBezTo>
                  <a:cubicBezTo>
                    <a:pt x="6717" y="23573"/>
                    <a:pt x="0" y="18250"/>
                    <a:pt x="0" y="11787"/>
                  </a:cubicBezTo>
                  <a:cubicBezTo>
                    <a:pt x="0" y="5323"/>
                    <a:pt x="6717" y="0"/>
                    <a:pt x="14956" y="0"/>
                  </a:cubicBezTo>
                  <a:cubicBezTo>
                    <a:pt x="23193" y="0"/>
                    <a:pt x="29910" y="5323"/>
                    <a:pt x="29910" y="1178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89" name="Freeform: Shape 4988">
              <a:extLst>
                <a:ext uri="{FF2B5EF4-FFF2-40B4-BE49-F238E27FC236}">
                  <a16:creationId xmlns:a16="http://schemas.microsoft.com/office/drawing/2014/main" id="{5F5A02EE-E14D-1AAA-2A5E-C1039160B1C7}"/>
                </a:ext>
              </a:extLst>
            </p:cNvPr>
            <p:cNvSpPr/>
            <p:nvPr/>
          </p:nvSpPr>
          <p:spPr>
            <a:xfrm>
              <a:off x="11654767" y="3431786"/>
              <a:ext cx="29909" cy="23572"/>
            </a:xfrm>
            <a:custGeom>
              <a:avLst/>
              <a:gdLst>
                <a:gd name="connsiteX0" fmla="*/ 29910 w 29909"/>
                <a:gd name="connsiteY0" fmla="*/ 11786 h 23572"/>
                <a:gd name="connsiteX1" fmla="*/ 14955 w 29909"/>
                <a:gd name="connsiteY1" fmla="*/ 23573 h 23572"/>
                <a:gd name="connsiteX2" fmla="*/ 0 w 29909"/>
                <a:gd name="connsiteY2" fmla="*/ 11786 h 23572"/>
                <a:gd name="connsiteX3" fmla="*/ 14955 w 29909"/>
                <a:gd name="connsiteY3" fmla="*/ 0 h 23572"/>
                <a:gd name="connsiteX4" fmla="*/ 29910 w 29909"/>
                <a:gd name="connsiteY4" fmla="*/ 11786 h 2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909" h="23572">
                  <a:moveTo>
                    <a:pt x="29910" y="11786"/>
                  </a:moveTo>
                  <a:cubicBezTo>
                    <a:pt x="29910" y="18377"/>
                    <a:pt x="23193" y="23573"/>
                    <a:pt x="14955" y="23573"/>
                  </a:cubicBezTo>
                  <a:cubicBezTo>
                    <a:pt x="6717" y="23573"/>
                    <a:pt x="0" y="18250"/>
                    <a:pt x="0" y="11786"/>
                  </a:cubicBezTo>
                  <a:cubicBezTo>
                    <a:pt x="0" y="5323"/>
                    <a:pt x="6717" y="0"/>
                    <a:pt x="14955" y="0"/>
                  </a:cubicBezTo>
                  <a:cubicBezTo>
                    <a:pt x="23193" y="0"/>
                    <a:pt x="29910" y="5323"/>
                    <a:pt x="29910" y="1178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90" name="Freeform: Shape 4989">
              <a:extLst>
                <a:ext uri="{FF2B5EF4-FFF2-40B4-BE49-F238E27FC236}">
                  <a16:creationId xmlns:a16="http://schemas.microsoft.com/office/drawing/2014/main" id="{0141A7B8-4FFB-BA43-E48B-67D4C74D4A11}"/>
                </a:ext>
              </a:extLst>
            </p:cNvPr>
            <p:cNvSpPr/>
            <p:nvPr/>
          </p:nvSpPr>
          <p:spPr>
            <a:xfrm>
              <a:off x="11653626" y="3536090"/>
              <a:ext cx="29022" cy="23065"/>
            </a:xfrm>
            <a:custGeom>
              <a:avLst/>
              <a:gdLst>
                <a:gd name="connsiteX0" fmla="*/ 29022 w 29022"/>
                <a:gd name="connsiteY0" fmla="*/ 11533 h 23065"/>
                <a:gd name="connsiteX1" fmla="*/ 14574 w 29022"/>
                <a:gd name="connsiteY1" fmla="*/ 23066 h 23065"/>
                <a:gd name="connsiteX2" fmla="*/ 0 w 29022"/>
                <a:gd name="connsiteY2" fmla="*/ 11533 h 23065"/>
                <a:gd name="connsiteX3" fmla="*/ 14574 w 29022"/>
                <a:gd name="connsiteY3" fmla="*/ 0 h 23065"/>
                <a:gd name="connsiteX4" fmla="*/ 29022 w 29022"/>
                <a:gd name="connsiteY4" fmla="*/ 11533 h 23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022" h="23065">
                  <a:moveTo>
                    <a:pt x="29022" y="11533"/>
                  </a:moveTo>
                  <a:cubicBezTo>
                    <a:pt x="29022" y="17869"/>
                    <a:pt x="22559" y="23066"/>
                    <a:pt x="14574" y="23066"/>
                  </a:cubicBezTo>
                  <a:cubicBezTo>
                    <a:pt x="6590" y="23066"/>
                    <a:pt x="0" y="17869"/>
                    <a:pt x="0" y="11533"/>
                  </a:cubicBezTo>
                  <a:cubicBezTo>
                    <a:pt x="0" y="5196"/>
                    <a:pt x="6464" y="0"/>
                    <a:pt x="14574" y="0"/>
                  </a:cubicBezTo>
                  <a:cubicBezTo>
                    <a:pt x="22685" y="0"/>
                    <a:pt x="29022" y="5196"/>
                    <a:pt x="29022" y="1153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91" name="Freeform: Shape 4990">
              <a:extLst>
                <a:ext uri="{FF2B5EF4-FFF2-40B4-BE49-F238E27FC236}">
                  <a16:creationId xmlns:a16="http://schemas.microsoft.com/office/drawing/2014/main" id="{BC48F444-EA74-588B-50BA-6E17A9637F34}"/>
                </a:ext>
              </a:extLst>
            </p:cNvPr>
            <p:cNvSpPr/>
            <p:nvPr/>
          </p:nvSpPr>
          <p:spPr>
            <a:xfrm>
              <a:off x="11649190" y="3640393"/>
              <a:ext cx="28388" cy="22305"/>
            </a:xfrm>
            <a:custGeom>
              <a:avLst/>
              <a:gdLst>
                <a:gd name="connsiteX0" fmla="*/ 28389 w 28388"/>
                <a:gd name="connsiteY0" fmla="*/ 11153 h 22305"/>
                <a:gd name="connsiteX1" fmla="*/ 14194 w 28388"/>
                <a:gd name="connsiteY1" fmla="*/ 22306 h 22305"/>
                <a:gd name="connsiteX2" fmla="*/ 0 w 28388"/>
                <a:gd name="connsiteY2" fmla="*/ 11153 h 22305"/>
                <a:gd name="connsiteX3" fmla="*/ 14194 w 28388"/>
                <a:gd name="connsiteY3" fmla="*/ 0 h 22305"/>
                <a:gd name="connsiteX4" fmla="*/ 28389 w 28388"/>
                <a:gd name="connsiteY4" fmla="*/ 11153 h 22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388" h="22305">
                  <a:moveTo>
                    <a:pt x="28389" y="11153"/>
                  </a:moveTo>
                  <a:cubicBezTo>
                    <a:pt x="28389" y="17363"/>
                    <a:pt x="22052" y="22306"/>
                    <a:pt x="14194" y="22306"/>
                  </a:cubicBezTo>
                  <a:cubicBezTo>
                    <a:pt x="6337" y="22306"/>
                    <a:pt x="0" y="17236"/>
                    <a:pt x="0" y="11153"/>
                  </a:cubicBezTo>
                  <a:cubicBezTo>
                    <a:pt x="0" y="5069"/>
                    <a:pt x="6337" y="0"/>
                    <a:pt x="14194" y="0"/>
                  </a:cubicBezTo>
                  <a:cubicBezTo>
                    <a:pt x="22052" y="0"/>
                    <a:pt x="28389" y="5069"/>
                    <a:pt x="28389" y="1115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92" name="Freeform: Shape 4991">
              <a:extLst>
                <a:ext uri="{FF2B5EF4-FFF2-40B4-BE49-F238E27FC236}">
                  <a16:creationId xmlns:a16="http://schemas.microsoft.com/office/drawing/2014/main" id="{5946E669-149A-6E46-39FD-A4243E89938B}"/>
                </a:ext>
              </a:extLst>
            </p:cNvPr>
            <p:cNvSpPr/>
            <p:nvPr/>
          </p:nvSpPr>
          <p:spPr>
            <a:xfrm>
              <a:off x="11641840" y="3744444"/>
              <a:ext cx="27501" cy="21798"/>
            </a:xfrm>
            <a:custGeom>
              <a:avLst/>
              <a:gdLst>
                <a:gd name="connsiteX0" fmla="*/ 27501 w 27501"/>
                <a:gd name="connsiteY0" fmla="*/ 10899 h 21798"/>
                <a:gd name="connsiteX1" fmla="*/ 13687 w 27501"/>
                <a:gd name="connsiteY1" fmla="*/ 21798 h 21798"/>
                <a:gd name="connsiteX2" fmla="*/ 0 w 27501"/>
                <a:gd name="connsiteY2" fmla="*/ 10899 h 21798"/>
                <a:gd name="connsiteX3" fmla="*/ 13687 w 27501"/>
                <a:gd name="connsiteY3" fmla="*/ 0 h 21798"/>
                <a:gd name="connsiteX4" fmla="*/ 27501 w 27501"/>
                <a:gd name="connsiteY4" fmla="*/ 10899 h 21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501" h="21798">
                  <a:moveTo>
                    <a:pt x="27501" y="10899"/>
                  </a:moveTo>
                  <a:cubicBezTo>
                    <a:pt x="27501" y="16983"/>
                    <a:pt x="21292" y="21798"/>
                    <a:pt x="13687" y="21798"/>
                  </a:cubicBezTo>
                  <a:cubicBezTo>
                    <a:pt x="6083" y="21798"/>
                    <a:pt x="0" y="16983"/>
                    <a:pt x="0" y="10899"/>
                  </a:cubicBezTo>
                  <a:cubicBezTo>
                    <a:pt x="0" y="4816"/>
                    <a:pt x="6083" y="0"/>
                    <a:pt x="13687" y="0"/>
                  </a:cubicBezTo>
                  <a:cubicBezTo>
                    <a:pt x="21292" y="0"/>
                    <a:pt x="27501" y="4943"/>
                    <a:pt x="27501" y="1089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93" name="Freeform: Shape 4992">
              <a:extLst>
                <a:ext uri="{FF2B5EF4-FFF2-40B4-BE49-F238E27FC236}">
                  <a16:creationId xmlns:a16="http://schemas.microsoft.com/office/drawing/2014/main" id="{DCE8C8FB-3E35-0FDA-D2D3-287A25476EAF}"/>
                </a:ext>
              </a:extLst>
            </p:cNvPr>
            <p:cNvSpPr/>
            <p:nvPr/>
          </p:nvSpPr>
          <p:spPr>
            <a:xfrm>
              <a:off x="11631321" y="3848494"/>
              <a:ext cx="26741" cy="21164"/>
            </a:xfrm>
            <a:custGeom>
              <a:avLst/>
              <a:gdLst>
                <a:gd name="connsiteX0" fmla="*/ 26741 w 26741"/>
                <a:gd name="connsiteY0" fmla="*/ 10519 h 21164"/>
                <a:gd name="connsiteX1" fmla="*/ 13307 w 26741"/>
                <a:gd name="connsiteY1" fmla="*/ 21165 h 21164"/>
                <a:gd name="connsiteX2" fmla="*/ 0 w 26741"/>
                <a:gd name="connsiteY2" fmla="*/ 10519 h 21164"/>
                <a:gd name="connsiteX3" fmla="*/ 13307 w 26741"/>
                <a:gd name="connsiteY3" fmla="*/ 0 h 21164"/>
                <a:gd name="connsiteX4" fmla="*/ 26741 w 26741"/>
                <a:gd name="connsiteY4" fmla="*/ 10519 h 21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741" h="21164">
                  <a:moveTo>
                    <a:pt x="26741" y="10519"/>
                  </a:moveTo>
                  <a:cubicBezTo>
                    <a:pt x="26741" y="16349"/>
                    <a:pt x="20785" y="21165"/>
                    <a:pt x="13307" y="21165"/>
                  </a:cubicBezTo>
                  <a:cubicBezTo>
                    <a:pt x="5829" y="21165"/>
                    <a:pt x="0" y="16476"/>
                    <a:pt x="0" y="10519"/>
                  </a:cubicBezTo>
                  <a:cubicBezTo>
                    <a:pt x="0" y="4562"/>
                    <a:pt x="5956" y="0"/>
                    <a:pt x="13307" y="0"/>
                  </a:cubicBezTo>
                  <a:cubicBezTo>
                    <a:pt x="20658" y="0"/>
                    <a:pt x="26741" y="4689"/>
                    <a:pt x="26741" y="1051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94" name="Freeform: Shape 4993">
              <a:extLst>
                <a:ext uri="{FF2B5EF4-FFF2-40B4-BE49-F238E27FC236}">
                  <a16:creationId xmlns:a16="http://schemas.microsoft.com/office/drawing/2014/main" id="{7682A158-7FA1-31EC-F1F8-78DF12137DF0}"/>
                </a:ext>
              </a:extLst>
            </p:cNvPr>
            <p:cNvSpPr/>
            <p:nvPr/>
          </p:nvSpPr>
          <p:spPr>
            <a:xfrm>
              <a:off x="11617887" y="3952164"/>
              <a:ext cx="25853" cy="20531"/>
            </a:xfrm>
            <a:custGeom>
              <a:avLst/>
              <a:gdLst>
                <a:gd name="connsiteX0" fmla="*/ 25854 w 25853"/>
                <a:gd name="connsiteY0" fmla="*/ 10266 h 20531"/>
                <a:gd name="connsiteX1" fmla="*/ 12927 w 25853"/>
                <a:gd name="connsiteY1" fmla="*/ 20531 h 20531"/>
                <a:gd name="connsiteX2" fmla="*/ 0 w 25853"/>
                <a:gd name="connsiteY2" fmla="*/ 10266 h 20531"/>
                <a:gd name="connsiteX3" fmla="*/ 12927 w 25853"/>
                <a:gd name="connsiteY3" fmla="*/ 0 h 20531"/>
                <a:gd name="connsiteX4" fmla="*/ 25854 w 25853"/>
                <a:gd name="connsiteY4" fmla="*/ 10266 h 20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853" h="20531">
                  <a:moveTo>
                    <a:pt x="25854" y="10266"/>
                  </a:moveTo>
                  <a:cubicBezTo>
                    <a:pt x="25854" y="15969"/>
                    <a:pt x="20025" y="20531"/>
                    <a:pt x="12927" y="20531"/>
                  </a:cubicBezTo>
                  <a:cubicBezTo>
                    <a:pt x="5829" y="20531"/>
                    <a:pt x="0" y="15969"/>
                    <a:pt x="0" y="10266"/>
                  </a:cubicBezTo>
                  <a:cubicBezTo>
                    <a:pt x="0" y="4563"/>
                    <a:pt x="5829" y="0"/>
                    <a:pt x="12927" y="0"/>
                  </a:cubicBezTo>
                  <a:cubicBezTo>
                    <a:pt x="20025" y="0"/>
                    <a:pt x="25854" y="4563"/>
                    <a:pt x="25854" y="1026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95" name="Freeform: Shape 4994">
              <a:extLst>
                <a:ext uri="{FF2B5EF4-FFF2-40B4-BE49-F238E27FC236}">
                  <a16:creationId xmlns:a16="http://schemas.microsoft.com/office/drawing/2014/main" id="{B5993745-B794-5E4E-85FF-1019C46196B8}"/>
                </a:ext>
              </a:extLst>
            </p:cNvPr>
            <p:cNvSpPr/>
            <p:nvPr/>
          </p:nvSpPr>
          <p:spPr>
            <a:xfrm>
              <a:off x="11601031" y="4055454"/>
              <a:ext cx="25093" cy="20024"/>
            </a:xfrm>
            <a:custGeom>
              <a:avLst/>
              <a:gdLst>
                <a:gd name="connsiteX0" fmla="*/ 25093 w 25093"/>
                <a:gd name="connsiteY0" fmla="*/ 10012 h 20024"/>
                <a:gd name="connsiteX1" fmla="*/ 12547 w 25093"/>
                <a:gd name="connsiteY1" fmla="*/ 20024 h 20024"/>
                <a:gd name="connsiteX2" fmla="*/ 0 w 25093"/>
                <a:gd name="connsiteY2" fmla="*/ 10012 h 20024"/>
                <a:gd name="connsiteX3" fmla="*/ 12547 w 25093"/>
                <a:gd name="connsiteY3" fmla="*/ 0 h 20024"/>
                <a:gd name="connsiteX4" fmla="*/ 25093 w 25093"/>
                <a:gd name="connsiteY4" fmla="*/ 10012 h 2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93" h="20024">
                  <a:moveTo>
                    <a:pt x="25093" y="10012"/>
                  </a:moveTo>
                  <a:cubicBezTo>
                    <a:pt x="25093" y="15589"/>
                    <a:pt x="19517" y="20024"/>
                    <a:pt x="12547" y="20024"/>
                  </a:cubicBezTo>
                  <a:cubicBezTo>
                    <a:pt x="5576" y="20024"/>
                    <a:pt x="0" y="15589"/>
                    <a:pt x="0" y="10012"/>
                  </a:cubicBezTo>
                  <a:cubicBezTo>
                    <a:pt x="0" y="4436"/>
                    <a:pt x="5576" y="0"/>
                    <a:pt x="12547" y="0"/>
                  </a:cubicBezTo>
                  <a:cubicBezTo>
                    <a:pt x="19517" y="0"/>
                    <a:pt x="25093" y="4436"/>
                    <a:pt x="25093" y="1001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96" name="Freeform: Shape 4995">
              <a:extLst>
                <a:ext uri="{FF2B5EF4-FFF2-40B4-BE49-F238E27FC236}">
                  <a16:creationId xmlns:a16="http://schemas.microsoft.com/office/drawing/2014/main" id="{36BCD2FA-315A-46E5-FE54-DC5AD7C84F2A}"/>
                </a:ext>
              </a:extLst>
            </p:cNvPr>
            <p:cNvSpPr/>
            <p:nvPr/>
          </p:nvSpPr>
          <p:spPr>
            <a:xfrm>
              <a:off x="11581640" y="4158870"/>
              <a:ext cx="23572" cy="18757"/>
            </a:xfrm>
            <a:custGeom>
              <a:avLst/>
              <a:gdLst>
                <a:gd name="connsiteX0" fmla="*/ 23573 w 23572"/>
                <a:gd name="connsiteY0" fmla="*/ 9378 h 18757"/>
                <a:gd name="connsiteX1" fmla="*/ 11786 w 23572"/>
                <a:gd name="connsiteY1" fmla="*/ 18757 h 18757"/>
                <a:gd name="connsiteX2" fmla="*/ 0 w 23572"/>
                <a:gd name="connsiteY2" fmla="*/ 9378 h 18757"/>
                <a:gd name="connsiteX3" fmla="*/ 11786 w 23572"/>
                <a:gd name="connsiteY3" fmla="*/ 0 h 18757"/>
                <a:gd name="connsiteX4" fmla="*/ 23573 w 23572"/>
                <a:gd name="connsiteY4" fmla="*/ 9378 h 18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572" h="18757">
                  <a:moveTo>
                    <a:pt x="23573" y="9378"/>
                  </a:moveTo>
                  <a:cubicBezTo>
                    <a:pt x="23573" y="14575"/>
                    <a:pt x="18376" y="18757"/>
                    <a:pt x="11786" y="18757"/>
                  </a:cubicBezTo>
                  <a:cubicBezTo>
                    <a:pt x="5196" y="18757"/>
                    <a:pt x="0" y="14575"/>
                    <a:pt x="0" y="9378"/>
                  </a:cubicBezTo>
                  <a:cubicBezTo>
                    <a:pt x="0" y="4183"/>
                    <a:pt x="5196" y="0"/>
                    <a:pt x="11786" y="0"/>
                  </a:cubicBezTo>
                  <a:cubicBezTo>
                    <a:pt x="18376" y="0"/>
                    <a:pt x="23573" y="4183"/>
                    <a:pt x="23573" y="937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97" name="Freeform: Shape 4996">
              <a:extLst>
                <a:ext uri="{FF2B5EF4-FFF2-40B4-BE49-F238E27FC236}">
                  <a16:creationId xmlns:a16="http://schemas.microsoft.com/office/drawing/2014/main" id="{128135AB-4241-E3BF-E699-7067375F9BD8}"/>
                </a:ext>
              </a:extLst>
            </p:cNvPr>
            <p:cNvSpPr/>
            <p:nvPr/>
          </p:nvSpPr>
          <p:spPr>
            <a:xfrm>
              <a:off x="11558701" y="4261526"/>
              <a:ext cx="22812" cy="17996"/>
            </a:xfrm>
            <a:custGeom>
              <a:avLst/>
              <a:gdLst>
                <a:gd name="connsiteX0" fmla="*/ 22812 w 22812"/>
                <a:gd name="connsiteY0" fmla="*/ 8998 h 17996"/>
                <a:gd name="connsiteX1" fmla="*/ 11406 w 22812"/>
                <a:gd name="connsiteY1" fmla="*/ 17996 h 17996"/>
                <a:gd name="connsiteX2" fmla="*/ 0 w 22812"/>
                <a:gd name="connsiteY2" fmla="*/ 8998 h 17996"/>
                <a:gd name="connsiteX3" fmla="*/ 11406 w 22812"/>
                <a:gd name="connsiteY3" fmla="*/ 0 h 17996"/>
                <a:gd name="connsiteX4" fmla="*/ 22812 w 22812"/>
                <a:gd name="connsiteY4" fmla="*/ 8998 h 17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12" h="17996">
                  <a:moveTo>
                    <a:pt x="22812" y="8998"/>
                  </a:moveTo>
                  <a:cubicBezTo>
                    <a:pt x="22812" y="13941"/>
                    <a:pt x="17743" y="17996"/>
                    <a:pt x="11406" y="17996"/>
                  </a:cubicBezTo>
                  <a:cubicBezTo>
                    <a:pt x="5069" y="17996"/>
                    <a:pt x="0" y="13941"/>
                    <a:pt x="0" y="8998"/>
                  </a:cubicBezTo>
                  <a:cubicBezTo>
                    <a:pt x="0" y="4056"/>
                    <a:pt x="5069" y="0"/>
                    <a:pt x="11406" y="0"/>
                  </a:cubicBezTo>
                  <a:cubicBezTo>
                    <a:pt x="17743" y="0"/>
                    <a:pt x="22812" y="4056"/>
                    <a:pt x="22812" y="89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98" name="Freeform: Shape 4997">
              <a:extLst>
                <a:ext uri="{FF2B5EF4-FFF2-40B4-BE49-F238E27FC236}">
                  <a16:creationId xmlns:a16="http://schemas.microsoft.com/office/drawing/2014/main" id="{35855DCF-105C-A3F2-CD9B-E85C81E72F51}"/>
                </a:ext>
              </a:extLst>
            </p:cNvPr>
            <p:cNvSpPr/>
            <p:nvPr/>
          </p:nvSpPr>
          <p:spPr>
            <a:xfrm>
              <a:off x="11532720" y="4363676"/>
              <a:ext cx="22051" cy="17489"/>
            </a:xfrm>
            <a:custGeom>
              <a:avLst/>
              <a:gdLst>
                <a:gd name="connsiteX0" fmla="*/ 22052 w 22051"/>
                <a:gd name="connsiteY0" fmla="*/ 8745 h 17489"/>
                <a:gd name="connsiteX1" fmla="*/ 11026 w 22051"/>
                <a:gd name="connsiteY1" fmla="*/ 17490 h 17489"/>
                <a:gd name="connsiteX2" fmla="*/ 0 w 22051"/>
                <a:gd name="connsiteY2" fmla="*/ 8745 h 17489"/>
                <a:gd name="connsiteX3" fmla="*/ 11026 w 22051"/>
                <a:gd name="connsiteY3" fmla="*/ 0 h 17489"/>
                <a:gd name="connsiteX4" fmla="*/ 22052 w 22051"/>
                <a:gd name="connsiteY4" fmla="*/ 8745 h 1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051" h="17489">
                  <a:moveTo>
                    <a:pt x="22052" y="8745"/>
                  </a:moveTo>
                  <a:cubicBezTo>
                    <a:pt x="22052" y="13561"/>
                    <a:pt x="17110" y="17490"/>
                    <a:pt x="11026" y="17490"/>
                  </a:cubicBezTo>
                  <a:cubicBezTo>
                    <a:pt x="4943" y="17490"/>
                    <a:pt x="0" y="13561"/>
                    <a:pt x="0" y="8745"/>
                  </a:cubicBezTo>
                  <a:cubicBezTo>
                    <a:pt x="0" y="3929"/>
                    <a:pt x="4943" y="0"/>
                    <a:pt x="11026" y="0"/>
                  </a:cubicBezTo>
                  <a:cubicBezTo>
                    <a:pt x="17110" y="0"/>
                    <a:pt x="22052" y="3929"/>
                    <a:pt x="22052" y="874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99" name="Freeform: Shape 4998">
              <a:extLst>
                <a:ext uri="{FF2B5EF4-FFF2-40B4-BE49-F238E27FC236}">
                  <a16:creationId xmlns:a16="http://schemas.microsoft.com/office/drawing/2014/main" id="{9726B355-CFBB-8E6D-DEAC-7F0BCDA0EAA6}"/>
                </a:ext>
              </a:extLst>
            </p:cNvPr>
            <p:cNvSpPr/>
            <p:nvPr/>
          </p:nvSpPr>
          <p:spPr>
            <a:xfrm>
              <a:off x="11503571" y="4465318"/>
              <a:ext cx="21545" cy="16982"/>
            </a:xfrm>
            <a:custGeom>
              <a:avLst/>
              <a:gdLst>
                <a:gd name="connsiteX0" fmla="*/ 21545 w 21545"/>
                <a:gd name="connsiteY0" fmla="*/ 8491 h 16982"/>
                <a:gd name="connsiteX1" fmla="*/ 10773 w 21545"/>
                <a:gd name="connsiteY1" fmla="*/ 16983 h 16982"/>
                <a:gd name="connsiteX2" fmla="*/ 0 w 21545"/>
                <a:gd name="connsiteY2" fmla="*/ 8491 h 16982"/>
                <a:gd name="connsiteX3" fmla="*/ 10773 w 21545"/>
                <a:gd name="connsiteY3" fmla="*/ 0 h 16982"/>
                <a:gd name="connsiteX4" fmla="*/ 21545 w 21545"/>
                <a:gd name="connsiteY4" fmla="*/ 8491 h 1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45" h="16982">
                  <a:moveTo>
                    <a:pt x="21545" y="8491"/>
                  </a:moveTo>
                  <a:cubicBezTo>
                    <a:pt x="21545" y="13181"/>
                    <a:pt x="16729" y="16983"/>
                    <a:pt x="10773" y="16983"/>
                  </a:cubicBezTo>
                  <a:cubicBezTo>
                    <a:pt x="4816" y="16983"/>
                    <a:pt x="0" y="13181"/>
                    <a:pt x="0" y="8491"/>
                  </a:cubicBezTo>
                  <a:cubicBezTo>
                    <a:pt x="0" y="3802"/>
                    <a:pt x="4816" y="0"/>
                    <a:pt x="10773" y="0"/>
                  </a:cubicBezTo>
                  <a:cubicBezTo>
                    <a:pt x="16729" y="0"/>
                    <a:pt x="21545" y="3802"/>
                    <a:pt x="21545" y="84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0" name="Freeform: Shape 4999">
              <a:extLst>
                <a:ext uri="{FF2B5EF4-FFF2-40B4-BE49-F238E27FC236}">
                  <a16:creationId xmlns:a16="http://schemas.microsoft.com/office/drawing/2014/main" id="{2142278B-8B2D-9EFB-8D25-011A569D5D3C}"/>
                </a:ext>
              </a:extLst>
            </p:cNvPr>
            <p:cNvSpPr/>
            <p:nvPr/>
          </p:nvSpPr>
          <p:spPr>
            <a:xfrm>
              <a:off x="11471760" y="4566326"/>
              <a:ext cx="20531" cy="16475"/>
            </a:xfrm>
            <a:custGeom>
              <a:avLst/>
              <a:gdLst>
                <a:gd name="connsiteX0" fmla="*/ 20531 w 20531"/>
                <a:gd name="connsiteY0" fmla="*/ 8238 h 16475"/>
                <a:gd name="connsiteX1" fmla="*/ 10266 w 20531"/>
                <a:gd name="connsiteY1" fmla="*/ 16476 h 16475"/>
                <a:gd name="connsiteX2" fmla="*/ 0 w 20531"/>
                <a:gd name="connsiteY2" fmla="*/ 8238 h 16475"/>
                <a:gd name="connsiteX3" fmla="*/ 10266 w 20531"/>
                <a:gd name="connsiteY3" fmla="*/ 0 h 16475"/>
                <a:gd name="connsiteX4" fmla="*/ 20531 w 20531"/>
                <a:gd name="connsiteY4" fmla="*/ 8238 h 16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31" h="16475">
                  <a:moveTo>
                    <a:pt x="20531" y="8238"/>
                  </a:moveTo>
                  <a:cubicBezTo>
                    <a:pt x="20531" y="12674"/>
                    <a:pt x="15969" y="16476"/>
                    <a:pt x="10266" y="16476"/>
                  </a:cubicBezTo>
                  <a:cubicBezTo>
                    <a:pt x="4563" y="16476"/>
                    <a:pt x="0" y="12800"/>
                    <a:pt x="0" y="8238"/>
                  </a:cubicBezTo>
                  <a:cubicBezTo>
                    <a:pt x="0" y="3675"/>
                    <a:pt x="4563" y="0"/>
                    <a:pt x="10266" y="0"/>
                  </a:cubicBezTo>
                  <a:cubicBezTo>
                    <a:pt x="15969" y="0"/>
                    <a:pt x="20531" y="3675"/>
                    <a:pt x="20531" y="823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1" name="Freeform: Shape 5000">
              <a:extLst>
                <a:ext uri="{FF2B5EF4-FFF2-40B4-BE49-F238E27FC236}">
                  <a16:creationId xmlns:a16="http://schemas.microsoft.com/office/drawing/2014/main" id="{C930D10C-B329-E795-71BA-4C07C5A4AF5A}"/>
                </a:ext>
              </a:extLst>
            </p:cNvPr>
            <p:cNvSpPr/>
            <p:nvPr/>
          </p:nvSpPr>
          <p:spPr>
            <a:xfrm>
              <a:off x="11437034" y="4667082"/>
              <a:ext cx="19010" cy="15208"/>
            </a:xfrm>
            <a:custGeom>
              <a:avLst/>
              <a:gdLst>
                <a:gd name="connsiteX0" fmla="*/ 19010 w 19010"/>
                <a:gd name="connsiteY0" fmla="*/ 7604 h 15208"/>
                <a:gd name="connsiteX1" fmla="*/ 9505 w 19010"/>
                <a:gd name="connsiteY1" fmla="*/ 15208 h 15208"/>
                <a:gd name="connsiteX2" fmla="*/ 0 w 19010"/>
                <a:gd name="connsiteY2" fmla="*/ 7604 h 15208"/>
                <a:gd name="connsiteX3" fmla="*/ 9505 w 19010"/>
                <a:gd name="connsiteY3" fmla="*/ 0 h 15208"/>
                <a:gd name="connsiteX4" fmla="*/ 19010 w 19010"/>
                <a:gd name="connsiteY4" fmla="*/ 7604 h 15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10" h="15208">
                  <a:moveTo>
                    <a:pt x="19010" y="7604"/>
                  </a:moveTo>
                  <a:cubicBezTo>
                    <a:pt x="19010" y="11786"/>
                    <a:pt x="14702" y="15208"/>
                    <a:pt x="9505" y="15208"/>
                  </a:cubicBezTo>
                  <a:cubicBezTo>
                    <a:pt x="4309" y="15208"/>
                    <a:pt x="0" y="11786"/>
                    <a:pt x="0" y="7604"/>
                  </a:cubicBezTo>
                  <a:cubicBezTo>
                    <a:pt x="0" y="3422"/>
                    <a:pt x="4309" y="0"/>
                    <a:pt x="9505" y="0"/>
                  </a:cubicBezTo>
                  <a:cubicBezTo>
                    <a:pt x="14702" y="0"/>
                    <a:pt x="19010" y="3295"/>
                    <a:pt x="19010" y="760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2" name="Freeform: Shape 5001">
              <a:extLst>
                <a:ext uri="{FF2B5EF4-FFF2-40B4-BE49-F238E27FC236}">
                  <a16:creationId xmlns:a16="http://schemas.microsoft.com/office/drawing/2014/main" id="{C27B92C7-BE15-9077-8444-49C84E111BB4}"/>
                </a:ext>
              </a:extLst>
            </p:cNvPr>
            <p:cNvSpPr/>
            <p:nvPr/>
          </p:nvSpPr>
          <p:spPr>
            <a:xfrm>
              <a:off x="11399013" y="4766823"/>
              <a:ext cx="18250" cy="14448"/>
            </a:xfrm>
            <a:custGeom>
              <a:avLst/>
              <a:gdLst>
                <a:gd name="connsiteX0" fmla="*/ 18250 w 18250"/>
                <a:gd name="connsiteY0" fmla="*/ 7224 h 14448"/>
                <a:gd name="connsiteX1" fmla="*/ 9125 w 18250"/>
                <a:gd name="connsiteY1" fmla="*/ 14448 h 14448"/>
                <a:gd name="connsiteX2" fmla="*/ 0 w 18250"/>
                <a:gd name="connsiteY2" fmla="*/ 7224 h 14448"/>
                <a:gd name="connsiteX3" fmla="*/ 9125 w 18250"/>
                <a:gd name="connsiteY3" fmla="*/ 0 h 14448"/>
                <a:gd name="connsiteX4" fmla="*/ 18250 w 18250"/>
                <a:gd name="connsiteY4" fmla="*/ 7224 h 14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8">
                  <a:moveTo>
                    <a:pt x="18250" y="7224"/>
                  </a:moveTo>
                  <a:cubicBezTo>
                    <a:pt x="18250" y="11280"/>
                    <a:pt x="14194" y="14448"/>
                    <a:pt x="9125" y="14448"/>
                  </a:cubicBezTo>
                  <a:cubicBezTo>
                    <a:pt x="4056" y="14448"/>
                    <a:pt x="0" y="11280"/>
                    <a:pt x="0" y="7224"/>
                  </a:cubicBezTo>
                  <a:cubicBezTo>
                    <a:pt x="0" y="3168"/>
                    <a:pt x="4056" y="0"/>
                    <a:pt x="9125" y="0"/>
                  </a:cubicBezTo>
                  <a:cubicBezTo>
                    <a:pt x="14194" y="0"/>
                    <a:pt x="18250" y="3168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3" name="Freeform: Shape 5002">
              <a:extLst>
                <a:ext uri="{FF2B5EF4-FFF2-40B4-BE49-F238E27FC236}">
                  <a16:creationId xmlns:a16="http://schemas.microsoft.com/office/drawing/2014/main" id="{631264F9-6EA3-5BE6-39A5-94FF5486CA9E}"/>
                </a:ext>
              </a:extLst>
            </p:cNvPr>
            <p:cNvSpPr/>
            <p:nvPr/>
          </p:nvSpPr>
          <p:spPr>
            <a:xfrm>
              <a:off x="11357824" y="4865803"/>
              <a:ext cx="17743" cy="13941"/>
            </a:xfrm>
            <a:custGeom>
              <a:avLst/>
              <a:gdLst>
                <a:gd name="connsiteX0" fmla="*/ 17743 w 17743"/>
                <a:gd name="connsiteY0" fmla="*/ 6971 h 13941"/>
                <a:gd name="connsiteX1" fmla="*/ 8872 w 17743"/>
                <a:gd name="connsiteY1" fmla="*/ 13941 h 13941"/>
                <a:gd name="connsiteX2" fmla="*/ 0 w 17743"/>
                <a:gd name="connsiteY2" fmla="*/ 6971 h 13941"/>
                <a:gd name="connsiteX3" fmla="*/ 8872 w 17743"/>
                <a:gd name="connsiteY3" fmla="*/ 0 h 13941"/>
                <a:gd name="connsiteX4" fmla="*/ 17743 w 17743"/>
                <a:gd name="connsiteY4" fmla="*/ 6971 h 1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3" h="13941">
                  <a:moveTo>
                    <a:pt x="17743" y="6971"/>
                  </a:moveTo>
                  <a:cubicBezTo>
                    <a:pt x="17743" y="10899"/>
                    <a:pt x="13815" y="13941"/>
                    <a:pt x="8872" y="13941"/>
                  </a:cubicBezTo>
                  <a:cubicBezTo>
                    <a:pt x="3929" y="13941"/>
                    <a:pt x="0" y="10773"/>
                    <a:pt x="0" y="6971"/>
                  </a:cubicBezTo>
                  <a:cubicBezTo>
                    <a:pt x="0" y="3168"/>
                    <a:pt x="3929" y="0"/>
                    <a:pt x="8872" y="0"/>
                  </a:cubicBezTo>
                  <a:cubicBezTo>
                    <a:pt x="13815" y="0"/>
                    <a:pt x="17743" y="3168"/>
                    <a:pt x="17743" y="697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4" name="Freeform: Shape 5003">
              <a:extLst>
                <a:ext uri="{FF2B5EF4-FFF2-40B4-BE49-F238E27FC236}">
                  <a16:creationId xmlns:a16="http://schemas.microsoft.com/office/drawing/2014/main" id="{95B1DE8D-23AA-B0BB-CDDC-F214E176CFC3}"/>
                </a:ext>
              </a:extLst>
            </p:cNvPr>
            <p:cNvSpPr/>
            <p:nvPr/>
          </p:nvSpPr>
          <p:spPr>
            <a:xfrm>
              <a:off x="11314354" y="4964151"/>
              <a:ext cx="15968" cy="12800"/>
            </a:xfrm>
            <a:custGeom>
              <a:avLst/>
              <a:gdLst>
                <a:gd name="connsiteX0" fmla="*/ 15969 w 15968"/>
                <a:gd name="connsiteY0" fmla="*/ 6464 h 12800"/>
                <a:gd name="connsiteX1" fmla="*/ 7984 w 15968"/>
                <a:gd name="connsiteY1" fmla="*/ 12800 h 12800"/>
                <a:gd name="connsiteX2" fmla="*/ 0 w 15968"/>
                <a:gd name="connsiteY2" fmla="*/ 6464 h 12800"/>
                <a:gd name="connsiteX3" fmla="*/ 7984 w 15968"/>
                <a:gd name="connsiteY3" fmla="*/ 0 h 12800"/>
                <a:gd name="connsiteX4" fmla="*/ 15969 w 15968"/>
                <a:gd name="connsiteY4" fmla="*/ 6464 h 1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800">
                  <a:moveTo>
                    <a:pt x="15969" y="6464"/>
                  </a:moveTo>
                  <a:cubicBezTo>
                    <a:pt x="15969" y="10012"/>
                    <a:pt x="12293" y="12800"/>
                    <a:pt x="7984" y="12800"/>
                  </a:cubicBezTo>
                  <a:cubicBezTo>
                    <a:pt x="3675" y="12800"/>
                    <a:pt x="0" y="9885"/>
                    <a:pt x="0" y="6464"/>
                  </a:cubicBezTo>
                  <a:cubicBezTo>
                    <a:pt x="0" y="3042"/>
                    <a:pt x="3549" y="0"/>
                    <a:pt x="7984" y="0"/>
                  </a:cubicBezTo>
                  <a:cubicBezTo>
                    <a:pt x="12420" y="0"/>
                    <a:pt x="15969" y="2915"/>
                    <a:pt x="15969" y="646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5" name="Freeform: Shape 5004">
              <a:extLst>
                <a:ext uri="{FF2B5EF4-FFF2-40B4-BE49-F238E27FC236}">
                  <a16:creationId xmlns:a16="http://schemas.microsoft.com/office/drawing/2014/main" id="{C56ED752-E936-A6C2-F171-CEDB529A3133}"/>
                </a:ext>
              </a:extLst>
            </p:cNvPr>
            <p:cNvSpPr/>
            <p:nvPr/>
          </p:nvSpPr>
          <p:spPr>
            <a:xfrm>
              <a:off x="11267335" y="5061484"/>
              <a:ext cx="15462" cy="12420"/>
            </a:xfrm>
            <a:custGeom>
              <a:avLst/>
              <a:gdLst>
                <a:gd name="connsiteX0" fmla="*/ 15462 w 15462"/>
                <a:gd name="connsiteY0" fmla="*/ 6210 h 12420"/>
                <a:gd name="connsiteX1" fmla="*/ 7731 w 15462"/>
                <a:gd name="connsiteY1" fmla="*/ 12420 h 12420"/>
                <a:gd name="connsiteX2" fmla="*/ 0 w 15462"/>
                <a:gd name="connsiteY2" fmla="*/ 6210 h 12420"/>
                <a:gd name="connsiteX3" fmla="*/ 7731 w 15462"/>
                <a:gd name="connsiteY3" fmla="*/ 0 h 12420"/>
                <a:gd name="connsiteX4" fmla="*/ 15462 w 15462"/>
                <a:gd name="connsiteY4" fmla="*/ 6210 h 12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62" h="12420">
                  <a:moveTo>
                    <a:pt x="15462" y="6210"/>
                  </a:moveTo>
                  <a:cubicBezTo>
                    <a:pt x="15462" y="9632"/>
                    <a:pt x="12040" y="12420"/>
                    <a:pt x="7731" y="12420"/>
                  </a:cubicBezTo>
                  <a:cubicBezTo>
                    <a:pt x="3422" y="12420"/>
                    <a:pt x="0" y="9632"/>
                    <a:pt x="0" y="6210"/>
                  </a:cubicBezTo>
                  <a:cubicBezTo>
                    <a:pt x="0" y="2788"/>
                    <a:pt x="3549" y="0"/>
                    <a:pt x="7731" y="0"/>
                  </a:cubicBezTo>
                  <a:cubicBezTo>
                    <a:pt x="11913" y="0"/>
                    <a:pt x="15462" y="2788"/>
                    <a:pt x="15462" y="621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6" name="Freeform: Shape 5005">
              <a:extLst>
                <a:ext uri="{FF2B5EF4-FFF2-40B4-BE49-F238E27FC236}">
                  <a16:creationId xmlns:a16="http://schemas.microsoft.com/office/drawing/2014/main" id="{598E8F05-5787-1578-97B7-8001C8F97E9E}"/>
                </a:ext>
              </a:extLst>
            </p:cNvPr>
            <p:cNvSpPr/>
            <p:nvPr/>
          </p:nvSpPr>
          <p:spPr>
            <a:xfrm>
              <a:off x="11217908" y="5158183"/>
              <a:ext cx="13940" cy="11152"/>
            </a:xfrm>
            <a:custGeom>
              <a:avLst/>
              <a:gdLst>
                <a:gd name="connsiteX0" fmla="*/ 13941 w 13940"/>
                <a:gd name="connsiteY0" fmla="*/ 5576 h 11152"/>
                <a:gd name="connsiteX1" fmla="*/ 6970 w 13940"/>
                <a:gd name="connsiteY1" fmla="*/ 11153 h 11152"/>
                <a:gd name="connsiteX2" fmla="*/ 0 w 13940"/>
                <a:gd name="connsiteY2" fmla="*/ 5576 h 11152"/>
                <a:gd name="connsiteX3" fmla="*/ 6970 w 13940"/>
                <a:gd name="connsiteY3" fmla="*/ 0 h 11152"/>
                <a:gd name="connsiteX4" fmla="*/ 13941 w 13940"/>
                <a:gd name="connsiteY4" fmla="*/ 5576 h 11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0" h="11152">
                  <a:moveTo>
                    <a:pt x="13941" y="5576"/>
                  </a:moveTo>
                  <a:cubicBezTo>
                    <a:pt x="13941" y="8618"/>
                    <a:pt x="10772" y="11153"/>
                    <a:pt x="6970" y="11153"/>
                  </a:cubicBezTo>
                  <a:cubicBezTo>
                    <a:pt x="3168" y="11153"/>
                    <a:pt x="0" y="8745"/>
                    <a:pt x="0" y="5576"/>
                  </a:cubicBezTo>
                  <a:cubicBezTo>
                    <a:pt x="0" y="2408"/>
                    <a:pt x="3168" y="0"/>
                    <a:pt x="6970" y="0"/>
                  </a:cubicBezTo>
                  <a:cubicBezTo>
                    <a:pt x="10772" y="0"/>
                    <a:pt x="13941" y="2408"/>
                    <a:pt x="13941" y="55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7" name="Freeform: Shape 5006">
              <a:extLst>
                <a:ext uri="{FF2B5EF4-FFF2-40B4-BE49-F238E27FC236}">
                  <a16:creationId xmlns:a16="http://schemas.microsoft.com/office/drawing/2014/main" id="{D9FA2B58-04E8-3B6C-659C-D527C0DEDCCC}"/>
                </a:ext>
              </a:extLst>
            </p:cNvPr>
            <p:cNvSpPr/>
            <p:nvPr/>
          </p:nvSpPr>
          <p:spPr>
            <a:xfrm>
              <a:off x="11165059" y="5253489"/>
              <a:ext cx="13434" cy="10645"/>
            </a:xfrm>
            <a:custGeom>
              <a:avLst/>
              <a:gdLst>
                <a:gd name="connsiteX0" fmla="*/ 13435 w 13434"/>
                <a:gd name="connsiteY0" fmla="*/ 5323 h 10645"/>
                <a:gd name="connsiteX1" fmla="*/ 6717 w 13434"/>
                <a:gd name="connsiteY1" fmla="*/ 10646 h 10645"/>
                <a:gd name="connsiteX2" fmla="*/ 0 w 13434"/>
                <a:gd name="connsiteY2" fmla="*/ 5323 h 10645"/>
                <a:gd name="connsiteX3" fmla="*/ 6717 w 13434"/>
                <a:gd name="connsiteY3" fmla="*/ 0 h 10645"/>
                <a:gd name="connsiteX4" fmla="*/ 13435 w 13434"/>
                <a:gd name="connsiteY4" fmla="*/ 5323 h 1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34" h="10645">
                  <a:moveTo>
                    <a:pt x="13435" y="5323"/>
                  </a:moveTo>
                  <a:cubicBezTo>
                    <a:pt x="13435" y="8238"/>
                    <a:pt x="10392" y="10646"/>
                    <a:pt x="6717" y="10646"/>
                  </a:cubicBezTo>
                  <a:cubicBezTo>
                    <a:pt x="3042" y="10646"/>
                    <a:pt x="0" y="8238"/>
                    <a:pt x="0" y="5323"/>
                  </a:cubicBezTo>
                  <a:cubicBezTo>
                    <a:pt x="0" y="2408"/>
                    <a:pt x="3042" y="0"/>
                    <a:pt x="6717" y="0"/>
                  </a:cubicBezTo>
                  <a:cubicBezTo>
                    <a:pt x="10392" y="0"/>
                    <a:pt x="13435" y="2408"/>
                    <a:pt x="13435" y="532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8" name="Freeform: Shape 5007">
              <a:extLst>
                <a:ext uri="{FF2B5EF4-FFF2-40B4-BE49-F238E27FC236}">
                  <a16:creationId xmlns:a16="http://schemas.microsoft.com/office/drawing/2014/main" id="{0BFD9DF4-9BD9-1413-3EEE-0C385CEADB1A}"/>
                </a:ext>
              </a:extLst>
            </p:cNvPr>
            <p:cNvSpPr/>
            <p:nvPr/>
          </p:nvSpPr>
          <p:spPr>
            <a:xfrm>
              <a:off x="11109675" y="5347907"/>
              <a:ext cx="12547" cy="10012"/>
            </a:xfrm>
            <a:custGeom>
              <a:avLst/>
              <a:gdLst>
                <a:gd name="connsiteX0" fmla="*/ 12548 w 12547"/>
                <a:gd name="connsiteY0" fmla="*/ 5069 h 10012"/>
                <a:gd name="connsiteX1" fmla="*/ 6211 w 12547"/>
                <a:gd name="connsiteY1" fmla="*/ 10012 h 10012"/>
                <a:gd name="connsiteX2" fmla="*/ 0 w 12547"/>
                <a:gd name="connsiteY2" fmla="*/ 5069 h 10012"/>
                <a:gd name="connsiteX3" fmla="*/ 6211 w 12547"/>
                <a:gd name="connsiteY3" fmla="*/ 0 h 10012"/>
                <a:gd name="connsiteX4" fmla="*/ 12548 w 12547"/>
                <a:gd name="connsiteY4" fmla="*/ 5069 h 1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47" h="10012">
                  <a:moveTo>
                    <a:pt x="12548" y="5069"/>
                  </a:moveTo>
                  <a:lnTo>
                    <a:pt x="6211" y="10012"/>
                  </a:lnTo>
                  <a:lnTo>
                    <a:pt x="0" y="5069"/>
                  </a:lnTo>
                  <a:lnTo>
                    <a:pt x="6211" y="0"/>
                  </a:lnTo>
                  <a:lnTo>
                    <a:pt x="12548" y="506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9" name="Freeform: Shape 5008">
              <a:extLst>
                <a:ext uri="{FF2B5EF4-FFF2-40B4-BE49-F238E27FC236}">
                  <a16:creationId xmlns:a16="http://schemas.microsoft.com/office/drawing/2014/main" id="{47AF70A3-2912-9DEC-7BDA-C52F062914ED}"/>
                </a:ext>
              </a:extLst>
            </p:cNvPr>
            <p:cNvSpPr/>
            <p:nvPr/>
          </p:nvSpPr>
          <p:spPr>
            <a:xfrm>
              <a:off x="11051631" y="5441438"/>
              <a:ext cx="11278" cy="8871"/>
            </a:xfrm>
            <a:custGeom>
              <a:avLst/>
              <a:gdLst>
                <a:gd name="connsiteX0" fmla="*/ 11279 w 11278"/>
                <a:gd name="connsiteY0" fmla="*/ 4436 h 8871"/>
                <a:gd name="connsiteX1" fmla="*/ 5576 w 11278"/>
                <a:gd name="connsiteY1" fmla="*/ 8871 h 8871"/>
                <a:gd name="connsiteX2" fmla="*/ 0 w 11278"/>
                <a:gd name="connsiteY2" fmla="*/ 4436 h 8871"/>
                <a:gd name="connsiteX3" fmla="*/ 5576 w 11278"/>
                <a:gd name="connsiteY3" fmla="*/ 0 h 8871"/>
                <a:gd name="connsiteX4" fmla="*/ 11279 w 11278"/>
                <a:gd name="connsiteY4" fmla="*/ 4436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78" h="8871">
                  <a:moveTo>
                    <a:pt x="11279" y="4436"/>
                  </a:moveTo>
                  <a:lnTo>
                    <a:pt x="5576" y="8871"/>
                  </a:lnTo>
                  <a:lnTo>
                    <a:pt x="0" y="4436"/>
                  </a:lnTo>
                  <a:lnTo>
                    <a:pt x="5576" y="0"/>
                  </a:lnTo>
                  <a:lnTo>
                    <a:pt x="11279" y="44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0" name="Freeform: Shape 5009">
              <a:extLst>
                <a:ext uri="{FF2B5EF4-FFF2-40B4-BE49-F238E27FC236}">
                  <a16:creationId xmlns:a16="http://schemas.microsoft.com/office/drawing/2014/main" id="{B1849468-B0C1-586C-F6A7-3CAAF7E733F8}"/>
                </a:ext>
              </a:extLst>
            </p:cNvPr>
            <p:cNvSpPr/>
            <p:nvPr/>
          </p:nvSpPr>
          <p:spPr>
            <a:xfrm>
              <a:off x="10990417" y="5533575"/>
              <a:ext cx="10646" cy="8364"/>
            </a:xfrm>
            <a:custGeom>
              <a:avLst/>
              <a:gdLst>
                <a:gd name="connsiteX0" fmla="*/ 10646 w 10646"/>
                <a:gd name="connsiteY0" fmla="*/ 4183 h 8364"/>
                <a:gd name="connsiteX1" fmla="*/ 5323 w 10646"/>
                <a:gd name="connsiteY1" fmla="*/ 8365 h 8364"/>
                <a:gd name="connsiteX2" fmla="*/ 0 w 10646"/>
                <a:gd name="connsiteY2" fmla="*/ 4183 h 8364"/>
                <a:gd name="connsiteX3" fmla="*/ 5323 w 10646"/>
                <a:gd name="connsiteY3" fmla="*/ 0 h 8364"/>
                <a:gd name="connsiteX4" fmla="*/ 10646 w 10646"/>
                <a:gd name="connsiteY4" fmla="*/ 4183 h 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46" h="8364">
                  <a:moveTo>
                    <a:pt x="10646" y="4183"/>
                  </a:moveTo>
                  <a:lnTo>
                    <a:pt x="5323" y="8365"/>
                  </a:lnTo>
                  <a:lnTo>
                    <a:pt x="0" y="4183"/>
                  </a:lnTo>
                  <a:lnTo>
                    <a:pt x="5323" y="0"/>
                  </a:lnTo>
                  <a:lnTo>
                    <a:pt x="10646" y="418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1" name="Freeform: Shape 5010">
              <a:extLst>
                <a:ext uri="{FF2B5EF4-FFF2-40B4-BE49-F238E27FC236}">
                  <a16:creationId xmlns:a16="http://schemas.microsoft.com/office/drawing/2014/main" id="{A9F7B6D0-FC65-0378-F195-BDE4CA35EF0C}"/>
                </a:ext>
              </a:extLst>
            </p:cNvPr>
            <p:cNvSpPr/>
            <p:nvPr/>
          </p:nvSpPr>
          <p:spPr>
            <a:xfrm>
              <a:off x="10927049" y="5624825"/>
              <a:ext cx="9124" cy="7223"/>
            </a:xfrm>
            <a:custGeom>
              <a:avLst/>
              <a:gdLst>
                <a:gd name="connsiteX0" fmla="*/ 9125 w 9124"/>
                <a:gd name="connsiteY0" fmla="*/ 3549 h 7223"/>
                <a:gd name="connsiteX1" fmla="*/ 4562 w 9124"/>
                <a:gd name="connsiteY1" fmla="*/ 7224 h 7223"/>
                <a:gd name="connsiteX2" fmla="*/ 0 w 9124"/>
                <a:gd name="connsiteY2" fmla="*/ 3549 h 7223"/>
                <a:gd name="connsiteX3" fmla="*/ 4562 w 9124"/>
                <a:gd name="connsiteY3" fmla="*/ 0 h 7223"/>
                <a:gd name="connsiteX4" fmla="*/ 9125 w 9124"/>
                <a:gd name="connsiteY4" fmla="*/ 3549 h 7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4" h="7223">
                  <a:moveTo>
                    <a:pt x="9125" y="3549"/>
                  </a:moveTo>
                  <a:lnTo>
                    <a:pt x="4562" y="7224"/>
                  </a:lnTo>
                  <a:lnTo>
                    <a:pt x="0" y="3549"/>
                  </a:lnTo>
                  <a:lnTo>
                    <a:pt x="4562" y="0"/>
                  </a:lnTo>
                  <a:lnTo>
                    <a:pt x="9125" y="354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2" name="Freeform: Shape 5011">
              <a:extLst>
                <a:ext uri="{FF2B5EF4-FFF2-40B4-BE49-F238E27FC236}">
                  <a16:creationId xmlns:a16="http://schemas.microsoft.com/office/drawing/2014/main" id="{C27848B6-C34A-8C88-90F2-ABCA552C6F49}"/>
                </a:ext>
              </a:extLst>
            </p:cNvPr>
            <p:cNvSpPr/>
            <p:nvPr/>
          </p:nvSpPr>
          <p:spPr>
            <a:xfrm>
              <a:off x="10860512" y="5714554"/>
              <a:ext cx="8364" cy="6590"/>
            </a:xfrm>
            <a:custGeom>
              <a:avLst/>
              <a:gdLst>
                <a:gd name="connsiteX0" fmla="*/ 8364 w 8364"/>
                <a:gd name="connsiteY0" fmla="*/ 3295 h 6590"/>
                <a:gd name="connsiteX1" fmla="*/ 4183 w 8364"/>
                <a:gd name="connsiteY1" fmla="*/ 6590 h 6590"/>
                <a:gd name="connsiteX2" fmla="*/ 0 w 8364"/>
                <a:gd name="connsiteY2" fmla="*/ 3295 h 6590"/>
                <a:gd name="connsiteX3" fmla="*/ 4183 w 8364"/>
                <a:gd name="connsiteY3" fmla="*/ 0 h 6590"/>
                <a:gd name="connsiteX4" fmla="*/ 8364 w 8364"/>
                <a:gd name="connsiteY4" fmla="*/ 3295 h 6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64" h="6590">
                  <a:moveTo>
                    <a:pt x="8364" y="3295"/>
                  </a:moveTo>
                  <a:lnTo>
                    <a:pt x="4183" y="6590"/>
                  </a:lnTo>
                  <a:lnTo>
                    <a:pt x="0" y="3295"/>
                  </a:lnTo>
                  <a:lnTo>
                    <a:pt x="4183" y="0"/>
                  </a:lnTo>
                  <a:lnTo>
                    <a:pt x="8364" y="32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3" name="Freeform: Shape 5012">
              <a:extLst>
                <a:ext uri="{FF2B5EF4-FFF2-40B4-BE49-F238E27FC236}">
                  <a16:creationId xmlns:a16="http://schemas.microsoft.com/office/drawing/2014/main" id="{178BE897-BA2D-DE9B-B33F-7BECD4200E5E}"/>
                </a:ext>
              </a:extLst>
            </p:cNvPr>
            <p:cNvSpPr/>
            <p:nvPr/>
          </p:nvSpPr>
          <p:spPr>
            <a:xfrm>
              <a:off x="10791187" y="5802889"/>
              <a:ext cx="7858" cy="6209"/>
            </a:xfrm>
            <a:custGeom>
              <a:avLst/>
              <a:gdLst>
                <a:gd name="connsiteX0" fmla="*/ 7858 w 7858"/>
                <a:gd name="connsiteY0" fmla="*/ 3042 h 6209"/>
                <a:gd name="connsiteX1" fmla="*/ 3930 w 7858"/>
                <a:gd name="connsiteY1" fmla="*/ 6210 h 6209"/>
                <a:gd name="connsiteX2" fmla="*/ 0 w 7858"/>
                <a:gd name="connsiteY2" fmla="*/ 3042 h 6209"/>
                <a:gd name="connsiteX3" fmla="*/ 3930 w 7858"/>
                <a:gd name="connsiteY3" fmla="*/ 0 h 6209"/>
                <a:gd name="connsiteX4" fmla="*/ 7858 w 7858"/>
                <a:gd name="connsiteY4" fmla="*/ 3042 h 6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58" h="6209">
                  <a:moveTo>
                    <a:pt x="7858" y="3042"/>
                  </a:moveTo>
                  <a:lnTo>
                    <a:pt x="3930" y="6210"/>
                  </a:lnTo>
                  <a:lnTo>
                    <a:pt x="0" y="3042"/>
                  </a:lnTo>
                  <a:lnTo>
                    <a:pt x="3930" y="0"/>
                  </a:lnTo>
                  <a:lnTo>
                    <a:pt x="7858" y="30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4" name="Freeform: Shape 5013">
              <a:extLst>
                <a:ext uri="{FF2B5EF4-FFF2-40B4-BE49-F238E27FC236}">
                  <a16:creationId xmlns:a16="http://schemas.microsoft.com/office/drawing/2014/main" id="{D30CAD78-28D9-670D-8001-2BC045F47A35}"/>
                </a:ext>
              </a:extLst>
            </p:cNvPr>
            <p:cNvSpPr/>
            <p:nvPr/>
          </p:nvSpPr>
          <p:spPr>
            <a:xfrm>
              <a:off x="10719709" y="5890210"/>
              <a:ext cx="6463" cy="5195"/>
            </a:xfrm>
            <a:custGeom>
              <a:avLst/>
              <a:gdLst>
                <a:gd name="connsiteX0" fmla="*/ 6464 w 6463"/>
                <a:gd name="connsiteY0" fmla="*/ 2534 h 5195"/>
                <a:gd name="connsiteX1" fmla="*/ 3168 w 6463"/>
                <a:gd name="connsiteY1" fmla="*/ 5196 h 5195"/>
                <a:gd name="connsiteX2" fmla="*/ 0 w 6463"/>
                <a:gd name="connsiteY2" fmla="*/ 2534 h 5195"/>
                <a:gd name="connsiteX3" fmla="*/ 3168 w 6463"/>
                <a:gd name="connsiteY3" fmla="*/ 0 h 5195"/>
                <a:gd name="connsiteX4" fmla="*/ 6464 w 6463"/>
                <a:gd name="connsiteY4" fmla="*/ 2534 h 5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195">
                  <a:moveTo>
                    <a:pt x="6464" y="2534"/>
                  </a:moveTo>
                  <a:lnTo>
                    <a:pt x="3168" y="5196"/>
                  </a:lnTo>
                  <a:lnTo>
                    <a:pt x="0" y="2534"/>
                  </a:lnTo>
                  <a:lnTo>
                    <a:pt x="3168" y="0"/>
                  </a:lnTo>
                  <a:lnTo>
                    <a:pt x="6464" y="25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5" name="Freeform: Shape 5014">
              <a:extLst>
                <a:ext uri="{FF2B5EF4-FFF2-40B4-BE49-F238E27FC236}">
                  <a16:creationId xmlns:a16="http://schemas.microsoft.com/office/drawing/2014/main" id="{5830C1BE-70CD-D345-AD99-7B63831E9E84}"/>
                </a:ext>
              </a:extLst>
            </p:cNvPr>
            <p:cNvSpPr/>
            <p:nvPr/>
          </p:nvSpPr>
          <p:spPr>
            <a:xfrm>
              <a:off x="10645188" y="5975884"/>
              <a:ext cx="5956" cy="4689"/>
            </a:xfrm>
            <a:custGeom>
              <a:avLst/>
              <a:gdLst>
                <a:gd name="connsiteX0" fmla="*/ 5956 w 5956"/>
                <a:gd name="connsiteY0" fmla="*/ 2282 h 4689"/>
                <a:gd name="connsiteX1" fmla="*/ 2915 w 5956"/>
                <a:gd name="connsiteY1" fmla="*/ 4689 h 4689"/>
                <a:gd name="connsiteX2" fmla="*/ 0 w 5956"/>
                <a:gd name="connsiteY2" fmla="*/ 2282 h 4689"/>
                <a:gd name="connsiteX3" fmla="*/ 2915 w 5956"/>
                <a:gd name="connsiteY3" fmla="*/ 0 h 4689"/>
                <a:gd name="connsiteX4" fmla="*/ 5956 w 5956"/>
                <a:gd name="connsiteY4" fmla="*/ 2282 h 4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6" h="4689">
                  <a:moveTo>
                    <a:pt x="5956" y="2282"/>
                  </a:moveTo>
                  <a:lnTo>
                    <a:pt x="2915" y="4689"/>
                  </a:lnTo>
                  <a:lnTo>
                    <a:pt x="0" y="2282"/>
                  </a:lnTo>
                  <a:lnTo>
                    <a:pt x="2915" y="0"/>
                  </a:lnTo>
                  <a:lnTo>
                    <a:pt x="5956" y="22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6" name="Freeform: Shape 5015">
              <a:extLst>
                <a:ext uri="{FF2B5EF4-FFF2-40B4-BE49-F238E27FC236}">
                  <a16:creationId xmlns:a16="http://schemas.microsoft.com/office/drawing/2014/main" id="{5B1CA140-E187-D8BB-C48A-04DFB064F23F}"/>
                </a:ext>
              </a:extLst>
            </p:cNvPr>
            <p:cNvSpPr/>
            <p:nvPr/>
          </p:nvSpPr>
          <p:spPr>
            <a:xfrm>
              <a:off x="10568386" y="6060290"/>
              <a:ext cx="4816" cy="3802"/>
            </a:xfrm>
            <a:custGeom>
              <a:avLst/>
              <a:gdLst>
                <a:gd name="connsiteX0" fmla="*/ 4816 w 4816"/>
                <a:gd name="connsiteY0" fmla="*/ 1901 h 3802"/>
                <a:gd name="connsiteX1" fmla="*/ 2408 w 4816"/>
                <a:gd name="connsiteY1" fmla="*/ 3802 h 3802"/>
                <a:gd name="connsiteX2" fmla="*/ 0 w 4816"/>
                <a:gd name="connsiteY2" fmla="*/ 1901 h 3802"/>
                <a:gd name="connsiteX3" fmla="*/ 2408 w 4816"/>
                <a:gd name="connsiteY3" fmla="*/ 0 h 3802"/>
                <a:gd name="connsiteX4" fmla="*/ 4816 w 4816"/>
                <a:gd name="connsiteY4" fmla="*/ 1901 h 3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16" h="3802">
                  <a:moveTo>
                    <a:pt x="4816" y="1901"/>
                  </a:moveTo>
                  <a:lnTo>
                    <a:pt x="2408" y="3802"/>
                  </a:lnTo>
                  <a:lnTo>
                    <a:pt x="0" y="1901"/>
                  </a:lnTo>
                  <a:lnTo>
                    <a:pt x="2408" y="0"/>
                  </a:lnTo>
                  <a:lnTo>
                    <a:pt x="4816" y="190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7" name="Freeform: Shape 5016">
              <a:extLst>
                <a:ext uri="{FF2B5EF4-FFF2-40B4-BE49-F238E27FC236}">
                  <a16:creationId xmlns:a16="http://schemas.microsoft.com/office/drawing/2014/main" id="{4352339A-6922-9EF5-9D50-BD4F5611F933}"/>
                </a:ext>
              </a:extLst>
            </p:cNvPr>
            <p:cNvSpPr/>
            <p:nvPr/>
          </p:nvSpPr>
          <p:spPr>
            <a:xfrm>
              <a:off x="10488923" y="6143048"/>
              <a:ext cx="4182" cy="3295"/>
            </a:xfrm>
            <a:custGeom>
              <a:avLst/>
              <a:gdLst>
                <a:gd name="connsiteX0" fmla="*/ 4183 w 4182"/>
                <a:gd name="connsiteY0" fmla="*/ 1648 h 3295"/>
                <a:gd name="connsiteX1" fmla="*/ 2028 w 4182"/>
                <a:gd name="connsiteY1" fmla="*/ 3295 h 3295"/>
                <a:gd name="connsiteX2" fmla="*/ 0 w 4182"/>
                <a:gd name="connsiteY2" fmla="*/ 1648 h 3295"/>
                <a:gd name="connsiteX3" fmla="*/ 2028 w 4182"/>
                <a:gd name="connsiteY3" fmla="*/ 0 h 3295"/>
                <a:gd name="connsiteX4" fmla="*/ 4183 w 4182"/>
                <a:gd name="connsiteY4" fmla="*/ 1648 h 3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2" h="3295">
                  <a:moveTo>
                    <a:pt x="4183" y="1648"/>
                  </a:moveTo>
                  <a:lnTo>
                    <a:pt x="2028" y="3295"/>
                  </a:lnTo>
                  <a:lnTo>
                    <a:pt x="0" y="1648"/>
                  </a:lnTo>
                  <a:lnTo>
                    <a:pt x="2028" y="0"/>
                  </a:lnTo>
                  <a:lnTo>
                    <a:pt x="4183" y="164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8" name="Freeform: Shape 5017">
              <a:extLst>
                <a:ext uri="{FF2B5EF4-FFF2-40B4-BE49-F238E27FC236}">
                  <a16:creationId xmlns:a16="http://schemas.microsoft.com/office/drawing/2014/main" id="{0100CC86-2C6F-46E7-D7D1-46E320A923B3}"/>
                </a:ext>
              </a:extLst>
            </p:cNvPr>
            <p:cNvSpPr/>
            <p:nvPr/>
          </p:nvSpPr>
          <p:spPr>
            <a:xfrm>
              <a:off x="10407305" y="6224539"/>
              <a:ext cx="2914" cy="2281"/>
            </a:xfrm>
            <a:custGeom>
              <a:avLst/>
              <a:gdLst>
                <a:gd name="connsiteX0" fmla="*/ 2915 w 2914"/>
                <a:gd name="connsiteY0" fmla="*/ 1141 h 2281"/>
                <a:gd name="connsiteX1" fmla="*/ 1521 w 2914"/>
                <a:gd name="connsiteY1" fmla="*/ 2282 h 2281"/>
                <a:gd name="connsiteX2" fmla="*/ 0 w 2914"/>
                <a:gd name="connsiteY2" fmla="*/ 1141 h 2281"/>
                <a:gd name="connsiteX3" fmla="*/ 1521 w 2914"/>
                <a:gd name="connsiteY3" fmla="*/ 0 h 2281"/>
                <a:gd name="connsiteX4" fmla="*/ 2915 w 2914"/>
                <a:gd name="connsiteY4" fmla="*/ 1141 h 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" h="2281">
                  <a:moveTo>
                    <a:pt x="2915" y="1141"/>
                  </a:moveTo>
                  <a:lnTo>
                    <a:pt x="1521" y="2282"/>
                  </a:lnTo>
                  <a:lnTo>
                    <a:pt x="0" y="1141"/>
                  </a:lnTo>
                  <a:lnTo>
                    <a:pt x="1521" y="0"/>
                  </a:lnTo>
                  <a:lnTo>
                    <a:pt x="2915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9" name="Freeform: Shape 5018">
              <a:extLst>
                <a:ext uri="{FF2B5EF4-FFF2-40B4-BE49-F238E27FC236}">
                  <a16:creationId xmlns:a16="http://schemas.microsoft.com/office/drawing/2014/main" id="{BC3D9914-A4C8-9DCF-BA70-6EA5C5A2072A}"/>
                </a:ext>
              </a:extLst>
            </p:cNvPr>
            <p:cNvSpPr/>
            <p:nvPr/>
          </p:nvSpPr>
          <p:spPr>
            <a:xfrm>
              <a:off x="10322899" y="6304130"/>
              <a:ext cx="2408" cy="1901"/>
            </a:xfrm>
            <a:custGeom>
              <a:avLst/>
              <a:gdLst>
                <a:gd name="connsiteX0" fmla="*/ 2408 w 2408"/>
                <a:gd name="connsiteY0" fmla="*/ 1014 h 1901"/>
                <a:gd name="connsiteX1" fmla="*/ 1140 w 2408"/>
                <a:gd name="connsiteY1" fmla="*/ 1901 h 1901"/>
                <a:gd name="connsiteX2" fmla="*/ 0 w 2408"/>
                <a:gd name="connsiteY2" fmla="*/ 1014 h 1901"/>
                <a:gd name="connsiteX3" fmla="*/ 1140 w 2408"/>
                <a:gd name="connsiteY3" fmla="*/ 0 h 1901"/>
                <a:gd name="connsiteX4" fmla="*/ 2408 w 2408"/>
                <a:gd name="connsiteY4" fmla="*/ 1014 h 1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8" h="1901">
                  <a:moveTo>
                    <a:pt x="2408" y="1014"/>
                  </a:moveTo>
                  <a:lnTo>
                    <a:pt x="1140" y="1901"/>
                  </a:lnTo>
                  <a:lnTo>
                    <a:pt x="0" y="1014"/>
                  </a:lnTo>
                  <a:lnTo>
                    <a:pt x="1140" y="0"/>
                  </a:lnTo>
                  <a:lnTo>
                    <a:pt x="2408" y="101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0" name="Freeform: Shape 5019">
              <a:extLst>
                <a:ext uri="{FF2B5EF4-FFF2-40B4-BE49-F238E27FC236}">
                  <a16:creationId xmlns:a16="http://schemas.microsoft.com/office/drawing/2014/main" id="{F053B542-A292-22FB-B840-3133F28E1FF3}"/>
                </a:ext>
              </a:extLst>
            </p:cNvPr>
            <p:cNvSpPr/>
            <p:nvPr/>
          </p:nvSpPr>
          <p:spPr>
            <a:xfrm>
              <a:off x="10236211" y="6382199"/>
              <a:ext cx="1774" cy="1394"/>
            </a:xfrm>
            <a:custGeom>
              <a:avLst/>
              <a:gdLst>
                <a:gd name="connsiteX0" fmla="*/ 1774 w 1774"/>
                <a:gd name="connsiteY0" fmla="*/ 634 h 1394"/>
                <a:gd name="connsiteX1" fmla="*/ 887 w 1774"/>
                <a:gd name="connsiteY1" fmla="*/ 1394 h 1394"/>
                <a:gd name="connsiteX2" fmla="*/ 0 w 1774"/>
                <a:gd name="connsiteY2" fmla="*/ 634 h 1394"/>
                <a:gd name="connsiteX3" fmla="*/ 887 w 1774"/>
                <a:gd name="connsiteY3" fmla="*/ 0 h 1394"/>
                <a:gd name="connsiteX4" fmla="*/ 1774 w 1774"/>
                <a:gd name="connsiteY4" fmla="*/ 634 h 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" h="1394">
                  <a:moveTo>
                    <a:pt x="1774" y="634"/>
                  </a:moveTo>
                  <a:lnTo>
                    <a:pt x="887" y="1394"/>
                  </a:lnTo>
                  <a:lnTo>
                    <a:pt x="0" y="634"/>
                  </a:lnTo>
                  <a:lnTo>
                    <a:pt x="887" y="0"/>
                  </a:lnTo>
                  <a:lnTo>
                    <a:pt x="1774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1" name="Freeform: Shape 5020">
              <a:extLst>
                <a:ext uri="{FF2B5EF4-FFF2-40B4-BE49-F238E27FC236}">
                  <a16:creationId xmlns:a16="http://schemas.microsoft.com/office/drawing/2014/main" id="{930BC94E-BB81-4F64-4096-8BF388FEFFEB}"/>
                </a:ext>
              </a:extLst>
            </p:cNvPr>
            <p:cNvSpPr/>
            <p:nvPr/>
          </p:nvSpPr>
          <p:spPr>
            <a:xfrm>
              <a:off x="10147369" y="6458748"/>
              <a:ext cx="760" cy="507"/>
            </a:xfrm>
            <a:custGeom>
              <a:avLst/>
              <a:gdLst>
                <a:gd name="connsiteX0" fmla="*/ 760 w 760"/>
                <a:gd name="connsiteY0" fmla="*/ 253 h 507"/>
                <a:gd name="connsiteX1" fmla="*/ 381 w 760"/>
                <a:gd name="connsiteY1" fmla="*/ 507 h 507"/>
                <a:gd name="connsiteX2" fmla="*/ 0 w 760"/>
                <a:gd name="connsiteY2" fmla="*/ 253 h 507"/>
                <a:gd name="connsiteX3" fmla="*/ 381 w 760"/>
                <a:gd name="connsiteY3" fmla="*/ 0 h 507"/>
                <a:gd name="connsiteX4" fmla="*/ 760 w 760"/>
                <a:gd name="connsiteY4" fmla="*/ 253 h 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0" h="507">
                  <a:moveTo>
                    <a:pt x="760" y="253"/>
                  </a:moveTo>
                  <a:lnTo>
                    <a:pt x="381" y="507"/>
                  </a:lnTo>
                  <a:lnTo>
                    <a:pt x="0" y="253"/>
                  </a:lnTo>
                  <a:lnTo>
                    <a:pt x="381" y="0"/>
                  </a:lnTo>
                  <a:lnTo>
                    <a:pt x="760" y="25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2" name="Freeform: Shape 5021">
              <a:extLst>
                <a:ext uri="{FF2B5EF4-FFF2-40B4-BE49-F238E27FC236}">
                  <a16:creationId xmlns:a16="http://schemas.microsoft.com/office/drawing/2014/main" id="{357B2C60-BF28-2813-E988-2A497169BB3E}"/>
                </a:ext>
              </a:extLst>
            </p:cNvPr>
            <p:cNvSpPr/>
            <p:nvPr/>
          </p:nvSpPr>
          <p:spPr>
            <a:xfrm>
              <a:off x="9961574" y="6605508"/>
              <a:ext cx="1393" cy="1140"/>
            </a:xfrm>
            <a:custGeom>
              <a:avLst/>
              <a:gdLst>
                <a:gd name="connsiteX0" fmla="*/ 1394 w 1393"/>
                <a:gd name="connsiteY0" fmla="*/ 507 h 1140"/>
                <a:gd name="connsiteX1" fmla="*/ 760 w 1393"/>
                <a:gd name="connsiteY1" fmla="*/ 1140 h 1140"/>
                <a:gd name="connsiteX2" fmla="*/ 0 w 1393"/>
                <a:gd name="connsiteY2" fmla="*/ 507 h 1140"/>
                <a:gd name="connsiteX3" fmla="*/ 760 w 1393"/>
                <a:gd name="connsiteY3" fmla="*/ 0 h 1140"/>
                <a:gd name="connsiteX4" fmla="*/ 1394 w 1393"/>
                <a:gd name="connsiteY4" fmla="*/ 507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3" h="1140">
                  <a:moveTo>
                    <a:pt x="1394" y="507"/>
                  </a:moveTo>
                  <a:lnTo>
                    <a:pt x="760" y="1140"/>
                  </a:lnTo>
                  <a:lnTo>
                    <a:pt x="0" y="507"/>
                  </a:lnTo>
                  <a:lnTo>
                    <a:pt x="760" y="0"/>
                  </a:lnTo>
                  <a:lnTo>
                    <a:pt x="1394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3" name="Freeform: Shape 5022">
              <a:extLst>
                <a:ext uri="{FF2B5EF4-FFF2-40B4-BE49-F238E27FC236}">
                  <a16:creationId xmlns:a16="http://schemas.microsoft.com/office/drawing/2014/main" id="{11E6FA70-FEBE-0727-2F39-F1BE05032F18}"/>
                </a:ext>
              </a:extLst>
            </p:cNvPr>
            <p:cNvSpPr/>
            <p:nvPr/>
          </p:nvSpPr>
          <p:spPr>
            <a:xfrm>
              <a:off x="9865635" y="6676353"/>
              <a:ext cx="1393" cy="1140"/>
            </a:xfrm>
            <a:custGeom>
              <a:avLst/>
              <a:gdLst>
                <a:gd name="connsiteX0" fmla="*/ 1394 w 1393"/>
                <a:gd name="connsiteY0" fmla="*/ 507 h 1140"/>
                <a:gd name="connsiteX1" fmla="*/ 760 w 1393"/>
                <a:gd name="connsiteY1" fmla="*/ 1141 h 1140"/>
                <a:gd name="connsiteX2" fmla="*/ 0 w 1393"/>
                <a:gd name="connsiteY2" fmla="*/ 507 h 1140"/>
                <a:gd name="connsiteX3" fmla="*/ 760 w 1393"/>
                <a:gd name="connsiteY3" fmla="*/ 0 h 1140"/>
                <a:gd name="connsiteX4" fmla="*/ 1394 w 1393"/>
                <a:gd name="connsiteY4" fmla="*/ 507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3" h="1140">
                  <a:moveTo>
                    <a:pt x="1394" y="507"/>
                  </a:moveTo>
                  <a:lnTo>
                    <a:pt x="760" y="1141"/>
                  </a:lnTo>
                  <a:lnTo>
                    <a:pt x="0" y="507"/>
                  </a:lnTo>
                  <a:lnTo>
                    <a:pt x="760" y="0"/>
                  </a:lnTo>
                  <a:lnTo>
                    <a:pt x="1394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4" name="Freeform: Shape 5023">
              <a:extLst>
                <a:ext uri="{FF2B5EF4-FFF2-40B4-BE49-F238E27FC236}">
                  <a16:creationId xmlns:a16="http://schemas.microsoft.com/office/drawing/2014/main" id="{E45A9786-5A49-2649-0705-AF28F62B95EE}"/>
                </a:ext>
              </a:extLst>
            </p:cNvPr>
            <p:cNvSpPr/>
            <p:nvPr/>
          </p:nvSpPr>
          <p:spPr>
            <a:xfrm>
              <a:off x="9766781" y="6744791"/>
              <a:ext cx="2914" cy="2281"/>
            </a:xfrm>
            <a:custGeom>
              <a:avLst/>
              <a:gdLst>
                <a:gd name="connsiteX0" fmla="*/ 2915 w 2914"/>
                <a:gd name="connsiteY0" fmla="*/ 1140 h 2281"/>
                <a:gd name="connsiteX1" fmla="*/ 1521 w 2914"/>
                <a:gd name="connsiteY1" fmla="*/ 2281 h 2281"/>
                <a:gd name="connsiteX2" fmla="*/ 0 w 2914"/>
                <a:gd name="connsiteY2" fmla="*/ 1140 h 2281"/>
                <a:gd name="connsiteX3" fmla="*/ 1521 w 2914"/>
                <a:gd name="connsiteY3" fmla="*/ 0 h 2281"/>
                <a:gd name="connsiteX4" fmla="*/ 2915 w 2914"/>
                <a:gd name="connsiteY4" fmla="*/ 1140 h 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" h="2281">
                  <a:moveTo>
                    <a:pt x="2915" y="1140"/>
                  </a:moveTo>
                  <a:lnTo>
                    <a:pt x="1521" y="2281"/>
                  </a:lnTo>
                  <a:lnTo>
                    <a:pt x="0" y="1140"/>
                  </a:lnTo>
                  <a:lnTo>
                    <a:pt x="1521" y="0"/>
                  </a:lnTo>
                  <a:lnTo>
                    <a:pt x="2915" y="114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5" name="Freeform: Shape 5024">
              <a:extLst>
                <a:ext uri="{FF2B5EF4-FFF2-40B4-BE49-F238E27FC236}">
                  <a16:creationId xmlns:a16="http://schemas.microsoft.com/office/drawing/2014/main" id="{B71A05D6-770C-A1B8-4774-DC329D77BC4F}"/>
                </a:ext>
              </a:extLst>
            </p:cNvPr>
            <p:cNvSpPr/>
            <p:nvPr/>
          </p:nvSpPr>
          <p:spPr>
            <a:xfrm>
              <a:off x="9666026" y="6811454"/>
              <a:ext cx="4309" cy="3421"/>
            </a:xfrm>
            <a:custGeom>
              <a:avLst/>
              <a:gdLst>
                <a:gd name="connsiteX0" fmla="*/ 4309 w 4309"/>
                <a:gd name="connsiteY0" fmla="*/ 1648 h 3421"/>
                <a:gd name="connsiteX1" fmla="*/ 2154 w 4309"/>
                <a:gd name="connsiteY1" fmla="*/ 3421 h 3421"/>
                <a:gd name="connsiteX2" fmla="*/ 0 w 4309"/>
                <a:gd name="connsiteY2" fmla="*/ 1648 h 3421"/>
                <a:gd name="connsiteX3" fmla="*/ 2154 w 4309"/>
                <a:gd name="connsiteY3" fmla="*/ 0 h 3421"/>
                <a:gd name="connsiteX4" fmla="*/ 4309 w 4309"/>
                <a:gd name="connsiteY4" fmla="*/ 1648 h 3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9" h="3421">
                  <a:moveTo>
                    <a:pt x="4309" y="1648"/>
                  </a:moveTo>
                  <a:lnTo>
                    <a:pt x="2154" y="3421"/>
                  </a:lnTo>
                  <a:lnTo>
                    <a:pt x="0" y="1648"/>
                  </a:lnTo>
                  <a:lnTo>
                    <a:pt x="2154" y="0"/>
                  </a:lnTo>
                  <a:lnTo>
                    <a:pt x="4309" y="164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6" name="Freeform: Shape 5025">
              <a:extLst>
                <a:ext uri="{FF2B5EF4-FFF2-40B4-BE49-F238E27FC236}">
                  <a16:creationId xmlns:a16="http://schemas.microsoft.com/office/drawing/2014/main" id="{0ABC2097-BF47-8D3F-E8F2-F59D7683B03E}"/>
                </a:ext>
              </a:extLst>
            </p:cNvPr>
            <p:cNvSpPr/>
            <p:nvPr/>
          </p:nvSpPr>
          <p:spPr>
            <a:xfrm>
              <a:off x="2630532" y="6795231"/>
              <a:ext cx="45117" cy="29656"/>
            </a:xfrm>
            <a:custGeom>
              <a:avLst/>
              <a:gdLst>
                <a:gd name="connsiteX0" fmla="*/ 22559 w 45117"/>
                <a:gd name="connsiteY0" fmla="*/ 0 h 29656"/>
                <a:gd name="connsiteX1" fmla="*/ 0 w 45117"/>
                <a:gd name="connsiteY1" fmla="*/ 17870 h 29656"/>
                <a:gd name="connsiteX2" fmla="*/ 5830 w 45117"/>
                <a:gd name="connsiteY2" fmla="*/ 29657 h 29656"/>
                <a:gd name="connsiteX3" fmla="*/ 39288 w 45117"/>
                <a:gd name="connsiteY3" fmla="*/ 29657 h 29656"/>
                <a:gd name="connsiteX4" fmla="*/ 45118 w 45117"/>
                <a:gd name="connsiteY4" fmla="*/ 17870 h 29656"/>
                <a:gd name="connsiteX5" fmla="*/ 22559 w 45117"/>
                <a:gd name="connsiteY5" fmla="*/ 0 h 29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5117" h="29656">
                  <a:moveTo>
                    <a:pt x="22559" y="0"/>
                  </a:moveTo>
                  <a:cubicBezTo>
                    <a:pt x="10139" y="0"/>
                    <a:pt x="0" y="7984"/>
                    <a:pt x="0" y="17870"/>
                  </a:cubicBezTo>
                  <a:cubicBezTo>
                    <a:pt x="0" y="22433"/>
                    <a:pt x="2281" y="26488"/>
                    <a:pt x="5830" y="29657"/>
                  </a:cubicBezTo>
                  <a:lnTo>
                    <a:pt x="39288" y="29657"/>
                  </a:lnTo>
                  <a:cubicBezTo>
                    <a:pt x="42837" y="26488"/>
                    <a:pt x="45118" y="22433"/>
                    <a:pt x="45118" y="17870"/>
                  </a:cubicBezTo>
                  <a:cubicBezTo>
                    <a:pt x="45118" y="7984"/>
                    <a:pt x="34979" y="0"/>
                    <a:pt x="22559" y="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7" name="Freeform: Shape 5026">
              <a:extLst>
                <a:ext uri="{FF2B5EF4-FFF2-40B4-BE49-F238E27FC236}">
                  <a16:creationId xmlns:a16="http://schemas.microsoft.com/office/drawing/2014/main" id="{E553DBD7-B568-618B-9186-7E0D30650288}"/>
                </a:ext>
              </a:extLst>
            </p:cNvPr>
            <p:cNvSpPr/>
            <p:nvPr/>
          </p:nvSpPr>
          <p:spPr>
            <a:xfrm>
              <a:off x="2530411" y="6728062"/>
              <a:ext cx="45117" cy="35739"/>
            </a:xfrm>
            <a:custGeom>
              <a:avLst/>
              <a:gdLst>
                <a:gd name="connsiteX0" fmla="*/ 45118 w 45117"/>
                <a:gd name="connsiteY0" fmla="*/ 17869 h 35739"/>
                <a:gd name="connsiteX1" fmla="*/ 22559 w 45117"/>
                <a:gd name="connsiteY1" fmla="*/ 35740 h 35739"/>
                <a:gd name="connsiteX2" fmla="*/ 0 w 45117"/>
                <a:gd name="connsiteY2" fmla="*/ 17869 h 35739"/>
                <a:gd name="connsiteX3" fmla="*/ 22559 w 45117"/>
                <a:gd name="connsiteY3" fmla="*/ 0 h 35739"/>
                <a:gd name="connsiteX4" fmla="*/ 45118 w 45117"/>
                <a:gd name="connsiteY4" fmla="*/ 17869 h 35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17" h="35739">
                  <a:moveTo>
                    <a:pt x="45118" y="17869"/>
                  </a:moveTo>
                  <a:cubicBezTo>
                    <a:pt x="45118" y="27755"/>
                    <a:pt x="34979" y="35740"/>
                    <a:pt x="22559" y="35740"/>
                  </a:cubicBezTo>
                  <a:cubicBezTo>
                    <a:pt x="10139" y="35740"/>
                    <a:pt x="0" y="27755"/>
                    <a:pt x="0" y="17869"/>
                  </a:cubicBezTo>
                  <a:cubicBezTo>
                    <a:pt x="0" y="7984"/>
                    <a:pt x="10139" y="0"/>
                    <a:pt x="22559" y="0"/>
                  </a:cubicBezTo>
                  <a:cubicBezTo>
                    <a:pt x="34979" y="0"/>
                    <a:pt x="45118" y="7984"/>
                    <a:pt x="45118" y="1786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8" name="Freeform: Shape 5027">
              <a:extLst>
                <a:ext uri="{FF2B5EF4-FFF2-40B4-BE49-F238E27FC236}">
                  <a16:creationId xmlns:a16="http://schemas.microsoft.com/office/drawing/2014/main" id="{F640AF31-7395-6FE0-1ED4-B3440A506211}"/>
                </a:ext>
              </a:extLst>
            </p:cNvPr>
            <p:cNvSpPr/>
            <p:nvPr/>
          </p:nvSpPr>
          <p:spPr>
            <a:xfrm>
              <a:off x="2432317" y="6658990"/>
              <a:ext cx="45117" cy="35739"/>
            </a:xfrm>
            <a:custGeom>
              <a:avLst/>
              <a:gdLst>
                <a:gd name="connsiteX0" fmla="*/ 45118 w 45117"/>
                <a:gd name="connsiteY0" fmla="*/ 17870 h 35739"/>
                <a:gd name="connsiteX1" fmla="*/ 22559 w 45117"/>
                <a:gd name="connsiteY1" fmla="*/ 35740 h 35739"/>
                <a:gd name="connsiteX2" fmla="*/ 0 w 45117"/>
                <a:gd name="connsiteY2" fmla="*/ 17870 h 35739"/>
                <a:gd name="connsiteX3" fmla="*/ 22559 w 45117"/>
                <a:gd name="connsiteY3" fmla="*/ 0 h 35739"/>
                <a:gd name="connsiteX4" fmla="*/ 45118 w 45117"/>
                <a:gd name="connsiteY4" fmla="*/ 17870 h 35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17" h="35739">
                  <a:moveTo>
                    <a:pt x="45118" y="17870"/>
                  </a:moveTo>
                  <a:cubicBezTo>
                    <a:pt x="45118" y="27755"/>
                    <a:pt x="34979" y="35740"/>
                    <a:pt x="22559" y="35740"/>
                  </a:cubicBezTo>
                  <a:cubicBezTo>
                    <a:pt x="10139" y="35740"/>
                    <a:pt x="0" y="27755"/>
                    <a:pt x="0" y="17870"/>
                  </a:cubicBezTo>
                  <a:cubicBezTo>
                    <a:pt x="0" y="7984"/>
                    <a:pt x="10139" y="0"/>
                    <a:pt x="22559" y="0"/>
                  </a:cubicBezTo>
                  <a:cubicBezTo>
                    <a:pt x="34979" y="0"/>
                    <a:pt x="45118" y="7984"/>
                    <a:pt x="45118" y="178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9" name="Freeform: Shape 5028">
              <a:extLst>
                <a:ext uri="{FF2B5EF4-FFF2-40B4-BE49-F238E27FC236}">
                  <a16:creationId xmlns:a16="http://schemas.microsoft.com/office/drawing/2014/main" id="{51A63F9F-03AA-3F3B-148C-701545ABB579}"/>
                </a:ext>
              </a:extLst>
            </p:cNvPr>
            <p:cNvSpPr/>
            <p:nvPr/>
          </p:nvSpPr>
          <p:spPr>
            <a:xfrm>
              <a:off x="2336378" y="6588145"/>
              <a:ext cx="45117" cy="35865"/>
            </a:xfrm>
            <a:custGeom>
              <a:avLst/>
              <a:gdLst>
                <a:gd name="connsiteX0" fmla="*/ 45118 w 45117"/>
                <a:gd name="connsiteY0" fmla="*/ 17869 h 35865"/>
                <a:gd name="connsiteX1" fmla="*/ 22559 w 45117"/>
                <a:gd name="connsiteY1" fmla="*/ 35866 h 35865"/>
                <a:gd name="connsiteX2" fmla="*/ 0 w 45117"/>
                <a:gd name="connsiteY2" fmla="*/ 17869 h 35865"/>
                <a:gd name="connsiteX3" fmla="*/ 22559 w 45117"/>
                <a:gd name="connsiteY3" fmla="*/ 0 h 35865"/>
                <a:gd name="connsiteX4" fmla="*/ 45118 w 45117"/>
                <a:gd name="connsiteY4" fmla="*/ 17869 h 35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17" h="35865">
                  <a:moveTo>
                    <a:pt x="45118" y="17869"/>
                  </a:moveTo>
                  <a:cubicBezTo>
                    <a:pt x="45118" y="27755"/>
                    <a:pt x="34979" y="35866"/>
                    <a:pt x="22559" y="35866"/>
                  </a:cubicBezTo>
                  <a:cubicBezTo>
                    <a:pt x="10139" y="35866"/>
                    <a:pt x="0" y="27881"/>
                    <a:pt x="0" y="17869"/>
                  </a:cubicBezTo>
                  <a:cubicBezTo>
                    <a:pt x="0" y="7858"/>
                    <a:pt x="10139" y="0"/>
                    <a:pt x="22559" y="0"/>
                  </a:cubicBezTo>
                  <a:cubicBezTo>
                    <a:pt x="34979" y="0"/>
                    <a:pt x="45118" y="7984"/>
                    <a:pt x="45118" y="1786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30" name="Freeform: Shape 5029">
              <a:extLst>
                <a:ext uri="{FF2B5EF4-FFF2-40B4-BE49-F238E27FC236}">
                  <a16:creationId xmlns:a16="http://schemas.microsoft.com/office/drawing/2014/main" id="{CDA1569D-510C-C68F-137E-364FD7D43805}"/>
                </a:ext>
              </a:extLst>
            </p:cNvPr>
            <p:cNvSpPr/>
            <p:nvPr/>
          </p:nvSpPr>
          <p:spPr>
            <a:xfrm>
              <a:off x="2242593" y="6515525"/>
              <a:ext cx="45117" cy="35739"/>
            </a:xfrm>
            <a:custGeom>
              <a:avLst/>
              <a:gdLst>
                <a:gd name="connsiteX0" fmla="*/ 45118 w 45117"/>
                <a:gd name="connsiteY0" fmla="*/ 17870 h 35739"/>
                <a:gd name="connsiteX1" fmla="*/ 22559 w 45117"/>
                <a:gd name="connsiteY1" fmla="*/ 35740 h 35739"/>
                <a:gd name="connsiteX2" fmla="*/ 0 w 45117"/>
                <a:gd name="connsiteY2" fmla="*/ 17870 h 35739"/>
                <a:gd name="connsiteX3" fmla="*/ 22559 w 45117"/>
                <a:gd name="connsiteY3" fmla="*/ 0 h 35739"/>
                <a:gd name="connsiteX4" fmla="*/ 45118 w 45117"/>
                <a:gd name="connsiteY4" fmla="*/ 17870 h 35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17" h="35739">
                  <a:moveTo>
                    <a:pt x="45118" y="17870"/>
                  </a:moveTo>
                  <a:cubicBezTo>
                    <a:pt x="45118" y="27755"/>
                    <a:pt x="34979" y="35740"/>
                    <a:pt x="22559" y="35740"/>
                  </a:cubicBezTo>
                  <a:cubicBezTo>
                    <a:pt x="10139" y="35740"/>
                    <a:pt x="0" y="27755"/>
                    <a:pt x="0" y="17870"/>
                  </a:cubicBezTo>
                  <a:cubicBezTo>
                    <a:pt x="0" y="7984"/>
                    <a:pt x="10139" y="0"/>
                    <a:pt x="22559" y="0"/>
                  </a:cubicBezTo>
                  <a:cubicBezTo>
                    <a:pt x="34979" y="0"/>
                    <a:pt x="45118" y="7984"/>
                    <a:pt x="45118" y="178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31" name="Freeform: Shape 5030">
              <a:extLst>
                <a:ext uri="{FF2B5EF4-FFF2-40B4-BE49-F238E27FC236}">
                  <a16:creationId xmlns:a16="http://schemas.microsoft.com/office/drawing/2014/main" id="{E0B4770A-E067-559B-850B-FB80691D3EE9}"/>
                </a:ext>
              </a:extLst>
            </p:cNvPr>
            <p:cNvSpPr/>
            <p:nvPr/>
          </p:nvSpPr>
          <p:spPr>
            <a:xfrm>
              <a:off x="2150963" y="6441132"/>
              <a:ext cx="45117" cy="35739"/>
            </a:xfrm>
            <a:custGeom>
              <a:avLst/>
              <a:gdLst>
                <a:gd name="connsiteX0" fmla="*/ 45118 w 45117"/>
                <a:gd name="connsiteY0" fmla="*/ 17869 h 35739"/>
                <a:gd name="connsiteX1" fmla="*/ 22559 w 45117"/>
                <a:gd name="connsiteY1" fmla="*/ 35739 h 35739"/>
                <a:gd name="connsiteX2" fmla="*/ 0 w 45117"/>
                <a:gd name="connsiteY2" fmla="*/ 17869 h 35739"/>
                <a:gd name="connsiteX3" fmla="*/ 22559 w 45117"/>
                <a:gd name="connsiteY3" fmla="*/ 0 h 35739"/>
                <a:gd name="connsiteX4" fmla="*/ 45118 w 45117"/>
                <a:gd name="connsiteY4" fmla="*/ 17869 h 35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17" h="35739">
                  <a:moveTo>
                    <a:pt x="45118" y="17869"/>
                  </a:moveTo>
                  <a:cubicBezTo>
                    <a:pt x="45118" y="27755"/>
                    <a:pt x="34979" y="35739"/>
                    <a:pt x="22559" y="35739"/>
                  </a:cubicBezTo>
                  <a:cubicBezTo>
                    <a:pt x="10139" y="35739"/>
                    <a:pt x="0" y="27755"/>
                    <a:pt x="0" y="17869"/>
                  </a:cubicBezTo>
                  <a:cubicBezTo>
                    <a:pt x="0" y="7984"/>
                    <a:pt x="10139" y="0"/>
                    <a:pt x="22559" y="0"/>
                  </a:cubicBezTo>
                  <a:cubicBezTo>
                    <a:pt x="34979" y="0"/>
                    <a:pt x="45118" y="7984"/>
                    <a:pt x="45118" y="1786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32" name="Freeform: Shape 5031">
              <a:extLst>
                <a:ext uri="{FF2B5EF4-FFF2-40B4-BE49-F238E27FC236}">
                  <a16:creationId xmlns:a16="http://schemas.microsoft.com/office/drawing/2014/main" id="{C673CF7C-F87B-0E3B-C47D-7A167A7ADF21}"/>
                </a:ext>
              </a:extLst>
            </p:cNvPr>
            <p:cNvSpPr/>
            <p:nvPr/>
          </p:nvSpPr>
          <p:spPr>
            <a:xfrm>
              <a:off x="2061614" y="6364963"/>
              <a:ext cx="45117" cy="35739"/>
            </a:xfrm>
            <a:custGeom>
              <a:avLst/>
              <a:gdLst>
                <a:gd name="connsiteX0" fmla="*/ 45118 w 45117"/>
                <a:gd name="connsiteY0" fmla="*/ 17870 h 35739"/>
                <a:gd name="connsiteX1" fmla="*/ 22559 w 45117"/>
                <a:gd name="connsiteY1" fmla="*/ 35740 h 35739"/>
                <a:gd name="connsiteX2" fmla="*/ 0 w 45117"/>
                <a:gd name="connsiteY2" fmla="*/ 17870 h 35739"/>
                <a:gd name="connsiteX3" fmla="*/ 22559 w 45117"/>
                <a:gd name="connsiteY3" fmla="*/ 0 h 35739"/>
                <a:gd name="connsiteX4" fmla="*/ 45118 w 45117"/>
                <a:gd name="connsiteY4" fmla="*/ 17870 h 35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17" h="35739">
                  <a:moveTo>
                    <a:pt x="45118" y="17870"/>
                  </a:moveTo>
                  <a:cubicBezTo>
                    <a:pt x="45118" y="27755"/>
                    <a:pt x="34979" y="35740"/>
                    <a:pt x="22559" y="35740"/>
                  </a:cubicBezTo>
                  <a:cubicBezTo>
                    <a:pt x="10139" y="35740"/>
                    <a:pt x="0" y="27755"/>
                    <a:pt x="0" y="17870"/>
                  </a:cubicBezTo>
                  <a:cubicBezTo>
                    <a:pt x="0" y="7984"/>
                    <a:pt x="10139" y="0"/>
                    <a:pt x="22559" y="0"/>
                  </a:cubicBezTo>
                  <a:cubicBezTo>
                    <a:pt x="34979" y="0"/>
                    <a:pt x="45118" y="7984"/>
                    <a:pt x="45118" y="178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33" name="Freeform: Shape 5032">
              <a:extLst>
                <a:ext uri="{FF2B5EF4-FFF2-40B4-BE49-F238E27FC236}">
                  <a16:creationId xmlns:a16="http://schemas.microsoft.com/office/drawing/2014/main" id="{D274C29C-4E94-24E8-8FAD-B0DB3DFE6C1C}"/>
                </a:ext>
              </a:extLst>
            </p:cNvPr>
            <p:cNvSpPr/>
            <p:nvPr/>
          </p:nvSpPr>
          <p:spPr>
            <a:xfrm>
              <a:off x="1974800" y="6287401"/>
              <a:ext cx="44610" cy="35485"/>
            </a:xfrm>
            <a:custGeom>
              <a:avLst/>
              <a:gdLst>
                <a:gd name="connsiteX0" fmla="*/ 44611 w 44610"/>
                <a:gd name="connsiteY0" fmla="*/ 17743 h 35485"/>
                <a:gd name="connsiteX1" fmla="*/ 22305 w 44610"/>
                <a:gd name="connsiteY1" fmla="*/ 35486 h 35485"/>
                <a:gd name="connsiteX2" fmla="*/ 0 w 44610"/>
                <a:gd name="connsiteY2" fmla="*/ 17743 h 35485"/>
                <a:gd name="connsiteX3" fmla="*/ 22305 w 44610"/>
                <a:gd name="connsiteY3" fmla="*/ 0 h 35485"/>
                <a:gd name="connsiteX4" fmla="*/ 44611 w 44610"/>
                <a:gd name="connsiteY4" fmla="*/ 17743 h 35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610" h="35485">
                  <a:moveTo>
                    <a:pt x="44611" y="17743"/>
                  </a:moveTo>
                  <a:cubicBezTo>
                    <a:pt x="44611" y="27501"/>
                    <a:pt x="34599" y="35486"/>
                    <a:pt x="22305" y="35486"/>
                  </a:cubicBezTo>
                  <a:cubicBezTo>
                    <a:pt x="10012" y="35486"/>
                    <a:pt x="0" y="27501"/>
                    <a:pt x="0" y="17743"/>
                  </a:cubicBezTo>
                  <a:cubicBezTo>
                    <a:pt x="0" y="7984"/>
                    <a:pt x="10012" y="0"/>
                    <a:pt x="22305" y="0"/>
                  </a:cubicBezTo>
                  <a:cubicBezTo>
                    <a:pt x="34599" y="0"/>
                    <a:pt x="44611" y="7984"/>
                    <a:pt x="44611" y="1774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34" name="Freeform: Shape 5033">
              <a:extLst>
                <a:ext uri="{FF2B5EF4-FFF2-40B4-BE49-F238E27FC236}">
                  <a16:creationId xmlns:a16="http://schemas.microsoft.com/office/drawing/2014/main" id="{54F091EE-C720-15B8-96BB-9E84D2BA29E3}"/>
                </a:ext>
              </a:extLst>
            </p:cNvPr>
            <p:cNvSpPr/>
            <p:nvPr/>
          </p:nvSpPr>
          <p:spPr>
            <a:xfrm>
              <a:off x="1889887" y="6207811"/>
              <a:ext cx="45117" cy="35739"/>
            </a:xfrm>
            <a:custGeom>
              <a:avLst/>
              <a:gdLst>
                <a:gd name="connsiteX0" fmla="*/ 45118 w 45117"/>
                <a:gd name="connsiteY0" fmla="*/ 17870 h 35739"/>
                <a:gd name="connsiteX1" fmla="*/ 22559 w 45117"/>
                <a:gd name="connsiteY1" fmla="*/ 35739 h 35739"/>
                <a:gd name="connsiteX2" fmla="*/ 0 w 45117"/>
                <a:gd name="connsiteY2" fmla="*/ 17870 h 35739"/>
                <a:gd name="connsiteX3" fmla="*/ 22559 w 45117"/>
                <a:gd name="connsiteY3" fmla="*/ 0 h 35739"/>
                <a:gd name="connsiteX4" fmla="*/ 45118 w 45117"/>
                <a:gd name="connsiteY4" fmla="*/ 17870 h 35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17" h="35739">
                  <a:moveTo>
                    <a:pt x="45118" y="17870"/>
                  </a:moveTo>
                  <a:cubicBezTo>
                    <a:pt x="45118" y="27755"/>
                    <a:pt x="34979" y="35739"/>
                    <a:pt x="22559" y="35739"/>
                  </a:cubicBezTo>
                  <a:cubicBezTo>
                    <a:pt x="10139" y="35739"/>
                    <a:pt x="0" y="27755"/>
                    <a:pt x="0" y="17870"/>
                  </a:cubicBezTo>
                  <a:cubicBezTo>
                    <a:pt x="0" y="7984"/>
                    <a:pt x="10139" y="0"/>
                    <a:pt x="22559" y="0"/>
                  </a:cubicBezTo>
                  <a:cubicBezTo>
                    <a:pt x="34979" y="0"/>
                    <a:pt x="45118" y="7984"/>
                    <a:pt x="45118" y="178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35" name="Freeform: Shape 5034">
              <a:extLst>
                <a:ext uri="{FF2B5EF4-FFF2-40B4-BE49-F238E27FC236}">
                  <a16:creationId xmlns:a16="http://schemas.microsoft.com/office/drawing/2014/main" id="{540B6FCA-8C1A-DD83-4240-C133FBD1D85D}"/>
                </a:ext>
              </a:extLst>
            </p:cNvPr>
            <p:cNvSpPr/>
            <p:nvPr/>
          </p:nvSpPr>
          <p:spPr>
            <a:xfrm>
              <a:off x="1807636" y="6126826"/>
              <a:ext cx="45117" cy="35739"/>
            </a:xfrm>
            <a:custGeom>
              <a:avLst/>
              <a:gdLst>
                <a:gd name="connsiteX0" fmla="*/ 45118 w 45117"/>
                <a:gd name="connsiteY0" fmla="*/ 17870 h 35739"/>
                <a:gd name="connsiteX1" fmla="*/ 22559 w 45117"/>
                <a:gd name="connsiteY1" fmla="*/ 35740 h 35739"/>
                <a:gd name="connsiteX2" fmla="*/ 0 w 45117"/>
                <a:gd name="connsiteY2" fmla="*/ 17870 h 35739"/>
                <a:gd name="connsiteX3" fmla="*/ 22559 w 45117"/>
                <a:gd name="connsiteY3" fmla="*/ 0 h 35739"/>
                <a:gd name="connsiteX4" fmla="*/ 45118 w 45117"/>
                <a:gd name="connsiteY4" fmla="*/ 17870 h 35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17" h="35739">
                  <a:moveTo>
                    <a:pt x="45118" y="17870"/>
                  </a:moveTo>
                  <a:cubicBezTo>
                    <a:pt x="45118" y="27755"/>
                    <a:pt x="34979" y="35740"/>
                    <a:pt x="22559" y="35740"/>
                  </a:cubicBezTo>
                  <a:cubicBezTo>
                    <a:pt x="10139" y="35740"/>
                    <a:pt x="0" y="27755"/>
                    <a:pt x="0" y="17870"/>
                  </a:cubicBezTo>
                  <a:cubicBezTo>
                    <a:pt x="0" y="7984"/>
                    <a:pt x="10139" y="0"/>
                    <a:pt x="22559" y="0"/>
                  </a:cubicBezTo>
                  <a:cubicBezTo>
                    <a:pt x="34979" y="0"/>
                    <a:pt x="45118" y="7984"/>
                    <a:pt x="45118" y="178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36" name="Freeform: Shape 5035">
              <a:extLst>
                <a:ext uri="{FF2B5EF4-FFF2-40B4-BE49-F238E27FC236}">
                  <a16:creationId xmlns:a16="http://schemas.microsoft.com/office/drawing/2014/main" id="{EA8193A7-BF6D-E915-693C-8B0AE271F20E}"/>
                </a:ext>
              </a:extLst>
            </p:cNvPr>
            <p:cNvSpPr/>
            <p:nvPr/>
          </p:nvSpPr>
          <p:spPr>
            <a:xfrm>
              <a:off x="1728045" y="6044448"/>
              <a:ext cx="44610" cy="35486"/>
            </a:xfrm>
            <a:custGeom>
              <a:avLst/>
              <a:gdLst>
                <a:gd name="connsiteX0" fmla="*/ 44611 w 44610"/>
                <a:gd name="connsiteY0" fmla="*/ 17743 h 35486"/>
                <a:gd name="connsiteX1" fmla="*/ 22305 w 44610"/>
                <a:gd name="connsiteY1" fmla="*/ 35486 h 35486"/>
                <a:gd name="connsiteX2" fmla="*/ 0 w 44610"/>
                <a:gd name="connsiteY2" fmla="*/ 17743 h 35486"/>
                <a:gd name="connsiteX3" fmla="*/ 22305 w 44610"/>
                <a:gd name="connsiteY3" fmla="*/ 0 h 35486"/>
                <a:gd name="connsiteX4" fmla="*/ 44611 w 44610"/>
                <a:gd name="connsiteY4" fmla="*/ 17743 h 35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610" h="35486">
                  <a:moveTo>
                    <a:pt x="44611" y="17743"/>
                  </a:moveTo>
                  <a:cubicBezTo>
                    <a:pt x="44611" y="27502"/>
                    <a:pt x="34599" y="35486"/>
                    <a:pt x="22305" y="35486"/>
                  </a:cubicBezTo>
                  <a:cubicBezTo>
                    <a:pt x="10012" y="35486"/>
                    <a:pt x="0" y="27502"/>
                    <a:pt x="0" y="17743"/>
                  </a:cubicBezTo>
                  <a:cubicBezTo>
                    <a:pt x="0" y="7984"/>
                    <a:pt x="10012" y="0"/>
                    <a:pt x="22305" y="0"/>
                  </a:cubicBezTo>
                  <a:cubicBezTo>
                    <a:pt x="34599" y="0"/>
                    <a:pt x="44611" y="7984"/>
                    <a:pt x="44611" y="1774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37" name="Freeform: Shape 5036">
              <a:extLst>
                <a:ext uri="{FF2B5EF4-FFF2-40B4-BE49-F238E27FC236}">
                  <a16:creationId xmlns:a16="http://schemas.microsoft.com/office/drawing/2014/main" id="{32CD7060-5E6E-55BE-1069-753EC97B3108}"/>
                </a:ext>
              </a:extLst>
            </p:cNvPr>
            <p:cNvSpPr/>
            <p:nvPr/>
          </p:nvSpPr>
          <p:spPr>
            <a:xfrm>
              <a:off x="1650736" y="5960549"/>
              <a:ext cx="44611" cy="35359"/>
            </a:xfrm>
            <a:custGeom>
              <a:avLst/>
              <a:gdLst>
                <a:gd name="connsiteX0" fmla="*/ 44611 w 44611"/>
                <a:gd name="connsiteY0" fmla="*/ 17743 h 35359"/>
                <a:gd name="connsiteX1" fmla="*/ 22305 w 44611"/>
                <a:gd name="connsiteY1" fmla="*/ 35359 h 35359"/>
                <a:gd name="connsiteX2" fmla="*/ 0 w 44611"/>
                <a:gd name="connsiteY2" fmla="*/ 17743 h 35359"/>
                <a:gd name="connsiteX3" fmla="*/ 22305 w 44611"/>
                <a:gd name="connsiteY3" fmla="*/ 0 h 35359"/>
                <a:gd name="connsiteX4" fmla="*/ 44611 w 44611"/>
                <a:gd name="connsiteY4" fmla="*/ 17743 h 35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611" h="35359">
                  <a:moveTo>
                    <a:pt x="44611" y="17743"/>
                  </a:moveTo>
                  <a:cubicBezTo>
                    <a:pt x="44611" y="27502"/>
                    <a:pt x="34599" y="35359"/>
                    <a:pt x="22305" y="35359"/>
                  </a:cubicBezTo>
                  <a:cubicBezTo>
                    <a:pt x="10012" y="35359"/>
                    <a:pt x="0" y="27502"/>
                    <a:pt x="0" y="17743"/>
                  </a:cubicBezTo>
                  <a:cubicBezTo>
                    <a:pt x="0" y="7984"/>
                    <a:pt x="10012" y="0"/>
                    <a:pt x="22305" y="0"/>
                  </a:cubicBezTo>
                  <a:cubicBezTo>
                    <a:pt x="34599" y="0"/>
                    <a:pt x="44611" y="7984"/>
                    <a:pt x="44611" y="1774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38" name="Freeform: Shape 5037">
              <a:extLst>
                <a:ext uri="{FF2B5EF4-FFF2-40B4-BE49-F238E27FC236}">
                  <a16:creationId xmlns:a16="http://schemas.microsoft.com/office/drawing/2014/main" id="{86C9611C-66C9-A7FA-0999-04C1D24856DE}"/>
                </a:ext>
              </a:extLst>
            </p:cNvPr>
            <p:cNvSpPr/>
            <p:nvPr/>
          </p:nvSpPr>
          <p:spPr>
            <a:xfrm>
              <a:off x="1576342" y="5875509"/>
              <a:ext cx="43850" cy="34725"/>
            </a:xfrm>
            <a:custGeom>
              <a:avLst/>
              <a:gdLst>
                <a:gd name="connsiteX0" fmla="*/ 43851 w 43850"/>
                <a:gd name="connsiteY0" fmla="*/ 17363 h 34725"/>
                <a:gd name="connsiteX1" fmla="*/ 21925 w 43850"/>
                <a:gd name="connsiteY1" fmla="*/ 34726 h 34725"/>
                <a:gd name="connsiteX2" fmla="*/ 0 w 43850"/>
                <a:gd name="connsiteY2" fmla="*/ 17363 h 34725"/>
                <a:gd name="connsiteX3" fmla="*/ 21925 w 43850"/>
                <a:gd name="connsiteY3" fmla="*/ 0 h 34725"/>
                <a:gd name="connsiteX4" fmla="*/ 43851 w 43850"/>
                <a:gd name="connsiteY4" fmla="*/ 17363 h 34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850" h="34725">
                  <a:moveTo>
                    <a:pt x="43851" y="17363"/>
                  </a:moveTo>
                  <a:cubicBezTo>
                    <a:pt x="43851" y="26995"/>
                    <a:pt x="34092" y="34726"/>
                    <a:pt x="21925" y="34726"/>
                  </a:cubicBezTo>
                  <a:cubicBezTo>
                    <a:pt x="9759" y="34726"/>
                    <a:pt x="0" y="26868"/>
                    <a:pt x="0" y="17363"/>
                  </a:cubicBezTo>
                  <a:cubicBezTo>
                    <a:pt x="0" y="7858"/>
                    <a:pt x="9759" y="0"/>
                    <a:pt x="21925" y="0"/>
                  </a:cubicBezTo>
                  <a:cubicBezTo>
                    <a:pt x="34092" y="0"/>
                    <a:pt x="43851" y="7731"/>
                    <a:pt x="43851" y="1736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39" name="Freeform: Shape 5038">
              <a:extLst>
                <a:ext uri="{FF2B5EF4-FFF2-40B4-BE49-F238E27FC236}">
                  <a16:creationId xmlns:a16="http://schemas.microsoft.com/office/drawing/2014/main" id="{4A075631-AE24-D1BA-5635-10D8EB6362E0}"/>
                </a:ext>
              </a:extLst>
            </p:cNvPr>
            <p:cNvSpPr/>
            <p:nvPr/>
          </p:nvSpPr>
          <p:spPr>
            <a:xfrm>
              <a:off x="1504103" y="5788568"/>
              <a:ext cx="43850" cy="34725"/>
            </a:xfrm>
            <a:custGeom>
              <a:avLst/>
              <a:gdLst>
                <a:gd name="connsiteX0" fmla="*/ 43851 w 43850"/>
                <a:gd name="connsiteY0" fmla="*/ 17363 h 34725"/>
                <a:gd name="connsiteX1" fmla="*/ 21925 w 43850"/>
                <a:gd name="connsiteY1" fmla="*/ 34726 h 34725"/>
                <a:gd name="connsiteX2" fmla="*/ 0 w 43850"/>
                <a:gd name="connsiteY2" fmla="*/ 17363 h 34725"/>
                <a:gd name="connsiteX3" fmla="*/ 21925 w 43850"/>
                <a:gd name="connsiteY3" fmla="*/ 0 h 34725"/>
                <a:gd name="connsiteX4" fmla="*/ 43851 w 43850"/>
                <a:gd name="connsiteY4" fmla="*/ 17363 h 34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850" h="34725">
                  <a:moveTo>
                    <a:pt x="43851" y="17363"/>
                  </a:moveTo>
                  <a:cubicBezTo>
                    <a:pt x="43851" y="26995"/>
                    <a:pt x="33965" y="34726"/>
                    <a:pt x="21925" y="34726"/>
                  </a:cubicBezTo>
                  <a:cubicBezTo>
                    <a:pt x="9885" y="34726"/>
                    <a:pt x="0" y="26995"/>
                    <a:pt x="0" y="17363"/>
                  </a:cubicBezTo>
                  <a:cubicBezTo>
                    <a:pt x="0" y="7731"/>
                    <a:pt x="9759" y="0"/>
                    <a:pt x="21925" y="0"/>
                  </a:cubicBezTo>
                  <a:cubicBezTo>
                    <a:pt x="34092" y="0"/>
                    <a:pt x="43851" y="7858"/>
                    <a:pt x="43851" y="1736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40" name="Freeform: Shape 5039">
              <a:extLst>
                <a:ext uri="{FF2B5EF4-FFF2-40B4-BE49-F238E27FC236}">
                  <a16:creationId xmlns:a16="http://schemas.microsoft.com/office/drawing/2014/main" id="{29330E0A-E4B7-C36F-4D4A-DB7295B27A38}"/>
                </a:ext>
              </a:extLst>
            </p:cNvPr>
            <p:cNvSpPr/>
            <p:nvPr/>
          </p:nvSpPr>
          <p:spPr>
            <a:xfrm>
              <a:off x="1434145" y="5700233"/>
              <a:ext cx="44611" cy="35359"/>
            </a:xfrm>
            <a:custGeom>
              <a:avLst/>
              <a:gdLst>
                <a:gd name="connsiteX0" fmla="*/ 44611 w 44611"/>
                <a:gd name="connsiteY0" fmla="*/ 17616 h 35359"/>
                <a:gd name="connsiteX1" fmla="*/ 22305 w 44611"/>
                <a:gd name="connsiteY1" fmla="*/ 35359 h 35359"/>
                <a:gd name="connsiteX2" fmla="*/ 0 w 44611"/>
                <a:gd name="connsiteY2" fmla="*/ 17616 h 35359"/>
                <a:gd name="connsiteX3" fmla="*/ 22305 w 44611"/>
                <a:gd name="connsiteY3" fmla="*/ 0 h 35359"/>
                <a:gd name="connsiteX4" fmla="*/ 44611 w 44611"/>
                <a:gd name="connsiteY4" fmla="*/ 17616 h 35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611" h="35359">
                  <a:moveTo>
                    <a:pt x="44611" y="17616"/>
                  </a:moveTo>
                  <a:cubicBezTo>
                    <a:pt x="44611" y="27375"/>
                    <a:pt x="34599" y="35359"/>
                    <a:pt x="22305" y="35359"/>
                  </a:cubicBezTo>
                  <a:cubicBezTo>
                    <a:pt x="10012" y="35359"/>
                    <a:pt x="0" y="27502"/>
                    <a:pt x="0" y="17616"/>
                  </a:cubicBezTo>
                  <a:cubicBezTo>
                    <a:pt x="0" y="7731"/>
                    <a:pt x="10012" y="0"/>
                    <a:pt x="22305" y="0"/>
                  </a:cubicBezTo>
                  <a:cubicBezTo>
                    <a:pt x="34599" y="0"/>
                    <a:pt x="44611" y="7858"/>
                    <a:pt x="44611" y="1761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41" name="Freeform: Shape 5040">
              <a:extLst>
                <a:ext uri="{FF2B5EF4-FFF2-40B4-BE49-F238E27FC236}">
                  <a16:creationId xmlns:a16="http://schemas.microsoft.com/office/drawing/2014/main" id="{D0B2A843-0BF0-FA0E-923D-146A6A98B499}"/>
                </a:ext>
              </a:extLst>
            </p:cNvPr>
            <p:cNvSpPr/>
            <p:nvPr/>
          </p:nvSpPr>
          <p:spPr>
            <a:xfrm>
              <a:off x="1367608" y="5611011"/>
              <a:ext cx="43850" cy="34725"/>
            </a:xfrm>
            <a:custGeom>
              <a:avLst/>
              <a:gdLst>
                <a:gd name="connsiteX0" fmla="*/ 43851 w 43850"/>
                <a:gd name="connsiteY0" fmla="*/ 17363 h 34725"/>
                <a:gd name="connsiteX1" fmla="*/ 21925 w 43850"/>
                <a:gd name="connsiteY1" fmla="*/ 34726 h 34725"/>
                <a:gd name="connsiteX2" fmla="*/ 0 w 43850"/>
                <a:gd name="connsiteY2" fmla="*/ 17363 h 34725"/>
                <a:gd name="connsiteX3" fmla="*/ 21925 w 43850"/>
                <a:gd name="connsiteY3" fmla="*/ 0 h 34725"/>
                <a:gd name="connsiteX4" fmla="*/ 43851 w 43850"/>
                <a:gd name="connsiteY4" fmla="*/ 17363 h 34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850" h="34725">
                  <a:moveTo>
                    <a:pt x="43851" y="17363"/>
                  </a:moveTo>
                  <a:cubicBezTo>
                    <a:pt x="43851" y="26994"/>
                    <a:pt x="34092" y="34726"/>
                    <a:pt x="21925" y="34726"/>
                  </a:cubicBezTo>
                  <a:cubicBezTo>
                    <a:pt x="9759" y="34726"/>
                    <a:pt x="0" y="26868"/>
                    <a:pt x="0" y="17363"/>
                  </a:cubicBezTo>
                  <a:cubicBezTo>
                    <a:pt x="0" y="7858"/>
                    <a:pt x="9885" y="0"/>
                    <a:pt x="21925" y="0"/>
                  </a:cubicBezTo>
                  <a:cubicBezTo>
                    <a:pt x="33965" y="0"/>
                    <a:pt x="43851" y="7731"/>
                    <a:pt x="43851" y="1736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42" name="Freeform: Shape 5041">
              <a:extLst>
                <a:ext uri="{FF2B5EF4-FFF2-40B4-BE49-F238E27FC236}">
                  <a16:creationId xmlns:a16="http://schemas.microsoft.com/office/drawing/2014/main" id="{6D88336E-644E-956B-351C-A2E31DA511F8}"/>
                </a:ext>
              </a:extLst>
            </p:cNvPr>
            <p:cNvSpPr/>
            <p:nvPr/>
          </p:nvSpPr>
          <p:spPr>
            <a:xfrm>
              <a:off x="1303480" y="5520395"/>
              <a:ext cx="43850" cy="34725"/>
            </a:xfrm>
            <a:custGeom>
              <a:avLst/>
              <a:gdLst>
                <a:gd name="connsiteX0" fmla="*/ 43851 w 43850"/>
                <a:gd name="connsiteY0" fmla="*/ 17363 h 34725"/>
                <a:gd name="connsiteX1" fmla="*/ 21925 w 43850"/>
                <a:gd name="connsiteY1" fmla="*/ 34726 h 34725"/>
                <a:gd name="connsiteX2" fmla="*/ 0 w 43850"/>
                <a:gd name="connsiteY2" fmla="*/ 17363 h 34725"/>
                <a:gd name="connsiteX3" fmla="*/ 21925 w 43850"/>
                <a:gd name="connsiteY3" fmla="*/ 0 h 34725"/>
                <a:gd name="connsiteX4" fmla="*/ 43851 w 43850"/>
                <a:gd name="connsiteY4" fmla="*/ 17363 h 34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850" h="34725">
                  <a:moveTo>
                    <a:pt x="43851" y="17363"/>
                  </a:moveTo>
                  <a:cubicBezTo>
                    <a:pt x="43851" y="26995"/>
                    <a:pt x="34092" y="34726"/>
                    <a:pt x="21925" y="34726"/>
                  </a:cubicBezTo>
                  <a:cubicBezTo>
                    <a:pt x="9759" y="34726"/>
                    <a:pt x="0" y="26868"/>
                    <a:pt x="0" y="17363"/>
                  </a:cubicBezTo>
                  <a:cubicBezTo>
                    <a:pt x="0" y="7858"/>
                    <a:pt x="9759" y="0"/>
                    <a:pt x="21925" y="0"/>
                  </a:cubicBezTo>
                  <a:cubicBezTo>
                    <a:pt x="34092" y="0"/>
                    <a:pt x="43851" y="7731"/>
                    <a:pt x="43851" y="1736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43" name="Freeform: Shape 5042">
              <a:extLst>
                <a:ext uri="{FF2B5EF4-FFF2-40B4-BE49-F238E27FC236}">
                  <a16:creationId xmlns:a16="http://schemas.microsoft.com/office/drawing/2014/main" id="{48FD2D3B-2220-68C7-3569-26F7134AC778}"/>
                </a:ext>
              </a:extLst>
            </p:cNvPr>
            <p:cNvSpPr/>
            <p:nvPr/>
          </p:nvSpPr>
          <p:spPr>
            <a:xfrm>
              <a:off x="1242393" y="5428765"/>
              <a:ext cx="43090" cy="34218"/>
            </a:xfrm>
            <a:custGeom>
              <a:avLst/>
              <a:gdLst>
                <a:gd name="connsiteX0" fmla="*/ 43090 w 43090"/>
                <a:gd name="connsiteY0" fmla="*/ 17109 h 34218"/>
                <a:gd name="connsiteX1" fmla="*/ 21545 w 43090"/>
                <a:gd name="connsiteY1" fmla="*/ 34218 h 34218"/>
                <a:gd name="connsiteX2" fmla="*/ 0 w 43090"/>
                <a:gd name="connsiteY2" fmla="*/ 17109 h 34218"/>
                <a:gd name="connsiteX3" fmla="*/ 21545 w 43090"/>
                <a:gd name="connsiteY3" fmla="*/ 0 h 34218"/>
                <a:gd name="connsiteX4" fmla="*/ 43090 w 43090"/>
                <a:gd name="connsiteY4" fmla="*/ 17109 h 34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90" h="34218">
                  <a:moveTo>
                    <a:pt x="43090" y="17109"/>
                  </a:moveTo>
                  <a:cubicBezTo>
                    <a:pt x="43090" y="26488"/>
                    <a:pt x="33458" y="34218"/>
                    <a:pt x="21545" y="34218"/>
                  </a:cubicBezTo>
                  <a:cubicBezTo>
                    <a:pt x="9632" y="34218"/>
                    <a:pt x="0" y="26615"/>
                    <a:pt x="0" y="17109"/>
                  </a:cubicBezTo>
                  <a:cubicBezTo>
                    <a:pt x="0" y="7604"/>
                    <a:pt x="9632" y="0"/>
                    <a:pt x="21545" y="0"/>
                  </a:cubicBezTo>
                  <a:cubicBezTo>
                    <a:pt x="33458" y="0"/>
                    <a:pt x="43090" y="7604"/>
                    <a:pt x="43090" y="1710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44" name="Freeform: Shape 5043">
              <a:extLst>
                <a:ext uri="{FF2B5EF4-FFF2-40B4-BE49-F238E27FC236}">
                  <a16:creationId xmlns:a16="http://schemas.microsoft.com/office/drawing/2014/main" id="{1E6FACEA-1696-624C-9EE7-920FADF1C518}"/>
                </a:ext>
              </a:extLst>
            </p:cNvPr>
            <p:cNvSpPr/>
            <p:nvPr/>
          </p:nvSpPr>
          <p:spPr>
            <a:xfrm>
              <a:off x="1183714" y="5335867"/>
              <a:ext cx="43090" cy="34218"/>
            </a:xfrm>
            <a:custGeom>
              <a:avLst/>
              <a:gdLst>
                <a:gd name="connsiteX0" fmla="*/ 43090 w 43090"/>
                <a:gd name="connsiteY0" fmla="*/ 17109 h 34218"/>
                <a:gd name="connsiteX1" fmla="*/ 21545 w 43090"/>
                <a:gd name="connsiteY1" fmla="*/ 34219 h 34218"/>
                <a:gd name="connsiteX2" fmla="*/ 0 w 43090"/>
                <a:gd name="connsiteY2" fmla="*/ 17109 h 34218"/>
                <a:gd name="connsiteX3" fmla="*/ 21545 w 43090"/>
                <a:gd name="connsiteY3" fmla="*/ 0 h 34218"/>
                <a:gd name="connsiteX4" fmla="*/ 43090 w 43090"/>
                <a:gd name="connsiteY4" fmla="*/ 17109 h 34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90" h="34218">
                  <a:moveTo>
                    <a:pt x="43090" y="17109"/>
                  </a:moveTo>
                  <a:cubicBezTo>
                    <a:pt x="43090" y="26488"/>
                    <a:pt x="33458" y="34219"/>
                    <a:pt x="21545" y="34219"/>
                  </a:cubicBezTo>
                  <a:cubicBezTo>
                    <a:pt x="9632" y="34219"/>
                    <a:pt x="0" y="26615"/>
                    <a:pt x="0" y="17109"/>
                  </a:cubicBezTo>
                  <a:cubicBezTo>
                    <a:pt x="0" y="7604"/>
                    <a:pt x="9632" y="0"/>
                    <a:pt x="21545" y="0"/>
                  </a:cubicBezTo>
                  <a:cubicBezTo>
                    <a:pt x="33458" y="0"/>
                    <a:pt x="43090" y="7604"/>
                    <a:pt x="43090" y="1710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45" name="Freeform: Shape 5044">
              <a:extLst>
                <a:ext uri="{FF2B5EF4-FFF2-40B4-BE49-F238E27FC236}">
                  <a16:creationId xmlns:a16="http://schemas.microsoft.com/office/drawing/2014/main" id="{9908461E-8E68-7521-EBEB-25D7B6660ED6}"/>
                </a:ext>
              </a:extLst>
            </p:cNvPr>
            <p:cNvSpPr/>
            <p:nvPr/>
          </p:nvSpPr>
          <p:spPr>
            <a:xfrm>
              <a:off x="1128331" y="5242082"/>
              <a:ext cx="42203" cy="33458"/>
            </a:xfrm>
            <a:custGeom>
              <a:avLst/>
              <a:gdLst>
                <a:gd name="connsiteX0" fmla="*/ 42203 w 42203"/>
                <a:gd name="connsiteY0" fmla="*/ 16729 h 33458"/>
                <a:gd name="connsiteX1" fmla="*/ 21165 w 42203"/>
                <a:gd name="connsiteY1" fmla="*/ 33458 h 33458"/>
                <a:gd name="connsiteX2" fmla="*/ 0 w 42203"/>
                <a:gd name="connsiteY2" fmla="*/ 16729 h 33458"/>
                <a:gd name="connsiteX3" fmla="*/ 21165 w 42203"/>
                <a:gd name="connsiteY3" fmla="*/ 0 h 33458"/>
                <a:gd name="connsiteX4" fmla="*/ 42203 w 42203"/>
                <a:gd name="connsiteY4" fmla="*/ 16729 h 33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203" h="33458">
                  <a:moveTo>
                    <a:pt x="42203" y="16729"/>
                  </a:moveTo>
                  <a:cubicBezTo>
                    <a:pt x="42203" y="25981"/>
                    <a:pt x="32825" y="33458"/>
                    <a:pt x="21165" y="33458"/>
                  </a:cubicBezTo>
                  <a:cubicBezTo>
                    <a:pt x="9505" y="33458"/>
                    <a:pt x="0" y="25981"/>
                    <a:pt x="0" y="16729"/>
                  </a:cubicBezTo>
                  <a:cubicBezTo>
                    <a:pt x="0" y="7477"/>
                    <a:pt x="9378" y="0"/>
                    <a:pt x="21165" y="0"/>
                  </a:cubicBezTo>
                  <a:cubicBezTo>
                    <a:pt x="32951" y="0"/>
                    <a:pt x="42203" y="7477"/>
                    <a:pt x="42203" y="1672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46" name="Freeform: Shape 5045">
              <a:extLst>
                <a:ext uri="{FF2B5EF4-FFF2-40B4-BE49-F238E27FC236}">
                  <a16:creationId xmlns:a16="http://schemas.microsoft.com/office/drawing/2014/main" id="{2A1C3B8C-A420-37D9-4F26-EEE958FC5AF5}"/>
                </a:ext>
              </a:extLst>
            </p:cNvPr>
            <p:cNvSpPr/>
            <p:nvPr/>
          </p:nvSpPr>
          <p:spPr>
            <a:xfrm>
              <a:off x="1075609" y="5147284"/>
              <a:ext cx="41569" cy="32951"/>
            </a:xfrm>
            <a:custGeom>
              <a:avLst/>
              <a:gdLst>
                <a:gd name="connsiteX0" fmla="*/ 41569 w 41569"/>
                <a:gd name="connsiteY0" fmla="*/ 16476 h 32951"/>
                <a:gd name="connsiteX1" fmla="*/ 20785 w 41569"/>
                <a:gd name="connsiteY1" fmla="*/ 32951 h 32951"/>
                <a:gd name="connsiteX2" fmla="*/ 0 w 41569"/>
                <a:gd name="connsiteY2" fmla="*/ 16476 h 32951"/>
                <a:gd name="connsiteX3" fmla="*/ 20785 w 41569"/>
                <a:gd name="connsiteY3" fmla="*/ 0 h 32951"/>
                <a:gd name="connsiteX4" fmla="*/ 41569 w 41569"/>
                <a:gd name="connsiteY4" fmla="*/ 16476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569" h="32951">
                  <a:moveTo>
                    <a:pt x="41569" y="16476"/>
                  </a:moveTo>
                  <a:cubicBezTo>
                    <a:pt x="41569" y="25601"/>
                    <a:pt x="32191" y="32951"/>
                    <a:pt x="20785" y="32951"/>
                  </a:cubicBezTo>
                  <a:cubicBezTo>
                    <a:pt x="9378" y="32951"/>
                    <a:pt x="0" y="25601"/>
                    <a:pt x="0" y="16476"/>
                  </a:cubicBezTo>
                  <a:cubicBezTo>
                    <a:pt x="0" y="7351"/>
                    <a:pt x="9252" y="0"/>
                    <a:pt x="20785" y="0"/>
                  </a:cubicBezTo>
                  <a:cubicBezTo>
                    <a:pt x="32318" y="0"/>
                    <a:pt x="41569" y="7478"/>
                    <a:pt x="41569" y="164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47" name="Freeform: Shape 5046">
              <a:extLst>
                <a:ext uri="{FF2B5EF4-FFF2-40B4-BE49-F238E27FC236}">
                  <a16:creationId xmlns:a16="http://schemas.microsoft.com/office/drawing/2014/main" id="{AE72DDB7-8326-391A-5E17-6DEBE855C1A9}"/>
                </a:ext>
              </a:extLst>
            </p:cNvPr>
            <p:cNvSpPr/>
            <p:nvPr/>
          </p:nvSpPr>
          <p:spPr>
            <a:xfrm>
              <a:off x="1025421" y="5051218"/>
              <a:ext cx="41569" cy="32951"/>
            </a:xfrm>
            <a:custGeom>
              <a:avLst/>
              <a:gdLst>
                <a:gd name="connsiteX0" fmla="*/ 41569 w 41569"/>
                <a:gd name="connsiteY0" fmla="*/ 16476 h 32951"/>
                <a:gd name="connsiteX1" fmla="*/ 20785 w 41569"/>
                <a:gd name="connsiteY1" fmla="*/ 32951 h 32951"/>
                <a:gd name="connsiteX2" fmla="*/ 0 w 41569"/>
                <a:gd name="connsiteY2" fmla="*/ 16476 h 32951"/>
                <a:gd name="connsiteX3" fmla="*/ 20785 w 41569"/>
                <a:gd name="connsiteY3" fmla="*/ 0 h 32951"/>
                <a:gd name="connsiteX4" fmla="*/ 41569 w 41569"/>
                <a:gd name="connsiteY4" fmla="*/ 16476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569" h="32951">
                  <a:moveTo>
                    <a:pt x="41569" y="16476"/>
                  </a:moveTo>
                  <a:cubicBezTo>
                    <a:pt x="41569" y="25601"/>
                    <a:pt x="32191" y="32951"/>
                    <a:pt x="20785" y="32951"/>
                  </a:cubicBezTo>
                  <a:cubicBezTo>
                    <a:pt x="9378" y="32951"/>
                    <a:pt x="0" y="25601"/>
                    <a:pt x="0" y="16476"/>
                  </a:cubicBezTo>
                  <a:cubicBezTo>
                    <a:pt x="0" y="7351"/>
                    <a:pt x="9378" y="0"/>
                    <a:pt x="20785" y="0"/>
                  </a:cubicBezTo>
                  <a:cubicBezTo>
                    <a:pt x="32191" y="0"/>
                    <a:pt x="41569" y="7477"/>
                    <a:pt x="41569" y="164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48" name="Freeform: Shape 5047">
              <a:extLst>
                <a:ext uri="{FF2B5EF4-FFF2-40B4-BE49-F238E27FC236}">
                  <a16:creationId xmlns:a16="http://schemas.microsoft.com/office/drawing/2014/main" id="{27F2C510-E276-108B-4B27-EE010A1DE55B}"/>
                </a:ext>
              </a:extLst>
            </p:cNvPr>
            <p:cNvSpPr/>
            <p:nvPr/>
          </p:nvSpPr>
          <p:spPr>
            <a:xfrm>
              <a:off x="978529" y="4954392"/>
              <a:ext cx="40808" cy="32444"/>
            </a:xfrm>
            <a:custGeom>
              <a:avLst/>
              <a:gdLst>
                <a:gd name="connsiteX0" fmla="*/ 40809 w 40808"/>
                <a:gd name="connsiteY0" fmla="*/ 16223 h 32444"/>
                <a:gd name="connsiteX1" fmla="*/ 20404 w 40808"/>
                <a:gd name="connsiteY1" fmla="*/ 32445 h 32444"/>
                <a:gd name="connsiteX2" fmla="*/ 0 w 40808"/>
                <a:gd name="connsiteY2" fmla="*/ 16223 h 32444"/>
                <a:gd name="connsiteX3" fmla="*/ 20404 w 40808"/>
                <a:gd name="connsiteY3" fmla="*/ 0 h 32444"/>
                <a:gd name="connsiteX4" fmla="*/ 40809 w 40808"/>
                <a:gd name="connsiteY4" fmla="*/ 16223 h 32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08" h="32444">
                  <a:moveTo>
                    <a:pt x="40809" y="16223"/>
                  </a:moveTo>
                  <a:cubicBezTo>
                    <a:pt x="40809" y="25221"/>
                    <a:pt x="31684" y="32445"/>
                    <a:pt x="20404" y="32445"/>
                  </a:cubicBezTo>
                  <a:cubicBezTo>
                    <a:pt x="9125" y="32445"/>
                    <a:pt x="0" y="25221"/>
                    <a:pt x="0" y="16223"/>
                  </a:cubicBezTo>
                  <a:cubicBezTo>
                    <a:pt x="0" y="7224"/>
                    <a:pt x="9125" y="0"/>
                    <a:pt x="20404" y="0"/>
                  </a:cubicBezTo>
                  <a:cubicBezTo>
                    <a:pt x="31684" y="0"/>
                    <a:pt x="40809" y="7224"/>
                    <a:pt x="40809" y="1622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49" name="Freeform: Shape 5048">
              <a:extLst>
                <a:ext uri="{FF2B5EF4-FFF2-40B4-BE49-F238E27FC236}">
                  <a16:creationId xmlns:a16="http://schemas.microsoft.com/office/drawing/2014/main" id="{F5075BDC-7877-A3E1-70C4-BB4DF55A67D2}"/>
                </a:ext>
              </a:extLst>
            </p:cNvPr>
            <p:cNvSpPr/>
            <p:nvPr/>
          </p:nvSpPr>
          <p:spPr>
            <a:xfrm>
              <a:off x="934171" y="4856552"/>
              <a:ext cx="40808" cy="32444"/>
            </a:xfrm>
            <a:custGeom>
              <a:avLst/>
              <a:gdLst>
                <a:gd name="connsiteX0" fmla="*/ 40809 w 40808"/>
                <a:gd name="connsiteY0" fmla="*/ 16222 h 32444"/>
                <a:gd name="connsiteX1" fmla="*/ 20404 w 40808"/>
                <a:gd name="connsiteY1" fmla="*/ 32444 h 32444"/>
                <a:gd name="connsiteX2" fmla="*/ 0 w 40808"/>
                <a:gd name="connsiteY2" fmla="*/ 16222 h 32444"/>
                <a:gd name="connsiteX3" fmla="*/ 20404 w 40808"/>
                <a:gd name="connsiteY3" fmla="*/ 0 h 32444"/>
                <a:gd name="connsiteX4" fmla="*/ 40809 w 40808"/>
                <a:gd name="connsiteY4" fmla="*/ 16222 h 32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08" h="32444">
                  <a:moveTo>
                    <a:pt x="40809" y="16222"/>
                  </a:moveTo>
                  <a:cubicBezTo>
                    <a:pt x="40809" y="25220"/>
                    <a:pt x="31684" y="32444"/>
                    <a:pt x="20404" y="32444"/>
                  </a:cubicBezTo>
                  <a:cubicBezTo>
                    <a:pt x="9125" y="32444"/>
                    <a:pt x="0" y="25220"/>
                    <a:pt x="0" y="16222"/>
                  </a:cubicBezTo>
                  <a:cubicBezTo>
                    <a:pt x="0" y="7224"/>
                    <a:pt x="9125" y="0"/>
                    <a:pt x="20404" y="0"/>
                  </a:cubicBezTo>
                  <a:cubicBezTo>
                    <a:pt x="31684" y="0"/>
                    <a:pt x="40809" y="7224"/>
                    <a:pt x="40809" y="1622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50" name="Freeform: Shape 5049">
              <a:extLst>
                <a:ext uri="{FF2B5EF4-FFF2-40B4-BE49-F238E27FC236}">
                  <a16:creationId xmlns:a16="http://schemas.microsoft.com/office/drawing/2014/main" id="{EA7AE220-6061-F6FA-72B4-D313EA3C4B08}"/>
                </a:ext>
              </a:extLst>
            </p:cNvPr>
            <p:cNvSpPr/>
            <p:nvPr/>
          </p:nvSpPr>
          <p:spPr>
            <a:xfrm>
              <a:off x="893109" y="4758205"/>
              <a:ext cx="40048" cy="31810"/>
            </a:xfrm>
            <a:custGeom>
              <a:avLst/>
              <a:gdLst>
                <a:gd name="connsiteX0" fmla="*/ 40049 w 40048"/>
                <a:gd name="connsiteY0" fmla="*/ 15842 h 31810"/>
                <a:gd name="connsiteX1" fmla="*/ 20024 w 40048"/>
                <a:gd name="connsiteY1" fmla="*/ 31811 h 31810"/>
                <a:gd name="connsiteX2" fmla="*/ 0 w 40048"/>
                <a:gd name="connsiteY2" fmla="*/ 15842 h 31810"/>
                <a:gd name="connsiteX3" fmla="*/ 20024 w 40048"/>
                <a:gd name="connsiteY3" fmla="*/ 0 h 31810"/>
                <a:gd name="connsiteX4" fmla="*/ 40049 w 40048"/>
                <a:gd name="connsiteY4" fmla="*/ 15842 h 31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048" h="31810">
                  <a:moveTo>
                    <a:pt x="40049" y="15842"/>
                  </a:moveTo>
                  <a:cubicBezTo>
                    <a:pt x="40049" y="24587"/>
                    <a:pt x="31050" y="31811"/>
                    <a:pt x="20024" y="31811"/>
                  </a:cubicBezTo>
                  <a:cubicBezTo>
                    <a:pt x="8998" y="31811"/>
                    <a:pt x="0" y="24713"/>
                    <a:pt x="0" y="15842"/>
                  </a:cubicBezTo>
                  <a:cubicBezTo>
                    <a:pt x="0" y="6970"/>
                    <a:pt x="8998" y="0"/>
                    <a:pt x="20024" y="0"/>
                  </a:cubicBezTo>
                  <a:cubicBezTo>
                    <a:pt x="31050" y="0"/>
                    <a:pt x="40049" y="7097"/>
                    <a:pt x="40049" y="1584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51" name="Freeform: Shape 5050">
              <a:extLst>
                <a:ext uri="{FF2B5EF4-FFF2-40B4-BE49-F238E27FC236}">
                  <a16:creationId xmlns:a16="http://schemas.microsoft.com/office/drawing/2014/main" id="{F75FE55F-DC36-93D6-A3DB-53FA487F78F6}"/>
                </a:ext>
              </a:extLst>
            </p:cNvPr>
            <p:cNvSpPr/>
            <p:nvPr/>
          </p:nvSpPr>
          <p:spPr>
            <a:xfrm>
              <a:off x="854961" y="4658970"/>
              <a:ext cx="39541" cy="31430"/>
            </a:xfrm>
            <a:custGeom>
              <a:avLst/>
              <a:gdLst>
                <a:gd name="connsiteX0" fmla="*/ 39542 w 39541"/>
                <a:gd name="connsiteY0" fmla="*/ 15716 h 31430"/>
                <a:gd name="connsiteX1" fmla="*/ 19771 w 39541"/>
                <a:gd name="connsiteY1" fmla="*/ 31431 h 31430"/>
                <a:gd name="connsiteX2" fmla="*/ 0 w 39541"/>
                <a:gd name="connsiteY2" fmla="*/ 15716 h 31430"/>
                <a:gd name="connsiteX3" fmla="*/ 19771 w 39541"/>
                <a:gd name="connsiteY3" fmla="*/ 0 h 31430"/>
                <a:gd name="connsiteX4" fmla="*/ 39542 w 39541"/>
                <a:gd name="connsiteY4" fmla="*/ 15716 h 31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541" h="31430">
                  <a:moveTo>
                    <a:pt x="39542" y="15716"/>
                  </a:moveTo>
                  <a:cubicBezTo>
                    <a:pt x="39542" y="24333"/>
                    <a:pt x="30670" y="31431"/>
                    <a:pt x="19771" y="31431"/>
                  </a:cubicBezTo>
                  <a:cubicBezTo>
                    <a:pt x="8872" y="31431"/>
                    <a:pt x="0" y="24460"/>
                    <a:pt x="0" y="15716"/>
                  </a:cubicBezTo>
                  <a:cubicBezTo>
                    <a:pt x="0" y="6971"/>
                    <a:pt x="8872" y="0"/>
                    <a:pt x="19771" y="0"/>
                  </a:cubicBezTo>
                  <a:cubicBezTo>
                    <a:pt x="30670" y="0"/>
                    <a:pt x="39542" y="6971"/>
                    <a:pt x="39542" y="1571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52" name="Freeform: Shape 5051">
              <a:extLst>
                <a:ext uri="{FF2B5EF4-FFF2-40B4-BE49-F238E27FC236}">
                  <a16:creationId xmlns:a16="http://schemas.microsoft.com/office/drawing/2014/main" id="{C1FE0FF9-54D3-C031-7564-9CD8E5A984FA}"/>
                </a:ext>
              </a:extLst>
            </p:cNvPr>
            <p:cNvSpPr/>
            <p:nvPr/>
          </p:nvSpPr>
          <p:spPr>
            <a:xfrm>
              <a:off x="819475" y="4558849"/>
              <a:ext cx="39541" cy="31430"/>
            </a:xfrm>
            <a:custGeom>
              <a:avLst/>
              <a:gdLst>
                <a:gd name="connsiteX0" fmla="*/ 39542 w 39541"/>
                <a:gd name="connsiteY0" fmla="*/ 15716 h 31430"/>
                <a:gd name="connsiteX1" fmla="*/ 19771 w 39541"/>
                <a:gd name="connsiteY1" fmla="*/ 31431 h 31430"/>
                <a:gd name="connsiteX2" fmla="*/ 0 w 39541"/>
                <a:gd name="connsiteY2" fmla="*/ 15716 h 31430"/>
                <a:gd name="connsiteX3" fmla="*/ 19771 w 39541"/>
                <a:gd name="connsiteY3" fmla="*/ 0 h 31430"/>
                <a:gd name="connsiteX4" fmla="*/ 39542 w 39541"/>
                <a:gd name="connsiteY4" fmla="*/ 15716 h 31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541" h="31430">
                  <a:moveTo>
                    <a:pt x="39542" y="15716"/>
                  </a:moveTo>
                  <a:cubicBezTo>
                    <a:pt x="39542" y="24333"/>
                    <a:pt x="30797" y="31431"/>
                    <a:pt x="19771" y="31431"/>
                  </a:cubicBezTo>
                  <a:cubicBezTo>
                    <a:pt x="8745" y="31431"/>
                    <a:pt x="0" y="24460"/>
                    <a:pt x="0" y="15716"/>
                  </a:cubicBezTo>
                  <a:cubicBezTo>
                    <a:pt x="0" y="6971"/>
                    <a:pt x="8871" y="0"/>
                    <a:pt x="19771" y="0"/>
                  </a:cubicBezTo>
                  <a:cubicBezTo>
                    <a:pt x="30670" y="0"/>
                    <a:pt x="39542" y="6971"/>
                    <a:pt x="39542" y="1571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53" name="Freeform: Shape 5052">
              <a:extLst>
                <a:ext uri="{FF2B5EF4-FFF2-40B4-BE49-F238E27FC236}">
                  <a16:creationId xmlns:a16="http://schemas.microsoft.com/office/drawing/2014/main" id="{B5759AA4-A48F-49B8-5FC0-8061B9341395}"/>
                </a:ext>
              </a:extLst>
            </p:cNvPr>
            <p:cNvSpPr/>
            <p:nvPr/>
          </p:nvSpPr>
          <p:spPr>
            <a:xfrm>
              <a:off x="787538" y="4458474"/>
              <a:ext cx="38654" cy="30669"/>
            </a:xfrm>
            <a:custGeom>
              <a:avLst/>
              <a:gdLst>
                <a:gd name="connsiteX0" fmla="*/ 38655 w 38654"/>
                <a:gd name="connsiteY0" fmla="*/ 15335 h 30669"/>
                <a:gd name="connsiteX1" fmla="*/ 19391 w 38654"/>
                <a:gd name="connsiteY1" fmla="*/ 30670 h 30669"/>
                <a:gd name="connsiteX2" fmla="*/ 0 w 38654"/>
                <a:gd name="connsiteY2" fmla="*/ 15335 h 30669"/>
                <a:gd name="connsiteX3" fmla="*/ 19391 w 38654"/>
                <a:gd name="connsiteY3" fmla="*/ 0 h 30669"/>
                <a:gd name="connsiteX4" fmla="*/ 38655 w 38654"/>
                <a:gd name="connsiteY4" fmla="*/ 15335 h 3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654" h="30669">
                  <a:moveTo>
                    <a:pt x="38655" y="15335"/>
                  </a:moveTo>
                  <a:cubicBezTo>
                    <a:pt x="38655" y="23826"/>
                    <a:pt x="30036" y="30670"/>
                    <a:pt x="19391" y="30670"/>
                  </a:cubicBezTo>
                  <a:cubicBezTo>
                    <a:pt x="8745" y="30670"/>
                    <a:pt x="0" y="23826"/>
                    <a:pt x="0" y="15335"/>
                  </a:cubicBezTo>
                  <a:cubicBezTo>
                    <a:pt x="0" y="6843"/>
                    <a:pt x="8618" y="0"/>
                    <a:pt x="19391" y="0"/>
                  </a:cubicBezTo>
                  <a:cubicBezTo>
                    <a:pt x="30163" y="0"/>
                    <a:pt x="38655" y="6843"/>
                    <a:pt x="38655" y="153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54" name="Freeform: Shape 5053">
              <a:extLst>
                <a:ext uri="{FF2B5EF4-FFF2-40B4-BE49-F238E27FC236}">
                  <a16:creationId xmlns:a16="http://schemas.microsoft.com/office/drawing/2014/main" id="{EE8BBA6F-EB25-75E5-3424-A99B1D985363}"/>
                </a:ext>
              </a:extLst>
            </p:cNvPr>
            <p:cNvSpPr/>
            <p:nvPr/>
          </p:nvSpPr>
          <p:spPr>
            <a:xfrm>
              <a:off x="758389" y="4357339"/>
              <a:ext cx="38020" cy="30163"/>
            </a:xfrm>
            <a:custGeom>
              <a:avLst/>
              <a:gdLst>
                <a:gd name="connsiteX0" fmla="*/ 38021 w 38020"/>
                <a:gd name="connsiteY0" fmla="*/ 15082 h 30163"/>
                <a:gd name="connsiteX1" fmla="*/ 19010 w 38020"/>
                <a:gd name="connsiteY1" fmla="*/ 30163 h 30163"/>
                <a:gd name="connsiteX2" fmla="*/ 0 w 38020"/>
                <a:gd name="connsiteY2" fmla="*/ 15082 h 30163"/>
                <a:gd name="connsiteX3" fmla="*/ 19010 w 38020"/>
                <a:gd name="connsiteY3" fmla="*/ 0 h 30163"/>
                <a:gd name="connsiteX4" fmla="*/ 38021 w 38020"/>
                <a:gd name="connsiteY4" fmla="*/ 15082 h 30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0" h="30163">
                  <a:moveTo>
                    <a:pt x="38021" y="15082"/>
                  </a:moveTo>
                  <a:cubicBezTo>
                    <a:pt x="38021" y="23446"/>
                    <a:pt x="29529" y="30163"/>
                    <a:pt x="19010" y="30163"/>
                  </a:cubicBezTo>
                  <a:cubicBezTo>
                    <a:pt x="8491" y="30163"/>
                    <a:pt x="0" y="23446"/>
                    <a:pt x="0" y="15082"/>
                  </a:cubicBezTo>
                  <a:cubicBezTo>
                    <a:pt x="0" y="6717"/>
                    <a:pt x="8491" y="0"/>
                    <a:pt x="19010" y="0"/>
                  </a:cubicBezTo>
                  <a:cubicBezTo>
                    <a:pt x="29529" y="0"/>
                    <a:pt x="38021" y="6717"/>
                    <a:pt x="38021" y="1508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55" name="Freeform: Shape 5054">
              <a:extLst>
                <a:ext uri="{FF2B5EF4-FFF2-40B4-BE49-F238E27FC236}">
                  <a16:creationId xmlns:a16="http://schemas.microsoft.com/office/drawing/2014/main" id="{BA2E3597-6A55-2640-1BF2-BC150006A77B}"/>
                </a:ext>
              </a:extLst>
            </p:cNvPr>
            <p:cNvSpPr/>
            <p:nvPr/>
          </p:nvSpPr>
          <p:spPr>
            <a:xfrm>
              <a:off x="732661" y="4255823"/>
              <a:ext cx="37006" cy="29402"/>
            </a:xfrm>
            <a:custGeom>
              <a:avLst/>
              <a:gdLst>
                <a:gd name="connsiteX0" fmla="*/ 37007 w 37006"/>
                <a:gd name="connsiteY0" fmla="*/ 14701 h 29402"/>
                <a:gd name="connsiteX1" fmla="*/ 18503 w 37006"/>
                <a:gd name="connsiteY1" fmla="*/ 29403 h 29402"/>
                <a:gd name="connsiteX2" fmla="*/ 0 w 37006"/>
                <a:gd name="connsiteY2" fmla="*/ 14701 h 29402"/>
                <a:gd name="connsiteX3" fmla="*/ 18503 w 37006"/>
                <a:gd name="connsiteY3" fmla="*/ 0 h 29402"/>
                <a:gd name="connsiteX4" fmla="*/ 37007 w 37006"/>
                <a:gd name="connsiteY4" fmla="*/ 14701 h 29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006" h="29402">
                  <a:moveTo>
                    <a:pt x="37007" y="14701"/>
                  </a:moveTo>
                  <a:cubicBezTo>
                    <a:pt x="37007" y="22813"/>
                    <a:pt x="28642" y="29403"/>
                    <a:pt x="18503" y="29403"/>
                  </a:cubicBezTo>
                  <a:cubicBezTo>
                    <a:pt x="8365" y="29403"/>
                    <a:pt x="0" y="22813"/>
                    <a:pt x="0" y="14701"/>
                  </a:cubicBezTo>
                  <a:cubicBezTo>
                    <a:pt x="0" y="6591"/>
                    <a:pt x="8238" y="0"/>
                    <a:pt x="18503" y="0"/>
                  </a:cubicBezTo>
                  <a:cubicBezTo>
                    <a:pt x="28769" y="0"/>
                    <a:pt x="37007" y="6591"/>
                    <a:pt x="37007" y="1470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56" name="Freeform: Shape 5055">
              <a:extLst>
                <a:ext uri="{FF2B5EF4-FFF2-40B4-BE49-F238E27FC236}">
                  <a16:creationId xmlns:a16="http://schemas.microsoft.com/office/drawing/2014/main" id="{B5DCEDF5-F35B-E4FE-B5BB-210282F0B1F0}"/>
                </a:ext>
              </a:extLst>
            </p:cNvPr>
            <p:cNvSpPr/>
            <p:nvPr/>
          </p:nvSpPr>
          <p:spPr>
            <a:xfrm>
              <a:off x="709595" y="4153801"/>
              <a:ext cx="36499" cy="28895"/>
            </a:xfrm>
            <a:custGeom>
              <a:avLst/>
              <a:gdLst>
                <a:gd name="connsiteX0" fmla="*/ 36500 w 36499"/>
                <a:gd name="connsiteY0" fmla="*/ 14448 h 28895"/>
                <a:gd name="connsiteX1" fmla="*/ 18250 w 36499"/>
                <a:gd name="connsiteY1" fmla="*/ 28896 h 28895"/>
                <a:gd name="connsiteX2" fmla="*/ 0 w 36499"/>
                <a:gd name="connsiteY2" fmla="*/ 14448 h 28895"/>
                <a:gd name="connsiteX3" fmla="*/ 18250 w 36499"/>
                <a:gd name="connsiteY3" fmla="*/ 0 h 28895"/>
                <a:gd name="connsiteX4" fmla="*/ 36500 w 36499"/>
                <a:gd name="connsiteY4" fmla="*/ 14448 h 28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99" h="28895">
                  <a:moveTo>
                    <a:pt x="36500" y="14448"/>
                  </a:moveTo>
                  <a:cubicBezTo>
                    <a:pt x="36500" y="22432"/>
                    <a:pt x="28262" y="28896"/>
                    <a:pt x="18250" y="28896"/>
                  </a:cubicBezTo>
                  <a:cubicBezTo>
                    <a:pt x="8238" y="28896"/>
                    <a:pt x="0" y="22432"/>
                    <a:pt x="0" y="14448"/>
                  </a:cubicBezTo>
                  <a:cubicBezTo>
                    <a:pt x="0" y="6464"/>
                    <a:pt x="8238" y="0"/>
                    <a:pt x="18250" y="0"/>
                  </a:cubicBezTo>
                  <a:cubicBezTo>
                    <a:pt x="28262" y="0"/>
                    <a:pt x="36500" y="6464"/>
                    <a:pt x="36500" y="1444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57" name="Freeform: Shape 5056">
              <a:extLst>
                <a:ext uri="{FF2B5EF4-FFF2-40B4-BE49-F238E27FC236}">
                  <a16:creationId xmlns:a16="http://schemas.microsoft.com/office/drawing/2014/main" id="{F85F2A51-DAE9-B0CB-F012-AD47F735AB3D}"/>
                </a:ext>
              </a:extLst>
            </p:cNvPr>
            <p:cNvSpPr/>
            <p:nvPr/>
          </p:nvSpPr>
          <p:spPr>
            <a:xfrm>
              <a:off x="689444" y="4051018"/>
              <a:ext cx="36499" cy="28895"/>
            </a:xfrm>
            <a:custGeom>
              <a:avLst/>
              <a:gdLst>
                <a:gd name="connsiteX0" fmla="*/ 36500 w 36499"/>
                <a:gd name="connsiteY0" fmla="*/ 14448 h 28895"/>
                <a:gd name="connsiteX1" fmla="*/ 18250 w 36499"/>
                <a:gd name="connsiteY1" fmla="*/ 28896 h 28895"/>
                <a:gd name="connsiteX2" fmla="*/ 0 w 36499"/>
                <a:gd name="connsiteY2" fmla="*/ 14448 h 28895"/>
                <a:gd name="connsiteX3" fmla="*/ 18250 w 36499"/>
                <a:gd name="connsiteY3" fmla="*/ 0 h 28895"/>
                <a:gd name="connsiteX4" fmla="*/ 36500 w 36499"/>
                <a:gd name="connsiteY4" fmla="*/ 14448 h 28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99" h="28895">
                  <a:moveTo>
                    <a:pt x="36500" y="14448"/>
                  </a:moveTo>
                  <a:cubicBezTo>
                    <a:pt x="36500" y="22433"/>
                    <a:pt x="28262" y="28896"/>
                    <a:pt x="18250" y="28896"/>
                  </a:cubicBezTo>
                  <a:cubicBezTo>
                    <a:pt x="8238" y="28896"/>
                    <a:pt x="0" y="22433"/>
                    <a:pt x="0" y="14448"/>
                  </a:cubicBezTo>
                  <a:cubicBezTo>
                    <a:pt x="0" y="6464"/>
                    <a:pt x="8238" y="0"/>
                    <a:pt x="18250" y="0"/>
                  </a:cubicBezTo>
                  <a:cubicBezTo>
                    <a:pt x="28262" y="0"/>
                    <a:pt x="36500" y="6464"/>
                    <a:pt x="36500" y="1444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58" name="Freeform: Shape 5057">
              <a:extLst>
                <a:ext uri="{FF2B5EF4-FFF2-40B4-BE49-F238E27FC236}">
                  <a16:creationId xmlns:a16="http://schemas.microsoft.com/office/drawing/2014/main" id="{65211BA8-7AE0-902D-D6E1-A364632F8B47}"/>
                </a:ext>
              </a:extLst>
            </p:cNvPr>
            <p:cNvSpPr/>
            <p:nvPr/>
          </p:nvSpPr>
          <p:spPr>
            <a:xfrm>
              <a:off x="672715" y="3948235"/>
              <a:ext cx="35739" cy="28388"/>
            </a:xfrm>
            <a:custGeom>
              <a:avLst/>
              <a:gdLst>
                <a:gd name="connsiteX0" fmla="*/ 35740 w 35739"/>
                <a:gd name="connsiteY0" fmla="*/ 14194 h 28388"/>
                <a:gd name="connsiteX1" fmla="*/ 17870 w 35739"/>
                <a:gd name="connsiteY1" fmla="*/ 28389 h 28388"/>
                <a:gd name="connsiteX2" fmla="*/ 0 w 35739"/>
                <a:gd name="connsiteY2" fmla="*/ 14194 h 28388"/>
                <a:gd name="connsiteX3" fmla="*/ 17870 w 35739"/>
                <a:gd name="connsiteY3" fmla="*/ 0 h 28388"/>
                <a:gd name="connsiteX4" fmla="*/ 35740 w 35739"/>
                <a:gd name="connsiteY4" fmla="*/ 14194 h 28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739" h="28388">
                  <a:moveTo>
                    <a:pt x="35740" y="14194"/>
                  </a:moveTo>
                  <a:cubicBezTo>
                    <a:pt x="35740" y="22052"/>
                    <a:pt x="27755" y="28389"/>
                    <a:pt x="17870" y="28389"/>
                  </a:cubicBezTo>
                  <a:cubicBezTo>
                    <a:pt x="7984" y="28389"/>
                    <a:pt x="0" y="22052"/>
                    <a:pt x="0" y="14194"/>
                  </a:cubicBezTo>
                  <a:cubicBezTo>
                    <a:pt x="0" y="6337"/>
                    <a:pt x="7984" y="0"/>
                    <a:pt x="17870" y="0"/>
                  </a:cubicBezTo>
                  <a:cubicBezTo>
                    <a:pt x="27755" y="0"/>
                    <a:pt x="35740" y="6337"/>
                    <a:pt x="35740" y="141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59" name="Freeform: Shape 5058">
              <a:extLst>
                <a:ext uri="{FF2B5EF4-FFF2-40B4-BE49-F238E27FC236}">
                  <a16:creationId xmlns:a16="http://schemas.microsoft.com/office/drawing/2014/main" id="{F7A71F0A-8CEC-547D-7F15-C0278E162BA7}"/>
                </a:ext>
              </a:extLst>
            </p:cNvPr>
            <p:cNvSpPr/>
            <p:nvPr/>
          </p:nvSpPr>
          <p:spPr>
            <a:xfrm>
              <a:off x="659028" y="3845199"/>
              <a:ext cx="34979" cy="27628"/>
            </a:xfrm>
            <a:custGeom>
              <a:avLst/>
              <a:gdLst>
                <a:gd name="connsiteX0" fmla="*/ 34979 w 34979"/>
                <a:gd name="connsiteY0" fmla="*/ 13814 h 27628"/>
                <a:gd name="connsiteX1" fmla="*/ 17490 w 34979"/>
                <a:gd name="connsiteY1" fmla="*/ 27628 h 27628"/>
                <a:gd name="connsiteX2" fmla="*/ 0 w 34979"/>
                <a:gd name="connsiteY2" fmla="*/ 13814 h 27628"/>
                <a:gd name="connsiteX3" fmla="*/ 17490 w 34979"/>
                <a:gd name="connsiteY3" fmla="*/ 0 h 27628"/>
                <a:gd name="connsiteX4" fmla="*/ 34979 w 34979"/>
                <a:gd name="connsiteY4" fmla="*/ 13814 h 27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979" h="27628">
                  <a:moveTo>
                    <a:pt x="34979" y="13814"/>
                  </a:moveTo>
                  <a:cubicBezTo>
                    <a:pt x="34979" y="21545"/>
                    <a:pt x="27121" y="27628"/>
                    <a:pt x="17490" y="27628"/>
                  </a:cubicBezTo>
                  <a:cubicBezTo>
                    <a:pt x="7858" y="27628"/>
                    <a:pt x="0" y="21418"/>
                    <a:pt x="0" y="13814"/>
                  </a:cubicBezTo>
                  <a:cubicBezTo>
                    <a:pt x="0" y="6210"/>
                    <a:pt x="7858" y="0"/>
                    <a:pt x="17490" y="0"/>
                  </a:cubicBezTo>
                  <a:cubicBezTo>
                    <a:pt x="27121" y="0"/>
                    <a:pt x="34979" y="6210"/>
                    <a:pt x="34979" y="1381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60" name="Freeform: Shape 5059">
              <a:extLst>
                <a:ext uri="{FF2B5EF4-FFF2-40B4-BE49-F238E27FC236}">
                  <a16:creationId xmlns:a16="http://schemas.microsoft.com/office/drawing/2014/main" id="{A7466CBB-ABC7-7E19-F089-72ECFCF29B0B}"/>
                </a:ext>
              </a:extLst>
            </p:cNvPr>
            <p:cNvSpPr/>
            <p:nvPr/>
          </p:nvSpPr>
          <p:spPr>
            <a:xfrm>
              <a:off x="648508" y="3741782"/>
              <a:ext cx="34218" cy="27121"/>
            </a:xfrm>
            <a:custGeom>
              <a:avLst/>
              <a:gdLst>
                <a:gd name="connsiteX0" fmla="*/ 34219 w 34218"/>
                <a:gd name="connsiteY0" fmla="*/ 13561 h 27121"/>
                <a:gd name="connsiteX1" fmla="*/ 17109 w 34218"/>
                <a:gd name="connsiteY1" fmla="*/ 27122 h 27121"/>
                <a:gd name="connsiteX2" fmla="*/ 0 w 34218"/>
                <a:gd name="connsiteY2" fmla="*/ 13561 h 27121"/>
                <a:gd name="connsiteX3" fmla="*/ 17109 w 34218"/>
                <a:gd name="connsiteY3" fmla="*/ 0 h 27121"/>
                <a:gd name="connsiteX4" fmla="*/ 34219 w 34218"/>
                <a:gd name="connsiteY4" fmla="*/ 13561 h 27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218" h="27121">
                  <a:moveTo>
                    <a:pt x="34219" y="13561"/>
                  </a:moveTo>
                  <a:cubicBezTo>
                    <a:pt x="34219" y="21038"/>
                    <a:pt x="26615" y="27122"/>
                    <a:pt x="17109" y="27122"/>
                  </a:cubicBezTo>
                  <a:cubicBezTo>
                    <a:pt x="7604" y="27122"/>
                    <a:pt x="0" y="21038"/>
                    <a:pt x="0" y="13561"/>
                  </a:cubicBezTo>
                  <a:cubicBezTo>
                    <a:pt x="0" y="6083"/>
                    <a:pt x="7604" y="0"/>
                    <a:pt x="17109" y="0"/>
                  </a:cubicBezTo>
                  <a:cubicBezTo>
                    <a:pt x="26615" y="0"/>
                    <a:pt x="34219" y="6083"/>
                    <a:pt x="34219" y="1356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61" name="Freeform: Shape 5060">
              <a:extLst>
                <a:ext uri="{FF2B5EF4-FFF2-40B4-BE49-F238E27FC236}">
                  <a16:creationId xmlns:a16="http://schemas.microsoft.com/office/drawing/2014/main" id="{00725B68-D62F-1249-E289-34D988824150}"/>
                </a:ext>
              </a:extLst>
            </p:cNvPr>
            <p:cNvSpPr/>
            <p:nvPr/>
          </p:nvSpPr>
          <p:spPr>
            <a:xfrm>
              <a:off x="641031" y="3638239"/>
              <a:ext cx="33585" cy="26614"/>
            </a:xfrm>
            <a:custGeom>
              <a:avLst/>
              <a:gdLst>
                <a:gd name="connsiteX0" fmla="*/ 33585 w 33585"/>
                <a:gd name="connsiteY0" fmla="*/ 13307 h 26614"/>
                <a:gd name="connsiteX1" fmla="*/ 16729 w 33585"/>
                <a:gd name="connsiteY1" fmla="*/ 26614 h 26614"/>
                <a:gd name="connsiteX2" fmla="*/ 0 w 33585"/>
                <a:gd name="connsiteY2" fmla="*/ 13307 h 26614"/>
                <a:gd name="connsiteX3" fmla="*/ 16729 w 33585"/>
                <a:gd name="connsiteY3" fmla="*/ 0 h 26614"/>
                <a:gd name="connsiteX4" fmla="*/ 33585 w 33585"/>
                <a:gd name="connsiteY4" fmla="*/ 13307 h 26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85" h="26614">
                  <a:moveTo>
                    <a:pt x="33585" y="13307"/>
                  </a:moveTo>
                  <a:cubicBezTo>
                    <a:pt x="33585" y="20658"/>
                    <a:pt x="26108" y="26614"/>
                    <a:pt x="16729" y="26614"/>
                  </a:cubicBezTo>
                  <a:cubicBezTo>
                    <a:pt x="7351" y="26614"/>
                    <a:pt x="0" y="20658"/>
                    <a:pt x="0" y="13307"/>
                  </a:cubicBezTo>
                  <a:cubicBezTo>
                    <a:pt x="0" y="5957"/>
                    <a:pt x="7477" y="0"/>
                    <a:pt x="16729" y="0"/>
                  </a:cubicBezTo>
                  <a:cubicBezTo>
                    <a:pt x="25981" y="0"/>
                    <a:pt x="33585" y="5957"/>
                    <a:pt x="33585" y="1330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62" name="Freeform: Shape 5061">
              <a:extLst>
                <a:ext uri="{FF2B5EF4-FFF2-40B4-BE49-F238E27FC236}">
                  <a16:creationId xmlns:a16="http://schemas.microsoft.com/office/drawing/2014/main" id="{D8664258-55F7-1235-14D1-CC8691BAE187}"/>
                </a:ext>
              </a:extLst>
            </p:cNvPr>
            <p:cNvSpPr/>
            <p:nvPr/>
          </p:nvSpPr>
          <p:spPr>
            <a:xfrm>
              <a:off x="636849" y="3534569"/>
              <a:ext cx="32697" cy="26107"/>
            </a:xfrm>
            <a:custGeom>
              <a:avLst/>
              <a:gdLst>
                <a:gd name="connsiteX0" fmla="*/ 32698 w 32697"/>
                <a:gd name="connsiteY0" fmla="*/ 13054 h 26107"/>
                <a:gd name="connsiteX1" fmla="*/ 16349 w 32697"/>
                <a:gd name="connsiteY1" fmla="*/ 26108 h 26107"/>
                <a:gd name="connsiteX2" fmla="*/ 0 w 32697"/>
                <a:gd name="connsiteY2" fmla="*/ 13054 h 26107"/>
                <a:gd name="connsiteX3" fmla="*/ 16349 w 32697"/>
                <a:gd name="connsiteY3" fmla="*/ 0 h 26107"/>
                <a:gd name="connsiteX4" fmla="*/ 32698 w 32697"/>
                <a:gd name="connsiteY4" fmla="*/ 13054 h 2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97" h="26107">
                  <a:moveTo>
                    <a:pt x="32698" y="13054"/>
                  </a:moveTo>
                  <a:cubicBezTo>
                    <a:pt x="32698" y="20278"/>
                    <a:pt x="25347" y="26108"/>
                    <a:pt x="16349" y="26108"/>
                  </a:cubicBezTo>
                  <a:cubicBezTo>
                    <a:pt x="7351" y="26108"/>
                    <a:pt x="0" y="20278"/>
                    <a:pt x="0" y="13054"/>
                  </a:cubicBezTo>
                  <a:cubicBezTo>
                    <a:pt x="0" y="5830"/>
                    <a:pt x="7351" y="0"/>
                    <a:pt x="16349" y="0"/>
                  </a:cubicBezTo>
                  <a:cubicBezTo>
                    <a:pt x="25347" y="0"/>
                    <a:pt x="32698" y="5830"/>
                    <a:pt x="32698" y="1305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63" name="Freeform: Shape 5062">
              <a:extLst>
                <a:ext uri="{FF2B5EF4-FFF2-40B4-BE49-F238E27FC236}">
                  <a16:creationId xmlns:a16="http://schemas.microsoft.com/office/drawing/2014/main" id="{97DE5860-EB05-7326-C72B-73301CF4CF56}"/>
                </a:ext>
              </a:extLst>
            </p:cNvPr>
            <p:cNvSpPr/>
            <p:nvPr/>
          </p:nvSpPr>
          <p:spPr>
            <a:xfrm>
              <a:off x="635708" y="3430899"/>
              <a:ext cx="31937" cy="25347"/>
            </a:xfrm>
            <a:custGeom>
              <a:avLst/>
              <a:gdLst>
                <a:gd name="connsiteX0" fmla="*/ 31937 w 31937"/>
                <a:gd name="connsiteY0" fmla="*/ 12674 h 25347"/>
                <a:gd name="connsiteX1" fmla="*/ 15969 w 31937"/>
                <a:gd name="connsiteY1" fmla="*/ 25347 h 25347"/>
                <a:gd name="connsiteX2" fmla="*/ 0 w 31937"/>
                <a:gd name="connsiteY2" fmla="*/ 12674 h 25347"/>
                <a:gd name="connsiteX3" fmla="*/ 15969 w 31937"/>
                <a:gd name="connsiteY3" fmla="*/ 0 h 25347"/>
                <a:gd name="connsiteX4" fmla="*/ 31937 w 31937"/>
                <a:gd name="connsiteY4" fmla="*/ 12674 h 25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937" h="25347">
                  <a:moveTo>
                    <a:pt x="31937" y="12674"/>
                  </a:moveTo>
                  <a:cubicBezTo>
                    <a:pt x="31937" y="19644"/>
                    <a:pt x="24714" y="25347"/>
                    <a:pt x="15969" y="25347"/>
                  </a:cubicBezTo>
                  <a:cubicBezTo>
                    <a:pt x="7224" y="25347"/>
                    <a:pt x="0" y="19644"/>
                    <a:pt x="0" y="12674"/>
                  </a:cubicBezTo>
                  <a:cubicBezTo>
                    <a:pt x="0" y="5703"/>
                    <a:pt x="7097" y="0"/>
                    <a:pt x="15969" y="0"/>
                  </a:cubicBezTo>
                  <a:cubicBezTo>
                    <a:pt x="24840" y="0"/>
                    <a:pt x="31937" y="5703"/>
                    <a:pt x="31937" y="1267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64" name="Freeform: Shape 5063">
              <a:extLst>
                <a:ext uri="{FF2B5EF4-FFF2-40B4-BE49-F238E27FC236}">
                  <a16:creationId xmlns:a16="http://schemas.microsoft.com/office/drawing/2014/main" id="{18D6B87F-C326-A97E-D7CE-73B70AF0F89B}"/>
                </a:ext>
              </a:extLst>
            </p:cNvPr>
            <p:cNvSpPr/>
            <p:nvPr/>
          </p:nvSpPr>
          <p:spPr>
            <a:xfrm>
              <a:off x="637356" y="3327229"/>
              <a:ext cx="31430" cy="24840"/>
            </a:xfrm>
            <a:custGeom>
              <a:avLst/>
              <a:gdLst>
                <a:gd name="connsiteX0" fmla="*/ 31431 w 31430"/>
                <a:gd name="connsiteY0" fmla="*/ 12420 h 24840"/>
                <a:gd name="connsiteX1" fmla="*/ 15715 w 31430"/>
                <a:gd name="connsiteY1" fmla="*/ 24840 h 24840"/>
                <a:gd name="connsiteX2" fmla="*/ 0 w 31430"/>
                <a:gd name="connsiteY2" fmla="*/ 12420 h 24840"/>
                <a:gd name="connsiteX3" fmla="*/ 15715 w 31430"/>
                <a:gd name="connsiteY3" fmla="*/ 0 h 24840"/>
                <a:gd name="connsiteX4" fmla="*/ 31431 w 31430"/>
                <a:gd name="connsiteY4" fmla="*/ 12420 h 2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30" h="24840">
                  <a:moveTo>
                    <a:pt x="31431" y="12420"/>
                  </a:moveTo>
                  <a:cubicBezTo>
                    <a:pt x="31431" y="19264"/>
                    <a:pt x="24460" y="24840"/>
                    <a:pt x="15715" y="24840"/>
                  </a:cubicBezTo>
                  <a:cubicBezTo>
                    <a:pt x="6970" y="24840"/>
                    <a:pt x="0" y="19264"/>
                    <a:pt x="0" y="12420"/>
                  </a:cubicBezTo>
                  <a:cubicBezTo>
                    <a:pt x="0" y="5576"/>
                    <a:pt x="7097" y="0"/>
                    <a:pt x="15715" y="0"/>
                  </a:cubicBezTo>
                  <a:cubicBezTo>
                    <a:pt x="24333" y="0"/>
                    <a:pt x="31431" y="5576"/>
                    <a:pt x="31431" y="1242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65" name="Freeform: Shape 5064">
              <a:extLst>
                <a:ext uri="{FF2B5EF4-FFF2-40B4-BE49-F238E27FC236}">
                  <a16:creationId xmlns:a16="http://schemas.microsoft.com/office/drawing/2014/main" id="{15933190-AFAC-4104-549F-AF7601B80660}"/>
                </a:ext>
              </a:extLst>
            </p:cNvPr>
            <p:cNvSpPr/>
            <p:nvPr/>
          </p:nvSpPr>
          <p:spPr>
            <a:xfrm>
              <a:off x="642425" y="3223559"/>
              <a:ext cx="30670" cy="24333"/>
            </a:xfrm>
            <a:custGeom>
              <a:avLst/>
              <a:gdLst>
                <a:gd name="connsiteX0" fmla="*/ 30670 w 30670"/>
                <a:gd name="connsiteY0" fmla="*/ 12167 h 24333"/>
                <a:gd name="connsiteX1" fmla="*/ 15335 w 30670"/>
                <a:gd name="connsiteY1" fmla="*/ 24333 h 24333"/>
                <a:gd name="connsiteX2" fmla="*/ 0 w 30670"/>
                <a:gd name="connsiteY2" fmla="*/ 12167 h 24333"/>
                <a:gd name="connsiteX3" fmla="*/ 15335 w 30670"/>
                <a:gd name="connsiteY3" fmla="*/ 0 h 24333"/>
                <a:gd name="connsiteX4" fmla="*/ 30670 w 30670"/>
                <a:gd name="connsiteY4" fmla="*/ 12167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70" h="24333">
                  <a:moveTo>
                    <a:pt x="30670" y="12167"/>
                  </a:moveTo>
                  <a:cubicBezTo>
                    <a:pt x="30670" y="18884"/>
                    <a:pt x="23826" y="24333"/>
                    <a:pt x="15335" y="24333"/>
                  </a:cubicBezTo>
                  <a:cubicBezTo>
                    <a:pt x="6844" y="24333"/>
                    <a:pt x="0" y="18884"/>
                    <a:pt x="0" y="12167"/>
                  </a:cubicBezTo>
                  <a:cubicBezTo>
                    <a:pt x="0" y="5450"/>
                    <a:pt x="6844" y="0"/>
                    <a:pt x="15335" y="0"/>
                  </a:cubicBezTo>
                  <a:cubicBezTo>
                    <a:pt x="23826" y="0"/>
                    <a:pt x="30670" y="5450"/>
                    <a:pt x="30670" y="121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66" name="Freeform: Shape 5065">
              <a:extLst>
                <a:ext uri="{FF2B5EF4-FFF2-40B4-BE49-F238E27FC236}">
                  <a16:creationId xmlns:a16="http://schemas.microsoft.com/office/drawing/2014/main" id="{7A4BA75F-57C5-BDF9-7BFE-730434E87001}"/>
                </a:ext>
              </a:extLst>
            </p:cNvPr>
            <p:cNvSpPr/>
            <p:nvPr/>
          </p:nvSpPr>
          <p:spPr>
            <a:xfrm>
              <a:off x="650663" y="3120143"/>
              <a:ext cx="29909" cy="23572"/>
            </a:xfrm>
            <a:custGeom>
              <a:avLst/>
              <a:gdLst>
                <a:gd name="connsiteX0" fmla="*/ 29910 w 29909"/>
                <a:gd name="connsiteY0" fmla="*/ 11786 h 23572"/>
                <a:gd name="connsiteX1" fmla="*/ 14955 w 29909"/>
                <a:gd name="connsiteY1" fmla="*/ 23573 h 23572"/>
                <a:gd name="connsiteX2" fmla="*/ 0 w 29909"/>
                <a:gd name="connsiteY2" fmla="*/ 11786 h 23572"/>
                <a:gd name="connsiteX3" fmla="*/ 14955 w 29909"/>
                <a:gd name="connsiteY3" fmla="*/ 0 h 23572"/>
                <a:gd name="connsiteX4" fmla="*/ 29910 w 29909"/>
                <a:gd name="connsiteY4" fmla="*/ 11786 h 2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909" h="23572">
                  <a:moveTo>
                    <a:pt x="29910" y="11786"/>
                  </a:moveTo>
                  <a:cubicBezTo>
                    <a:pt x="29910" y="18377"/>
                    <a:pt x="23193" y="23573"/>
                    <a:pt x="14955" y="23573"/>
                  </a:cubicBezTo>
                  <a:cubicBezTo>
                    <a:pt x="6717" y="23573"/>
                    <a:pt x="0" y="18250"/>
                    <a:pt x="0" y="11786"/>
                  </a:cubicBezTo>
                  <a:cubicBezTo>
                    <a:pt x="0" y="5323"/>
                    <a:pt x="6717" y="0"/>
                    <a:pt x="14955" y="0"/>
                  </a:cubicBezTo>
                  <a:cubicBezTo>
                    <a:pt x="23193" y="0"/>
                    <a:pt x="29910" y="5323"/>
                    <a:pt x="29910" y="1178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67" name="Freeform: Shape 5066">
              <a:extLst>
                <a:ext uri="{FF2B5EF4-FFF2-40B4-BE49-F238E27FC236}">
                  <a16:creationId xmlns:a16="http://schemas.microsoft.com/office/drawing/2014/main" id="{367D3A59-568E-E56D-7E93-B05AD196ABE6}"/>
                </a:ext>
              </a:extLst>
            </p:cNvPr>
            <p:cNvSpPr/>
            <p:nvPr/>
          </p:nvSpPr>
          <p:spPr>
            <a:xfrm>
              <a:off x="662323" y="3016979"/>
              <a:ext cx="28388" cy="22558"/>
            </a:xfrm>
            <a:custGeom>
              <a:avLst/>
              <a:gdLst>
                <a:gd name="connsiteX0" fmla="*/ 28389 w 28388"/>
                <a:gd name="connsiteY0" fmla="*/ 11279 h 22558"/>
                <a:gd name="connsiteX1" fmla="*/ 14194 w 28388"/>
                <a:gd name="connsiteY1" fmla="*/ 22559 h 22558"/>
                <a:gd name="connsiteX2" fmla="*/ 0 w 28388"/>
                <a:gd name="connsiteY2" fmla="*/ 11279 h 22558"/>
                <a:gd name="connsiteX3" fmla="*/ 14194 w 28388"/>
                <a:gd name="connsiteY3" fmla="*/ 0 h 22558"/>
                <a:gd name="connsiteX4" fmla="*/ 28389 w 28388"/>
                <a:gd name="connsiteY4" fmla="*/ 11279 h 22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388" h="22558">
                  <a:moveTo>
                    <a:pt x="28389" y="11279"/>
                  </a:moveTo>
                  <a:cubicBezTo>
                    <a:pt x="28389" y="17489"/>
                    <a:pt x="22052" y="22559"/>
                    <a:pt x="14194" y="22559"/>
                  </a:cubicBezTo>
                  <a:cubicBezTo>
                    <a:pt x="6337" y="22559"/>
                    <a:pt x="0" y="17489"/>
                    <a:pt x="0" y="11279"/>
                  </a:cubicBezTo>
                  <a:cubicBezTo>
                    <a:pt x="0" y="5069"/>
                    <a:pt x="6337" y="0"/>
                    <a:pt x="14194" y="0"/>
                  </a:cubicBezTo>
                  <a:cubicBezTo>
                    <a:pt x="22052" y="0"/>
                    <a:pt x="28389" y="5069"/>
                    <a:pt x="28389" y="1127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68" name="Freeform: Shape 5067">
              <a:extLst>
                <a:ext uri="{FF2B5EF4-FFF2-40B4-BE49-F238E27FC236}">
                  <a16:creationId xmlns:a16="http://schemas.microsoft.com/office/drawing/2014/main" id="{E5ABCBE9-FA65-ED88-09BD-0290DFA0742A}"/>
                </a:ext>
              </a:extLst>
            </p:cNvPr>
            <p:cNvSpPr/>
            <p:nvPr/>
          </p:nvSpPr>
          <p:spPr>
            <a:xfrm>
              <a:off x="676771" y="2913816"/>
              <a:ext cx="27628" cy="22051"/>
            </a:xfrm>
            <a:custGeom>
              <a:avLst/>
              <a:gdLst>
                <a:gd name="connsiteX0" fmla="*/ 27628 w 27628"/>
                <a:gd name="connsiteY0" fmla="*/ 11026 h 22051"/>
                <a:gd name="connsiteX1" fmla="*/ 13814 w 27628"/>
                <a:gd name="connsiteY1" fmla="*/ 22052 h 22051"/>
                <a:gd name="connsiteX2" fmla="*/ 0 w 27628"/>
                <a:gd name="connsiteY2" fmla="*/ 11026 h 22051"/>
                <a:gd name="connsiteX3" fmla="*/ 13814 w 27628"/>
                <a:gd name="connsiteY3" fmla="*/ 0 h 22051"/>
                <a:gd name="connsiteX4" fmla="*/ 27628 w 27628"/>
                <a:gd name="connsiteY4" fmla="*/ 11026 h 22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28" h="22051">
                  <a:moveTo>
                    <a:pt x="27628" y="11026"/>
                  </a:moveTo>
                  <a:cubicBezTo>
                    <a:pt x="27628" y="17109"/>
                    <a:pt x="21418" y="22052"/>
                    <a:pt x="13814" y="22052"/>
                  </a:cubicBezTo>
                  <a:cubicBezTo>
                    <a:pt x="6210" y="22052"/>
                    <a:pt x="0" y="17109"/>
                    <a:pt x="0" y="11026"/>
                  </a:cubicBezTo>
                  <a:cubicBezTo>
                    <a:pt x="0" y="4943"/>
                    <a:pt x="6210" y="0"/>
                    <a:pt x="13814" y="0"/>
                  </a:cubicBezTo>
                  <a:cubicBezTo>
                    <a:pt x="21418" y="0"/>
                    <a:pt x="27628" y="4943"/>
                    <a:pt x="27628" y="1102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69" name="Freeform: Shape 5068">
              <a:extLst>
                <a:ext uri="{FF2B5EF4-FFF2-40B4-BE49-F238E27FC236}">
                  <a16:creationId xmlns:a16="http://schemas.microsoft.com/office/drawing/2014/main" id="{E8155302-5E98-09D3-A6AF-FACA53A4FC83}"/>
                </a:ext>
              </a:extLst>
            </p:cNvPr>
            <p:cNvSpPr/>
            <p:nvPr/>
          </p:nvSpPr>
          <p:spPr>
            <a:xfrm>
              <a:off x="694133" y="2811160"/>
              <a:ext cx="26868" cy="21291"/>
            </a:xfrm>
            <a:custGeom>
              <a:avLst/>
              <a:gdLst>
                <a:gd name="connsiteX0" fmla="*/ 26868 w 26868"/>
                <a:gd name="connsiteY0" fmla="*/ 10646 h 21291"/>
                <a:gd name="connsiteX1" fmla="*/ 13434 w 26868"/>
                <a:gd name="connsiteY1" fmla="*/ 21292 h 21291"/>
                <a:gd name="connsiteX2" fmla="*/ 0 w 26868"/>
                <a:gd name="connsiteY2" fmla="*/ 10646 h 21291"/>
                <a:gd name="connsiteX3" fmla="*/ 13434 w 26868"/>
                <a:gd name="connsiteY3" fmla="*/ 0 h 21291"/>
                <a:gd name="connsiteX4" fmla="*/ 26868 w 26868"/>
                <a:gd name="connsiteY4" fmla="*/ 10646 h 2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68" h="21291">
                  <a:moveTo>
                    <a:pt x="26868" y="10646"/>
                  </a:moveTo>
                  <a:cubicBezTo>
                    <a:pt x="26868" y="16476"/>
                    <a:pt x="20785" y="21292"/>
                    <a:pt x="13434" y="21292"/>
                  </a:cubicBezTo>
                  <a:cubicBezTo>
                    <a:pt x="6083" y="21292"/>
                    <a:pt x="0" y="16476"/>
                    <a:pt x="0" y="10646"/>
                  </a:cubicBezTo>
                  <a:cubicBezTo>
                    <a:pt x="0" y="4816"/>
                    <a:pt x="6083" y="0"/>
                    <a:pt x="13434" y="0"/>
                  </a:cubicBezTo>
                  <a:cubicBezTo>
                    <a:pt x="20785" y="0"/>
                    <a:pt x="26868" y="4816"/>
                    <a:pt x="26868" y="1064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70" name="Freeform: Shape 5069">
              <a:extLst>
                <a:ext uri="{FF2B5EF4-FFF2-40B4-BE49-F238E27FC236}">
                  <a16:creationId xmlns:a16="http://schemas.microsoft.com/office/drawing/2014/main" id="{34A46A62-4DB1-A84C-9E05-8C8A39263DFA}"/>
                </a:ext>
              </a:extLst>
            </p:cNvPr>
            <p:cNvSpPr/>
            <p:nvPr/>
          </p:nvSpPr>
          <p:spPr>
            <a:xfrm>
              <a:off x="715045" y="2708884"/>
              <a:ext cx="25600" cy="20277"/>
            </a:xfrm>
            <a:custGeom>
              <a:avLst/>
              <a:gdLst>
                <a:gd name="connsiteX0" fmla="*/ 25601 w 25600"/>
                <a:gd name="connsiteY0" fmla="*/ 10139 h 20277"/>
                <a:gd name="connsiteX1" fmla="*/ 12800 w 25600"/>
                <a:gd name="connsiteY1" fmla="*/ 20278 h 20277"/>
                <a:gd name="connsiteX2" fmla="*/ 0 w 25600"/>
                <a:gd name="connsiteY2" fmla="*/ 10139 h 20277"/>
                <a:gd name="connsiteX3" fmla="*/ 12800 w 25600"/>
                <a:gd name="connsiteY3" fmla="*/ 0 h 20277"/>
                <a:gd name="connsiteX4" fmla="*/ 25601 w 25600"/>
                <a:gd name="connsiteY4" fmla="*/ 10139 h 2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00" h="20277">
                  <a:moveTo>
                    <a:pt x="25601" y="10139"/>
                  </a:moveTo>
                  <a:cubicBezTo>
                    <a:pt x="25601" y="15715"/>
                    <a:pt x="19898" y="20278"/>
                    <a:pt x="12800" y="20278"/>
                  </a:cubicBezTo>
                  <a:cubicBezTo>
                    <a:pt x="5703" y="20278"/>
                    <a:pt x="0" y="15715"/>
                    <a:pt x="0" y="10139"/>
                  </a:cubicBezTo>
                  <a:cubicBezTo>
                    <a:pt x="0" y="4563"/>
                    <a:pt x="5703" y="0"/>
                    <a:pt x="12800" y="0"/>
                  </a:cubicBezTo>
                  <a:cubicBezTo>
                    <a:pt x="19898" y="0"/>
                    <a:pt x="25601" y="4563"/>
                    <a:pt x="25601" y="1013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71" name="Freeform: Shape 5070">
              <a:extLst>
                <a:ext uri="{FF2B5EF4-FFF2-40B4-BE49-F238E27FC236}">
                  <a16:creationId xmlns:a16="http://schemas.microsoft.com/office/drawing/2014/main" id="{B990E845-ACF3-26F4-E679-097A6DB34AA4}"/>
                </a:ext>
              </a:extLst>
            </p:cNvPr>
            <p:cNvSpPr/>
            <p:nvPr/>
          </p:nvSpPr>
          <p:spPr>
            <a:xfrm>
              <a:off x="738744" y="2606735"/>
              <a:ext cx="24713" cy="19770"/>
            </a:xfrm>
            <a:custGeom>
              <a:avLst/>
              <a:gdLst>
                <a:gd name="connsiteX0" fmla="*/ 24714 w 24713"/>
                <a:gd name="connsiteY0" fmla="*/ 9885 h 19770"/>
                <a:gd name="connsiteX1" fmla="*/ 12420 w 24713"/>
                <a:gd name="connsiteY1" fmla="*/ 19771 h 19770"/>
                <a:gd name="connsiteX2" fmla="*/ 0 w 24713"/>
                <a:gd name="connsiteY2" fmla="*/ 9885 h 19770"/>
                <a:gd name="connsiteX3" fmla="*/ 12420 w 24713"/>
                <a:gd name="connsiteY3" fmla="*/ 0 h 19770"/>
                <a:gd name="connsiteX4" fmla="*/ 24714 w 24713"/>
                <a:gd name="connsiteY4" fmla="*/ 9885 h 19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713" h="19770">
                  <a:moveTo>
                    <a:pt x="24714" y="9885"/>
                  </a:moveTo>
                  <a:cubicBezTo>
                    <a:pt x="24714" y="15335"/>
                    <a:pt x="19137" y="19771"/>
                    <a:pt x="12420" y="19771"/>
                  </a:cubicBezTo>
                  <a:cubicBezTo>
                    <a:pt x="5703" y="19771"/>
                    <a:pt x="0" y="15335"/>
                    <a:pt x="0" y="9885"/>
                  </a:cubicBezTo>
                  <a:cubicBezTo>
                    <a:pt x="0" y="4436"/>
                    <a:pt x="5576" y="0"/>
                    <a:pt x="12420" y="0"/>
                  </a:cubicBezTo>
                  <a:cubicBezTo>
                    <a:pt x="19264" y="0"/>
                    <a:pt x="24714" y="4436"/>
                    <a:pt x="24714" y="988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72" name="Freeform: Shape 5071">
              <a:extLst>
                <a:ext uri="{FF2B5EF4-FFF2-40B4-BE49-F238E27FC236}">
                  <a16:creationId xmlns:a16="http://schemas.microsoft.com/office/drawing/2014/main" id="{9C2D66DA-A4ED-28F9-EF01-C40A996819B8}"/>
                </a:ext>
              </a:extLst>
            </p:cNvPr>
            <p:cNvSpPr/>
            <p:nvPr/>
          </p:nvSpPr>
          <p:spPr>
            <a:xfrm>
              <a:off x="765359" y="2505220"/>
              <a:ext cx="24079" cy="19010"/>
            </a:xfrm>
            <a:custGeom>
              <a:avLst/>
              <a:gdLst>
                <a:gd name="connsiteX0" fmla="*/ 24080 w 24079"/>
                <a:gd name="connsiteY0" fmla="*/ 9505 h 19010"/>
                <a:gd name="connsiteX1" fmla="*/ 12040 w 24079"/>
                <a:gd name="connsiteY1" fmla="*/ 19010 h 19010"/>
                <a:gd name="connsiteX2" fmla="*/ 0 w 24079"/>
                <a:gd name="connsiteY2" fmla="*/ 9505 h 19010"/>
                <a:gd name="connsiteX3" fmla="*/ 12040 w 24079"/>
                <a:gd name="connsiteY3" fmla="*/ 0 h 19010"/>
                <a:gd name="connsiteX4" fmla="*/ 24080 w 24079"/>
                <a:gd name="connsiteY4" fmla="*/ 9505 h 19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79" h="19010">
                  <a:moveTo>
                    <a:pt x="24080" y="9505"/>
                  </a:moveTo>
                  <a:cubicBezTo>
                    <a:pt x="24080" y="14701"/>
                    <a:pt x="18757" y="19010"/>
                    <a:pt x="12040" y="19010"/>
                  </a:cubicBezTo>
                  <a:cubicBezTo>
                    <a:pt x="5323" y="19010"/>
                    <a:pt x="0" y="14701"/>
                    <a:pt x="0" y="9505"/>
                  </a:cubicBezTo>
                  <a:cubicBezTo>
                    <a:pt x="0" y="4309"/>
                    <a:pt x="5323" y="0"/>
                    <a:pt x="12040" y="0"/>
                  </a:cubicBezTo>
                  <a:cubicBezTo>
                    <a:pt x="18757" y="0"/>
                    <a:pt x="24080" y="4182"/>
                    <a:pt x="24080" y="950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73" name="Freeform: Shape 5072">
              <a:extLst>
                <a:ext uri="{FF2B5EF4-FFF2-40B4-BE49-F238E27FC236}">
                  <a16:creationId xmlns:a16="http://schemas.microsoft.com/office/drawing/2014/main" id="{A34A2F3B-EEE8-1961-8EEB-89B96931F871}"/>
                </a:ext>
              </a:extLst>
            </p:cNvPr>
            <p:cNvSpPr/>
            <p:nvPr/>
          </p:nvSpPr>
          <p:spPr>
            <a:xfrm>
              <a:off x="795269" y="2404211"/>
              <a:ext cx="23319" cy="18503"/>
            </a:xfrm>
            <a:custGeom>
              <a:avLst/>
              <a:gdLst>
                <a:gd name="connsiteX0" fmla="*/ 23319 w 23319"/>
                <a:gd name="connsiteY0" fmla="*/ 9252 h 18503"/>
                <a:gd name="connsiteX1" fmla="*/ 11660 w 23319"/>
                <a:gd name="connsiteY1" fmla="*/ 18504 h 18503"/>
                <a:gd name="connsiteX2" fmla="*/ 0 w 23319"/>
                <a:gd name="connsiteY2" fmla="*/ 9252 h 18503"/>
                <a:gd name="connsiteX3" fmla="*/ 11660 w 23319"/>
                <a:gd name="connsiteY3" fmla="*/ 0 h 18503"/>
                <a:gd name="connsiteX4" fmla="*/ 23319 w 23319"/>
                <a:gd name="connsiteY4" fmla="*/ 9252 h 18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319" h="18503">
                  <a:moveTo>
                    <a:pt x="23319" y="9252"/>
                  </a:moveTo>
                  <a:cubicBezTo>
                    <a:pt x="23319" y="14321"/>
                    <a:pt x="18123" y="18504"/>
                    <a:pt x="11660" y="18504"/>
                  </a:cubicBezTo>
                  <a:cubicBezTo>
                    <a:pt x="5196" y="18504"/>
                    <a:pt x="0" y="14321"/>
                    <a:pt x="0" y="9252"/>
                  </a:cubicBezTo>
                  <a:cubicBezTo>
                    <a:pt x="0" y="4182"/>
                    <a:pt x="5196" y="0"/>
                    <a:pt x="11660" y="0"/>
                  </a:cubicBezTo>
                  <a:cubicBezTo>
                    <a:pt x="18123" y="0"/>
                    <a:pt x="23319" y="4182"/>
                    <a:pt x="23319" y="925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74" name="Freeform: Shape 5073">
              <a:extLst>
                <a:ext uri="{FF2B5EF4-FFF2-40B4-BE49-F238E27FC236}">
                  <a16:creationId xmlns:a16="http://schemas.microsoft.com/office/drawing/2014/main" id="{1FA1435C-B7B9-34AF-5258-058E44627DD5}"/>
                </a:ext>
              </a:extLst>
            </p:cNvPr>
            <p:cNvSpPr/>
            <p:nvPr/>
          </p:nvSpPr>
          <p:spPr>
            <a:xfrm>
              <a:off x="827967" y="2303836"/>
              <a:ext cx="22558" cy="17869"/>
            </a:xfrm>
            <a:custGeom>
              <a:avLst/>
              <a:gdLst>
                <a:gd name="connsiteX0" fmla="*/ 22559 w 22558"/>
                <a:gd name="connsiteY0" fmla="*/ 8871 h 17869"/>
                <a:gd name="connsiteX1" fmla="*/ 11279 w 22558"/>
                <a:gd name="connsiteY1" fmla="*/ 17870 h 17869"/>
                <a:gd name="connsiteX2" fmla="*/ 0 w 22558"/>
                <a:gd name="connsiteY2" fmla="*/ 8871 h 17869"/>
                <a:gd name="connsiteX3" fmla="*/ 11279 w 22558"/>
                <a:gd name="connsiteY3" fmla="*/ 0 h 17869"/>
                <a:gd name="connsiteX4" fmla="*/ 22559 w 22558"/>
                <a:gd name="connsiteY4" fmla="*/ 8871 h 1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8" h="17869">
                  <a:moveTo>
                    <a:pt x="22559" y="8871"/>
                  </a:moveTo>
                  <a:cubicBezTo>
                    <a:pt x="22559" y="13814"/>
                    <a:pt x="17490" y="17870"/>
                    <a:pt x="11279" y="17870"/>
                  </a:cubicBezTo>
                  <a:cubicBezTo>
                    <a:pt x="5069" y="17870"/>
                    <a:pt x="0" y="13814"/>
                    <a:pt x="0" y="8871"/>
                  </a:cubicBezTo>
                  <a:cubicBezTo>
                    <a:pt x="0" y="3929"/>
                    <a:pt x="5069" y="0"/>
                    <a:pt x="11279" y="0"/>
                  </a:cubicBezTo>
                  <a:cubicBezTo>
                    <a:pt x="17490" y="0"/>
                    <a:pt x="22559" y="4055"/>
                    <a:pt x="22559" y="887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75" name="Freeform: Shape 5074">
              <a:extLst>
                <a:ext uri="{FF2B5EF4-FFF2-40B4-BE49-F238E27FC236}">
                  <a16:creationId xmlns:a16="http://schemas.microsoft.com/office/drawing/2014/main" id="{ACAEF463-0E42-6D31-705E-128CAF738B8D}"/>
                </a:ext>
              </a:extLst>
            </p:cNvPr>
            <p:cNvSpPr/>
            <p:nvPr/>
          </p:nvSpPr>
          <p:spPr>
            <a:xfrm>
              <a:off x="864086" y="2204222"/>
              <a:ext cx="21291" cy="16729"/>
            </a:xfrm>
            <a:custGeom>
              <a:avLst/>
              <a:gdLst>
                <a:gd name="connsiteX0" fmla="*/ 21292 w 21291"/>
                <a:gd name="connsiteY0" fmla="*/ 8365 h 16729"/>
                <a:gd name="connsiteX1" fmla="*/ 10646 w 21291"/>
                <a:gd name="connsiteY1" fmla="*/ 16729 h 16729"/>
                <a:gd name="connsiteX2" fmla="*/ 0 w 21291"/>
                <a:gd name="connsiteY2" fmla="*/ 8365 h 16729"/>
                <a:gd name="connsiteX3" fmla="*/ 10646 w 21291"/>
                <a:gd name="connsiteY3" fmla="*/ 0 h 16729"/>
                <a:gd name="connsiteX4" fmla="*/ 21292 w 21291"/>
                <a:gd name="connsiteY4" fmla="*/ 8365 h 16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291" h="16729">
                  <a:moveTo>
                    <a:pt x="21292" y="8365"/>
                  </a:moveTo>
                  <a:cubicBezTo>
                    <a:pt x="21292" y="13054"/>
                    <a:pt x="16602" y="16729"/>
                    <a:pt x="10646" y="16729"/>
                  </a:cubicBezTo>
                  <a:cubicBezTo>
                    <a:pt x="4689" y="16729"/>
                    <a:pt x="0" y="12927"/>
                    <a:pt x="0" y="8365"/>
                  </a:cubicBezTo>
                  <a:cubicBezTo>
                    <a:pt x="0" y="3802"/>
                    <a:pt x="4689" y="0"/>
                    <a:pt x="10646" y="0"/>
                  </a:cubicBezTo>
                  <a:cubicBezTo>
                    <a:pt x="16602" y="0"/>
                    <a:pt x="21292" y="3802"/>
                    <a:pt x="21292" y="836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76" name="Freeform: Shape 5075">
              <a:extLst>
                <a:ext uri="{FF2B5EF4-FFF2-40B4-BE49-F238E27FC236}">
                  <a16:creationId xmlns:a16="http://schemas.microsoft.com/office/drawing/2014/main" id="{17500919-B8F3-308F-AD8B-48CD8C8116E4}"/>
                </a:ext>
              </a:extLst>
            </p:cNvPr>
            <p:cNvSpPr/>
            <p:nvPr/>
          </p:nvSpPr>
          <p:spPr>
            <a:xfrm>
              <a:off x="902994" y="2104987"/>
              <a:ext cx="20404" cy="16222"/>
            </a:xfrm>
            <a:custGeom>
              <a:avLst/>
              <a:gdLst>
                <a:gd name="connsiteX0" fmla="*/ 20404 w 20404"/>
                <a:gd name="connsiteY0" fmla="*/ 8111 h 16222"/>
                <a:gd name="connsiteX1" fmla="*/ 10266 w 20404"/>
                <a:gd name="connsiteY1" fmla="*/ 16222 h 16222"/>
                <a:gd name="connsiteX2" fmla="*/ 0 w 20404"/>
                <a:gd name="connsiteY2" fmla="*/ 8111 h 16222"/>
                <a:gd name="connsiteX3" fmla="*/ 10266 w 20404"/>
                <a:gd name="connsiteY3" fmla="*/ 0 h 16222"/>
                <a:gd name="connsiteX4" fmla="*/ 20404 w 20404"/>
                <a:gd name="connsiteY4" fmla="*/ 8111 h 1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04" h="16222">
                  <a:moveTo>
                    <a:pt x="20404" y="8111"/>
                  </a:moveTo>
                  <a:cubicBezTo>
                    <a:pt x="20404" y="12547"/>
                    <a:pt x="15842" y="16222"/>
                    <a:pt x="10266" y="16222"/>
                  </a:cubicBezTo>
                  <a:cubicBezTo>
                    <a:pt x="4689" y="16222"/>
                    <a:pt x="0" y="12674"/>
                    <a:pt x="0" y="8111"/>
                  </a:cubicBezTo>
                  <a:cubicBezTo>
                    <a:pt x="0" y="3549"/>
                    <a:pt x="4563" y="0"/>
                    <a:pt x="10266" y="0"/>
                  </a:cubicBezTo>
                  <a:cubicBezTo>
                    <a:pt x="15969" y="0"/>
                    <a:pt x="20404" y="3549"/>
                    <a:pt x="20404" y="811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77" name="Freeform: Shape 5076">
              <a:extLst>
                <a:ext uri="{FF2B5EF4-FFF2-40B4-BE49-F238E27FC236}">
                  <a16:creationId xmlns:a16="http://schemas.microsoft.com/office/drawing/2014/main" id="{E8935076-D6C4-4799-C131-F13AE767FD55}"/>
                </a:ext>
              </a:extLst>
            </p:cNvPr>
            <p:cNvSpPr/>
            <p:nvPr/>
          </p:nvSpPr>
          <p:spPr>
            <a:xfrm>
              <a:off x="944690" y="2006640"/>
              <a:ext cx="19644" cy="15715"/>
            </a:xfrm>
            <a:custGeom>
              <a:avLst/>
              <a:gdLst>
                <a:gd name="connsiteX0" fmla="*/ 19644 w 19644"/>
                <a:gd name="connsiteY0" fmla="*/ 7858 h 15715"/>
                <a:gd name="connsiteX1" fmla="*/ 9885 w 19644"/>
                <a:gd name="connsiteY1" fmla="*/ 15715 h 15715"/>
                <a:gd name="connsiteX2" fmla="*/ 0 w 19644"/>
                <a:gd name="connsiteY2" fmla="*/ 7858 h 15715"/>
                <a:gd name="connsiteX3" fmla="*/ 9885 w 19644"/>
                <a:gd name="connsiteY3" fmla="*/ 0 h 15715"/>
                <a:gd name="connsiteX4" fmla="*/ 19644 w 19644"/>
                <a:gd name="connsiteY4" fmla="*/ 7858 h 1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44" h="15715">
                  <a:moveTo>
                    <a:pt x="19644" y="7858"/>
                  </a:moveTo>
                  <a:cubicBezTo>
                    <a:pt x="19644" y="12167"/>
                    <a:pt x="15208" y="15715"/>
                    <a:pt x="9885" y="15715"/>
                  </a:cubicBezTo>
                  <a:cubicBezTo>
                    <a:pt x="4563" y="15715"/>
                    <a:pt x="0" y="12167"/>
                    <a:pt x="0" y="7858"/>
                  </a:cubicBezTo>
                  <a:cubicBezTo>
                    <a:pt x="0" y="3549"/>
                    <a:pt x="4436" y="0"/>
                    <a:pt x="9885" y="0"/>
                  </a:cubicBezTo>
                  <a:cubicBezTo>
                    <a:pt x="15335" y="0"/>
                    <a:pt x="19644" y="3549"/>
                    <a:pt x="19644" y="785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78" name="Freeform: Shape 5077">
              <a:extLst>
                <a:ext uri="{FF2B5EF4-FFF2-40B4-BE49-F238E27FC236}">
                  <a16:creationId xmlns:a16="http://schemas.microsoft.com/office/drawing/2014/main" id="{CC9940B9-5FC0-B2E2-A086-7B20184B2C3F}"/>
                </a:ext>
              </a:extLst>
            </p:cNvPr>
            <p:cNvSpPr/>
            <p:nvPr/>
          </p:nvSpPr>
          <p:spPr>
            <a:xfrm>
              <a:off x="989808" y="1909307"/>
              <a:ext cx="18250" cy="14447"/>
            </a:xfrm>
            <a:custGeom>
              <a:avLst/>
              <a:gdLst>
                <a:gd name="connsiteX0" fmla="*/ 18250 w 18250"/>
                <a:gd name="connsiteY0" fmla="*/ 7224 h 14447"/>
                <a:gd name="connsiteX1" fmla="*/ 9125 w 18250"/>
                <a:gd name="connsiteY1" fmla="*/ 14448 h 14447"/>
                <a:gd name="connsiteX2" fmla="*/ 0 w 18250"/>
                <a:gd name="connsiteY2" fmla="*/ 7224 h 14447"/>
                <a:gd name="connsiteX3" fmla="*/ 9125 w 18250"/>
                <a:gd name="connsiteY3" fmla="*/ 0 h 14447"/>
                <a:gd name="connsiteX4" fmla="*/ 18250 w 18250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7">
                  <a:moveTo>
                    <a:pt x="18250" y="7224"/>
                  </a:moveTo>
                  <a:cubicBezTo>
                    <a:pt x="18250" y="11279"/>
                    <a:pt x="14194" y="14448"/>
                    <a:pt x="9125" y="14448"/>
                  </a:cubicBezTo>
                  <a:cubicBezTo>
                    <a:pt x="4056" y="14448"/>
                    <a:pt x="0" y="11153"/>
                    <a:pt x="0" y="7224"/>
                  </a:cubicBezTo>
                  <a:cubicBezTo>
                    <a:pt x="0" y="3295"/>
                    <a:pt x="4056" y="0"/>
                    <a:pt x="9125" y="0"/>
                  </a:cubicBezTo>
                  <a:cubicBezTo>
                    <a:pt x="14194" y="0"/>
                    <a:pt x="18250" y="3295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79" name="Freeform: Shape 5078">
              <a:extLst>
                <a:ext uri="{FF2B5EF4-FFF2-40B4-BE49-F238E27FC236}">
                  <a16:creationId xmlns:a16="http://schemas.microsoft.com/office/drawing/2014/main" id="{3F77B6DF-DD4A-7C60-F724-EB7AC9F5A333}"/>
                </a:ext>
              </a:extLst>
            </p:cNvPr>
            <p:cNvSpPr/>
            <p:nvPr/>
          </p:nvSpPr>
          <p:spPr>
            <a:xfrm>
              <a:off x="1037461" y="1812608"/>
              <a:ext cx="17489" cy="13940"/>
            </a:xfrm>
            <a:custGeom>
              <a:avLst/>
              <a:gdLst>
                <a:gd name="connsiteX0" fmla="*/ 17490 w 17489"/>
                <a:gd name="connsiteY0" fmla="*/ 6970 h 13940"/>
                <a:gd name="connsiteX1" fmla="*/ 8745 w 17489"/>
                <a:gd name="connsiteY1" fmla="*/ 13941 h 13940"/>
                <a:gd name="connsiteX2" fmla="*/ 0 w 17489"/>
                <a:gd name="connsiteY2" fmla="*/ 6970 h 13940"/>
                <a:gd name="connsiteX3" fmla="*/ 8745 w 17489"/>
                <a:gd name="connsiteY3" fmla="*/ 0 h 13940"/>
                <a:gd name="connsiteX4" fmla="*/ 17490 w 17489"/>
                <a:gd name="connsiteY4" fmla="*/ 6970 h 13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89" h="13940">
                  <a:moveTo>
                    <a:pt x="17490" y="6970"/>
                  </a:moveTo>
                  <a:cubicBezTo>
                    <a:pt x="17490" y="10772"/>
                    <a:pt x="13561" y="13941"/>
                    <a:pt x="8745" y="13941"/>
                  </a:cubicBezTo>
                  <a:cubicBezTo>
                    <a:pt x="3929" y="13941"/>
                    <a:pt x="0" y="10899"/>
                    <a:pt x="0" y="6970"/>
                  </a:cubicBezTo>
                  <a:cubicBezTo>
                    <a:pt x="0" y="3042"/>
                    <a:pt x="3929" y="0"/>
                    <a:pt x="8745" y="0"/>
                  </a:cubicBezTo>
                  <a:cubicBezTo>
                    <a:pt x="13561" y="0"/>
                    <a:pt x="17490" y="3042"/>
                    <a:pt x="17490" y="69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80" name="Freeform: Shape 5079">
              <a:extLst>
                <a:ext uri="{FF2B5EF4-FFF2-40B4-BE49-F238E27FC236}">
                  <a16:creationId xmlns:a16="http://schemas.microsoft.com/office/drawing/2014/main" id="{06591941-9145-0A7C-F212-5729C5FC895A}"/>
                </a:ext>
              </a:extLst>
            </p:cNvPr>
            <p:cNvSpPr/>
            <p:nvPr/>
          </p:nvSpPr>
          <p:spPr>
            <a:xfrm>
              <a:off x="1088409" y="1717175"/>
              <a:ext cx="15968" cy="12673"/>
            </a:xfrm>
            <a:custGeom>
              <a:avLst/>
              <a:gdLst>
                <a:gd name="connsiteX0" fmla="*/ 15969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9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9" y="6337"/>
                  </a:moveTo>
                  <a:cubicBezTo>
                    <a:pt x="15969" y="9886"/>
                    <a:pt x="12420" y="12674"/>
                    <a:pt x="7984" y="12674"/>
                  </a:cubicBezTo>
                  <a:cubicBezTo>
                    <a:pt x="3549" y="12674"/>
                    <a:pt x="0" y="9886"/>
                    <a:pt x="0" y="6337"/>
                  </a:cubicBezTo>
                  <a:cubicBezTo>
                    <a:pt x="0" y="2788"/>
                    <a:pt x="3549" y="0"/>
                    <a:pt x="7984" y="0"/>
                  </a:cubicBezTo>
                  <a:cubicBezTo>
                    <a:pt x="12420" y="0"/>
                    <a:pt x="15969" y="2788"/>
                    <a:pt x="15969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81" name="Freeform: Shape 5080">
              <a:extLst>
                <a:ext uri="{FF2B5EF4-FFF2-40B4-BE49-F238E27FC236}">
                  <a16:creationId xmlns:a16="http://schemas.microsoft.com/office/drawing/2014/main" id="{CC4B7D3F-41BB-4E32-C6D4-A06C9E764837}"/>
                </a:ext>
              </a:extLst>
            </p:cNvPr>
            <p:cNvSpPr/>
            <p:nvPr/>
          </p:nvSpPr>
          <p:spPr>
            <a:xfrm>
              <a:off x="1141765" y="1622377"/>
              <a:ext cx="15335" cy="12166"/>
            </a:xfrm>
            <a:custGeom>
              <a:avLst/>
              <a:gdLst>
                <a:gd name="connsiteX0" fmla="*/ 15335 w 15335"/>
                <a:gd name="connsiteY0" fmla="*/ 6083 h 12166"/>
                <a:gd name="connsiteX1" fmla="*/ 7731 w 15335"/>
                <a:gd name="connsiteY1" fmla="*/ 12167 h 12166"/>
                <a:gd name="connsiteX2" fmla="*/ 0 w 15335"/>
                <a:gd name="connsiteY2" fmla="*/ 6083 h 12166"/>
                <a:gd name="connsiteX3" fmla="*/ 7731 w 15335"/>
                <a:gd name="connsiteY3" fmla="*/ 0 h 12166"/>
                <a:gd name="connsiteX4" fmla="*/ 15335 w 15335"/>
                <a:gd name="connsiteY4" fmla="*/ 6083 h 1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35" h="12166">
                  <a:moveTo>
                    <a:pt x="15335" y="6083"/>
                  </a:moveTo>
                  <a:cubicBezTo>
                    <a:pt x="15335" y="9379"/>
                    <a:pt x="11913" y="12167"/>
                    <a:pt x="7731" y="12167"/>
                  </a:cubicBezTo>
                  <a:cubicBezTo>
                    <a:pt x="3549" y="12167"/>
                    <a:pt x="0" y="9505"/>
                    <a:pt x="0" y="6083"/>
                  </a:cubicBezTo>
                  <a:cubicBezTo>
                    <a:pt x="0" y="2662"/>
                    <a:pt x="3422" y="0"/>
                    <a:pt x="7731" y="0"/>
                  </a:cubicBezTo>
                  <a:cubicBezTo>
                    <a:pt x="12040" y="0"/>
                    <a:pt x="15335" y="2662"/>
                    <a:pt x="15335" y="60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82" name="Freeform: Shape 5081">
              <a:extLst>
                <a:ext uri="{FF2B5EF4-FFF2-40B4-BE49-F238E27FC236}">
                  <a16:creationId xmlns:a16="http://schemas.microsoft.com/office/drawing/2014/main" id="{3717AD00-F66E-2B03-109C-1BA13938378D}"/>
                </a:ext>
              </a:extLst>
            </p:cNvPr>
            <p:cNvSpPr/>
            <p:nvPr/>
          </p:nvSpPr>
          <p:spPr>
            <a:xfrm>
              <a:off x="1198162" y="1528592"/>
              <a:ext cx="14447" cy="11532"/>
            </a:xfrm>
            <a:custGeom>
              <a:avLst/>
              <a:gdLst>
                <a:gd name="connsiteX0" fmla="*/ 14448 w 14447"/>
                <a:gd name="connsiteY0" fmla="*/ 5703 h 11532"/>
                <a:gd name="connsiteX1" fmla="*/ 7224 w 14447"/>
                <a:gd name="connsiteY1" fmla="*/ 11533 h 11532"/>
                <a:gd name="connsiteX2" fmla="*/ 0 w 14447"/>
                <a:gd name="connsiteY2" fmla="*/ 5703 h 11532"/>
                <a:gd name="connsiteX3" fmla="*/ 7224 w 14447"/>
                <a:gd name="connsiteY3" fmla="*/ 0 h 11532"/>
                <a:gd name="connsiteX4" fmla="*/ 14448 w 14447"/>
                <a:gd name="connsiteY4" fmla="*/ 5703 h 11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47" h="11532">
                  <a:moveTo>
                    <a:pt x="14448" y="5703"/>
                  </a:moveTo>
                  <a:cubicBezTo>
                    <a:pt x="14448" y="8871"/>
                    <a:pt x="11153" y="11533"/>
                    <a:pt x="7224" y="11533"/>
                  </a:cubicBezTo>
                  <a:cubicBezTo>
                    <a:pt x="3295" y="11533"/>
                    <a:pt x="0" y="8998"/>
                    <a:pt x="0" y="5703"/>
                  </a:cubicBezTo>
                  <a:cubicBezTo>
                    <a:pt x="0" y="2408"/>
                    <a:pt x="3295" y="0"/>
                    <a:pt x="7224" y="0"/>
                  </a:cubicBezTo>
                  <a:cubicBezTo>
                    <a:pt x="11153" y="0"/>
                    <a:pt x="14448" y="2535"/>
                    <a:pt x="14448" y="570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83" name="Freeform: Shape 5082">
              <a:extLst>
                <a:ext uri="{FF2B5EF4-FFF2-40B4-BE49-F238E27FC236}">
                  <a16:creationId xmlns:a16="http://schemas.microsoft.com/office/drawing/2014/main" id="{4FAFE99E-458A-1946-746C-F0EBDB7517F0}"/>
                </a:ext>
              </a:extLst>
            </p:cNvPr>
            <p:cNvSpPr/>
            <p:nvPr/>
          </p:nvSpPr>
          <p:spPr>
            <a:xfrm>
              <a:off x="1257221" y="1435948"/>
              <a:ext cx="13687" cy="10899"/>
            </a:xfrm>
            <a:custGeom>
              <a:avLst/>
              <a:gdLst>
                <a:gd name="connsiteX0" fmla="*/ 13688 w 13687"/>
                <a:gd name="connsiteY0" fmla="*/ 5450 h 10899"/>
                <a:gd name="connsiteX1" fmla="*/ 6844 w 13687"/>
                <a:gd name="connsiteY1" fmla="*/ 10899 h 10899"/>
                <a:gd name="connsiteX2" fmla="*/ 0 w 13687"/>
                <a:gd name="connsiteY2" fmla="*/ 5450 h 10899"/>
                <a:gd name="connsiteX3" fmla="*/ 6844 w 13687"/>
                <a:gd name="connsiteY3" fmla="*/ 0 h 10899"/>
                <a:gd name="connsiteX4" fmla="*/ 13688 w 13687"/>
                <a:gd name="connsiteY4" fmla="*/ 5450 h 10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87" h="10899">
                  <a:moveTo>
                    <a:pt x="13688" y="5450"/>
                  </a:moveTo>
                  <a:cubicBezTo>
                    <a:pt x="13688" y="8491"/>
                    <a:pt x="10519" y="10899"/>
                    <a:pt x="6844" y="10899"/>
                  </a:cubicBezTo>
                  <a:cubicBezTo>
                    <a:pt x="3168" y="10899"/>
                    <a:pt x="0" y="8491"/>
                    <a:pt x="0" y="5450"/>
                  </a:cubicBezTo>
                  <a:cubicBezTo>
                    <a:pt x="0" y="2408"/>
                    <a:pt x="3042" y="0"/>
                    <a:pt x="6844" y="0"/>
                  </a:cubicBezTo>
                  <a:cubicBezTo>
                    <a:pt x="10646" y="0"/>
                    <a:pt x="13688" y="2408"/>
                    <a:pt x="13688" y="545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84" name="Freeform: Shape 5083">
              <a:extLst>
                <a:ext uri="{FF2B5EF4-FFF2-40B4-BE49-F238E27FC236}">
                  <a16:creationId xmlns:a16="http://schemas.microsoft.com/office/drawing/2014/main" id="{5DE03FE6-F470-94A3-1A71-6B718AE0F364}"/>
                </a:ext>
              </a:extLst>
            </p:cNvPr>
            <p:cNvSpPr/>
            <p:nvPr/>
          </p:nvSpPr>
          <p:spPr>
            <a:xfrm>
              <a:off x="1318815" y="1344318"/>
              <a:ext cx="13180" cy="10392"/>
            </a:xfrm>
            <a:custGeom>
              <a:avLst/>
              <a:gdLst>
                <a:gd name="connsiteX0" fmla="*/ 13181 w 13180"/>
                <a:gd name="connsiteY0" fmla="*/ 5196 h 10392"/>
                <a:gd name="connsiteX1" fmla="*/ 6590 w 13180"/>
                <a:gd name="connsiteY1" fmla="*/ 10392 h 10392"/>
                <a:gd name="connsiteX2" fmla="*/ 0 w 13180"/>
                <a:gd name="connsiteY2" fmla="*/ 5196 h 10392"/>
                <a:gd name="connsiteX3" fmla="*/ 6590 w 13180"/>
                <a:gd name="connsiteY3" fmla="*/ 0 h 10392"/>
                <a:gd name="connsiteX4" fmla="*/ 13181 w 13180"/>
                <a:gd name="connsiteY4" fmla="*/ 5196 h 1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80" h="10392">
                  <a:moveTo>
                    <a:pt x="13181" y="5196"/>
                  </a:moveTo>
                  <a:lnTo>
                    <a:pt x="6590" y="10392"/>
                  </a:lnTo>
                  <a:lnTo>
                    <a:pt x="0" y="5196"/>
                  </a:lnTo>
                  <a:lnTo>
                    <a:pt x="6590" y="0"/>
                  </a:lnTo>
                  <a:lnTo>
                    <a:pt x="13181" y="519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85" name="Freeform: Shape 5084">
              <a:extLst>
                <a:ext uri="{FF2B5EF4-FFF2-40B4-BE49-F238E27FC236}">
                  <a16:creationId xmlns:a16="http://schemas.microsoft.com/office/drawing/2014/main" id="{BA21F7D4-34A6-0B0F-178D-9C775CE2E49B}"/>
                </a:ext>
              </a:extLst>
            </p:cNvPr>
            <p:cNvSpPr/>
            <p:nvPr/>
          </p:nvSpPr>
          <p:spPr>
            <a:xfrm>
              <a:off x="1383831" y="1254209"/>
              <a:ext cx="11532" cy="9251"/>
            </a:xfrm>
            <a:custGeom>
              <a:avLst/>
              <a:gdLst>
                <a:gd name="connsiteX0" fmla="*/ 11533 w 11532"/>
                <a:gd name="connsiteY0" fmla="*/ 4563 h 9251"/>
                <a:gd name="connsiteX1" fmla="*/ 5830 w 11532"/>
                <a:gd name="connsiteY1" fmla="*/ 9252 h 9251"/>
                <a:gd name="connsiteX2" fmla="*/ 0 w 11532"/>
                <a:gd name="connsiteY2" fmla="*/ 4563 h 9251"/>
                <a:gd name="connsiteX3" fmla="*/ 5830 w 11532"/>
                <a:gd name="connsiteY3" fmla="*/ 0 h 9251"/>
                <a:gd name="connsiteX4" fmla="*/ 11533 w 11532"/>
                <a:gd name="connsiteY4" fmla="*/ 4563 h 9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32" h="9251">
                  <a:moveTo>
                    <a:pt x="11533" y="4563"/>
                  </a:moveTo>
                  <a:lnTo>
                    <a:pt x="5830" y="9252"/>
                  </a:lnTo>
                  <a:lnTo>
                    <a:pt x="0" y="4563"/>
                  </a:lnTo>
                  <a:lnTo>
                    <a:pt x="5830" y="0"/>
                  </a:lnTo>
                  <a:lnTo>
                    <a:pt x="11533" y="456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86" name="Freeform: Shape 5085">
              <a:extLst>
                <a:ext uri="{FF2B5EF4-FFF2-40B4-BE49-F238E27FC236}">
                  <a16:creationId xmlns:a16="http://schemas.microsoft.com/office/drawing/2014/main" id="{D01E73E2-90E3-7CB0-D259-FAD48827A119}"/>
                </a:ext>
              </a:extLst>
            </p:cNvPr>
            <p:cNvSpPr/>
            <p:nvPr/>
          </p:nvSpPr>
          <p:spPr>
            <a:xfrm>
              <a:off x="1451001" y="1164987"/>
              <a:ext cx="11026" cy="8744"/>
            </a:xfrm>
            <a:custGeom>
              <a:avLst/>
              <a:gdLst>
                <a:gd name="connsiteX0" fmla="*/ 11026 w 11026"/>
                <a:gd name="connsiteY0" fmla="*/ 4436 h 8744"/>
                <a:gd name="connsiteX1" fmla="*/ 5450 w 11026"/>
                <a:gd name="connsiteY1" fmla="*/ 8745 h 8744"/>
                <a:gd name="connsiteX2" fmla="*/ 0 w 11026"/>
                <a:gd name="connsiteY2" fmla="*/ 4436 h 8744"/>
                <a:gd name="connsiteX3" fmla="*/ 5450 w 11026"/>
                <a:gd name="connsiteY3" fmla="*/ 0 h 8744"/>
                <a:gd name="connsiteX4" fmla="*/ 11026 w 11026"/>
                <a:gd name="connsiteY4" fmla="*/ 4436 h 8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26" h="8744">
                  <a:moveTo>
                    <a:pt x="11026" y="4436"/>
                  </a:moveTo>
                  <a:lnTo>
                    <a:pt x="5450" y="8745"/>
                  </a:lnTo>
                  <a:lnTo>
                    <a:pt x="0" y="4436"/>
                  </a:lnTo>
                  <a:lnTo>
                    <a:pt x="5450" y="0"/>
                  </a:lnTo>
                  <a:lnTo>
                    <a:pt x="11026" y="44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87" name="Freeform: Shape 5086">
              <a:extLst>
                <a:ext uri="{FF2B5EF4-FFF2-40B4-BE49-F238E27FC236}">
                  <a16:creationId xmlns:a16="http://schemas.microsoft.com/office/drawing/2014/main" id="{17A0DD65-B1D6-201A-3100-A11144C72E64}"/>
                </a:ext>
              </a:extLst>
            </p:cNvPr>
            <p:cNvSpPr/>
            <p:nvPr/>
          </p:nvSpPr>
          <p:spPr>
            <a:xfrm>
              <a:off x="1521339" y="1077412"/>
              <a:ext cx="9378" cy="7604"/>
            </a:xfrm>
            <a:custGeom>
              <a:avLst/>
              <a:gdLst>
                <a:gd name="connsiteX0" fmla="*/ 9378 w 9378"/>
                <a:gd name="connsiteY0" fmla="*/ 3802 h 7604"/>
                <a:gd name="connsiteX1" fmla="*/ 4689 w 9378"/>
                <a:gd name="connsiteY1" fmla="*/ 7604 h 7604"/>
                <a:gd name="connsiteX2" fmla="*/ 0 w 9378"/>
                <a:gd name="connsiteY2" fmla="*/ 3802 h 7604"/>
                <a:gd name="connsiteX3" fmla="*/ 4689 w 9378"/>
                <a:gd name="connsiteY3" fmla="*/ 0 h 7604"/>
                <a:gd name="connsiteX4" fmla="*/ 9378 w 9378"/>
                <a:gd name="connsiteY4" fmla="*/ 3802 h 7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78" h="7604">
                  <a:moveTo>
                    <a:pt x="9378" y="3802"/>
                  </a:moveTo>
                  <a:lnTo>
                    <a:pt x="4689" y="7604"/>
                  </a:lnTo>
                  <a:lnTo>
                    <a:pt x="0" y="3802"/>
                  </a:lnTo>
                  <a:lnTo>
                    <a:pt x="4689" y="0"/>
                  </a:lnTo>
                  <a:lnTo>
                    <a:pt x="9378" y="380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88" name="Freeform: Shape 5087">
              <a:extLst>
                <a:ext uri="{FF2B5EF4-FFF2-40B4-BE49-F238E27FC236}">
                  <a16:creationId xmlns:a16="http://schemas.microsoft.com/office/drawing/2014/main" id="{E0DC11A0-BFD5-9E8F-2446-9692D4778322}"/>
                </a:ext>
              </a:extLst>
            </p:cNvPr>
            <p:cNvSpPr/>
            <p:nvPr/>
          </p:nvSpPr>
          <p:spPr>
            <a:xfrm>
              <a:off x="1594212" y="991232"/>
              <a:ext cx="8111" cy="6336"/>
            </a:xfrm>
            <a:custGeom>
              <a:avLst/>
              <a:gdLst>
                <a:gd name="connsiteX0" fmla="*/ 8111 w 8111"/>
                <a:gd name="connsiteY0" fmla="*/ 3168 h 6336"/>
                <a:gd name="connsiteX1" fmla="*/ 4056 w 8111"/>
                <a:gd name="connsiteY1" fmla="*/ 6337 h 6336"/>
                <a:gd name="connsiteX2" fmla="*/ 0 w 8111"/>
                <a:gd name="connsiteY2" fmla="*/ 3168 h 6336"/>
                <a:gd name="connsiteX3" fmla="*/ 4056 w 8111"/>
                <a:gd name="connsiteY3" fmla="*/ 0 h 6336"/>
                <a:gd name="connsiteX4" fmla="*/ 8111 w 8111"/>
                <a:gd name="connsiteY4" fmla="*/ 3168 h 6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11" h="6336">
                  <a:moveTo>
                    <a:pt x="8111" y="3168"/>
                  </a:moveTo>
                  <a:lnTo>
                    <a:pt x="4056" y="6337"/>
                  </a:lnTo>
                  <a:lnTo>
                    <a:pt x="0" y="3168"/>
                  </a:lnTo>
                  <a:lnTo>
                    <a:pt x="4056" y="0"/>
                  </a:lnTo>
                  <a:lnTo>
                    <a:pt x="8111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89" name="Freeform: Shape 5088">
              <a:extLst>
                <a:ext uri="{FF2B5EF4-FFF2-40B4-BE49-F238E27FC236}">
                  <a16:creationId xmlns:a16="http://schemas.microsoft.com/office/drawing/2014/main" id="{9BD206F7-59A2-C58E-C7F7-9E8C21F6A68A}"/>
                </a:ext>
              </a:extLst>
            </p:cNvPr>
            <p:cNvSpPr/>
            <p:nvPr/>
          </p:nvSpPr>
          <p:spPr>
            <a:xfrm>
              <a:off x="1669367" y="906065"/>
              <a:ext cx="7350" cy="5829"/>
            </a:xfrm>
            <a:custGeom>
              <a:avLst/>
              <a:gdLst>
                <a:gd name="connsiteX0" fmla="*/ 7351 w 7350"/>
                <a:gd name="connsiteY0" fmla="*/ 2915 h 5829"/>
                <a:gd name="connsiteX1" fmla="*/ 3675 w 7350"/>
                <a:gd name="connsiteY1" fmla="*/ 5830 h 5829"/>
                <a:gd name="connsiteX2" fmla="*/ 0 w 7350"/>
                <a:gd name="connsiteY2" fmla="*/ 2915 h 5829"/>
                <a:gd name="connsiteX3" fmla="*/ 3675 w 7350"/>
                <a:gd name="connsiteY3" fmla="*/ 0 h 5829"/>
                <a:gd name="connsiteX4" fmla="*/ 7351 w 7350"/>
                <a:gd name="connsiteY4" fmla="*/ 2915 h 5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0" h="5829">
                  <a:moveTo>
                    <a:pt x="7351" y="2915"/>
                  </a:moveTo>
                  <a:lnTo>
                    <a:pt x="3675" y="5830"/>
                  </a:lnTo>
                  <a:lnTo>
                    <a:pt x="0" y="2915"/>
                  </a:lnTo>
                  <a:lnTo>
                    <a:pt x="3675" y="0"/>
                  </a:lnTo>
                  <a:lnTo>
                    <a:pt x="7351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90" name="Freeform: Shape 5089">
              <a:extLst>
                <a:ext uri="{FF2B5EF4-FFF2-40B4-BE49-F238E27FC236}">
                  <a16:creationId xmlns:a16="http://schemas.microsoft.com/office/drawing/2014/main" id="{DD63014F-97BA-A350-B1DD-28FE20B7565B}"/>
                </a:ext>
              </a:extLst>
            </p:cNvPr>
            <p:cNvSpPr/>
            <p:nvPr/>
          </p:nvSpPr>
          <p:spPr>
            <a:xfrm>
              <a:off x="1747563" y="822800"/>
              <a:ext cx="5703" cy="4435"/>
            </a:xfrm>
            <a:custGeom>
              <a:avLst/>
              <a:gdLst>
                <a:gd name="connsiteX0" fmla="*/ 5703 w 5703"/>
                <a:gd name="connsiteY0" fmla="*/ 2281 h 4435"/>
                <a:gd name="connsiteX1" fmla="*/ 2788 w 5703"/>
                <a:gd name="connsiteY1" fmla="*/ 4436 h 4435"/>
                <a:gd name="connsiteX2" fmla="*/ 0 w 5703"/>
                <a:gd name="connsiteY2" fmla="*/ 2281 h 4435"/>
                <a:gd name="connsiteX3" fmla="*/ 2788 w 5703"/>
                <a:gd name="connsiteY3" fmla="*/ 0 h 4435"/>
                <a:gd name="connsiteX4" fmla="*/ 5703 w 5703"/>
                <a:gd name="connsiteY4" fmla="*/ 2281 h 4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03" h="4435">
                  <a:moveTo>
                    <a:pt x="5703" y="2281"/>
                  </a:moveTo>
                  <a:lnTo>
                    <a:pt x="2788" y="4436"/>
                  </a:lnTo>
                  <a:lnTo>
                    <a:pt x="0" y="2281"/>
                  </a:lnTo>
                  <a:lnTo>
                    <a:pt x="2788" y="0"/>
                  </a:lnTo>
                  <a:lnTo>
                    <a:pt x="5703" y="22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91" name="Freeform: Shape 5090">
              <a:extLst>
                <a:ext uri="{FF2B5EF4-FFF2-40B4-BE49-F238E27FC236}">
                  <a16:creationId xmlns:a16="http://schemas.microsoft.com/office/drawing/2014/main" id="{3E5344AB-7DDB-C401-7FC6-3E71A4D6620A}"/>
                </a:ext>
              </a:extLst>
            </p:cNvPr>
            <p:cNvSpPr/>
            <p:nvPr/>
          </p:nvSpPr>
          <p:spPr>
            <a:xfrm>
              <a:off x="1827660" y="740548"/>
              <a:ext cx="5069" cy="3928"/>
            </a:xfrm>
            <a:custGeom>
              <a:avLst/>
              <a:gdLst>
                <a:gd name="connsiteX0" fmla="*/ 5069 w 5069"/>
                <a:gd name="connsiteY0" fmla="*/ 2028 h 3928"/>
                <a:gd name="connsiteX1" fmla="*/ 2535 w 5069"/>
                <a:gd name="connsiteY1" fmla="*/ 3929 h 3928"/>
                <a:gd name="connsiteX2" fmla="*/ 0 w 5069"/>
                <a:gd name="connsiteY2" fmla="*/ 2028 h 3928"/>
                <a:gd name="connsiteX3" fmla="*/ 2535 w 5069"/>
                <a:gd name="connsiteY3" fmla="*/ 0 h 3928"/>
                <a:gd name="connsiteX4" fmla="*/ 5069 w 5069"/>
                <a:gd name="connsiteY4" fmla="*/ 2028 h 3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9" h="3928">
                  <a:moveTo>
                    <a:pt x="5069" y="2028"/>
                  </a:moveTo>
                  <a:lnTo>
                    <a:pt x="2535" y="3929"/>
                  </a:lnTo>
                  <a:lnTo>
                    <a:pt x="0" y="2028"/>
                  </a:lnTo>
                  <a:lnTo>
                    <a:pt x="2535" y="0"/>
                  </a:lnTo>
                  <a:lnTo>
                    <a:pt x="5069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92" name="Freeform: Shape 5091">
              <a:extLst>
                <a:ext uri="{FF2B5EF4-FFF2-40B4-BE49-F238E27FC236}">
                  <a16:creationId xmlns:a16="http://schemas.microsoft.com/office/drawing/2014/main" id="{1974F541-6A65-C4FD-9393-D5C0B87A6856}"/>
                </a:ext>
              </a:extLst>
            </p:cNvPr>
            <p:cNvSpPr/>
            <p:nvPr/>
          </p:nvSpPr>
          <p:spPr>
            <a:xfrm>
              <a:off x="1910292" y="659817"/>
              <a:ext cx="4309" cy="3421"/>
            </a:xfrm>
            <a:custGeom>
              <a:avLst/>
              <a:gdLst>
                <a:gd name="connsiteX0" fmla="*/ 4309 w 4309"/>
                <a:gd name="connsiteY0" fmla="*/ 1774 h 3421"/>
                <a:gd name="connsiteX1" fmla="*/ 2154 w 4309"/>
                <a:gd name="connsiteY1" fmla="*/ 3422 h 3421"/>
                <a:gd name="connsiteX2" fmla="*/ 0 w 4309"/>
                <a:gd name="connsiteY2" fmla="*/ 1774 h 3421"/>
                <a:gd name="connsiteX3" fmla="*/ 2154 w 4309"/>
                <a:gd name="connsiteY3" fmla="*/ 0 h 3421"/>
                <a:gd name="connsiteX4" fmla="*/ 4309 w 4309"/>
                <a:gd name="connsiteY4" fmla="*/ 1774 h 3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9" h="3421">
                  <a:moveTo>
                    <a:pt x="4309" y="1774"/>
                  </a:moveTo>
                  <a:lnTo>
                    <a:pt x="2154" y="3422"/>
                  </a:lnTo>
                  <a:lnTo>
                    <a:pt x="0" y="1774"/>
                  </a:lnTo>
                  <a:lnTo>
                    <a:pt x="2154" y="0"/>
                  </a:lnTo>
                  <a:lnTo>
                    <a:pt x="4309" y="177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93" name="Freeform: Shape 5092">
              <a:extLst>
                <a:ext uri="{FF2B5EF4-FFF2-40B4-BE49-F238E27FC236}">
                  <a16:creationId xmlns:a16="http://schemas.microsoft.com/office/drawing/2014/main" id="{6FEC36B7-10DD-5B7A-8EA7-977C22C5CEED}"/>
                </a:ext>
              </a:extLst>
            </p:cNvPr>
            <p:cNvSpPr/>
            <p:nvPr/>
          </p:nvSpPr>
          <p:spPr>
            <a:xfrm>
              <a:off x="1995585" y="580988"/>
              <a:ext cx="3041" cy="2281"/>
            </a:xfrm>
            <a:custGeom>
              <a:avLst/>
              <a:gdLst>
                <a:gd name="connsiteX0" fmla="*/ 3042 w 3041"/>
                <a:gd name="connsiteY0" fmla="*/ 1141 h 2281"/>
                <a:gd name="connsiteX1" fmla="*/ 1521 w 3041"/>
                <a:gd name="connsiteY1" fmla="*/ 2281 h 2281"/>
                <a:gd name="connsiteX2" fmla="*/ 0 w 3041"/>
                <a:gd name="connsiteY2" fmla="*/ 1141 h 2281"/>
                <a:gd name="connsiteX3" fmla="*/ 1521 w 3041"/>
                <a:gd name="connsiteY3" fmla="*/ 0 h 2281"/>
                <a:gd name="connsiteX4" fmla="*/ 3042 w 3041"/>
                <a:gd name="connsiteY4" fmla="*/ 1141 h 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1" h="2281">
                  <a:moveTo>
                    <a:pt x="3042" y="1141"/>
                  </a:moveTo>
                  <a:lnTo>
                    <a:pt x="1521" y="2281"/>
                  </a:lnTo>
                  <a:lnTo>
                    <a:pt x="0" y="1141"/>
                  </a:lnTo>
                  <a:lnTo>
                    <a:pt x="1521" y="0"/>
                  </a:lnTo>
                  <a:lnTo>
                    <a:pt x="3042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94" name="Freeform: Shape 5093">
              <a:extLst>
                <a:ext uri="{FF2B5EF4-FFF2-40B4-BE49-F238E27FC236}">
                  <a16:creationId xmlns:a16="http://schemas.microsoft.com/office/drawing/2014/main" id="{DDAA35D4-3D90-6D06-995A-5FD61C8FDD96}"/>
                </a:ext>
              </a:extLst>
            </p:cNvPr>
            <p:cNvSpPr/>
            <p:nvPr/>
          </p:nvSpPr>
          <p:spPr>
            <a:xfrm>
              <a:off x="2083033" y="503552"/>
              <a:ext cx="2154" cy="1647"/>
            </a:xfrm>
            <a:custGeom>
              <a:avLst/>
              <a:gdLst>
                <a:gd name="connsiteX0" fmla="*/ 2154 w 2154"/>
                <a:gd name="connsiteY0" fmla="*/ 760 h 1647"/>
                <a:gd name="connsiteX1" fmla="*/ 1141 w 2154"/>
                <a:gd name="connsiteY1" fmla="*/ 1648 h 1647"/>
                <a:gd name="connsiteX2" fmla="*/ 0 w 2154"/>
                <a:gd name="connsiteY2" fmla="*/ 760 h 1647"/>
                <a:gd name="connsiteX3" fmla="*/ 1141 w 2154"/>
                <a:gd name="connsiteY3" fmla="*/ 0 h 1647"/>
                <a:gd name="connsiteX4" fmla="*/ 2154 w 2154"/>
                <a:gd name="connsiteY4" fmla="*/ 760 h 1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4" h="1647">
                  <a:moveTo>
                    <a:pt x="2154" y="760"/>
                  </a:moveTo>
                  <a:lnTo>
                    <a:pt x="1141" y="1648"/>
                  </a:lnTo>
                  <a:lnTo>
                    <a:pt x="0" y="760"/>
                  </a:lnTo>
                  <a:lnTo>
                    <a:pt x="1141" y="0"/>
                  </a:lnTo>
                  <a:lnTo>
                    <a:pt x="2154" y="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95" name="Freeform: Shape 5094">
              <a:extLst>
                <a:ext uri="{FF2B5EF4-FFF2-40B4-BE49-F238E27FC236}">
                  <a16:creationId xmlns:a16="http://schemas.microsoft.com/office/drawing/2014/main" id="{67FFFF4D-3655-94E6-35B1-3045E1F7D9B9}"/>
                </a:ext>
              </a:extLst>
            </p:cNvPr>
            <p:cNvSpPr/>
            <p:nvPr/>
          </p:nvSpPr>
          <p:spPr>
            <a:xfrm>
              <a:off x="2173142" y="428017"/>
              <a:ext cx="633" cy="506"/>
            </a:xfrm>
            <a:custGeom>
              <a:avLst/>
              <a:gdLst>
                <a:gd name="connsiteX0" fmla="*/ 634 w 633"/>
                <a:gd name="connsiteY0" fmla="*/ 253 h 506"/>
                <a:gd name="connsiteX1" fmla="*/ 380 w 633"/>
                <a:gd name="connsiteY1" fmla="*/ 507 h 506"/>
                <a:gd name="connsiteX2" fmla="*/ 0 w 633"/>
                <a:gd name="connsiteY2" fmla="*/ 253 h 506"/>
                <a:gd name="connsiteX3" fmla="*/ 380 w 633"/>
                <a:gd name="connsiteY3" fmla="*/ 0 h 506"/>
                <a:gd name="connsiteX4" fmla="*/ 634 w 633"/>
                <a:gd name="connsiteY4" fmla="*/ 253 h 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" h="506">
                  <a:moveTo>
                    <a:pt x="634" y="253"/>
                  </a:moveTo>
                  <a:lnTo>
                    <a:pt x="380" y="507"/>
                  </a:lnTo>
                  <a:lnTo>
                    <a:pt x="0" y="253"/>
                  </a:lnTo>
                  <a:lnTo>
                    <a:pt x="380" y="0"/>
                  </a:lnTo>
                  <a:lnTo>
                    <a:pt x="634" y="25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96" name="Freeform: Shape 5095">
              <a:extLst>
                <a:ext uri="{FF2B5EF4-FFF2-40B4-BE49-F238E27FC236}">
                  <a16:creationId xmlns:a16="http://schemas.microsoft.com/office/drawing/2014/main" id="{580DFAF2-ACAB-ED7E-CD42-D30C78360519}"/>
                </a:ext>
              </a:extLst>
            </p:cNvPr>
            <p:cNvSpPr/>
            <p:nvPr/>
          </p:nvSpPr>
          <p:spPr>
            <a:xfrm>
              <a:off x="2358557" y="280877"/>
              <a:ext cx="760" cy="633"/>
            </a:xfrm>
            <a:custGeom>
              <a:avLst/>
              <a:gdLst>
                <a:gd name="connsiteX0" fmla="*/ 760 w 760"/>
                <a:gd name="connsiteY0" fmla="*/ 380 h 633"/>
                <a:gd name="connsiteX1" fmla="*/ 380 w 760"/>
                <a:gd name="connsiteY1" fmla="*/ 634 h 633"/>
                <a:gd name="connsiteX2" fmla="*/ 0 w 760"/>
                <a:gd name="connsiteY2" fmla="*/ 380 h 633"/>
                <a:gd name="connsiteX3" fmla="*/ 380 w 760"/>
                <a:gd name="connsiteY3" fmla="*/ 0 h 633"/>
                <a:gd name="connsiteX4" fmla="*/ 760 w 760"/>
                <a:gd name="connsiteY4" fmla="*/ 380 h 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0" h="633">
                  <a:moveTo>
                    <a:pt x="760" y="380"/>
                  </a:moveTo>
                  <a:lnTo>
                    <a:pt x="380" y="634"/>
                  </a:lnTo>
                  <a:lnTo>
                    <a:pt x="0" y="380"/>
                  </a:lnTo>
                  <a:lnTo>
                    <a:pt x="380" y="0"/>
                  </a:lnTo>
                  <a:lnTo>
                    <a:pt x="760" y="38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97" name="Freeform: Shape 5096">
              <a:extLst>
                <a:ext uri="{FF2B5EF4-FFF2-40B4-BE49-F238E27FC236}">
                  <a16:creationId xmlns:a16="http://schemas.microsoft.com/office/drawing/2014/main" id="{A278F868-0301-5375-AF52-321394A42A7D}"/>
                </a:ext>
              </a:extLst>
            </p:cNvPr>
            <p:cNvSpPr/>
            <p:nvPr/>
          </p:nvSpPr>
          <p:spPr>
            <a:xfrm>
              <a:off x="2454242" y="209778"/>
              <a:ext cx="1267" cy="1140"/>
            </a:xfrm>
            <a:custGeom>
              <a:avLst/>
              <a:gdLst>
                <a:gd name="connsiteX0" fmla="*/ 1267 w 1267"/>
                <a:gd name="connsiteY0" fmla="*/ 507 h 1140"/>
                <a:gd name="connsiteX1" fmla="*/ 634 w 1267"/>
                <a:gd name="connsiteY1" fmla="*/ 1141 h 1140"/>
                <a:gd name="connsiteX2" fmla="*/ 0 w 1267"/>
                <a:gd name="connsiteY2" fmla="*/ 507 h 1140"/>
                <a:gd name="connsiteX3" fmla="*/ 634 w 1267"/>
                <a:gd name="connsiteY3" fmla="*/ 0 h 1140"/>
                <a:gd name="connsiteX4" fmla="*/ 1267 w 1267"/>
                <a:gd name="connsiteY4" fmla="*/ 507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7" h="1140">
                  <a:moveTo>
                    <a:pt x="1267" y="507"/>
                  </a:moveTo>
                  <a:lnTo>
                    <a:pt x="634" y="1141"/>
                  </a:lnTo>
                  <a:lnTo>
                    <a:pt x="0" y="507"/>
                  </a:lnTo>
                  <a:lnTo>
                    <a:pt x="634" y="0"/>
                  </a:lnTo>
                  <a:lnTo>
                    <a:pt x="1267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98" name="Freeform: Shape 5097">
              <a:extLst>
                <a:ext uri="{FF2B5EF4-FFF2-40B4-BE49-F238E27FC236}">
                  <a16:creationId xmlns:a16="http://schemas.microsoft.com/office/drawing/2014/main" id="{1624494E-1E2E-F172-EB2B-20546071D551}"/>
                </a:ext>
              </a:extLst>
            </p:cNvPr>
            <p:cNvSpPr/>
            <p:nvPr/>
          </p:nvSpPr>
          <p:spPr>
            <a:xfrm>
              <a:off x="2551702" y="140327"/>
              <a:ext cx="2408" cy="1901"/>
            </a:xfrm>
            <a:custGeom>
              <a:avLst/>
              <a:gdLst>
                <a:gd name="connsiteX0" fmla="*/ 2408 w 2408"/>
                <a:gd name="connsiteY0" fmla="*/ 1014 h 1901"/>
                <a:gd name="connsiteX1" fmla="*/ 1267 w 2408"/>
                <a:gd name="connsiteY1" fmla="*/ 1901 h 1901"/>
                <a:gd name="connsiteX2" fmla="*/ 0 w 2408"/>
                <a:gd name="connsiteY2" fmla="*/ 1014 h 1901"/>
                <a:gd name="connsiteX3" fmla="*/ 1267 w 2408"/>
                <a:gd name="connsiteY3" fmla="*/ 0 h 1901"/>
                <a:gd name="connsiteX4" fmla="*/ 2408 w 2408"/>
                <a:gd name="connsiteY4" fmla="*/ 1014 h 1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8" h="1901">
                  <a:moveTo>
                    <a:pt x="2408" y="1014"/>
                  </a:moveTo>
                  <a:lnTo>
                    <a:pt x="1267" y="1901"/>
                  </a:lnTo>
                  <a:lnTo>
                    <a:pt x="0" y="1014"/>
                  </a:lnTo>
                  <a:lnTo>
                    <a:pt x="1267" y="0"/>
                  </a:lnTo>
                  <a:lnTo>
                    <a:pt x="2408" y="101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99" name="Freeform: Shape 5098">
              <a:extLst>
                <a:ext uri="{FF2B5EF4-FFF2-40B4-BE49-F238E27FC236}">
                  <a16:creationId xmlns:a16="http://schemas.microsoft.com/office/drawing/2014/main" id="{E4EB8F18-C2B7-A272-2348-44A032CEB612}"/>
                </a:ext>
              </a:extLst>
            </p:cNvPr>
            <p:cNvSpPr/>
            <p:nvPr/>
          </p:nvSpPr>
          <p:spPr>
            <a:xfrm>
              <a:off x="2651570" y="72903"/>
              <a:ext cx="2914" cy="2407"/>
            </a:xfrm>
            <a:custGeom>
              <a:avLst/>
              <a:gdLst>
                <a:gd name="connsiteX0" fmla="*/ 2915 w 2914"/>
                <a:gd name="connsiteY0" fmla="*/ 1267 h 2407"/>
                <a:gd name="connsiteX1" fmla="*/ 1394 w 2914"/>
                <a:gd name="connsiteY1" fmla="*/ 2408 h 2407"/>
                <a:gd name="connsiteX2" fmla="*/ 0 w 2914"/>
                <a:gd name="connsiteY2" fmla="*/ 1267 h 2407"/>
                <a:gd name="connsiteX3" fmla="*/ 1394 w 2914"/>
                <a:gd name="connsiteY3" fmla="*/ 0 h 2407"/>
                <a:gd name="connsiteX4" fmla="*/ 2915 w 2914"/>
                <a:gd name="connsiteY4" fmla="*/ 1267 h 2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" h="2407">
                  <a:moveTo>
                    <a:pt x="2915" y="1267"/>
                  </a:moveTo>
                  <a:lnTo>
                    <a:pt x="1394" y="2408"/>
                  </a:lnTo>
                  <a:lnTo>
                    <a:pt x="0" y="1267"/>
                  </a:lnTo>
                  <a:lnTo>
                    <a:pt x="1394" y="0"/>
                  </a:lnTo>
                  <a:lnTo>
                    <a:pt x="2915" y="126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00" name="Freeform: Shape 5099">
              <a:extLst>
                <a:ext uri="{FF2B5EF4-FFF2-40B4-BE49-F238E27FC236}">
                  <a16:creationId xmlns:a16="http://schemas.microsoft.com/office/drawing/2014/main" id="{641BC8F7-68D8-75C4-E134-D9227AE91EAF}"/>
                </a:ext>
              </a:extLst>
            </p:cNvPr>
            <p:cNvSpPr/>
            <p:nvPr/>
          </p:nvSpPr>
          <p:spPr>
            <a:xfrm>
              <a:off x="9645749" y="56428"/>
              <a:ext cx="44610" cy="35359"/>
            </a:xfrm>
            <a:custGeom>
              <a:avLst/>
              <a:gdLst>
                <a:gd name="connsiteX0" fmla="*/ 44611 w 44610"/>
                <a:gd name="connsiteY0" fmla="*/ 17616 h 35359"/>
                <a:gd name="connsiteX1" fmla="*/ 22305 w 44610"/>
                <a:gd name="connsiteY1" fmla="*/ 35359 h 35359"/>
                <a:gd name="connsiteX2" fmla="*/ 0 w 44610"/>
                <a:gd name="connsiteY2" fmla="*/ 17616 h 35359"/>
                <a:gd name="connsiteX3" fmla="*/ 22305 w 44610"/>
                <a:gd name="connsiteY3" fmla="*/ 0 h 35359"/>
                <a:gd name="connsiteX4" fmla="*/ 44611 w 44610"/>
                <a:gd name="connsiteY4" fmla="*/ 17616 h 35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610" h="35359">
                  <a:moveTo>
                    <a:pt x="44611" y="17616"/>
                  </a:moveTo>
                  <a:cubicBezTo>
                    <a:pt x="44611" y="27375"/>
                    <a:pt x="34599" y="35359"/>
                    <a:pt x="22305" y="35359"/>
                  </a:cubicBezTo>
                  <a:cubicBezTo>
                    <a:pt x="10012" y="35359"/>
                    <a:pt x="0" y="27502"/>
                    <a:pt x="0" y="17616"/>
                  </a:cubicBezTo>
                  <a:cubicBezTo>
                    <a:pt x="0" y="7731"/>
                    <a:pt x="10012" y="0"/>
                    <a:pt x="22305" y="0"/>
                  </a:cubicBezTo>
                  <a:cubicBezTo>
                    <a:pt x="34599" y="0"/>
                    <a:pt x="44611" y="7858"/>
                    <a:pt x="44611" y="1761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01" name="Freeform: Shape 5100">
              <a:extLst>
                <a:ext uri="{FF2B5EF4-FFF2-40B4-BE49-F238E27FC236}">
                  <a16:creationId xmlns:a16="http://schemas.microsoft.com/office/drawing/2014/main" id="{CDAAC4C1-8AD7-BD74-9015-72760976E28A}"/>
                </a:ext>
              </a:extLst>
            </p:cNvPr>
            <p:cNvSpPr/>
            <p:nvPr/>
          </p:nvSpPr>
          <p:spPr>
            <a:xfrm>
              <a:off x="9745490" y="123217"/>
              <a:ext cx="45370" cy="35993"/>
            </a:xfrm>
            <a:custGeom>
              <a:avLst/>
              <a:gdLst>
                <a:gd name="connsiteX0" fmla="*/ 45371 w 45370"/>
                <a:gd name="connsiteY0" fmla="*/ 17997 h 35993"/>
                <a:gd name="connsiteX1" fmla="*/ 22685 w 45370"/>
                <a:gd name="connsiteY1" fmla="*/ 35993 h 35993"/>
                <a:gd name="connsiteX2" fmla="*/ 0 w 45370"/>
                <a:gd name="connsiteY2" fmla="*/ 17997 h 35993"/>
                <a:gd name="connsiteX3" fmla="*/ 22685 w 45370"/>
                <a:gd name="connsiteY3" fmla="*/ 0 h 35993"/>
                <a:gd name="connsiteX4" fmla="*/ 45371 w 45370"/>
                <a:gd name="connsiteY4" fmla="*/ 17997 h 35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370" h="35993">
                  <a:moveTo>
                    <a:pt x="45371" y="17997"/>
                  </a:moveTo>
                  <a:cubicBezTo>
                    <a:pt x="45371" y="27882"/>
                    <a:pt x="35232" y="35993"/>
                    <a:pt x="22685" y="35993"/>
                  </a:cubicBezTo>
                  <a:cubicBezTo>
                    <a:pt x="10139" y="35993"/>
                    <a:pt x="0" y="27882"/>
                    <a:pt x="0" y="17997"/>
                  </a:cubicBezTo>
                  <a:cubicBezTo>
                    <a:pt x="0" y="8111"/>
                    <a:pt x="10139" y="0"/>
                    <a:pt x="22685" y="0"/>
                  </a:cubicBezTo>
                  <a:cubicBezTo>
                    <a:pt x="35232" y="0"/>
                    <a:pt x="45371" y="8111"/>
                    <a:pt x="45371" y="179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02" name="Freeform: Shape 5101">
              <a:extLst>
                <a:ext uri="{FF2B5EF4-FFF2-40B4-BE49-F238E27FC236}">
                  <a16:creationId xmlns:a16="http://schemas.microsoft.com/office/drawing/2014/main" id="{037CD2F0-A831-F98B-03B6-342A4D679657}"/>
                </a:ext>
              </a:extLst>
            </p:cNvPr>
            <p:cNvSpPr/>
            <p:nvPr/>
          </p:nvSpPr>
          <p:spPr>
            <a:xfrm>
              <a:off x="9843583" y="192289"/>
              <a:ext cx="45371" cy="35993"/>
            </a:xfrm>
            <a:custGeom>
              <a:avLst/>
              <a:gdLst>
                <a:gd name="connsiteX0" fmla="*/ 45372 w 45371"/>
                <a:gd name="connsiteY0" fmla="*/ 17997 h 35993"/>
                <a:gd name="connsiteX1" fmla="*/ 22685 w 45371"/>
                <a:gd name="connsiteY1" fmla="*/ 35993 h 35993"/>
                <a:gd name="connsiteX2" fmla="*/ 0 w 45371"/>
                <a:gd name="connsiteY2" fmla="*/ 17997 h 35993"/>
                <a:gd name="connsiteX3" fmla="*/ 22685 w 45371"/>
                <a:gd name="connsiteY3" fmla="*/ 0 h 35993"/>
                <a:gd name="connsiteX4" fmla="*/ 45372 w 45371"/>
                <a:gd name="connsiteY4" fmla="*/ 17997 h 35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371" h="35993">
                  <a:moveTo>
                    <a:pt x="45372" y="17997"/>
                  </a:moveTo>
                  <a:cubicBezTo>
                    <a:pt x="45372" y="27882"/>
                    <a:pt x="35232" y="35993"/>
                    <a:pt x="22685" y="35993"/>
                  </a:cubicBezTo>
                  <a:cubicBezTo>
                    <a:pt x="10139" y="35993"/>
                    <a:pt x="0" y="27882"/>
                    <a:pt x="0" y="17997"/>
                  </a:cubicBezTo>
                  <a:cubicBezTo>
                    <a:pt x="0" y="8111"/>
                    <a:pt x="10139" y="0"/>
                    <a:pt x="22685" y="0"/>
                  </a:cubicBezTo>
                  <a:cubicBezTo>
                    <a:pt x="35232" y="0"/>
                    <a:pt x="45372" y="8111"/>
                    <a:pt x="45372" y="179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03" name="Freeform: Shape 5102">
              <a:extLst>
                <a:ext uri="{FF2B5EF4-FFF2-40B4-BE49-F238E27FC236}">
                  <a16:creationId xmlns:a16="http://schemas.microsoft.com/office/drawing/2014/main" id="{2C6766FA-B2CE-DF7D-B5FE-37D007C09071}"/>
                </a:ext>
              </a:extLst>
            </p:cNvPr>
            <p:cNvSpPr/>
            <p:nvPr/>
          </p:nvSpPr>
          <p:spPr>
            <a:xfrm>
              <a:off x="9939902" y="263387"/>
              <a:ext cx="44611" cy="35486"/>
            </a:xfrm>
            <a:custGeom>
              <a:avLst/>
              <a:gdLst>
                <a:gd name="connsiteX0" fmla="*/ 44611 w 44611"/>
                <a:gd name="connsiteY0" fmla="*/ 17743 h 35486"/>
                <a:gd name="connsiteX1" fmla="*/ 22306 w 44611"/>
                <a:gd name="connsiteY1" fmla="*/ 35486 h 35486"/>
                <a:gd name="connsiteX2" fmla="*/ 0 w 44611"/>
                <a:gd name="connsiteY2" fmla="*/ 17743 h 35486"/>
                <a:gd name="connsiteX3" fmla="*/ 22306 w 44611"/>
                <a:gd name="connsiteY3" fmla="*/ 0 h 35486"/>
                <a:gd name="connsiteX4" fmla="*/ 44611 w 44611"/>
                <a:gd name="connsiteY4" fmla="*/ 17743 h 35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611" h="35486">
                  <a:moveTo>
                    <a:pt x="44611" y="17743"/>
                  </a:moveTo>
                  <a:cubicBezTo>
                    <a:pt x="44611" y="27502"/>
                    <a:pt x="34599" y="35486"/>
                    <a:pt x="22306" y="35486"/>
                  </a:cubicBezTo>
                  <a:cubicBezTo>
                    <a:pt x="10013" y="35486"/>
                    <a:pt x="0" y="27502"/>
                    <a:pt x="0" y="17743"/>
                  </a:cubicBezTo>
                  <a:cubicBezTo>
                    <a:pt x="0" y="7984"/>
                    <a:pt x="9886" y="0"/>
                    <a:pt x="22306" y="0"/>
                  </a:cubicBezTo>
                  <a:cubicBezTo>
                    <a:pt x="34726" y="0"/>
                    <a:pt x="44611" y="7984"/>
                    <a:pt x="44611" y="1774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04" name="Freeform: Shape 5103">
              <a:extLst>
                <a:ext uri="{FF2B5EF4-FFF2-40B4-BE49-F238E27FC236}">
                  <a16:creationId xmlns:a16="http://schemas.microsoft.com/office/drawing/2014/main" id="{1A0E0314-DDD2-9BD2-9FD4-8570E0A8C609}"/>
                </a:ext>
              </a:extLst>
            </p:cNvPr>
            <p:cNvSpPr/>
            <p:nvPr/>
          </p:nvSpPr>
          <p:spPr>
            <a:xfrm>
              <a:off x="10033814" y="336007"/>
              <a:ext cx="44610" cy="35486"/>
            </a:xfrm>
            <a:custGeom>
              <a:avLst/>
              <a:gdLst>
                <a:gd name="connsiteX0" fmla="*/ 44611 w 44610"/>
                <a:gd name="connsiteY0" fmla="*/ 17743 h 35486"/>
                <a:gd name="connsiteX1" fmla="*/ 22305 w 44610"/>
                <a:gd name="connsiteY1" fmla="*/ 35486 h 35486"/>
                <a:gd name="connsiteX2" fmla="*/ 0 w 44610"/>
                <a:gd name="connsiteY2" fmla="*/ 17743 h 35486"/>
                <a:gd name="connsiteX3" fmla="*/ 22305 w 44610"/>
                <a:gd name="connsiteY3" fmla="*/ 0 h 35486"/>
                <a:gd name="connsiteX4" fmla="*/ 44611 w 44610"/>
                <a:gd name="connsiteY4" fmla="*/ 17743 h 35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610" h="35486">
                  <a:moveTo>
                    <a:pt x="44611" y="17743"/>
                  </a:moveTo>
                  <a:cubicBezTo>
                    <a:pt x="44611" y="27502"/>
                    <a:pt x="34599" y="35486"/>
                    <a:pt x="22305" y="35486"/>
                  </a:cubicBezTo>
                  <a:cubicBezTo>
                    <a:pt x="10012" y="35486"/>
                    <a:pt x="0" y="27502"/>
                    <a:pt x="0" y="17743"/>
                  </a:cubicBezTo>
                  <a:cubicBezTo>
                    <a:pt x="0" y="7984"/>
                    <a:pt x="10012" y="0"/>
                    <a:pt x="22305" y="0"/>
                  </a:cubicBezTo>
                  <a:cubicBezTo>
                    <a:pt x="34599" y="0"/>
                    <a:pt x="44611" y="7984"/>
                    <a:pt x="44611" y="1774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05" name="Freeform: Shape 5104">
              <a:extLst>
                <a:ext uri="{FF2B5EF4-FFF2-40B4-BE49-F238E27FC236}">
                  <a16:creationId xmlns:a16="http://schemas.microsoft.com/office/drawing/2014/main" id="{96B08EAA-E2C6-8010-8EB0-AB1E7D31BAC0}"/>
                </a:ext>
              </a:extLst>
            </p:cNvPr>
            <p:cNvSpPr/>
            <p:nvPr/>
          </p:nvSpPr>
          <p:spPr>
            <a:xfrm>
              <a:off x="10124937" y="410148"/>
              <a:ext cx="45370" cy="35993"/>
            </a:xfrm>
            <a:custGeom>
              <a:avLst/>
              <a:gdLst>
                <a:gd name="connsiteX0" fmla="*/ 45371 w 45370"/>
                <a:gd name="connsiteY0" fmla="*/ 17997 h 35993"/>
                <a:gd name="connsiteX1" fmla="*/ 22685 w 45370"/>
                <a:gd name="connsiteY1" fmla="*/ 35993 h 35993"/>
                <a:gd name="connsiteX2" fmla="*/ 0 w 45370"/>
                <a:gd name="connsiteY2" fmla="*/ 17997 h 35993"/>
                <a:gd name="connsiteX3" fmla="*/ 22685 w 45370"/>
                <a:gd name="connsiteY3" fmla="*/ 0 h 35993"/>
                <a:gd name="connsiteX4" fmla="*/ 45371 w 45370"/>
                <a:gd name="connsiteY4" fmla="*/ 17997 h 35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370" h="35993">
                  <a:moveTo>
                    <a:pt x="45371" y="17997"/>
                  </a:moveTo>
                  <a:cubicBezTo>
                    <a:pt x="45371" y="27882"/>
                    <a:pt x="35232" y="35993"/>
                    <a:pt x="22685" y="35993"/>
                  </a:cubicBezTo>
                  <a:cubicBezTo>
                    <a:pt x="10139" y="35993"/>
                    <a:pt x="0" y="27882"/>
                    <a:pt x="0" y="17997"/>
                  </a:cubicBezTo>
                  <a:cubicBezTo>
                    <a:pt x="0" y="8111"/>
                    <a:pt x="10139" y="0"/>
                    <a:pt x="22685" y="0"/>
                  </a:cubicBezTo>
                  <a:cubicBezTo>
                    <a:pt x="35232" y="0"/>
                    <a:pt x="45371" y="8111"/>
                    <a:pt x="45371" y="179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06" name="Freeform: Shape 5105">
              <a:extLst>
                <a:ext uri="{FF2B5EF4-FFF2-40B4-BE49-F238E27FC236}">
                  <a16:creationId xmlns:a16="http://schemas.microsoft.com/office/drawing/2014/main" id="{9DF7525F-3B09-8C55-BFB0-6BD1C8F87282}"/>
                </a:ext>
              </a:extLst>
            </p:cNvPr>
            <p:cNvSpPr/>
            <p:nvPr/>
          </p:nvSpPr>
          <p:spPr>
            <a:xfrm>
              <a:off x="10214413" y="486316"/>
              <a:ext cx="45370" cy="35993"/>
            </a:xfrm>
            <a:custGeom>
              <a:avLst/>
              <a:gdLst>
                <a:gd name="connsiteX0" fmla="*/ 45371 w 45370"/>
                <a:gd name="connsiteY0" fmla="*/ 17996 h 35993"/>
                <a:gd name="connsiteX1" fmla="*/ 22685 w 45370"/>
                <a:gd name="connsiteY1" fmla="*/ 35993 h 35993"/>
                <a:gd name="connsiteX2" fmla="*/ 0 w 45370"/>
                <a:gd name="connsiteY2" fmla="*/ 17996 h 35993"/>
                <a:gd name="connsiteX3" fmla="*/ 22685 w 45370"/>
                <a:gd name="connsiteY3" fmla="*/ 0 h 35993"/>
                <a:gd name="connsiteX4" fmla="*/ 45371 w 45370"/>
                <a:gd name="connsiteY4" fmla="*/ 17996 h 35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370" h="35993">
                  <a:moveTo>
                    <a:pt x="45371" y="17996"/>
                  </a:moveTo>
                  <a:cubicBezTo>
                    <a:pt x="45371" y="27882"/>
                    <a:pt x="35232" y="35993"/>
                    <a:pt x="22685" y="35993"/>
                  </a:cubicBezTo>
                  <a:cubicBezTo>
                    <a:pt x="10139" y="35993"/>
                    <a:pt x="0" y="27882"/>
                    <a:pt x="0" y="17996"/>
                  </a:cubicBezTo>
                  <a:cubicBezTo>
                    <a:pt x="0" y="8111"/>
                    <a:pt x="10139" y="0"/>
                    <a:pt x="22685" y="0"/>
                  </a:cubicBezTo>
                  <a:cubicBezTo>
                    <a:pt x="35232" y="0"/>
                    <a:pt x="45371" y="8111"/>
                    <a:pt x="45371" y="1799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07" name="Freeform: Shape 5106">
              <a:extLst>
                <a:ext uri="{FF2B5EF4-FFF2-40B4-BE49-F238E27FC236}">
                  <a16:creationId xmlns:a16="http://schemas.microsoft.com/office/drawing/2014/main" id="{1E46FD4C-2305-E6D9-C739-4DF129C40BB3}"/>
                </a:ext>
              </a:extLst>
            </p:cNvPr>
            <p:cNvSpPr/>
            <p:nvPr/>
          </p:nvSpPr>
          <p:spPr>
            <a:xfrm>
              <a:off x="10301733" y="564385"/>
              <a:ext cx="44611" cy="35486"/>
            </a:xfrm>
            <a:custGeom>
              <a:avLst/>
              <a:gdLst>
                <a:gd name="connsiteX0" fmla="*/ 44611 w 44611"/>
                <a:gd name="connsiteY0" fmla="*/ 17743 h 35486"/>
                <a:gd name="connsiteX1" fmla="*/ 22306 w 44611"/>
                <a:gd name="connsiteY1" fmla="*/ 35486 h 35486"/>
                <a:gd name="connsiteX2" fmla="*/ 0 w 44611"/>
                <a:gd name="connsiteY2" fmla="*/ 17743 h 35486"/>
                <a:gd name="connsiteX3" fmla="*/ 22306 w 44611"/>
                <a:gd name="connsiteY3" fmla="*/ 0 h 35486"/>
                <a:gd name="connsiteX4" fmla="*/ 44611 w 44611"/>
                <a:gd name="connsiteY4" fmla="*/ 17743 h 35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611" h="35486">
                  <a:moveTo>
                    <a:pt x="44611" y="17743"/>
                  </a:moveTo>
                  <a:cubicBezTo>
                    <a:pt x="44611" y="27502"/>
                    <a:pt x="34599" y="35486"/>
                    <a:pt x="22306" y="35486"/>
                  </a:cubicBezTo>
                  <a:cubicBezTo>
                    <a:pt x="10013" y="35486"/>
                    <a:pt x="0" y="27502"/>
                    <a:pt x="0" y="17743"/>
                  </a:cubicBezTo>
                  <a:cubicBezTo>
                    <a:pt x="0" y="7984"/>
                    <a:pt x="10013" y="0"/>
                    <a:pt x="22306" y="0"/>
                  </a:cubicBezTo>
                  <a:cubicBezTo>
                    <a:pt x="34599" y="0"/>
                    <a:pt x="44611" y="7984"/>
                    <a:pt x="44611" y="1774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08" name="Freeform: Shape 5107">
              <a:extLst>
                <a:ext uri="{FF2B5EF4-FFF2-40B4-BE49-F238E27FC236}">
                  <a16:creationId xmlns:a16="http://schemas.microsoft.com/office/drawing/2014/main" id="{F95DFA2D-B114-31DC-E03B-0EDB1302C3CD}"/>
                </a:ext>
              </a:extLst>
            </p:cNvPr>
            <p:cNvSpPr/>
            <p:nvPr/>
          </p:nvSpPr>
          <p:spPr>
            <a:xfrm>
              <a:off x="10386394" y="643722"/>
              <a:ext cx="44610" cy="35486"/>
            </a:xfrm>
            <a:custGeom>
              <a:avLst/>
              <a:gdLst>
                <a:gd name="connsiteX0" fmla="*/ 44611 w 44610"/>
                <a:gd name="connsiteY0" fmla="*/ 17743 h 35486"/>
                <a:gd name="connsiteX1" fmla="*/ 22305 w 44610"/>
                <a:gd name="connsiteY1" fmla="*/ 35486 h 35486"/>
                <a:gd name="connsiteX2" fmla="*/ 0 w 44610"/>
                <a:gd name="connsiteY2" fmla="*/ 17743 h 35486"/>
                <a:gd name="connsiteX3" fmla="*/ 22305 w 44610"/>
                <a:gd name="connsiteY3" fmla="*/ 0 h 35486"/>
                <a:gd name="connsiteX4" fmla="*/ 44611 w 44610"/>
                <a:gd name="connsiteY4" fmla="*/ 17743 h 35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610" h="35486">
                  <a:moveTo>
                    <a:pt x="44611" y="17743"/>
                  </a:moveTo>
                  <a:cubicBezTo>
                    <a:pt x="44611" y="27502"/>
                    <a:pt x="34599" y="35486"/>
                    <a:pt x="22305" y="35486"/>
                  </a:cubicBezTo>
                  <a:cubicBezTo>
                    <a:pt x="10012" y="35486"/>
                    <a:pt x="0" y="27502"/>
                    <a:pt x="0" y="17743"/>
                  </a:cubicBezTo>
                  <a:cubicBezTo>
                    <a:pt x="0" y="7984"/>
                    <a:pt x="10012" y="0"/>
                    <a:pt x="22305" y="0"/>
                  </a:cubicBezTo>
                  <a:cubicBezTo>
                    <a:pt x="34599" y="0"/>
                    <a:pt x="44611" y="7984"/>
                    <a:pt x="44611" y="1774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09" name="Freeform: Shape 5108">
              <a:extLst>
                <a:ext uri="{FF2B5EF4-FFF2-40B4-BE49-F238E27FC236}">
                  <a16:creationId xmlns:a16="http://schemas.microsoft.com/office/drawing/2014/main" id="{D47EBC71-1026-74ED-8796-8B8AEA8E0FE8}"/>
                </a:ext>
              </a:extLst>
            </p:cNvPr>
            <p:cNvSpPr/>
            <p:nvPr/>
          </p:nvSpPr>
          <p:spPr>
            <a:xfrm>
              <a:off x="10468264" y="724453"/>
              <a:ext cx="45371" cy="35993"/>
            </a:xfrm>
            <a:custGeom>
              <a:avLst/>
              <a:gdLst>
                <a:gd name="connsiteX0" fmla="*/ 45372 w 45371"/>
                <a:gd name="connsiteY0" fmla="*/ 17997 h 35993"/>
                <a:gd name="connsiteX1" fmla="*/ 22686 w 45371"/>
                <a:gd name="connsiteY1" fmla="*/ 35993 h 35993"/>
                <a:gd name="connsiteX2" fmla="*/ 0 w 45371"/>
                <a:gd name="connsiteY2" fmla="*/ 17997 h 35993"/>
                <a:gd name="connsiteX3" fmla="*/ 22686 w 45371"/>
                <a:gd name="connsiteY3" fmla="*/ 0 h 35993"/>
                <a:gd name="connsiteX4" fmla="*/ 45372 w 45371"/>
                <a:gd name="connsiteY4" fmla="*/ 17997 h 35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371" h="35993">
                  <a:moveTo>
                    <a:pt x="45372" y="17997"/>
                  </a:moveTo>
                  <a:cubicBezTo>
                    <a:pt x="45372" y="27882"/>
                    <a:pt x="35233" y="35993"/>
                    <a:pt x="22686" y="35993"/>
                  </a:cubicBezTo>
                  <a:cubicBezTo>
                    <a:pt x="10139" y="35993"/>
                    <a:pt x="0" y="27882"/>
                    <a:pt x="0" y="17997"/>
                  </a:cubicBezTo>
                  <a:cubicBezTo>
                    <a:pt x="0" y="8111"/>
                    <a:pt x="10139" y="0"/>
                    <a:pt x="22686" y="0"/>
                  </a:cubicBezTo>
                  <a:cubicBezTo>
                    <a:pt x="35233" y="0"/>
                    <a:pt x="45372" y="8111"/>
                    <a:pt x="45372" y="179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10" name="Freeform: Shape 5109">
              <a:extLst>
                <a:ext uri="{FF2B5EF4-FFF2-40B4-BE49-F238E27FC236}">
                  <a16:creationId xmlns:a16="http://schemas.microsoft.com/office/drawing/2014/main" id="{D7865905-2870-1905-899E-F23F5DF3F9B5}"/>
                </a:ext>
              </a:extLst>
            </p:cNvPr>
            <p:cNvSpPr/>
            <p:nvPr/>
          </p:nvSpPr>
          <p:spPr>
            <a:xfrm>
              <a:off x="10548489" y="807211"/>
              <a:ext cx="44611" cy="35486"/>
            </a:xfrm>
            <a:custGeom>
              <a:avLst/>
              <a:gdLst>
                <a:gd name="connsiteX0" fmla="*/ 44611 w 44611"/>
                <a:gd name="connsiteY0" fmla="*/ 17743 h 35486"/>
                <a:gd name="connsiteX1" fmla="*/ 22306 w 44611"/>
                <a:gd name="connsiteY1" fmla="*/ 35486 h 35486"/>
                <a:gd name="connsiteX2" fmla="*/ 0 w 44611"/>
                <a:gd name="connsiteY2" fmla="*/ 17743 h 35486"/>
                <a:gd name="connsiteX3" fmla="*/ 22306 w 44611"/>
                <a:gd name="connsiteY3" fmla="*/ 0 h 35486"/>
                <a:gd name="connsiteX4" fmla="*/ 44611 w 44611"/>
                <a:gd name="connsiteY4" fmla="*/ 17743 h 35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611" h="35486">
                  <a:moveTo>
                    <a:pt x="44611" y="17743"/>
                  </a:moveTo>
                  <a:cubicBezTo>
                    <a:pt x="44611" y="27502"/>
                    <a:pt x="34599" y="35486"/>
                    <a:pt x="22306" y="35486"/>
                  </a:cubicBezTo>
                  <a:cubicBezTo>
                    <a:pt x="10012" y="35486"/>
                    <a:pt x="0" y="27502"/>
                    <a:pt x="0" y="17743"/>
                  </a:cubicBezTo>
                  <a:cubicBezTo>
                    <a:pt x="0" y="7984"/>
                    <a:pt x="10012" y="0"/>
                    <a:pt x="22306" y="0"/>
                  </a:cubicBezTo>
                  <a:cubicBezTo>
                    <a:pt x="34599" y="0"/>
                    <a:pt x="44611" y="7984"/>
                    <a:pt x="44611" y="1774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11" name="Freeform: Shape 5110">
              <a:extLst>
                <a:ext uri="{FF2B5EF4-FFF2-40B4-BE49-F238E27FC236}">
                  <a16:creationId xmlns:a16="http://schemas.microsoft.com/office/drawing/2014/main" id="{A679473E-0961-4D7F-19C3-7D744213282F}"/>
                </a:ext>
              </a:extLst>
            </p:cNvPr>
            <p:cNvSpPr/>
            <p:nvPr/>
          </p:nvSpPr>
          <p:spPr>
            <a:xfrm>
              <a:off x="10625797" y="891237"/>
              <a:ext cx="44611" cy="35486"/>
            </a:xfrm>
            <a:custGeom>
              <a:avLst/>
              <a:gdLst>
                <a:gd name="connsiteX0" fmla="*/ 44611 w 44611"/>
                <a:gd name="connsiteY0" fmla="*/ 17743 h 35486"/>
                <a:gd name="connsiteX1" fmla="*/ 22306 w 44611"/>
                <a:gd name="connsiteY1" fmla="*/ 35486 h 35486"/>
                <a:gd name="connsiteX2" fmla="*/ 0 w 44611"/>
                <a:gd name="connsiteY2" fmla="*/ 17743 h 35486"/>
                <a:gd name="connsiteX3" fmla="*/ 22306 w 44611"/>
                <a:gd name="connsiteY3" fmla="*/ 0 h 35486"/>
                <a:gd name="connsiteX4" fmla="*/ 44611 w 44611"/>
                <a:gd name="connsiteY4" fmla="*/ 17743 h 35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611" h="35486">
                  <a:moveTo>
                    <a:pt x="44611" y="17743"/>
                  </a:moveTo>
                  <a:cubicBezTo>
                    <a:pt x="44611" y="27502"/>
                    <a:pt x="34599" y="35486"/>
                    <a:pt x="22306" y="35486"/>
                  </a:cubicBezTo>
                  <a:cubicBezTo>
                    <a:pt x="10013" y="35486"/>
                    <a:pt x="0" y="27502"/>
                    <a:pt x="0" y="17743"/>
                  </a:cubicBezTo>
                  <a:cubicBezTo>
                    <a:pt x="0" y="7984"/>
                    <a:pt x="10013" y="0"/>
                    <a:pt x="22306" y="0"/>
                  </a:cubicBezTo>
                  <a:cubicBezTo>
                    <a:pt x="34599" y="0"/>
                    <a:pt x="44611" y="7984"/>
                    <a:pt x="44611" y="1774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12" name="Freeform: Shape 5111">
              <a:extLst>
                <a:ext uri="{FF2B5EF4-FFF2-40B4-BE49-F238E27FC236}">
                  <a16:creationId xmlns:a16="http://schemas.microsoft.com/office/drawing/2014/main" id="{A7DE33D5-D90B-9F9A-C771-5CA96313D5D8}"/>
                </a:ext>
              </a:extLst>
            </p:cNvPr>
            <p:cNvSpPr/>
            <p:nvPr/>
          </p:nvSpPr>
          <p:spPr>
            <a:xfrm>
              <a:off x="10700952" y="977038"/>
              <a:ext cx="43850" cy="34725"/>
            </a:xfrm>
            <a:custGeom>
              <a:avLst/>
              <a:gdLst>
                <a:gd name="connsiteX0" fmla="*/ 43851 w 43850"/>
                <a:gd name="connsiteY0" fmla="*/ 17363 h 34725"/>
                <a:gd name="connsiteX1" fmla="*/ 21926 w 43850"/>
                <a:gd name="connsiteY1" fmla="*/ 34726 h 34725"/>
                <a:gd name="connsiteX2" fmla="*/ 0 w 43850"/>
                <a:gd name="connsiteY2" fmla="*/ 17363 h 34725"/>
                <a:gd name="connsiteX3" fmla="*/ 21926 w 43850"/>
                <a:gd name="connsiteY3" fmla="*/ 0 h 34725"/>
                <a:gd name="connsiteX4" fmla="*/ 43851 w 43850"/>
                <a:gd name="connsiteY4" fmla="*/ 17363 h 34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850" h="34725">
                  <a:moveTo>
                    <a:pt x="43851" y="17363"/>
                  </a:moveTo>
                  <a:cubicBezTo>
                    <a:pt x="43851" y="26995"/>
                    <a:pt x="33966" y="34726"/>
                    <a:pt x="21926" y="34726"/>
                  </a:cubicBezTo>
                  <a:cubicBezTo>
                    <a:pt x="9886" y="34726"/>
                    <a:pt x="0" y="26868"/>
                    <a:pt x="0" y="17363"/>
                  </a:cubicBezTo>
                  <a:cubicBezTo>
                    <a:pt x="0" y="7858"/>
                    <a:pt x="9886" y="0"/>
                    <a:pt x="21926" y="0"/>
                  </a:cubicBezTo>
                  <a:cubicBezTo>
                    <a:pt x="33966" y="0"/>
                    <a:pt x="43851" y="7731"/>
                    <a:pt x="43851" y="1736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13" name="Freeform: Shape 5112">
              <a:extLst>
                <a:ext uri="{FF2B5EF4-FFF2-40B4-BE49-F238E27FC236}">
                  <a16:creationId xmlns:a16="http://schemas.microsoft.com/office/drawing/2014/main" id="{4E92398A-0AE9-0AC7-9122-BC91720391E8}"/>
                </a:ext>
              </a:extLst>
            </p:cNvPr>
            <p:cNvSpPr/>
            <p:nvPr/>
          </p:nvSpPr>
          <p:spPr>
            <a:xfrm>
              <a:off x="10773191" y="1063852"/>
              <a:ext cx="43850" cy="34725"/>
            </a:xfrm>
            <a:custGeom>
              <a:avLst/>
              <a:gdLst>
                <a:gd name="connsiteX0" fmla="*/ 43851 w 43850"/>
                <a:gd name="connsiteY0" fmla="*/ 17363 h 34725"/>
                <a:gd name="connsiteX1" fmla="*/ 21926 w 43850"/>
                <a:gd name="connsiteY1" fmla="*/ 34726 h 34725"/>
                <a:gd name="connsiteX2" fmla="*/ 0 w 43850"/>
                <a:gd name="connsiteY2" fmla="*/ 17363 h 34725"/>
                <a:gd name="connsiteX3" fmla="*/ 21926 w 43850"/>
                <a:gd name="connsiteY3" fmla="*/ 0 h 34725"/>
                <a:gd name="connsiteX4" fmla="*/ 43851 w 43850"/>
                <a:gd name="connsiteY4" fmla="*/ 17363 h 34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850" h="34725">
                  <a:moveTo>
                    <a:pt x="43851" y="17363"/>
                  </a:moveTo>
                  <a:cubicBezTo>
                    <a:pt x="43851" y="26995"/>
                    <a:pt x="33965" y="34726"/>
                    <a:pt x="21926" y="34726"/>
                  </a:cubicBezTo>
                  <a:cubicBezTo>
                    <a:pt x="9886" y="34726"/>
                    <a:pt x="0" y="26995"/>
                    <a:pt x="0" y="17363"/>
                  </a:cubicBezTo>
                  <a:cubicBezTo>
                    <a:pt x="0" y="7731"/>
                    <a:pt x="9886" y="0"/>
                    <a:pt x="21926" y="0"/>
                  </a:cubicBezTo>
                  <a:cubicBezTo>
                    <a:pt x="33965" y="0"/>
                    <a:pt x="43851" y="7731"/>
                    <a:pt x="43851" y="1736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14" name="Freeform: Shape 5113">
              <a:extLst>
                <a:ext uri="{FF2B5EF4-FFF2-40B4-BE49-F238E27FC236}">
                  <a16:creationId xmlns:a16="http://schemas.microsoft.com/office/drawing/2014/main" id="{7EC85C3A-38F4-D920-181B-E1CC88FBB693}"/>
                </a:ext>
              </a:extLst>
            </p:cNvPr>
            <p:cNvSpPr/>
            <p:nvPr/>
          </p:nvSpPr>
          <p:spPr>
            <a:xfrm>
              <a:off x="10842769" y="1151933"/>
              <a:ext cx="43850" cy="34725"/>
            </a:xfrm>
            <a:custGeom>
              <a:avLst/>
              <a:gdLst>
                <a:gd name="connsiteX0" fmla="*/ 43851 w 43850"/>
                <a:gd name="connsiteY0" fmla="*/ 17363 h 34725"/>
                <a:gd name="connsiteX1" fmla="*/ 21926 w 43850"/>
                <a:gd name="connsiteY1" fmla="*/ 34726 h 34725"/>
                <a:gd name="connsiteX2" fmla="*/ 0 w 43850"/>
                <a:gd name="connsiteY2" fmla="*/ 17363 h 34725"/>
                <a:gd name="connsiteX3" fmla="*/ 21926 w 43850"/>
                <a:gd name="connsiteY3" fmla="*/ 0 h 34725"/>
                <a:gd name="connsiteX4" fmla="*/ 43851 w 43850"/>
                <a:gd name="connsiteY4" fmla="*/ 17363 h 34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850" h="34725">
                  <a:moveTo>
                    <a:pt x="43851" y="17363"/>
                  </a:moveTo>
                  <a:cubicBezTo>
                    <a:pt x="43851" y="26995"/>
                    <a:pt x="33965" y="34726"/>
                    <a:pt x="21926" y="34726"/>
                  </a:cubicBezTo>
                  <a:cubicBezTo>
                    <a:pt x="9886" y="34726"/>
                    <a:pt x="0" y="26995"/>
                    <a:pt x="0" y="17363"/>
                  </a:cubicBezTo>
                  <a:cubicBezTo>
                    <a:pt x="0" y="7731"/>
                    <a:pt x="9759" y="0"/>
                    <a:pt x="21926" y="0"/>
                  </a:cubicBezTo>
                  <a:cubicBezTo>
                    <a:pt x="34092" y="0"/>
                    <a:pt x="43851" y="7731"/>
                    <a:pt x="43851" y="1736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15" name="Freeform: Shape 5114">
              <a:extLst>
                <a:ext uri="{FF2B5EF4-FFF2-40B4-BE49-F238E27FC236}">
                  <a16:creationId xmlns:a16="http://schemas.microsoft.com/office/drawing/2014/main" id="{E8A2F10D-418C-7AAD-2343-38DEAAC85CB1}"/>
                </a:ext>
              </a:extLst>
            </p:cNvPr>
            <p:cNvSpPr/>
            <p:nvPr/>
          </p:nvSpPr>
          <p:spPr>
            <a:xfrm>
              <a:off x="10910193" y="1241789"/>
              <a:ext cx="42836" cy="33965"/>
            </a:xfrm>
            <a:custGeom>
              <a:avLst/>
              <a:gdLst>
                <a:gd name="connsiteX0" fmla="*/ 42837 w 42836"/>
                <a:gd name="connsiteY0" fmla="*/ 16983 h 33965"/>
                <a:gd name="connsiteX1" fmla="*/ 21418 w 42836"/>
                <a:gd name="connsiteY1" fmla="*/ 33965 h 33965"/>
                <a:gd name="connsiteX2" fmla="*/ 0 w 42836"/>
                <a:gd name="connsiteY2" fmla="*/ 16983 h 33965"/>
                <a:gd name="connsiteX3" fmla="*/ 21418 w 42836"/>
                <a:gd name="connsiteY3" fmla="*/ 0 h 33965"/>
                <a:gd name="connsiteX4" fmla="*/ 42837 w 42836"/>
                <a:gd name="connsiteY4" fmla="*/ 16983 h 33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836" h="33965">
                  <a:moveTo>
                    <a:pt x="42837" y="16983"/>
                  </a:moveTo>
                  <a:cubicBezTo>
                    <a:pt x="42837" y="26361"/>
                    <a:pt x="33205" y="33965"/>
                    <a:pt x="21418" y="33965"/>
                  </a:cubicBezTo>
                  <a:cubicBezTo>
                    <a:pt x="9632" y="33965"/>
                    <a:pt x="0" y="26361"/>
                    <a:pt x="0" y="16983"/>
                  </a:cubicBezTo>
                  <a:cubicBezTo>
                    <a:pt x="0" y="7604"/>
                    <a:pt x="9632" y="0"/>
                    <a:pt x="21418" y="0"/>
                  </a:cubicBezTo>
                  <a:cubicBezTo>
                    <a:pt x="33205" y="0"/>
                    <a:pt x="42837" y="7604"/>
                    <a:pt x="42837" y="169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16" name="Freeform: Shape 5115">
              <a:extLst>
                <a:ext uri="{FF2B5EF4-FFF2-40B4-BE49-F238E27FC236}">
                  <a16:creationId xmlns:a16="http://schemas.microsoft.com/office/drawing/2014/main" id="{849035B3-7A08-8BD6-1DBA-FA43A7CED433}"/>
                </a:ext>
              </a:extLst>
            </p:cNvPr>
            <p:cNvSpPr/>
            <p:nvPr/>
          </p:nvSpPr>
          <p:spPr>
            <a:xfrm>
              <a:off x="10974321" y="1332405"/>
              <a:ext cx="42836" cy="33965"/>
            </a:xfrm>
            <a:custGeom>
              <a:avLst/>
              <a:gdLst>
                <a:gd name="connsiteX0" fmla="*/ 42837 w 42836"/>
                <a:gd name="connsiteY0" fmla="*/ 16983 h 33965"/>
                <a:gd name="connsiteX1" fmla="*/ 21418 w 42836"/>
                <a:gd name="connsiteY1" fmla="*/ 33965 h 33965"/>
                <a:gd name="connsiteX2" fmla="*/ 0 w 42836"/>
                <a:gd name="connsiteY2" fmla="*/ 16983 h 33965"/>
                <a:gd name="connsiteX3" fmla="*/ 21418 w 42836"/>
                <a:gd name="connsiteY3" fmla="*/ 0 h 33965"/>
                <a:gd name="connsiteX4" fmla="*/ 42837 w 42836"/>
                <a:gd name="connsiteY4" fmla="*/ 16983 h 33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836" h="33965">
                  <a:moveTo>
                    <a:pt x="42837" y="16983"/>
                  </a:moveTo>
                  <a:cubicBezTo>
                    <a:pt x="42837" y="26361"/>
                    <a:pt x="33205" y="33965"/>
                    <a:pt x="21418" y="33965"/>
                  </a:cubicBezTo>
                  <a:cubicBezTo>
                    <a:pt x="9632" y="33965"/>
                    <a:pt x="0" y="26361"/>
                    <a:pt x="0" y="16983"/>
                  </a:cubicBezTo>
                  <a:cubicBezTo>
                    <a:pt x="0" y="7604"/>
                    <a:pt x="9632" y="0"/>
                    <a:pt x="21418" y="0"/>
                  </a:cubicBezTo>
                  <a:cubicBezTo>
                    <a:pt x="33205" y="0"/>
                    <a:pt x="42837" y="7604"/>
                    <a:pt x="42837" y="169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17" name="Freeform: Shape 5116">
              <a:extLst>
                <a:ext uri="{FF2B5EF4-FFF2-40B4-BE49-F238E27FC236}">
                  <a16:creationId xmlns:a16="http://schemas.microsoft.com/office/drawing/2014/main" id="{DD68B6A8-DB2F-1AAA-587D-3B0AB99A448B}"/>
                </a:ext>
              </a:extLst>
            </p:cNvPr>
            <p:cNvSpPr/>
            <p:nvPr/>
          </p:nvSpPr>
          <p:spPr>
            <a:xfrm>
              <a:off x="11036168" y="1424669"/>
              <a:ext cx="42076" cy="33331"/>
            </a:xfrm>
            <a:custGeom>
              <a:avLst/>
              <a:gdLst>
                <a:gd name="connsiteX0" fmla="*/ 42076 w 42076"/>
                <a:gd name="connsiteY0" fmla="*/ 16602 h 33331"/>
                <a:gd name="connsiteX1" fmla="*/ 21039 w 42076"/>
                <a:gd name="connsiteY1" fmla="*/ 33332 h 33331"/>
                <a:gd name="connsiteX2" fmla="*/ 0 w 42076"/>
                <a:gd name="connsiteY2" fmla="*/ 16602 h 33331"/>
                <a:gd name="connsiteX3" fmla="*/ 21039 w 42076"/>
                <a:gd name="connsiteY3" fmla="*/ 0 h 33331"/>
                <a:gd name="connsiteX4" fmla="*/ 42076 w 42076"/>
                <a:gd name="connsiteY4" fmla="*/ 16602 h 33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076" h="33331">
                  <a:moveTo>
                    <a:pt x="42076" y="16602"/>
                  </a:moveTo>
                  <a:cubicBezTo>
                    <a:pt x="42076" y="25854"/>
                    <a:pt x="32698" y="33332"/>
                    <a:pt x="21039" y="33332"/>
                  </a:cubicBezTo>
                  <a:cubicBezTo>
                    <a:pt x="9378" y="33332"/>
                    <a:pt x="0" y="25854"/>
                    <a:pt x="0" y="16602"/>
                  </a:cubicBezTo>
                  <a:cubicBezTo>
                    <a:pt x="0" y="7351"/>
                    <a:pt x="9378" y="0"/>
                    <a:pt x="21039" y="0"/>
                  </a:cubicBezTo>
                  <a:cubicBezTo>
                    <a:pt x="32698" y="0"/>
                    <a:pt x="42076" y="7477"/>
                    <a:pt x="42076" y="1660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18" name="Freeform: Shape 5117">
              <a:extLst>
                <a:ext uri="{FF2B5EF4-FFF2-40B4-BE49-F238E27FC236}">
                  <a16:creationId xmlns:a16="http://schemas.microsoft.com/office/drawing/2014/main" id="{81D26642-CF12-2B4E-F7A5-539FE32BBB3B}"/>
                </a:ext>
              </a:extLst>
            </p:cNvPr>
            <p:cNvSpPr/>
            <p:nvPr/>
          </p:nvSpPr>
          <p:spPr>
            <a:xfrm>
              <a:off x="11094467" y="1517313"/>
              <a:ext cx="42836" cy="33965"/>
            </a:xfrm>
            <a:custGeom>
              <a:avLst/>
              <a:gdLst>
                <a:gd name="connsiteX0" fmla="*/ 42837 w 42836"/>
                <a:gd name="connsiteY0" fmla="*/ 16983 h 33965"/>
                <a:gd name="connsiteX1" fmla="*/ 21418 w 42836"/>
                <a:gd name="connsiteY1" fmla="*/ 33965 h 33965"/>
                <a:gd name="connsiteX2" fmla="*/ 0 w 42836"/>
                <a:gd name="connsiteY2" fmla="*/ 16983 h 33965"/>
                <a:gd name="connsiteX3" fmla="*/ 21418 w 42836"/>
                <a:gd name="connsiteY3" fmla="*/ 0 h 33965"/>
                <a:gd name="connsiteX4" fmla="*/ 42837 w 42836"/>
                <a:gd name="connsiteY4" fmla="*/ 16983 h 33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836" h="33965">
                  <a:moveTo>
                    <a:pt x="42837" y="16983"/>
                  </a:moveTo>
                  <a:cubicBezTo>
                    <a:pt x="42837" y="26361"/>
                    <a:pt x="33205" y="33965"/>
                    <a:pt x="21418" y="33965"/>
                  </a:cubicBezTo>
                  <a:cubicBezTo>
                    <a:pt x="9631" y="33965"/>
                    <a:pt x="0" y="26361"/>
                    <a:pt x="0" y="16983"/>
                  </a:cubicBezTo>
                  <a:cubicBezTo>
                    <a:pt x="0" y="7604"/>
                    <a:pt x="9631" y="0"/>
                    <a:pt x="21418" y="0"/>
                  </a:cubicBezTo>
                  <a:cubicBezTo>
                    <a:pt x="33205" y="0"/>
                    <a:pt x="42837" y="7604"/>
                    <a:pt x="42837" y="169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19" name="Freeform: Shape 5118">
              <a:extLst>
                <a:ext uri="{FF2B5EF4-FFF2-40B4-BE49-F238E27FC236}">
                  <a16:creationId xmlns:a16="http://schemas.microsoft.com/office/drawing/2014/main" id="{5F2EEC9C-B3F1-F105-27F8-137682119BF8}"/>
                </a:ext>
              </a:extLst>
            </p:cNvPr>
            <p:cNvSpPr/>
            <p:nvPr/>
          </p:nvSpPr>
          <p:spPr>
            <a:xfrm>
              <a:off x="11150738" y="1611731"/>
              <a:ext cx="42075" cy="33331"/>
            </a:xfrm>
            <a:custGeom>
              <a:avLst/>
              <a:gdLst>
                <a:gd name="connsiteX0" fmla="*/ 42076 w 42075"/>
                <a:gd name="connsiteY0" fmla="*/ 16602 h 33331"/>
                <a:gd name="connsiteX1" fmla="*/ 21038 w 42075"/>
                <a:gd name="connsiteY1" fmla="*/ 33332 h 33331"/>
                <a:gd name="connsiteX2" fmla="*/ 0 w 42075"/>
                <a:gd name="connsiteY2" fmla="*/ 16602 h 33331"/>
                <a:gd name="connsiteX3" fmla="*/ 21038 w 42075"/>
                <a:gd name="connsiteY3" fmla="*/ 0 h 33331"/>
                <a:gd name="connsiteX4" fmla="*/ 42076 w 42075"/>
                <a:gd name="connsiteY4" fmla="*/ 16602 h 33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075" h="33331">
                  <a:moveTo>
                    <a:pt x="42076" y="16602"/>
                  </a:moveTo>
                  <a:cubicBezTo>
                    <a:pt x="42076" y="25854"/>
                    <a:pt x="32697" y="33332"/>
                    <a:pt x="21038" y="33332"/>
                  </a:cubicBezTo>
                  <a:cubicBezTo>
                    <a:pt x="9378" y="33332"/>
                    <a:pt x="0" y="25854"/>
                    <a:pt x="0" y="16602"/>
                  </a:cubicBezTo>
                  <a:cubicBezTo>
                    <a:pt x="0" y="7351"/>
                    <a:pt x="9378" y="0"/>
                    <a:pt x="21038" y="0"/>
                  </a:cubicBezTo>
                  <a:cubicBezTo>
                    <a:pt x="32697" y="0"/>
                    <a:pt x="42076" y="7477"/>
                    <a:pt x="42076" y="1660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20" name="Freeform: Shape 5119">
              <a:extLst>
                <a:ext uri="{FF2B5EF4-FFF2-40B4-BE49-F238E27FC236}">
                  <a16:creationId xmlns:a16="http://schemas.microsoft.com/office/drawing/2014/main" id="{78EC92EF-5475-207A-8CB8-9AA02AE37455}"/>
                </a:ext>
              </a:extLst>
            </p:cNvPr>
            <p:cNvSpPr/>
            <p:nvPr/>
          </p:nvSpPr>
          <p:spPr>
            <a:xfrm>
              <a:off x="11204220" y="1707163"/>
              <a:ext cx="41316" cy="32697"/>
            </a:xfrm>
            <a:custGeom>
              <a:avLst/>
              <a:gdLst>
                <a:gd name="connsiteX0" fmla="*/ 41316 w 41316"/>
                <a:gd name="connsiteY0" fmla="*/ 16349 h 32697"/>
                <a:gd name="connsiteX1" fmla="*/ 20658 w 41316"/>
                <a:gd name="connsiteY1" fmla="*/ 32698 h 32697"/>
                <a:gd name="connsiteX2" fmla="*/ 0 w 41316"/>
                <a:gd name="connsiteY2" fmla="*/ 16349 h 32697"/>
                <a:gd name="connsiteX3" fmla="*/ 20658 w 41316"/>
                <a:gd name="connsiteY3" fmla="*/ 0 h 32697"/>
                <a:gd name="connsiteX4" fmla="*/ 41316 w 41316"/>
                <a:gd name="connsiteY4" fmla="*/ 16349 h 32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316" h="32697">
                  <a:moveTo>
                    <a:pt x="41316" y="16349"/>
                  </a:moveTo>
                  <a:cubicBezTo>
                    <a:pt x="41316" y="25474"/>
                    <a:pt x="32065" y="32698"/>
                    <a:pt x="20658" y="32698"/>
                  </a:cubicBezTo>
                  <a:cubicBezTo>
                    <a:pt x="9251" y="32698"/>
                    <a:pt x="0" y="25347"/>
                    <a:pt x="0" y="16349"/>
                  </a:cubicBezTo>
                  <a:cubicBezTo>
                    <a:pt x="0" y="7351"/>
                    <a:pt x="9251" y="0"/>
                    <a:pt x="20658" y="0"/>
                  </a:cubicBezTo>
                  <a:cubicBezTo>
                    <a:pt x="32065" y="0"/>
                    <a:pt x="41316" y="7351"/>
                    <a:pt x="41316" y="1634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21" name="Freeform: Shape 5120">
              <a:extLst>
                <a:ext uri="{FF2B5EF4-FFF2-40B4-BE49-F238E27FC236}">
                  <a16:creationId xmlns:a16="http://schemas.microsoft.com/office/drawing/2014/main" id="{4082B46C-702F-6AA0-C06D-702A17B0FA13}"/>
                </a:ext>
              </a:extLst>
            </p:cNvPr>
            <p:cNvSpPr/>
            <p:nvPr/>
          </p:nvSpPr>
          <p:spPr>
            <a:xfrm>
              <a:off x="11254281" y="1803229"/>
              <a:ext cx="41316" cy="32697"/>
            </a:xfrm>
            <a:custGeom>
              <a:avLst/>
              <a:gdLst>
                <a:gd name="connsiteX0" fmla="*/ 41316 w 41316"/>
                <a:gd name="connsiteY0" fmla="*/ 16349 h 32697"/>
                <a:gd name="connsiteX1" fmla="*/ 20658 w 41316"/>
                <a:gd name="connsiteY1" fmla="*/ 32698 h 32697"/>
                <a:gd name="connsiteX2" fmla="*/ 0 w 41316"/>
                <a:gd name="connsiteY2" fmla="*/ 16349 h 32697"/>
                <a:gd name="connsiteX3" fmla="*/ 20658 w 41316"/>
                <a:gd name="connsiteY3" fmla="*/ 0 h 32697"/>
                <a:gd name="connsiteX4" fmla="*/ 41316 w 41316"/>
                <a:gd name="connsiteY4" fmla="*/ 16349 h 32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316" h="32697">
                  <a:moveTo>
                    <a:pt x="41316" y="16349"/>
                  </a:moveTo>
                  <a:cubicBezTo>
                    <a:pt x="41316" y="25474"/>
                    <a:pt x="32064" y="32698"/>
                    <a:pt x="20658" y="32698"/>
                  </a:cubicBezTo>
                  <a:cubicBezTo>
                    <a:pt x="9251" y="32698"/>
                    <a:pt x="0" y="25347"/>
                    <a:pt x="0" y="16349"/>
                  </a:cubicBezTo>
                  <a:cubicBezTo>
                    <a:pt x="0" y="7351"/>
                    <a:pt x="9251" y="0"/>
                    <a:pt x="20658" y="0"/>
                  </a:cubicBezTo>
                  <a:cubicBezTo>
                    <a:pt x="32064" y="0"/>
                    <a:pt x="41316" y="7351"/>
                    <a:pt x="41316" y="1634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22" name="Freeform: Shape 5121">
              <a:extLst>
                <a:ext uri="{FF2B5EF4-FFF2-40B4-BE49-F238E27FC236}">
                  <a16:creationId xmlns:a16="http://schemas.microsoft.com/office/drawing/2014/main" id="{3461F313-863A-2577-BCCD-0E4ED7E1B0D5}"/>
                </a:ext>
              </a:extLst>
            </p:cNvPr>
            <p:cNvSpPr/>
            <p:nvPr/>
          </p:nvSpPr>
          <p:spPr>
            <a:xfrm>
              <a:off x="11301934" y="1900436"/>
              <a:ext cx="40554" cy="32190"/>
            </a:xfrm>
            <a:custGeom>
              <a:avLst/>
              <a:gdLst>
                <a:gd name="connsiteX0" fmla="*/ 40555 w 40554"/>
                <a:gd name="connsiteY0" fmla="*/ 16096 h 32190"/>
                <a:gd name="connsiteX1" fmla="*/ 20277 w 40554"/>
                <a:gd name="connsiteY1" fmla="*/ 32191 h 32190"/>
                <a:gd name="connsiteX2" fmla="*/ 0 w 40554"/>
                <a:gd name="connsiteY2" fmla="*/ 16096 h 32190"/>
                <a:gd name="connsiteX3" fmla="*/ 20277 w 40554"/>
                <a:gd name="connsiteY3" fmla="*/ 0 h 32190"/>
                <a:gd name="connsiteX4" fmla="*/ 40555 w 40554"/>
                <a:gd name="connsiteY4" fmla="*/ 16096 h 32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54" h="32190">
                  <a:moveTo>
                    <a:pt x="40555" y="16096"/>
                  </a:moveTo>
                  <a:cubicBezTo>
                    <a:pt x="40555" y="24967"/>
                    <a:pt x="31557" y="32191"/>
                    <a:pt x="20277" y="32191"/>
                  </a:cubicBezTo>
                  <a:cubicBezTo>
                    <a:pt x="8998" y="32191"/>
                    <a:pt x="0" y="24967"/>
                    <a:pt x="0" y="16096"/>
                  </a:cubicBezTo>
                  <a:cubicBezTo>
                    <a:pt x="0" y="7224"/>
                    <a:pt x="9125" y="0"/>
                    <a:pt x="20277" y="0"/>
                  </a:cubicBezTo>
                  <a:cubicBezTo>
                    <a:pt x="31430" y="0"/>
                    <a:pt x="40555" y="7224"/>
                    <a:pt x="40555" y="1609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23" name="Freeform: Shape 5122">
              <a:extLst>
                <a:ext uri="{FF2B5EF4-FFF2-40B4-BE49-F238E27FC236}">
                  <a16:creationId xmlns:a16="http://schemas.microsoft.com/office/drawing/2014/main" id="{3C01ED63-E0B8-B96B-530C-940C5A25C3E0}"/>
                </a:ext>
              </a:extLst>
            </p:cNvPr>
            <p:cNvSpPr/>
            <p:nvPr/>
          </p:nvSpPr>
          <p:spPr>
            <a:xfrm>
              <a:off x="11346419" y="1998276"/>
              <a:ext cx="40554" cy="32190"/>
            </a:xfrm>
            <a:custGeom>
              <a:avLst/>
              <a:gdLst>
                <a:gd name="connsiteX0" fmla="*/ 40555 w 40554"/>
                <a:gd name="connsiteY0" fmla="*/ 16096 h 32190"/>
                <a:gd name="connsiteX1" fmla="*/ 20277 w 40554"/>
                <a:gd name="connsiteY1" fmla="*/ 32191 h 32190"/>
                <a:gd name="connsiteX2" fmla="*/ 0 w 40554"/>
                <a:gd name="connsiteY2" fmla="*/ 16096 h 32190"/>
                <a:gd name="connsiteX3" fmla="*/ 20277 w 40554"/>
                <a:gd name="connsiteY3" fmla="*/ 0 h 32190"/>
                <a:gd name="connsiteX4" fmla="*/ 40555 w 40554"/>
                <a:gd name="connsiteY4" fmla="*/ 16096 h 32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54" h="32190">
                  <a:moveTo>
                    <a:pt x="40555" y="16096"/>
                  </a:moveTo>
                  <a:cubicBezTo>
                    <a:pt x="40555" y="24967"/>
                    <a:pt x="31430" y="32191"/>
                    <a:pt x="20277" y="32191"/>
                  </a:cubicBezTo>
                  <a:cubicBezTo>
                    <a:pt x="9125" y="32191"/>
                    <a:pt x="0" y="24967"/>
                    <a:pt x="0" y="16096"/>
                  </a:cubicBezTo>
                  <a:cubicBezTo>
                    <a:pt x="0" y="7224"/>
                    <a:pt x="9125" y="0"/>
                    <a:pt x="20277" y="0"/>
                  </a:cubicBezTo>
                  <a:cubicBezTo>
                    <a:pt x="31430" y="0"/>
                    <a:pt x="40555" y="7224"/>
                    <a:pt x="40555" y="1609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24" name="Freeform: Shape 5123">
              <a:extLst>
                <a:ext uri="{FF2B5EF4-FFF2-40B4-BE49-F238E27FC236}">
                  <a16:creationId xmlns:a16="http://schemas.microsoft.com/office/drawing/2014/main" id="{E78813BE-7D07-ABD5-3DF0-D113EE20AFD1}"/>
                </a:ext>
              </a:extLst>
            </p:cNvPr>
            <p:cNvSpPr/>
            <p:nvPr/>
          </p:nvSpPr>
          <p:spPr>
            <a:xfrm>
              <a:off x="11388241" y="2097383"/>
              <a:ext cx="39668" cy="31430"/>
            </a:xfrm>
            <a:custGeom>
              <a:avLst/>
              <a:gdLst>
                <a:gd name="connsiteX0" fmla="*/ 39668 w 39668"/>
                <a:gd name="connsiteY0" fmla="*/ 15715 h 31430"/>
                <a:gd name="connsiteX1" fmla="*/ 19898 w 39668"/>
                <a:gd name="connsiteY1" fmla="*/ 31431 h 31430"/>
                <a:gd name="connsiteX2" fmla="*/ 0 w 39668"/>
                <a:gd name="connsiteY2" fmla="*/ 15715 h 31430"/>
                <a:gd name="connsiteX3" fmla="*/ 19898 w 39668"/>
                <a:gd name="connsiteY3" fmla="*/ 0 h 31430"/>
                <a:gd name="connsiteX4" fmla="*/ 39668 w 39668"/>
                <a:gd name="connsiteY4" fmla="*/ 15715 h 31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668" h="31430">
                  <a:moveTo>
                    <a:pt x="39668" y="15715"/>
                  </a:moveTo>
                  <a:cubicBezTo>
                    <a:pt x="39668" y="24460"/>
                    <a:pt x="30797" y="31431"/>
                    <a:pt x="19898" y="31431"/>
                  </a:cubicBezTo>
                  <a:cubicBezTo>
                    <a:pt x="8998" y="31431"/>
                    <a:pt x="0" y="24333"/>
                    <a:pt x="0" y="15715"/>
                  </a:cubicBezTo>
                  <a:cubicBezTo>
                    <a:pt x="0" y="7097"/>
                    <a:pt x="8872" y="0"/>
                    <a:pt x="19898" y="0"/>
                  </a:cubicBezTo>
                  <a:cubicBezTo>
                    <a:pt x="30924" y="0"/>
                    <a:pt x="39668" y="6971"/>
                    <a:pt x="39668" y="1571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25" name="Freeform: Shape 5124">
              <a:extLst>
                <a:ext uri="{FF2B5EF4-FFF2-40B4-BE49-F238E27FC236}">
                  <a16:creationId xmlns:a16="http://schemas.microsoft.com/office/drawing/2014/main" id="{F944562A-8F00-FAA7-588E-38F35F6768B4}"/>
                </a:ext>
              </a:extLst>
            </p:cNvPr>
            <p:cNvSpPr/>
            <p:nvPr/>
          </p:nvSpPr>
          <p:spPr>
            <a:xfrm>
              <a:off x="11427149" y="2197125"/>
              <a:ext cx="38654" cy="30670"/>
            </a:xfrm>
            <a:custGeom>
              <a:avLst/>
              <a:gdLst>
                <a:gd name="connsiteX0" fmla="*/ 38654 w 38654"/>
                <a:gd name="connsiteY0" fmla="*/ 15335 h 30670"/>
                <a:gd name="connsiteX1" fmla="*/ 19263 w 38654"/>
                <a:gd name="connsiteY1" fmla="*/ 30670 h 30670"/>
                <a:gd name="connsiteX2" fmla="*/ 0 w 38654"/>
                <a:gd name="connsiteY2" fmla="*/ 15335 h 30670"/>
                <a:gd name="connsiteX3" fmla="*/ 19263 w 38654"/>
                <a:gd name="connsiteY3" fmla="*/ 0 h 30670"/>
                <a:gd name="connsiteX4" fmla="*/ 38654 w 38654"/>
                <a:gd name="connsiteY4" fmla="*/ 15335 h 30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654" h="30670">
                  <a:moveTo>
                    <a:pt x="38654" y="15335"/>
                  </a:moveTo>
                  <a:cubicBezTo>
                    <a:pt x="38654" y="23826"/>
                    <a:pt x="30036" y="30670"/>
                    <a:pt x="19263" y="30670"/>
                  </a:cubicBezTo>
                  <a:cubicBezTo>
                    <a:pt x="8491" y="30670"/>
                    <a:pt x="0" y="23826"/>
                    <a:pt x="0" y="15335"/>
                  </a:cubicBezTo>
                  <a:cubicBezTo>
                    <a:pt x="0" y="6844"/>
                    <a:pt x="8618" y="0"/>
                    <a:pt x="19263" y="0"/>
                  </a:cubicBezTo>
                  <a:cubicBezTo>
                    <a:pt x="29910" y="0"/>
                    <a:pt x="38654" y="6844"/>
                    <a:pt x="38654" y="153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26" name="Freeform: Shape 5125">
              <a:extLst>
                <a:ext uri="{FF2B5EF4-FFF2-40B4-BE49-F238E27FC236}">
                  <a16:creationId xmlns:a16="http://schemas.microsoft.com/office/drawing/2014/main" id="{4411823D-EC64-76DB-BD52-7E35ADE55DA2}"/>
                </a:ext>
              </a:extLst>
            </p:cNvPr>
            <p:cNvSpPr/>
            <p:nvPr/>
          </p:nvSpPr>
          <p:spPr>
            <a:xfrm>
              <a:off x="11462635" y="2297246"/>
              <a:ext cx="38654" cy="30670"/>
            </a:xfrm>
            <a:custGeom>
              <a:avLst/>
              <a:gdLst>
                <a:gd name="connsiteX0" fmla="*/ 38654 w 38654"/>
                <a:gd name="connsiteY0" fmla="*/ 15335 h 30670"/>
                <a:gd name="connsiteX1" fmla="*/ 19263 w 38654"/>
                <a:gd name="connsiteY1" fmla="*/ 30670 h 30670"/>
                <a:gd name="connsiteX2" fmla="*/ 0 w 38654"/>
                <a:gd name="connsiteY2" fmla="*/ 15335 h 30670"/>
                <a:gd name="connsiteX3" fmla="*/ 19263 w 38654"/>
                <a:gd name="connsiteY3" fmla="*/ 0 h 30670"/>
                <a:gd name="connsiteX4" fmla="*/ 38654 w 38654"/>
                <a:gd name="connsiteY4" fmla="*/ 15335 h 30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654" h="30670">
                  <a:moveTo>
                    <a:pt x="38654" y="15335"/>
                  </a:moveTo>
                  <a:cubicBezTo>
                    <a:pt x="38654" y="23826"/>
                    <a:pt x="30036" y="30670"/>
                    <a:pt x="19263" y="30670"/>
                  </a:cubicBezTo>
                  <a:cubicBezTo>
                    <a:pt x="8491" y="30670"/>
                    <a:pt x="0" y="23826"/>
                    <a:pt x="0" y="15335"/>
                  </a:cubicBezTo>
                  <a:cubicBezTo>
                    <a:pt x="0" y="6844"/>
                    <a:pt x="8618" y="0"/>
                    <a:pt x="19263" y="0"/>
                  </a:cubicBezTo>
                  <a:cubicBezTo>
                    <a:pt x="29910" y="0"/>
                    <a:pt x="38654" y="6844"/>
                    <a:pt x="38654" y="153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27" name="Freeform: Shape 5126">
              <a:extLst>
                <a:ext uri="{FF2B5EF4-FFF2-40B4-BE49-F238E27FC236}">
                  <a16:creationId xmlns:a16="http://schemas.microsoft.com/office/drawing/2014/main" id="{7A145612-D34B-8B07-6799-CC02CA794C32}"/>
                </a:ext>
              </a:extLst>
            </p:cNvPr>
            <p:cNvSpPr/>
            <p:nvPr/>
          </p:nvSpPr>
          <p:spPr>
            <a:xfrm>
              <a:off x="11495333" y="2398381"/>
              <a:ext cx="38020" cy="30036"/>
            </a:xfrm>
            <a:custGeom>
              <a:avLst/>
              <a:gdLst>
                <a:gd name="connsiteX0" fmla="*/ 38021 w 38020"/>
                <a:gd name="connsiteY0" fmla="*/ 14955 h 30036"/>
                <a:gd name="connsiteX1" fmla="*/ 19010 w 38020"/>
                <a:gd name="connsiteY1" fmla="*/ 30037 h 30036"/>
                <a:gd name="connsiteX2" fmla="*/ 0 w 38020"/>
                <a:gd name="connsiteY2" fmla="*/ 14955 h 30036"/>
                <a:gd name="connsiteX3" fmla="*/ 19010 w 38020"/>
                <a:gd name="connsiteY3" fmla="*/ 0 h 30036"/>
                <a:gd name="connsiteX4" fmla="*/ 38021 w 38020"/>
                <a:gd name="connsiteY4" fmla="*/ 14955 h 30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0" h="30036">
                  <a:moveTo>
                    <a:pt x="38021" y="14955"/>
                  </a:moveTo>
                  <a:cubicBezTo>
                    <a:pt x="38021" y="23320"/>
                    <a:pt x="29529" y="30037"/>
                    <a:pt x="19010" y="30037"/>
                  </a:cubicBezTo>
                  <a:cubicBezTo>
                    <a:pt x="8491" y="30037"/>
                    <a:pt x="0" y="23320"/>
                    <a:pt x="0" y="14955"/>
                  </a:cubicBezTo>
                  <a:cubicBezTo>
                    <a:pt x="0" y="6590"/>
                    <a:pt x="8491" y="0"/>
                    <a:pt x="19010" y="0"/>
                  </a:cubicBezTo>
                  <a:cubicBezTo>
                    <a:pt x="29529" y="0"/>
                    <a:pt x="38021" y="6717"/>
                    <a:pt x="38021" y="1495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28" name="Freeform: Shape 5127">
              <a:extLst>
                <a:ext uri="{FF2B5EF4-FFF2-40B4-BE49-F238E27FC236}">
                  <a16:creationId xmlns:a16="http://schemas.microsoft.com/office/drawing/2014/main" id="{E3F155BF-84FA-DE4D-2FDE-B8C97AC106DB}"/>
                </a:ext>
              </a:extLst>
            </p:cNvPr>
            <p:cNvSpPr/>
            <p:nvPr/>
          </p:nvSpPr>
          <p:spPr>
            <a:xfrm>
              <a:off x="11525243" y="2500023"/>
              <a:ext cx="37133" cy="29402"/>
            </a:xfrm>
            <a:custGeom>
              <a:avLst/>
              <a:gdLst>
                <a:gd name="connsiteX0" fmla="*/ 37134 w 37133"/>
                <a:gd name="connsiteY0" fmla="*/ 14701 h 29402"/>
                <a:gd name="connsiteX1" fmla="*/ 18630 w 37133"/>
                <a:gd name="connsiteY1" fmla="*/ 29403 h 29402"/>
                <a:gd name="connsiteX2" fmla="*/ 0 w 37133"/>
                <a:gd name="connsiteY2" fmla="*/ 14701 h 29402"/>
                <a:gd name="connsiteX3" fmla="*/ 18630 w 37133"/>
                <a:gd name="connsiteY3" fmla="*/ 0 h 29402"/>
                <a:gd name="connsiteX4" fmla="*/ 37134 w 37133"/>
                <a:gd name="connsiteY4" fmla="*/ 14701 h 29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33" h="29402">
                  <a:moveTo>
                    <a:pt x="37134" y="14701"/>
                  </a:moveTo>
                  <a:cubicBezTo>
                    <a:pt x="37134" y="22813"/>
                    <a:pt x="28769" y="29403"/>
                    <a:pt x="18630" y="29403"/>
                  </a:cubicBezTo>
                  <a:cubicBezTo>
                    <a:pt x="8491" y="29403"/>
                    <a:pt x="0" y="22813"/>
                    <a:pt x="0" y="14701"/>
                  </a:cubicBezTo>
                  <a:cubicBezTo>
                    <a:pt x="0" y="6590"/>
                    <a:pt x="8364" y="0"/>
                    <a:pt x="18630" y="0"/>
                  </a:cubicBezTo>
                  <a:cubicBezTo>
                    <a:pt x="28895" y="0"/>
                    <a:pt x="37134" y="6590"/>
                    <a:pt x="37134" y="1470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29" name="Freeform: Shape 5128">
              <a:extLst>
                <a:ext uri="{FF2B5EF4-FFF2-40B4-BE49-F238E27FC236}">
                  <a16:creationId xmlns:a16="http://schemas.microsoft.com/office/drawing/2014/main" id="{F46983B2-BA8D-F9EF-165F-FD9BF4C6DAF0}"/>
                </a:ext>
              </a:extLst>
            </p:cNvPr>
            <p:cNvSpPr/>
            <p:nvPr/>
          </p:nvSpPr>
          <p:spPr>
            <a:xfrm>
              <a:off x="11551984" y="2602173"/>
              <a:ext cx="36246" cy="28895"/>
            </a:xfrm>
            <a:custGeom>
              <a:avLst/>
              <a:gdLst>
                <a:gd name="connsiteX0" fmla="*/ 36246 w 36246"/>
                <a:gd name="connsiteY0" fmla="*/ 14448 h 28895"/>
                <a:gd name="connsiteX1" fmla="*/ 18123 w 36246"/>
                <a:gd name="connsiteY1" fmla="*/ 28896 h 28895"/>
                <a:gd name="connsiteX2" fmla="*/ 0 w 36246"/>
                <a:gd name="connsiteY2" fmla="*/ 14448 h 28895"/>
                <a:gd name="connsiteX3" fmla="*/ 18123 w 36246"/>
                <a:gd name="connsiteY3" fmla="*/ 0 h 28895"/>
                <a:gd name="connsiteX4" fmla="*/ 36246 w 36246"/>
                <a:gd name="connsiteY4" fmla="*/ 14448 h 28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246" h="28895">
                  <a:moveTo>
                    <a:pt x="36246" y="14448"/>
                  </a:moveTo>
                  <a:cubicBezTo>
                    <a:pt x="36246" y="22432"/>
                    <a:pt x="28135" y="28896"/>
                    <a:pt x="18123" y="28896"/>
                  </a:cubicBezTo>
                  <a:cubicBezTo>
                    <a:pt x="8111" y="28896"/>
                    <a:pt x="0" y="22432"/>
                    <a:pt x="0" y="14448"/>
                  </a:cubicBezTo>
                  <a:cubicBezTo>
                    <a:pt x="0" y="6464"/>
                    <a:pt x="8111" y="0"/>
                    <a:pt x="18123" y="0"/>
                  </a:cubicBezTo>
                  <a:cubicBezTo>
                    <a:pt x="28135" y="0"/>
                    <a:pt x="36246" y="6464"/>
                    <a:pt x="36246" y="1444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30" name="Freeform: Shape 5129">
              <a:extLst>
                <a:ext uri="{FF2B5EF4-FFF2-40B4-BE49-F238E27FC236}">
                  <a16:creationId xmlns:a16="http://schemas.microsoft.com/office/drawing/2014/main" id="{0AD90BA4-9B72-FB13-F574-77181112B743}"/>
                </a:ext>
              </a:extLst>
            </p:cNvPr>
            <p:cNvSpPr/>
            <p:nvPr/>
          </p:nvSpPr>
          <p:spPr>
            <a:xfrm>
              <a:off x="11575683" y="2704829"/>
              <a:ext cx="35485" cy="28135"/>
            </a:xfrm>
            <a:custGeom>
              <a:avLst/>
              <a:gdLst>
                <a:gd name="connsiteX0" fmla="*/ 35486 w 35485"/>
                <a:gd name="connsiteY0" fmla="*/ 14068 h 28135"/>
                <a:gd name="connsiteX1" fmla="*/ 17743 w 35485"/>
                <a:gd name="connsiteY1" fmla="*/ 28135 h 28135"/>
                <a:gd name="connsiteX2" fmla="*/ 0 w 35485"/>
                <a:gd name="connsiteY2" fmla="*/ 14068 h 28135"/>
                <a:gd name="connsiteX3" fmla="*/ 17743 w 35485"/>
                <a:gd name="connsiteY3" fmla="*/ 0 h 28135"/>
                <a:gd name="connsiteX4" fmla="*/ 35486 w 35485"/>
                <a:gd name="connsiteY4" fmla="*/ 14068 h 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5" h="28135">
                  <a:moveTo>
                    <a:pt x="35486" y="14068"/>
                  </a:moveTo>
                  <a:cubicBezTo>
                    <a:pt x="35486" y="21925"/>
                    <a:pt x="27501" y="28135"/>
                    <a:pt x="17743" y="28135"/>
                  </a:cubicBezTo>
                  <a:cubicBezTo>
                    <a:pt x="7984" y="28135"/>
                    <a:pt x="0" y="21799"/>
                    <a:pt x="0" y="14068"/>
                  </a:cubicBezTo>
                  <a:cubicBezTo>
                    <a:pt x="0" y="6337"/>
                    <a:pt x="7984" y="0"/>
                    <a:pt x="17743" y="0"/>
                  </a:cubicBezTo>
                  <a:cubicBezTo>
                    <a:pt x="27501" y="0"/>
                    <a:pt x="35486" y="6337"/>
                    <a:pt x="35486" y="1406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31" name="Freeform: Shape 5130">
              <a:extLst>
                <a:ext uri="{FF2B5EF4-FFF2-40B4-BE49-F238E27FC236}">
                  <a16:creationId xmlns:a16="http://schemas.microsoft.com/office/drawing/2014/main" id="{EF400AC1-8DA8-C4B2-2492-F850E8160641}"/>
                </a:ext>
              </a:extLst>
            </p:cNvPr>
            <p:cNvSpPr/>
            <p:nvPr/>
          </p:nvSpPr>
          <p:spPr>
            <a:xfrm>
              <a:off x="11595835" y="2807612"/>
              <a:ext cx="35485" cy="28135"/>
            </a:xfrm>
            <a:custGeom>
              <a:avLst/>
              <a:gdLst>
                <a:gd name="connsiteX0" fmla="*/ 35486 w 35485"/>
                <a:gd name="connsiteY0" fmla="*/ 14068 h 28135"/>
                <a:gd name="connsiteX1" fmla="*/ 17743 w 35485"/>
                <a:gd name="connsiteY1" fmla="*/ 28135 h 28135"/>
                <a:gd name="connsiteX2" fmla="*/ 0 w 35485"/>
                <a:gd name="connsiteY2" fmla="*/ 14068 h 28135"/>
                <a:gd name="connsiteX3" fmla="*/ 17743 w 35485"/>
                <a:gd name="connsiteY3" fmla="*/ 0 h 28135"/>
                <a:gd name="connsiteX4" fmla="*/ 35486 w 35485"/>
                <a:gd name="connsiteY4" fmla="*/ 14068 h 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5" h="28135">
                  <a:moveTo>
                    <a:pt x="35486" y="14068"/>
                  </a:moveTo>
                  <a:cubicBezTo>
                    <a:pt x="35486" y="21799"/>
                    <a:pt x="27501" y="28135"/>
                    <a:pt x="17743" y="28135"/>
                  </a:cubicBezTo>
                  <a:cubicBezTo>
                    <a:pt x="7984" y="28135"/>
                    <a:pt x="0" y="21799"/>
                    <a:pt x="0" y="14068"/>
                  </a:cubicBezTo>
                  <a:cubicBezTo>
                    <a:pt x="0" y="6337"/>
                    <a:pt x="7984" y="0"/>
                    <a:pt x="17743" y="0"/>
                  </a:cubicBezTo>
                  <a:cubicBezTo>
                    <a:pt x="27501" y="0"/>
                    <a:pt x="35486" y="6337"/>
                    <a:pt x="35486" y="1406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32" name="Freeform: Shape 5131">
              <a:extLst>
                <a:ext uri="{FF2B5EF4-FFF2-40B4-BE49-F238E27FC236}">
                  <a16:creationId xmlns:a16="http://schemas.microsoft.com/office/drawing/2014/main" id="{965073CE-08CD-294C-5ADB-B859BB7CD83C}"/>
                </a:ext>
              </a:extLst>
            </p:cNvPr>
            <p:cNvSpPr/>
            <p:nvPr/>
          </p:nvSpPr>
          <p:spPr>
            <a:xfrm>
              <a:off x="11613451" y="2911155"/>
              <a:ext cx="34472" cy="27375"/>
            </a:xfrm>
            <a:custGeom>
              <a:avLst/>
              <a:gdLst>
                <a:gd name="connsiteX0" fmla="*/ 34473 w 34472"/>
                <a:gd name="connsiteY0" fmla="*/ 13688 h 27375"/>
                <a:gd name="connsiteX1" fmla="*/ 17237 w 34472"/>
                <a:gd name="connsiteY1" fmla="*/ 27375 h 27375"/>
                <a:gd name="connsiteX2" fmla="*/ 0 w 34472"/>
                <a:gd name="connsiteY2" fmla="*/ 13688 h 27375"/>
                <a:gd name="connsiteX3" fmla="*/ 17237 w 34472"/>
                <a:gd name="connsiteY3" fmla="*/ 0 h 27375"/>
                <a:gd name="connsiteX4" fmla="*/ 34473 w 34472"/>
                <a:gd name="connsiteY4" fmla="*/ 13688 h 27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472" h="27375">
                  <a:moveTo>
                    <a:pt x="34473" y="13688"/>
                  </a:moveTo>
                  <a:cubicBezTo>
                    <a:pt x="34473" y="21292"/>
                    <a:pt x="26742" y="27375"/>
                    <a:pt x="17237" y="27375"/>
                  </a:cubicBezTo>
                  <a:cubicBezTo>
                    <a:pt x="7731" y="27375"/>
                    <a:pt x="0" y="21292"/>
                    <a:pt x="0" y="13688"/>
                  </a:cubicBezTo>
                  <a:cubicBezTo>
                    <a:pt x="0" y="6083"/>
                    <a:pt x="7731" y="0"/>
                    <a:pt x="17237" y="0"/>
                  </a:cubicBezTo>
                  <a:cubicBezTo>
                    <a:pt x="26742" y="0"/>
                    <a:pt x="34473" y="6083"/>
                    <a:pt x="34473" y="136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33" name="Freeform: Shape 5132">
              <a:extLst>
                <a:ext uri="{FF2B5EF4-FFF2-40B4-BE49-F238E27FC236}">
                  <a16:creationId xmlns:a16="http://schemas.microsoft.com/office/drawing/2014/main" id="{F4D5B0CF-11A5-55F4-FBB8-ABFC30C71FDA}"/>
                </a:ext>
              </a:extLst>
            </p:cNvPr>
            <p:cNvSpPr/>
            <p:nvPr/>
          </p:nvSpPr>
          <p:spPr>
            <a:xfrm>
              <a:off x="11627772" y="3014825"/>
              <a:ext cx="33839" cy="26867"/>
            </a:xfrm>
            <a:custGeom>
              <a:avLst/>
              <a:gdLst>
                <a:gd name="connsiteX0" fmla="*/ 33839 w 33839"/>
                <a:gd name="connsiteY0" fmla="*/ 13434 h 26867"/>
                <a:gd name="connsiteX1" fmla="*/ 16856 w 33839"/>
                <a:gd name="connsiteY1" fmla="*/ 26868 h 26867"/>
                <a:gd name="connsiteX2" fmla="*/ 0 w 33839"/>
                <a:gd name="connsiteY2" fmla="*/ 13434 h 26867"/>
                <a:gd name="connsiteX3" fmla="*/ 16856 w 33839"/>
                <a:gd name="connsiteY3" fmla="*/ 0 h 26867"/>
                <a:gd name="connsiteX4" fmla="*/ 33839 w 33839"/>
                <a:gd name="connsiteY4" fmla="*/ 13434 h 26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839" h="26867">
                  <a:moveTo>
                    <a:pt x="33839" y="13434"/>
                  </a:moveTo>
                  <a:cubicBezTo>
                    <a:pt x="33839" y="20785"/>
                    <a:pt x="26234" y="26868"/>
                    <a:pt x="16856" y="26868"/>
                  </a:cubicBezTo>
                  <a:cubicBezTo>
                    <a:pt x="7478" y="26868"/>
                    <a:pt x="0" y="20911"/>
                    <a:pt x="0" y="13434"/>
                  </a:cubicBezTo>
                  <a:cubicBezTo>
                    <a:pt x="0" y="5956"/>
                    <a:pt x="7605" y="0"/>
                    <a:pt x="16856" y="0"/>
                  </a:cubicBezTo>
                  <a:cubicBezTo>
                    <a:pt x="26108" y="0"/>
                    <a:pt x="33839" y="5956"/>
                    <a:pt x="33839" y="1343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34" name="Freeform: Shape 5133">
              <a:extLst>
                <a:ext uri="{FF2B5EF4-FFF2-40B4-BE49-F238E27FC236}">
                  <a16:creationId xmlns:a16="http://schemas.microsoft.com/office/drawing/2014/main" id="{113F13FF-F50C-85F0-2F8E-06603795C814}"/>
                </a:ext>
              </a:extLst>
            </p:cNvPr>
            <p:cNvSpPr/>
            <p:nvPr/>
          </p:nvSpPr>
          <p:spPr>
            <a:xfrm>
              <a:off x="11639558" y="3119002"/>
              <a:ext cx="32191" cy="25600"/>
            </a:xfrm>
            <a:custGeom>
              <a:avLst/>
              <a:gdLst>
                <a:gd name="connsiteX0" fmla="*/ 32191 w 32191"/>
                <a:gd name="connsiteY0" fmla="*/ 12800 h 25600"/>
                <a:gd name="connsiteX1" fmla="*/ 16096 w 32191"/>
                <a:gd name="connsiteY1" fmla="*/ 25601 h 25600"/>
                <a:gd name="connsiteX2" fmla="*/ 0 w 32191"/>
                <a:gd name="connsiteY2" fmla="*/ 12800 h 25600"/>
                <a:gd name="connsiteX3" fmla="*/ 16096 w 32191"/>
                <a:gd name="connsiteY3" fmla="*/ 0 h 25600"/>
                <a:gd name="connsiteX4" fmla="*/ 32191 w 32191"/>
                <a:gd name="connsiteY4" fmla="*/ 12800 h 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91" h="25600">
                  <a:moveTo>
                    <a:pt x="32191" y="12800"/>
                  </a:moveTo>
                  <a:cubicBezTo>
                    <a:pt x="32191" y="19898"/>
                    <a:pt x="24967" y="25601"/>
                    <a:pt x="16096" y="25601"/>
                  </a:cubicBezTo>
                  <a:cubicBezTo>
                    <a:pt x="7224" y="25601"/>
                    <a:pt x="0" y="19898"/>
                    <a:pt x="0" y="12800"/>
                  </a:cubicBezTo>
                  <a:cubicBezTo>
                    <a:pt x="0" y="5703"/>
                    <a:pt x="7224" y="0"/>
                    <a:pt x="16096" y="0"/>
                  </a:cubicBezTo>
                  <a:cubicBezTo>
                    <a:pt x="24967" y="0"/>
                    <a:pt x="32191" y="5703"/>
                    <a:pt x="32191" y="1280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35" name="Freeform: Shape 5134">
              <a:extLst>
                <a:ext uri="{FF2B5EF4-FFF2-40B4-BE49-F238E27FC236}">
                  <a16:creationId xmlns:a16="http://schemas.microsoft.com/office/drawing/2014/main" id="{B125575D-5643-8AA5-B24F-1C158563D136}"/>
                </a:ext>
              </a:extLst>
            </p:cNvPr>
            <p:cNvSpPr/>
            <p:nvPr/>
          </p:nvSpPr>
          <p:spPr>
            <a:xfrm>
              <a:off x="11647669" y="3223179"/>
              <a:ext cx="31431" cy="24840"/>
            </a:xfrm>
            <a:custGeom>
              <a:avLst/>
              <a:gdLst>
                <a:gd name="connsiteX0" fmla="*/ 31431 w 31431"/>
                <a:gd name="connsiteY0" fmla="*/ 12420 h 24840"/>
                <a:gd name="connsiteX1" fmla="*/ 15715 w 31431"/>
                <a:gd name="connsiteY1" fmla="*/ 24840 h 24840"/>
                <a:gd name="connsiteX2" fmla="*/ 0 w 31431"/>
                <a:gd name="connsiteY2" fmla="*/ 12420 h 24840"/>
                <a:gd name="connsiteX3" fmla="*/ 15715 w 31431"/>
                <a:gd name="connsiteY3" fmla="*/ 0 h 24840"/>
                <a:gd name="connsiteX4" fmla="*/ 31431 w 31431"/>
                <a:gd name="connsiteY4" fmla="*/ 12420 h 2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31" h="24840">
                  <a:moveTo>
                    <a:pt x="31431" y="12420"/>
                  </a:moveTo>
                  <a:cubicBezTo>
                    <a:pt x="31431" y="19264"/>
                    <a:pt x="24333" y="24840"/>
                    <a:pt x="15715" y="24840"/>
                  </a:cubicBezTo>
                  <a:cubicBezTo>
                    <a:pt x="7097" y="24840"/>
                    <a:pt x="0" y="19264"/>
                    <a:pt x="0" y="12420"/>
                  </a:cubicBezTo>
                  <a:cubicBezTo>
                    <a:pt x="0" y="5576"/>
                    <a:pt x="6970" y="0"/>
                    <a:pt x="15715" y="0"/>
                  </a:cubicBezTo>
                  <a:cubicBezTo>
                    <a:pt x="24460" y="0"/>
                    <a:pt x="31431" y="5576"/>
                    <a:pt x="31431" y="1242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36" name="Freeform: Shape 5135">
              <a:extLst>
                <a:ext uri="{FF2B5EF4-FFF2-40B4-BE49-F238E27FC236}">
                  <a16:creationId xmlns:a16="http://schemas.microsoft.com/office/drawing/2014/main" id="{A2832F6C-D35B-3A34-A303-859ADDAFD3D9}"/>
                </a:ext>
              </a:extLst>
            </p:cNvPr>
            <p:cNvSpPr/>
            <p:nvPr/>
          </p:nvSpPr>
          <p:spPr>
            <a:xfrm>
              <a:off x="11652739" y="3327356"/>
              <a:ext cx="30669" cy="24333"/>
            </a:xfrm>
            <a:custGeom>
              <a:avLst/>
              <a:gdLst>
                <a:gd name="connsiteX0" fmla="*/ 30670 w 30669"/>
                <a:gd name="connsiteY0" fmla="*/ 12167 h 24333"/>
                <a:gd name="connsiteX1" fmla="*/ 15335 w 30669"/>
                <a:gd name="connsiteY1" fmla="*/ 24333 h 24333"/>
                <a:gd name="connsiteX2" fmla="*/ 0 w 30669"/>
                <a:gd name="connsiteY2" fmla="*/ 12167 h 24333"/>
                <a:gd name="connsiteX3" fmla="*/ 15335 w 30669"/>
                <a:gd name="connsiteY3" fmla="*/ 0 h 24333"/>
                <a:gd name="connsiteX4" fmla="*/ 30670 w 30669"/>
                <a:gd name="connsiteY4" fmla="*/ 12167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9" h="24333">
                  <a:moveTo>
                    <a:pt x="30670" y="12167"/>
                  </a:moveTo>
                  <a:cubicBezTo>
                    <a:pt x="30670" y="18884"/>
                    <a:pt x="23826" y="24333"/>
                    <a:pt x="15335" y="24333"/>
                  </a:cubicBezTo>
                  <a:cubicBezTo>
                    <a:pt x="6843" y="24333"/>
                    <a:pt x="0" y="18884"/>
                    <a:pt x="0" y="12167"/>
                  </a:cubicBezTo>
                  <a:cubicBezTo>
                    <a:pt x="0" y="5450"/>
                    <a:pt x="6843" y="0"/>
                    <a:pt x="15335" y="0"/>
                  </a:cubicBezTo>
                  <a:cubicBezTo>
                    <a:pt x="23826" y="0"/>
                    <a:pt x="30670" y="5450"/>
                    <a:pt x="30670" y="121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37" name="Freeform: Shape 5136">
              <a:extLst>
                <a:ext uri="{FF2B5EF4-FFF2-40B4-BE49-F238E27FC236}">
                  <a16:creationId xmlns:a16="http://schemas.microsoft.com/office/drawing/2014/main" id="{2397D0BA-02AD-9E30-D31C-AD40A7407159}"/>
                </a:ext>
              </a:extLst>
            </p:cNvPr>
            <p:cNvSpPr/>
            <p:nvPr/>
          </p:nvSpPr>
          <p:spPr>
            <a:xfrm>
              <a:off x="11779475" y="3431406"/>
              <a:ext cx="30669" cy="24333"/>
            </a:xfrm>
            <a:custGeom>
              <a:avLst/>
              <a:gdLst>
                <a:gd name="connsiteX0" fmla="*/ 30670 w 30669"/>
                <a:gd name="connsiteY0" fmla="*/ 12167 h 24333"/>
                <a:gd name="connsiteX1" fmla="*/ 15335 w 30669"/>
                <a:gd name="connsiteY1" fmla="*/ 24333 h 24333"/>
                <a:gd name="connsiteX2" fmla="*/ 0 w 30669"/>
                <a:gd name="connsiteY2" fmla="*/ 12167 h 24333"/>
                <a:gd name="connsiteX3" fmla="*/ 15335 w 30669"/>
                <a:gd name="connsiteY3" fmla="*/ 0 h 24333"/>
                <a:gd name="connsiteX4" fmla="*/ 30670 w 30669"/>
                <a:gd name="connsiteY4" fmla="*/ 12167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9" h="24333">
                  <a:moveTo>
                    <a:pt x="30670" y="12167"/>
                  </a:moveTo>
                  <a:cubicBezTo>
                    <a:pt x="30670" y="18884"/>
                    <a:pt x="23826" y="24333"/>
                    <a:pt x="15335" y="24333"/>
                  </a:cubicBezTo>
                  <a:cubicBezTo>
                    <a:pt x="6843" y="24333"/>
                    <a:pt x="0" y="18884"/>
                    <a:pt x="0" y="12167"/>
                  </a:cubicBezTo>
                  <a:cubicBezTo>
                    <a:pt x="0" y="5450"/>
                    <a:pt x="6843" y="0"/>
                    <a:pt x="15335" y="0"/>
                  </a:cubicBezTo>
                  <a:cubicBezTo>
                    <a:pt x="23826" y="0"/>
                    <a:pt x="30670" y="5450"/>
                    <a:pt x="30670" y="121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38" name="Freeform: Shape 5137">
              <a:extLst>
                <a:ext uri="{FF2B5EF4-FFF2-40B4-BE49-F238E27FC236}">
                  <a16:creationId xmlns:a16="http://schemas.microsoft.com/office/drawing/2014/main" id="{CA577E10-AB90-736D-D7DA-AF48051CFADD}"/>
                </a:ext>
              </a:extLst>
            </p:cNvPr>
            <p:cNvSpPr/>
            <p:nvPr/>
          </p:nvSpPr>
          <p:spPr>
            <a:xfrm>
              <a:off x="11778334" y="3535836"/>
              <a:ext cx="29909" cy="23573"/>
            </a:xfrm>
            <a:custGeom>
              <a:avLst/>
              <a:gdLst>
                <a:gd name="connsiteX0" fmla="*/ 29910 w 29909"/>
                <a:gd name="connsiteY0" fmla="*/ 11786 h 23573"/>
                <a:gd name="connsiteX1" fmla="*/ 14955 w 29909"/>
                <a:gd name="connsiteY1" fmla="*/ 23573 h 23573"/>
                <a:gd name="connsiteX2" fmla="*/ 0 w 29909"/>
                <a:gd name="connsiteY2" fmla="*/ 11786 h 23573"/>
                <a:gd name="connsiteX3" fmla="*/ 14955 w 29909"/>
                <a:gd name="connsiteY3" fmla="*/ 0 h 23573"/>
                <a:gd name="connsiteX4" fmla="*/ 29910 w 29909"/>
                <a:gd name="connsiteY4" fmla="*/ 11786 h 23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909" h="23573">
                  <a:moveTo>
                    <a:pt x="29910" y="11786"/>
                  </a:moveTo>
                  <a:cubicBezTo>
                    <a:pt x="29910" y="18377"/>
                    <a:pt x="23193" y="23573"/>
                    <a:pt x="14955" y="23573"/>
                  </a:cubicBezTo>
                  <a:cubicBezTo>
                    <a:pt x="6717" y="23573"/>
                    <a:pt x="0" y="18250"/>
                    <a:pt x="0" y="11786"/>
                  </a:cubicBezTo>
                  <a:cubicBezTo>
                    <a:pt x="0" y="5323"/>
                    <a:pt x="6717" y="0"/>
                    <a:pt x="14955" y="0"/>
                  </a:cubicBezTo>
                  <a:cubicBezTo>
                    <a:pt x="23193" y="0"/>
                    <a:pt x="29910" y="5323"/>
                    <a:pt x="29910" y="1178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39" name="Freeform: Shape 5138">
              <a:extLst>
                <a:ext uri="{FF2B5EF4-FFF2-40B4-BE49-F238E27FC236}">
                  <a16:creationId xmlns:a16="http://schemas.microsoft.com/office/drawing/2014/main" id="{9B710AF9-0701-A18F-7138-05D556C6F1A8}"/>
                </a:ext>
              </a:extLst>
            </p:cNvPr>
            <p:cNvSpPr/>
            <p:nvPr/>
          </p:nvSpPr>
          <p:spPr>
            <a:xfrm>
              <a:off x="11774152" y="3640013"/>
              <a:ext cx="29149" cy="23066"/>
            </a:xfrm>
            <a:custGeom>
              <a:avLst/>
              <a:gdLst>
                <a:gd name="connsiteX0" fmla="*/ 29149 w 29149"/>
                <a:gd name="connsiteY0" fmla="*/ 11533 h 23066"/>
                <a:gd name="connsiteX1" fmla="*/ 14574 w 29149"/>
                <a:gd name="connsiteY1" fmla="*/ 23066 h 23066"/>
                <a:gd name="connsiteX2" fmla="*/ 0 w 29149"/>
                <a:gd name="connsiteY2" fmla="*/ 11533 h 23066"/>
                <a:gd name="connsiteX3" fmla="*/ 14574 w 29149"/>
                <a:gd name="connsiteY3" fmla="*/ 0 h 23066"/>
                <a:gd name="connsiteX4" fmla="*/ 29149 w 29149"/>
                <a:gd name="connsiteY4" fmla="*/ 11533 h 23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9" h="23066">
                  <a:moveTo>
                    <a:pt x="29149" y="11533"/>
                  </a:moveTo>
                  <a:cubicBezTo>
                    <a:pt x="29149" y="17870"/>
                    <a:pt x="22685" y="23066"/>
                    <a:pt x="14574" y="23066"/>
                  </a:cubicBezTo>
                  <a:cubicBezTo>
                    <a:pt x="6463" y="23066"/>
                    <a:pt x="0" y="17870"/>
                    <a:pt x="0" y="11533"/>
                  </a:cubicBezTo>
                  <a:cubicBezTo>
                    <a:pt x="0" y="5196"/>
                    <a:pt x="6463" y="0"/>
                    <a:pt x="14574" y="0"/>
                  </a:cubicBezTo>
                  <a:cubicBezTo>
                    <a:pt x="22685" y="0"/>
                    <a:pt x="29149" y="5196"/>
                    <a:pt x="29149" y="1153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40" name="Freeform: Shape 5139">
              <a:extLst>
                <a:ext uri="{FF2B5EF4-FFF2-40B4-BE49-F238E27FC236}">
                  <a16:creationId xmlns:a16="http://schemas.microsoft.com/office/drawing/2014/main" id="{1C993D08-BD38-DA29-A793-4789C9BB3305}"/>
                </a:ext>
              </a:extLst>
            </p:cNvPr>
            <p:cNvSpPr/>
            <p:nvPr/>
          </p:nvSpPr>
          <p:spPr>
            <a:xfrm>
              <a:off x="11766928" y="3744190"/>
              <a:ext cx="28388" cy="22305"/>
            </a:xfrm>
            <a:custGeom>
              <a:avLst/>
              <a:gdLst>
                <a:gd name="connsiteX0" fmla="*/ 28389 w 28388"/>
                <a:gd name="connsiteY0" fmla="*/ 11153 h 22305"/>
                <a:gd name="connsiteX1" fmla="*/ 14194 w 28388"/>
                <a:gd name="connsiteY1" fmla="*/ 22306 h 22305"/>
                <a:gd name="connsiteX2" fmla="*/ 0 w 28388"/>
                <a:gd name="connsiteY2" fmla="*/ 11153 h 22305"/>
                <a:gd name="connsiteX3" fmla="*/ 14194 w 28388"/>
                <a:gd name="connsiteY3" fmla="*/ 0 h 22305"/>
                <a:gd name="connsiteX4" fmla="*/ 28389 w 28388"/>
                <a:gd name="connsiteY4" fmla="*/ 11153 h 22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388" h="22305">
                  <a:moveTo>
                    <a:pt x="28389" y="11153"/>
                  </a:moveTo>
                  <a:cubicBezTo>
                    <a:pt x="28389" y="17363"/>
                    <a:pt x="22052" y="22306"/>
                    <a:pt x="14194" y="22306"/>
                  </a:cubicBezTo>
                  <a:cubicBezTo>
                    <a:pt x="6337" y="22306"/>
                    <a:pt x="0" y="17236"/>
                    <a:pt x="0" y="11153"/>
                  </a:cubicBezTo>
                  <a:cubicBezTo>
                    <a:pt x="0" y="5069"/>
                    <a:pt x="6337" y="0"/>
                    <a:pt x="14194" y="0"/>
                  </a:cubicBezTo>
                  <a:cubicBezTo>
                    <a:pt x="22052" y="0"/>
                    <a:pt x="28389" y="5069"/>
                    <a:pt x="28389" y="1115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41" name="Freeform: Shape 5140">
              <a:extLst>
                <a:ext uri="{FF2B5EF4-FFF2-40B4-BE49-F238E27FC236}">
                  <a16:creationId xmlns:a16="http://schemas.microsoft.com/office/drawing/2014/main" id="{E65364C5-4F7C-CA87-7FF0-247E142BFCDB}"/>
                </a:ext>
              </a:extLst>
            </p:cNvPr>
            <p:cNvSpPr/>
            <p:nvPr/>
          </p:nvSpPr>
          <p:spPr>
            <a:xfrm>
              <a:off x="11756789" y="3848114"/>
              <a:ext cx="27502" cy="21798"/>
            </a:xfrm>
            <a:custGeom>
              <a:avLst/>
              <a:gdLst>
                <a:gd name="connsiteX0" fmla="*/ 27502 w 27502"/>
                <a:gd name="connsiteY0" fmla="*/ 10899 h 21798"/>
                <a:gd name="connsiteX1" fmla="*/ 13815 w 27502"/>
                <a:gd name="connsiteY1" fmla="*/ 21799 h 21798"/>
                <a:gd name="connsiteX2" fmla="*/ 0 w 27502"/>
                <a:gd name="connsiteY2" fmla="*/ 10899 h 21798"/>
                <a:gd name="connsiteX3" fmla="*/ 13815 w 27502"/>
                <a:gd name="connsiteY3" fmla="*/ 0 h 21798"/>
                <a:gd name="connsiteX4" fmla="*/ 27502 w 27502"/>
                <a:gd name="connsiteY4" fmla="*/ 10899 h 21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502" h="21798">
                  <a:moveTo>
                    <a:pt x="27502" y="10899"/>
                  </a:moveTo>
                  <a:cubicBezTo>
                    <a:pt x="27502" y="16983"/>
                    <a:pt x="21418" y="21799"/>
                    <a:pt x="13815" y="21799"/>
                  </a:cubicBezTo>
                  <a:cubicBezTo>
                    <a:pt x="6211" y="21799"/>
                    <a:pt x="0" y="16983"/>
                    <a:pt x="0" y="10899"/>
                  </a:cubicBezTo>
                  <a:cubicBezTo>
                    <a:pt x="0" y="4816"/>
                    <a:pt x="6211" y="0"/>
                    <a:pt x="13815" y="0"/>
                  </a:cubicBezTo>
                  <a:cubicBezTo>
                    <a:pt x="21418" y="0"/>
                    <a:pt x="27502" y="4943"/>
                    <a:pt x="27502" y="1089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42" name="Freeform: Shape 5141">
              <a:extLst>
                <a:ext uri="{FF2B5EF4-FFF2-40B4-BE49-F238E27FC236}">
                  <a16:creationId xmlns:a16="http://schemas.microsoft.com/office/drawing/2014/main" id="{5790613C-BFB7-55E9-65CB-8E9A0BACA63D}"/>
                </a:ext>
              </a:extLst>
            </p:cNvPr>
            <p:cNvSpPr/>
            <p:nvPr/>
          </p:nvSpPr>
          <p:spPr>
            <a:xfrm>
              <a:off x="11743482" y="3951784"/>
              <a:ext cx="26615" cy="21165"/>
            </a:xfrm>
            <a:custGeom>
              <a:avLst/>
              <a:gdLst>
                <a:gd name="connsiteX0" fmla="*/ 26615 w 26615"/>
                <a:gd name="connsiteY0" fmla="*/ 10646 h 21165"/>
                <a:gd name="connsiteX1" fmla="*/ 13307 w 26615"/>
                <a:gd name="connsiteY1" fmla="*/ 21165 h 21165"/>
                <a:gd name="connsiteX2" fmla="*/ 0 w 26615"/>
                <a:gd name="connsiteY2" fmla="*/ 10646 h 21165"/>
                <a:gd name="connsiteX3" fmla="*/ 13307 w 26615"/>
                <a:gd name="connsiteY3" fmla="*/ 0 h 21165"/>
                <a:gd name="connsiteX4" fmla="*/ 26615 w 26615"/>
                <a:gd name="connsiteY4" fmla="*/ 10646 h 21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615" h="21165">
                  <a:moveTo>
                    <a:pt x="26615" y="10646"/>
                  </a:moveTo>
                  <a:cubicBezTo>
                    <a:pt x="26615" y="16476"/>
                    <a:pt x="20658" y="21165"/>
                    <a:pt x="13307" y="21165"/>
                  </a:cubicBezTo>
                  <a:cubicBezTo>
                    <a:pt x="5957" y="21165"/>
                    <a:pt x="0" y="16476"/>
                    <a:pt x="0" y="10646"/>
                  </a:cubicBezTo>
                  <a:cubicBezTo>
                    <a:pt x="0" y="4816"/>
                    <a:pt x="5957" y="0"/>
                    <a:pt x="13307" y="0"/>
                  </a:cubicBezTo>
                  <a:cubicBezTo>
                    <a:pt x="20658" y="0"/>
                    <a:pt x="26615" y="4689"/>
                    <a:pt x="26615" y="1064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43" name="Freeform: Shape 5142">
              <a:extLst>
                <a:ext uri="{FF2B5EF4-FFF2-40B4-BE49-F238E27FC236}">
                  <a16:creationId xmlns:a16="http://schemas.microsoft.com/office/drawing/2014/main" id="{B95BC2AE-F6C7-FC8E-2C5C-B1AE6E12FF45}"/>
                </a:ext>
              </a:extLst>
            </p:cNvPr>
            <p:cNvSpPr/>
            <p:nvPr/>
          </p:nvSpPr>
          <p:spPr>
            <a:xfrm>
              <a:off x="11727133" y="4055327"/>
              <a:ext cx="25853" cy="20531"/>
            </a:xfrm>
            <a:custGeom>
              <a:avLst/>
              <a:gdLst>
                <a:gd name="connsiteX0" fmla="*/ 25854 w 25853"/>
                <a:gd name="connsiteY0" fmla="*/ 10266 h 20531"/>
                <a:gd name="connsiteX1" fmla="*/ 12927 w 25853"/>
                <a:gd name="connsiteY1" fmla="*/ 20531 h 20531"/>
                <a:gd name="connsiteX2" fmla="*/ 0 w 25853"/>
                <a:gd name="connsiteY2" fmla="*/ 10266 h 20531"/>
                <a:gd name="connsiteX3" fmla="*/ 12927 w 25853"/>
                <a:gd name="connsiteY3" fmla="*/ 0 h 20531"/>
                <a:gd name="connsiteX4" fmla="*/ 25854 w 25853"/>
                <a:gd name="connsiteY4" fmla="*/ 10266 h 20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853" h="20531">
                  <a:moveTo>
                    <a:pt x="25854" y="10266"/>
                  </a:moveTo>
                  <a:cubicBezTo>
                    <a:pt x="25854" y="15968"/>
                    <a:pt x="20025" y="20531"/>
                    <a:pt x="12927" y="20531"/>
                  </a:cubicBezTo>
                  <a:cubicBezTo>
                    <a:pt x="5830" y="20531"/>
                    <a:pt x="0" y="15968"/>
                    <a:pt x="0" y="10266"/>
                  </a:cubicBezTo>
                  <a:cubicBezTo>
                    <a:pt x="0" y="4562"/>
                    <a:pt x="5830" y="0"/>
                    <a:pt x="12927" y="0"/>
                  </a:cubicBezTo>
                  <a:cubicBezTo>
                    <a:pt x="20025" y="0"/>
                    <a:pt x="25854" y="4562"/>
                    <a:pt x="25854" y="1026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44" name="Freeform: Shape 5143">
              <a:extLst>
                <a:ext uri="{FF2B5EF4-FFF2-40B4-BE49-F238E27FC236}">
                  <a16:creationId xmlns:a16="http://schemas.microsoft.com/office/drawing/2014/main" id="{D64560CF-EAAF-1944-C171-FFA39FEC287F}"/>
                </a:ext>
              </a:extLst>
            </p:cNvPr>
            <p:cNvSpPr/>
            <p:nvPr/>
          </p:nvSpPr>
          <p:spPr>
            <a:xfrm>
              <a:off x="11708123" y="4158743"/>
              <a:ext cx="24333" cy="19264"/>
            </a:xfrm>
            <a:custGeom>
              <a:avLst/>
              <a:gdLst>
                <a:gd name="connsiteX0" fmla="*/ 24333 w 24333"/>
                <a:gd name="connsiteY0" fmla="*/ 9632 h 19264"/>
                <a:gd name="connsiteX1" fmla="*/ 12167 w 24333"/>
                <a:gd name="connsiteY1" fmla="*/ 19264 h 19264"/>
                <a:gd name="connsiteX2" fmla="*/ 0 w 24333"/>
                <a:gd name="connsiteY2" fmla="*/ 9632 h 19264"/>
                <a:gd name="connsiteX3" fmla="*/ 12167 w 24333"/>
                <a:gd name="connsiteY3" fmla="*/ 0 h 19264"/>
                <a:gd name="connsiteX4" fmla="*/ 24333 w 24333"/>
                <a:gd name="connsiteY4" fmla="*/ 9632 h 19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33" h="19264">
                  <a:moveTo>
                    <a:pt x="24333" y="9632"/>
                  </a:moveTo>
                  <a:cubicBezTo>
                    <a:pt x="24333" y="14955"/>
                    <a:pt x="18884" y="19264"/>
                    <a:pt x="12167" y="19264"/>
                  </a:cubicBezTo>
                  <a:cubicBezTo>
                    <a:pt x="5450" y="19264"/>
                    <a:pt x="0" y="14955"/>
                    <a:pt x="0" y="9632"/>
                  </a:cubicBezTo>
                  <a:cubicBezTo>
                    <a:pt x="0" y="4309"/>
                    <a:pt x="5450" y="0"/>
                    <a:pt x="12167" y="0"/>
                  </a:cubicBezTo>
                  <a:cubicBezTo>
                    <a:pt x="18884" y="0"/>
                    <a:pt x="24333" y="4309"/>
                    <a:pt x="24333" y="963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45" name="Freeform: Shape 5144">
              <a:extLst>
                <a:ext uri="{FF2B5EF4-FFF2-40B4-BE49-F238E27FC236}">
                  <a16:creationId xmlns:a16="http://schemas.microsoft.com/office/drawing/2014/main" id="{6CCCB7C4-4EBB-698D-18ED-36F9991DBF5D}"/>
                </a:ext>
              </a:extLst>
            </p:cNvPr>
            <p:cNvSpPr/>
            <p:nvPr/>
          </p:nvSpPr>
          <p:spPr>
            <a:xfrm>
              <a:off x="11685690" y="4261400"/>
              <a:ext cx="23572" cy="18757"/>
            </a:xfrm>
            <a:custGeom>
              <a:avLst/>
              <a:gdLst>
                <a:gd name="connsiteX0" fmla="*/ 23573 w 23572"/>
                <a:gd name="connsiteY0" fmla="*/ 9379 h 18757"/>
                <a:gd name="connsiteX1" fmla="*/ 11786 w 23572"/>
                <a:gd name="connsiteY1" fmla="*/ 18757 h 18757"/>
                <a:gd name="connsiteX2" fmla="*/ 0 w 23572"/>
                <a:gd name="connsiteY2" fmla="*/ 9379 h 18757"/>
                <a:gd name="connsiteX3" fmla="*/ 11786 w 23572"/>
                <a:gd name="connsiteY3" fmla="*/ 0 h 18757"/>
                <a:gd name="connsiteX4" fmla="*/ 23573 w 23572"/>
                <a:gd name="connsiteY4" fmla="*/ 9379 h 18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572" h="18757">
                  <a:moveTo>
                    <a:pt x="23573" y="9379"/>
                  </a:moveTo>
                  <a:cubicBezTo>
                    <a:pt x="23573" y="14575"/>
                    <a:pt x="18377" y="18757"/>
                    <a:pt x="11786" y="18757"/>
                  </a:cubicBezTo>
                  <a:cubicBezTo>
                    <a:pt x="5197" y="18757"/>
                    <a:pt x="0" y="14575"/>
                    <a:pt x="0" y="9379"/>
                  </a:cubicBezTo>
                  <a:cubicBezTo>
                    <a:pt x="0" y="4183"/>
                    <a:pt x="5197" y="0"/>
                    <a:pt x="11786" y="0"/>
                  </a:cubicBezTo>
                  <a:cubicBezTo>
                    <a:pt x="18377" y="0"/>
                    <a:pt x="23573" y="4183"/>
                    <a:pt x="23573" y="937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46" name="Freeform: Shape 5145">
              <a:extLst>
                <a:ext uri="{FF2B5EF4-FFF2-40B4-BE49-F238E27FC236}">
                  <a16:creationId xmlns:a16="http://schemas.microsoft.com/office/drawing/2014/main" id="{14283F64-773F-8CEC-82AD-9A28EF560A36}"/>
                </a:ext>
              </a:extLst>
            </p:cNvPr>
            <p:cNvSpPr/>
            <p:nvPr/>
          </p:nvSpPr>
          <p:spPr>
            <a:xfrm>
              <a:off x="11660343" y="4363676"/>
              <a:ext cx="22812" cy="17996"/>
            </a:xfrm>
            <a:custGeom>
              <a:avLst/>
              <a:gdLst>
                <a:gd name="connsiteX0" fmla="*/ 22812 w 22812"/>
                <a:gd name="connsiteY0" fmla="*/ 8998 h 17996"/>
                <a:gd name="connsiteX1" fmla="*/ 11407 w 22812"/>
                <a:gd name="connsiteY1" fmla="*/ 17997 h 17996"/>
                <a:gd name="connsiteX2" fmla="*/ 0 w 22812"/>
                <a:gd name="connsiteY2" fmla="*/ 8998 h 17996"/>
                <a:gd name="connsiteX3" fmla="*/ 11407 w 22812"/>
                <a:gd name="connsiteY3" fmla="*/ 0 h 17996"/>
                <a:gd name="connsiteX4" fmla="*/ 22812 w 22812"/>
                <a:gd name="connsiteY4" fmla="*/ 8998 h 17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12" h="17996">
                  <a:moveTo>
                    <a:pt x="22812" y="8998"/>
                  </a:moveTo>
                  <a:cubicBezTo>
                    <a:pt x="22812" y="13941"/>
                    <a:pt x="17743" y="17997"/>
                    <a:pt x="11407" y="17997"/>
                  </a:cubicBezTo>
                  <a:cubicBezTo>
                    <a:pt x="5070" y="17997"/>
                    <a:pt x="0" y="13941"/>
                    <a:pt x="0" y="8998"/>
                  </a:cubicBezTo>
                  <a:cubicBezTo>
                    <a:pt x="0" y="4056"/>
                    <a:pt x="5070" y="0"/>
                    <a:pt x="11407" y="0"/>
                  </a:cubicBezTo>
                  <a:cubicBezTo>
                    <a:pt x="17743" y="0"/>
                    <a:pt x="22812" y="4056"/>
                    <a:pt x="22812" y="89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47" name="Freeform: Shape 5146">
              <a:extLst>
                <a:ext uri="{FF2B5EF4-FFF2-40B4-BE49-F238E27FC236}">
                  <a16:creationId xmlns:a16="http://schemas.microsoft.com/office/drawing/2014/main" id="{34B4F216-28C2-2DF9-DD96-23E639F11AA5}"/>
                </a:ext>
              </a:extLst>
            </p:cNvPr>
            <p:cNvSpPr/>
            <p:nvPr/>
          </p:nvSpPr>
          <p:spPr>
            <a:xfrm>
              <a:off x="11631954" y="4465445"/>
              <a:ext cx="22051" cy="17489"/>
            </a:xfrm>
            <a:custGeom>
              <a:avLst/>
              <a:gdLst>
                <a:gd name="connsiteX0" fmla="*/ 22052 w 22051"/>
                <a:gd name="connsiteY0" fmla="*/ 8745 h 17489"/>
                <a:gd name="connsiteX1" fmla="*/ 11026 w 22051"/>
                <a:gd name="connsiteY1" fmla="*/ 17490 h 17489"/>
                <a:gd name="connsiteX2" fmla="*/ 0 w 22051"/>
                <a:gd name="connsiteY2" fmla="*/ 8745 h 17489"/>
                <a:gd name="connsiteX3" fmla="*/ 11026 w 22051"/>
                <a:gd name="connsiteY3" fmla="*/ 0 h 17489"/>
                <a:gd name="connsiteX4" fmla="*/ 22052 w 22051"/>
                <a:gd name="connsiteY4" fmla="*/ 8745 h 1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051" h="17489">
                  <a:moveTo>
                    <a:pt x="22052" y="8745"/>
                  </a:moveTo>
                  <a:cubicBezTo>
                    <a:pt x="22052" y="13561"/>
                    <a:pt x="17109" y="17490"/>
                    <a:pt x="11026" y="17490"/>
                  </a:cubicBezTo>
                  <a:cubicBezTo>
                    <a:pt x="4943" y="17490"/>
                    <a:pt x="0" y="13561"/>
                    <a:pt x="0" y="8745"/>
                  </a:cubicBezTo>
                  <a:cubicBezTo>
                    <a:pt x="0" y="3929"/>
                    <a:pt x="4943" y="0"/>
                    <a:pt x="11026" y="0"/>
                  </a:cubicBezTo>
                  <a:cubicBezTo>
                    <a:pt x="17109" y="0"/>
                    <a:pt x="22052" y="3929"/>
                    <a:pt x="22052" y="874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48" name="Freeform: Shape 5147">
              <a:extLst>
                <a:ext uri="{FF2B5EF4-FFF2-40B4-BE49-F238E27FC236}">
                  <a16:creationId xmlns:a16="http://schemas.microsoft.com/office/drawing/2014/main" id="{C4AE313E-1790-4D87-2403-0A77AC2B092C}"/>
                </a:ext>
              </a:extLst>
            </p:cNvPr>
            <p:cNvSpPr/>
            <p:nvPr/>
          </p:nvSpPr>
          <p:spPr>
            <a:xfrm>
              <a:off x="11600524" y="4566580"/>
              <a:ext cx="21418" cy="16982"/>
            </a:xfrm>
            <a:custGeom>
              <a:avLst/>
              <a:gdLst>
                <a:gd name="connsiteX0" fmla="*/ 21418 w 21418"/>
                <a:gd name="connsiteY0" fmla="*/ 8491 h 16982"/>
                <a:gd name="connsiteX1" fmla="*/ 10772 w 21418"/>
                <a:gd name="connsiteY1" fmla="*/ 16983 h 16982"/>
                <a:gd name="connsiteX2" fmla="*/ 0 w 21418"/>
                <a:gd name="connsiteY2" fmla="*/ 8491 h 16982"/>
                <a:gd name="connsiteX3" fmla="*/ 10772 w 21418"/>
                <a:gd name="connsiteY3" fmla="*/ 0 h 16982"/>
                <a:gd name="connsiteX4" fmla="*/ 21418 w 21418"/>
                <a:gd name="connsiteY4" fmla="*/ 8491 h 1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18" h="16982">
                  <a:moveTo>
                    <a:pt x="21418" y="8491"/>
                  </a:moveTo>
                  <a:cubicBezTo>
                    <a:pt x="21418" y="13180"/>
                    <a:pt x="16602" y="16983"/>
                    <a:pt x="10772" y="16983"/>
                  </a:cubicBezTo>
                  <a:cubicBezTo>
                    <a:pt x="4942" y="16983"/>
                    <a:pt x="0" y="13180"/>
                    <a:pt x="0" y="8491"/>
                  </a:cubicBezTo>
                  <a:cubicBezTo>
                    <a:pt x="0" y="3802"/>
                    <a:pt x="4816" y="0"/>
                    <a:pt x="10772" y="0"/>
                  </a:cubicBezTo>
                  <a:cubicBezTo>
                    <a:pt x="16729" y="0"/>
                    <a:pt x="21418" y="3802"/>
                    <a:pt x="21418" y="84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49" name="Freeform: Shape 5148">
              <a:extLst>
                <a:ext uri="{FF2B5EF4-FFF2-40B4-BE49-F238E27FC236}">
                  <a16:creationId xmlns:a16="http://schemas.microsoft.com/office/drawing/2014/main" id="{29EFFFFE-CF09-112A-68AA-2858D1D05CF1}"/>
                </a:ext>
              </a:extLst>
            </p:cNvPr>
            <p:cNvSpPr/>
            <p:nvPr/>
          </p:nvSpPr>
          <p:spPr>
            <a:xfrm>
              <a:off x="11566812" y="4667589"/>
              <a:ext cx="19770" cy="15715"/>
            </a:xfrm>
            <a:custGeom>
              <a:avLst/>
              <a:gdLst>
                <a:gd name="connsiteX0" fmla="*/ 19771 w 19770"/>
                <a:gd name="connsiteY0" fmla="*/ 7858 h 15715"/>
                <a:gd name="connsiteX1" fmla="*/ 9886 w 19770"/>
                <a:gd name="connsiteY1" fmla="*/ 15715 h 15715"/>
                <a:gd name="connsiteX2" fmla="*/ 0 w 19770"/>
                <a:gd name="connsiteY2" fmla="*/ 7858 h 15715"/>
                <a:gd name="connsiteX3" fmla="*/ 9886 w 19770"/>
                <a:gd name="connsiteY3" fmla="*/ 0 h 15715"/>
                <a:gd name="connsiteX4" fmla="*/ 19771 w 19770"/>
                <a:gd name="connsiteY4" fmla="*/ 7858 h 1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70" h="15715">
                  <a:moveTo>
                    <a:pt x="19771" y="7858"/>
                  </a:moveTo>
                  <a:cubicBezTo>
                    <a:pt x="19771" y="12167"/>
                    <a:pt x="15335" y="15715"/>
                    <a:pt x="9886" y="15715"/>
                  </a:cubicBezTo>
                  <a:cubicBezTo>
                    <a:pt x="4436" y="15715"/>
                    <a:pt x="0" y="12167"/>
                    <a:pt x="0" y="7858"/>
                  </a:cubicBezTo>
                  <a:cubicBezTo>
                    <a:pt x="0" y="3549"/>
                    <a:pt x="4436" y="0"/>
                    <a:pt x="9886" y="0"/>
                  </a:cubicBezTo>
                  <a:cubicBezTo>
                    <a:pt x="15335" y="0"/>
                    <a:pt x="19771" y="3549"/>
                    <a:pt x="19771" y="785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50" name="Freeform: Shape 5149">
              <a:extLst>
                <a:ext uri="{FF2B5EF4-FFF2-40B4-BE49-F238E27FC236}">
                  <a16:creationId xmlns:a16="http://schemas.microsoft.com/office/drawing/2014/main" id="{F027E2E5-64BF-9508-DCF5-0798468D3C34}"/>
                </a:ext>
              </a:extLst>
            </p:cNvPr>
            <p:cNvSpPr/>
            <p:nvPr/>
          </p:nvSpPr>
          <p:spPr>
            <a:xfrm>
              <a:off x="11529551" y="4767456"/>
              <a:ext cx="19010" cy="15208"/>
            </a:xfrm>
            <a:custGeom>
              <a:avLst/>
              <a:gdLst>
                <a:gd name="connsiteX0" fmla="*/ 19010 w 19010"/>
                <a:gd name="connsiteY0" fmla="*/ 7604 h 15208"/>
                <a:gd name="connsiteX1" fmla="*/ 9505 w 19010"/>
                <a:gd name="connsiteY1" fmla="*/ 15208 h 15208"/>
                <a:gd name="connsiteX2" fmla="*/ 0 w 19010"/>
                <a:gd name="connsiteY2" fmla="*/ 7604 h 15208"/>
                <a:gd name="connsiteX3" fmla="*/ 9505 w 19010"/>
                <a:gd name="connsiteY3" fmla="*/ 0 h 15208"/>
                <a:gd name="connsiteX4" fmla="*/ 19010 w 19010"/>
                <a:gd name="connsiteY4" fmla="*/ 7604 h 15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10" h="15208">
                  <a:moveTo>
                    <a:pt x="19010" y="7604"/>
                  </a:moveTo>
                  <a:cubicBezTo>
                    <a:pt x="19010" y="11787"/>
                    <a:pt x="14702" y="15208"/>
                    <a:pt x="9505" y="15208"/>
                  </a:cubicBezTo>
                  <a:cubicBezTo>
                    <a:pt x="4309" y="15208"/>
                    <a:pt x="0" y="11787"/>
                    <a:pt x="0" y="7604"/>
                  </a:cubicBezTo>
                  <a:cubicBezTo>
                    <a:pt x="0" y="3422"/>
                    <a:pt x="4309" y="0"/>
                    <a:pt x="9505" y="0"/>
                  </a:cubicBezTo>
                  <a:cubicBezTo>
                    <a:pt x="14702" y="0"/>
                    <a:pt x="19010" y="3422"/>
                    <a:pt x="19010" y="760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51" name="Freeform: Shape 5150">
              <a:extLst>
                <a:ext uri="{FF2B5EF4-FFF2-40B4-BE49-F238E27FC236}">
                  <a16:creationId xmlns:a16="http://schemas.microsoft.com/office/drawing/2014/main" id="{7725188B-5F93-D931-F668-7378A1876788}"/>
                </a:ext>
              </a:extLst>
            </p:cNvPr>
            <p:cNvSpPr/>
            <p:nvPr/>
          </p:nvSpPr>
          <p:spPr>
            <a:xfrm>
              <a:off x="11489376" y="4866691"/>
              <a:ext cx="18250" cy="14447"/>
            </a:xfrm>
            <a:custGeom>
              <a:avLst/>
              <a:gdLst>
                <a:gd name="connsiteX0" fmla="*/ 18250 w 18250"/>
                <a:gd name="connsiteY0" fmla="*/ 7224 h 14447"/>
                <a:gd name="connsiteX1" fmla="*/ 9125 w 18250"/>
                <a:gd name="connsiteY1" fmla="*/ 14448 h 14447"/>
                <a:gd name="connsiteX2" fmla="*/ 0 w 18250"/>
                <a:gd name="connsiteY2" fmla="*/ 7224 h 14447"/>
                <a:gd name="connsiteX3" fmla="*/ 9125 w 18250"/>
                <a:gd name="connsiteY3" fmla="*/ 0 h 14447"/>
                <a:gd name="connsiteX4" fmla="*/ 18250 w 18250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7">
                  <a:moveTo>
                    <a:pt x="18250" y="7224"/>
                  </a:moveTo>
                  <a:cubicBezTo>
                    <a:pt x="18250" y="11279"/>
                    <a:pt x="14194" y="14448"/>
                    <a:pt x="9125" y="14448"/>
                  </a:cubicBezTo>
                  <a:cubicBezTo>
                    <a:pt x="4056" y="14448"/>
                    <a:pt x="0" y="11279"/>
                    <a:pt x="0" y="7224"/>
                  </a:cubicBezTo>
                  <a:cubicBezTo>
                    <a:pt x="0" y="3168"/>
                    <a:pt x="4056" y="0"/>
                    <a:pt x="9125" y="0"/>
                  </a:cubicBezTo>
                  <a:cubicBezTo>
                    <a:pt x="14194" y="0"/>
                    <a:pt x="18250" y="3168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52" name="Freeform: Shape 5151">
              <a:extLst>
                <a:ext uri="{FF2B5EF4-FFF2-40B4-BE49-F238E27FC236}">
                  <a16:creationId xmlns:a16="http://schemas.microsoft.com/office/drawing/2014/main" id="{02CE19A2-6B10-4E7F-5FAB-EDCB2FC51D67}"/>
                </a:ext>
              </a:extLst>
            </p:cNvPr>
            <p:cNvSpPr/>
            <p:nvPr/>
          </p:nvSpPr>
          <p:spPr>
            <a:xfrm>
              <a:off x="11446539" y="4965418"/>
              <a:ext cx="16982" cy="13433"/>
            </a:xfrm>
            <a:custGeom>
              <a:avLst/>
              <a:gdLst>
                <a:gd name="connsiteX0" fmla="*/ 16983 w 16982"/>
                <a:gd name="connsiteY0" fmla="*/ 6717 h 13433"/>
                <a:gd name="connsiteX1" fmla="*/ 8491 w 16982"/>
                <a:gd name="connsiteY1" fmla="*/ 13434 h 13433"/>
                <a:gd name="connsiteX2" fmla="*/ 0 w 16982"/>
                <a:gd name="connsiteY2" fmla="*/ 6717 h 13433"/>
                <a:gd name="connsiteX3" fmla="*/ 8491 w 16982"/>
                <a:gd name="connsiteY3" fmla="*/ 0 h 13433"/>
                <a:gd name="connsiteX4" fmla="*/ 16983 w 16982"/>
                <a:gd name="connsiteY4" fmla="*/ 6717 h 13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82" h="13433">
                  <a:moveTo>
                    <a:pt x="16983" y="6717"/>
                  </a:moveTo>
                  <a:cubicBezTo>
                    <a:pt x="16983" y="10392"/>
                    <a:pt x="13180" y="13434"/>
                    <a:pt x="8491" y="13434"/>
                  </a:cubicBezTo>
                  <a:cubicBezTo>
                    <a:pt x="3802" y="13434"/>
                    <a:pt x="0" y="10392"/>
                    <a:pt x="0" y="6717"/>
                  </a:cubicBezTo>
                  <a:cubicBezTo>
                    <a:pt x="0" y="3042"/>
                    <a:pt x="3802" y="0"/>
                    <a:pt x="8491" y="0"/>
                  </a:cubicBezTo>
                  <a:cubicBezTo>
                    <a:pt x="13180" y="0"/>
                    <a:pt x="16983" y="3042"/>
                    <a:pt x="16983" y="671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53" name="Freeform: Shape 5152">
              <a:extLst>
                <a:ext uri="{FF2B5EF4-FFF2-40B4-BE49-F238E27FC236}">
                  <a16:creationId xmlns:a16="http://schemas.microsoft.com/office/drawing/2014/main" id="{61C0FFF9-894F-13EE-6ED2-AB912120AB67}"/>
                </a:ext>
              </a:extLst>
            </p:cNvPr>
            <p:cNvSpPr/>
            <p:nvPr/>
          </p:nvSpPr>
          <p:spPr>
            <a:xfrm>
              <a:off x="11400915" y="5063005"/>
              <a:ext cx="15968" cy="12673"/>
            </a:xfrm>
            <a:custGeom>
              <a:avLst/>
              <a:gdLst>
                <a:gd name="connsiteX0" fmla="*/ 15969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9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9" y="6337"/>
                  </a:moveTo>
                  <a:cubicBezTo>
                    <a:pt x="15969" y="9885"/>
                    <a:pt x="12420" y="12674"/>
                    <a:pt x="7984" y="12674"/>
                  </a:cubicBezTo>
                  <a:cubicBezTo>
                    <a:pt x="3548" y="12674"/>
                    <a:pt x="0" y="9885"/>
                    <a:pt x="0" y="6337"/>
                  </a:cubicBezTo>
                  <a:cubicBezTo>
                    <a:pt x="0" y="2788"/>
                    <a:pt x="3675" y="0"/>
                    <a:pt x="7984" y="0"/>
                  </a:cubicBezTo>
                  <a:cubicBezTo>
                    <a:pt x="12293" y="0"/>
                    <a:pt x="15969" y="2788"/>
                    <a:pt x="15969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54" name="Freeform: Shape 5153">
              <a:extLst>
                <a:ext uri="{FF2B5EF4-FFF2-40B4-BE49-F238E27FC236}">
                  <a16:creationId xmlns:a16="http://schemas.microsoft.com/office/drawing/2014/main" id="{F5AC9F5A-DEFC-E421-CFFA-E840B3705E37}"/>
                </a:ext>
              </a:extLst>
            </p:cNvPr>
            <p:cNvSpPr/>
            <p:nvPr/>
          </p:nvSpPr>
          <p:spPr>
            <a:xfrm>
              <a:off x="11351994" y="5159577"/>
              <a:ext cx="15462" cy="12420"/>
            </a:xfrm>
            <a:custGeom>
              <a:avLst/>
              <a:gdLst>
                <a:gd name="connsiteX0" fmla="*/ 15462 w 15462"/>
                <a:gd name="connsiteY0" fmla="*/ 6210 h 12420"/>
                <a:gd name="connsiteX1" fmla="*/ 7731 w 15462"/>
                <a:gd name="connsiteY1" fmla="*/ 12420 h 12420"/>
                <a:gd name="connsiteX2" fmla="*/ 0 w 15462"/>
                <a:gd name="connsiteY2" fmla="*/ 6210 h 12420"/>
                <a:gd name="connsiteX3" fmla="*/ 7731 w 15462"/>
                <a:gd name="connsiteY3" fmla="*/ 0 h 12420"/>
                <a:gd name="connsiteX4" fmla="*/ 15462 w 15462"/>
                <a:gd name="connsiteY4" fmla="*/ 6210 h 12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62" h="12420">
                  <a:moveTo>
                    <a:pt x="15462" y="6210"/>
                  </a:moveTo>
                  <a:cubicBezTo>
                    <a:pt x="15462" y="9632"/>
                    <a:pt x="12040" y="12420"/>
                    <a:pt x="7731" y="12420"/>
                  </a:cubicBezTo>
                  <a:cubicBezTo>
                    <a:pt x="3422" y="12420"/>
                    <a:pt x="0" y="9632"/>
                    <a:pt x="0" y="6210"/>
                  </a:cubicBezTo>
                  <a:cubicBezTo>
                    <a:pt x="0" y="2788"/>
                    <a:pt x="3549" y="0"/>
                    <a:pt x="7731" y="0"/>
                  </a:cubicBezTo>
                  <a:cubicBezTo>
                    <a:pt x="11913" y="0"/>
                    <a:pt x="15462" y="2788"/>
                    <a:pt x="15462" y="621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55" name="Freeform: Shape 5154">
              <a:extLst>
                <a:ext uri="{FF2B5EF4-FFF2-40B4-BE49-F238E27FC236}">
                  <a16:creationId xmlns:a16="http://schemas.microsoft.com/office/drawing/2014/main" id="{456A76A4-8600-9A29-B183-ABC7B782E488}"/>
                </a:ext>
              </a:extLst>
            </p:cNvPr>
            <p:cNvSpPr/>
            <p:nvPr/>
          </p:nvSpPr>
          <p:spPr>
            <a:xfrm>
              <a:off x="11300793" y="5255770"/>
              <a:ext cx="13941" cy="11152"/>
            </a:xfrm>
            <a:custGeom>
              <a:avLst/>
              <a:gdLst>
                <a:gd name="connsiteX0" fmla="*/ 13941 w 13941"/>
                <a:gd name="connsiteY0" fmla="*/ 5576 h 11152"/>
                <a:gd name="connsiteX1" fmla="*/ 6970 w 13941"/>
                <a:gd name="connsiteY1" fmla="*/ 11152 h 11152"/>
                <a:gd name="connsiteX2" fmla="*/ 0 w 13941"/>
                <a:gd name="connsiteY2" fmla="*/ 5576 h 11152"/>
                <a:gd name="connsiteX3" fmla="*/ 6970 w 13941"/>
                <a:gd name="connsiteY3" fmla="*/ 0 h 11152"/>
                <a:gd name="connsiteX4" fmla="*/ 13941 w 13941"/>
                <a:gd name="connsiteY4" fmla="*/ 5576 h 11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1" h="11152">
                  <a:moveTo>
                    <a:pt x="13941" y="5576"/>
                  </a:moveTo>
                  <a:cubicBezTo>
                    <a:pt x="13941" y="8618"/>
                    <a:pt x="10773" y="11152"/>
                    <a:pt x="6970" y="11152"/>
                  </a:cubicBezTo>
                  <a:cubicBezTo>
                    <a:pt x="3168" y="11152"/>
                    <a:pt x="0" y="8744"/>
                    <a:pt x="0" y="5576"/>
                  </a:cubicBezTo>
                  <a:cubicBezTo>
                    <a:pt x="0" y="2408"/>
                    <a:pt x="3168" y="0"/>
                    <a:pt x="6970" y="0"/>
                  </a:cubicBezTo>
                  <a:cubicBezTo>
                    <a:pt x="10773" y="0"/>
                    <a:pt x="13941" y="2534"/>
                    <a:pt x="13941" y="55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56" name="Freeform: Shape 5155">
              <a:extLst>
                <a:ext uri="{FF2B5EF4-FFF2-40B4-BE49-F238E27FC236}">
                  <a16:creationId xmlns:a16="http://schemas.microsoft.com/office/drawing/2014/main" id="{AD63A77D-C8F8-223F-4D1B-7D610A2BD4FA}"/>
                </a:ext>
              </a:extLst>
            </p:cNvPr>
            <p:cNvSpPr/>
            <p:nvPr/>
          </p:nvSpPr>
          <p:spPr>
            <a:xfrm>
              <a:off x="11246297" y="5350442"/>
              <a:ext cx="13433" cy="10646"/>
            </a:xfrm>
            <a:custGeom>
              <a:avLst/>
              <a:gdLst>
                <a:gd name="connsiteX0" fmla="*/ 13434 w 13433"/>
                <a:gd name="connsiteY0" fmla="*/ 5323 h 10646"/>
                <a:gd name="connsiteX1" fmla="*/ 6717 w 13433"/>
                <a:gd name="connsiteY1" fmla="*/ 10646 h 10646"/>
                <a:gd name="connsiteX2" fmla="*/ 0 w 13433"/>
                <a:gd name="connsiteY2" fmla="*/ 5323 h 10646"/>
                <a:gd name="connsiteX3" fmla="*/ 6717 w 13433"/>
                <a:gd name="connsiteY3" fmla="*/ 0 h 10646"/>
                <a:gd name="connsiteX4" fmla="*/ 13434 w 13433"/>
                <a:gd name="connsiteY4" fmla="*/ 5323 h 10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33" h="10646">
                  <a:moveTo>
                    <a:pt x="13434" y="5323"/>
                  </a:moveTo>
                  <a:cubicBezTo>
                    <a:pt x="13434" y="8238"/>
                    <a:pt x="10392" y="10646"/>
                    <a:pt x="6717" y="10646"/>
                  </a:cubicBezTo>
                  <a:cubicBezTo>
                    <a:pt x="3042" y="10646"/>
                    <a:pt x="0" y="8238"/>
                    <a:pt x="0" y="5323"/>
                  </a:cubicBezTo>
                  <a:lnTo>
                    <a:pt x="6717" y="0"/>
                  </a:lnTo>
                  <a:cubicBezTo>
                    <a:pt x="10392" y="0"/>
                    <a:pt x="13434" y="2408"/>
                    <a:pt x="13434" y="532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57" name="Freeform: Shape 5156">
              <a:extLst>
                <a:ext uri="{FF2B5EF4-FFF2-40B4-BE49-F238E27FC236}">
                  <a16:creationId xmlns:a16="http://schemas.microsoft.com/office/drawing/2014/main" id="{3528D818-7BEE-F5FA-9DAB-13B6675B7F52}"/>
                </a:ext>
              </a:extLst>
            </p:cNvPr>
            <p:cNvSpPr/>
            <p:nvPr/>
          </p:nvSpPr>
          <p:spPr>
            <a:xfrm>
              <a:off x="11189645" y="5444480"/>
              <a:ext cx="11913" cy="9505"/>
            </a:xfrm>
            <a:custGeom>
              <a:avLst/>
              <a:gdLst>
                <a:gd name="connsiteX0" fmla="*/ 11913 w 11913"/>
                <a:gd name="connsiteY0" fmla="*/ 4816 h 9505"/>
                <a:gd name="connsiteX1" fmla="*/ 5957 w 11913"/>
                <a:gd name="connsiteY1" fmla="*/ 9505 h 9505"/>
                <a:gd name="connsiteX2" fmla="*/ 0 w 11913"/>
                <a:gd name="connsiteY2" fmla="*/ 4816 h 9505"/>
                <a:gd name="connsiteX3" fmla="*/ 5957 w 11913"/>
                <a:gd name="connsiteY3" fmla="*/ 0 h 9505"/>
                <a:gd name="connsiteX4" fmla="*/ 11913 w 11913"/>
                <a:gd name="connsiteY4" fmla="*/ 4816 h 9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13" h="9505">
                  <a:moveTo>
                    <a:pt x="11913" y="4816"/>
                  </a:moveTo>
                  <a:lnTo>
                    <a:pt x="5957" y="9505"/>
                  </a:lnTo>
                  <a:lnTo>
                    <a:pt x="0" y="4816"/>
                  </a:lnTo>
                  <a:lnTo>
                    <a:pt x="5957" y="0"/>
                  </a:lnTo>
                  <a:lnTo>
                    <a:pt x="11913" y="481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58" name="Freeform: Shape 5157">
              <a:extLst>
                <a:ext uri="{FF2B5EF4-FFF2-40B4-BE49-F238E27FC236}">
                  <a16:creationId xmlns:a16="http://schemas.microsoft.com/office/drawing/2014/main" id="{BFBC7AFC-8B5A-479F-3F5E-9F8C16B9CA43}"/>
                </a:ext>
              </a:extLst>
            </p:cNvPr>
            <p:cNvSpPr/>
            <p:nvPr/>
          </p:nvSpPr>
          <p:spPr>
            <a:xfrm>
              <a:off x="11129700" y="5537124"/>
              <a:ext cx="11279" cy="8998"/>
            </a:xfrm>
            <a:custGeom>
              <a:avLst/>
              <a:gdLst>
                <a:gd name="connsiteX0" fmla="*/ 11280 w 11279"/>
                <a:gd name="connsiteY0" fmla="*/ 4563 h 8998"/>
                <a:gd name="connsiteX1" fmla="*/ 5703 w 11279"/>
                <a:gd name="connsiteY1" fmla="*/ 8998 h 8998"/>
                <a:gd name="connsiteX2" fmla="*/ 0 w 11279"/>
                <a:gd name="connsiteY2" fmla="*/ 4563 h 8998"/>
                <a:gd name="connsiteX3" fmla="*/ 5703 w 11279"/>
                <a:gd name="connsiteY3" fmla="*/ 0 h 8998"/>
                <a:gd name="connsiteX4" fmla="*/ 11280 w 11279"/>
                <a:gd name="connsiteY4" fmla="*/ 4563 h 8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79" h="8998">
                  <a:moveTo>
                    <a:pt x="11280" y="4563"/>
                  </a:moveTo>
                  <a:lnTo>
                    <a:pt x="5703" y="8998"/>
                  </a:lnTo>
                  <a:lnTo>
                    <a:pt x="0" y="4563"/>
                  </a:lnTo>
                  <a:lnTo>
                    <a:pt x="5703" y="0"/>
                  </a:lnTo>
                  <a:lnTo>
                    <a:pt x="11280" y="456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59" name="Freeform: Shape 5158">
              <a:extLst>
                <a:ext uri="{FF2B5EF4-FFF2-40B4-BE49-F238E27FC236}">
                  <a16:creationId xmlns:a16="http://schemas.microsoft.com/office/drawing/2014/main" id="{0C9167F1-FA4D-0F55-7D79-E530AC6B1507}"/>
                </a:ext>
              </a:extLst>
            </p:cNvPr>
            <p:cNvSpPr/>
            <p:nvPr/>
          </p:nvSpPr>
          <p:spPr>
            <a:xfrm>
              <a:off x="11067599" y="5629007"/>
              <a:ext cx="9758" cy="7731"/>
            </a:xfrm>
            <a:custGeom>
              <a:avLst/>
              <a:gdLst>
                <a:gd name="connsiteX0" fmla="*/ 9758 w 9758"/>
                <a:gd name="connsiteY0" fmla="*/ 3929 h 7731"/>
                <a:gd name="connsiteX1" fmla="*/ 4815 w 9758"/>
                <a:gd name="connsiteY1" fmla="*/ 7731 h 7731"/>
                <a:gd name="connsiteX2" fmla="*/ 0 w 9758"/>
                <a:gd name="connsiteY2" fmla="*/ 3929 h 7731"/>
                <a:gd name="connsiteX3" fmla="*/ 4815 w 9758"/>
                <a:gd name="connsiteY3" fmla="*/ 0 h 7731"/>
                <a:gd name="connsiteX4" fmla="*/ 9758 w 9758"/>
                <a:gd name="connsiteY4" fmla="*/ 3929 h 7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58" h="7731">
                  <a:moveTo>
                    <a:pt x="9758" y="3929"/>
                  </a:moveTo>
                  <a:lnTo>
                    <a:pt x="4815" y="7731"/>
                  </a:lnTo>
                  <a:lnTo>
                    <a:pt x="0" y="3929"/>
                  </a:lnTo>
                  <a:lnTo>
                    <a:pt x="4815" y="0"/>
                  </a:lnTo>
                  <a:lnTo>
                    <a:pt x="9758" y="392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60" name="Freeform: Shape 5159">
              <a:extLst>
                <a:ext uri="{FF2B5EF4-FFF2-40B4-BE49-F238E27FC236}">
                  <a16:creationId xmlns:a16="http://schemas.microsoft.com/office/drawing/2014/main" id="{54A04356-2D1A-5255-130B-793D2B7A2FEE}"/>
                </a:ext>
              </a:extLst>
            </p:cNvPr>
            <p:cNvSpPr/>
            <p:nvPr/>
          </p:nvSpPr>
          <p:spPr>
            <a:xfrm>
              <a:off x="11002330" y="5719243"/>
              <a:ext cx="9251" cy="7350"/>
            </a:xfrm>
            <a:custGeom>
              <a:avLst/>
              <a:gdLst>
                <a:gd name="connsiteX0" fmla="*/ 9251 w 9251"/>
                <a:gd name="connsiteY0" fmla="*/ 3675 h 7350"/>
                <a:gd name="connsiteX1" fmla="*/ 4562 w 9251"/>
                <a:gd name="connsiteY1" fmla="*/ 7351 h 7350"/>
                <a:gd name="connsiteX2" fmla="*/ 0 w 9251"/>
                <a:gd name="connsiteY2" fmla="*/ 3675 h 7350"/>
                <a:gd name="connsiteX3" fmla="*/ 4562 w 9251"/>
                <a:gd name="connsiteY3" fmla="*/ 0 h 7350"/>
                <a:gd name="connsiteX4" fmla="*/ 9251 w 9251"/>
                <a:gd name="connsiteY4" fmla="*/ 3675 h 7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51" h="7350">
                  <a:moveTo>
                    <a:pt x="9251" y="3675"/>
                  </a:moveTo>
                  <a:lnTo>
                    <a:pt x="4562" y="7351"/>
                  </a:lnTo>
                  <a:lnTo>
                    <a:pt x="0" y="3675"/>
                  </a:lnTo>
                  <a:lnTo>
                    <a:pt x="4562" y="0"/>
                  </a:lnTo>
                  <a:lnTo>
                    <a:pt x="9251" y="367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61" name="Freeform: Shape 5160">
              <a:extLst>
                <a:ext uri="{FF2B5EF4-FFF2-40B4-BE49-F238E27FC236}">
                  <a16:creationId xmlns:a16="http://schemas.microsoft.com/office/drawing/2014/main" id="{083169BA-F706-FA61-044B-4D9B3F557037}"/>
                </a:ext>
              </a:extLst>
            </p:cNvPr>
            <p:cNvSpPr/>
            <p:nvPr/>
          </p:nvSpPr>
          <p:spPr>
            <a:xfrm>
              <a:off x="10934780" y="5808592"/>
              <a:ext cx="7857" cy="6336"/>
            </a:xfrm>
            <a:custGeom>
              <a:avLst/>
              <a:gdLst>
                <a:gd name="connsiteX0" fmla="*/ 7858 w 7857"/>
                <a:gd name="connsiteY0" fmla="*/ 3168 h 6336"/>
                <a:gd name="connsiteX1" fmla="*/ 3929 w 7857"/>
                <a:gd name="connsiteY1" fmla="*/ 6337 h 6336"/>
                <a:gd name="connsiteX2" fmla="*/ 0 w 7857"/>
                <a:gd name="connsiteY2" fmla="*/ 3168 h 6336"/>
                <a:gd name="connsiteX3" fmla="*/ 3929 w 7857"/>
                <a:gd name="connsiteY3" fmla="*/ 0 h 6336"/>
                <a:gd name="connsiteX4" fmla="*/ 7858 w 7857"/>
                <a:gd name="connsiteY4" fmla="*/ 3168 h 6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57" h="6336">
                  <a:moveTo>
                    <a:pt x="7858" y="3168"/>
                  </a:moveTo>
                  <a:lnTo>
                    <a:pt x="3929" y="6337"/>
                  </a:lnTo>
                  <a:lnTo>
                    <a:pt x="0" y="3168"/>
                  </a:lnTo>
                  <a:lnTo>
                    <a:pt x="3929" y="0"/>
                  </a:lnTo>
                  <a:lnTo>
                    <a:pt x="7858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62" name="Freeform: Shape 5161">
              <a:extLst>
                <a:ext uri="{FF2B5EF4-FFF2-40B4-BE49-F238E27FC236}">
                  <a16:creationId xmlns:a16="http://schemas.microsoft.com/office/drawing/2014/main" id="{C2791356-1343-2360-32E8-C5E108FFDF21}"/>
                </a:ext>
              </a:extLst>
            </p:cNvPr>
            <p:cNvSpPr/>
            <p:nvPr/>
          </p:nvSpPr>
          <p:spPr>
            <a:xfrm>
              <a:off x="10864061" y="5896167"/>
              <a:ext cx="7858" cy="6209"/>
            </a:xfrm>
            <a:custGeom>
              <a:avLst/>
              <a:gdLst>
                <a:gd name="connsiteX0" fmla="*/ 7858 w 7858"/>
                <a:gd name="connsiteY0" fmla="*/ 3168 h 6209"/>
                <a:gd name="connsiteX1" fmla="*/ 3930 w 7858"/>
                <a:gd name="connsiteY1" fmla="*/ 6210 h 6209"/>
                <a:gd name="connsiteX2" fmla="*/ 0 w 7858"/>
                <a:gd name="connsiteY2" fmla="*/ 3168 h 6209"/>
                <a:gd name="connsiteX3" fmla="*/ 3930 w 7858"/>
                <a:gd name="connsiteY3" fmla="*/ 0 h 6209"/>
                <a:gd name="connsiteX4" fmla="*/ 7858 w 7858"/>
                <a:gd name="connsiteY4" fmla="*/ 3168 h 6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58" h="6209">
                  <a:moveTo>
                    <a:pt x="7858" y="3168"/>
                  </a:moveTo>
                  <a:lnTo>
                    <a:pt x="3930" y="6210"/>
                  </a:lnTo>
                  <a:lnTo>
                    <a:pt x="0" y="3168"/>
                  </a:lnTo>
                  <a:lnTo>
                    <a:pt x="3930" y="0"/>
                  </a:lnTo>
                  <a:lnTo>
                    <a:pt x="7858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63" name="Freeform: Shape 5162">
              <a:extLst>
                <a:ext uri="{FF2B5EF4-FFF2-40B4-BE49-F238E27FC236}">
                  <a16:creationId xmlns:a16="http://schemas.microsoft.com/office/drawing/2014/main" id="{EDF622B8-2C49-5C61-872C-94CF2ECBE4C3}"/>
                </a:ext>
              </a:extLst>
            </p:cNvPr>
            <p:cNvSpPr/>
            <p:nvPr/>
          </p:nvSpPr>
          <p:spPr>
            <a:xfrm>
              <a:off x="10791441" y="5982981"/>
              <a:ext cx="6463" cy="5069"/>
            </a:xfrm>
            <a:custGeom>
              <a:avLst/>
              <a:gdLst>
                <a:gd name="connsiteX0" fmla="*/ 6464 w 6463"/>
                <a:gd name="connsiteY0" fmla="*/ 2535 h 5069"/>
                <a:gd name="connsiteX1" fmla="*/ 3168 w 6463"/>
                <a:gd name="connsiteY1" fmla="*/ 5070 h 5069"/>
                <a:gd name="connsiteX2" fmla="*/ 0 w 6463"/>
                <a:gd name="connsiteY2" fmla="*/ 2535 h 5069"/>
                <a:gd name="connsiteX3" fmla="*/ 3168 w 6463"/>
                <a:gd name="connsiteY3" fmla="*/ 0 h 5069"/>
                <a:gd name="connsiteX4" fmla="*/ 6464 w 6463"/>
                <a:gd name="connsiteY4" fmla="*/ 2535 h 5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069">
                  <a:moveTo>
                    <a:pt x="6464" y="2535"/>
                  </a:moveTo>
                  <a:lnTo>
                    <a:pt x="3168" y="5070"/>
                  </a:lnTo>
                  <a:lnTo>
                    <a:pt x="0" y="2535"/>
                  </a:lnTo>
                  <a:lnTo>
                    <a:pt x="3168" y="0"/>
                  </a:lnTo>
                  <a:lnTo>
                    <a:pt x="6464" y="253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64" name="Freeform: Shape 5163">
              <a:extLst>
                <a:ext uri="{FF2B5EF4-FFF2-40B4-BE49-F238E27FC236}">
                  <a16:creationId xmlns:a16="http://schemas.microsoft.com/office/drawing/2014/main" id="{0FE9727F-D695-1FB2-9784-9B54C57CD119}"/>
                </a:ext>
              </a:extLst>
            </p:cNvPr>
            <p:cNvSpPr/>
            <p:nvPr/>
          </p:nvSpPr>
          <p:spPr>
            <a:xfrm>
              <a:off x="10716160" y="6068274"/>
              <a:ext cx="5322" cy="4182"/>
            </a:xfrm>
            <a:custGeom>
              <a:avLst/>
              <a:gdLst>
                <a:gd name="connsiteX0" fmla="*/ 5323 w 5322"/>
                <a:gd name="connsiteY0" fmla="*/ 2155 h 4182"/>
                <a:gd name="connsiteX1" fmla="*/ 2662 w 5322"/>
                <a:gd name="connsiteY1" fmla="*/ 4182 h 4182"/>
                <a:gd name="connsiteX2" fmla="*/ 0 w 5322"/>
                <a:gd name="connsiteY2" fmla="*/ 2155 h 4182"/>
                <a:gd name="connsiteX3" fmla="*/ 2662 w 5322"/>
                <a:gd name="connsiteY3" fmla="*/ 0 h 4182"/>
                <a:gd name="connsiteX4" fmla="*/ 5323 w 5322"/>
                <a:gd name="connsiteY4" fmla="*/ 2155 h 4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22" h="4182">
                  <a:moveTo>
                    <a:pt x="5323" y="2155"/>
                  </a:moveTo>
                  <a:lnTo>
                    <a:pt x="2662" y="4182"/>
                  </a:lnTo>
                  <a:lnTo>
                    <a:pt x="0" y="2155"/>
                  </a:lnTo>
                  <a:lnTo>
                    <a:pt x="2662" y="0"/>
                  </a:lnTo>
                  <a:lnTo>
                    <a:pt x="5323" y="215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65" name="Freeform: Shape 5164">
              <a:extLst>
                <a:ext uri="{FF2B5EF4-FFF2-40B4-BE49-F238E27FC236}">
                  <a16:creationId xmlns:a16="http://schemas.microsoft.com/office/drawing/2014/main" id="{F7247A72-0FCD-EEE1-1B52-5B8380D20679}"/>
                </a:ext>
              </a:extLst>
            </p:cNvPr>
            <p:cNvSpPr/>
            <p:nvPr/>
          </p:nvSpPr>
          <p:spPr>
            <a:xfrm>
              <a:off x="10638091" y="6151920"/>
              <a:ext cx="4816" cy="3675"/>
            </a:xfrm>
            <a:custGeom>
              <a:avLst/>
              <a:gdLst>
                <a:gd name="connsiteX0" fmla="*/ 4816 w 4816"/>
                <a:gd name="connsiteY0" fmla="*/ 1901 h 3675"/>
                <a:gd name="connsiteX1" fmla="*/ 2408 w 4816"/>
                <a:gd name="connsiteY1" fmla="*/ 3675 h 3675"/>
                <a:gd name="connsiteX2" fmla="*/ 0 w 4816"/>
                <a:gd name="connsiteY2" fmla="*/ 1901 h 3675"/>
                <a:gd name="connsiteX3" fmla="*/ 2408 w 4816"/>
                <a:gd name="connsiteY3" fmla="*/ 0 h 3675"/>
                <a:gd name="connsiteX4" fmla="*/ 4816 w 4816"/>
                <a:gd name="connsiteY4" fmla="*/ 1901 h 3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16" h="3675">
                  <a:moveTo>
                    <a:pt x="4816" y="1901"/>
                  </a:moveTo>
                  <a:lnTo>
                    <a:pt x="2408" y="3675"/>
                  </a:lnTo>
                  <a:lnTo>
                    <a:pt x="0" y="1901"/>
                  </a:lnTo>
                  <a:lnTo>
                    <a:pt x="2408" y="0"/>
                  </a:lnTo>
                  <a:lnTo>
                    <a:pt x="4816" y="190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66" name="Freeform: Shape 5165">
              <a:extLst>
                <a:ext uri="{FF2B5EF4-FFF2-40B4-BE49-F238E27FC236}">
                  <a16:creationId xmlns:a16="http://schemas.microsoft.com/office/drawing/2014/main" id="{96385C21-7BA0-AC07-4B30-52B237EC34C0}"/>
                </a:ext>
              </a:extLst>
            </p:cNvPr>
            <p:cNvSpPr/>
            <p:nvPr/>
          </p:nvSpPr>
          <p:spPr>
            <a:xfrm>
              <a:off x="10557994" y="6234298"/>
              <a:ext cx="3548" cy="2788"/>
            </a:xfrm>
            <a:custGeom>
              <a:avLst/>
              <a:gdLst>
                <a:gd name="connsiteX0" fmla="*/ 3548 w 3548"/>
                <a:gd name="connsiteY0" fmla="*/ 1521 h 2788"/>
                <a:gd name="connsiteX1" fmla="*/ 1774 w 3548"/>
                <a:gd name="connsiteY1" fmla="*/ 2788 h 2788"/>
                <a:gd name="connsiteX2" fmla="*/ 0 w 3548"/>
                <a:gd name="connsiteY2" fmla="*/ 1521 h 2788"/>
                <a:gd name="connsiteX3" fmla="*/ 1774 w 3548"/>
                <a:gd name="connsiteY3" fmla="*/ 0 h 2788"/>
                <a:gd name="connsiteX4" fmla="*/ 3548 w 3548"/>
                <a:gd name="connsiteY4" fmla="*/ 1521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8" y="1521"/>
                  </a:moveTo>
                  <a:lnTo>
                    <a:pt x="1774" y="2788"/>
                  </a:lnTo>
                  <a:lnTo>
                    <a:pt x="0" y="1521"/>
                  </a:lnTo>
                  <a:lnTo>
                    <a:pt x="1774" y="0"/>
                  </a:lnTo>
                  <a:lnTo>
                    <a:pt x="3548" y="152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67" name="Freeform: Shape 5166">
              <a:extLst>
                <a:ext uri="{FF2B5EF4-FFF2-40B4-BE49-F238E27FC236}">
                  <a16:creationId xmlns:a16="http://schemas.microsoft.com/office/drawing/2014/main" id="{40AF70C5-5F98-7FB1-FAFF-C37E1CF850AB}"/>
                </a:ext>
              </a:extLst>
            </p:cNvPr>
            <p:cNvSpPr/>
            <p:nvPr/>
          </p:nvSpPr>
          <p:spPr>
            <a:xfrm>
              <a:off x="10475489" y="6315282"/>
              <a:ext cx="2408" cy="1774"/>
            </a:xfrm>
            <a:custGeom>
              <a:avLst/>
              <a:gdLst>
                <a:gd name="connsiteX0" fmla="*/ 2408 w 2408"/>
                <a:gd name="connsiteY0" fmla="*/ 887 h 1774"/>
                <a:gd name="connsiteX1" fmla="*/ 1267 w 2408"/>
                <a:gd name="connsiteY1" fmla="*/ 1774 h 1774"/>
                <a:gd name="connsiteX2" fmla="*/ 0 w 2408"/>
                <a:gd name="connsiteY2" fmla="*/ 887 h 1774"/>
                <a:gd name="connsiteX3" fmla="*/ 1267 w 2408"/>
                <a:gd name="connsiteY3" fmla="*/ 0 h 1774"/>
                <a:gd name="connsiteX4" fmla="*/ 2408 w 2408"/>
                <a:gd name="connsiteY4" fmla="*/ 887 h 1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8" h="1774">
                  <a:moveTo>
                    <a:pt x="2408" y="887"/>
                  </a:moveTo>
                  <a:lnTo>
                    <a:pt x="1267" y="1774"/>
                  </a:lnTo>
                  <a:lnTo>
                    <a:pt x="0" y="887"/>
                  </a:lnTo>
                  <a:lnTo>
                    <a:pt x="1267" y="0"/>
                  </a:lnTo>
                  <a:lnTo>
                    <a:pt x="2408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68" name="Freeform: Shape 5167">
              <a:extLst>
                <a:ext uri="{FF2B5EF4-FFF2-40B4-BE49-F238E27FC236}">
                  <a16:creationId xmlns:a16="http://schemas.microsoft.com/office/drawing/2014/main" id="{E017B598-0B27-A947-D65E-C45645642831}"/>
                </a:ext>
              </a:extLst>
            </p:cNvPr>
            <p:cNvSpPr/>
            <p:nvPr/>
          </p:nvSpPr>
          <p:spPr>
            <a:xfrm>
              <a:off x="10390069" y="6394112"/>
              <a:ext cx="2408" cy="1900"/>
            </a:xfrm>
            <a:custGeom>
              <a:avLst/>
              <a:gdLst>
                <a:gd name="connsiteX0" fmla="*/ 2408 w 2408"/>
                <a:gd name="connsiteY0" fmla="*/ 1014 h 1900"/>
                <a:gd name="connsiteX1" fmla="*/ 1267 w 2408"/>
                <a:gd name="connsiteY1" fmla="*/ 1901 h 1900"/>
                <a:gd name="connsiteX2" fmla="*/ 0 w 2408"/>
                <a:gd name="connsiteY2" fmla="*/ 1014 h 1900"/>
                <a:gd name="connsiteX3" fmla="*/ 1267 w 2408"/>
                <a:gd name="connsiteY3" fmla="*/ 0 h 1900"/>
                <a:gd name="connsiteX4" fmla="*/ 2408 w 2408"/>
                <a:gd name="connsiteY4" fmla="*/ 1014 h 1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8" h="1900">
                  <a:moveTo>
                    <a:pt x="2408" y="1014"/>
                  </a:moveTo>
                  <a:lnTo>
                    <a:pt x="1267" y="1901"/>
                  </a:lnTo>
                  <a:lnTo>
                    <a:pt x="0" y="1014"/>
                  </a:lnTo>
                  <a:lnTo>
                    <a:pt x="1267" y="0"/>
                  </a:lnTo>
                  <a:lnTo>
                    <a:pt x="2408" y="101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69" name="Freeform: Shape 5168">
              <a:extLst>
                <a:ext uri="{FF2B5EF4-FFF2-40B4-BE49-F238E27FC236}">
                  <a16:creationId xmlns:a16="http://schemas.microsoft.com/office/drawing/2014/main" id="{5ED188A0-AE4D-97BE-A4F8-E78A55B81BD8}"/>
                </a:ext>
              </a:extLst>
            </p:cNvPr>
            <p:cNvSpPr/>
            <p:nvPr/>
          </p:nvSpPr>
          <p:spPr>
            <a:xfrm>
              <a:off x="10302874" y="6471801"/>
              <a:ext cx="1393" cy="1140"/>
            </a:xfrm>
            <a:custGeom>
              <a:avLst/>
              <a:gdLst>
                <a:gd name="connsiteX0" fmla="*/ 1394 w 1393"/>
                <a:gd name="connsiteY0" fmla="*/ 507 h 1140"/>
                <a:gd name="connsiteX1" fmla="*/ 634 w 1393"/>
                <a:gd name="connsiteY1" fmla="*/ 1141 h 1140"/>
                <a:gd name="connsiteX2" fmla="*/ 0 w 1393"/>
                <a:gd name="connsiteY2" fmla="*/ 507 h 1140"/>
                <a:gd name="connsiteX3" fmla="*/ 634 w 1393"/>
                <a:gd name="connsiteY3" fmla="*/ 0 h 1140"/>
                <a:gd name="connsiteX4" fmla="*/ 1394 w 1393"/>
                <a:gd name="connsiteY4" fmla="*/ 507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3" h="1140">
                  <a:moveTo>
                    <a:pt x="1394" y="507"/>
                  </a:moveTo>
                  <a:lnTo>
                    <a:pt x="634" y="1141"/>
                  </a:lnTo>
                  <a:lnTo>
                    <a:pt x="0" y="507"/>
                  </a:lnTo>
                  <a:lnTo>
                    <a:pt x="634" y="0"/>
                  </a:lnTo>
                  <a:lnTo>
                    <a:pt x="1394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70" name="Freeform: Shape 5169">
              <a:extLst>
                <a:ext uri="{FF2B5EF4-FFF2-40B4-BE49-F238E27FC236}">
                  <a16:creationId xmlns:a16="http://schemas.microsoft.com/office/drawing/2014/main" id="{5455E43D-34D7-23B8-7A5E-2B68CCC5F1AC}"/>
                </a:ext>
              </a:extLst>
            </p:cNvPr>
            <p:cNvSpPr/>
            <p:nvPr/>
          </p:nvSpPr>
          <p:spPr>
            <a:xfrm>
              <a:off x="10213399" y="6547843"/>
              <a:ext cx="379" cy="252"/>
            </a:xfrm>
            <a:custGeom>
              <a:avLst/>
              <a:gdLst>
                <a:gd name="connsiteX0" fmla="*/ 380 w 379"/>
                <a:gd name="connsiteY0" fmla="*/ 126 h 252"/>
                <a:gd name="connsiteX1" fmla="*/ 127 w 379"/>
                <a:gd name="connsiteY1" fmla="*/ 253 h 252"/>
                <a:gd name="connsiteX2" fmla="*/ 0 w 379"/>
                <a:gd name="connsiteY2" fmla="*/ 126 h 252"/>
                <a:gd name="connsiteX3" fmla="*/ 127 w 379"/>
                <a:gd name="connsiteY3" fmla="*/ 0 h 252"/>
                <a:gd name="connsiteX4" fmla="*/ 380 w 379"/>
                <a:gd name="connsiteY4" fmla="*/ 126 h 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" h="252">
                  <a:moveTo>
                    <a:pt x="380" y="126"/>
                  </a:moveTo>
                  <a:lnTo>
                    <a:pt x="127" y="253"/>
                  </a:lnTo>
                  <a:lnTo>
                    <a:pt x="0" y="126"/>
                  </a:lnTo>
                  <a:lnTo>
                    <a:pt x="127" y="0"/>
                  </a:lnTo>
                  <a:lnTo>
                    <a:pt x="380" y="12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71" name="Freeform: Shape 5170">
              <a:extLst>
                <a:ext uri="{FF2B5EF4-FFF2-40B4-BE49-F238E27FC236}">
                  <a16:creationId xmlns:a16="http://schemas.microsoft.com/office/drawing/2014/main" id="{696A2608-A3E5-1EB7-3BB2-361D188F8BE1}"/>
                </a:ext>
              </a:extLst>
            </p:cNvPr>
            <p:cNvSpPr/>
            <p:nvPr/>
          </p:nvSpPr>
          <p:spPr>
            <a:xfrm>
              <a:off x="10026843" y="6693970"/>
              <a:ext cx="507" cy="506"/>
            </a:xfrm>
            <a:custGeom>
              <a:avLst/>
              <a:gdLst>
                <a:gd name="connsiteX0" fmla="*/ 507 w 507"/>
                <a:gd name="connsiteY0" fmla="*/ 254 h 506"/>
                <a:gd name="connsiteX1" fmla="*/ 254 w 507"/>
                <a:gd name="connsiteY1" fmla="*/ 507 h 506"/>
                <a:gd name="connsiteX2" fmla="*/ 0 w 507"/>
                <a:gd name="connsiteY2" fmla="*/ 254 h 506"/>
                <a:gd name="connsiteX3" fmla="*/ 254 w 507"/>
                <a:gd name="connsiteY3" fmla="*/ 0 h 506"/>
                <a:gd name="connsiteX4" fmla="*/ 507 w 507"/>
                <a:gd name="connsiteY4" fmla="*/ 254 h 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7" h="506">
                  <a:moveTo>
                    <a:pt x="507" y="254"/>
                  </a:moveTo>
                  <a:lnTo>
                    <a:pt x="254" y="507"/>
                  </a:lnTo>
                  <a:lnTo>
                    <a:pt x="0" y="254"/>
                  </a:lnTo>
                  <a:lnTo>
                    <a:pt x="254" y="0"/>
                  </a:lnTo>
                  <a:lnTo>
                    <a:pt x="507" y="2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72" name="Freeform: Shape 5171">
              <a:extLst>
                <a:ext uri="{FF2B5EF4-FFF2-40B4-BE49-F238E27FC236}">
                  <a16:creationId xmlns:a16="http://schemas.microsoft.com/office/drawing/2014/main" id="{7BFAAEBB-B1B9-AD2E-D395-D4D08DFDC12D}"/>
                </a:ext>
              </a:extLst>
            </p:cNvPr>
            <p:cNvSpPr/>
            <p:nvPr/>
          </p:nvSpPr>
          <p:spPr>
            <a:xfrm>
              <a:off x="9929637" y="6763801"/>
              <a:ext cx="2154" cy="1774"/>
            </a:xfrm>
            <a:custGeom>
              <a:avLst/>
              <a:gdLst>
                <a:gd name="connsiteX0" fmla="*/ 2154 w 2154"/>
                <a:gd name="connsiteY0" fmla="*/ 887 h 1774"/>
                <a:gd name="connsiteX1" fmla="*/ 1014 w 2154"/>
                <a:gd name="connsiteY1" fmla="*/ 1774 h 1774"/>
                <a:gd name="connsiteX2" fmla="*/ 0 w 2154"/>
                <a:gd name="connsiteY2" fmla="*/ 887 h 1774"/>
                <a:gd name="connsiteX3" fmla="*/ 1014 w 2154"/>
                <a:gd name="connsiteY3" fmla="*/ 0 h 1774"/>
                <a:gd name="connsiteX4" fmla="*/ 2154 w 2154"/>
                <a:gd name="connsiteY4" fmla="*/ 887 h 1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4" h="1774">
                  <a:moveTo>
                    <a:pt x="2154" y="887"/>
                  </a:moveTo>
                  <a:lnTo>
                    <a:pt x="1014" y="1774"/>
                  </a:lnTo>
                  <a:lnTo>
                    <a:pt x="0" y="887"/>
                  </a:lnTo>
                  <a:lnTo>
                    <a:pt x="1014" y="0"/>
                  </a:lnTo>
                  <a:lnTo>
                    <a:pt x="2154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73" name="Freeform: Shape 5172">
              <a:extLst>
                <a:ext uri="{FF2B5EF4-FFF2-40B4-BE49-F238E27FC236}">
                  <a16:creationId xmlns:a16="http://schemas.microsoft.com/office/drawing/2014/main" id="{696FB51F-DC96-FA08-CC27-982568C393EB}"/>
                </a:ext>
              </a:extLst>
            </p:cNvPr>
            <p:cNvSpPr/>
            <p:nvPr/>
          </p:nvSpPr>
          <p:spPr>
            <a:xfrm>
              <a:off x="2468944" y="6815129"/>
              <a:ext cx="39921" cy="9758"/>
            </a:xfrm>
            <a:custGeom>
              <a:avLst/>
              <a:gdLst>
                <a:gd name="connsiteX0" fmla="*/ 20024 w 39921"/>
                <a:gd name="connsiteY0" fmla="*/ 0 h 9758"/>
                <a:gd name="connsiteX1" fmla="*/ 0 w 39921"/>
                <a:gd name="connsiteY1" fmla="*/ 9759 h 9758"/>
                <a:gd name="connsiteX2" fmla="*/ 39922 w 39921"/>
                <a:gd name="connsiteY2" fmla="*/ 9759 h 9758"/>
                <a:gd name="connsiteX3" fmla="*/ 19898 w 39921"/>
                <a:gd name="connsiteY3" fmla="*/ 0 h 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921" h="9758">
                  <a:moveTo>
                    <a:pt x="20024" y="0"/>
                  </a:moveTo>
                  <a:cubicBezTo>
                    <a:pt x="11279" y="0"/>
                    <a:pt x="3929" y="4056"/>
                    <a:pt x="0" y="9759"/>
                  </a:cubicBezTo>
                  <a:lnTo>
                    <a:pt x="39922" y="9759"/>
                  </a:lnTo>
                  <a:cubicBezTo>
                    <a:pt x="35993" y="4056"/>
                    <a:pt x="28642" y="0"/>
                    <a:pt x="19898" y="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74" name="Freeform: Shape 5173">
              <a:extLst>
                <a:ext uri="{FF2B5EF4-FFF2-40B4-BE49-F238E27FC236}">
                  <a16:creationId xmlns:a16="http://schemas.microsoft.com/office/drawing/2014/main" id="{E89556E7-E6F7-1882-1F12-C3555209BCEA}"/>
                </a:ext>
              </a:extLst>
            </p:cNvPr>
            <p:cNvSpPr/>
            <p:nvPr/>
          </p:nvSpPr>
          <p:spPr>
            <a:xfrm>
              <a:off x="2367682" y="6746438"/>
              <a:ext cx="45878" cy="36500"/>
            </a:xfrm>
            <a:custGeom>
              <a:avLst/>
              <a:gdLst>
                <a:gd name="connsiteX0" fmla="*/ 45878 w 45878"/>
                <a:gd name="connsiteY0" fmla="*/ 18250 h 36500"/>
                <a:gd name="connsiteX1" fmla="*/ 22939 w 45878"/>
                <a:gd name="connsiteY1" fmla="*/ 36500 h 36500"/>
                <a:gd name="connsiteX2" fmla="*/ 0 w 45878"/>
                <a:gd name="connsiteY2" fmla="*/ 18250 h 36500"/>
                <a:gd name="connsiteX3" fmla="*/ 22939 w 45878"/>
                <a:gd name="connsiteY3" fmla="*/ 0 h 36500"/>
                <a:gd name="connsiteX4" fmla="*/ 45878 w 45878"/>
                <a:gd name="connsiteY4" fmla="*/ 18250 h 36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878" h="36500">
                  <a:moveTo>
                    <a:pt x="45878" y="18250"/>
                  </a:moveTo>
                  <a:cubicBezTo>
                    <a:pt x="45878" y="28389"/>
                    <a:pt x="35613" y="36500"/>
                    <a:pt x="22939" y="36500"/>
                  </a:cubicBezTo>
                  <a:cubicBezTo>
                    <a:pt x="10266" y="36500"/>
                    <a:pt x="0" y="28389"/>
                    <a:pt x="0" y="18250"/>
                  </a:cubicBezTo>
                  <a:cubicBezTo>
                    <a:pt x="0" y="8111"/>
                    <a:pt x="10266" y="0"/>
                    <a:pt x="22939" y="0"/>
                  </a:cubicBezTo>
                  <a:cubicBezTo>
                    <a:pt x="35613" y="0"/>
                    <a:pt x="45878" y="8111"/>
                    <a:pt x="45878" y="1825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75" name="Freeform: Shape 5174">
              <a:extLst>
                <a:ext uri="{FF2B5EF4-FFF2-40B4-BE49-F238E27FC236}">
                  <a16:creationId xmlns:a16="http://schemas.microsoft.com/office/drawing/2014/main" id="{16ADD5A7-35AB-7F68-7BB3-77A1904876DA}"/>
                </a:ext>
              </a:extLst>
            </p:cNvPr>
            <p:cNvSpPr/>
            <p:nvPr/>
          </p:nvSpPr>
          <p:spPr>
            <a:xfrm>
              <a:off x="2271236" y="6675973"/>
              <a:ext cx="45878" cy="36500"/>
            </a:xfrm>
            <a:custGeom>
              <a:avLst/>
              <a:gdLst>
                <a:gd name="connsiteX0" fmla="*/ 45878 w 45878"/>
                <a:gd name="connsiteY0" fmla="*/ 18250 h 36500"/>
                <a:gd name="connsiteX1" fmla="*/ 22939 w 45878"/>
                <a:gd name="connsiteY1" fmla="*/ 36500 h 36500"/>
                <a:gd name="connsiteX2" fmla="*/ 0 w 45878"/>
                <a:gd name="connsiteY2" fmla="*/ 18250 h 36500"/>
                <a:gd name="connsiteX3" fmla="*/ 22939 w 45878"/>
                <a:gd name="connsiteY3" fmla="*/ 0 h 36500"/>
                <a:gd name="connsiteX4" fmla="*/ 45878 w 45878"/>
                <a:gd name="connsiteY4" fmla="*/ 18250 h 36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878" h="36500">
                  <a:moveTo>
                    <a:pt x="45878" y="18250"/>
                  </a:moveTo>
                  <a:cubicBezTo>
                    <a:pt x="45878" y="28262"/>
                    <a:pt x="35613" y="36500"/>
                    <a:pt x="22939" y="36500"/>
                  </a:cubicBezTo>
                  <a:cubicBezTo>
                    <a:pt x="10266" y="36500"/>
                    <a:pt x="0" y="28262"/>
                    <a:pt x="0" y="18250"/>
                  </a:cubicBezTo>
                  <a:cubicBezTo>
                    <a:pt x="0" y="8237"/>
                    <a:pt x="10266" y="0"/>
                    <a:pt x="22939" y="0"/>
                  </a:cubicBezTo>
                  <a:cubicBezTo>
                    <a:pt x="35613" y="0"/>
                    <a:pt x="45878" y="8237"/>
                    <a:pt x="45878" y="1825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76" name="Freeform: Shape 5175">
              <a:extLst>
                <a:ext uri="{FF2B5EF4-FFF2-40B4-BE49-F238E27FC236}">
                  <a16:creationId xmlns:a16="http://schemas.microsoft.com/office/drawing/2014/main" id="{30108FC9-3E00-90BF-4D99-BFDEE1E200F9}"/>
                </a:ext>
              </a:extLst>
            </p:cNvPr>
            <p:cNvSpPr/>
            <p:nvPr/>
          </p:nvSpPr>
          <p:spPr>
            <a:xfrm>
              <a:off x="2176564" y="6603480"/>
              <a:ext cx="46638" cy="37007"/>
            </a:xfrm>
            <a:custGeom>
              <a:avLst/>
              <a:gdLst>
                <a:gd name="connsiteX0" fmla="*/ 46639 w 46638"/>
                <a:gd name="connsiteY0" fmla="*/ 18504 h 37007"/>
                <a:gd name="connsiteX1" fmla="*/ 23319 w 46638"/>
                <a:gd name="connsiteY1" fmla="*/ 37007 h 37007"/>
                <a:gd name="connsiteX2" fmla="*/ 0 w 46638"/>
                <a:gd name="connsiteY2" fmla="*/ 18504 h 37007"/>
                <a:gd name="connsiteX3" fmla="*/ 23319 w 46638"/>
                <a:gd name="connsiteY3" fmla="*/ 0 h 37007"/>
                <a:gd name="connsiteX4" fmla="*/ 46639 w 46638"/>
                <a:gd name="connsiteY4" fmla="*/ 18504 h 37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37007">
                  <a:moveTo>
                    <a:pt x="46639" y="18504"/>
                  </a:moveTo>
                  <a:cubicBezTo>
                    <a:pt x="46639" y="28642"/>
                    <a:pt x="36120" y="37007"/>
                    <a:pt x="23319" y="37007"/>
                  </a:cubicBezTo>
                  <a:cubicBezTo>
                    <a:pt x="10519" y="37007"/>
                    <a:pt x="0" y="28642"/>
                    <a:pt x="0" y="18504"/>
                  </a:cubicBezTo>
                  <a:cubicBezTo>
                    <a:pt x="0" y="8365"/>
                    <a:pt x="10519" y="0"/>
                    <a:pt x="23319" y="0"/>
                  </a:cubicBezTo>
                  <a:cubicBezTo>
                    <a:pt x="36120" y="0"/>
                    <a:pt x="46639" y="8365"/>
                    <a:pt x="46639" y="1850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77" name="Freeform: Shape 5176">
              <a:extLst>
                <a:ext uri="{FF2B5EF4-FFF2-40B4-BE49-F238E27FC236}">
                  <a16:creationId xmlns:a16="http://schemas.microsoft.com/office/drawing/2014/main" id="{B0D7325A-A765-DF9E-D2A5-E0A312B408CE}"/>
                </a:ext>
              </a:extLst>
            </p:cNvPr>
            <p:cNvSpPr/>
            <p:nvPr/>
          </p:nvSpPr>
          <p:spPr>
            <a:xfrm>
              <a:off x="2084680" y="6529719"/>
              <a:ext cx="45878" cy="36500"/>
            </a:xfrm>
            <a:custGeom>
              <a:avLst/>
              <a:gdLst>
                <a:gd name="connsiteX0" fmla="*/ 45878 w 45878"/>
                <a:gd name="connsiteY0" fmla="*/ 18250 h 36500"/>
                <a:gd name="connsiteX1" fmla="*/ 22939 w 45878"/>
                <a:gd name="connsiteY1" fmla="*/ 36500 h 36500"/>
                <a:gd name="connsiteX2" fmla="*/ 0 w 45878"/>
                <a:gd name="connsiteY2" fmla="*/ 18250 h 36500"/>
                <a:gd name="connsiteX3" fmla="*/ 22939 w 45878"/>
                <a:gd name="connsiteY3" fmla="*/ 0 h 36500"/>
                <a:gd name="connsiteX4" fmla="*/ 45878 w 45878"/>
                <a:gd name="connsiteY4" fmla="*/ 18250 h 36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878" h="36500">
                  <a:moveTo>
                    <a:pt x="45878" y="18250"/>
                  </a:moveTo>
                  <a:cubicBezTo>
                    <a:pt x="45878" y="28263"/>
                    <a:pt x="35613" y="36500"/>
                    <a:pt x="22939" y="36500"/>
                  </a:cubicBezTo>
                  <a:cubicBezTo>
                    <a:pt x="10266" y="36500"/>
                    <a:pt x="0" y="28263"/>
                    <a:pt x="0" y="18250"/>
                  </a:cubicBezTo>
                  <a:cubicBezTo>
                    <a:pt x="0" y="8238"/>
                    <a:pt x="10266" y="0"/>
                    <a:pt x="22939" y="0"/>
                  </a:cubicBezTo>
                  <a:cubicBezTo>
                    <a:pt x="35613" y="0"/>
                    <a:pt x="45878" y="8238"/>
                    <a:pt x="45878" y="1825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78" name="Freeform: Shape 5177">
              <a:extLst>
                <a:ext uri="{FF2B5EF4-FFF2-40B4-BE49-F238E27FC236}">
                  <a16:creationId xmlns:a16="http://schemas.microsoft.com/office/drawing/2014/main" id="{D3372905-82DF-D591-AE57-ABABB209580A}"/>
                </a:ext>
              </a:extLst>
            </p:cNvPr>
            <p:cNvSpPr/>
            <p:nvPr/>
          </p:nvSpPr>
          <p:spPr>
            <a:xfrm>
              <a:off x="1994825" y="6454058"/>
              <a:ext cx="45878" cy="36500"/>
            </a:xfrm>
            <a:custGeom>
              <a:avLst/>
              <a:gdLst>
                <a:gd name="connsiteX0" fmla="*/ 45879 w 45878"/>
                <a:gd name="connsiteY0" fmla="*/ 18250 h 36500"/>
                <a:gd name="connsiteX1" fmla="*/ 22939 w 45878"/>
                <a:gd name="connsiteY1" fmla="*/ 36500 h 36500"/>
                <a:gd name="connsiteX2" fmla="*/ 0 w 45878"/>
                <a:gd name="connsiteY2" fmla="*/ 18250 h 36500"/>
                <a:gd name="connsiteX3" fmla="*/ 22939 w 45878"/>
                <a:gd name="connsiteY3" fmla="*/ 0 h 36500"/>
                <a:gd name="connsiteX4" fmla="*/ 45879 w 45878"/>
                <a:gd name="connsiteY4" fmla="*/ 18250 h 36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878" h="36500">
                  <a:moveTo>
                    <a:pt x="45879" y="18250"/>
                  </a:moveTo>
                  <a:cubicBezTo>
                    <a:pt x="45879" y="28262"/>
                    <a:pt x="35613" y="36500"/>
                    <a:pt x="22939" y="36500"/>
                  </a:cubicBezTo>
                  <a:cubicBezTo>
                    <a:pt x="10266" y="36500"/>
                    <a:pt x="0" y="28262"/>
                    <a:pt x="0" y="18250"/>
                  </a:cubicBezTo>
                  <a:cubicBezTo>
                    <a:pt x="0" y="8238"/>
                    <a:pt x="10266" y="0"/>
                    <a:pt x="22939" y="0"/>
                  </a:cubicBezTo>
                  <a:cubicBezTo>
                    <a:pt x="35613" y="0"/>
                    <a:pt x="45879" y="8238"/>
                    <a:pt x="45879" y="1825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79" name="Freeform: Shape 5178">
              <a:extLst>
                <a:ext uri="{FF2B5EF4-FFF2-40B4-BE49-F238E27FC236}">
                  <a16:creationId xmlns:a16="http://schemas.microsoft.com/office/drawing/2014/main" id="{051E1792-76A5-7F8D-06BA-4920D68AA06F}"/>
                </a:ext>
              </a:extLst>
            </p:cNvPr>
            <p:cNvSpPr/>
            <p:nvPr/>
          </p:nvSpPr>
          <p:spPr>
            <a:xfrm>
              <a:off x="1906997" y="6376876"/>
              <a:ext cx="45878" cy="36500"/>
            </a:xfrm>
            <a:custGeom>
              <a:avLst/>
              <a:gdLst>
                <a:gd name="connsiteX0" fmla="*/ 45878 w 45878"/>
                <a:gd name="connsiteY0" fmla="*/ 18250 h 36500"/>
                <a:gd name="connsiteX1" fmla="*/ 22939 w 45878"/>
                <a:gd name="connsiteY1" fmla="*/ 36500 h 36500"/>
                <a:gd name="connsiteX2" fmla="*/ 0 w 45878"/>
                <a:gd name="connsiteY2" fmla="*/ 18250 h 36500"/>
                <a:gd name="connsiteX3" fmla="*/ 22939 w 45878"/>
                <a:gd name="connsiteY3" fmla="*/ 0 h 36500"/>
                <a:gd name="connsiteX4" fmla="*/ 45878 w 45878"/>
                <a:gd name="connsiteY4" fmla="*/ 18250 h 36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878" h="36500">
                  <a:moveTo>
                    <a:pt x="45878" y="18250"/>
                  </a:moveTo>
                  <a:cubicBezTo>
                    <a:pt x="45878" y="28262"/>
                    <a:pt x="35613" y="36500"/>
                    <a:pt x="22939" y="36500"/>
                  </a:cubicBezTo>
                  <a:cubicBezTo>
                    <a:pt x="10266" y="36500"/>
                    <a:pt x="0" y="28389"/>
                    <a:pt x="0" y="18250"/>
                  </a:cubicBezTo>
                  <a:cubicBezTo>
                    <a:pt x="0" y="8111"/>
                    <a:pt x="10266" y="0"/>
                    <a:pt x="22939" y="0"/>
                  </a:cubicBezTo>
                  <a:cubicBezTo>
                    <a:pt x="35613" y="0"/>
                    <a:pt x="45878" y="8238"/>
                    <a:pt x="45878" y="1825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80" name="Freeform: Shape 5179">
              <a:extLst>
                <a:ext uri="{FF2B5EF4-FFF2-40B4-BE49-F238E27FC236}">
                  <a16:creationId xmlns:a16="http://schemas.microsoft.com/office/drawing/2014/main" id="{CC94C2E2-0286-0440-F12D-5608B5939432}"/>
                </a:ext>
              </a:extLst>
            </p:cNvPr>
            <p:cNvSpPr/>
            <p:nvPr/>
          </p:nvSpPr>
          <p:spPr>
            <a:xfrm>
              <a:off x="1821576" y="6297920"/>
              <a:ext cx="45878" cy="36500"/>
            </a:xfrm>
            <a:custGeom>
              <a:avLst/>
              <a:gdLst>
                <a:gd name="connsiteX0" fmla="*/ 45879 w 45878"/>
                <a:gd name="connsiteY0" fmla="*/ 18250 h 36500"/>
                <a:gd name="connsiteX1" fmla="*/ 22939 w 45878"/>
                <a:gd name="connsiteY1" fmla="*/ 36500 h 36500"/>
                <a:gd name="connsiteX2" fmla="*/ 0 w 45878"/>
                <a:gd name="connsiteY2" fmla="*/ 18250 h 36500"/>
                <a:gd name="connsiteX3" fmla="*/ 22939 w 45878"/>
                <a:gd name="connsiteY3" fmla="*/ 0 h 36500"/>
                <a:gd name="connsiteX4" fmla="*/ 45879 w 45878"/>
                <a:gd name="connsiteY4" fmla="*/ 18250 h 36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878" h="36500">
                  <a:moveTo>
                    <a:pt x="45879" y="18250"/>
                  </a:moveTo>
                  <a:cubicBezTo>
                    <a:pt x="45879" y="28389"/>
                    <a:pt x="35613" y="36500"/>
                    <a:pt x="22939" y="36500"/>
                  </a:cubicBezTo>
                  <a:cubicBezTo>
                    <a:pt x="10266" y="36500"/>
                    <a:pt x="0" y="28389"/>
                    <a:pt x="0" y="18250"/>
                  </a:cubicBezTo>
                  <a:cubicBezTo>
                    <a:pt x="0" y="8111"/>
                    <a:pt x="10266" y="0"/>
                    <a:pt x="22939" y="0"/>
                  </a:cubicBezTo>
                  <a:cubicBezTo>
                    <a:pt x="35613" y="0"/>
                    <a:pt x="45879" y="8238"/>
                    <a:pt x="45879" y="1825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81" name="Freeform: Shape 5180">
              <a:extLst>
                <a:ext uri="{FF2B5EF4-FFF2-40B4-BE49-F238E27FC236}">
                  <a16:creationId xmlns:a16="http://schemas.microsoft.com/office/drawing/2014/main" id="{00FA870F-AD5E-FF4F-FF57-522BB863B91C}"/>
                </a:ext>
              </a:extLst>
            </p:cNvPr>
            <p:cNvSpPr/>
            <p:nvPr/>
          </p:nvSpPr>
          <p:spPr>
            <a:xfrm>
              <a:off x="1738438" y="6217442"/>
              <a:ext cx="45878" cy="36500"/>
            </a:xfrm>
            <a:custGeom>
              <a:avLst/>
              <a:gdLst>
                <a:gd name="connsiteX0" fmla="*/ 45878 w 45878"/>
                <a:gd name="connsiteY0" fmla="*/ 18250 h 36500"/>
                <a:gd name="connsiteX1" fmla="*/ 22939 w 45878"/>
                <a:gd name="connsiteY1" fmla="*/ 36500 h 36500"/>
                <a:gd name="connsiteX2" fmla="*/ 0 w 45878"/>
                <a:gd name="connsiteY2" fmla="*/ 18250 h 36500"/>
                <a:gd name="connsiteX3" fmla="*/ 22939 w 45878"/>
                <a:gd name="connsiteY3" fmla="*/ 0 h 36500"/>
                <a:gd name="connsiteX4" fmla="*/ 45878 w 45878"/>
                <a:gd name="connsiteY4" fmla="*/ 18250 h 36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878" h="36500">
                  <a:moveTo>
                    <a:pt x="45878" y="18250"/>
                  </a:moveTo>
                  <a:cubicBezTo>
                    <a:pt x="45878" y="28389"/>
                    <a:pt x="35613" y="36500"/>
                    <a:pt x="22939" y="36500"/>
                  </a:cubicBezTo>
                  <a:cubicBezTo>
                    <a:pt x="10266" y="36500"/>
                    <a:pt x="0" y="28389"/>
                    <a:pt x="0" y="18250"/>
                  </a:cubicBezTo>
                  <a:cubicBezTo>
                    <a:pt x="0" y="8111"/>
                    <a:pt x="10266" y="0"/>
                    <a:pt x="22939" y="0"/>
                  </a:cubicBezTo>
                  <a:cubicBezTo>
                    <a:pt x="35613" y="0"/>
                    <a:pt x="45878" y="8111"/>
                    <a:pt x="45878" y="1825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82" name="Freeform: Shape 5181">
              <a:extLst>
                <a:ext uri="{FF2B5EF4-FFF2-40B4-BE49-F238E27FC236}">
                  <a16:creationId xmlns:a16="http://schemas.microsoft.com/office/drawing/2014/main" id="{8A492D18-1416-3A51-7D0D-619A94154E0A}"/>
                </a:ext>
              </a:extLst>
            </p:cNvPr>
            <p:cNvSpPr/>
            <p:nvPr/>
          </p:nvSpPr>
          <p:spPr>
            <a:xfrm>
              <a:off x="1657707" y="6135571"/>
              <a:ext cx="45878" cy="36500"/>
            </a:xfrm>
            <a:custGeom>
              <a:avLst/>
              <a:gdLst>
                <a:gd name="connsiteX0" fmla="*/ 45878 w 45878"/>
                <a:gd name="connsiteY0" fmla="*/ 18250 h 36500"/>
                <a:gd name="connsiteX1" fmla="*/ 22939 w 45878"/>
                <a:gd name="connsiteY1" fmla="*/ 36500 h 36500"/>
                <a:gd name="connsiteX2" fmla="*/ 0 w 45878"/>
                <a:gd name="connsiteY2" fmla="*/ 18250 h 36500"/>
                <a:gd name="connsiteX3" fmla="*/ 22939 w 45878"/>
                <a:gd name="connsiteY3" fmla="*/ 0 h 36500"/>
                <a:gd name="connsiteX4" fmla="*/ 45878 w 45878"/>
                <a:gd name="connsiteY4" fmla="*/ 18250 h 36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878" h="36500">
                  <a:moveTo>
                    <a:pt x="45878" y="18250"/>
                  </a:moveTo>
                  <a:cubicBezTo>
                    <a:pt x="45878" y="28389"/>
                    <a:pt x="35613" y="36500"/>
                    <a:pt x="22939" y="36500"/>
                  </a:cubicBezTo>
                  <a:cubicBezTo>
                    <a:pt x="10266" y="36500"/>
                    <a:pt x="0" y="28262"/>
                    <a:pt x="0" y="18250"/>
                  </a:cubicBezTo>
                  <a:cubicBezTo>
                    <a:pt x="0" y="8238"/>
                    <a:pt x="10266" y="0"/>
                    <a:pt x="22939" y="0"/>
                  </a:cubicBezTo>
                  <a:cubicBezTo>
                    <a:pt x="35613" y="0"/>
                    <a:pt x="45878" y="8238"/>
                    <a:pt x="45878" y="1825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83" name="Freeform: Shape 5182">
              <a:extLst>
                <a:ext uri="{FF2B5EF4-FFF2-40B4-BE49-F238E27FC236}">
                  <a16:creationId xmlns:a16="http://schemas.microsoft.com/office/drawing/2014/main" id="{F286244E-C5BC-84B6-1AB2-1668DE7C35F2}"/>
                </a:ext>
              </a:extLst>
            </p:cNvPr>
            <p:cNvSpPr/>
            <p:nvPr/>
          </p:nvSpPr>
          <p:spPr>
            <a:xfrm>
              <a:off x="1579764" y="6052432"/>
              <a:ext cx="45118" cy="35739"/>
            </a:xfrm>
            <a:custGeom>
              <a:avLst/>
              <a:gdLst>
                <a:gd name="connsiteX0" fmla="*/ 45118 w 45118"/>
                <a:gd name="connsiteY0" fmla="*/ 17870 h 35739"/>
                <a:gd name="connsiteX1" fmla="*/ 22559 w 45118"/>
                <a:gd name="connsiteY1" fmla="*/ 35740 h 35739"/>
                <a:gd name="connsiteX2" fmla="*/ 0 w 45118"/>
                <a:gd name="connsiteY2" fmla="*/ 17870 h 35739"/>
                <a:gd name="connsiteX3" fmla="*/ 22559 w 45118"/>
                <a:gd name="connsiteY3" fmla="*/ 0 h 35739"/>
                <a:gd name="connsiteX4" fmla="*/ 45118 w 45118"/>
                <a:gd name="connsiteY4" fmla="*/ 17870 h 35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18" h="35739">
                  <a:moveTo>
                    <a:pt x="45118" y="17870"/>
                  </a:moveTo>
                  <a:cubicBezTo>
                    <a:pt x="45118" y="27755"/>
                    <a:pt x="34979" y="35740"/>
                    <a:pt x="22559" y="35740"/>
                  </a:cubicBezTo>
                  <a:cubicBezTo>
                    <a:pt x="10139" y="35740"/>
                    <a:pt x="0" y="27755"/>
                    <a:pt x="0" y="17870"/>
                  </a:cubicBezTo>
                  <a:cubicBezTo>
                    <a:pt x="0" y="7984"/>
                    <a:pt x="10139" y="0"/>
                    <a:pt x="22559" y="0"/>
                  </a:cubicBezTo>
                  <a:cubicBezTo>
                    <a:pt x="34979" y="0"/>
                    <a:pt x="45118" y="7984"/>
                    <a:pt x="45118" y="178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84" name="Freeform: Shape 5183">
              <a:extLst>
                <a:ext uri="{FF2B5EF4-FFF2-40B4-BE49-F238E27FC236}">
                  <a16:creationId xmlns:a16="http://schemas.microsoft.com/office/drawing/2014/main" id="{E8716328-920D-2CAD-EEFE-9FCF54C3847B}"/>
                </a:ext>
              </a:extLst>
            </p:cNvPr>
            <p:cNvSpPr/>
            <p:nvPr/>
          </p:nvSpPr>
          <p:spPr>
            <a:xfrm>
              <a:off x="1503976" y="5967646"/>
              <a:ext cx="45118" cy="35739"/>
            </a:xfrm>
            <a:custGeom>
              <a:avLst/>
              <a:gdLst>
                <a:gd name="connsiteX0" fmla="*/ 45118 w 45118"/>
                <a:gd name="connsiteY0" fmla="*/ 17870 h 35739"/>
                <a:gd name="connsiteX1" fmla="*/ 22559 w 45118"/>
                <a:gd name="connsiteY1" fmla="*/ 35740 h 35739"/>
                <a:gd name="connsiteX2" fmla="*/ 0 w 45118"/>
                <a:gd name="connsiteY2" fmla="*/ 17870 h 35739"/>
                <a:gd name="connsiteX3" fmla="*/ 22559 w 45118"/>
                <a:gd name="connsiteY3" fmla="*/ 0 h 35739"/>
                <a:gd name="connsiteX4" fmla="*/ 45118 w 45118"/>
                <a:gd name="connsiteY4" fmla="*/ 17870 h 35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18" h="35739">
                  <a:moveTo>
                    <a:pt x="45118" y="17870"/>
                  </a:moveTo>
                  <a:cubicBezTo>
                    <a:pt x="45118" y="27755"/>
                    <a:pt x="34979" y="35740"/>
                    <a:pt x="22559" y="35740"/>
                  </a:cubicBezTo>
                  <a:cubicBezTo>
                    <a:pt x="10139" y="35740"/>
                    <a:pt x="0" y="27755"/>
                    <a:pt x="0" y="17870"/>
                  </a:cubicBezTo>
                  <a:cubicBezTo>
                    <a:pt x="0" y="7984"/>
                    <a:pt x="10139" y="0"/>
                    <a:pt x="22559" y="0"/>
                  </a:cubicBezTo>
                  <a:cubicBezTo>
                    <a:pt x="34979" y="0"/>
                    <a:pt x="45118" y="7984"/>
                    <a:pt x="45118" y="178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85" name="Freeform: Shape 5184">
              <a:extLst>
                <a:ext uri="{FF2B5EF4-FFF2-40B4-BE49-F238E27FC236}">
                  <a16:creationId xmlns:a16="http://schemas.microsoft.com/office/drawing/2014/main" id="{5E1C7C0C-18CB-948F-550C-980B8DDF9024}"/>
                </a:ext>
              </a:extLst>
            </p:cNvPr>
            <p:cNvSpPr/>
            <p:nvPr/>
          </p:nvSpPr>
          <p:spPr>
            <a:xfrm>
              <a:off x="1430723" y="5881466"/>
              <a:ext cx="45117" cy="35739"/>
            </a:xfrm>
            <a:custGeom>
              <a:avLst/>
              <a:gdLst>
                <a:gd name="connsiteX0" fmla="*/ 45118 w 45117"/>
                <a:gd name="connsiteY0" fmla="*/ 17870 h 35739"/>
                <a:gd name="connsiteX1" fmla="*/ 22559 w 45117"/>
                <a:gd name="connsiteY1" fmla="*/ 35739 h 35739"/>
                <a:gd name="connsiteX2" fmla="*/ 0 w 45117"/>
                <a:gd name="connsiteY2" fmla="*/ 17870 h 35739"/>
                <a:gd name="connsiteX3" fmla="*/ 22559 w 45117"/>
                <a:gd name="connsiteY3" fmla="*/ 0 h 35739"/>
                <a:gd name="connsiteX4" fmla="*/ 45118 w 45117"/>
                <a:gd name="connsiteY4" fmla="*/ 17870 h 35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17" h="35739">
                  <a:moveTo>
                    <a:pt x="45118" y="17870"/>
                  </a:moveTo>
                  <a:cubicBezTo>
                    <a:pt x="45118" y="27755"/>
                    <a:pt x="34979" y="35739"/>
                    <a:pt x="22559" y="35739"/>
                  </a:cubicBezTo>
                  <a:cubicBezTo>
                    <a:pt x="10139" y="35739"/>
                    <a:pt x="0" y="27755"/>
                    <a:pt x="0" y="17870"/>
                  </a:cubicBezTo>
                  <a:cubicBezTo>
                    <a:pt x="0" y="7984"/>
                    <a:pt x="10139" y="0"/>
                    <a:pt x="22559" y="0"/>
                  </a:cubicBezTo>
                  <a:cubicBezTo>
                    <a:pt x="34979" y="0"/>
                    <a:pt x="45118" y="7984"/>
                    <a:pt x="45118" y="178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86" name="Freeform: Shape 5185">
              <a:extLst>
                <a:ext uri="{FF2B5EF4-FFF2-40B4-BE49-F238E27FC236}">
                  <a16:creationId xmlns:a16="http://schemas.microsoft.com/office/drawing/2014/main" id="{AF226432-1B8E-9921-2CEB-A09CB5F6E573}"/>
                </a:ext>
              </a:extLst>
            </p:cNvPr>
            <p:cNvSpPr/>
            <p:nvPr/>
          </p:nvSpPr>
          <p:spPr>
            <a:xfrm>
              <a:off x="1359877" y="5793891"/>
              <a:ext cx="45117" cy="35739"/>
            </a:xfrm>
            <a:custGeom>
              <a:avLst/>
              <a:gdLst>
                <a:gd name="connsiteX0" fmla="*/ 45118 w 45117"/>
                <a:gd name="connsiteY0" fmla="*/ 17870 h 35739"/>
                <a:gd name="connsiteX1" fmla="*/ 22559 w 45117"/>
                <a:gd name="connsiteY1" fmla="*/ 35740 h 35739"/>
                <a:gd name="connsiteX2" fmla="*/ 0 w 45117"/>
                <a:gd name="connsiteY2" fmla="*/ 17870 h 35739"/>
                <a:gd name="connsiteX3" fmla="*/ 22559 w 45117"/>
                <a:gd name="connsiteY3" fmla="*/ 0 h 35739"/>
                <a:gd name="connsiteX4" fmla="*/ 45118 w 45117"/>
                <a:gd name="connsiteY4" fmla="*/ 17870 h 35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17" h="35739">
                  <a:moveTo>
                    <a:pt x="45118" y="17870"/>
                  </a:moveTo>
                  <a:cubicBezTo>
                    <a:pt x="45118" y="27755"/>
                    <a:pt x="34979" y="35740"/>
                    <a:pt x="22559" y="35740"/>
                  </a:cubicBezTo>
                  <a:cubicBezTo>
                    <a:pt x="10139" y="35740"/>
                    <a:pt x="0" y="27755"/>
                    <a:pt x="0" y="17870"/>
                  </a:cubicBezTo>
                  <a:cubicBezTo>
                    <a:pt x="0" y="7984"/>
                    <a:pt x="10139" y="0"/>
                    <a:pt x="22559" y="0"/>
                  </a:cubicBezTo>
                  <a:cubicBezTo>
                    <a:pt x="34979" y="0"/>
                    <a:pt x="45118" y="7984"/>
                    <a:pt x="45118" y="178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87" name="Freeform: Shape 5186">
              <a:extLst>
                <a:ext uri="{FF2B5EF4-FFF2-40B4-BE49-F238E27FC236}">
                  <a16:creationId xmlns:a16="http://schemas.microsoft.com/office/drawing/2014/main" id="{1E2C2EE6-4872-E4ED-D74B-DE6FFB072B38}"/>
                </a:ext>
              </a:extLst>
            </p:cNvPr>
            <p:cNvSpPr/>
            <p:nvPr/>
          </p:nvSpPr>
          <p:spPr>
            <a:xfrm>
              <a:off x="1291820" y="5705049"/>
              <a:ext cx="45117" cy="35739"/>
            </a:xfrm>
            <a:custGeom>
              <a:avLst/>
              <a:gdLst>
                <a:gd name="connsiteX0" fmla="*/ 45118 w 45117"/>
                <a:gd name="connsiteY0" fmla="*/ 17870 h 35739"/>
                <a:gd name="connsiteX1" fmla="*/ 22559 w 45117"/>
                <a:gd name="connsiteY1" fmla="*/ 35740 h 35739"/>
                <a:gd name="connsiteX2" fmla="*/ 0 w 45117"/>
                <a:gd name="connsiteY2" fmla="*/ 17870 h 35739"/>
                <a:gd name="connsiteX3" fmla="*/ 22559 w 45117"/>
                <a:gd name="connsiteY3" fmla="*/ 0 h 35739"/>
                <a:gd name="connsiteX4" fmla="*/ 45118 w 45117"/>
                <a:gd name="connsiteY4" fmla="*/ 17870 h 35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17" h="35739">
                  <a:moveTo>
                    <a:pt x="45118" y="17870"/>
                  </a:moveTo>
                  <a:cubicBezTo>
                    <a:pt x="45118" y="27755"/>
                    <a:pt x="34979" y="35740"/>
                    <a:pt x="22559" y="35740"/>
                  </a:cubicBezTo>
                  <a:cubicBezTo>
                    <a:pt x="10139" y="35740"/>
                    <a:pt x="0" y="27755"/>
                    <a:pt x="0" y="17870"/>
                  </a:cubicBezTo>
                  <a:cubicBezTo>
                    <a:pt x="0" y="7984"/>
                    <a:pt x="10139" y="0"/>
                    <a:pt x="22559" y="0"/>
                  </a:cubicBezTo>
                  <a:cubicBezTo>
                    <a:pt x="34979" y="0"/>
                    <a:pt x="45118" y="7984"/>
                    <a:pt x="45118" y="178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88" name="Freeform: Shape 5187">
              <a:extLst>
                <a:ext uri="{FF2B5EF4-FFF2-40B4-BE49-F238E27FC236}">
                  <a16:creationId xmlns:a16="http://schemas.microsoft.com/office/drawing/2014/main" id="{B10516E3-360A-484F-C194-10942C6D8482}"/>
                </a:ext>
              </a:extLst>
            </p:cNvPr>
            <p:cNvSpPr/>
            <p:nvPr/>
          </p:nvSpPr>
          <p:spPr>
            <a:xfrm>
              <a:off x="1226424" y="5615193"/>
              <a:ext cx="44611" cy="35359"/>
            </a:xfrm>
            <a:custGeom>
              <a:avLst/>
              <a:gdLst>
                <a:gd name="connsiteX0" fmla="*/ 44611 w 44611"/>
                <a:gd name="connsiteY0" fmla="*/ 17743 h 35359"/>
                <a:gd name="connsiteX1" fmla="*/ 22306 w 44611"/>
                <a:gd name="connsiteY1" fmla="*/ 35359 h 35359"/>
                <a:gd name="connsiteX2" fmla="*/ 0 w 44611"/>
                <a:gd name="connsiteY2" fmla="*/ 17743 h 35359"/>
                <a:gd name="connsiteX3" fmla="*/ 22306 w 44611"/>
                <a:gd name="connsiteY3" fmla="*/ 0 h 35359"/>
                <a:gd name="connsiteX4" fmla="*/ 44611 w 44611"/>
                <a:gd name="connsiteY4" fmla="*/ 17743 h 35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611" h="35359">
                  <a:moveTo>
                    <a:pt x="44611" y="17743"/>
                  </a:moveTo>
                  <a:cubicBezTo>
                    <a:pt x="44611" y="27502"/>
                    <a:pt x="34599" y="35359"/>
                    <a:pt x="22306" y="35359"/>
                  </a:cubicBezTo>
                  <a:cubicBezTo>
                    <a:pt x="10012" y="35359"/>
                    <a:pt x="0" y="27502"/>
                    <a:pt x="0" y="17743"/>
                  </a:cubicBezTo>
                  <a:cubicBezTo>
                    <a:pt x="0" y="7984"/>
                    <a:pt x="10012" y="0"/>
                    <a:pt x="22306" y="0"/>
                  </a:cubicBezTo>
                  <a:cubicBezTo>
                    <a:pt x="34599" y="0"/>
                    <a:pt x="44611" y="7858"/>
                    <a:pt x="44611" y="1774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89" name="Freeform: Shape 5188">
              <a:extLst>
                <a:ext uri="{FF2B5EF4-FFF2-40B4-BE49-F238E27FC236}">
                  <a16:creationId xmlns:a16="http://schemas.microsoft.com/office/drawing/2014/main" id="{A428268D-2D97-AFEB-3273-D6C41CF70BE2}"/>
                </a:ext>
              </a:extLst>
            </p:cNvPr>
            <p:cNvSpPr/>
            <p:nvPr/>
          </p:nvSpPr>
          <p:spPr>
            <a:xfrm>
              <a:off x="1163563" y="5523943"/>
              <a:ext cx="44611" cy="35359"/>
            </a:xfrm>
            <a:custGeom>
              <a:avLst/>
              <a:gdLst>
                <a:gd name="connsiteX0" fmla="*/ 44611 w 44611"/>
                <a:gd name="connsiteY0" fmla="*/ 17743 h 35359"/>
                <a:gd name="connsiteX1" fmla="*/ 22306 w 44611"/>
                <a:gd name="connsiteY1" fmla="*/ 35359 h 35359"/>
                <a:gd name="connsiteX2" fmla="*/ 0 w 44611"/>
                <a:gd name="connsiteY2" fmla="*/ 17743 h 35359"/>
                <a:gd name="connsiteX3" fmla="*/ 22306 w 44611"/>
                <a:gd name="connsiteY3" fmla="*/ 0 h 35359"/>
                <a:gd name="connsiteX4" fmla="*/ 44611 w 44611"/>
                <a:gd name="connsiteY4" fmla="*/ 17743 h 35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611" h="35359">
                  <a:moveTo>
                    <a:pt x="44611" y="17743"/>
                  </a:moveTo>
                  <a:cubicBezTo>
                    <a:pt x="44611" y="27502"/>
                    <a:pt x="34599" y="35359"/>
                    <a:pt x="22306" y="35359"/>
                  </a:cubicBezTo>
                  <a:cubicBezTo>
                    <a:pt x="10012" y="35359"/>
                    <a:pt x="0" y="27502"/>
                    <a:pt x="0" y="17743"/>
                  </a:cubicBezTo>
                  <a:cubicBezTo>
                    <a:pt x="0" y="7984"/>
                    <a:pt x="10012" y="0"/>
                    <a:pt x="22306" y="0"/>
                  </a:cubicBezTo>
                  <a:cubicBezTo>
                    <a:pt x="34599" y="0"/>
                    <a:pt x="44611" y="7858"/>
                    <a:pt x="44611" y="1774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90" name="Freeform: Shape 5189">
              <a:extLst>
                <a:ext uri="{FF2B5EF4-FFF2-40B4-BE49-F238E27FC236}">
                  <a16:creationId xmlns:a16="http://schemas.microsoft.com/office/drawing/2014/main" id="{93C71EB9-7118-5DB3-1655-2B19E5C6B3C1}"/>
                </a:ext>
              </a:extLst>
            </p:cNvPr>
            <p:cNvSpPr/>
            <p:nvPr/>
          </p:nvSpPr>
          <p:spPr>
            <a:xfrm>
              <a:off x="1103744" y="5431933"/>
              <a:ext cx="43850" cy="34725"/>
            </a:xfrm>
            <a:custGeom>
              <a:avLst/>
              <a:gdLst>
                <a:gd name="connsiteX0" fmla="*/ 43851 w 43850"/>
                <a:gd name="connsiteY0" fmla="*/ 17363 h 34725"/>
                <a:gd name="connsiteX1" fmla="*/ 21925 w 43850"/>
                <a:gd name="connsiteY1" fmla="*/ 34726 h 34725"/>
                <a:gd name="connsiteX2" fmla="*/ 0 w 43850"/>
                <a:gd name="connsiteY2" fmla="*/ 17363 h 34725"/>
                <a:gd name="connsiteX3" fmla="*/ 21925 w 43850"/>
                <a:gd name="connsiteY3" fmla="*/ 0 h 34725"/>
                <a:gd name="connsiteX4" fmla="*/ 43851 w 43850"/>
                <a:gd name="connsiteY4" fmla="*/ 17363 h 34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850" h="34725">
                  <a:moveTo>
                    <a:pt x="43851" y="17363"/>
                  </a:moveTo>
                  <a:cubicBezTo>
                    <a:pt x="43851" y="26995"/>
                    <a:pt x="34092" y="34726"/>
                    <a:pt x="21925" y="34726"/>
                  </a:cubicBezTo>
                  <a:cubicBezTo>
                    <a:pt x="9759" y="34726"/>
                    <a:pt x="0" y="26995"/>
                    <a:pt x="0" y="17363"/>
                  </a:cubicBezTo>
                  <a:cubicBezTo>
                    <a:pt x="0" y="7731"/>
                    <a:pt x="9759" y="0"/>
                    <a:pt x="21925" y="0"/>
                  </a:cubicBezTo>
                  <a:cubicBezTo>
                    <a:pt x="34092" y="0"/>
                    <a:pt x="43851" y="7858"/>
                    <a:pt x="43851" y="1736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91" name="Freeform: Shape 5190">
              <a:extLst>
                <a:ext uri="{FF2B5EF4-FFF2-40B4-BE49-F238E27FC236}">
                  <a16:creationId xmlns:a16="http://schemas.microsoft.com/office/drawing/2014/main" id="{C54C05BE-FC3E-33A8-5EA5-04A67F542C0E}"/>
                </a:ext>
              </a:extLst>
            </p:cNvPr>
            <p:cNvSpPr/>
            <p:nvPr/>
          </p:nvSpPr>
          <p:spPr>
            <a:xfrm>
              <a:off x="1046206" y="5338402"/>
              <a:ext cx="43850" cy="34725"/>
            </a:xfrm>
            <a:custGeom>
              <a:avLst/>
              <a:gdLst>
                <a:gd name="connsiteX0" fmla="*/ 43851 w 43850"/>
                <a:gd name="connsiteY0" fmla="*/ 17363 h 34725"/>
                <a:gd name="connsiteX1" fmla="*/ 21925 w 43850"/>
                <a:gd name="connsiteY1" fmla="*/ 34726 h 34725"/>
                <a:gd name="connsiteX2" fmla="*/ 0 w 43850"/>
                <a:gd name="connsiteY2" fmla="*/ 17363 h 34725"/>
                <a:gd name="connsiteX3" fmla="*/ 21925 w 43850"/>
                <a:gd name="connsiteY3" fmla="*/ 0 h 34725"/>
                <a:gd name="connsiteX4" fmla="*/ 43851 w 43850"/>
                <a:gd name="connsiteY4" fmla="*/ 17363 h 34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850" h="34725">
                  <a:moveTo>
                    <a:pt x="43851" y="17363"/>
                  </a:moveTo>
                  <a:cubicBezTo>
                    <a:pt x="43851" y="26995"/>
                    <a:pt x="34092" y="34726"/>
                    <a:pt x="21925" y="34726"/>
                  </a:cubicBezTo>
                  <a:cubicBezTo>
                    <a:pt x="9759" y="34726"/>
                    <a:pt x="0" y="26995"/>
                    <a:pt x="0" y="17363"/>
                  </a:cubicBezTo>
                  <a:cubicBezTo>
                    <a:pt x="0" y="7731"/>
                    <a:pt x="9885" y="0"/>
                    <a:pt x="21925" y="0"/>
                  </a:cubicBezTo>
                  <a:cubicBezTo>
                    <a:pt x="33965" y="0"/>
                    <a:pt x="43851" y="7858"/>
                    <a:pt x="43851" y="1736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92" name="Freeform: Shape 5191">
              <a:extLst>
                <a:ext uri="{FF2B5EF4-FFF2-40B4-BE49-F238E27FC236}">
                  <a16:creationId xmlns:a16="http://schemas.microsoft.com/office/drawing/2014/main" id="{DC5F2407-5DC1-2BA1-561C-1C596CF41FCF}"/>
                </a:ext>
              </a:extLst>
            </p:cNvPr>
            <p:cNvSpPr/>
            <p:nvPr/>
          </p:nvSpPr>
          <p:spPr>
            <a:xfrm>
              <a:off x="991836" y="5244237"/>
              <a:ext cx="43090" cy="34218"/>
            </a:xfrm>
            <a:custGeom>
              <a:avLst/>
              <a:gdLst>
                <a:gd name="connsiteX0" fmla="*/ 43090 w 43090"/>
                <a:gd name="connsiteY0" fmla="*/ 17109 h 34218"/>
                <a:gd name="connsiteX1" fmla="*/ 21545 w 43090"/>
                <a:gd name="connsiteY1" fmla="*/ 34218 h 34218"/>
                <a:gd name="connsiteX2" fmla="*/ 0 w 43090"/>
                <a:gd name="connsiteY2" fmla="*/ 17109 h 34218"/>
                <a:gd name="connsiteX3" fmla="*/ 21545 w 43090"/>
                <a:gd name="connsiteY3" fmla="*/ 0 h 34218"/>
                <a:gd name="connsiteX4" fmla="*/ 43090 w 43090"/>
                <a:gd name="connsiteY4" fmla="*/ 17109 h 34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90" h="34218">
                  <a:moveTo>
                    <a:pt x="43090" y="17109"/>
                  </a:moveTo>
                  <a:cubicBezTo>
                    <a:pt x="43090" y="26488"/>
                    <a:pt x="33458" y="34218"/>
                    <a:pt x="21545" y="34218"/>
                  </a:cubicBezTo>
                  <a:cubicBezTo>
                    <a:pt x="9632" y="34218"/>
                    <a:pt x="0" y="26614"/>
                    <a:pt x="0" y="17109"/>
                  </a:cubicBezTo>
                  <a:cubicBezTo>
                    <a:pt x="0" y="7604"/>
                    <a:pt x="9632" y="0"/>
                    <a:pt x="21545" y="0"/>
                  </a:cubicBezTo>
                  <a:cubicBezTo>
                    <a:pt x="33458" y="0"/>
                    <a:pt x="43090" y="7604"/>
                    <a:pt x="43090" y="1710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93" name="Freeform: Shape 5192">
              <a:extLst>
                <a:ext uri="{FF2B5EF4-FFF2-40B4-BE49-F238E27FC236}">
                  <a16:creationId xmlns:a16="http://schemas.microsoft.com/office/drawing/2014/main" id="{EA7112B7-F233-6B72-C749-7763127257B9}"/>
                </a:ext>
              </a:extLst>
            </p:cNvPr>
            <p:cNvSpPr/>
            <p:nvPr/>
          </p:nvSpPr>
          <p:spPr>
            <a:xfrm>
              <a:off x="940001" y="5148678"/>
              <a:ext cx="43090" cy="34218"/>
            </a:xfrm>
            <a:custGeom>
              <a:avLst/>
              <a:gdLst>
                <a:gd name="connsiteX0" fmla="*/ 43090 w 43090"/>
                <a:gd name="connsiteY0" fmla="*/ 17109 h 34218"/>
                <a:gd name="connsiteX1" fmla="*/ 21545 w 43090"/>
                <a:gd name="connsiteY1" fmla="*/ 34219 h 34218"/>
                <a:gd name="connsiteX2" fmla="*/ 0 w 43090"/>
                <a:gd name="connsiteY2" fmla="*/ 17109 h 34218"/>
                <a:gd name="connsiteX3" fmla="*/ 21545 w 43090"/>
                <a:gd name="connsiteY3" fmla="*/ 0 h 34218"/>
                <a:gd name="connsiteX4" fmla="*/ 43090 w 43090"/>
                <a:gd name="connsiteY4" fmla="*/ 17109 h 34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90" h="34218">
                  <a:moveTo>
                    <a:pt x="43090" y="17109"/>
                  </a:moveTo>
                  <a:cubicBezTo>
                    <a:pt x="43090" y="26488"/>
                    <a:pt x="33458" y="34219"/>
                    <a:pt x="21545" y="34219"/>
                  </a:cubicBezTo>
                  <a:cubicBezTo>
                    <a:pt x="9632" y="34219"/>
                    <a:pt x="0" y="26615"/>
                    <a:pt x="0" y="17109"/>
                  </a:cubicBezTo>
                  <a:cubicBezTo>
                    <a:pt x="0" y="7604"/>
                    <a:pt x="9632" y="0"/>
                    <a:pt x="21545" y="0"/>
                  </a:cubicBezTo>
                  <a:cubicBezTo>
                    <a:pt x="33458" y="0"/>
                    <a:pt x="43090" y="7604"/>
                    <a:pt x="43090" y="1710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94" name="Freeform: Shape 5193">
              <a:extLst>
                <a:ext uri="{FF2B5EF4-FFF2-40B4-BE49-F238E27FC236}">
                  <a16:creationId xmlns:a16="http://schemas.microsoft.com/office/drawing/2014/main" id="{0625313A-05B4-D76B-D04E-C5E32F064014}"/>
                </a:ext>
              </a:extLst>
            </p:cNvPr>
            <p:cNvSpPr/>
            <p:nvPr/>
          </p:nvSpPr>
          <p:spPr>
            <a:xfrm>
              <a:off x="891335" y="5052612"/>
              <a:ext cx="42203" cy="33458"/>
            </a:xfrm>
            <a:custGeom>
              <a:avLst/>
              <a:gdLst>
                <a:gd name="connsiteX0" fmla="*/ 42203 w 42203"/>
                <a:gd name="connsiteY0" fmla="*/ 16729 h 33458"/>
                <a:gd name="connsiteX1" fmla="*/ 21165 w 42203"/>
                <a:gd name="connsiteY1" fmla="*/ 33458 h 33458"/>
                <a:gd name="connsiteX2" fmla="*/ 0 w 42203"/>
                <a:gd name="connsiteY2" fmla="*/ 16729 h 33458"/>
                <a:gd name="connsiteX3" fmla="*/ 21165 w 42203"/>
                <a:gd name="connsiteY3" fmla="*/ 0 h 33458"/>
                <a:gd name="connsiteX4" fmla="*/ 42203 w 42203"/>
                <a:gd name="connsiteY4" fmla="*/ 16729 h 33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203" h="33458">
                  <a:moveTo>
                    <a:pt x="42203" y="16729"/>
                  </a:moveTo>
                  <a:cubicBezTo>
                    <a:pt x="42203" y="25981"/>
                    <a:pt x="32825" y="33458"/>
                    <a:pt x="21165" y="33458"/>
                  </a:cubicBezTo>
                  <a:cubicBezTo>
                    <a:pt x="9505" y="33458"/>
                    <a:pt x="0" y="25981"/>
                    <a:pt x="0" y="16729"/>
                  </a:cubicBezTo>
                  <a:cubicBezTo>
                    <a:pt x="0" y="7478"/>
                    <a:pt x="9505" y="0"/>
                    <a:pt x="21165" y="0"/>
                  </a:cubicBezTo>
                  <a:cubicBezTo>
                    <a:pt x="32825" y="0"/>
                    <a:pt x="42203" y="7478"/>
                    <a:pt x="42203" y="1672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95" name="Freeform: Shape 5194">
              <a:extLst>
                <a:ext uri="{FF2B5EF4-FFF2-40B4-BE49-F238E27FC236}">
                  <a16:creationId xmlns:a16="http://schemas.microsoft.com/office/drawing/2014/main" id="{85940B2F-6850-CAE1-4951-E80CA61CC4C7}"/>
                </a:ext>
              </a:extLst>
            </p:cNvPr>
            <p:cNvSpPr/>
            <p:nvPr/>
          </p:nvSpPr>
          <p:spPr>
            <a:xfrm>
              <a:off x="845329" y="4955659"/>
              <a:ext cx="41569" cy="32951"/>
            </a:xfrm>
            <a:custGeom>
              <a:avLst/>
              <a:gdLst>
                <a:gd name="connsiteX0" fmla="*/ 41569 w 41569"/>
                <a:gd name="connsiteY0" fmla="*/ 16476 h 32951"/>
                <a:gd name="connsiteX1" fmla="*/ 20785 w 41569"/>
                <a:gd name="connsiteY1" fmla="*/ 32951 h 32951"/>
                <a:gd name="connsiteX2" fmla="*/ 0 w 41569"/>
                <a:gd name="connsiteY2" fmla="*/ 16476 h 32951"/>
                <a:gd name="connsiteX3" fmla="*/ 20785 w 41569"/>
                <a:gd name="connsiteY3" fmla="*/ 0 h 32951"/>
                <a:gd name="connsiteX4" fmla="*/ 41569 w 41569"/>
                <a:gd name="connsiteY4" fmla="*/ 16476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569" h="32951">
                  <a:moveTo>
                    <a:pt x="41569" y="16476"/>
                  </a:moveTo>
                  <a:cubicBezTo>
                    <a:pt x="41569" y="25601"/>
                    <a:pt x="32191" y="32951"/>
                    <a:pt x="20785" y="32951"/>
                  </a:cubicBezTo>
                  <a:cubicBezTo>
                    <a:pt x="9379" y="32951"/>
                    <a:pt x="0" y="25474"/>
                    <a:pt x="0" y="16476"/>
                  </a:cubicBezTo>
                  <a:cubicBezTo>
                    <a:pt x="0" y="7477"/>
                    <a:pt x="9379" y="0"/>
                    <a:pt x="20785" y="0"/>
                  </a:cubicBezTo>
                  <a:cubicBezTo>
                    <a:pt x="32191" y="0"/>
                    <a:pt x="41569" y="7351"/>
                    <a:pt x="41569" y="164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96" name="Freeform: Shape 5195">
              <a:extLst>
                <a:ext uri="{FF2B5EF4-FFF2-40B4-BE49-F238E27FC236}">
                  <a16:creationId xmlns:a16="http://schemas.microsoft.com/office/drawing/2014/main" id="{63F6E8A5-0D3B-D588-0D32-A679529ECE49}"/>
                </a:ext>
              </a:extLst>
            </p:cNvPr>
            <p:cNvSpPr/>
            <p:nvPr/>
          </p:nvSpPr>
          <p:spPr>
            <a:xfrm>
              <a:off x="801986" y="4857439"/>
              <a:ext cx="41569" cy="32951"/>
            </a:xfrm>
            <a:custGeom>
              <a:avLst/>
              <a:gdLst>
                <a:gd name="connsiteX0" fmla="*/ 41569 w 41569"/>
                <a:gd name="connsiteY0" fmla="*/ 16476 h 32951"/>
                <a:gd name="connsiteX1" fmla="*/ 20785 w 41569"/>
                <a:gd name="connsiteY1" fmla="*/ 32951 h 32951"/>
                <a:gd name="connsiteX2" fmla="*/ 0 w 41569"/>
                <a:gd name="connsiteY2" fmla="*/ 16476 h 32951"/>
                <a:gd name="connsiteX3" fmla="*/ 20785 w 41569"/>
                <a:gd name="connsiteY3" fmla="*/ 0 h 32951"/>
                <a:gd name="connsiteX4" fmla="*/ 41569 w 41569"/>
                <a:gd name="connsiteY4" fmla="*/ 16476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569" h="32951">
                  <a:moveTo>
                    <a:pt x="41569" y="16476"/>
                  </a:moveTo>
                  <a:cubicBezTo>
                    <a:pt x="41569" y="25601"/>
                    <a:pt x="32191" y="32951"/>
                    <a:pt x="20785" y="32951"/>
                  </a:cubicBezTo>
                  <a:cubicBezTo>
                    <a:pt x="9378" y="32951"/>
                    <a:pt x="0" y="25474"/>
                    <a:pt x="0" y="16476"/>
                  </a:cubicBezTo>
                  <a:cubicBezTo>
                    <a:pt x="0" y="7477"/>
                    <a:pt x="9378" y="0"/>
                    <a:pt x="20785" y="0"/>
                  </a:cubicBezTo>
                  <a:cubicBezTo>
                    <a:pt x="32191" y="0"/>
                    <a:pt x="41569" y="7351"/>
                    <a:pt x="41569" y="164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97" name="Freeform: Shape 5196">
              <a:extLst>
                <a:ext uri="{FF2B5EF4-FFF2-40B4-BE49-F238E27FC236}">
                  <a16:creationId xmlns:a16="http://schemas.microsoft.com/office/drawing/2014/main" id="{EAE00863-BFAE-33E6-A639-5C76FD5F8A2E}"/>
                </a:ext>
              </a:extLst>
            </p:cNvPr>
            <p:cNvSpPr/>
            <p:nvPr/>
          </p:nvSpPr>
          <p:spPr>
            <a:xfrm>
              <a:off x="761810" y="4758838"/>
              <a:ext cx="40808" cy="32444"/>
            </a:xfrm>
            <a:custGeom>
              <a:avLst/>
              <a:gdLst>
                <a:gd name="connsiteX0" fmla="*/ 40809 w 40808"/>
                <a:gd name="connsiteY0" fmla="*/ 16222 h 32444"/>
                <a:gd name="connsiteX1" fmla="*/ 20404 w 40808"/>
                <a:gd name="connsiteY1" fmla="*/ 32444 h 32444"/>
                <a:gd name="connsiteX2" fmla="*/ 0 w 40808"/>
                <a:gd name="connsiteY2" fmla="*/ 16222 h 32444"/>
                <a:gd name="connsiteX3" fmla="*/ 20404 w 40808"/>
                <a:gd name="connsiteY3" fmla="*/ 0 h 32444"/>
                <a:gd name="connsiteX4" fmla="*/ 40809 w 40808"/>
                <a:gd name="connsiteY4" fmla="*/ 16222 h 32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08" h="32444">
                  <a:moveTo>
                    <a:pt x="40809" y="16222"/>
                  </a:moveTo>
                  <a:cubicBezTo>
                    <a:pt x="40809" y="25221"/>
                    <a:pt x="31684" y="32444"/>
                    <a:pt x="20404" y="32444"/>
                  </a:cubicBezTo>
                  <a:cubicBezTo>
                    <a:pt x="9125" y="32444"/>
                    <a:pt x="0" y="25221"/>
                    <a:pt x="0" y="16222"/>
                  </a:cubicBezTo>
                  <a:cubicBezTo>
                    <a:pt x="0" y="7224"/>
                    <a:pt x="9125" y="0"/>
                    <a:pt x="20404" y="0"/>
                  </a:cubicBezTo>
                  <a:cubicBezTo>
                    <a:pt x="31684" y="0"/>
                    <a:pt x="40809" y="7224"/>
                    <a:pt x="40809" y="1622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98" name="Freeform: Shape 5197">
              <a:extLst>
                <a:ext uri="{FF2B5EF4-FFF2-40B4-BE49-F238E27FC236}">
                  <a16:creationId xmlns:a16="http://schemas.microsoft.com/office/drawing/2014/main" id="{D1AF2392-9DAD-C7E4-14B1-1C0D91F1F298}"/>
                </a:ext>
              </a:extLst>
            </p:cNvPr>
            <p:cNvSpPr/>
            <p:nvPr/>
          </p:nvSpPr>
          <p:spPr>
            <a:xfrm>
              <a:off x="724550" y="4659604"/>
              <a:ext cx="40048" cy="31683"/>
            </a:xfrm>
            <a:custGeom>
              <a:avLst/>
              <a:gdLst>
                <a:gd name="connsiteX0" fmla="*/ 40049 w 40048"/>
                <a:gd name="connsiteY0" fmla="*/ 15842 h 31683"/>
                <a:gd name="connsiteX1" fmla="*/ 20024 w 40048"/>
                <a:gd name="connsiteY1" fmla="*/ 31684 h 31683"/>
                <a:gd name="connsiteX2" fmla="*/ 0 w 40048"/>
                <a:gd name="connsiteY2" fmla="*/ 15842 h 31683"/>
                <a:gd name="connsiteX3" fmla="*/ 20024 w 40048"/>
                <a:gd name="connsiteY3" fmla="*/ 0 h 31683"/>
                <a:gd name="connsiteX4" fmla="*/ 40049 w 40048"/>
                <a:gd name="connsiteY4" fmla="*/ 15842 h 31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048" h="31683">
                  <a:moveTo>
                    <a:pt x="40049" y="15842"/>
                  </a:moveTo>
                  <a:cubicBezTo>
                    <a:pt x="40049" y="24587"/>
                    <a:pt x="31050" y="31684"/>
                    <a:pt x="20024" y="31684"/>
                  </a:cubicBezTo>
                  <a:cubicBezTo>
                    <a:pt x="8998" y="31684"/>
                    <a:pt x="0" y="24587"/>
                    <a:pt x="0" y="15842"/>
                  </a:cubicBezTo>
                  <a:cubicBezTo>
                    <a:pt x="0" y="7097"/>
                    <a:pt x="8998" y="0"/>
                    <a:pt x="20024" y="0"/>
                  </a:cubicBezTo>
                  <a:cubicBezTo>
                    <a:pt x="31050" y="0"/>
                    <a:pt x="40049" y="7097"/>
                    <a:pt x="40049" y="1584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99" name="Freeform: Shape 5198">
              <a:extLst>
                <a:ext uri="{FF2B5EF4-FFF2-40B4-BE49-F238E27FC236}">
                  <a16:creationId xmlns:a16="http://schemas.microsoft.com/office/drawing/2014/main" id="{D1210CBC-9AF2-FA05-2429-D7BA215D82D2}"/>
                </a:ext>
              </a:extLst>
            </p:cNvPr>
            <p:cNvSpPr/>
            <p:nvPr/>
          </p:nvSpPr>
          <p:spPr>
            <a:xfrm>
              <a:off x="689951" y="4559103"/>
              <a:ext cx="40048" cy="31810"/>
            </a:xfrm>
            <a:custGeom>
              <a:avLst/>
              <a:gdLst>
                <a:gd name="connsiteX0" fmla="*/ 40049 w 40048"/>
                <a:gd name="connsiteY0" fmla="*/ 15968 h 31810"/>
                <a:gd name="connsiteX1" fmla="*/ 20024 w 40048"/>
                <a:gd name="connsiteY1" fmla="*/ 31810 h 31810"/>
                <a:gd name="connsiteX2" fmla="*/ 0 w 40048"/>
                <a:gd name="connsiteY2" fmla="*/ 15968 h 31810"/>
                <a:gd name="connsiteX3" fmla="*/ 20024 w 40048"/>
                <a:gd name="connsiteY3" fmla="*/ 0 h 31810"/>
                <a:gd name="connsiteX4" fmla="*/ 40049 w 40048"/>
                <a:gd name="connsiteY4" fmla="*/ 15968 h 31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048" h="31810">
                  <a:moveTo>
                    <a:pt x="40049" y="15968"/>
                  </a:moveTo>
                  <a:cubicBezTo>
                    <a:pt x="40049" y="24713"/>
                    <a:pt x="31050" y="31810"/>
                    <a:pt x="20024" y="31810"/>
                  </a:cubicBezTo>
                  <a:cubicBezTo>
                    <a:pt x="8998" y="31810"/>
                    <a:pt x="0" y="24713"/>
                    <a:pt x="0" y="15968"/>
                  </a:cubicBezTo>
                  <a:cubicBezTo>
                    <a:pt x="0" y="7224"/>
                    <a:pt x="8998" y="0"/>
                    <a:pt x="20024" y="0"/>
                  </a:cubicBezTo>
                  <a:cubicBezTo>
                    <a:pt x="31050" y="0"/>
                    <a:pt x="40049" y="7097"/>
                    <a:pt x="40049" y="1596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00" name="Freeform: Shape 5199">
              <a:extLst>
                <a:ext uri="{FF2B5EF4-FFF2-40B4-BE49-F238E27FC236}">
                  <a16:creationId xmlns:a16="http://schemas.microsoft.com/office/drawing/2014/main" id="{B93E091B-B15A-7D52-5C7B-06C4CADAFEA4}"/>
                </a:ext>
              </a:extLst>
            </p:cNvPr>
            <p:cNvSpPr/>
            <p:nvPr/>
          </p:nvSpPr>
          <p:spPr>
            <a:xfrm>
              <a:off x="658394" y="4458474"/>
              <a:ext cx="39541" cy="31303"/>
            </a:xfrm>
            <a:custGeom>
              <a:avLst/>
              <a:gdLst>
                <a:gd name="connsiteX0" fmla="*/ 39542 w 39541"/>
                <a:gd name="connsiteY0" fmla="*/ 15715 h 31303"/>
                <a:gd name="connsiteX1" fmla="*/ 19771 w 39541"/>
                <a:gd name="connsiteY1" fmla="*/ 31304 h 31303"/>
                <a:gd name="connsiteX2" fmla="*/ 0 w 39541"/>
                <a:gd name="connsiteY2" fmla="*/ 15715 h 31303"/>
                <a:gd name="connsiteX3" fmla="*/ 19771 w 39541"/>
                <a:gd name="connsiteY3" fmla="*/ 0 h 31303"/>
                <a:gd name="connsiteX4" fmla="*/ 39542 w 39541"/>
                <a:gd name="connsiteY4" fmla="*/ 15715 h 31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541" h="31303">
                  <a:moveTo>
                    <a:pt x="39542" y="15715"/>
                  </a:moveTo>
                  <a:cubicBezTo>
                    <a:pt x="39542" y="24333"/>
                    <a:pt x="30670" y="31304"/>
                    <a:pt x="19771" y="31304"/>
                  </a:cubicBezTo>
                  <a:cubicBezTo>
                    <a:pt x="8872" y="31304"/>
                    <a:pt x="0" y="24333"/>
                    <a:pt x="0" y="15715"/>
                  </a:cubicBezTo>
                  <a:cubicBezTo>
                    <a:pt x="0" y="7097"/>
                    <a:pt x="8872" y="0"/>
                    <a:pt x="19771" y="0"/>
                  </a:cubicBezTo>
                  <a:cubicBezTo>
                    <a:pt x="30670" y="0"/>
                    <a:pt x="39542" y="6970"/>
                    <a:pt x="39542" y="1571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01" name="Freeform: Shape 5200">
              <a:extLst>
                <a:ext uri="{FF2B5EF4-FFF2-40B4-BE49-F238E27FC236}">
                  <a16:creationId xmlns:a16="http://schemas.microsoft.com/office/drawing/2014/main" id="{8316B734-F1B9-3F07-0998-98A32ADB7DE6}"/>
                </a:ext>
              </a:extLst>
            </p:cNvPr>
            <p:cNvSpPr/>
            <p:nvPr/>
          </p:nvSpPr>
          <p:spPr>
            <a:xfrm>
              <a:off x="630005" y="4357339"/>
              <a:ext cx="38781" cy="30670"/>
            </a:xfrm>
            <a:custGeom>
              <a:avLst/>
              <a:gdLst>
                <a:gd name="connsiteX0" fmla="*/ 38781 w 38781"/>
                <a:gd name="connsiteY0" fmla="*/ 15335 h 30670"/>
                <a:gd name="connsiteX1" fmla="*/ 19391 w 38781"/>
                <a:gd name="connsiteY1" fmla="*/ 30670 h 30670"/>
                <a:gd name="connsiteX2" fmla="*/ 0 w 38781"/>
                <a:gd name="connsiteY2" fmla="*/ 15335 h 30670"/>
                <a:gd name="connsiteX3" fmla="*/ 19391 w 38781"/>
                <a:gd name="connsiteY3" fmla="*/ 0 h 30670"/>
                <a:gd name="connsiteX4" fmla="*/ 38781 w 38781"/>
                <a:gd name="connsiteY4" fmla="*/ 15335 h 30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781" h="30670">
                  <a:moveTo>
                    <a:pt x="38781" y="15335"/>
                  </a:moveTo>
                  <a:cubicBezTo>
                    <a:pt x="38781" y="23826"/>
                    <a:pt x="30163" y="30670"/>
                    <a:pt x="19391" y="30670"/>
                  </a:cubicBezTo>
                  <a:cubicBezTo>
                    <a:pt x="8618" y="30670"/>
                    <a:pt x="0" y="23826"/>
                    <a:pt x="0" y="15335"/>
                  </a:cubicBezTo>
                  <a:cubicBezTo>
                    <a:pt x="0" y="6844"/>
                    <a:pt x="8745" y="0"/>
                    <a:pt x="19391" y="0"/>
                  </a:cubicBezTo>
                  <a:cubicBezTo>
                    <a:pt x="30036" y="0"/>
                    <a:pt x="38781" y="6844"/>
                    <a:pt x="38781" y="153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02" name="Freeform: Shape 5201">
              <a:extLst>
                <a:ext uri="{FF2B5EF4-FFF2-40B4-BE49-F238E27FC236}">
                  <a16:creationId xmlns:a16="http://schemas.microsoft.com/office/drawing/2014/main" id="{F396A437-3FF4-4E8D-3347-D0FE1EBC5701}"/>
                </a:ext>
              </a:extLst>
            </p:cNvPr>
            <p:cNvSpPr/>
            <p:nvPr/>
          </p:nvSpPr>
          <p:spPr>
            <a:xfrm>
              <a:off x="604658" y="4255697"/>
              <a:ext cx="38020" cy="30162"/>
            </a:xfrm>
            <a:custGeom>
              <a:avLst/>
              <a:gdLst>
                <a:gd name="connsiteX0" fmla="*/ 38021 w 38020"/>
                <a:gd name="connsiteY0" fmla="*/ 15082 h 30162"/>
                <a:gd name="connsiteX1" fmla="*/ 19010 w 38020"/>
                <a:gd name="connsiteY1" fmla="*/ 30163 h 30162"/>
                <a:gd name="connsiteX2" fmla="*/ 0 w 38020"/>
                <a:gd name="connsiteY2" fmla="*/ 15082 h 30162"/>
                <a:gd name="connsiteX3" fmla="*/ 19010 w 38020"/>
                <a:gd name="connsiteY3" fmla="*/ 0 h 30162"/>
                <a:gd name="connsiteX4" fmla="*/ 38021 w 38020"/>
                <a:gd name="connsiteY4" fmla="*/ 15082 h 30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0" h="30162">
                  <a:moveTo>
                    <a:pt x="38021" y="15082"/>
                  </a:moveTo>
                  <a:cubicBezTo>
                    <a:pt x="38021" y="23446"/>
                    <a:pt x="29530" y="30163"/>
                    <a:pt x="19010" y="30163"/>
                  </a:cubicBezTo>
                  <a:cubicBezTo>
                    <a:pt x="8491" y="30163"/>
                    <a:pt x="0" y="23446"/>
                    <a:pt x="0" y="15082"/>
                  </a:cubicBezTo>
                  <a:cubicBezTo>
                    <a:pt x="0" y="6717"/>
                    <a:pt x="8491" y="0"/>
                    <a:pt x="19010" y="0"/>
                  </a:cubicBezTo>
                  <a:cubicBezTo>
                    <a:pt x="29530" y="0"/>
                    <a:pt x="38021" y="6717"/>
                    <a:pt x="38021" y="1508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03" name="Freeform: Shape 5202">
              <a:extLst>
                <a:ext uri="{FF2B5EF4-FFF2-40B4-BE49-F238E27FC236}">
                  <a16:creationId xmlns:a16="http://schemas.microsoft.com/office/drawing/2014/main" id="{D7CCE3B5-D06A-DA40-892D-22328E71F64A}"/>
                </a:ext>
              </a:extLst>
            </p:cNvPr>
            <p:cNvSpPr/>
            <p:nvPr/>
          </p:nvSpPr>
          <p:spPr>
            <a:xfrm>
              <a:off x="582352" y="4153674"/>
              <a:ext cx="37133" cy="29402"/>
            </a:xfrm>
            <a:custGeom>
              <a:avLst/>
              <a:gdLst>
                <a:gd name="connsiteX0" fmla="*/ 37134 w 37133"/>
                <a:gd name="connsiteY0" fmla="*/ 14701 h 29402"/>
                <a:gd name="connsiteX1" fmla="*/ 18503 w 37133"/>
                <a:gd name="connsiteY1" fmla="*/ 29403 h 29402"/>
                <a:gd name="connsiteX2" fmla="*/ 0 w 37133"/>
                <a:gd name="connsiteY2" fmla="*/ 14701 h 29402"/>
                <a:gd name="connsiteX3" fmla="*/ 18503 w 37133"/>
                <a:gd name="connsiteY3" fmla="*/ 0 h 29402"/>
                <a:gd name="connsiteX4" fmla="*/ 37134 w 37133"/>
                <a:gd name="connsiteY4" fmla="*/ 14701 h 29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33" h="29402">
                  <a:moveTo>
                    <a:pt x="37134" y="14701"/>
                  </a:moveTo>
                  <a:cubicBezTo>
                    <a:pt x="37134" y="22813"/>
                    <a:pt x="28769" y="29403"/>
                    <a:pt x="18503" y="29403"/>
                  </a:cubicBezTo>
                  <a:cubicBezTo>
                    <a:pt x="8238" y="29403"/>
                    <a:pt x="0" y="22813"/>
                    <a:pt x="0" y="14701"/>
                  </a:cubicBezTo>
                  <a:cubicBezTo>
                    <a:pt x="0" y="6591"/>
                    <a:pt x="8365" y="0"/>
                    <a:pt x="18503" y="0"/>
                  </a:cubicBezTo>
                  <a:cubicBezTo>
                    <a:pt x="28642" y="0"/>
                    <a:pt x="37134" y="6591"/>
                    <a:pt x="37134" y="1470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04" name="Freeform: Shape 5203">
              <a:extLst>
                <a:ext uri="{FF2B5EF4-FFF2-40B4-BE49-F238E27FC236}">
                  <a16:creationId xmlns:a16="http://schemas.microsoft.com/office/drawing/2014/main" id="{536782CF-E001-B8A0-D9DC-07E49D43DC34}"/>
                </a:ext>
              </a:extLst>
            </p:cNvPr>
            <p:cNvSpPr/>
            <p:nvPr/>
          </p:nvSpPr>
          <p:spPr>
            <a:xfrm>
              <a:off x="562708" y="4050891"/>
              <a:ext cx="37006" cy="29402"/>
            </a:xfrm>
            <a:custGeom>
              <a:avLst/>
              <a:gdLst>
                <a:gd name="connsiteX0" fmla="*/ 37007 w 37006"/>
                <a:gd name="connsiteY0" fmla="*/ 14701 h 29402"/>
                <a:gd name="connsiteX1" fmla="*/ 18503 w 37006"/>
                <a:gd name="connsiteY1" fmla="*/ 29403 h 29402"/>
                <a:gd name="connsiteX2" fmla="*/ 0 w 37006"/>
                <a:gd name="connsiteY2" fmla="*/ 14701 h 29402"/>
                <a:gd name="connsiteX3" fmla="*/ 18503 w 37006"/>
                <a:gd name="connsiteY3" fmla="*/ 0 h 29402"/>
                <a:gd name="connsiteX4" fmla="*/ 37007 w 37006"/>
                <a:gd name="connsiteY4" fmla="*/ 14701 h 29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006" h="29402">
                  <a:moveTo>
                    <a:pt x="37007" y="14701"/>
                  </a:moveTo>
                  <a:cubicBezTo>
                    <a:pt x="37007" y="22812"/>
                    <a:pt x="28769" y="29403"/>
                    <a:pt x="18503" y="29403"/>
                  </a:cubicBezTo>
                  <a:cubicBezTo>
                    <a:pt x="8238" y="29403"/>
                    <a:pt x="0" y="22812"/>
                    <a:pt x="0" y="14701"/>
                  </a:cubicBezTo>
                  <a:cubicBezTo>
                    <a:pt x="0" y="6590"/>
                    <a:pt x="8365" y="0"/>
                    <a:pt x="18503" y="0"/>
                  </a:cubicBezTo>
                  <a:cubicBezTo>
                    <a:pt x="28642" y="0"/>
                    <a:pt x="37007" y="6590"/>
                    <a:pt x="37007" y="1470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05" name="Freeform: Shape 5204">
              <a:extLst>
                <a:ext uri="{FF2B5EF4-FFF2-40B4-BE49-F238E27FC236}">
                  <a16:creationId xmlns:a16="http://schemas.microsoft.com/office/drawing/2014/main" id="{BF6EC116-D1D0-D1FE-CA2A-121E4EB29FB2}"/>
                </a:ext>
              </a:extLst>
            </p:cNvPr>
            <p:cNvSpPr/>
            <p:nvPr/>
          </p:nvSpPr>
          <p:spPr>
            <a:xfrm>
              <a:off x="546232" y="3947982"/>
              <a:ext cx="36499" cy="28895"/>
            </a:xfrm>
            <a:custGeom>
              <a:avLst/>
              <a:gdLst>
                <a:gd name="connsiteX0" fmla="*/ 36500 w 36499"/>
                <a:gd name="connsiteY0" fmla="*/ 14448 h 28895"/>
                <a:gd name="connsiteX1" fmla="*/ 18250 w 36499"/>
                <a:gd name="connsiteY1" fmla="*/ 28896 h 28895"/>
                <a:gd name="connsiteX2" fmla="*/ 0 w 36499"/>
                <a:gd name="connsiteY2" fmla="*/ 14448 h 28895"/>
                <a:gd name="connsiteX3" fmla="*/ 18250 w 36499"/>
                <a:gd name="connsiteY3" fmla="*/ 0 h 28895"/>
                <a:gd name="connsiteX4" fmla="*/ 36500 w 36499"/>
                <a:gd name="connsiteY4" fmla="*/ 14448 h 28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99" h="28895">
                  <a:moveTo>
                    <a:pt x="36500" y="14448"/>
                  </a:moveTo>
                  <a:cubicBezTo>
                    <a:pt x="36500" y="22432"/>
                    <a:pt x="28262" y="28896"/>
                    <a:pt x="18250" y="28896"/>
                  </a:cubicBezTo>
                  <a:cubicBezTo>
                    <a:pt x="8238" y="28896"/>
                    <a:pt x="0" y="22432"/>
                    <a:pt x="0" y="14448"/>
                  </a:cubicBezTo>
                  <a:cubicBezTo>
                    <a:pt x="0" y="6463"/>
                    <a:pt x="8238" y="0"/>
                    <a:pt x="18250" y="0"/>
                  </a:cubicBezTo>
                  <a:cubicBezTo>
                    <a:pt x="28262" y="0"/>
                    <a:pt x="36500" y="6463"/>
                    <a:pt x="36500" y="1444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06" name="Freeform: Shape 5205">
              <a:extLst>
                <a:ext uri="{FF2B5EF4-FFF2-40B4-BE49-F238E27FC236}">
                  <a16:creationId xmlns:a16="http://schemas.microsoft.com/office/drawing/2014/main" id="{B88D24D8-F42E-8A74-2FCE-CB039DD769BA}"/>
                </a:ext>
              </a:extLst>
            </p:cNvPr>
            <p:cNvSpPr/>
            <p:nvPr/>
          </p:nvSpPr>
          <p:spPr>
            <a:xfrm>
              <a:off x="532925" y="3844819"/>
              <a:ext cx="35739" cy="28388"/>
            </a:xfrm>
            <a:custGeom>
              <a:avLst/>
              <a:gdLst>
                <a:gd name="connsiteX0" fmla="*/ 35740 w 35739"/>
                <a:gd name="connsiteY0" fmla="*/ 14194 h 28388"/>
                <a:gd name="connsiteX1" fmla="*/ 17870 w 35739"/>
                <a:gd name="connsiteY1" fmla="*/ 28389 h 28388"/>
                <a:gd name="connsiteX2" fmla="*/ 0 w 35739"/>
                <a:gd name="connsiteY2" fmla="*/ 14194 h 28388"/>
                <a:gd name="connsiteX3" fmla="*/ 17870 w 35739"/>
                <a:gd name="connsiteY3" fmla="*/ 0 h 28388"/>
                <a:gd name="connsiteX4" fmla="*/ 35740 w 35739"/>
                <a:gd name="connsiteY4" fmla="*/ 14194 h 28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739" h="28388">
                  <a:moveTo>
                    <a:pt x="35740" y="14194"/>
                  </a:moveTo>
                  <a:cubicBezTo>
                    <a:pt x="35740" y="22052"/>
                    <a:pt x="27755" y="28389"/>
                    <a:pt x="17870" y="28389"/>
                  </a:cubicBezTo>
                  <a:cubicBezTo>
                    <a:pt x="7984" y="28389"/>
                    <a:pt x="0" y="22052"/>
                    <a:pt x="0" y="14194"/>
                  </a:cubicBezTo>
                  <a:cubicBezTo>
                    <a:pt x="0" y="6337"/>
                    <a:pt x="7984" y="0"/>
                    <a:pt x="17870" y="0"/>
                  </a:cubicBezTo>
                  <a:cubicBezTo>
                    <a:pt x="27755" y="0"/>
                    <a:pt x="35740" y="6337"/>
                    <a:pt x="35740" y="141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07" name="Freeform: Shape 5206">
              <a:extLst>
                <a:ext uri="{FF2B5EF4-FFF2-40B4-BE49-F238E27FC236}">
                  <a16:creationId xmlns:a16="http://schemas.microsoft.com/office/drawing/2014/main" id="{F848D8B3-A4AB-5A8B-2640-3A881A109971}"/>
                </a:ext>
              </a:extLst>
            </p:cNvPr>
            <p:cNvSpPr/>
            <p:nvPr/>
          </p:nvSpPr>
          <p:spPr>
            <a:xfrm>
              <a:off x="522533" y="3741529"/>
              <a:ext cx="34979" cy="27628"/>
            </a:xfrm>
            <a:custGeom>
              <a:avLst/>
              <a:gdLst>
                <a:gd name="connsiteX0" fmla="*/ 34979 w 34979"/>
                <a:gd name="connsiteY0" fmla="*/ 13814 h 27628"/>
                <a:gd name="connsiteX1" fmla="*/ 17490 w 34979"/>
                <a:gd name="connsiteY1" fmla="*/ 27628 h 27628"/>
                <a:gd name="connsiteX2" fmla="*/ 0 w 34979"/>
                <a:gd name="connsiteY2" fmla="*/ 13814 h 27628"/>
                <a:gd name="connsiteX3" fmla="*/ 17490 w 34979"/>
                <a:gd name="connsiteY3" fmla="*/ 0 h 27628"/>
                <a:gd name="connsiteX4" fmla="*/ 34979 w 34979"/>
                <a:gd name="connsiteY4" fmla="*/ 13814 h 27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979" h="27628">
                  <a:moveTo>
                    <a:pt x="34979" y="13814"/>
                  </a:moveTo>
                  <a:cubicBezTo>
                    <a:pt x="34979" y="21545"/>
                    <a:pt x="27121" y="27628"/>
                    <a:pt x="17490" y="27628"/>
                  </a:cubicBezTo>
                  <a:cubicBezTo>
                    <a:pt x="7858" y="27628"/>
                    <a:pt x="0" y="21418"/>
                    <a:pt x="0" y="13814"/>
                  </a:cubicBezTo>
                  <a:cubicBezTo>
                    <a:pt x="0" y="6210"/>
                    <a:pt x="7858" y="0"/>
                    <a:pt x="17490" y="0"/>
                  </a:cubicBezTo>
                  <a:cubicBezTo>
                    <a:pt x="27121" y="0"/>
                    <a:pt x="34979" y="6210"/>
                    <a:pt x="34979" y="1381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08" name="Freeform: Shape 5207">
              <a:extLst>
                <a:ext uri="{FF2B5EF4-FFF2-40B4-BE49-F238E27FC236}">
                  <a16:creationId xmlns:a16="http://schemas.microsoft.com/office/drawing/2014/main" id="{F5C52F65-4CA7-D33E-DB7D-92AD73A71843}"/>
                </a:ext>
              </a:extLst>
            </p:cNvPr>
            <p:cNvSpPr/>
            <p:nvPr/>
          </p:nvSpPr>
          <p:spPr>
            <a:xfrm>
              <a:off x="515309" y="3637985"/>
              <a:ext cx="34218" cy="27121"/>
            </a:xfrm>
            <a:custGeom>
              <a:avLst/>
              <a:gdLst>
                <a:gd name="connsiteX0" fmla="*/ 34219 w 34218"/>
                <a:gd name="connsiteY0" fmla="*/ 13561 h 27121"/>
                <a:gd name="connsiteX1" fmla="*/ 17109 w 34218"/>
                <a:gd name="connsiteY1" fmla="*/ 27122 h 27121"/>
                <a:gd name="connsiteX2" fmla="*/ 0 w 34218"/>
                <a:gd name="connsiteY2" fmla="*/ 13561 h 27121"/>
                <a:gd name="connsiteX3" fmla="*/ 17109 w 34218"/>
                <a:gd name="connsiteY3" fmla="*/ 0 h 27121"/>
                <a:gd name="connsiteX4" fmla="*/ 34219 w 34218"/>
                <a:gd name="connsiteY4" fmla="*/ 13561 h 27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218" h="27121">
                  <a:moveTo>
                    <a:pt x="34219" y="13561"/>
                  </a:moveTo>
                  <a:cubicBezTo>
                    <a:pt x="34219" y="21038"/>
                    <a:pt x="26488" y="27122"/>
                    <a:pt x="17109" y="27122"/>
                  </a:cubicBezTo>
                  <a:cubicBezTo>
                    <a:pt x="7731" y="27122"/>
                    <a:pt x="0" y="21038"/>
                    <a:pt x="0" y="13561"/>
                  </a:cubicBezTo>
                  <a:cubicBezTo>
                    <a:pt x="0" y="6083"/>
                    <a:pt x="7731" y="0"/>
                    <a:pt x="17109" y="0"/>
                  </a:cubicBezTo>
                  <a:cubicBezTo>
                    <a:pt x="26488" y="0"/>
                    <a:pt x="34219" y="6083"/>
                    <a:pt x="34219" y="1356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09" name="Freeform: Shape 5208">
              <a:extLst>
                <a:ext uri="{FF2B5EF4-FFF2-40B4-BE49-F238E27FC236}">
                  <a16:creationId xmlns:a16="http://schemas.microsoft.com/office/drawing/2014/main" id="{74A734E7-A297-993D-D932-0DA98A3137C6}"/>
                </a:ext>
              </a:extLst>
            </p:cNvPr>
            <p:cNvSpPr/>
            <p:nvPr/>
          </p:nvSpPr>
          <p:spPr>
            <a:xfrm>
              <a:off x="511127" y="3534316"/>
              <a:ext cx="33585" cy="26614"/>
            </a:xfrm>
            <a:custGeom>
              <a:avLst/>
              <a:gdLst>
                <a:gd name="connsiteX0" fmla="*/ 33585 w 33585"/>
                <a:gd name="connsiteY0" fmla="*/ 13307 h 26614"/>
                <a:gd name="connsiteX1" fmla="*/ 16856 w 33585"/>
                <a:gd name="connsiteY1" fmla="*/ 26615 h 26614"/>
                <a:gd name="connsiteX2" fmla="*/ 0 w 33585"/>
                <a:gd name="connsiteY2" fmla="*/ 13307 h 26614"/>
                <a:gd name="connsiteX3" fmla="*/ 16856 w 33585"/>
                <a:gd name="connsiteY3" fmla="*/ 0 h 26614"/>
                <a:gd name="connsiteX4" fmla="*/ 33585 w 33585"/>
                <a:gd name="connsiteY4" fmla="*/ 13307 h 26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85" h="26614">
                  <a:moveTo>
                    <a:pt x="33585" y="13307"/>
                  </a:moveTo>
                  <a:cubicBezTo>
                    <a:pt x="33585" y="20658"/>
                    <a:pt x="26108" y="26615"/>
                    <a:pt x="16856" y="26615"/>
                  </a:cubicBezTo>
                  <a:cubicBezTo>
                    <a:pt x="7604" y="26615"/>
                    <a:pt x="0" y="20658"/>
                    <a:pt x="0" y="13307"/>
                  </a:cubicBezTo>
                  <a:cubicBezTo>
                    <a:pt x="0" y="5957"/>
                    <a:pt x="7477" y="0"/>
                    <a:pt x="16856" y="0"/>
                  </a:cubicBezTo>
                  <a:cubicBezTo>
                    <a:pt x="26234" y="0"/>
                    <a:pt x="33585" y="5957"/>
                    <a:pt x="33585" y="1330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10" name="Freeform: Shape 5209">
              <a:extLst>
                <a:ext uri="{FF2B5EF4-FFF2-40B4-BE49-F238E27FC236}">
                  <a16:creationId xmlns:a16="http://schemas.microsoft.com/office/drawing/2014/main" id="{3EAD4CCE-AF3C-A590-9F31-2E37C04C6037}"/>
                </a:ext>
              </a:extLst>
            </p:cNvPr>
            <p:cNvSpPr/>
            <p:nvPr/>
          </p:nvSpPr>
          <p:spPr>
            <a:xfrm>
              <a:off x="509986" y="3430519"/>
              <a:ext cx="32697" cy="26107"/>
            </a:xfrm>
            <a:custGeom>
              <a:avLst/>
              <a:gdLst>
                <a:gd name="connsiteX0" fmla="*/ 32698 w 32697"/>
                <a:gd name="connsiteY0" fmla="*/ 13054 h 26107"/>
                <a:gd name="connsiteX1" fmla="*/ 16349 w 32697"/>
                <a:gd name="connsiteY1" fmla="*/ 26108 h 26107"/>
                <a:gd name="connsiteX2" fmla="*/ 0 w 32697"/>
                <a:gd name="connsiteY2" fmla="*/ 13054 h 26107"/>
                <a:gd name="connsiteX3" fmla="*/ 16349 w 32697"/>
                <a:gd name="connsiteY3" fmla="*/ 0 h 26107"/>
                <a:gd name="connsiteX4" fmla="*/ 32698 w 32697"/>
                <a:gd name="connsiteY4" fmla="*/ 13054 h 2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97" h="26107">
                  <a:moveTo>
                    <a:pt x="32698" y="13054"/>
                  </a:moveTo>
                  <a:cubicBezTo>
                    <a:pt x="32698" y="20278"/>
                    <a:pt x="25347" y="26108"/>
                    <a:pt x="16349" y="26108"/>
                  </a:cubicBezTo>
                  <a:cubicBezTo>
                    <a:pt x="7351" y="26108"/>
                    <a:pt x="0" y="20278"/>
                    <a:pt x="0" y="13054"/>
                  </a:cubicBezTo>
                  <a:cubicBezTo>
                    <a:pt x="0" y="5830"/>
                    <a:pt x="7351" y="0"/>
                    <a:pt x="16349" y="0"/>
                  </a:cubicBezTo>
                  <a:cubicBezTo>
                    <a:pt x="25347" y="0"/>
                    <a:pt x="32698" y="5830"/>
                    <a:pt x="32698" y="1305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11" name="Freeform: Shape 5210">
              <a:extLst>
                <a:ext uri="{FF2B5EF4-FFF2-40B4-BE49-F238E27FC236}">
                  <a16:creationId xmlns:a16="http://schemas.microsoft.com/office/drawing/2014/main" id="{67DC5842-D4BB-EB15-E323-62542F0E31C1}"/>
                </a:ext>
              </a:extLst>
            </p:cNvPr>
            <p:cNvSpPr/>
            <p:nvPr/>
          </p:nvSpPr>
          <p:spPr>
            <a:xfrm>
              <a:off x="512014" y="3326976"/>
              <a:ext cx="31937" cy="25347"/>
            </a:xfrm>
            <a:custGeom>
              <a:avLst/>
              <a:gdLst>
                <a:gd name="connsiteX0" fmla="*/ 31937 w 31937"/>
                <a:gd name="connsiteY0" fmla="*/ 12674 h 25347"/>
                <a:gd name="connsiteX1" fmla="*/ 15969 w 31937"/>
                <a:gd name="connsiteY1" fmla="*/ 25347 h 25347"/>
                <a:gd name="connsiteX2" fmla="*/ 0 w 31937"/>
                <a:gd name="connsiteY2" fmla="*/ 12674 h 25347"/>
                <a:gd name="connsiteX3" fmla="*/ 15969 w 31937"/>
                <a:gd name="connsiteY3" fmla="*/ 0 h 25347"/>
                <a:gd name="connsiteX4" fmla="*/ 31937 w 31937"/>
                <a:gd name="connsiteY4" fmla="*/ 12674 h 25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937" h="25347">
                  <a:moveTo>
                    <a:pt x="31937" y="12674"/>
                  </a:moveTo>
                  <a:cubicBezTo>
                    <a:pt x="31937" y="19644"/>
                    <a:pt x="24713" y="25347"/>
                    <a:pt x="15969" y="25347"/>
                  </a:cubicBezTo>
                  <a:cubicBezTo>
                    <a:pt x="7224" y="25347"/>
                    <a:pt x="0" y="19644"/>
                    <a:pt x="0" y="12674"/>
                  </a:cubicBezTo>
                  <a:cubicBezTo>
                    <a:pt x="0" y="5703"/>
                    <a:pt x="7097" y="0"/>
                    <a:pt x="15969" y="0"/>
                  </a:cubicBezTo>
                  <a:cubicBezTo>
                    <a:pt x="24840" y="0"/>
                    <a:pt x="31937" y="5703"/>
                    <a:pt x="31937" y="1267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12" name="Freeform: Shape 5211">
              <a:extLst>
                <a:ext uri="{FF2B5EF4-FFF2-40B4-BE49-F238E27FC236}">
                  <a16:creationId xmlns:a16="http://schemas.microsoft.com/office/drawing/2014/main" id="{70A70692-AF17-08A3-9DA1-98DCD7B3223D}"/>
                </a:ext>
              </a:extLst>
            </p:cNvPr>
            <p:cNvSpPr/>
            <p:nvPr/>
          </p:nvSpPr>
          <p:spPr>
            <a:xfrm>
              <a:off x="516703" y="3223306"/>
              <a:ext cx="31430" cy="24840"/>
            </a:xfrm>
            <a:custGeom>
              <a:avLst/>
              <a:gdLst>
                <a:gd name="connsiteX0" fmla="*/ 31431 w 31430"/>
                <a:gd name="connsiteY0" fmla="*/ 12420 h 24840"/>
                <a:gd name="connsiteX1" fmla="*/ 15715 w 31430"/>
                <a:gd name="connsiteY1" fmla="*/ 24840 h 24840"/>
                <a:gd name="connsiteX2" fmla="*/ 0 w 31430"/>
                <a:gd name="connsiteY2" fmla="*/ 12420 h 24840"/>
                <a:gd name="connsiteX3" fmla="*/ 15715 w 31430"/>
                <a:gd name="connsiteY3" fmla="*/ 0 h 24840"/>
                <a:gd name="connsiteX4" fmla="*/ 31431 w 31430"/>
                <a:gd name="connsiteY4" fmla="*/ 12420 h 2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30" h="24840">
                  <a:moveTo>
                    <a:pt x="31431" y="12420"/>
                  </a:moveTo>
                  <a:cubicBezTo>
                    <a:pt x="31431" y="19264"/>
                    <a:pt x="24460" y="24840"/>
                    <a:pt x="15715" y="24840"/>
                  </a:cubicBezTo>
                  <a:cubicBezTo>
                    <a:pt x="6970" y="24840"/>
                    <a:pt x="0" y="19264"/>
                    <a:pt x="0" y="12420"/>
                  </a:cubicBezTo>
                  <a:cubicBezTo>
                    <a:pt x="0" y="5576"/>
                    <a:pt x="6970" y="0"/>
                    <a:pt x="15715" y="0"/>
                  </a:cubicBezTo>
                  <a:cubicBezTo>
                    <a:pt x="24460" y="0"/>
                    <a:pt x="31431" y="5576"/>
                    <a:pt x="31431" y="1242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13" name="Freeform: Shape 5212">
              <a:extLst>
                <a:ext uri="{FF2B5EF4-FFF2-40B4-BE49-F238E27FC236}">
                  <a16:creationId xmlns:a16="http://schemas.microsoft.com/office/drawing/2014/main" id="{27F2A900-4B0F-AE6A-EFB5-47283BED34E0}"/>
                </a:ext>
              </a:extLst>
            </p:cNvPr>
            <p:cNvSpPr/>
            <p:nvPr/>
          </p:nvSpPr>
          <p:spPr>
            <a:xfrm>
              <a:off x="524687" y="3119635"/>
              <a:ext cx="30670" cy="24333"/>
            </a:xfrm>
            <a:custGeom>
              <a:avLst/>
              <a:gdLst>
                <a:gd name="connsiteX0" fmla="*/ 30670 w 30670"/>
                <a:gd name="connsiteY0" fmla="*/ 12167 h 24333"/>
                <a:gd name="connsiteX1" fmla="*/ 15335 w 30670"/>
                <a:gd name="connsiteY1" fmla="*/ 24333 h 24333"/>
                <a:gd name="connsiteX2" fmla="*/ 0 w 30670"/>
                <a:gd name="connsiteY2" fmla="*/ 12167 h 24333"/>
                <a:gd name="connsiteX3" fmla="*/ 15335 w 30670"/>
                <a:gd name="connsiteY3" fmla="*/ 0 h 24333"/>
                <a:gd name="connsiteX4" fmla="*/ 30670 w 30670"/>
                <a:gd name="connsiteY4" fmla="*/ 12167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70" h="24333">
                  <a:moveTo>
                    <a:pt x="30670" y="12167"/>
                  </a:moveTo>
                  <a:cubicBezTo>
                    <a:pt x="30670" y="18884"/>
                    <a:pt x="23826" y="24333"/>
                    <a:pt x="15335" y="24333"/>
                  </a:cubicBezTo>
                  <a:cubicBezTo>
                    <a:pt x="6844" y="24333"/>
                    <a:pt x="0" y="18884"/>
                    <a:pt x="0" y="12167"/>
                  </a:cubicBezTo>
                  <a:cubicBezTo>
                    <a:pt x="0" y="5450"/>
                    <a:pt x="6844" y="0"/>
                    <a:pt x="15335" y="0"/>
                  </a:cubicBezTo>
                  <a:cubicBezTo>
                    <a:pt x="23826" y="0"/>
                    <a:pt x="30670" y="5450"/>
                    <a:pt x="30670" y="121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14" name="Freeform: Shape 5213">
              <a:extLst>
                <a:ext uri="{FF2B5EF4-FFF2-40B4-BE49-F238E27FC236}">
                  <a16:creationId xmlns:a16="http://schemas.microsoft.com/office/drawing/2014/main" id="{6DBB81D9-3D27-181C-6CF2-C73A58C5A9E5}"/>
                </a:ext>
              </a:extLst>
            </p:cNvPr>
            <p:cNvSpPr/>
            <p:nvPr/>
          </p:nvSpPr>
          <p:spPr>
            <a:xfrm>
              <a:off x="536094" y="3016726"/>
              <a:ext cx="29276" cy="23192"/>
            </a:xfrm>
            <a:custGeom>
              <a:avLst/>
              <a:gdLst>
                <a:gd name="connsiteX0" fmla="*/ 29276 w 29276"/>
                <a:gd name="connsiteY0" fmla="*/ 11533 h 23192"/>
                <a:gd name="connsiteX1" fmla="*/ 14701 w 29276"/>
                <a:gd name="connsiteY1" fmla="*/ 23193 h 23192"/>
                <a:gd name="connsiteX2" fmla="*/ 0 w 29276"/>
                <a:gd name="connsiteY2" fmla="*/ 11533 h 23192"/>
                <a:gd name="connsiteX3" fmla="*/ 14701 w 29276"/>
                <a:gd name="connsiteY3" fmla="*/ 0 h 23192"/>
                <a:gd name="connsiteX4" fmla="*/ 29276 w 29276"/>
                <a:gd name="connsiteY4" fmla="*/ 11533 h 23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276" h="23192">
                  <a:moveTo>
                    <a:pt x="29276" y="11533"/>
                  </a:moveTo>
                  <a:cubicBezTo>
                    <a:pt x="29276" y="17996"/>
                    <a:pt x="22686" y="23193"/>
                    <a:pt x="14701" y="23193"/>
                  </a:cubicBezTo>
                  <a:cubicBezTo>
                    <a:pt x="6717" y="23193"/>
                    <a:pt x="0" y="17996"/>
                    <a:pt x="0" y="11533"/>
                  </a:cubicBezTo>
                  <a:cubicBezTo>
                    <a:pt x="0" y="5069"/>
                    <a:pt x="6590" y="0"/>
                    <a:pt x="14701" y="0"/>
                  </a:cubicBezTo>
                  <a:cubicBezTo>
                    <a:pt x="22812" y="0"/>
                    <a:pt x="29276" y="5196"/>
                    <a:pt x="29276" y="1153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15" name="Freeform: Shape 5214">
              <a:extLst>
                <a:ext uri="{FF2B5EF4-FFF2-40B4-BE49-F238E27FC236}">
                  <a16:creationId xmlns:a16="http://schemas.microsoft.com/office/drawing/2014/main" id="{317A8F7B-739C-425A-0C50-17A7AE1AC7A8}"/>
                </a:ext>
              </a:extLst>
            </p:cNvPr>
            <p:cNvSpPr/>
            <p:nvPr/>
          </p:nvSpPr>
          <p:spPr>
            <a:xfrm>
              <a:off x="550288" y="2913563"/>
              <a:ext cx="28388" cy="22558"/>
            </a:xfrm>
            <a:custGeom>
              <a:avLst/>
              <a:gdLst>
                <a:gd name="connsiteX0" fmla="*/ 28389 w 28388"/>
                <a:gd name="connsiteY0" fmla="*/ 11279 h 22558"/>
                <a:gd name="connsiteX1" fmla="*/ 14194 w 28388"/>
                <a:gd name="connsiteY1" fmla="*/ 22559 h 22558"/>
                <a:gd name="connsiteX2" fmla="*/ 0 w 28388"/>
                <a:gd name="connsiteY2" fmla="*/ 11279 h 22558"/>
                <a:gd name="connsiteX3" fmla="*/ 14194 w 28388"/>
                <a:gd name="connsiteY3" fmla="*/ 0 h 22558"/>
                <a:gd name="connsiteX4" fmla="*/ 28389 w 28388"/>
                <a:gd name="connsiteY4" fmla="*/ 11279 h 22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388" h="22558">
                  <a:moveTo>
                    <a:pt x="28389" y="11279"/>
                  </a:moveTo>
                  <a:cubicBezTo>
                    <a:pt x="28389" y="17490"/>
                    <a:pt x="22052" y="22559"/>
                    <a:pt x="14194" y="22559"/>
                  </a:cubicBezTo>
                  <a:cubicBezTo>
                    <a:pt x="6337" y="22559"/>
                    <a:pt x="0" y="17490"/>
                    <a:pt x="0" y="11279"/>
                  </a:cubicBezTo>
                  <a:cubicBezTo>
                    <a:pt x="0" y="5069"/>
                    <a:pt x="6337" y="0"/>
                    <a:pt x="14194" y="0"/>
                  </a:cubicBezTo>
                  <a:cubicBezTo>
                    <a:pt x="22052" y="0"/>
                    <a:pt x="28389" y="5069"/>
                    <a:pt x="28389" y="1127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16" name="Freeform: Shape 5215">
              <a:extLst>
                <a:ext uri="{FF2B5EF4-FFF2-40B4-BE49-F238E27FC236}">
                  <a16:creationId xmlns:a16="http://schemas.microsoft.com/office/drawing/2014/main" id="{592AAE22-1959-8B83-27B0-C7AE5E05DE87}"/>
                </a:ext>
              </a:extLst>
            </p:cNvPr>
            <p:cNvSpPr/>
            <p:nvPr/>
          </p:nvSpPr>
          <p:spPr>
            <a:xfrm>
              <a:off x="567397" y="2810653"/>
              <a:ext cx="27628" cy="21925"/>
            </a:xfrm>
            <a:custGeom>
              <a:avLst/>
              <a:gdLst>
                <a:gd name="connsiteX0" fmla="*/ 27628 w 27628"/>
                <a:gd name="connsiteY0" fmla="*/ 11026 h 21925"/>
                <a:gd name="connsiteX1" fmla="*/ 13814 w 27628"/>
                <a:gd name="connsiteY1" fmla="*/ 21925 h 21925"/>
                <a:gd name="connsiteX2" fmla="*/ 0 w 27628"/>
                <a:gd name="connsiteY2" fmla="*/ 11026 h 21925"/>
                <a:gd name="connsiteX3" fmla="*/ 13814 w 27628"/>
                <a:gd name="connsiteY3" fmla="*/ 0 h 21925"/>
                <a:gd name="connsiteX4" fmla="*/ 27628 w 27628"/>
                <a:gd name="connsiteY4" fmla="*/ 11026 h 2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28" h="21925">
                  <a:moveTo>
                    <a:pt x="27628" y="11026"/>
                  </a:moveTo>
                  <a:cubicBezTo>
                    <a:pt x="27628" y="17109"/>
                    <a:pt x="21418" y="21925"/>
                    <a:pt x="13814" y="21925"/>
                  </a:cubicBezTo>
                  <a:cubicBezTo>
                    <a:pt x="6210" y="21925"/>
                    <a:pt x="0" y="16983"/>
                    <a:pt x="0" y="11026"/>
                  </a:cubicBezTo>
                  <a:cubicBezTo>
                    <a:pt x="0" y="5069"/>
                    <a:pt x="6210" y="0"/>
                    <a:pt x="13814" y="0"/>
                  </a:cubicBezTo>
                  <a:cubicBezTo>
                    <a:pt x="21418" y="0"/>
                    <a:pt x="27628" y="4943"/>
                    <a:pt x="27628" y="1102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17" name="Freeform: Shape 5216">
              <a:extLst>
                <a:ext uri="{FF2B5EF4-FFF2-40B4-BE49-F238E27FC236}">
                  <a16:creationId xmlns:a16="http://schemas.microsoft.com/office/drawing/2014/main" id="{A3F212C7-5AAA-CF96-0010-7573E30ED3B5}"/>
                </a:ext>
              </a:extLst>
            </p:cNvPr>
            <p:cNvSpPr/>
            <p:nvPr/>
          </p:nvSpPr>
          <p:spPr>
            <a:xfrm>
              <a:off x="587802" y="2708377"/>
              <a:ext cx="26361" cy="20784"/>
            </a:xfrm>
            <a:custGeom>
              <a:avLst/>
              <a:gdLst>
                <a:gd name="connsiteX0" fmla="*/ 26361 w 26361"/>
                <a:gd name="connsiteY0" fmla="*/ 10392 h 20784"/>
                <a:gd name="connsiteX1" fmla="*/ 13181 w 26361"/>
                <a:gd name="connsiteY1" fmla="*/ 20785 h 20784"/>
                <a:gd name="connsiteX2" fmla="*/ 0 w 26361"/>
                <a:gd name="connsiteY2" fmla="*/ 10392 h 20784"/>
                <a:gd name="connsiteX3" fmla="*/ 13181 w 26361"/>
                <a:gd name="connsiteY3" fmla="*/ 0 h 20784"/>
                <a:gd name="connsiteX4" fmla="*/ 26361 w 26361"/>
                <a:gd name="connsiteY4" fmla="*/ 10392 h 20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61" h="20784">
                  <a:moveTo>
                    <a:pt x="26361" y="10392"/>
                  </a:moveTo>
                  <a:cubicBezTo>
                    <a:pt x="26361" y="16096"/>
                    <a:pt x="20404" y="20785"/>
                    <a:pt x="13181" y="20785"/>
                  </a:cubicBezTo>
                  <a:cubicBezTo>
                    <a:pt x="5957" y="20785"/>
                    <a:pt x="0" y="16096"/>
                    <a:pt x="0" y="10392"/>
                  </a:cubicBezTo>
                  <a:cubicBezTo>
                    <a:pt x="0" y="4689"/>
                    <a:pt x="5957" y="0"/>
                    <a:pt x="13181" y="0"/>
                  </a:cubicBezTo>
                  <a:cubicBezTo>
                    <a:pt x="20404" y="0"/>
                    <a:pt x="26361" y="4689"/>
                    <a:pt x="26361" y="1039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18" name="Freeform: Shape 5217">
              <a:extLst>
                <a:ext uri="{FF2B5EF4-FFF2-40B4-BE49-F238E27FC236}">
                  <a16:creationId xmlns:a16="http://schemas.microsoft.com/office/drawing/2014/main" id="{85F404A5-AA13-ABC4-873D-1CBD6E5A59ED}"/>
                </a:ext>
              </a:extLst>
            </p:cNvPr>
            <p:cNvSpPr/>
            <p:nvPr/>
          </p:nvSpPr>
          <p:spPr>
            <a:xfrm>
              <a:off x="610868" y="2606228"/>
              <a:ext cx="25600" cy="20277"/>
            </a:xfrm>
            <a:custGeom>
              <a:avLst/>
              <a:gdLst>
                <a:gd name="connsiteX0" fmla="*/ 25601 w 25600"/>
                <a:gd name="connsiteY0" fmla="*/ 10139 h 20277"/>
                <a:gd name="connsiteX1" fmla="*/ 12800 w 25600"/>
                <a:gd name="connsiteY1" fmla="*/ 20278 h 20277"/>
                <a:gd name="connsiteX2" fmla="*/ 0 w 25600"/>
                <a:gd name="connsiteY2" fmla="*/ 10139 h 20277"/>
                <a:gd name="connsiteX3" fmla="*/ 12800 w 25600"/>
                <a:gd name="connsiteY3" fmla="*/ 0 h 20277"/>
                <a:gd name="connsiteX4" fmla="*/ 25601 w 25600"/>
                <a:gd name="connsiteY4" fmla="*/ 10139 h 2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00" h="20277">
                  <a:moveTo>
                    <a:pt x="25601" y="10139"/>
                  </a:moveTo>
                  <a:cubicBezTo>
                    <a:pt x="25601" y="15715"/>
                    <a:pt x="19898" y="20278"/>
                    <a:pt x="12800" y="20278"/>
                  </a:cubicBezTo>
                  <a:cubicBezTo>
                    <a:pt x="5703" y="20278"/>
                    <a:pt x="0" y="15715"/>
                    <a:pt x="0" y="10139"/>
                  </a:cubicBezTo>
                  <a:cubicBezTo>
                    <a:pt x="0" y="4563"/>
                    <a:pt x="5703" y="0"/>
                    <a:pt x="12800" y="0"/>
                  </a:cubicBezTo>
                  <a:cubicBezTo>
                    <a:pt x="19898" y="0"/>
                    <a:pt x="25601" y="4563"/>
                    <a:pt x="25601" y="1013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19" name="Freeform: Shape 5218">
              <a:extLst>
                <a:ext uri="{FF2B5EF4-FFF2-40B4-BE49-F238E27FC236}">
                  <a16:creationId xmlns:a16="http://schemas.microsoft.com/office/drawing/2014/main" id="{A839E070-4194-A460-3518-0792E9BBB8A4}"/>
                </a:ext>
              </a:extLst>
            </p:cNvPr>
            <p:cNvSpPr/>
            <p:nvPr/>
          </p:nvSpPr>
          <p:spPr>
            <a:xfrm>
              <a:off x="637102" y="2504713"/>
              <a:ext cx="24713" cy="19643"/>
            </a:xfrm>
            <a:custGeom>
              <a:avLst/>
              <a:gdLst>
                <a:gd name="connsiteX0" fmla="*/ 24714 w 24713"/>
                <a:gd name="connsiteY0" fmla="*/ 9759 h 19643"/>
                <a:gd name="connsiteX1" fmla="*/ 12293 w 24713"/>
                <a:gd name="connsiteY1" fmla="*/ 19644 h 19643"/>
                <a:gd name="connsiteX2" fmla="*/ 0 w 24713"/>
                <a:gd name="connsiteY2" fmla="*/ 9759 h 19643"/>
                <a:gd name="connsiteX3" fmla="*/ 12293 w 24713"/>
                <a:gd name="connsiteY3" fmla="*/ 0 h 19643"/>
                <a:gd name="connsiteX4" fmla="*/ 24714 w 24713"/>
                <a:gd name="connsiteY4" fmla="*/ 9759 h 19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713" h="19643">
                  <a:moveTo>
                    <a:pt x="24714" y="9759"/>
                  </a:moveTo>
                  <a:cubicBezTo>
                    <a:pt x="24714" y="15208"/>
                    <a:pt x="19137" y="19644"/>
                    <a:pt x="12293" y="19644"/>
                  </a:cubicBezTo>
                  <a:cubicBezTo>
                    <a:pt x="5450" y="19644"/>
                    <a:pt x="0" y="15208"/>
                    <a:pt x="0" y="9759"/>
                  </a:cubicBezTo>
                  <a:cubicBezTo>
                    <a:pt x="0" y="4309"/>
                    <a:pt x="5576" y="0"/>
                    <a:pt x="12293" y="0"/>
                  </a:cubicBezTo>
                  <a:cubicBezTo>
                    <a:pt x="19010" y="0"/>
                    <a:pt x="24714" y="4436"/>
                    <a:pt x="24714" y="975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20" name="Freeform: Shape 5219">
              <a:extLst>
                <a:ext uri="{FF2B5EF4-FFF2-40B4-BE49-F238E27FC236}">
                  <a16:creationId xmlns:a16="http://schemas.microsoft.com/office/drawing/2014/main" id="{0554CF2B-D8D3-DD46-C86F-82B1157BBE76}"/>
                </a:ext>
              </a:extLst>
            </p:cNvPr>
            <p:cNvSpPr/>
            <p:nvPr/>
          </p:nvSpPr>
          <p:spPr>
            <a:xfrm>
              <a:off x="666251" y="2403451"/>
              <a:ext cx="23953" cy="19010"/>
            </a:xfrm>
            <a:custGeom>
              <a:avLst/>
              <a:gdLst>
                <a:gd name="connsiteX0" fmla="*/ 23953 w 23953"/>
                <a:gd name="connsiteY0" fmla="*/ 9505 h 19010"/>
                <a:gd name="connsiteX1" fmla="*/ 11913 w 23953"/>
                <a:gd name="connsiteY1" fmla="*/ 19010 h 19010"/>
                <a:gd name="connsiteX2" fmla="*/ 0 w 23953"/>
                <a:gd name="connsiteY2" fmla="*/ 9505 h 19010"/>
                <a:gd name="connsiteX3" fmla="*/ 11913 w 23953"/>
                <a:gd name="connsiteY3" fmla="*/ 0 h 19010"/>
                <a:gd name="connsiteX4" fmla="*/ 23953 w 23953"/>
                <a:gd name="connsiteY4" fmla="*/ 9505 h 19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53" h="19010">
                  <a:moveTo>
                    <a:pt x="23953" y="9505"/>
                  </a:moveTo>
                  <a:cubicBezTo>
                    <a:pt x="23953" y="14701"/>
                    <a:pt x="18630" y="19010"/>
                    <a:pt x="11913" y="19010"/>
                  </a:cubicBezTo>
                  <a:cubicBezTo>
                    <a:pt x="5196" y="19010"/>
                    <a:pt x="0" y="14701"/>
                    <a:pt x="0" y="9505"/>
                  </a:cubicBezTo>
                  <a:cubicBezTo>
                    <a:pt x="0" y="4309"/>
                    <a:pt x="5323" y="0"/>
                    <a:pt x="11913" y="0"/>
                  </a:cubicBezTo>
                  <a:cubicBezTo>
                    <a:pt x="18503" y="0"/>
                    <a:pt x="23953" y="4309"/>
                    <a:pt x="23953" y="950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21" name="Freeform: Shape 5220">
              <a:extLst>
                <a:ext uri="{FF2B5EF4-FFF2-40B4-BE49-F238E27FC236}">
                  <a16:creationId xmlns:a16="http://schemas.microsoft.com/office/drawing/2014/main" id="{263C014A-73DA-7B57-C4DB-DF672EBC6AE8}"/>
                </a:ext>
              </a:extLst>
            </p:cNvPr>
            <p:cNvSpPr/>
            <p:nvPr/>
          </p:nvSpPr>
          <p:spPr>
            <a:xfrm>
              <a:off x="698316" y="2302822"/>
              <a:ext cx="23319" cy="18503"/>
            </a:xfrm>
            <a:custGeom>
              <a:avLst/>
              <a:gdLst>
                <a:gd name="connsiteX0" fmla="*/ 23319 w 23319"/>
                <a:gd name="connsiteY0" fmla="*/ 9252 h 18503"/>
                <a:gd name="connsiteX1" fmla="*/ 11660 w 23319"/>
                <a:gd name="connsiteY1" fmla="*/ 18504 h 18503"/>
                <a:gd name="connsiteX2" fmla="*/ 0 w 23319"/>
                <a:gd name="connsiteY2" fmla="*/ 9252 h 18503"/>
                <a:gd name="connsiteX3" fmla="*/ 11660 w 23319"/>
                <a:gd name="connsiteY3" fmla="*/ 0 h 18503"/>
                <a:gd name="connsiteX4" fmla="*/ 23319 w 23319"/>
                <a:gd name="connsiteY4" fmla="*/ 9252 h 18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319" h="18503">
                  <a:moveTo>
                    <a:pt x="23319" y="9252"/>
                  </a:moveTo>
                  <a:cubicBezTo>
                    <a:pt x="23319" y="14321"/>
                    <a:pt x="18123" y="18504"/>
                    <a:pt x="11660" y="18504"/>
                  </a:cubicBezTo>
                  <a:cubicBezTo>
                    <a:pt x="5196" y="18504"/>
                    <a:pt x="0" y="14321"/>
                    <a:pt x="0" y="9252"/>
                  </a:cubicBezTo>
                  <a:cubicBezTo>
                    <a:pt x="0" y="4182"/>
                    <a:pt x="5196" y="0"/>
                    <a:pt x="11660" y="0"/>
                  </a:cubicBezTo>
                  <a:cubicBezTo>
                    <a:pt x="18123" y="0"/>
                    <a:pt x="23319" y="4182"/>
                    <a:pt x="23319" y="925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22" name="Freeform: Shape 5221">
              <a:extLst>
                <a:ext uri="{FF2B5EF4-FFF2-40B4-BE49-F238E27FC236}">
                  <a16:creationId xmlns:a16="http://schemas.microsoft.com/office/drawing/2014/main" id="{693C46FF-EDC3-5F0E-8C46-CBCD43521FD4}"/>
                </a:ext>
              </a:extLst>
            </p:cNvPr>
            <p:cNvSpPr/>
            <p:nvPr/>
          </p:nvSpPr>
          <p:spPr>
            <a:xfrm>
              <a:off x="733675" y="2203208"/>
              <a:ext cx="21798" cy="17236"/>
            </a:xfrm>
            <a:custGeom>
              <a:avLst/>
              <a:gdLst>
                <a:gd name="connsiteX0" fmla="*/ 21799 w 21798"/>
                <a:gd name="connsiteY0" fmla="*/ 8618 h 17236"/>
                <a:gd name="connsiteX1" fmla="*/ 10899 w 21798"/>
                <a:gd name="connsiteY1" fmla="*/ 17236 h 17236"/>
                <a:gd name="connsiteX2" fmla="*/ 0 w 21798"/>
                <a:gd name="connsiteY2" fmla="*/ 8618 h 17236"/>
                <a:gd name="connsiteX3" fmla="*/ 10899 w 21798"/>
                <a:gd name="connsiteY3" fmla="*/ 0 h 17236"/>
                <a:gd name="connsiteX4" fmla="*/ 21799 w 21798"/>
                <a:gd name="connsiteY4" fmla="*/ 8618 h 17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798" h="17236">
                  <a:moveTo>
                    <a:pt x="21799" y="8618"/>
                  </a:moveTo>
                  <a:cubicBezTo>
                    <a:pt x="21799" y="13434"/>
                    <a:pt x="16983" y="17236"/>
                    <a:pt x="10899" y="17236"/>
                  </a:cubicBezTo>
                  <a:cubicBezTo>
                    <a:pt x="4816" y="17236"/>
                    <a:pt x="0" y="13307"/>
                    <a:pt x="0" y="8618"/>
                  </a:cubicBezTo>
                  <a:cubicBezTo>
                    <a:pt x="0" y="3929"/>
                    <a:pt x="4816" y="0"/>
                    <a:pt x="10899" y="0"/>
                  </a:cubicBezTo>
                  <a:cubicBezTo>
                    <a:pt x="16983" y="0"/>
                    <a:pt x="21799" y="3802"/>
                    <a:pt x="21799" y="86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23" name="Freeform: Shape 5222">
              <a:extLst>
                <a:ext uri="{FF2B5EF4-FFF2-40B4-BE49-F238E27FC236}">
                  <a16:creationId xmlns:a16="http://schemas.microsoft.com/office/drawing/2014/main" id="{09C2716A-A642-1762-F402-4F61D018D4A1}"/>
                </a:ext>
              </a:extLst>
            </p:cNvPr>
            <p:cNvSpPr/>
            <p:nvPr/>
          </p:nvSpPr>
          <p:spPr>
            <a:xfrm>
              <a:off x="771569" y="2103847"/>
              <a:ext cx="21291" cy="16855"/>
            </a:xfrm>
            <a:custGeom>
              <a:avLst/>
              <a:gdLst>
                <a:gd name="connsiteX0" fmla="*/ 21292 w 21291"/>
                <a:gd name="connsiteY0" fmla="*/ 8365 h 16855"/>
                <a:gd name="connsiteX1" fmla="*/ 10646 w 21291"/>
                <a:gd name="connsiteY1" fmla="*/ 16856 h 16855"/>
                <a:gd name="connsiteX2" fmla="*/ 0 w 21291"/>
                <a:gd name="connsiteY2" fmla="*/ 8365 h 16855"/>
                <a:gd name="connsiteX3" fmla="*/ 10646 w 21291"/>
                <a:gd name="connsiteY3" fmla="*/ 0 h 16855"/>
                <a:gd name="connsiteX4" fmla="*/ 21292 w 21291"/>
                <a:gd name="connsiteY4" fmla="*/ 8365 h 16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291" h="16855">
                  <a:moveTo>
                    <a:pt x="21292" y="8365"/>
                  </a:moveTo>
                  <a:cubicBezTo>
                    <a:pt x="21292" y="13054"/>
                    <a:pt x="16602" y="16856"/>
                    <a:pt x="10646" y="16856"/>
                  </a:cubicBezTo>
                  <a:cubicBezTo>
                    <a:pt x="4689" y="16856"/>
                    <a:pt x="0" y="13054"/>
                    <a:pt x="0" y="8365"/>
                  </a:cubicBezTo>
                  <a:cubicBezTo>
                    <a:pt x="0" y="3675"/>
                    <a:pt x="4689" y="0"/>
                    <a:pt x="10646" y="0"/>
                  </a:cubicBezTo>
                  <a:cubicBezTo>
                    <a:pt x="16602" y="0"/>
                    <a:pt x="21292" y="3802"/>
                    <a:pt x="21292" y="836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24" name="Freeform: Shape 5223">
              <a:extLst>
                <a:ext uri="{FF2B5EF4-FFF2-40B4-BE49-F238E27FC236}">
                  <a16:creationId xmlns:a16="http://schemas.microsoft.com/office/drawing/2014/main" id="{BD4EE118-00DD-3DD4-D3A0-FD7215710257}"/>
                </a:ext>
              </a:extLst>
            </p:cNvPr>
            <p:cNvSpPr/>
            <p:nvPr/>
          </p:nvSpPr>
          <p:spPr>
            <a:xfrm>
              <a:off x="812505" y="2005120"/>
              <a:ext cx="20404" cy="16222"/>
            </a:xfrm>
            <a:custGeom>
              <a:avLst/>
              <a:gdLst>
                <a:gd name="connsiteX0" fmla="*/ 20404 w 20404"/>
                <a:gd name="connsiteY0" fmla="*/ 8111 h 16222"/>
                <a:gd name="connsiteX1" fmla="*/ 10139 w 20404"/>
                <a:gd name="connsiteY1" fmla="*/ 16222 h 16222"/>
                <a:gd name="connsiteX2" fmla="*/ 0 w 20404"/>
                <a:gd name="connsiteY2" fmla="*/ 8111 h 16222"/>
                <a:gd name="connsiteX3" fmla="*/ 10139 w 20404"/>
                <a:gd name="connsiteY3" fmla="*/ 0 h 16222"/>
                <a:gd name="connsiteX4" fmla="*/ 20404 w 20404"/>
                <a:gd name="connsiteY4" fmla="*/ 8111 h 1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04" h="16222">
                  <a:moveTo>
                    <a:pt x="20404" y="8111"/>
                  </a:moveTo>
                  <a:cubicBezTo>
                    <a:pt x="20404" y="12547"/>
                    <a:pt x="15842" y="16222"/>
                    <a:pt x="10139" y="16222"/>
                  </a:cubicBezTo>
                  <a:cubicBezTo>
                    <a:pt x="4436" y="16222"/>
                    <a:pt x="0" y="12674"/>
                    <a:pt x="0" y="8111"/>
                  </a:cubicBezTo>
                  <a:cubicBezTo>
                    <a:pt x="0" y="3549"/>
                    <a:pt x="4563" y="0"/>
                    <a:pt x="10139" y="0"/>
                  </a:cubicBezTo>
                  <a:cubicBezTo>
                    <a:pt x="15715" y="0"/>
                    <a:pt x="20404" y="3675"/>
                    <a:pt x="20404" y="811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25" name="Freeform: Shape 5224">
              <a:extLst>
                <a:ext uri="{FF2B5EF4-FFF2-40B4-BE49-F238E27FC236}">
                  <a16:creationId xmlns:a16="http://schemas.microsoft.com/office/drawing/2014/main" id="{9687EB7D-29FB-FD17-6DAF-F529BCE025C8}"/>
                </a:ext>
              </a:extLst>
            </p:cNvPr>
            <p:cNvSpPr/>
            <p:nvPr/>
          </p:nvSpPr>
          <p:spPr>
            <a:xfrm>
              <a:off x="856862" y="1907660"/>
              <a:ext cx="18756" cy="14954"/>
            </a:xfrm>
            <a:custGeom>
              <a:avLst/>
              <a:gdLst>
                <a:gd name="connsiteX0" fmla="*/ 18757 w 18756"/>
                <a:gd name="connsiteY0" fmla="*/ 7477 h 14954"/>
                <a:gd name="connsiteX1" fmla="*/ 9378 w 18756"/>
                <a:gd name="connsiteY1" fmla="*/ 14955 h 14954"/>
                <a:gd name="connsiteX2" fmla="*/ 0 w 18756"/>
                <a:gd name="connsiteY2" fmla="*/ 7477 h 14954"/>
                <a:gd name="connsiteX3" fmla="*/ 9378 w 18756"/>
                <a:gd name="connsiteY3" fmla="*/ 0 h 14954"/>
                <a:gd name="connsiteX4" fmla="*/ 18757 w 18756"/>
                <a:gd name="connsiteY4" fmla="*/ 7477 h 14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56" h="14954">
                  <a:moveTo>
                    <a:pt x="18757" y="7477"/>
                  </a:moveTo>
                  <a:cubicBezTo>
                    <a:pt x="18757" y="11660"/>
                    <a:pt x="14575" y="14955"/>
                    <a:pt x="9378" y="14955"/>
                  </a:cubicBezTo>
                  <a:cubicBezTo>
                    <a:pt x="4182" y="14955"/>
                    <a:pt x="0" y="11660"/>
                    <a:pt x="0" y="7477"/>
                  </a:cubicBezTo>
                  <a:cubicBezTo>
                    <a:pt x="0" y="3295"/>
                    <a:pt x="4182" y="0"/>
                    <a:pt x="9378" y="0"/>
                  </a:cubicBezTo>
                  <a:cubicBezTo>
                    <a:pt x="14575" y="0"/>
                    <a:pt x="18757" y="3295"/>
                    <a:pt x="18757" y="747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26" name="Freeform: Shape 5225">
              <a:extLst>
                <a:ext uri="{FF2B5EF4-FFF2-40B4-BE49-F238E27FC236}">
                  <a16:creationId xmlns:a16="http://schemas.microsoft.com/office/drawing/2014/main" id="{A4D299C2-7489-836E-FF38-226AC41BA3F3}"/>
                </a:ext>
              </a:extLst>
            </p:cNvPr>
            <p:cNvSpPr/>
            <p:nvPr/>
          </p:nvSpPr>
          <p:spPr>
            <a:xfrm>
              <a:off x="903248" y="1810580"/>
              <a:ext cx="18250" cy="14447"/>
            </a:xfrm>
            <a:custGeom>
              <a:avLst/>
              <a:gdLst>
                <a:gd name="connsiteX0" fmla="*/ 18250 w 18250"/>
                <a:gd name="connsiteY0" fmla="*/ 7224 h 14447"/>
                <a:gd name="connsiteX1" fmla="*/ 9125 w 18250"/>
                <a:gd name="connsiteY1" fmla="*/ 14448 h 14447"/>
                <a:gd name="connsiteX2" fmla="*/ 0 w 18250"/>
                <a:gd name="connsiteY2" fmla="*/ 7224 h 14447"/>
                <a:gd name="connsiteX3" fmla="*/ 9125 w 18250"/>
                <a:gd name="connsiteY3" fmla="*/ 0 h 14447"/>
                <a:gd name="connsiteX4" fmla="*/ 18250 w 18250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7">
                  <a:moveTo>
                    <a:pt x="18250" y="7224"/>
                  </a:moveTo>
                  <a:cubicBezTo>
                    <a:pt x="18250" y="11279"/>
                    <a:pt x="14194" y="14448"/>
                    <a:pt x="9125" y="14448"/>
                  </a:cubicBezTo>
                  <a:cubicBezTo>
                    <a:pt x="4056" y="14448"/>
                    <a:pt x="0" y="11279"/>
                    <a:pt x="0" y="7224"/>
                  </a:cubicBezTo>
                  <a:cubicBezTo>
                    <a:pt x="0" y="3168"/>
                    <a:pt x="4056" y="0"/>
                    <a:pt x="9125" y="0"/>
                  </a:cubicBezTo>
                  <a:cubicBezTo>
                    <a:pt x="14194" y="0"/>
                    <a:pt x="18250" y="3168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27" name="Freeform: Shape 5226">
              <a:extLst>
                <a:ext uri="{FF2B5EF4-FFF2-40B4-BE49-F238E27FC236}">
                  <a16:creationId xmlns:a16="http://schemas.microsoft.com/office/drawing/2014/main" id="{2FE6A743-2AAB-6EAF-94E0-BB43F6A50121}"/>
                </a:ext>
              </a:extLst>
            </p:cNvPr>
            <p:cNvSpPr/>
            <p:nvPr/>
          </p:nvSpPr>
          <p:spPr>
            <a:xfrm>
              <a:off x="952802" y="1714387"/>
              <a:ext cx="17489" cy="13940"/>
            </a:xfrm>
            <a:custGeom>
              <a:avLst/>
              <a:gdLst>
                <a:gd name="connsiteX0" fmla="*/ 17490 w 17489"/>
                <a:gd name="connsiteY0" fmla="*/ 6970 h 13940"/>
                <a:gd name="connsiteX1" fmla="*/ 8745 w 17489"/>
                <a:gd name="connsiteY1" fmla="*/ 13941 h 13940"/>
                <a:gd name="connsiteX2" fmla="*/ 0 w 17489"/>
                <a:gd name="connsiteY2" fmla="*/ 6970 h 13940"/>
                <a:gd name="connsiteX3" fmla="*/ 8745 w 17489"/>
                <a:gd name="connsiteY3" fmla="*/ 0 h 13940"/>
                <a:gd name="connsiteX4" fmla="*/ 17490 w 17489"/>
                <a:gd name="connsiteY4" fmla="*/ 6970 h 13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89" h="13940">
                  <a:moveTo>
                    <a:pt x="17490" y="6970"/>
                  </a:moveTo>
                  <a:cubicBezTo>
                    <a:pt x="17490" y="10772"/>
                    <a:pt x="13561" y="13941"/>
                    <a:pt x="8745" y="13941"/>
                  </a:cubicBezTo>
                  <a:cubicBezTo>
                    <a:pt x="3929" y="13941"/>
                    <a:pt x="0" y="10772"/>
                    <a:pt x="0" y="6970"/>
                  </a:cubicBezTo>
                  <a:cubicBezTo>
                    <a:pt x="0" y="3168"/>
                    <a:pt x="3929" y="0"/>
                    <a:pt x="8745" y="0"/>
                  </a:cubicBezTo>
                  <a:cubicBezTo>
                    <a:pt x="13561" y="0"/>
                    <a:pt x="17490" y="3168"/>
                    <a:pt x="17490" y="69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28" name="Freeform: Shape 5227">
              <a:extLst>
                <a:ext uri="{FF2B5EF4-FFF2-40B4-BE49-F238E27FC236}">
                  <a16:creationId xmlns:a16="http://schemas.microsoft.com/office/drawing/2014/main" id="{E198A1A9-BF91-425F-A0BE-761C9F22E3EE}"/>
                </a:ext>
              </a:extLst>
            </p:cNvPr>
            <p:cNvSpPr/>
            <p:nvPr/>
          </p:nvSpPr>
          <p:spPr>
            <a:xfrm>
              <a:off x="1005397" y="1619589"/>
              <a:ext cx="15968" cy="12673"/>
            </a:xfrm>
            <a:custGeom>
              <a:avLst/>
              <a:gdLst>
                <a:gd name="connsiteX0" fmla="*/ 15969 w 15968"/>
                <a:gd name="connsiteY0" fmla="*/ 6337 h 12673"/>
                <a:gd name="connsiteX1" fmla="*/ 7984 w 15968"/>
                <a:gd name="connsiteY1" fmla="*/ 12673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9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9" y="6337"/>
                  </a:moveTo>
                  <a:cubicBezTo>
                    <a:pt x="15969" y="9759"/>
                    <a:pt x="12420" y="12673"/>
                    <a:pt x="7984" y="12673"/>
                  </a:cubicBezTo>
                  <a:cubicBezTo>
                    <a:pt x="3549" y="12673"/>
                    <a:pt x="0" y="9885"/>
                    <a:pt x="0" y="6337"/>
                  </a:cubicBezTo>
                  <a:cubicBezTo>
                    <a:pt x="0" y="2788"/>
                    <a:pt x="3549" y="0"/>
                    <a:pt x="7984" y="0"/>
                  </a:cubicBezTo>
                  <a:cubicBezTo>
                    <a:pt x="12420" y="0"/>
                    <a:pt x="15969" y="2788"/>
                    <a:pt x="15969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29" name="Freeform: Shape 5228">
              <a:extLst>
                <a:ext uri="{FF2B5EF4-FFF2-40B4-BE49-F238E27FC236}">
                  <a16:creationId xmlns:a16="http://schemas.microsoft.com/office/drawing/2014/main" id="{E507C5F1-A0E7-DA9C-6E23-03B7490A140B}"/>
                </a:ext>
              </a:extLst>
            </p:cNvPr>
            <p:cNvSpPr/>
            <p:nvPr/>
          </p:nvSpPr>
          <p:spPr>
            <a:xfrm>
              <a:off x="1060527" y="1525297"/>
              <a:ext cx="15335" cy="12166"/>
            </a:xfrm>
            <a:custGeom>
              <a:avLst/>
              <a:gdLst>
                <a:gd name="connsiteX0" fmla="*/ 15335 w 15335"/>
                <a:gd name="connsiteY0" fmla="*/ 6083 h 12166"/>
                <a:gd name="connsiteX1" fmla="*/ 7731 w 15335"/>
                <a:gd name="connsiteY1" fmla="*/ 12167 h 12166"/>
                <a:gd name="connsiteX2" fmla="*/ 0 w 15335"/>
                <a:gd name="connsiteY2" fmla="*/ 6083 h 12166"/>
                <a:gd name="connsiteX3" fmla="*/ 7731 w 15335"/>
                <a:gd name="connsiteY3" fmla="*/ 0 h 12166"/>
                <a:gd name="connsiteX4" fmla="*/ 15335 w 15335"/>
                <a:gd name="connsiteY4" fmla="*/ 6083 h 1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35" h="12166">
                  <a:moveTo>
                    <a:pt x="15335" y="6083"/>
                  </a:moveTo>
                  <a:cubicBezTo>
                    <a:pt x="15335" y="9378"/>
                    <a:pt x="11913" y="12167"/>
                    <a:pt x="7731" y="12167"/>
                  </a:cubicBezTo>
                  <a:cubicBezTo>
                    <a:pt x="3549" y="12167"/>
                    <a:pt x="0" y="9505"/>
                    <a:pt x="0" y="6083"/>
                  </a:cubicBezTo>
                  <a:cubicBezTo>
                    <a:pt x="0" y="2661"/>
                    <a:pt x="3422" y="0"/>
                    <a:pt x="7731" y="0"/>
                  </a:cubicBezTo>
                  <a:cubicBezTo>
                    <a:pt x="12040" y="0"/>
                    <a:pt x="15335" y="2661"/>
                    <a:pt x="15335" y="60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30" name="Freeform: Shape 5229">
              <a:extLst>
                <a:ext uri="{FF2B5EF4-FFF2-40B4-BE49-F238E27FC236}">
                  <a16:creationId xmlns:a16="http://schemas.microsoft.com/office/drawing/2014/main" id="{13248628-0C44-C216-31FB-D60FD75E91BE}"/>
                </a:ext>
              </a:extLst>
            </p:cNvPr>
            <p:cNvSpPr/>
            <p:nvPr/>
          </p:nvSpPr>
          <p:spPr>
            <a:xfrm>
              <a:off x="1118826" y="1432527"/>
              <a:ext cx="13687" cy="10899"/>
            </a:xfrm>
            <a:custGeom>
              <a:avLst/>
              <a:gdLst>
                <a:gd name="connsiteX0" fmla="*/ 13688 w 13687"/>
                <a:gd name="connsiteY0" fmla="*/ 5450 h 10899"/>
                <a:gd name="connsiteX1" fmla="*/ 6844 w 13687"/>
                <a:gd name="connsiteY1" fmla="*/ 10899 h 10899"/>
                <a:gd name="connsiteX2" fmla="*/ 0 w 13687"/>
                <a:gd name="connsiteY2" fmla="*/ 5450 h 10899"/>
                <a:gd name="connsiteX3" fmla="*/ 6844 w 13687"/>
                <a:gd name="connsiteY3" fmla="*/ 0 h 10899"/>
                <a:gd name="connsiteX4" fmla="*/ 13688 w 13687"/>
                <a:gd name="connsiteY4" fmla="*/ 5450 h 10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87" h="10899">
                  <a:moveTo>
                    <a:pt x="13688" y="5450"/>
                  </a:moveTo>
                  <a:cubicBezTo>
                    <a:pt x="13688" y="8491"/>
                    <a:pt x="10519" y="10899"/>
                    <a:pt x="6844" y="10899"/>
                  </a:cubicBezTo>
                  <a:cubicBezTo>
                    <a:pt x="3168" y="10899"/>
                    <a:pt x="0" y="8491"/>
                    <a:pt x="0" y="5450"/>
                  </a:cubicBezTo>
                  <a:cubicBezTo>
                    <a:pt x="0" y="2408"/>
                    <a:pt x="3168" y="0"/>
                    <a:pt x="6844" y="0"/>
                  </a:cubicBezTo>
                  <a:cubicBezTo>
                    <a:pt x="10519" y="0"/>
                    <a:pt x="13688" y="2408"/>
                    <a:pt x="13688" y="545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31" name="Freeform: Shape 5230">
              <a:extLst>
                <a:ext uri="{FF2B5EF4-FFF2-40B4-BE49-F238E27FC236}">
                  <a16:creationId xmlns:a16="http://schemas.microsoft.com/office/drawing/2014/main" id="{565C32C4-D809-DCC8-E0D4-3B9A2933F4DD}"/>
                </a:ext>
              </a:extLst>
            </p:cNvPr>
            <p:cNvSpPr/>
            <p:nvPr/>
          </p:nvSpPr>
          <p:spPr>
            <a:xfrm>
              <a:off x="1179025" y="1340136"/>
              <a:ext cx="13687" cy="10899"/>
            </a:xfrm>
            <a:custGeom>
              <a:avLst/>
              <a:gdLst>
                <a:gd name="connsiteX0" fmla="*/ 13688 w 13687"/>
                <a:gd name="connsiteY0" fmla="*/ 5450 h 10899"/>
                <a:gd name="connsiteX1" fmla="*/ 6844 w 13687"/>
                <a:gd name="connsiteY1" fmla="*/ 10899 h 10899"/>
                <a:gd name="connsiteX2" fmla="*/ 0 w 13687"/>
                <a:gd name="connsiteY2" fmla="*/ 5450 h 10899"/>
                <a:gd name="connsiteX3" fmla="*/ 6844 w 13687"/>
                <a:gd name="connsiteY3" fmla="*/ 0 h 10899"/>
                <a:gd name="connsiteX4" fmla="*/ 13688 w 13687"/>
                <a:gd name="connsiteY4" fmla="*/ 5450 h 10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87" h="10899">
                  <a:moveTo>
                    <a:pt x="13688" y="5450"/>
                  </a:moveTo>
                  <a:cubicBezTo>
                    <a:pt x="13688" y="8491"/>
                    <a:pt x="10519" y="10899"/>
                    <a:pt x="6844" y="10899"/>
                  </a:cubicBezTo>
                  <a:cubicBezTo>
                    <a:pt x="3168" y="10899"/>
                    <a:pt x="0" y="8491"/>
                    <a:pt x="0" y="5450"/>
                  </a:cubicBezTo>
                  <a:cubicBezTo>
                    <a:pt x="0" y="2408"/>
                    <a:pt x="3042" y="0"/>
                    <a:pt x="6844" y="0"/>
                  </a:cubicBezTo>
                  <a:cubicBezTo>
                    <a:pt x="10646" y="0"/>
                    <a:pt x="13688" y="2408"/>
                    <a:pt x="13688" y="545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32" name="Freeform: Shape 5231">
              <a:extLst>
                <a:ext uri="{FF2B5EF4-FFF2-40B4-BE49-F238E27FC236}">
                  <a16:creationId xmlns:a16="http://schemas.microsoft.com/office/drawing/2014/main" id="{51D89A2A-2C3F-2A5F-1F71-A3B2F5E6391F}"/>
                </a:ext>
              </a:extLst>
            </p:cNvPr>
            <p:cNvSpPr/>
            <p:nvPr/>
          </p:nvSpPr>
          <p:spPr>
            <a:xfrm>
              <a:off x="1242520" y="1249393"/>
              <a:ext cx="12420" cy="9758"/>
            </a:xfrm>
            <a:custGeom>
              <a:avLst/>
              <a:gdLst>
                <a:gd name="connsiteX0" fmla="*/ 12420 w 12420"/>
                <a:gd name="connsiteY0" fmla="*/ 4943 h 9758"/>
                <a:gd name="connsiteX1" fmla="*/ 6210 w 12420"/>
                <a:gd name="connsiteY1" fmla="*/ 9759 h 9758"/>
                <a:gd name="connsiteX2" fmla="*/ 0 w 12420"/>
                <a:gd name="connsiteY2" fmla="*/ 4943 h 9758"/>
                <a:gd name="connsiteX3" fmla="*/ 6210 w 12420"/>
                <a:gd name="connsiteY3" fmla="*/ 0 h 9758"/>
                <a:gd name="connsiteX4" fmla="*/ 12420 w 12420"/>
                <a:gd name="connsiteY4" fmla="*/ 4943 h 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20" h="9758">
                  <a:moveTo>
                    <a:pt x="12420" y="4943"/>
                  </a:moveTo>
                  <a:lnTo>
                    <a:pt x="6210" y="9759"/>
                  </a:lnTo>
                  <a:lnTo>
                    <a:pt x="0" y="4943"/>
                  </a:lnTo>
                  <a:lnTo>
                    <a:pt x="6210" y="0"/>
                  </a:lnTo>
                  <a:lnTo>
                    <a:pt x="12420" y="494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33" name="Freeform: Shape 5232">
              <a:extLst>
                <a:ext uri="{FF2B5EF4-FFF2-40B4-BE49-F238E27FC236}">
                  <a16:creationId xmlns:a16="http://schemas.microsoft.com/office/drawing/2014/main" id="{2D46B646-76BB-9CEC-9E19-E92E1F37C932}"/>
                </a:ext>
              </a:extLst>
            </p:cNvPr>
            <p:cNvSpPr/>
            <p:nvPr/>
          </p:nvSpPr>
          <p:spPr>
            <a:xfrm>
              <a:off x="1308549" y="1159664"/>
              <a:ext cx="11533" cy="9125"/>
            </a:xfrm>
            <a:custGeom>
              <a:avLst/>
              <a:gdLst>
                <a:gd name="connsiteX0" fmla="*/ 11533 w 11533"/>
                <a:gd name="connsiteY0" fmla="*/ 4563 h 9125"/>
                <a:gd name="connsiteX1" fmla="*/ 5830 w 11533"/>
                <a:gd name="connsiteY1" fmla="*/ 9125 h 9125"/>
                <a:gd name="connsiteX2" fmla="*/ 0 w 11533"/>
                <a:gd name="connsiteY2" fmla="*/ 4563 h 9125"/>
                <a:gd name="connsiteX3" fmla="*/ 5830 w 11533"/>
                <a:gd name="connsiteY3" fmla="*/ 0 h 9125"/>
                <a:gd name="connsiteX4" fmla="*/ 11533 w 11533"/>
                <a:gd name="connsiteY4" fmla="*/ 4563 h 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33" h="9125">
                  <a:moveTo>
                    <a:pt x="11533" y="4563"/>
                  </a:moveTo>
                  <a:lnTo>
                    <a:pt x="5830" y="9125"/>
                  </a:lnTo>
                  <a:lnTo>
                    <a:pt x="0" y="4563"/>
                  </a:lnTo>
                  <a:lnTo>
                    <a:pt x="5830" y="0"/>
                  </a:lnTo>
                  <a:lnTo>
                    <a:pt x="11533" y="456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34" name="Freeform: Shape 5233">
              <a:extLst>
                <a:ext uri="{FF2B5EF4-FFF2-40B4-BE49-F238E27FC236}">
                  <a16:creationId xmlns:a16="http://schemas.microsoft.com/office/drawing/2014/main" id="{7EC7A689-04FE-C310-4B64-42AB21A6BF04}"/>
                </a:ext>
              </a:extLst>
            </p:cNvPr>
            <p:cNvSpPr/>
            <p:nvPr/>
          </p:nvSpPr>
          <p:spPr>
            <a:xfrm>
              <a:off x="1377367" y="1071329"/>
              <a:ext cx="10265" cy="8111"/>
            </a:xfrm>
            <a:custGeom>
              <a:avLst/>
              <a:gdLst>
                <a:gd name="connsiteX0" fmla="*/ 10266 w 10265"/>
                <a:gd name="connsiteY0" fmla="*/ 4056 h 8111"/>
                <a:gd name="connsiteX1" fmla="*/ 5069 w 10265"/>
                <a:gd name="connsiteY1" fmla="*/ 8111 h 8111"/>
                <a:gd name="connsiteX2" fmla="*/ 0 w 10265"/>
                <a:gd name="connsiteY2" fmla="*/ 4056 h 8111"/>
                <a:gd name="connsiteX3" fmla="*/ 5069 w 10265"/>
                <a:gd name="connsiteY3" fmla="*/ 0 h 8111"/>
                <a:gd name="connsiteX4" fmla="*/ 10266 w 10265"/>
                <a:gd name="connsiteY4" fmla="*/ 4056 h 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5" h="8111">
                  <a:moveTo>
                    <a:pt x="10266" y="4056"/>
                  </a:moveTo>
                  <a:lnTo>
                    <a:pt x="5069" y="8111"/>
                  </a:lnTo>
                  <a:lnTo>
                    <a:pt x="0" y="4056"/>
                  </a:lnTo>
                  <a:lnTo>
                    <a:pt x="5069" y="0"/>
                  </a:lnTo>
                  <a:lnTo>
                    <a:pt x="10266" y="405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35" name="Freeform: Shape 5234">
              <a:extLst>
                <a:ext uri="{FF2B5EF4-FFF2-40B4-BE49-F238E27FC236}">
                  <a16:creationId xmlns:a16="http://schemas.microsoft.com/office/drawing/2014/main" id="{95705A70-36A6-A073-CFAA-52967E066601}"/>
                </a:ext>
              </a:extLst>
            </p:cNvPr>
            <p:cNvSpPr/>
            <p:nvPr/>
          </p:nvSpPr>
          <p:spPr>
            <a:xfrm>
              <a:off x="1448593" y="984135"/>
              <a:ext cx="9378" cy="7477"/>
            </a:xfrm>
            <a:custGeom>
              <a:avLst/>
              <a:gdLst>
                <a:gd name="connsiteX0" fmla="*/ 9378 w 9378"/>
                <a:gd name="connsiteY0" fmla="*/ 3802 h 7477"/>
                <a:gd name="connsiteX1" fmla="*/ 4689 w 9378"/>
                <a:gd name="connsiteY1" fmla="*/ 7477 h 7477"/>
                <a:gd name="connsiteX2" fmla="*/ 0 w 9378"/>
                <a:gd name="connsiteY2" fmla="*/ 3802 h 7477"/>
                <a:gd name="connsiteX3" fmla="*/ 4689 w 9378"/>
                <a:gd name="connsiteY3" fmla="*/ 0 h 7477"/>
                <a:gd name="connsiteX4" fmla="*/ 9378 w 9378"/>
                <a:gd name="connsiteY4" fmla="*/ 3802 h 7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78" h="7477">
                  <a:moveTo>
                    <a:pt x="9378" y="3802"/>
                  </a:moveTo>
                  <a:lnTo>
                    <a:pt x="4689" y="7477"/>
                  </a:lnTo>
                  <a:lnTo>
                    <a:pt x="0" y="3802"/>
                  </a:lnTo>
                  <a:lnTo>
                    <a:pt x="4689" y="0"/>
                  </a:lnTo>
                  <a:lnTo>
                    <a:pt x="9378" y="380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36" name="Freeform: Shape 5235">
              <a:extLst>
                <a:ext uri="{FF2B5EF4-FFF2-40B4-BE49-F238E27FC236}">
                  <a16:creationId xmlns:a16="http://schemas.microsoft.com/office/drawing/2014/main" id="{257B2232-F67A-30EE-82E8-E821CDEAFFC5}"/>
                </a:ext>
              </a:extLst>
            </p:cNvPr>
            <p:cNvSpPr/>
            <p:nvPr/>
          </p:nvSpPr>
          <p:spPr>
            <a:xfrm>
              <a:off x="1522480" y="898461"/>
              <a:ext cx="8111" cy="6336"/>
            </a:xfrm>
            <a:custGeom>
              <a:avLst/>
              <a:gdLst>
                <a:gd name="connsiteX0" fmla="*/ 8111 w 8111"/>
                <a:gd name="connsiteY0" fmla="*/ 3168 h 6336"/>
                <a:gd name="connsiteX1" fmla="*/ 4056 w 8111"/>
                <a:gd name="connsiteY1" fmla="*/ 6337 h 6336"/>
                <a:gd name="connsiteX2" fmla="*/ 0 w 8111"/>
                <a:gd name="connsiteY2" fmla="*/ 3168 h 6336"/>
                <a:gd name="connsiteX3" fmla="*/ 4056 w 8111"/>
                <a:gd name="connsiteY3" fmla="*/ 0 h 6336"/>
                <a:gd name="connsiteX4" fmla="*/ 8111 w 8111"/>
                <a:gd name="connsiteY4" fmla="*/ 3168 h 6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11" h="6336">
                  <a:moveTo>
                    <a:pt x="8111" y="3168"/>
                  </a:moveTo>
                  <a:lnTo>
                    <a:pt x="4056" y="6337"/>
                  </a:lnTo>
                  <a:lnTo>
                    <a:pt x="0" y="3168"/>
                  </a:lnTo>
                  <a:lnTo>
                    <a:pt x="4056" y="0"/>
                  </a:lnTo>
                  <a:lnTo>
                    <a:pt x="8111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37" name="Freeform: Shape 5236">
              <a:extLst>
                <a:ext uri="{FF2B5EF4-FFF2-40B4-BE49-F238E27FC236}">
                  <a16:creationId xmlns:a16="http://schemas.microsoft.com/office/drawing/2014/main" id="{C58A6772-9E5F-8D97-0A27-347282B7AB89}"/>
                </a:ext>
              </a:extLst>
            </p:cNvPr>
            <p:cNvSpPr/>
            <p:nvPr/>
          </p:nvSpPr>
          <p:spPr>
            <a:xfrm>
              <a:off x="1599155" y="814309"/>
              <a:ext cx="6463" cy="5069"/>
            </a:xfrm>
            <a:custGeom>
              <a:avLst/>
              <a:gdLst>
                <a:gd name="connsiteX0" fmla="*/ 6464 w 6463"/>
                <a:gd name="connsiteY0" fmla="*/ 2535 h 5069"/>
                <a:gd name="connsiteX1" fmla="*/ 3295 w 6463"/>
                <a:gd name="connsiteY1" fmla="*/ 5069 h 5069"/>
                <a:gd name="connsiteX2" fmla="*/ 0 w 6463"/>
                <a:gd name="connsiteY2" fmla="*/ 2535 h 5069"/>
                <a:gd name="connsiteX3" fmla="*/ 3295 w 6463"/>
                <a:gd name="connsiteY3" fmla="*/ 0 h 5069"/>
                <a:gd name="connsiteX4" fmla="*/ 6464 w 6463"/>
                <a:gd name="connsiteY4" fmla="*/ 2535 h 5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069">
                  <a:moveTo>
                    <a:pt x="6464" y="2535"/>
                  </a:moveTo>
                  <a:lnTo>
                    <a:pt x="3295" y="5069"/>
                  </a:lnTo>
                  <a:lnTo>
                    <a:pt x="0" y="2535"/>
                  </a:lnTo>
                  <a:lnTo>
                    <a:pt x="3295" y="0"/>
                  </a:lnTo>
                  <a:lnTo>
                    <a:pt x="6464" y="253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38" name="Freeform: Shape 5237">
              <a:extLst>
                <a:ext uri="{FF2B5EF4-FFF2-40B4-BE49-F238E27FC236}">
                  <a16:creationId xmlns:a16="http://schemas.microsoft.com/office/drawing/2014/main" id="{106B1A06-8283-896E-A796-2C1EE98600A9}"/>
                </a:ext>
              </a:extLst>
            </p:cNvPr>
            <p:cNvSpPr/>
            <p:nvPr/>
          </p:nvSpPr>
          <p:spPr>
            <a:xfrm>
              <a:off x="1677858" y="731170"/>
              <a:ext cx="5703" cy="4435"/>
            </a:xfrm>
            <a:custGeom>
              <a:avLst/>
              <a:gdLst>
                <a:gd name="connsiteX0" fmla="*/ 5703 w 5703"/>
                <a:gd name="connsiteY0" fmla="*/ 2281 h 4435"/>
                <a:gd name="connsiteX1" fmla="*/ 2788 w 5703"/>
                <a:gd name="connsiteY1" fmla="*/ 4436 h 4435"/>
                <a:gd name="connsiteX2" fmla="*/ 0 w 5703"/>
                <a:gd name="connsiteY2" fmla="*/ 2281 h 4435"/>
                <a:gd name="connsiteX3" fmla="*/ 2788 w 5703"/>
                <a:gd name="connsiteY3" fmla="*/ 0 h 4435"/>
                <a:gd name="connsiteX4" fmla="*/ 5703 w 5703"/>
                <a:gd name="connsiteY4" fmla="*/ 2281 h 4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03" h="4435">
                  <a:moveTo>
                    <a:pt x="5703" y="2281"/>
                  </a:moveTo>
                  <a:lnTo>
                    <a:pt x="2788" y="4436"/>
                  </a:lnTo>
                  <a:lnTo>
                    <a:pt x="0" y="2281"/>
                  </a:lnTo>
                  <a:lnTo>
                    <a:pt x="2788" y="0"/>
                  </a:lnTo>
                  <a:lnTo>
                    <a:pt x="5703" y="22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39" name="Freeform: Shape 5238">
              <a:extLst>
                <a:ext uri="{FF2B5EF4-FFF2-40B4-BE49-F238E27FC236}">
                  <a16:creationId xmlns:a16="http://schemas.microsoft.com/office/drawing/2014/main" id="{DD296B6C-2DC0-8E4E-A132-8E9468A150C8}"/>
                </a:ext>
              </a:extLst>
            </p:cNvPr>
            <p:cNvSpPr/>
            <p:nvPr/>
          </p:nvSpPr>
          <p:spPr>
            <a:xfrm>
              <a:off x="1758842" y="649425"/>
              <a:ext cx="5069" cy="4055"/>
            </a:xfrm>
            <a:custGeom>
              <a:avLst/>
              <a:gdLst>
                <a:gd name="connsiteX0" fmla="*/ 5069 w 5069"/>
                <a:gd name="connsiteY0" fmla="*/ 2028 h 4055"/>
                <a:gd name="connsiteX1" fmla="*/ 2535 w 5069"/>
                <a:gd name="connsiteY1" fmla="*/ 4056 h 4055"/>
                <a:gd name="connsiteX2" fmla="*/ 0 w 5069"/>
                <a:gd name="connsiteY2" fmla="*/ 2028 h 4055"/>
                <a:gd name="connsiteX3" fmla="*/ 2535 w 5069"/>
                <a:gd name="connsiteY3" fmla="*/ 0 h 4055"/>
                <a:gd name="connsiteX4" fmla="*/ 5069 w 5069"/>
                <a:gd name="connsiteY4" fmla="*/ 2028 h 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9" h="4055">
                  <a:moveTo>
                    <a:pt x="5069" y="2028"/>
                  </a:moveTo>
                  <a:lnTo>
                    <a:pt x="2535" y="4056"/>
                  </a:lnTo>
                  <a:lnTo>
                    <a:pt x="0" y="2028"/>
                  </a:lnTo>
                  <a:lnTo>
                    <a:pt x="2535" y="0"/>
                  </a:lnTo>
                  <a:lnTo>
                    <a:pt x="5069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40" name="Freeform: Shape 5239">
              <a:extLst>
                <a:ext uri="{FF2B5EF4-FFF2-40B4-BE49-F238E27FC236}">
                  <a16:creationId xmlns:a16="http://schemas.microsoft.com/office/drawing/2014/main" id="{A75C768B-8DCD-2A59-99ED-1C9F3DFBA2BA}"/>
                </a:ext>
              </a:extLst>
            </p:cNvPr>
            <p:cNvSpPr/>
            <p:nvPr/>
          </p:nvSpPr>
          <p:spPr>
            <a:xfrm>
              <a:off x="1842741" y="569581"/>
              <a:ext cx="3548" cy="2788"/>
            </a:xfrm>
            <a:custGeom>
              <a:avLst/>
              <a:gdLst>
                <a:gd name="connsiteX0" fmla="*/ 3549 w 3548"/>
                <a:gd name="connsiteY0" fmla="*/ 1521 h 2788"/>
                <a:gd name="connsiteX1" fmla="*/ 1774 w 3548"/>
                <a:gd name="connsiteY1" fmla="*/ 2788 h 2788"/>
                <a:gd name="connsiteX2" fmla="*/ 0 w 3548"/>
                <a:gd name="connsiteY2" fmla="*/ 1521 h 2788"/>
                <a:gd name="connsiteX3" fmla="*/ 1774 w 3548"/>
                <a:gd name="connsiteY3" fmla="*/ 0 h 2788"/>
                <a:gd name="connsiteX4" fmla="*/ 3549 w 3548"/>
                <a:gd name="connsiteY4" fmla="*/ 1521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9" y="1521"/>
                  </a:moveTo>
                  <a:lnTo>
                    <a:pt x="1774" y="2788"/>
                  </a:lnTo>
                  <a:lnTo>
                    <a:pt x="0" y="1521"/>
                  </a:lnTo>
                  <a:lnTo>
                    <a:pt x="1774" y="0"/>
                  </a:lnTo>
                  <a:lnTo>
                    <a:pt x="3549" y="152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41" name="Freeform: Shape 5240">
              <a:extLst>
                <a:ext uri="{FF2B5EF4-FFF2-40B4-BE49-F238E27FC236}">
                  <a16:creationId xmlns:a16="http://schemas.microsoft.com/office/drawing/2014/main" id="{5B0210A0-2D4C-0E6B-2400-F51EC317203D}"/>
                </a:ext>
              </a:extLst>
            </p:cNvPr>
            <p:cNvSpPr/>
            <p:nvPr/>
          </p:nvSpPr>
          <p:spPr>
            <a:xfrm>
              <a:off x="1928542" y="491005"/>
              <a:ext cx="2914" cy="2281"/>
            </a:xfrm>
            <a:custGeom>
              <a:avLst/>
              <a:gdLst>
                <a:gd name="connsiteX0" fmla="*/ 2915 w 2914"/>
                <a:gd name="connsiteY0" fmla="*/ 1141 h 2281"/>
                <a:gd name="connsiteX1" fmla="*/ 1394 w 2914"/>
                <a:gd name="connsiteY1" fmla="*/ 2281 h 2281"/>
                <a:gd name="connsiteX2" fmla="*/ 0 w 2914"/>
                <a:gd name="connsiteY2" fmla="*/ 1141 h 2281"/>
                <a:gd name="connsiteX3" fmla="*/ 1394 w 2914"/>
                <a:gd name="connsiteY3" fmla="*/ 0 h 2281"/>
                <a:gd name="connsiteX4" fmla="*/ 2915 w 2914"/>
                <a:gd name="connsiteY4" fmla="*/ 1141 h 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" h="2281">
                  <a:moveTo>
                    <a:pt x="2915" y="1141"/>
                  </a:moveTo>
                  <a:lnTo>
                    <a:pt x="1394" y="2281"/>
                  </a:lnTo>
                  <a:lnTo>
                    <a:pt x="0" y="1141"/>
                  </a:lnTo>
                  <a:lnTo>
                    <a:pt x="1394" y="0"/>
                  </a:lnTo>
                  <a:lnTo>
                    <a:pt x="2915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42" name="Freeform: Shape 5241">
              <a:extLst>
                <a:ext uri="{FF2B5EF4-FFF2-40B4-BE49-F238E27FC236}">
                  <a16:creationId xmlns:a16="http://schemas.microsoft.com/office/drawing/2014/main" id="{225887B6-9167-C796-05D3-328418F98A05}"/>
                </a:ext>
              </a:extLst>
            </p:cNvPr>
            <p:cNvSpPr/>
            <p:nvPr/>
          </p:nvSpPr>
          <p:spPr>
            <a:xfrm>
              <a:off x="2017003" y="414330"/>
              <a:ext cx="1394" cy="1013"/>
            </a:xfrm>
            <a:custGeom>
              <a:avLst/>
              <a:gdLst>
                <a:gd name="connsiteX0" fmla="*/ 1394 w 1394"/>
                <a:gd name="connsiteY0" fmla="*/ 507 h 1013"/>
                <a:gd name="connsiteX1" fmla="*/ 634 w 1394"/>
                <a:gd name="connsiteY1" fmla="*/ 1014 h 1013"/>
                <a:gd name="connsiteX2" fmla="*/ 0 w 1394"/>
                <a:gd name="connsiteY2" fmla="*/ 507 h 1013"/>
                <a:gd name="connsiteX3" fmla="*/ 634 w 1394"/>
                <a:gd name="connsiteY3" fmla="*/ 0 h 1013"/>
                <a:gd name="connsiteX4" fmla="*/ 1394 w 1394"/>
                <a:gd name="connsiteY4" fmla="*/ 507 h 1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" h="1013">
                  <a:moveTo>
                    <a:pt x="1394" y="507"/>
                  </a:moveTo>
                  <a:lnTo>
                    <a:pt x="634" y="1014"/>
                  </a:lnTo>
                  <a:lnTo>
                    <a:pt x="0" y="507"/>
                  </a:lnTo>
                  <a:lnTo>
                    <a:pt x="634" y="0"/>
                  </a:lnTo>
                  <a:lnTo>
                    <a:pt x="1394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43" name="Freeform: Shape 5242">
              <a:extLst>
                <a:ext uri="{FF2B5EF4-FFF2-40B4-BE49-F238E27FC236}">
                  <a16:creationId xmlns:a16="http://schemas.microsoft.com/office/drawing/2014/main" id="{B0A373F0-AD96-E125-672D-04F2EFAE1E85}"/>
                </a:ext>
              </a:extLst>
            </p:cNvPr>
            <p:cNvSpPr/>
            <p:nvPr/>
          </p:nvSpPr>
          <p:spPr>
            <a:xfrm>
              <a:off x="2293795" y="192669"/>
              <a:ext cx="760" cy="633"/>
            </a:xfrm>
            <a:custGeom>
              <a:avLst/>
              <a:gdLst>
                <a:gd name="connsiteX0" fmla="*/ 760 w 760"/>
                <a:gd name="connsiteY0" fmla="*/ 380 h 633"/>
                <a:gd name="connsiteX1" fmla="*/ 380 w 760"/>
                <a:gd name="connsiteY1" fmla="*/ 634 h 633"/>
                <a:gd name="connsiteX2" fmla="*/ 0 w 760"/>
                <a:gd name="connsiteY2" fmla="*/ 380 h 633"/>
                <a:gd name="connsiteX3" fmla="*/ 380 w 760"/>
                <a:gd name="connsiteY3" fmla="*/ 0 h 633"/>
                <a:gd name="connsiteX4" fmla="*/ 760 w 760"/>
                <a:gd name="connsiteY4" fmla="*/ 380 h 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0" h="633">
                  <a:moveTo>
                    <a:pt x="760" y="380"/>
                  </a:moveTo>
                  <a:lnTo>
                    <a:pt x="380" y="634"/>
                  </a:lnTo>
                  <a:lnTo>
                    <a:pt x="0" y="380"/>
                  </a:lnTo>
                  <a:lnTo>
                    <a:pt x="380" y="0"/>
                  </a:lnTo>
                  <a:lnTo>
                    <a:pt x="760" y="38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44" name="Freeform: Shape 5243">
              <a:extLst>
                <a:ext uri="{FF2B5EF4-FFF2-40B4-BE49-F238E27FC236}">
                  <a16:creationId xmlns:a16="http://schemas.microsoft.com/office/drawing/2014/main" id="{5627CEC4-8895-CF9F-4E5E-FA62ED9A3F11}"/>
                </a:ext>
              </a:extLst>
            </p:cNvPr>
            <p:cNvSpPr/>
            <p:nvPr/>
          </p:nvSpPr>
          <p:spPr>
            <a:xfrm>
              <a:off x="2389734" y="121823"/>
              <a:ext cx="1647" cy="1394"/>
            </a:xfrm>
            <a:custGeom>
              <a:avLst/>
              <a:gdLst>
                <a:gd name="connsiteX0" fmla="*/ 1648 w 1647"/>
                <a:gd name="connsiteY0" fmla="*/ 760 h 1394"/>
                <a:gd name="connsiteX1" fmla="*/ 887 w 1647"/>
                <a:gd name="connsiteY1" fmla="*/ 1394 h 1394"/>
                <a:gd name="connsiteX2" fmla="*/ 0 w 1647"/>
                <a:gd name="connsiteY2" fmla="*/ 760 h 1394"/>
                <a:gd name="connsiteX3" fmla="*/ 887 w 1647"/>
                <a:gd name="connsiteY3" fmla="*/ 0 h 1394"/>
                <a:gd name="connsiteX4" fmla="*/ 1648 w 1647"/>
                <a:gd name="connsiteY4" fmla="*/ 760 h 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7" h="1394">
                  <a:moveTo>
                    <a:pt x="1648" y="760"/>
                  </a:moveTo>
                  <a:lnTo>
                    <a:pt x="887" y="1394"/>
                  </a:lnTo>
                  <a:lnTo>
                    <a:pt x="0" y="760"/>
                  </a:lnTo>
                  <a:lnTo>
                    <a:pt x="887" y="0"/>
                  </a:lnTo>
                  <a:lnTo>
                    <a:pt x="1648" y="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45" name="Freeform: Shape 5244">
              <a:extLst>
                <a:ext uri="{FF2B5EF4-FFF2-40B4-BE49-F238E27FC236}">
                  <a16:creationId xmlns:a16="http://schemas.microsoft.com/office/drawing/2014/main" id="{D221985F-7BD9-AFCC-E892-8A00D692A48F}"/>
                </a:ext>
              </a:extLst>
            </p:cNvPr>
            <p:cNvSpPr/>
            <p:nvPr/>
          </p:nvSpPr>
          <p:spPr>
            <a:xfrm>
              <a:off x="2487828" y="52879"/>
              <a:ext cx="2408" cy="1901"/>
            </a:xfrm>
            <a:custGeom>
              <a:avLst/>
              <a:gdLst>
                <a:gd name="connsiteX0" fmla="*/ 2408 w 2408"/>
                <a:gd name="connsiteY0" fmla="*/ 1014 h 1901"/>
                <a:gd name="connsiteX1" fmla="*/ 1141 w 2408"/>
                <a:gd name="connsiteY1" fmla="*/ 1901 h 1901"/>
                <a:gd name="connsiteX2" fmla="*/ 0 w 2408"/>
                <a:gd name="connsiteY2" fmla="*/ 1014 h 1901"/>
                <a:gd name="connsiteX3" fmla="*/ 1141 w 2408"/>
                <a:gd name="connsiteY3" fmla="*/ 0 h 1901"/>
                <a:gd name="connsiteX4" fmla="*/ 2408 w 2408"/>
                <a:gd name="connsiteY4" fmla="*/ 1014 h 1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8" h="1901">
                  <a:moveTo>
                    <a:pt x="2408" y="1014"/>
                  </a:moveTo>
                  <a:lnTo>
                    <a:pt x="1141" y="1901"/>
                  </a:lnTo>
                  <a:lnTo>
                    <a:pt x="0" y="1014"/>
                  </a:lnTo>
                  <a:lnTo>
                    <a:pt x="1141" y="0"/>
                  </a:lnTo>
                  <a:lnTo>
                    <a:pt x="2408" y="101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46" name="Freeform: Shape 5245">
              <a:extLst>
                <a:ext uri="{FF2B5EF4-FFF2-40B4-BE49-F238E27FC236}">
                  <a16:creationId xmlns:a16="http://schemas.microsoft.com/office/drawing/2014/main" id="{4E58FB7B-6F82-B282-D33A-273D6CD743BC}"/>
                </a:ext>
              </a:extLst>
            </p:cNvPr>
            <p:cNvSpPr/>
            <p:nvPr/>
          </p:nvSpPr>
          <p:spPr>
            <a:xfrm>
              <a:off x="9809491" y="35896"/>
              <a:ext cx="45371" cy="35993"/>
            </a:xfrm>
            <a:custGeom>
              <a:avLst/>
              <a:gdLst>
                <a:gd name="connsiteX0" fmla="*/ 45372 w 45371"/>
                <a:gd name="connsiteY0" fmla="*/ 17997 h 35993"/>
                <a:gd name="connsiteX1" fmla="*/ 22685 w 45371"/>
                <a:gd name="connsiteY1" fmla="*/ 35993 h 35993"/>
                <a:gd name="connsiteX2" fmla="*/ 0 w 45371"/>
                <a:gd name="connsiteY2" fmla="*/ 17997 h 35993"/>
                <a:gd name="connsiteX3" fmla="*/ 22685 w 45371"/>
                <a:gd name="connsiteY3" fmla="*/ 0 h 35993"/>
                <a:gd name="connsiteX4" fmla="*/ 45372 w 45371"/>
                <a:gd name="connsiteY4" fmla="*/ 17997 h 35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371" h="35993">
                  <a:moveTo>
                    <a:pt x="45372" y="17997"/>
                  </a:moveTo>
                  <a:cubicBezTo>
                    <a:pt x="45372" y="27882"/>
                    <a:pt x="35232" y="35993"/>
                    <a:pt x="22685" y="35993"/>
                  </a:cubicBezTo>
                  <a:cubicBezTo>
                    <a:pt x="10139" y="35993"/>
                    <a:pt x="0" y="28009"/>
                    <a:pt x="0" y="17997"/>
                  </a:cubicBezTo>
                  <a:cubicBezTo>
                    <a:pt x="0" y="7984"/>
                    <a:pt x="10139" y="0"/>
                    <a:pt x="22685" y="0"/>
                  </a:cubicBezTo>
                  <a:cubicBezTo>
                    <a:pt x="35232" y="0"/>
                    <a:pt x="45372" y="8111"/>
                    <a:pt x="45372" y="179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47" name="Freeform: Shape 5246">
              <a:extLst>
                <a:ext uri="{FF2B5EF4-FFF2-40B4-BE49-F238E27FC236}">
                  <a16:creationId xmlns:a16="http://schemas.microsoft.com/office/drawing/2014/main" id="{C7D1CE12-7599-DF4E-B0D3-EC43B3899D0D}"/>
                </a:ext>
              </a:extLst>
            </p:cNvPr>
            <p:cNvSpPr/>
            <p:nvPr/>
          </p:nvSpPr>
          <p:spPr>
            <a:xfrm>
              <a:off x="9907458" y="104207"/>
              <a:ext cx="46385" cy="36753"/>
            </a:xfrm>
            <a:custGeom>
              <a:avLst/>
              <a:gdLst>
                <a:gd name="connsiteX0" fmla="*/ 46386 w 46385"/>
                <a:gd name="connsiteY0" fmla="*/ 18377 h 36753"/>
                <a:gd name="connsiteX1" fmla="*/ 23193 w 46385"/>
                <a:gd name="connsiteY1" fmla="*/ 36753 h 36753"/>
                <a:gd name="connsiteX2" fmla="*/ 0 w 46385"/>
                <a:gd name="connsiteY2" fmla="*/ 18377 h 36753"/>
                <a:gd name="connsiteX3" fmla="*/ 23193 w 46385"/>
                <a:gd name="connsiteY3" fmla="*/ 0 h 36753"/>
                <a:gd name="connsiteX4" fmla="*/ 46386 w 46385"/>
                <a:gd name="connsiteY4" fmla="*/ 18377 h 36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85" h="36753">
                  <a:moveTo>
                    <a:pt x="46386" y="18377"/>
                  </a:moveTo>
                  <a:cubicBezTo>
                    <a:pt x="46386" y="28516"/>
                    <a:pt x="35993" y="36753"/>
                    <a:pt x="23193" y="36753"/>
                  </a:cubicBezTo>
                  <a:cubicBezTo>
                    <a:pt x="10392" y="36753"/>
                    <a:pt x="0" y="28516"/>
                    <a:pt x="0" y="18377"/>
                  </a:cubicBezTo>
                  <a:cubicBezTo>
                    <a:pt x="0" y="8238"/>
                    <a:pt x="10392" y="0"/>
                    <a:pt x="23193" y="0"/>
                  </a:cubicBezTo>
                  <a:cubicBezTo>
                    <a:pt x="35993" y="0"/>
                    <a:pt x="46386" y="8238"/>
                    <a:pt x="46386" y="1837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48" name="Freeform: Shape 5247">
              <a:extLst>
                <a:ext uri="{FF2B5EF4-FFF2-40B4-BE49-F238E27FC236}">
                  <a16:creationId xmlns:a16="http://schemas.microsoft.com/office/drawing/2014/main" id="{0FCEBD94-6813-F50C-79E7-46A45A111E6C}"/>
                </a:ext>
              </a:extLst>
            </p:cNvPr>
            <p:cNvSpPr/>
            <p:nvPr/>
          </p:nvSpPr>
          <p:spPr>
            <a:xfrm>
              <a:off x="10003904" y="174672"/>
              <a:ext cx="46385" cy="36753"/>
            </a:xfrm>
            <a:custGeom>
              <a:avLst/>
              <a:gdLst>
                <a:gd name="connsiteX0" fmla="*/ 46386 w 46385"/>
                <a:gd name="connsiteY0" fmla="*/ 18377 h 36753"/>
                <a:gd name="connsiteX1" fmla="*/ 23193 w 46385"/>
                <a:gd name="connsiteY1" fmla="*/ 36753 h 36753"/>
                <a:gd name="connsiteX2" fmla="*/ 0 w 46385"/>
                <a:gd name="connsiteY2" fmla="*/ 18377 h 36753"/>
                <a:gd name="connsiteX3" fmla="*/ 23193 w 46385"/>
                <a:gd name="connsiteY3" fmla="*/ 0 h 36753"/>
                <a:gd name="connsiteX4" fmla="*/ 46386 w 46385"/>
                <a:gd name="connsiteY4" fmla="*/ 18377 h 36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85" h="36753">
                  <a:moveTo>
                    <a:pt x="46386" y="18377"/>
                  </a:moveTo>
                  <a:cubicBezTo>
                    <a:pt x="46386" y="28516"/>
                    <a:pt x="35993" y="36753"/>
                    <a:pt x="23193" y="36753"/>
                  </a:cubicBezTo>
                  <a:cubicBezTo>
                    <a:pt x="10392" y="36753"/>
                    <a:pt x="0" y="28516"/>
                    <a:pt x="0" y="18377"/>
                  </a:cubicBezTo>
                  <a:cubicBezTo>
                    <a:pt x="0" y="8238"/>
                    <a:pt x="10392" y="0"/>
                    <a:pt x="23193" y="0"/>
                  </a:cubicBezTo>
                  <a:cubicBezTo>
                    <a:pt x="35993" y="0"/>
                    <a:pt x="46386" y="8238"/>
                    <a:pt x="46386" y="1837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49" name="Freeform: Shape 5248">
              <a:extLst>
                <a:ext uri="{FF2B5EF4-FFF2-40B4-BE49-F238E27FC236}">
                  <a16:creationId xmlns:a16="http://schemas.microsoft.com/office/drawing/2014/main" id="{D8C23821-54F9-79ED-53E3-5D902FDD82F3}"/>
                </a:ext>
              </a:extLst>
            </p:cNvPr>
            <p:cNvSpPr/>
            <p:nvPr/>
          </p:nvSpPr>
          <p:spPr>
            <a:xfrm>
              <a:off x="10098195" y="246912"/>
              <a:ext cx="46385" cy="36753"/>
            </a:xfrm>
            <a:custGeom>
              <a:avLst/>
              <a:gdLst>
                <a:gd name="connsiteX0" fmla="*/ 46386 w 46385"/>
                <a:gd name="connsiteY0" fmla="*/ 18377 h 36753"/>
                <a:gd name="connsiteX1" fmla="*/ 23193 w 46385"/>
                <a:gd name="connsiteY1" fmla="*/ 36753 h 36753"/>
                <a:gd name="connsiteX2" fmla="*/ 0 w 46385"/>
                <a:gd name="connsiteY2" fmla="*/ 18377 h 36753"/>
                <a:gd name="connsiteX3" fmla="*/ 23193 w 46385"/>
                <a:gd name="connsiteY3" fmla="*/ 0 h 36753"/>
                <a:gd name="connsiteX4" fmla="*/ 46386 w 46385"/>
                <a:gd name="connsiteY4" fmla="*/ 18377 h 36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85" h="36753">
                  <a:moveTo>
                    <a:pt x="46386" y="18377"/>
                  </a:moveTo>
                  <a:cubicBezTo>
                    <a:pt x="46386" y="28516"/>
                    <a:pt x="35993" y="36753"/>
                    <a:pt x="23193" y="36753"/>
                  </a:cubicBezTo>
                  <a:cubicBezTo>
                    <a:pt x="10392" y="36753"/>
                    <a:pt x="0" y="28516"/>
                    <a:pt x="0" y="18377"/>
                  </a:cubicBezTo>
                  <a:cubicBezTo>
                    <a:pt x="0" y="8238"/>
                    <a:pt x="10392" y="0"/>
                    <a:pt x="23193" y="0"/>
                  </a:cubicBezTo>
                  <a:cubicBezTo>
                    <a:pt x="35993" y="0"/>
                    <a:pt x="46386" y="8238"/>
                    <a:pt x="46386" y="1837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50" name="Freeform: Shape 5249">
              <a:extLst>
                <a:ext uri="{FF2B5EF4-FFF2-40B4-BE49-F238E27FC236}">
                  <a16:creationId xmlns:a16="http://schemas.microsoft.com/office/drawing/2014/main" id="{D1BED6D5-5850-2977-10E5-9F1660606217}"/>
                </a:ext>
              </a:extLst>
            </p:cNvPr>
            <p:cNvSpPr/>
            <p:nvPr/>
          </p:nvSpPr>
          <p:spPr>
            <a:xfrm>
              <a:off x="10190459" y="320926"/>
              <a:ext cx="46385" cy="36753"/>
            </a:xfrm>
            <a:custGeom>
              <a:avLst/>
              <a:gdLst>
                <a:gd name="connsiteX0" fmla="*/ 46385 w 46385"/>
                <a:gd name="connsiteY0" fmla="*/ 18377 h 36753"/>
                <a:gd name="connsiteX1" fmla="*/ 23193 w 46385"/>
                <a:gd name="connsiteY1" fmla="*/ 36753 h 36753"/>
                <a:gd name="connsiteX2" fmla="*/ 0 w 46385"/>
                <a:gd name="connsiteY2" fmla="*/ 18377 h 36753"/>
                <a:gd name="connsiteX3" fmla="*/ 23193 w 46385"/>
                <a:gd name="connsiteY3" fmla="*/ 0 h 36753"/>
                <a:gd name="connsiteX4" fmla="*/ 46385 w 46385"/>
                <a:gd name="connsiteY4" fmla="*/ 18377 h 36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85" h="36753">
                  <a:moveTo>
                    <a:pt x="46385" y="18377"/>
                  </a:moveTo>
                  <a:cubicBezTo>
                    <a:pt x="46385" y="28516"/>
                    <a:pt x="35993" y="36753"/>
                    <a:pt x="23193" y="36753"/>
                  </a:cubicBezTo>
                  <a:cubicBezTo>
                    <a:pt x="10392" y="36753"/>
                    <a:pt x="0" y="28516"/>
                    <a:pt x="0" y="18377"/>
                  </a:cubicBezTo>
                  <a:cubicBezTo>
                    <a:pt x="0" y="8238"/>
                    <a:pt x="10392" y="0"/>
                    <a:pt x="23193" y="0"/>
                  </a:cubicBezTo>
                  <a:cubicBezTo>
                    <a:pt x="35993" y="0"/>
                    <a:pt x="46385" y="8238"/>
                    <a:pt x="46385" y="1837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51" name="Freeform: Shape 5250">
              <a:extLst>
                <a:ext uri="{FF2B5EF4-FFF2-40B4-BE49-F238E27FC236}">
                  <a16:creationId xmlns:a16="http://schemas.microsoft.com/office/drawing/2014/main" id="{9AD11A0A-05CC-E3CE-07D7-CBA10C6BE790}"/>
                </a:ext>
              </a:extLst>
            </p:cNvPr>
            <p:cNvSpPr/>
            <p:nvPr/>
          </p:nvSpPr>
          <p:spPr>
            <a:xfrm>
              <a:off x="10280315" y="396460"/>
              <a:ext cx="46385" cy="36753"/>
            </a:xfrm>
            <a:custGeom>
              <a:avLst/>
              <a:gdLst>
                <a:gd name="connsiteX0" fmla="*/ 46386 w 46385"/>
                <a:gd name="connsiteY0" fmla="*/ 18377 h 36753"/>
                <a:gd name="connsiteX1" fmla="*/ 23193 w 46385"/>
                <a:gd name="connsiteY1" fmla="*/ 36753 h 36753"/>
                <a:gd name="connsiteX2" fmla="*/ 0 w 46385"/>
                <a:gd name="connsiteY2" fmla="*/ 18377 h 36753"/>
                <a:gd name="connsiteX3" fmla="*/ 23193 w 46385"/>
                <a:gd name="connsiteY3" fmla="*/ 0 h 36753"/>
                <a:gd name="connsiteX4" fmla="*/ 46386 w 46385"/>
                <a:gd name="connsiteY4" fmla="*/ 18377 h 36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85" h="36753">
                  <a:moveTo>
                    <a:pt x="46386" y="18377"/>
                  </a:moveTo>
                  <a:cubicBezTo>
                    <a:pt x="46386" y="28516"/>
                    <a:pt x="35993" y="36753"/>
                    <a:pt x="23193" y="36753"/>
                  </a:cubicBezTo>
                  <a:cubicBezTo>
                    <a:pt x="10392" y="36753"/>
                    <a:pt x="0" y="28516"/>
                    <a:pt x="0" y="18377"/>
                  </a:cubicBezTo>
                  <a:cubicBezTo>
                    <a:pt x="0" y="8238"/>
                    <a:pt x="10392" y="0"/>
                    <a:pt x="23193" y="0"/>
                  </a:cubicBezTo>
                  <a:cubicBezTo>
                    <a:pt x="35993" y="0"/>
                    <a:pt x="46386" y="8238"/>
                    <a:pt x="46386" y="1837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52" name="Freeform: Shape 5251">
              <a:extLst>
                <a:ext uri="{FF2B5EF4-FFF2-40B4-BE49-F238E27FC236}">
                  <a16:creationId xmlns:a16="http://schemas.microsoft.com/office/drawing/2014/main" id="{6145D792-4BF5-963B-3215-1636B33AB57A}"/>
                </a:ext>
              </a:extLst>
            </p:cNvPr>
            <p:cNvSpPr/>
            <p:nvPr/>
          </p:nvSpPr>
          <p:spPr>
            <a:xfrm>
              <a:off x="10368017" y="473769"/>
              <a:ext cx="46385" cy="36753"/>
            </a:xfrm>
            <a:custGeom>
              <a:avLst/>
              <a:gdLst>
                <a:gd name="connsiteX0" fmla="*/ 46385 w 46385"/>
                <a:gd name="connsiteY0" fmla="*/ 18377 h 36753"/>
                <a:gd name="connsiteX1" fmla="*/ 23192 w 46385"/>
                <a:gd name="connsiteY1" fmla="*/ 36753 h 36753"/>
                <a:gd name="connsiteX2" fmla="*/ 0 w 46385"/>
                <a:gd name="connsiteY2" fmla="*/ 18377 h 36753"/>
                <a:gd name="connsiteX3" fmla="*/ 23192 w 46385"/>
                <a:gd name="connsiteY3" fmla="*/ 0 h 36753"/>
                <a:gd name="connsiteX4" fmla="*/ 46385 w 46385"/>
                <a:gd name="connsiteY4" fmla="*/ 18377 h 36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85" h="36753">
                  <a:moveTo>
                    <a:pt x="46385" y="18377"/>
                  </a:moveTo>
                  <a:cubicBezTo>
                    <a:pt x="46385" y="28516"/>
                    <a:pt x="36119" y="36753"/>
                    <a:pt x="23192" y="36753"/>
                  </a:cubicBezTo>
                  <a:cubicBezTo>
                    <a:pt x="10266" y="36753"/>
                    <a:pt x="0" y="28516"/>
                    <a:pt x="0" y="18377"/>
                  </a:cubicBezTo>
                  <a:cubicBezTo>
                    <a:pt x="0" y="8238"/>
                    <a:pt x="10392" y="0"/>
                    <a:pt x="23192" y="0"/>
                  </a:cubicBezTo>
                  <a:cubicBezTo>
                    <a:pt x="35993" y="0"/>
                    <a:pt x="46385" y="8238"/>
                    <a:pt x="46385" y="1837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53" name="Freeform: Shape 5252">
              <a:extLst>
                <a:ext uri="{FF2B5EF4-FFF2-40B4-BE49-F238E27FC236}">
                  <a16:creationId xmlns:a16="http://schemas.microsoft.com/office/drawing/2014/main" id="{68C33758-97CE-F144-C223-F481B88E1A14}"/>
                </a:ext>
              </a:extLst>
            </p:cNvPr>
            <p:cNvSpPr/>
            <p:nvPr/>
          </p:nvSpPr>
          <p:spPr>
            <a:xfrm>
              <a:off x="10454070" y="553106"/>
              <a:ext cx="45371" cy="35992"/>
            </a:xfrm>
            <a:custGeom>
              <a:avLst/>
              <a:gdLst>
                <a:gd name="connsiteX0" fmla="*/ 45372 w 45371"/>
                <a:gd name="connsiteY0" fmla="*/ 17996 h 35992"/>
                <a:gd name="connsiteX1" fmla="*/ 22685 w 45371"/>
                <a:gd name="connsiteY1" fmla="*/ 35993 h 35992"/>
                <a:gd name="connsiteX2" fmla="*/ 0 w 45371"/>
                <a:gd name="connsiteY2" fmla="*/ 17996 h 35992"/>
                <a:gd name="connsiteX3" fmla="*/ 22685 w 45371"/>
                <a:gd name="connsiteY3" fmla="*/ 0 h 35992"/>
                <a:gd name="connsiteX4" fmla="*/ 45372 w 45371"/>
                <a:gd name="connsiteY4" fmla="*/ 17996 h 35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371" h="35992">
                  <a:moveTo>
                    <a:pt x="45372" y="17996"/>
                  </a:moveTo>
                  <a:cubicBezTo>
                    <a:pt x="45372" y="27882"/>
                    <a:pt x="35233" y="35993"/>
                    <a:pt x="22685" y="35993"/>
                  </a:cubicBezTo>
                  <a:cubicBezTo>
                    <a:pt x="10139" y="35993"/>
                    <a:pt x="0" y="28009"/>
                    <a:pt x="0" y="17996"/>
                  </a:cubicBezTo>
                  <a:cubicBezTo>
                    <a:pt x="0" y="7984"/>
                    <a:pt x="10139" y="0"/>
                    <a:pt x="22685" y="0"/>
                  </a:cubicBezTo>
                  <a:cubicBezTo>
                    <a:pt x="35233" y="0"/>
                    <a:pt x="45372" y="8111"/>
                    <a:pt x="45372" y="1799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54" name="Freeform: Shape 5253">
              <a:extLst>
                <a:ext uri="{FF2B5EF4-FFF2-40B4-BE49-F238E27FC236}">
                  <a16:creationId xmlns:a16="http://schemas.microsoft.com/office/drawing/2014/main" id="{D54CECD3-9430-E066-C59C-70D2D8C56F2C}"/>
                </a:ext>
              </a:extLst>
            </p:cNvPr>
            <p:cNvSpPr/>
            <p:nvPr/>
          </p:nvSpPr>
          <p:spPr>
            <a:xfrm>
              <a:off x="10537082" y="633456"/>
              <a:ext cx="45371" cy="35993"/>
            </a:xfrm>
            <a:custGeom>
              <a:avLst/>
              <a:gdLst>
                <a:gd name="connsiteX0" fmla="*/ 45372 w 45371"/>
                <a:gd name="connsiteY0" fmla="*/ 17997 h 35993"/>
                <a:gd name="connsiteX1" fmla="*/ 22686 w 45371"/>
                <a:gd name="connsiteY1" fmla="*/ 35993 h 35993"/>
                <a:gd name="connsiteX2" fmla="*/ 0 w 45371"/>
                <a:gd name="connsiteY2" fmla="*/ 17997 h 35993"/>
                <a:gd name="connsiteX3" fmla="*/ 22686 w 45371"/>
                <a:gd name="connsiteY3" fmla="*/ 0 h 35993"/>
                <a:gd name="connsiteX4" fmla="*/ 45372 w 45371"/>
                <a:gd name="connsiteY4" fmla="*/ 17997 h 35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371" h="35993">
                  <a:moveTo>
                    <a:pt x="45372" y="17997"/>
                  </a:moveTo>
                  <a:cubicBezTo>
                    <a:pt x="45372" y="27882"/>
                    <a:pt x="35233" y="35993"/>
                    <a:pt x="22686" y="35993"/>
                  </a:cubicBezTo>
                  <a:cubicBezTo>
                    <a:pt x="10139" y="35993"/>
                    <a:pt x="0" y="27882"/>
                    <a:pt x="0" y="17997"/>
                  </a:cubicBezTo>
                  <a:cubicBezTo>
                    <a:pt x="0" y="8111"/>
                    <a:pt x="10139" y="0"/>
                    <a:pt x="22686" y="0"/>
                  </a:cubicBezTo>
                  <a:cubicBezTo>
                    <a:pt x="35233" y="0"/>
                    <a:pt x="45372" y="8111"/>
                    <a:pt x="45372" y="179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55" name="Freeform: Shape 5254">
              <a:extLst>
                <a:ext uri="{FF2B5EF4-FFF2-40B4-BE49-F238E27FC236}">
                  <a16:creationId xmlns:a16="http://schemas.microsoft.com/office/drawing/2014/main" id="{D97340CE-C79C-B30B-201E-36C1DE18F583}"/>
                </a:ext>
              </a:extLst>
            </p:cNvPr>
            <p:cNvSpPr/>
            <p:nvPr/>
          </p:nvSpPr>
          <p:spPr>
            <a:xfrm>
              <a:off x="10617306" y="715074"/>
              <a:ext cx="46385" cy="36753"/>
            </a:xfrm>
            <a:custGeom>
              <a:avLst/>
              <a:gdLst>
                <a:gd name="connsiteX0" fmla="*/ 46385 w 46385"/>
                <a:gd name="connsiteY0" fmla="*/ 18377 h 36753"/>
                <a:gd name="connsiteX1" fmla="*/ 23193 w 46385"/>
                <a:gd name="connsiteY1" fmla="*/ 36753 h 36753"/>
                <a:gd name="connsiteX2" fmla="*/ 0 w 46385"/>
                <a:gd name="connsiteY2" fmla="*/ 18377 h 36753"/>
                <a:gd name="connsiteX3" fmla="*/ 23193 w 46385"/>
                <a:gd name="connsiteY3" fmla="*/ 0 h 36753"/>
                <a:gd name="connsiteX4" fmla="*/ 46385 w 46385"/>
                <a:gd name="connsiteY4" fmla="*/ 18377 h 36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85" h="36753">
                  <a:moveTo>
                    <a:pt x="46385" y="18377"/>
                  </a:moveTo>
                  <a:cubicBezTo>
                    <a:pt x="46385" y="28516"/>
                    <a:pt x="35993" y="36753"/>
                    <a:pt x="23193" y="36753"/>
                  </a:cubicBezTo>
                  <a:cubicBezTo>
                    <a:pt x="10392" y="36753"/>
                    <a:pt x="0" y="28516"/>
                    <a:pt x="0" y="18377"/>
                  </a:cubicBezTo>
                  <a:cubicBezTo>
                    <a:pt x="0" y="8238"/>
                    <a:pt x="10392" y="0"/>
                    <a:pt x="23193" y="0"/>
                  </a:cubicBezTo>
                  <a:cubicBezTo>
                    <a:pt x="35993" y="0"/>
                    <a:pt x="46385" y="8238"/>
                    <a:pt x="46385" y="1837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56" name="Freeform: Shape 5255">
              <a:extLst>
                <a:ext uri="{FF2B5EF4-FFF2-40B4-BE49-F238E27FC236}">
                  <a16:creationId xmlns:a16="http://schemas.microsoft.com/office/drawing/2014/main" id="{FF2EB148-E273-3A32-076E-B6AE16CC58E6}"/>
                </a:ext>
              </a:extLst>
            </p:cNvPr>
            <p:cNvSpPr/>
            <p:nvPr/>
          </p:nvSpPr>
          <p:spPr>
            <a:xfrm>
              <a:off x="10696136" y="798847"/>
              <a:ext cx="45371" cy="35992"/>
            </a:xfrm>
            <a:custGeom>
              <a:avLst/>
              <a:gdLst>
                <a:gd name="connsiteX0" fmla="*/ 45372 w 45371"/>
                <a:gd name="connsiteY0" fmla="*/ 17996 h 35992"/>
                <a:gd name="connsiteX1" fmla="*/ 22686 w 45371"/>
                <a:gd name="connsiteY1" fmla="*/ 35993 h 35992"/>
                <a:gd name="connsiteX2" fmla="*/ 0 w 45371"/>
                <a:gd name="connsiteY2" fmla="*/ 17996 h 35992"/>
                <a:gd name="connsiteX3" fmla="*/ 22686 w 45371"/>
                <a:gd name="connsiteY3" fmla="*/ 0 h 35992"/>
                <a:gd name="connsiteX4" fmla="*/ 45372 w 45371"/>
                <a:gd name="connsiteY4" fmla="*/ 17996 h 35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371" h="35992">
                  <a:moveTo>
                    <a:pt x="45372" y="17996"/>
                  </a:moveTo>
                  <a:cubicBezTo>
                    <a:pt x="45372" y="27882"/>
                    <a:pt x="35233" y="35993"/>
                    <a:pt x="22686" y="35993"/>
                  </a:cubicBezTo>
                  <a:cubicBezTo>
                    <a:pt x="10139" y="35993"/>
                    <a:pt x="0" y="27882"/>
                    <a:pt x="0" y="17996"/>
                  </a:cubicBezTo>
                  <a:cubicBezTo>
                    <a:pt x="0" y="8111"/>
                    <a:pt x="10139" y="0"/>
                    <a:pt x="22686" y="0"/>
                  </a:cubicBezTo>
                  <a:cubicBezTo>
                    <a:pt x="35233" y="0"/>
                    <a:pt x="45372" y="7984"/>
                    <a:pt x="45372" y="1799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57" name="Freeform: Shape 5256">
              <a:extLst>
                <a:ext uri="{FF2B5EF4-FFF2-40B4-BE49-F238E27FC236}">
                  <a16:creationId xmlns:a16="http://schemas.microsoft.com/office/drawing/2014/main" id="{A57B6A0A-97CB-ECE9-71A3-94121F2A1CBE}"/>
                </a:ext>
              </a:extLst>
            </p:cNvPr>
            <p:cNvSpPr/>
            <p:nvPr/>
          </p:nvSpPr>
          <p:spPr>
            <a:xfrm>
              <a:off x="10771924" y="883760"/>
              <a:ext cx="45371" cy="35993"/>
            </a:xfrm>
            <a:custGeom>
              <a:avLst/>
              <a:gdLst>
                <a:gd name="connsiteX0" fmla="*/ 45372 w 45371"/>
                <a:gd name="connsiteY0" fmla="*/ 17996 h 35993"/>
                <a:gd name="connsiteX1" fmla="*/ 22685 w 45371"/>
                <a:gd name="connsiteY1" fmla="*/ 35993 h 35993"/>
                <a:gd name="connsiteX2" fmla="*/ 0 w 45371"/>
                <a:gd name="connsiteY2" fmla="*/ 17996 h 35993"/>
                <a:gd name="connsiteX3" fmla="*/ 22685 w 45371"/>
                <a:gd name="connsiteY3" fmla="*/ 0 h 35993"/>
                <a:gd name="connsiteX4" fmla="*/ 45372 w 45371"/>
                <a:gd name="connsiteY4" fmla="*/ 17996 h 35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371" h="35993">
                  <a:moveTo>
                    <a:pt x="45372" y="17996"/>
                  </a:moveTo>
                  <a:cubicBezTo>
                    <a:pt x="45372" y="27882"/>
                    <a:pt x="35232" y="35993"/>
                    <a:pt x="22685" y="35993"/>
                  </a:cubicBezTo>
                  <a:cubicBezTo>
                    <a:pt x="10139" y="35993"/>
                    <a:pt x="0" y="27882"/>
                    <a:pt x="0" y="17996"/>
                  </a:cubicBezTo>
                  <a:cubicBezTo>
                    <a:pt x="0" y="8111"/>
                    <a:pt x="10139" y="0"/>
                    <a:pt x="22685" y="0"/>
                  </a:cubicBezTo>
                  <a:cubicBezTo>
                    <a:pt x="35232" y="0"/>
                    <a:pt x="45372" y="8111"/>
                    <a:pt x="45372" y="1799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58" name="Freeform: Shape 5257">
              <a:extLst>
                <a:ext uri="{FF2B5EF4-FFF2-40B4-BE49-F238E27FC236}">
                  <a16:creationId xmlns:a16="http://schemas.microsoft.com/office/drawing/2014/main" id="{A7CA8198-3018-5183-B794-409C9DA8FD5D}"/>
                </a:ext>
              </a:extLst>
            </p:cNvPr>
            <p:cNvSpPr/>
            <p:nvPr/>
          </p:nvSpPr>
          <p:spPr>
            <a:xfrm>
              <a:off x="10845304" y="969940"/>
              <a:ext cx="45371" cy="35992"/>
            </a:xfrm>
            <a:custGeom>
              <a:avLst/>
              <a:gdLst>
                <a:gd name="connsiteX0" fmla="*/ 45372 w 45371"/>
                <a:gd name="connsiteY0" fmla="*/ 17996 h 35992"/>
                <a:gd name="connsiteX1" fmla="*/ 22686 w 45371"/>
                <a:gd name="connsiteY1" fmla="*/ 35993 h 35992"/>
                <a:gd name="connsiteX2" fmla="*/ 0 w 45371"/>
                <a:gd name="connsiteY2" fmla="*/ 17996 h 35992"/>
                <a:gd name="connsiteX3" fmla="*/ 22686 w 45371"/>
                <a:gd name="connsiteY3" fmla="*/ 0 h 35992"/>
                <a:gd name="connsiteX4" fmla="*/ 45372 w 45371"/>
                <a:gd name="connsiteY4" fmla="*/ 17996 h 35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371" h="35992">
                  <a:moveTo>
                    <a:pt x="45372" y="17996"/>
                  </a:moveTo>
                  <a:cubicBezTo>
                    <a:pt x="45372" y="27882"/>
                    <a:pt x="35233" y="35993"/>
                    <a:pt x="22686" y="35993"/>
                  </a:cubicBezTo>
                  <a:cubicBezTo>
                    <a:pt x="10139" y="35993"/>
                    <a:pt x="0" y="27882"/>
                    <a:pt x="0" y="17996"/>
                  </a:cubicBezTo>
                  <a:cubicBezTo>
                    <a:pt x="0" y="8111"/>
                    <a:pt x="10139" y="0"/>
                    <a:pt x="22686" y="0"/>
                  </a:cubicBezTo>
                  <a:cubicBezTo>
                    <a:pt x="35233" y="0"/>
                    <a:pt x="45372" y="7984"/>
                    <a:pt x="45372" y="1799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59" name="Freeform: Shape 5258">
              <a:extLst>
                <a:ext uri="{FF2B5EF4-FFF2-40B4-BE49-F238E27FC236}">
                  <a16:creationId xmlns:a16="http://schemas.microsoft.com/office/drawing/2014/main" id="{C507913A-AC46-5B13-4FB9-8ACEBEAB5CED}"/>
                </a:ext>
              </a:extLst>
            </p:cNvPr>
            <p:cNvSpPr/>
            <p:nvPr/>
          </p:nvSpPr>
          <p:spPr>
            <a:xfrm>
              <a:off x="10916403" y="1057642"/>
              <a:ext cx="44611" cy="35486"/>
            </a:xfrm>
            <a:custGeom>
              <a:avLst/>
              <a:gdLst>
                <a:gd name="connsiteX0" fmla="*/ 44611 w 44611"/>
                <a:gd name="connsiteY0" fmla="*/ 17743 h 35486"/>
                <a:gd name="connsiteX1" fmla="*/ 22306 w 44611"/>
                <a:gd name="connsiteY1" fmla="*/ 35486 h 35486"/>
                <a:gd name="connsiteX2" fmla="*/ 0 w 44611"/>
                <a:gd name="connsiteY2" fmla="*/ 17743 h 35486"/>
                <a:gd name="connsiteX3" fmla="*/ 22306 w 44611"/>
                <a:gd name="connsiteY3" fmla="*/ 0 h 35486"/>
                <a:gd name="connsiteX4" fmla="*/ 44611 w 44611"/>
                <a:gd name="connsiteY4" fmla="*/ 17743 h 35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611" h="35486">
                  <a:moveTo>
                    <a:pt x="44611" y="17743"/>
                  </a:moveTo>
                  <a:cubicBezTo>
                    <a:pt x="44611" y="27502"/>
                    <a:pt x="34599" y="35486"/>
                    <a:pt x="22306" y="35486"/>
                  </a:cubicBezTo>
                  <a:cubicBezTo>
                    <a:pt x="10013" y="35486"/>
                    <a:pt x="0" y="27502"/>
                    <a:pt x="0" y="17743"/>
                  </a:cubicBezTo>
                  <a:cubicBezTo>
                    <a:pt x="0" y="7984"/>
                    <a:pt x="10013" y="0"/>
                    <a:pt x="22306" y="0"/>
                  </a:cubicBezTo>
                  <a:cubicBezTo>
                    <a:pt x="34599" y="0"/>
                    <a:pt x="44611" y="7984"/>
                    <a:pt x="44611" y="1774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60" name="Freeform: Shape 5259">
              <a:extLst>
                <a:ext uri="{FF2B5EF4-FFF2-40B4-BE49-F238E27FC236}">
                  <a16:creationId xmlns:a16="http://schemas.microsoft.com/office/drawing/2014/main" id="{F53BB8BB-545F-5812-B459-6B8E14339645}"/>
                </a:ext>
              </a:extLst>
            </p:cNvPr>
            <p:cNvSpPr/>
            <p:nvPr/>
          </p:nvSpPr>
          <p:spPr>
            <a:xfrm>
              <a:off x="10984587" y="1146610"/>
              <a:ext cx="44611" cy="35486"/>
            </a:xfrm>
            <a:custGeom>
              <a:avLst/>
              <a:gdLst>
                <a:gd name="connsiteX0" fmla="*/ 44611 w 44611"/>
                <a:gd name="connsiteY0" fmla="*/ 17743 h 35486"/>
                <a:gd name="connsiteX1" fmla="*/ 22306 w 44611"/>
                <a:gd name="connsiteY1" fmla="*/ 35486 h 35486"/>
                <a:gd name="connsiteX2" fmla="*/ 0 w 44611"/>
                <a:gd name="connsiteY2" fmla="*/ 17743 h 35486"/>
                <a:gd name="connsiteX3" fmla="*/ 22306 w 44611"/>
                <a:gd name="connsiteY3" fmla="*/ 0 h 35486"/>
                <a:gd name="connsiteX4" fmla="*/ 44611 w 44611"/>
                <a:gd name="connsiteY4" fmla="*/ 17743 h 35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611" h="35486">
                  <a:moveTo>
                    <a:pt x="44611" y="17743"/>
                  </a:moveTo>
                  <a:cubicBezTo>
                    <a:pt x="44611" y="27502"/>
                    <a:pt x="34726" y="35486"/>
                    <a:pt x="22306" y="35486"/>
                  </a:cubicBezTo>
                  <a:cubicBezTo>
                    <a:pt x="9886" y="35486"/>
                    <a:pt x="0" y="27502"/>
                    <a:pt x="0" y="17743"/>
                  </a:cubicBezTo>
                  <a:cubicBezTo>
                    <a:pt x="0" y="7984"/>
                    <a:pt x="10013" y="0"/>
                    <a:pt x="22306" y="0"/>
                  </a:cubicBezTo>
                  <a:cubicBezTo>
                    <a:pt x="34599" y="0"/>
                    <a:pt x="44611" y="7984"/>
                    <a:pt x="44611" y="1774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61" name="Freeform: Shape 5260">
              <a:extLst>
                <a:ext uri="{FF2B5EF4-FFF2-40B4-BE49-F238E27FC236}">
                  <a16:creationId xmlns:a16="http://schemas.microsoft.com/office/drawing/2014/main" id="{5C3C4616-A3FF-1711-2E3A-A02539F047AB}"/>
                </a:ext>
              </a:extLst>
            </p:cNvPr>
            <p:cNvSpPr/>
            <p:nvPr/>
          </p:nvSpPr>
          <p:spPr>
            <a:xfrm>
              <a:off x="11050490" y="1236973"/>
              <a:ext cx="43850" cy="34725"/>
            </a:xfrm>
            <a:custGeom>
              <a:avLst/>
              <a:gdLst>
                <a:gd name="connsiteX0" fmla="*/ 43851 w 43850"/>
                <a:gd name="connsiteY0" fmla="*/ 17363 h 34725"/>
                <a:gd name="connsiteX1" fmla="*/ 21925 w 43850"/>
                <a:gd name="connsiteY1" fmla="*/ 34726 h 34725"/>
                <a:gd name="connsiteX2" fmla="*/ 0 w 43850"/>
                <a:gd name="connsiteY2" fmla="*/ 17363 h 34725"/>
                <a:gd name="connsiteX3" fmla="*/ 21925 w 43850"/>
                <a:gd name="connsiteY3" fmla="*/ 0 h 34725"/>
                <a:gd name="connsiteX4" fmla="*/ 43851 w 43850"/>
                <a:gd name="connsiteY4" fmla="*/ 17363 h 34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850" h="34725">
                  <a:moveTo>
                    <a:pt x="43851" y="17363"/>
                  </a:moveTo>
                  <a:cubicBezTo>
                    <a:pt x="43851" y="26995"/>
                    <a:pt x="33965" y="34726"/>
                    <a:pt x="21925" y="34726"/>
                  </a:cubicBezTo>
                  <a:cubicBezTo>
                    <a:pt x="9886" y="34726"/>
                    <a:pt x="0" y="26995"/>
                    <a:pt x="0" y="17363"/>
                  </a:cubicBezTo>
                  <a:cubicBezTo>
                    <a:pt x="0" y="7731"/>
                    <a:pt x="9759" y="0"/>
                    <a:pt x="21925" y="0"/>
                  </a:cubicBezTo>
                  <a:cubicBezTo>
                    <a:pt x="34092" y="0"/>
                    <a:pt x="43851" y="7731"/>
                    <a:pt x="43851" y="1736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62" name="Freeform: Shape 5261">
              <a:extLst>
                <a:ext uri="{FF2B5EF4-FFF2-40B4-BE49-F238E27FC236}">
                  <a16:creationId xmlns:a16="http://schemas.microsoft.com/office/drawing/2014/main" id="{1268CDF0-9CF3-4A84-4D1A-18C81FF6B179}"/>
                </a:ext>
              </a:extLst>
            </p:cNvPr>
            <p:cNvSpPr/>
            <p:nvPr/>
          </p:nvSpPr>
          <p:spPr>
            <a:xfrm>
              <a:off x="11113478" y="1328223"/>
              <a:ext cx="43850" cy="34725"/>
            </a:xfrm>
            <a:custGeom>
              <a:avLst/>
              <a:gdLst>
                <a:gd name="connsiteX0" fmla="*/ 43850 w 43850"/>
                <a:gd name="connsiteY0" fmla="*/ 17363 h 34725"/>
                <a:gd name="connsiteX1" fmla="*/ 21925 w 43850"/>
                <a:gd name="connsiteY1" fmla="*/ 34726 h 34725"/>
                <a:gd name="connsiteX2" fmla="*/ 0 w 43850"/>
                <a:gd name="connsiteY2" fmla="*/ 17363 h 34725"/>
                <a:gd name="connsiteX3" fmla="*/ 21925 w 43850"/>
                <a:gd name="connsiteY3" fmla="*/ 0 h 34725"/>
                <a:gd name="connsiteX4" fmla="*/ 43850 w 43850"/>
                <a:gd name="connsiteY4" fmla="*/ 17363 h 34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850" h="34725">
                  <a:moveTo>
                    <a:pt x="43850" y="17363"/>
                  </a:moveTo>
                  <a:cubicBezTo>
                    <a:pt x="43850" y="26995"/>
                    <a:pt x="34092" y="34726"/>
                    <a:pt x="21925" y="34726"/>
                  </a:cubicBezTo>
                  <a:cubicBezTo>
                    <a:pt x="9758" y="34726"/>
                    <a:pt x="0" y="26995"/>
                    <a:pt x="0" y="17363"/>
                  </a:cubicBezTo>
                  <a:cubicBezTo>
                    <a:pt x="0" y="7731"/>
                    <a:pt x="9885" y="0"/>
                    <a:pt x="21925" y="0"/>
                  </a:cubicBezTo>
                  <a:cubicBezTo>
                    <a:pt x="33965" y="0"/>
                    <a:pt x="43850" y="7731"/>
                    <a:pt x="43850" y="1736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63" name="Freeform: Shape 5262">
              <a:extLst>
                <a:ext uri="{FF2B5EF4-FFF2-40B4-BE49-F238E27FC236}">
                  <a16:creationId xmlns:a16="http://schemas.microsoft.com/office/drawing/2014/main" id="{B5F8F72D-46AA-7997-4A16-91D6BB6A3BF1}"/>
                </a:ext>
              </a:extLst>
            </p:cNvPr>
            <p:cNvSpPr/>
            <p:nvPr/>
          </p:nvSpPr>
          <p:spPr>
            <a:xfrm>
              <a:off x="11173677" y="1420613"/>
              <a:ext cx="43850" cy="34725"/>
            </a:xfrm>
            <a:custGeom>
              <a:avLst/>
              <a:gdLst>
                <a:gd name="connsiteX0" fmla="*/ 43850 w 43850"/>
                <a:gd name="connsiteY0" fmla="*/ 17363 h 34725"/>
                <a:gd name="connsiteX1" fmla="*/ 21925 w 43850"/>
                <a:gd name="connsiteY1" fmla="*/ 34726 h 34725"/>
                <a:gd name="connsiteX2" fmla="*/ 0 w 43850"/>
                <a:gd name="connsiteY2" fmla="*/ 17363 h 34725"/>
                <a:gd name="connsiteX3" fmla="*/ 21925 w 43850"/>
                <a:gd name="connsiteY3" fmla="*/ 0 h 34725"/>
                <a:gd name="connsiteX4" fmla="*/ 43850 w 43850"/>
                <a:gd name="connsiteY4" fmla="*/ 17363 h 34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850" h="34725">
                  <a:moveTo>
                    <a:pt x="43850" y="17363"/>
                  </a:moveTo>
                  <a:cubicBezTo>
                    <a:pt x="43850" y="26995"/>
                    <a:pt x="33965" y="34726"/>
                    <a:pt x="21925" y="34726"/>
                  </a:cubicBezTo>
                  <a:cubicBezTo>
                    <a:pt x="9885" y="34726"/>
                    <a:pt x="0" y="26995"/>
                    <a:pt x="0" y="17363"/>
                  </a:cubicBezTo>
                  <a:cubicBezTo>
                    <a:pt x="0" y="7731"/>
                    <a:pt x="9885" y="0"/>
                    <a:pt x="21925" y="0"/>
                  </a:cubicBezTo>
                  <a:cubicBezTo>
                    <a:pt x="33965" y="0"/>
                    <a:pt x="43850" y="7858"/>
                    <a:pt x="43850" y="1736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64" name="Freeform: Shape 5263">
              <a:extLst>
                <a:ext uri="{FF2B5EF4-FFF2-40B4-BE49-F238E27FC236}">
                  <a16:creationId xmlns:a16="http://schemas.microsoft.com/office/drawing/2014/main" id="{BDB0B3F2-9EA3-A6A1-25C5-03150CCDBD13}"/>
                </a:ext>
              </a:extLst>
            </p:cNvPr>
            <p:cNvSpPr/>
            <p:nvPr/>
          </p:nvSpPr>
          <p:spPr>
            <a:xfrm>
              <a:off x="11231088" y="1514145"/>
              <a:ext cx="43850" cy="34725"/>
            </a:xfrm>
            <a:custGeom>
              <a:avLst/>
              <a:gdLst>
                <a:gd name="connsiteX0" fmla="*/ 43851 w 43850"/>
                <a:gd name="connsiteY0" fmla="*/ 17363 h 34725"/>
                <a:gd name="connsiteX1" fmla="*/ 21925 w 43850"/>
                <a:gd name="connsiteY1" fmla="*/ 34726 h 34725"/>
                <a:gd name="connsiteX2" fmla="*/ 0 w 43850"/>
                <a:gd name="connsiteY2" fmla="*/ 17363 h 34725"/>
                <a:gd name="connsiteX3" fmla="*/ 21925 w 43850"/>
                <a:gd name="connsiteY3" fmla="*/ 0 h 34725"/>
                <a:gd name="connsiteX4" fmla="*/ 43851 w 43850"/>
                <a:gd name="connsiteY4" fmla="*/ 17363 h 34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850" h="34725">
                  <a:moveTo>
                    <a:pt x="43851" y="17363"/>
                  </a:moveTo>
                  <a:cubicBezTo>
                    <a:pt x="43851" y="26995"/>
                    <a:pt x="33965" y="34726"/>
                    <a:pt x="21925" y="34726"/>
                  </a:cubicBezTo>
                  <a:cubicBezTo>
                    <a:pt x="9886" y="34726"/>
                    <a:pt x="0" y="26868"/>
                    <a:pt x="0" y="17363"/>
                  </a:cubicBezTo>
                  <a:cubicBezTo>
                    <a:pt x="0" y="7858"/>
                    <a:pt x="9759" y="0"/>
                    <a:pt x="21925" y="0"/>
                  </a:cubicBezTo>
                  <a:cubicBezTo>
                    <a:pt x="34092" y="0"/>
                    <a:pt x="43851" y="7731"/>
                    <a:pt x="43851" y="1736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65" name="Freeform: Shape 5264">
              <a:extLst>
                <a:ext uri="{FF2B5EF4-FFF2-40B4-BE49-F238E27FC236}">
                  <a16:creationId xmlns:a16="http://schemas.microsoft.com/office/drawing/2014/main" id="{B795A813-59C8-F354-64A5-07E90EE0B475}"/>
                </a:ext>
              </a:extLst>
            </p:cNvPr>
            <p:cNvSpPr/>
            <p:nvPr/>
          </p:nvSpPr>
          <p:spPr>
            <a:xfrm>
              <a:off x="11286345" y="1608943"/>
              <a:ext cx="42836" cy="33965"/>
            </a:xfrm>
            <a:custGeom>
              <a:avLst/>
              <a:gdLst>
                <a:gd name="connsiteX0" fmla="*/ 42837 w 42836"/>
                <a:gd name="connsiteY0" fmla="*/ 16983 h 33965"/>
                <a:gd name="connsiteX1" fmla="*/ 21418 w 42836"/>
                <a:gd name="connsiteY1" fmla="*/ 33965 h 33965"/>
                <a:gd name="connsiteX2" fmla="*/ 0 w 42836"/>
                <a:gd name="connsiteY2" fmla="*/ 16983 h 33965"/>
                <a:gd name="connsiteX3" fmla="*/ 21418 w 42836"/>
                <a:gd name="connsiteY3" fmla="*/ 0 h 33965"/>
                <a:gd name="connsiteX4" fmla="*/ 42837 w 42836"/>
                <a:gd name="connsiteY4" fmla="*/ 16983 h 33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836" h="33965">
                  <a:moveTo>
                    <a:pt x="42837" y="16983"/>
                  </a:moveTo>
                  <a:cubicBezTo>
                    <a:pt x="42837" y="26361"/>
                    <a:pt x="33205" y="33965"/>
                    <a:pt x="21418" y="33965"/>
                  </a:cubicBezTo>
                  <a:cubicBezTo>
                    <a:pt x="9632" y="33965"/>
                    <a:pt x="0" y="26361"/>
                    <a:pt x="0" y="16983"/>
                  </a:cubicBezTo>
                  <a:cubicBezTo>
                    <a:pt x="0" y="7604"/>
                    <a:pt x="9632" y="0"/>
                    <a:pt x="21418" y="0"/>
                  </a:cubicBezTo>
                  <a:cubicBezTo>
                    <a:pt x="33205" y="0"/>
                    <a:pt x="42837" y="7604"/>
                    <a:pt x="42837" y="169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66" name="Freeform: Shape 5265">
              <a:extLst>
                <a:ext uri="{FF2B5EF4-FFF2-40B4-BE49-F238E27FC236}">
                  <a16:creationId xmlns:a16="http://schemas.microsoft.com/office/drawing/2014/main" id="{05CBE6AA-5062-E76A-D2E3-38E70EA7DEB9}"/>
                </a:ext>
              </a:extLst>
            </p:cNvPr>
            <p:cNvSpPr/>
            <p:nvPr/>
          </p:nvSpPr>
          <p:spPr>
            <a:xfrm>
              <a:off x="11338307" y="1704502"/>
              <a:ext cx="42836" cy="33965"/>
            </a:xfrm>
            <a:custGeom>
              <a:avLst/>
              <a:gdLst>
                <a:gd name="connsiteX0" fmla="*/ 42837 w 42836"/>
                <a:gd name="connsiteY0" fmla="*/ 16983 h 33965"/>
                <a:gd name="connsiteX1" fmla="*/ 21418 w 42836"/>
                <a:gd name="connsiteY1" fmla="*/ 33965 h 33965"/>
                <a:gd name="connsiteX2" fmla="*/ 0 w 42836"/>
                <a:gd name="connsiteY2" fmla="*/ 16983 h 33965"/>
                <a:gd name="connsiteX3" fmla="*/ 21418 w 42836"/>
                <a:gd name="connsiteY3" fmla="*/ 0 h 33965"/>
                <a:gd name="connsiteX4" fmla="*/ 42837 w 42836"/>
                <a:gd name="connsiteY4" fmla="*/ 16983 h 33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836" h="33965">
                  <a:moveTo>
                    <a:pt x="42837" y="16983"/>
                  </a:moveTo>
                  <a:cubicBezTo>
                    <a:pt x="42837" y="26361"/>
                    <a:pt x="33205" y="33965"/>
                    <a:pt x="21418" y="33965"/>
                  </a:cubicBezTo>
                  <a:cubicBezTo>
                    <a:pt x="9632" y="33965"/>
                    <a:pt x="0" y="26361"/>
                    <a:pt x="0" y="16983"/>
                  </a:cubicBezTo>
                  <a:cubicBezTo>
                    <a:pt x="0" y="7604"/>
                    <a:pt x="9632" y="0"/>
                    <a:pt x="21418" y="0"/>
                  </a:cubicBezTo>
                  <a:cubicBezTo>
                    <a:pt x="33205" y="0"/>
                    <a:pt x="42837" y="7604"/>
                    <a:pt x="42837" y="169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67" name="Freeform: Shape 5266">
              <a:extLst>
                <a:ext uri="{FF2B5EF4-FFF2-40B4-BE49-F238E27FC236}">
                  <a16:creationId xmlns:a16="http://schemas.microsoft.com/office/drawing/2014/main" id="{6CE40092-733C-8772-E720-1EC3CF210F9C}"/>
                </a:ext>
              </a:extLst>
            </p:cNvPr>
            <p:cNvSpPr/>
            <p:nvPr/>
          </p:nvSpPr>
          <p:spPr>
            <a:xfrm>
              <a:off x="11387734" y="1801201"/>
              <a:ext cx="42076" cy="33331"/>
            </a:xfrm>
            <a:custGeom>
              <a:avLst/>
              <a:gdLst>
                <a:gd name="connsiteX0" fmla="*/ 42076 w 42076"/>
                <a:gd name="connsiteY0" fmla="*/ 16602 h 33331"/>
                <a:gd name="connsiteX1" fmla="*/ 21039 w 42076"/>
                <a:gd name="connsiteY1" fmla="*/ 33332 h 33331"/>
                <a:gd name="connsiteX2" fmla="*/ 0 w 42076"/>
                <a:gd name="connsiteY2" fmla="*/ 16602 h 33331"/>
                <a:gd name="connsiteX3" fmla="*/ 21039 w 42076"/>
                <a:gd name="connsiteY3" fmla="*/ 0 h 33331"/>
                <a:gd name="connsiteX4" fmla="*/ 42076 w 42076"/>
                <a:gd name="connsiteY4" fmla="*/ 16602 h 33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076" h="33331">
                  <a:moveTo>
                    <a:pt x="42076" y="16602"/>
                  </a:moveTo>
                  <a:cubicBezTo>
                    <a:pt x="42076" y="25854"/>
                    <a:pt x="32698" y="33332"/>
                    <a:pt x="21039" y="33332"/>
                  </a:cubicBezTo>
                  <a:cubicBezTo>
                    <a:pt x="9379" y="33332"/>
                    <a:pt x="0" y="25854"/>
                    <a:pt x="0" y="16602"/>
                  </a:cubicBezTo>
                  <a:cubicBezTo>
                    <a:pt x="0" y="7351"/>
                    <a:pt x="9379" y="0"/>
                    <a:pt x="21039" y="0"/>
                  </a:cubicBezTo>
                  <a:cubicBezTo>
                    <a:pt x="32698" y="0"/>
                    <a:pt x="42076" y="7477"/>
                    <a:pt x="42076" y="1660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68" name="Freeform: Shape 5267">
              <a:extLst>
                <a:ext uri="{FF2B5EF4-FFF2-40B4-BE49-F238E27FC236}">
                  <a16:creationId xmlns:a16="http://schemas.microsoft.com/office/drawing/2014/main" id="{E478D57D-3A32-CB3F-A68C-83A96A713B36}"/>
                </a:ext>
              </a:extLst>
            </p:cNvPr>
            <p:cNvSpPr/>
            <p:nvPr/>
          </p:nvSpPr>
          <p:spPr>
            <a:xfrm>
              <a:off x="11434499" y="1898788"/>
              <a:ext cx="41189" cy="32697"/>
            </a:xfrm>
            <a:custGeom>
              <a:avLst/>
              <a:gdLst>
                <a:gd name="connsiteX0" fmla="*/ 41189 w 41189"/>
                <a:gd name="connsiteY0" fmla="*/ 16349 h 32697"/>
                <a:gd name="connsiteX1" fmla="*/ 20531 w 41189"/>
                <a:gd name="connsiteY1" fmla="*/ 32698 h 32697"/>
                <a:gd name="connsiteX2" fmla="*/ 0 w 41189"/>
                <a:gd name="connsiteY2" fmla="*/ 16349 h 32697"/>
                <a:gd name="connsiteX3" fmla="*/ 20531 w 41189"/>
                <a:gd name="connsiteY3" fmla="*/ 0 h 32697"/>
                <a:gd name="connsiteX4" fmla="*/ 41189 w 41189"/>
                <a:gd name="connsiteY4" fmla="*/ 16349 h 32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189" h="32697">
                  <a:moveTo>
                    <a:pt x="41189" y="16349"/>
                  </a:moveTo>
                  <a:cubicBezTo>
                    <a:pt x="41189" y="25347"/>
                    <a:pt x="31938" y="32698"/>
                    <a:pt x="20531" y="32698"/>
                  </a:cubicBezTo>
                  <a:cubicBezTo>
                    <a:pt x="9125" y="32698"/>
                    <a:pt x="0" y="25347"/>
                    <a:pt x="0" y="16349"/>
                  </a:cubicBezTo>
                  <a:cubicBezTo>
                    <a:pt x="0" y="7351"/>
                    <a:pt x="9252" y="0"/>
                    <a:pt x="20531" y="0"/>
                  </a:cubicBezTo>
                  <a:cubicBezTo>
                    <a:pt x="31811" y="0"/>
                    <a:pt x="41189" y="7351"/>
                    <a:pt x="41189" y="1634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69" name="Freeform: Shape 5268">
              <a:extLst>
                <a:ext uri="{FF2B5EF4-FFF2-40B4-BE49-F238E27FC236}">
                  <a16:creationId xmlns:a16="http://schemas.microsoft.com/office/drawing/2014/main" id="{98D70E7B-B0AF-7178-001D-DAF2F2CC8D57}"/>
                </a:ext>
              </a:extLst>
            </p:cNvPr>
            <p:cNvSpPr/>
            <p:nvPr/>
          </p:nvSpPr>
          <p:spPr>
            <a:xfrm>
              <a:off x="11477970" y="1997008"/>
              <a:ext cx="41189" cy="32697"/>
            </a:xfrm>
            <a:custGeom>
              <a:avLst/>
              <a:gdLst>
                <a:gd name="connsiteX0" fmla="*/ 41189 w 41189"/>
                <a:gd name="connsiteY0" fmla="*/ 16349 h 32697"/>
                <a:gd name="connsiteX1" fmla="*/ 20658 w 41189"/>
                <a:gd name="connsiteY1" fmla="*/ 32698 h 32697"/>
                <a:gd name="connsiteX2" fmla="*/ 0 w 41189"/>
                <a:gd name="connsiteY2" fmla="*/ 16349 h 32697"/>
                <a:gd name="connsiteX3" fmla="*/ 20658 w 41189"/>
                <a:gd name="connsiteY3" fmla="*/ 0 h 32697"/>
                <a:gd name="connsiteX4" fmla="*/ 41189 w 41189"/>
                <a:gd name="connsiteY4" fmla="*/ 16349 h 32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189" h="32697">
                  <a:moveTo>
                    <a:pt x="41189" y="16349"/>
                  </a:moveTo>
                  <a:cubicBezTo>
                    <a:pt x="41189" y="25347"/>
                    <a:pt x="31938" y="32698"/>
                    <a:pt x="20658" y="32698"/>
                  </a:cubicBezTo>
                  <a:cubicBezTo>
                    <a:pt x="9379" y="32698"/>
                    <a:pt x="0" y="25347"/>
                    <a:pt x="0" y="16349"/>
                  </a:cubicBezTo>
                  <a:cubicBezTo>
                    <a:pt x="0" y="7351"/>
                    <a:pt x="9252" y="0"/>
                    <a:pt x="20658" y="0"/>
                  </a:cubicBezTo>
                  <a:cubicBezTo>
                    <a:pt x="32065" y="0"/>
                    <a:pt x="41189" y="7351"/>
                    <a:pt x="41189" y="1634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70" name="Freeform: Shape 5269">
              <a:extLst>
                <a:ext uri="{FF2B5EF4-FFF2-40B4-BE49-F238E27FC236}">
                  <a16:creationId xmlns:a16="http://schemas.microsoft.com/office/drawing/2014/main" id="{2B9EBA5D-3F72-E033-24AC-40D04CAB7577}"/>
                </a:ext>
              </a:extLst>
            </p:cNvPr>
            <p:cNvSpPr/>
            <p:nvPr/>
          </p:nvSpPr>
          <p:spPr>
            <a:xfrm>
              <a:off x="11518652" y="2096116"/>
              <a:ext cx="40555" cy="32190"/>
            </a:xfrm>
            <a:custGeom>
              <a:avLst/>
              <a:gdLst>
                <a:gd name="connsiteX0" fmla="*/ 40556 w 40555"/>
                <a:gd name="connsiteY0" fmla="*/ 16096 h 32190"/>
                <a:gd name="connsiteX1" fmla="*/ 20277 w 40555"/>
                <a:gd name="connsiteY1" fmla="*/ 32191 h 32190"/>
                <a:gd name="connsiteX2" fmla="*/ 0 w 40555"/>
                <a:gd name="connsiteY2" fmla="*/ 16096 h 32190"/>
                <a:gd name="connsiteX3" fmla="*/ 20277 w 40555"/>
                <a:gd name="connsiteY3" fmla="*/ 0 h 32190"/>
                <a:gd name="connsiteX4" fmla="*/ 40556 w 40555"/>
                <a:gd name="connsiteY4" fmla="*/ 16096 h 32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55" h="32190">
                  <a:moveTo>
                    <a:pt x="40556" y="16096"/>
                  </a:moveTo>
                  <a:cubicBezTo>
                    <a:pt x="40556" y="24967"/>
                    <a:pt x="31430" y="32191"/>
                    <a:pt x="20277" y="32191"/>
                  </a:cubicBezTo>
                  <a:cubicBezTo>
                    <a:pt x="9125" y="32191"/>
                    <a:pt x="0" y="24967"/>
                    <a:pt x="0" y="16096"/>
                  </a:cubicBezTo>
                  <a:cubicBezTo>
                    <a:pt x="0" y="7224"/>
                    <a:pt x="8999" y="0"/>
                    <a:pt x="20277" y="0"/>
                  </a:cubicBezTo>
                  <a:cubicBezTo>
                    <a:pt x="31557" y="0"/>
                    <a:pt x="40556" y="7224"/>
                    <a:pt x="40556" y="1609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71" name="Freeform: Shape 5270">
              <a:extLst>
                <a:ext uri="{FF2B5EF4-FFF2-40B4-BE49-F238E27FC236}">
                  <a16:creationId xmlns:a16="http://schemas.microsoft.com/office/drawing/2014/main" id="{C5ECF106-282F-32C7-0762-16EE6B6A5366}"/>
                </a:ext>
              </a:extLst>
            </p:cNvPr>
            <p:cNvSpPr/>
            <p:nvPr/>
          </p:nvSpPr>
          <p:spPr>
            <a:xfrm>
              <a:off x="11556800" y="2196111"/>
              <a:ext cx="39668" cy="31430"/>
            </a:xfrm>
            <a:custGeom>
              <a:avLst/>
              <a:gdLst>
                <a:gd name="connsiteX0" fmla="*/ 39668 w 39668"/>
                <a:gd name="connsiteY0" fmla="*/ 15715 h 31430"/>
                <a:gd name="connsiteX1" fmla="*/ 19898 w 39668"/>
                <a:gd name="connsiteY1" fmla="*/ 31430 h 31430"/>
                <a:gd name="connsiteX2" fmla="*/ 0 w 39668"/>
                <a:gd name="connsiteY2" fmla="*/ 15715 h 31430"/>
                <a:gd name="connsiteX3" fmla="*/ 19898 w 39668"/>
                <a:gd name="connsiteY3" fmla="*/ 0 h 31430"/>
                <a:gd name="connsiteX4" fmla="*/ 39668 w 39668"/>
                <a:gd name="connsiteY4" fmla="*/ 15715 h 31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668" h="31430">
                  <a:moveTo>
                    <a:pt x="39668" y="15715"/>
                  </a:moveTo>
                  <a:cubicBezTo>
                    <a:pt x="39668" y="24460"/>
                    <a:pt x="30797" y="31430"/>
                    <a:pt x="19898" y="31430"/>
                  </a:cubicBezTo>
                  <a:cubicBezTo>
                    <a:pt x="8999" y="31430"/>
                    <a:pt x="0" y="24460"/>
                    <a:pt x="0" y="15715"/>
                  </a:cubicBezTo>
                  <a:cubicBezTo>
                    <a:pt x="0" y="6971"/>
                    <a:pt x="8872" y="0"/>
                    <a:pt x="19898" y="0"/>
                  </a:cubicBezTo>
                  <a:cubicBezTo>
                    <a:pt x="30924" y="0"/>
                    <a:pt x="39668" y="7097"/>
                    <a:pt x="39668" y="1571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72" name="Freeform: Shape 5271">
              <a:extLst>
                <a:ext uri="{FF2B5EF4-FFF2-40B4-BE49-F238E27FC236}">
                  <a16:creationId xmlns:a16="http://schemas.microsoft.com/office/drawing/2014/main" id="{3310EBEE-698C-E011-612A-88160E3A05D2}"/>
                </a:ext>
              </a:extLst>
            </p:cNvPr>
            <p:cNvSpPr/>
            <p:nvPr/>
          </p:nvSpPr>
          <p:spPr>
            <a:xfrm>
              <a:off x="11591525" y="2296359"/>
              <a:ext cx="39668" cy="31430"/>
            </a:xfrm>
            <a:custGeom>
              <a:avLst/>
              <a:gdLst>
                <a:gd name="connsiteX0" fmla="*/ 39668 w 39668"/>
                <a:gd name="connsiteY0" fmla="*/ 15715 h 31430"/>
                <a:gd name="connsiteX1" fmla="*/ 19898 w 39668"/>
                <a:gd name="connsiteY1" fmla="*/ 31430 h 31430"/>
                <a:gd name="connsiteX2" fmla="*/ 0 w 39668"/>
                <a:gd name="connsiteY2" fmla="*/ 15715 h 31430"/>
                <a:gd name="connsiteX3" fmla="*/ 19898 w 39668"/>
                <a:gd name="connsiteY3" fmla="*/ 0 h 31430"/>
                <a:gd name="connsiteX4" fmla="*/ 39668 w 39668"/>
                <a:gd name="connsiteY4" fmla="*/ 15715 h 31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668" h="31430">
                  <a:moveTo>
                    <a:pt x="39668" y="15715"/>
                  </a:moveTo>
                  <a:cubicBezTo>
                    <a:pt x="39668" y="24460"/>
                    <a:pt x="30797" y="31430"/>
                    <a:pt x="19898" y="31430"/>
                  </a:cubicBezTo>
                  <a:cubicBezTo>
                    <a:pt x="8999" y="31430"/>
                    <a:pt x="0" y="24333"/>
                    <a:pt x="0" y="15715"/>
                  </a:cubicBezTo>
                  <a:cubicBezTo>
                    <a:pt x="0" y="7097"/>
                    <a:pt x="8872" y="0"/>
                    <a:pt x="19898" y="0"/>
                  </a:cubicBezTo>
                  <a:cubicBezTo>
                    <a:pt x="30924" y="0"/>
                    <a:pt x="39668" y="7097"/>
                    <a:pt x="39668" y="1571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73" name="Freeform: Shape 5272">
              <a:extLst>
                <a:ext uri="{FF2B5EF4-FFF2-40B4-BE49-F238E27FC236}">
                  <a16:creationId xmlns:a16="http://schemas.microsoft.com/office/drawing/2014/main" id="{76A9CA6E-8C97-1E4F-F004-52D628709F13}"/>
                </a:ext>
              </a:extLst>
            </p:cNvPr>
            <p:cNvSpPr/>
            <p:nvPr/>
          </p:nvSpPr>
          <p:spPr>
            <a:xfrm>
              <a:off x="11623716" y="2397621"/>
              <a:ext cx="38655" cy="30670"/>
            </a:xfrm>
            <a:custGeom>
              <a:avLst/>
              <a:gdLst>
                <a:gd name="connsiteX0" fmla="*/ 38655 w 38655"/>
                <a:gd name="connsiteY0" fmla="*/ 15335 h 30670"/>
                <a:gd name="connsiteX1" fmla="*/ 19391 w 38655"/>
                <a:gd name="connsiteY1" fmla="*/ 30670 h 30670"/>
                <a:gd name="connsiteX2" fmla="*/ 0 w 38655"/>
                <a:gd name="connsiteY2" fmla="*/ 15335 h 30670"/>
                <a:gd name="connsiteX3" fmla="*/ 19391 w 38655"/>
                <a:gd name="connsiteY3" fmla="*/ 0 h 30670"/>
                <a:gd name="connsiteX4" fmla="*/ 38655 w 38655"/>
                <a:gd name="connsiteY4" fmla="*/ 15335 h 30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655" h="30670">
                  <a:moveTo>
                    <a:pt x="38655" y="15335"/>
                  </a:moveTo>
                  <a:cubicBezTo>
                    <a:pt x="38655" y="23826"/>
                    <a:pt x="30037" y="30670"/>
                    <a:pt x="19391" y="30670"/>
                  </a:cubicBezTo>
                  <a:cubicBezTo>
                    <a:pt x="8745" y="30670"/>
                    <a:pt x="0" y="23826"/>
                    <a:pt x="0" y="15335"/>
                  </a:cubicBezTo>
                  <a:cubicBezTo>
                    <a:pt x="0" y="6844"/>
                    <a:pt x="8619" y="0"/>
                    <a:pt x="19391" y="0"/>
                  </a:cubicBezTo>
                  <a:cubicBezTo>
                    <a:pt x="30163" y="0"/>
                    <a:pt x="38655" y="6844"/>
                    <a:pt x="38655" y="153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74" name="Freeform: Shape 5273">
              <a:extLst>
                <a:ext uri="{FF2B5EF4-FFF2-40B4-BE49-F238E27FC236}">
                  <a16:creationId xmlns:a16="http://schemas.microsoft.com/office/drawing/2014/main" id="{7D16FB5F-688A-9595-7B87-F10F6BAA7D0F}"/>
                </a:ext>
              </a:extLst>
            </p:cNvPr>
            <p:cNvSpPr/>
            <p:nvPr/>
          </p:nvSpPr>
          <p:spPr>
            <a:xfrm>
              <a:off x="11652739" y="2499390"/>
              <a:ext cx="38020" cy="30163"/>
            </a:xfrm>
            <a:custGeom>
              <a:avLst/>
              <a:gdLst>
                <a:gd name="connsiteX0" fmla="*/ 38021 w 38020"/>
                <a:gd name="connsiteY0" fmla="*/ 15082 h 30163"/>
                <a:gd name="connsiteX1" fmla="*/ 19010 w 38020"/>
                <a:gd name="connsiteY1" fmla="*/ 30163 h 30163"/>
                <a:gd name="connsiteX2" fmla="*/ 0 w 38020"/>
                <a:gd name="connsiteY2" fmla="*/ 15082 h 30163"/>
                <a:gd name="connsiteX3" fmla="*/ 19010 w 38020"/>
                <a:gd name="connsiteY3" fmla="*/ 0 h 30163"/>
                <a:gd name="connsiteX4" fmla="*/ 38021 w 38020"/>
                <a:gd name="connsiteY4" fmla="*/ 15082 h 30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0" h="30163">
                  <a:moveTo>
                    <a:pt x="38021" y="15082"/>
                  </a:moveTo>
                  <a:cubicBezTo>
                    <a:pt x="38021" y="23446"/>
                    <a:pt x="29530" y="30163"/>
                    <a:pt x="19010" y="30163"/>
                  </a:cubicBezTo>
                  <a:cubicBezTo>
                    <a:pt x="8491" y="30163"/>
                    <a:pt x="0" y="23446"/>
                    <a:pt x="0" y="15082"/>
                  </a:cubicBezTo>
                  <a:cubicBezTo>
                    <a:pt x="0" y="6717"/>
                    <a:pt x="8491" y="0"/>
                    <a:pt x="19010" y="0"/>
                  </a:cubicBezTo>
                  <a:cubicBezTo>
                    <a:pt x="29530" y="0"/>
                    <a:pt x="38021" y="6717"/>
                    <a:pt x="38021" y="1508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75" name="Freeform: Shape 5274">
              <a:extLst>
                <a:ext uri="{FF2B5EF4-FFF2-40B4-BE49-F238E27FC236}">
                  <a16:creationId xmlns:a16="http://schemas.microsoft.com/office/drawing/2014/main" id="{9B333C4C-1161-DF1C-4AB4-23EE70CEE93E}"/>
                </a:ext>
              </a:extLst>
            </p:cNvPr>
            <p:cNvSpPr/>
            <p:nvPr/>
          </p:nvSpPr>
          <p:spPr>
            <a:xfrm>
              <a:off x="11678974" y="2601792"/>
              <a:ext cx="37133" cy="29402"/>
            </a:xfrm>
            <a:custGeom>
              <a:avLst/>
              <a:gdLst>
                <a:gd name="connsiteX0" fmla="*/ 37134 w 37133"/>
                <a:gd name="connsiteY0" fmla="*/ 14701 h 29402"/>
                <a:gd name="connsiteX1" fmla="*/ 18503 w 37133"/>
                <a:gd name="connsiteY1" fmla="*/ 29403 h 29402"/>
                <a:gd name="connsiteX2" fmla="*/ 0 w 37133"/>
                <a:gd name="connsiteY2" fmla="*/ 14701 h 29402"/>
                <a:gd name="connsiteX3" fmla="*/ 18503 w 37133"/>
                <a:gd name="connsiteY3" fmla="*/ 0 h 29402"/>
                <a:gd name="connsiteX4" fmla="*/ 37134 w 37133"/>
                <a:gd name="connsiteY4" fmla="*/ 14701 h 29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33" h="29402">
                  <a:moveTo>
                    <a:pt x="37134" y="14701"/>
                  </a:moveTo>
                  <a:cubicBezTo>
                    <a:pt x="37134" y="22813"/>
                    <a:pt x="28769" y="29403"/>
                    <a:pt x="18503" y="29403"/>
                  </a:cubicBezTo>
                  <a:cubicBezTo>
                    <a:pt x="8237" y="29403"/>
                    <a:pt x="0" y="22813"/>
                    <a:pt x="0" y="14701"/>
                  </a:cubicBezTo>
                  <a:cubicBezTo>
                    <a:pt x="0" y="6590"/>
                    <a:pt x="8364" y="0"/>
                    <a:pt x="18503" y="0"/>
                  </a:cubicBezTo>
                  <a:cubicBezTo>
                    <a:pt x="28642" y="0"/>
                    <a:pt x="37134" y="6590"/>
                    <a:pt x="37134" y="1470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76" name="Freeform: Shape 5275">
              <a:extLst>
                <a:ext uri="{FF2B5EF4-FFF2-40B4-BE49-F238E27FC236}">
                  <a16:creationId xmlns:a16="http://schemas.microsoft.com/office/drawing/2014/main" id="{F59586C0-1FDF-88D1-EF59-153F9C3EFDB6}"/>
                </a:ext>
              </a:extLst>
            </p:cNvPr>
            <p:cNvSpPr/>
            <p:nvPr/>
          </p:nvSpPr>
          <p:spPr>
            <a:xfrm>
              <a:off x="11702166" y="2704449"/>
              <a:ext cx="36247" cy="28895"/>
            </a:xfrm>
            <a:custGeom>
              <a:avLst/>
              <a:gdLst>
                <a:gd name="connsiteX0" fmla="*/ 36247 w 36247"/>
                <a:gd name="connsiteY0" fmla="*/ 14448 h 28895"/>
                <a:gd name="connsiteX1" fmla="*/ 18124 w 36247"/>
                <a:gd name="connsiteY1" fmla="*/ 28896 h 28895"/>
                <a:gd name="connsiteX2" fmla="*/ 0 w 36247"/>
                <a:gd name="connsiteY2" fmla="*/ 14448 h 28895"/>
                <a:gd name="connsiteX3" fmla="*/ 18124 w 36247"/>
                <a:gd name="connsiteY3" fmla="*/ 0 h 28895"/>
                <a:gd name="connsiteX4" fmla="*/ 36247 w 36247"/>
                <a:gd name="connsiteY4" fmla="*/ 14448 h 28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247" h="28895">
                  <a:moveTo>
                    <a:pt x="36247" y="14448"/>
                  </a:moveTo>
                  <a:cubicBezTo>
                    <a:pt x="36247" y="22432"/>
                    <a:pt x="28136" y="28896"/>
                    <a:pt x="18124" y="28896"/>
                  </a:cubicBezTo>
                  <a:cubicBezTo>
                    <a:pt x="8111" y="28896"/>
                    <a:pt x="0" y="22432"/>
                    <a:pt x="0" y="14448"/>
                  </a:cubicBezTo>
                  <a:cubicBezTo>
                    <a:pt x="0" y="6463"/>
                    <a:pt x="8111" y="0"/>
                    <a:pt x="18124" y="0"/>
                  </a:cubicBezTo>
                  <a:cubicBezTo>
                    <a:pt x="28136" y="0"/>
                    <a:pt x="36247" y="6463"/>
                    <a:pt x="36247" y="1444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77" name="Freeform: Shape 5276">
              <a:extLst>
                <a:ext uri="{FF2B5EF4-FFF2-40B4-BE49-F238E27FC236}">
                  <a16:creationId xmlns:a16="http://schemas.microsoft.com/office/drawing/2014/main" id="{5A73A4C0-6ECC-BDD6-745B-708709420BDD}"/>
                </a:ext>
              </a:extLst>
            </p:cNvPr>
            <p:cNvSpPr/>
            <p:nvPr/>
          </p:nvSpPr>
          <p:spPr>
            <a:xfrm>
              <a:off x="11721936" y="2807231"/>
              <a:ext cx="36247" cy="28895"/>
            </a:xfrm>
            <a:custGeom>
              <a:avLst/>
              <a:gdLst>
                <a:gd name="connsiteX0" fmla="*/ 36247 w 36247"/>
                <a:gd name="connsiteY0" fmla="*/ 14448 h 28895"/>
                <a:gd name="connsiteX1" fmla="*/ 18124 w 36247"/>
                <a:gd name="connsiteY1" fmla="*/ 28896 h 28895"/>
                <a:gd name="connsiteX2" fmla="*/ 0 w 36247"/>
                <a:gd name="connsiteY2" fmla="*/ 14448 h 28895"/>
                <a:gd name="connsiteX3" fmla="*/ 18124 w 36247"/>
                <a:gd name="connsiteY3" fmla="*/ 0 h 28895"/>
                <a:gd name="connsiteX4" fmla="*/ 36247 w 36247"/>
                <a:gd name="connsiteY4" fmla="*/ 14448 h 28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247" h="28895">
                  <a:moveTo>
                    <a:pt x="36247" y="14448"/>
                  </a:moveTo>
                  <a:cubicBezTo>
                    <a:pt x="36247" y="22432"/>
                    <a:pt x="28136" y="28896"/>
                    <a:pt x="18124" y="28896"/>
                  </a:cubicBezTo>
                  <a:cubicBezTo>
                    <a:pt x="8111" y="28896"/>
                    <a:pt x="0" y="22432"/>
                    <a:pt x="0" y="14448"/>
                  </a:cubicBezTo>
                  <a:cubicBezTo>
                    <a:pt x="0" y="6463"/>
                    <a:pt x="8111" y="0"/>
                    <a:pt x="18124" y="0"/>
                  </a:cubicBezTo>
                  <a:cubicBezTo>
                    <a:pt x="28136" y="0"/>
                    <a:pt x="36247" y="6463"/>
                    <a:pt x="36247" y="1444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78" name="Freeform: Shape 5277">
              <a:extLst>
                <a:ext uri="{FF2B5EF4-FFF2-40B4-BE49-F238E27FC236}">
                  <a16:creationId xmlns:a16="http://schemas.microsoft.com/office/drawing/2014/main" id="{A751854E-6AFC-B558-441E-72A90921441C}"/>
                </a:ext>
              </a:extLst>
            </p:cNvPr>
            <p:cNvSpPr/>
            <p:nvPr/>
          </p:nvSpPr>
          <p:spPr>
            <a:xfrm>
              <a:off x="11739046" y="2910775"/>
              <a:ext cx="35485" cy="28135"/>
            </a:xfrm>
            <a:custGeom>
              <a:avLst/>
              <a:gdLst>
                <a:gd name="connsiteX0" fmla="*/ 35486 w 35485"/>
                <a:gd name="connsiteY0" fmla="*/ 14068 h 28135"/>
                <a:gd name="connsiteX1" fmla="*/ 17743 w 35485"/>
                <a:gd name="connsiteY1" fmla="*/ 28135 h 28135"/>
                <a:gd name="connsiteX2" fmla="*/ 0 w 35485"/>
                <a:gd name="connsiteY2" fmla="*/ 14068 h 28135"/>
                <a:gd name="connsiteX3" fmla="*/ 17743 w 35485"/>
                <a:gd name="connsiteY3" fmla="*/ 0 h 28135"/>
                <a:gd name="connsiteX4" fmla="*/ 35486 w 35485"/>
                <a:gd name="connsiteY4" fmla="*/ 14068 h 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5" h="28135">
                  <a:moveTo>
                    <a:pt x="35486" y="14068"/>
                  </a:moveTo>
                  <a:cubicBezTo>
                    <a:pt x="35486" y="21799"/>
                    <a:pt x="27501" y="28135"/>
                    <a:pt x="17743" y="28135"/>
                  </a:cubicBezTo>
                  <a:cubicBezTo>
                    <a:pt x="7984" y="28135"/>
                    <a:pt x="0" y="21799"/>
                    <a:pt x="0" y="14068"/>
                  </a:cubicBezTo>
                  <a:cubicBezTo>
                    <a:pt x="0" y="6337"/>
                    <a:pt x="7984" y="0"/>
                    <a:pt x="17743" y="0"/>
                  </a:cubicBezTo>
                  <a:cubicBezTo>
                    <a:pt x="27501" y="0"/>
                    <a:pt x="35486" y="6337"/>
                    <a:pt x="35486" y="1406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79" name="Freeform: Shape 5278">
              <a:extLst>
                <a:ext uri="{FF2B5EF4-FFF2-40B4-BE49-F238E27FC236}">
                  <a16:creationId xmlns:a16="http://schemas.microsoft.com/office/drawing/2014/main" id="{834087B8-8159-1F95-EAA4-8A37137D29CA}"/>
                </a:ext>
              </a:extLst>
            </p:cNvPr>
            <p:cNvSpPr/>
            <p:nvPr/>
          </p:nvSpPr>
          <p:spPr>
            <a:xfrm>
              <a:off x="11753368" y="3014571"/>
              <a:ext cx="34471" cy="27375"/>
            </a:xfrm>
            <a:custGeom>
              <a:avLst/>
              <a:gdLst>
                <a:gd name="connsiteX0" fmla="*/ 34472 w 34471"/>
                <a:gd name="connsiteY0" fmla="*/ 13688 h 27375"/>
                <a:gd name="connsiteX1" fmla="*/ 17236 w 34471"/>
                <a:gd name="connsiteY1" fmla="*/ 27375 h 27375"/>
                <a:gd name="connsiteX2" fmla="*/ 0 w 34471"/>
                <a:gd name="connsiteY2" fmla="*/ 13688 h 27375"/>
                <a:gd name="connsiteX3" fmla="*/ 17236 w 34471"/>
                <a:gd name="connsiteY3" fmla="*/ 0 h 27375"/>
                <a:gd name="connsiteX4" fmla="*/ 34472 w 34471"/>
                <a:gd name="connsiteY4" fmla="*/ 13688 h 27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471" h="27375">
                  <a:moveTo>
                    <a:pt x="34472" y="13688"/>
                  </a:moveTo>
                  <a:cubicBezTo>
                    <a:pt x="34472" y="21292"/>
                    <a:pt x="26741" y="27375"/>
                    <a:pt x="17236" y="27375"/>
                  </a:cubicBezTo>
                  <a:cubicBezTo>
                    <a:pt x="7731" y="27375"/>
                    <a:pt x="0" y="21292"/>
                    <a:pt x="0" y="13688"/>
                  </a:cubicBezTo>
                  <a:cubicBezTo>
                    <a:pt x="0" y="6083"/>
                    <a:pt x="7731" y="0"/>
                    <a:pt x="17236" y="0"/>
                  </a:cubicBezTo>
                  <a:cubicBezTo>
                    <a:pt x="26741" y="0"/>
                    <a:pt x="34472" y="6210"/>
                    <a:pt x="34472" y="136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80" name="Freeform: Shape 5279">
              <a:extLst>
                <a:ext uri="{FF2B5EF4-FFF2-40B4-BE49-F238E27FC236}">
                  <a16:creationId xmlns:a16="http://schemas.microsoft.com/office/drawing/2014/main" id="{DC5A5155-5990-1FA8-5A21-B122C8A71FB8}"/>
                </a:ext>
              </a:extLst>
            </p:cNvPr>
            <p:cNvSpPr/>
            <p:nvPr/>
          </p:nvSpPr>
          <p:spPr>
            <a:xfrm>
              <a:off x="11764773" y="3118875"/>
              <a:ext cx="32951" cy="26107"/>
            </a:xfrm>
            <a:custGeom>
              <a:avLst/>
              <a:gdLst>
                <a:gd name="connsiteX0" fmla="*/ 32952 w 32951"/>
                <a:gd name="connsiteY0" fmla="*/ 13054 h 26107"/>
                <a:gd name="connsiteX1" fmla="*/ 16476 w 32951"/>
                <a:gd name="connsiteY1" fmla="*/ 26108 h 26107"/>
                <a:gd name="connsiteX2" fmla="*/ 0 w 32951"/>
                <a:gd name="connsiteY2" fmla="*/ 13054 h 26107"/>
                <a:gd name="connsiteX3" fmla="*/ 16476 w 32951"/>
                <a:gd name="connsiteY3" fmla="*/ 0 h 26107"/>
                <a:gd name="connsiteX4" fmla="*/ 32952 w 32951"/>
                <a:gd name="connsiteY4" fmla="*/ 13054 h 2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951" h="26107">
                  <a:moveTo>
                    <a:pt x="32952" y="13054"/>
                  </a:moveTo>
                  <a:cubicBezTo>
                    <a:pt x="32952" y="20278"/>
                    <a:pt x="25601" y="26108"/>
                    <a:pt x="16476" y="26108"/>
                  </a:cubicBezTo>
                  <a:cubicBezTo>
                    <a:pt x="7351" y="26108"/>
                    <a:pt x="0" y="20278"/>
                    <a:pt x="0" y="13054"/>
                  </a:cubicBezTo>
                  <a:cubicBezTo>
                    <a:pt x="0" y="5830"/>
                    <a:pt x="7351" y="0"/>
                    <a:pt x="16476" y="0"/>
                  </a:cubicBezTo>
                  <a:cubicBezTo>
                    <a:pt x="25601" y="0"/>
                    <a:pt x="32952" y="5830"/>
                    <a:pt x="32952" y="1305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81" name="Freeform: Shape 5280">
              <a:extLst>
                <a:ext uri="{FF2B5EF4-FFF2-40B4-BE49-F238E27FC236}">
                  <a16:creationId xmlns:a16="http://schemas.microsoft.com/office/drawing/2014/main" id="{D63C1A62-D093-16C6-6170-2CD0FFD057C9}"/>
                </a:ext>
              </a:extLst>
            </p:cNvPr>
            <p:cNvSpPr/>
            <p:nvPr/>
          </p:nvSpPr>
          <p:spPr>
            <a:xfrm>
              <a:off x="11772758" y="3222925"/>
              <a:ext cx="32191" cy="25600"/>
            </a:xfrm>
            <a:custGeom>
              <a:avLst/>
              <a:gdLst>
                <a:gd name="connsiteX0" fmla="*/ 32191 w 32191"/>
                <a:gd name="connsiteY0" fmla="*/ 12800 h 25600"/>
                <a:gd name="connsiteX1" fmla="*/ 16096 w 32191"/>
                <a:gd name="connsiteY1" fmla="*/ 25601 h 25600"/>
                <a:gd name="connsiteX2" fmla="*/ 0 w 32191"/>
                <a:gd name="connsiteY2" fmla="*/ 12800 h 25600"/>
                <a:gd name="connsiteX3" fmla="*/ 16096 w 32191"/>
                <a:gd name="connsiteY3" fmla="*/ 0 h 25600"/>
                <a:gd name="connsiteX4" fmla="*/ 32191 w 32191"/>
                <a:gd name="connsiteY4" fmla="*/ 12800 h 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91" h="25600">
                  <a:moveTo>
                    <a:pt x="32191" y="12800"/>
                  </a:moveTo>
                  <a:cubicBezTo>
                    <a:pt x="32191" y="19897"/>
                    <a:pt x="24967" y="25601"/>
                    <a:pt x="16096" y="25601"/>
                  </a:cubicBezTo>
                  <a:cubicBezTo>
                    <a:pt x="7224" y="25601"/>
                    <a:pt x="0" y="19897"/>
                    <a:pt x="0" y="12800"/>
                  </a:cubicBezTo>
                  <a:cubicBezTo>
                    <a:pt x="0" y="5703"/>
                    <a:pt x="7224" y="0"/>
                    <a:pt x="16096" y="0"/>
                  </a:cubicBezTo>
                  <a:cubicBezTo>
                    <a:pt x="24967" y="0"/>
                    <a:pt x="32191" y="5703"/>
                    <a:pt x="32191" y="1280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82" name="Freeform: Shape 5281">
              <a:extLst>
                <a:ext uri="{FF2B5EF4-FFF2-40B4-BE49-F238E27FC236}">
                  <a16:creationId xmlns:a16="http://schemas.microsoft.com/office/drawing/2014/main" id="{9145745F-5F8B-C92B-EA0E-59C3193B9425}"/>
                </a:ext>
              </a:extLst>
            </p:cNvPr>
            <p:cNvSpPr/>
            <p:nvPr/>
          </p:nvSpPr>
          <p:spPr>
            <a:xfrm>
              <a:off x="11777574" y="3327229"/>
              <a:ext cx="31431" cy="24840"/>
            </a:xfrm>
            <a:custGeom>
              <a:avLst/>
              <a:gdLst>
                <a:gd name="connsiteX0" fmla="*/ 31431 w 31431"/>
                <a:gd name="connsiteY0" fmla="*/ 12420 h 24840"/>
                <a:gd name="connsiteX1" fmla="*/ 15715 w 31431"/>
                <a:gd name="connsiteY1" fmla="*/ 24840 h 24840"/>
                <a:gd name="connsiteX2" fmla="*/ 0 w 31431"/>
                <a:gd name="connsiteY2" fmla="*/ 12420 h 24840"/>
                <a:gd name="connsiteX3" fmla="*/ 15715 w 31431"/>
                <a:gd name="connsiteY3" fmla="*/ 0 h 24840"/>
                <a:gd name="connsiteX4" fmla="*/ 31431 w 31431"/>
                <a:gd name="connsiteY4" fmla="*/ 12420 h 2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31" h="24840">
                  <a:moveTo>
                    <a:pt x="31431" y="12420"/>
                  </a:moveTo>
                  <a:cubicBezTo>
                    <a:pt x="31431" y="19264"/>
                    <a:pt x="24460" y="24840"/>
                    <a:pt x="15715" y="24840"/>
                  </a:cubicBezTo>
                  <a:cubicBezTo>
                    <a:pt x="6970" y="24840"/>
                    <a:pt x="0" y="19264"/>
                    <a:pt x="0" y="12420"/>
                  </a:cubicBezTo>
                  <a:cubicBezTo>
                    <a:pt x="0" y="5576"/>
                    <a:pt x="7097" y="0"/>
                    <a:pt x="15715" y="0"/>
                  </a:cubicBezTo>
                  <a:cubicBezTo>
                    <a:pt x="24333" y="0"/>
                    <a:pt x="31431" y="5576"/>
                    <a:pt x="31431" y="1242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83" name="Freeform: Shape 5282">
              <a:extLst>
                <a:ext uri="{FF2B5EF4-FFF2-40B4-BE49-F238E27FC236}">
                  <a16:creationId xmlns:a16="http://schemas.microsoft.com/office/drawing/2014/main" id="{526B1373-0BC3-AE7A-511E-1971A29256C8}"/>
                </a:ext>
              </a:extLst>
            </p:cNvPr>
            <p:cNvSpPr/>
            <p:nvPr/>
          </p:nvSpPr>
          <p:spPr>
            <a:xfrm>
              <a:off x="11904310" y="3431153"/>
              <a:ext cx="31431" cy="24840"/>
            </a:xfrm>
            <a:custGeom>
              <a:avLst/>
              <a:gdLst>
                <a:gd name="connsiteX0" fmla="*/ 31431 w 31431"/>
                <a:gd name="connsiteY0" fmla="*/ 12420 h 24840"/>
                <a:gd name="connsiteX1" fmla="*/ 15715 w 31431"/>
                <a:gd name="connsiteY1" fmla="*/ 24840 h 24840"/>
                <a:gd name="connsiteX2" fmla="*/ 0 w 31431"/>
                <a:gd name="connsiteY2" fmla="*/ 12420 h 24840"/>
                <a:gd name="connsiteX3" fmla="*/ 15715 w 31431"/>
                <a:gd name="connsiteY3" fmla="*/ 0 h 24840"/>
                <a:gd name="connsiteX4" fmla="*/ 31431 w 31431"/>
                <a:gd name="connsiteY4" fmla="*/ 12420 h 2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31" h="24840">
                  <a:moveTo>
                    <a:pt x="31431" y="12420"/>
                  </a:moveTo>
                  <a:cubicBezTo>
                    <a:pt x="31431" y="19264"/>
                    <a:pt x="24460" y="24840"/>
                    <a:pt x="15715" y="24840"/>
                  </a:cubicBezTo>
                  <a:cubicBezTo>
                    <a:pt x="6970" y="24840"/>
                    <a:pt x="0" y="19264"/>
                    <a:pt x="0" y="12420"/>
                  </a:cubicBezTo>
                  <a:cubicBezTo>
                    <a:pt x="0" y="5576"/>
                    <a:pt x="7097" y="0"/>
                    <a:pt x="15715" y="0"/>
                  </a:cubicBezTo>
                  <a:cubicBezTo>
                    <a:pt x="24333" y="0"/>
                    <a:pt x="31431" y="5576"/>
                    <a:pt x="31431" y="1242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84" name="Freeform: Shape 5283">
              <a:extLst>
                <a:ext uri="{FF2B5EF4-FFF2-40B4-BE49-F238E27FC236}">
                  <a16:creationId xmlns:a16="http://schemas.microsoft.com/office/drawing/2014/main" id="{1F3DB393-4703-192C-FBF5-DEC833604DDD}"/>
                </a:ext>
              </a:extLst>
            </p:cNvPr>
            <p:cNvSpPr/>
            <p:nvPr/>
          </p:nvSpPr>
          <p:spPr>
            <a:xfrm>
              <a:off x="11903296" y="3535456"/>
              <a:ext cx="30670" cy="24333"/>
            </a:xfrm>
            <a:custGeom>
              <a:avLst/>
              <a:gdLst>
                <a:gd name="connsiteX0" fmla="*/ 30671 w 30670"/>
                <a:gd name="connsiteY0" fmla="*/ 12167 h 24333"/>
                <a:gd name="connsiteX1" fmla="*/ 15335 w 30670"/>
                <a:gd name="connsiteY1" fmla="*/ 24333 h 24333"/>
                <a:gd name="connsiteX2" fmla="*/ 0 w 30670"/>
                <a:gd name="connsiteY2" fmla="*/ 12167 h 24333"/>
                <a:gd name="connsiteX3" fmla="*/ 15335 w 30670"/>
                <a:gd name="connsiteY3" fmla="*/ 0 h 24333"/>
                <a:gd name="connsiteX4" fmla="*/ 30671 w 30670"/>
                <a:gd name="connsiteY4" fmla="*/ 12167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70" h="24333">
                  <a:moveTo>
                    <a:pt x="30671" y="12167"/>
                  </a:moveTo>
                  <a:cubicBezTo>
                    <a:pt x="30671" y="18884"/>
                    <a:pt x="23826" y="24333"/>
                    <a:pt x="15335" y="24333"/>
                  </a:cubicBezTo>
                  <a:cubicBezTo>
                    <a:pt x="6844" y="24333"/>
                    <a:pt x="0" y="18884"/>
                    <a:pt x="0" y="12167"/>
                  </a:cubicBezTo>
                  <a:cubicBezTo>
                    <a:pt x="0" y="5450"/>
                    <a:pt x="6844" y="0"/>
                    <a:pt x="15335" y="0"/>
                  </a:cubicBezTo>
                  <a:cubicBezTo>
                    <a:pt x="23826" y="0"/>
                    <a:pt x="30671" y="5450"/>
                    <a:pt x="30671" y="121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85" name="Freeform: Shape 5284">
              <a:extLst>
                <a:ext uri="{FF2B5EF4-FFF2-40B4-BE49-F238E27FC236}">
                  <a16:creationId xmlns:a16="http://schemas.microsoft.com/office/drawing/2014/main" id="{01C18744-15F7-D115-3309-3FB2D860E1AC}"/>
                </a:ext>
              </a:extLst>
            </p:cNvPr>
            <p:cNvSpPr/>
            <p:nvPr/>
          </p:nvSpPr>
          <p:spPr>
            <a:xfrm>
              <a:off x="11899114" y="3639760"/>
              <a:ext cx="29909" cy="23572"/>
            </a:xfrm>
            <a:custGeom>
              <a:avLst/>
              <a:gdLst>
                <a:gd name="connsiteX0" fmla="*/ 29910 w 29909"/>
                <a:gd name="connsiteY0" fmla="*/ 11786 h 23572"/>
                <a:gd name="connsiteX1" fmla="*/ 14955 w 29909"/>
                <a:gd name="connsiteY1" fmla="*/ 23573 h 23572"/>
                <a:gd name="connsiteX2" fmla="*/ 0 w 29909"/>
                <a:gd name="connsiteY2" fmla="*/ 11786 h 23572"/>
                <a:gd name="connsiteX3" fmla="*/ 14955 w 29909"/>
                <a:gd name="connsiteY3" fmla="*/ 0 h 23572"/>
                <a:gd name="connsiteX4" fmla="*/ 29910 w 29909"/>
                <a:gd name="connsiteY4" fmla="*/ 11786 h 2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909" h="23572">
                  <a:moveTo>
                    <a:pt x="29910" y="11786"/>
                  </a:moveTo>
                  <a:cubicBezTo>
                    <a:pt x="29910" y="18376"/>
                    <a:pt x="23192" y="23573"/>
                    <a:pt x="14955" y="23573"/>
                  </a:cubicBezTo>
                  <a:cubicBezTo>
                    <a:pt x="6717" y="23573"/>
                    <a:pt x="0" y="18250"/>
                    <a:pt x="0" y="11786"/>
                  </a:cubicBezTo>
                  <a:cubicBezTo>
                    <a:pt x="0" y="5323"/>
                    <a:pt x="6717" y="0"/>
                    <a:pt x="14955" y="0"/>
                  </a:cubicBezTo>
                  <a:cubicBezTo>
                    <a:pt x="23192" y="0"/>
                    <a:pt x="29910" y="5323"/>
                    <a:pt x="29910" y="1178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86" name="Freeform: Shape 5285">
              <a:extLst>
                <a:ext uri="{FF2B5EF4-FFF2-40B4-BE49-F238E27FC236}">
                  <a16:creationId xmlns:a16="http://schemas.microsoft.com/office/drawing/2014/main" id="{87D3DD98-93BB-97EE-7971-8530FDFE2DE9}"/>
                </a:ext>
              </a:extLst>
            </p:cNvPr>
            <p:cNvSpPr/>
            <p:nvPr/>
          </p:nvSpPr>
          <p:spPr>
            <a:xfrm>
              <a:off x="11892017" y="3743810"/>
              <a:ext cx="29149" cy="23066"/>
            </a:xfrm>
            <a:custGeom>
              <a:avLst/>
              <a:gdLst>
                <a:gd name="connsiteX0" fmla="*/ 29149 w 29149"/>
                <a:gd name="connsiteY0" fmla="*/ 11533 h 23066"/>
                <a:gd name="connsiteX1" fmla="*/ 14574 w 29149"/>
                <a:gd name="connsiteY1" fmla="*/ 23066 h 23066"/>
                <a:gd name="connsiteX2" fmla="*/ 0 w 29149"/>
                <a:gd name="connsiteY2" fmla="*/ 11533 h 23066"/>
                <a:gd name="connsiteX3" fmla="*/ 14574 w 29149"/>
                <a:gd name="connsiteY3" fmla="*/ 0 h 23066"/>
                <a:gd name="connsiteX4" fmla="*/ 29149 w 29149"/>
                <a:gd name="connsiteY4" fmla="*/ 11533 h 23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9" h="23066">
                  <a:moveTo>
                    <a:pt x="29149" y="11533"/>
                  </a:moveTo>
                  <a:cubicBezTo>
                    <a:pt x="29149" y="17870"/>
                    <a:pt x="22685" y="23066"/>
                    <a:pt x="14574" y="23066"/>
                  </a:cubicBezTo>
                  <a:cubicBezTo>
                    <a:pt x="6464" y="23066"/>
                    <a:pt x="0" y="17870"/>
                    <a:pt x="0" y="11533"/>
                  </a:cubicBezTo>
                  <a:cubicBezTo>
                    <a:pt x="0" y="5196"/>
                    <a:pt x="6464" y="0"/>
                    <a:pt x="14574" y="0"/>
                  </a:cubicBezTo>
                  <a:cubicBezTo>
                    <a:pt x="22685" y="0"/>
                    <a:pt x="29149" y="5196"/>
                    <a:pt x="29149" y="1153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87" name="Freeform: Shape 5286">
              <a:extLst>
                <a:ext uri="{FF2B5EF4-FFF2-40B4-BE49-F238E27FC236}">
                  <a16:creationId xmlns:a16="http://schemas.microsoft.com/office/drawing/2014/main" id="{B97962C7-9821-5650-B745-D9C9EC8722DB}"/>
                </a:ext>
              </a:extLst>
            </p:cNvPr>
            <p:cNvSpPr/>
            <p:nvPr/>
          </p:nvSpPr>
          <p:spPr>
            <a:xfrm>
              <a:off x="11882004" y="3847860"/>
              <a:ext cx="28389" cy="22432"/>
            </a:xfrm>
            <a:custGeom>
              <a:avLst/>
              <a:gdLst>
                <a:gd name="connsiteX0" fmla="*/ 28390 w 28389"/>
                <a:gd name="connsiteY0" fmla="*/ 11153 h 22432"/>
                <a:gd name="connsiteX1" fmla="*/ 14194 w 28389"/>
                <a:gd name="connsiteY1" fmla="*/ 22433 h 22432"/>
                <a:gd name="connsiteX2" fmla="*/ 0 w 28389"/>
                <a:gd name="connsiteY2" fmla="*/ 11153 h 22432"/>
                <a:gd name="connsiteX3" fmla="*/ 14194 w 28389"/>
                <a:gd name="connsiteY3" fmla="*/ 0 h 22432"/>
                <a:gd name="connsiteX4" fmla="*/ 28390 w 28389"/>
                <a:gd name="connsiteY4" fmla="*/ 11153 h 22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389" h="22432">
                  <a:moveTo>
                    <a:pt x="28390" y="11153"/>
                  </a:moveTo>
                  <a:cubicBezTo>
                    <a:pt x="28390" y="17363"/>
                    <a:pt x="22053" y="22433"/>
                    <a:pt x="14194" y="22433"/>
                  </a:cubicBezTo>
                  <a:cubicBezTo>
                    <a:pt x="6337" y="22433"/>
                    <a:pt x="0" y="17363"/>
                    <a:pt x="0" y="11153"/>
                  </a:cubicBezTo>
                  <a:cubicBezTo>
                    <a:pt x="0" y="4943"/>
                    <a:pt x="6337" y="0"/>
                    <a:pt x="14194" y="0"/>
                  </a:cubicBezTo>
                  <a:cubicBezTo>
                    <a:pt x="22053" y="0"/>
                    <a:pt x="28390" y="5070"/>
                    <a:pt x="28390" y="1115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88" name="Freeform: Shape 5287">
              <a:extLst>
                <a:ext uri="{FF2B5EF4-FFF2-40B4-BE49-F238E27FC236}">
                  <a16:creationId xmlns:a16="http://schemas.microsoft.com/office/drawing/2014/main" id="{E4FA2E00-E830-CF2F-F0F5-B8CC31EB1263}"/>
                </a:ext>
              </a:extLst>
            </p:cNvPr>
            <p:cNvSpPr/>
            <p:nvPr/>
          </p:nvSpPr>
          <p:spPr>
            <a:xfrm>
              <a:off x="11869078" y="3951530"/>
              <a:ext cx="27501" cy="21798"/>
            </a:xfrm>
            <a:custGeom>
              <a:avLst/>
              <a:gdLst>
                <a:gd name="connsiteX0" fmla="*/ 27501 w 27501"/>
                <a:gd name="connsiteY0" fmla="*/ 10899 h 21798"/>
                <a:gd name="connsiteX1" fmla="*/ 13814 w 27501"/>
                <a:gd name="connsiteY1" fmla="*/ 21799 h 21798"/>
                <a:gd name="connsiteX2" fmla="*/ 0 w 27501"/>
                <a:gd name="connsiteY2" fmla="*/ 10899 h 21798"/>
                <a:gd name="connsiteX3" fmla="*/ 13814 w 27501"/>
                <a:gd name="connsiteY3" fmla="*/ 0 h 21798"/>
                <a:gd name="connsiteX4" fmla="*/ 27501 w 27501"/>
                <a:gd name="connsiteY4" fmla="*/ 10899 h 21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501" h="21798">
                  <a:moveTo>
                    <a:pt x="27501" y="10899"/>
                  </a:moveTo>
                  <a:cubicBezTo>
                    <a:pt x="27501" y="16983"/>
                    <a:pt x="21292" y="21799"/>
                    <a:pt x="13814" y="21799"/>
                  </a:cubicBezTo>
                  <a:cubicBezTo>
                    <a:pt x="6337" y="21799"/>
                    <a:pt x="0" y="16983"/>
                    <a:pt x="0" y="10899"/>
                  </a:cubicBezTo>
                  <a:cubicBezTo>
                    <a:pt x="0" y="4816"/>
                    <a:pt x="6210" y="0"/>
                    <a:pt x="13814" y="0"/>
                  </a:cubicBezTo>
                  <a:cubicBezTo>
                    <a:pt x="21418" y="0"/>
                    <a:pt x="27501" y="4943"/>
                    <a:pt x="27501" y="1089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89" name="Freeform: Shape 5288">
              <a:extLst>
                <a:ext uri="{FF2B5EF4-FFF2-40B4-BE49-F238E27FC236}">
                  <a16:creationId xmlns:a16="http://schemas.microsoft.com/office/drawing/2014/main" id="{E0F5EB1D-4788-7FDE-C0B2-29CB9C757B05}"/>
                </a:ext>
              </a:extLst>
            </p:cNvPr>
            <p:cNvSpPr/>
            <p:nvPr/>
          </p:nvSpPr>
          <p:spPr>
            <a:xfrm>
              <a:off x="11853109" y="4055074"/>
              <a:ext cx="26741" cy="21291"/>
            </a:xfrm>
            <a:custGeom>
              <a:avLst/>
              <a:gdLst>
                <a:gd name="connsiteX0" fmla="*/ 26741 w 26741"/>
                <a:gd name="connsiteY0" fmla="*/ 10646 h 21291"/>
                <a:gd name="connsiteX1" fmla="*/ 13434 w 26741"/>
                <a:gd name="connsiteY1" fmla="*/ 21292 h 21291"/>
                <a:gd name="connsiteX2" fmla="*/ 0 w 26741"/>
                <a:gd name="connsiteY2" fmla="*/ 10646 h 21291"/>
                <a:gd name="connsiteX3" fmla="*/ 13434 w 26741"/>
                <a:gd name="connsiteY3" fmla="*/ 0 h 21291"/>
                <a:gd name="connsiteX4" fmla="*/ 26741 w 26741"/>
                <a:gd name="connsiteY4" fmla="*/ 10646 h 2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741" h="21291">
                  <a:moveTo>
                    <a:pt x="26741" y="10646"/>
                  </a:moveTo>
                  <a:cubicBezTo>
                    <a:pt x="26741" y="16476"/>
                    <a:pt x="20785" y="21292"/>
                    <a:pt x="13434" y="21292"/>
                  </a:cubicBezTo>
                  <a:cubicBezTo>
                    <a:pt x="6083" y="21292"/>
                    <a:pt x="0" y="16602"/>
                    <a:pt x="0" y="10646"/>
                  </a:cubicBezTo>
                  <a:cubicBezTo>
                    <a:pt x="0" y="4689"/>
                    <a:pt x="5956" y="0"/>
                    <a:pt x="13434" y="0"/>
                  </a:cubicBezTo>
                  <a:cubicBezTo>
                    <a:pt x="20911" y="0"/>
                    <a:pt x="26741" y="4689"/>
                    <a:pt x="26741" y="1064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90" name="Freeform: Shape 5289">
              <a:extLst>
                <a:ext uri="{FF2B5EF4-FFF2-40B4-BE49-F238E27FC236}">
                  <a16:creationId xmlns:a16="http://schemas.microsoft.com/office/drawing/2014/main" id="{CD720E0D-2690-A732-42A7-BE1CC2F6970B}"/>
                </a:ext>
              </a:extLst>
            </p:cNvPr>
            <p:cNvSpPr/>
            <p:nvPr/>
          </p:nvSpPr>
          <p:spPr>
            <a:xfrm>
              <a:off x="11834605" y="4158490"/>
              <a:ext cx="25094" cy="20024"/>
            </a:xfrm>
            <a:custGeom>
              <a:avLst/>
              <a:gdLst>
                <a:gd name="connsiteX0" fmla="*/ 25094 w 25094"/>
                <a:gd name="connsiteY0" fmla="*/ 10012 h 20024"/>
                <a:gd name="connsiteX1" fmla="*/ 12547 w 25094"/>
                <a:gd name="connsiteY1" fmla="*/ 20024 h 20024"/>
                <a:gd name="connsiteX2" fmla="*/ 0 w 25094"/>
                <a:gd name="connsiteY2" fmla="*/ 10012 h 20024"/>
                <a:gd name="connsiteX3" fmla="*/ 12547 w 25094"/>
                <a:gd name="connsiteY3" fmla="*/ 0 h 20024"/>
                <a:gd name="connsiteX4" fmla="*/ 25094 w 25094"/>
                <a:gd name="connsiteY4" fmla="*/ 10012 h 2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94" h="20024">
                  <a:moveTo>
                    <a:pt x="25094" y="10012"/>
                  </a:moveTo>
                  <a:cubicBezTo>
                    <a:pt x="25094" y="15462"/>
                    <a:pt x="19391" y="20024"/>
                    <a:pt x="12547" y="20024"/>
                  </a:cubicBezTo>
                  <a:cubicBezTo>
                    <a:pt x="5703" y="20024"/>
                    <a:pt x="0" y="15589"/>
                    <a:pt x="0" y="10012"/>
                  </a:cubicBezTo>
                  <a:cubicBezTo>
                    <a:pt x="0" y="4436"/>
                    <a:pt x="5576" y="0"/>
                    <a:pt x="12547" y="0"/>
                  </a:cubicBezTo>
                  <a:cubicBezTo>
                    <a:pt x="19518" y="0"/>
                    <a:pt x="25094" y="4436"/>
                    <a:pt x="25094" y="1001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91" name="Freeform: Shape 5290">
              <a:extLst>
                <a:ext uri="{FF2B5EF4-FFF2-40B4-BE49-F238E27FC236}">
                  <a16:creationId xmlns:a16="http://schemas.microsoft.com/office/drawing/2014/main" id="{C238503D-94E5-F495-5168-4E216E7C59EF}"/>
                </a:ext>
              </a:extLst>
            </p:cNvPr>
            <p:cNvSpPr/>
            <p:nvPr/>
          </p:nvSpPr>
          <p:spPr>
            <a:xfrm>
              <a:off x="11812680" y="4261400"/>
              <a:ext cx="24333" cy="19264"/>
            </a:xfrm>
            <a:custGeom>
              <a:avLst/>
              <a:gdLst>
                <a:gd name="connsiteX0" fmla="*/ 24333 w 24333"/>
                <a:gd name="connsiteY0" fmla="*/ 9632 h 19264"/>
                <a:gd name="connsiteX1" fmla="*/ 12167 w 24333"/>
                <a:gd name="connsiteY1" fmla="*/ 19264 h 19264"/>
                <a:gd name="connsiteX2" fmla="*/ 0 w 24333"/>
                <a:gd name="connsiteY2" fmla="*/ 9632 h 19264"/>
                <a:gd name="connsiteX3" fmla="*/ 12167 w 24333"/>
                <a:gd name="connsiteY3" fmla="*/ 0 h 19264"/>
                <a:gd name="connsiteX4" fmla="*/ 24333 w 24333"/>
                <a:gd name="connsiteY4" fmla="*/ 9632 h 19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33" h="19264">
                  <a:moveTo>
                    <a:pt x="24333" y="9632"/>
                  </a:moveTo>
                  <a:cubicBezTo>
                    <a:pt x="24333" y="14955"/>
                    <a:pt x="18884" y="19264"/>
                    <a:pt x="12167" y="19264"/>
                  </a:cubicBezTo>
                  <a:cubicBezTo>
                    <a:pt x="5450" y="19264"/>
                    <a:pt x="0" y="14955"/>
                    <a:pt x="0" y="9632"/>
                  </a:cubicBezTo>
                  <a:cubicBezTo>
                    <a:pt x="0" y="4309"/>
                    <a:pt x="5450" y="0"/>
                    <a:pt x="12167" y="0"/>
                  </a:cubicBezTo>
                  <a:cubicBezTo>
                    <a:pt x="18884" y="0"/>
                    <a:pt x="24333" y="4309"/>
                    <a:pt x="24333" y="963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92" name="Freeform: Shape 5291">
              <a:extLst>
                <a:ext uri="{FF2B5EF4-FFF2-40B4-BE49-F238E27FC236}">
                  <a16:creationId xmlns:a16="http://schemas.microsoft.com/office/drawing/2014/main" id="{D040FD0A-BA27-DDEE-6648-8E12892610A0}"/>
                </a:ext>
              </a:extLst>
            </p:cNvPr>
            <p:cNvSpPr/>
            <p:nvPr/>
          </p:nvSpPr>
          <p:spPr>
            <a:xfrm>
              <a:off x="11787839" y="4363676"/>
              <a:ext cx="23572" cy="18757"/>
            </a:xfrm>
            <a:custGeom>
              <a:avLst/>
              <a:gdLst>
                <a:gd name="connsiteX0" fmla="*/ 23573 w 23572"/>
                <a:gd name="connsiteY0" fmla="*/ 9378 h 18757"/>
                <a:gd name="connsiteX1" fmla="*/ 11786 w 23572"/>
                <a:gd name="connsiteY1" fmla="*/ 18757 h 18757"/>
                <a:gd name="connsiteX2" fmla="*/ 0 w 23572"/>
                <a:gd name="connsiteY2" fmla="*/ 9378 h 18757"/>
                <a:gd name="connsiteX3" fmla="*/ 11786 w 23572"/>
                <a:gd name="connsiteY3" fmla="*/ 0 h 18757"/>
                <a:gd name="connsiteX4" fmla="*/ 23573 w 23572"/>
                <a:gd name="connsiteY4" fmla="*/ 9378 h 18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572" h="18757">
                  <a:moveTo>
                    <a:pt x="23573" y="9378"/>
                  </a:moveTo>
                  <a:cubicBezTo>
                    <a:pt x="23573" y="14575"/>
                    <a:pt x="18377" y="18757"/>
                    <a:pt x="11786" y="18757"/>
                  </a:cubicBezTo>
                  <a:cubicBezTo>
                    <a:pt x="5197" y="18757"/>
                    <a:pt x="0" y="14575"/>
                    <a:pt x="0" y="9378"/>
                  </a:cubicBezTo>
                  <a:cubicBezTo>
                    <a:pt x="0" y="4182"/>
                    <a:pt x="5197" y="0"/>
                    <a:pt x="11786" y="0"/>
                  </a:cubicBezTo>
                  <a:cubicBezTo>
                    <a:pt x="18377" y="0"/>
                    <a:pt x="23573" y="4182"/>
                    <a:pt x="23573" y="937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93" name="Freeform: Shape 5292">
              <a:extLst>
                <a:ext uri="{FF2B5EF4-FFF2-40B4-BE49-F238E27FC236}">
                  <a16:creationId xmlns:a16="http://schemas.microsoft.com/office/drawing/2014/main" id="{7C06D06A-6315-4DA8-E583-A371859B89F4}"/>
                </a:ext>
              </a:extLst>
            </p:cNvPr>
            <p:cNvSpPr/>
            <p:nvPr/>
          </p:nvSpPr>
          <p:spPr>
            <a:xfrm>
              <a:off x="11760084" y="4465571"/>
              <a:ext cx="22812" cy="17996"/>
            </a:xfrm>
            <a:custGeom>
              <a:avLst/>
              <a:gdLst>
                <a:gd name="connsiteX0" fmla="*/ 22812 w 22812"/>
                <a:gd name="connsiteY0" fmla="*/ 8998 h 17996"/>
                <a:gd name="connsiteX1" fmla="*/ 11407 w 22812"/>
                <a:gd name="connsiteY1" fmla="*/ 17996 h 17996"/>
                <a:gd name="connsiteX2" fmla="*/ 0 w 22812"/>
                <a:gd name="connsiteY2" fmla="*/ 8998 h 17996"/>
                <a:gd name="connsiteX3" fmla="*/ 11407 w 22812"/>
                <a:gd name="connsiteY3" fmla="*/ 0 h 17996"/>
                <a:gd name="connsiteX4" fmla="*/ 22812 w 22812"/>
                <a:gd name="connsiteY4" fmla="*/ 8998 h 17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12" h="17996">
                  <a:moveTo>
                    <a:pt x="22812" y="8998"/>
                  </a:moveTo>
                  <a:cubicBezTo>
                    <a:pt x="22812" y="13941"/>
                    <a:pt x="17743" y="17996"/>
                    <a:pt x="11407" y="17996"/>
                  </a:cubicBezTo>
                  <a:cubicBezTo>
                    <a:pt x="5070" y="17996"/>
                    <a:pt x="0" y="13941"/>
                    <a:pt x="0" y="8998"/>
                  </a:cubicBezTo>
                  <a:cubicBezTo>
                    <a:pt x="0" y="4055"/>
                    <a:pt x="5070" y="0"/>
                    <a:pt x="11407" y="0"/>
                  </a:cubicBezTo>
                  <a:cubicBezTo>
                    <a:pt x="17743" y="0"/>
                    <a:pt x="22812" y="4055"/>
                    <a:pt x="22812" y="89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94" name="Freeform: Shape 5293">
              <a:extLst>
                <a:ext uri="{FF2B5EF4-FFF2-40B4-BE49-F238E27FC236}">
                  <a16:creationId xmlns:a16="http://schemas.microsoft.com/office/drawing/2014/main" id="{697CC497-4BD6-A6F3-1565-606F14E336E3}"/>
                </a:ext>
              </a:extLst>
            </p:cNvPr>
            <p:cNvSpPr/>
            <p:nvPr/>
          </p:nvSpPr>
          <p:spPr>
            <a:xfrm>
              <a:off x="11729414" y="4566833"/>
              <a:ext cx="22051" cy="17489"/>
            </a:xfrm>
            <a:custGeom>
              <a:avLst/>
              <a:gdLst>
                <a:gd name="connsiteX0" fmla="*/ 22052 w 22051"/>
                <a:gd name="connsiteY0" fmla="*/ 8745 h 17489"/>
                <a:gd name="connsiteX1" fmla="*/ 11026 w 22051"/>
                <a:gd name="connsiteY1" fmla="*/ 17490 h 17489"/>
                <a:gd name="connsiteX2" fmla="*/ 0 w 22051"/>
                <a:gd name="connsiteY2" fmla="*/ 8745 h 17489"/>
                <a:gd name="connsiteX3" fmla="*/ 11026 w 22051"/>
                <a:gd name="connsiteY3" fmla="*/ 0 h 17489"/>
                <a:gd name="connsiteX4" fmla="*/ 22052 w 22051"/>
                <a:gd name="connsiteY4" fmla="*/ 8745 h 1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051" h="17489">
                  <a:moveTo>
                    <a:pt x="22052" y="8745"/>
                  </a:moveTo>
                  <a:cubicBezTo>
                    <a:pt x="22052" y="13561"/>
                    <a:pt x="17109" y="17490"/>
                    <a:pt x="11026" y="17490"/>
                  </a:cubicBezTo>
                  <a:cubicBezTo>
                    <a:pt x="4943" y="17490"/>
                    <a:pt x="0" y="13561"/>
                    <a:pt x="0" y="8745"/>
                  </a:cubicBezTo>
                  <a:cubicBezTo>
                    <a:pt x="0" y="3929"/>
                    <a:pt x="4943" y="0"/>
                    <a:pt x="11026" y="0"/>
                  </a:cubicBezTo>
                  <a:cubicBezTo>
                    <a:pt x="17109" y="0"/>
                    <a:pt x="22052" y="3929"/>
                    <a:pt x="22052" y="874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95" name="Freeform: Shape 5294">
              <a:extLst>
                <a:ext uri="{FF2B5EF4-FFF2-40B4-BE49-F238E27FC236}">
                  <a16:creationId xmlns:a16="http://schemas.microsoft.com/office/drawing/2014/main" id="{C4056D30-A6EC-9F6A-56F5-7165E625742A}"/>
                </a:ext>
              </a:extLst>
            </p:cNvPr>
            <p:cNvSpPr/>
            <p:nvPr/>
          </p:nvSpPr>
          <p:spPr>
            <a:xfrm>
              <a:off x="11696336" y="4667842"/>
              <a:ext cx="20531" cy="16475"/>
            </a:xfrm>
            <a:custGeom>
              <a:avLst/>
              <a:gdLst>
                <a:gd name="connsiteX0" fmla="*/ 20531 w 20531"/>
                <a:gd name="connsiteY0" fmla="*/ 8238 h 16475"/>
                <a:gd name="connsiteX1" fmla="*/ 10266 w 20531"/>
                <a:gd name="connsiteY1" fmla="*/ 16476 h 16475"/>
                <a:gd name="connsiteX2" fmla="*/ 0 w 20531"/>
                <a:gd name="connsiteY2" fmla="*/ 8238 h 16475"/>
                <a:gd name="connsiteX3" fmla="*/ 10266 w 20531"/>
                <a:gd name="connsiteY3" fmla="*/ 0 h 16475"/>
                <a:gd name="connsiteX4" fmla="*/ 20531 w 20531"/>
                <a:gd name="connsiteY4" fmla="*/ 8238 h 16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31" h="16475">
                  <a:moveTo>
                    <a:pt x="20531" y="8238"/>
                  </a:moveTo>
                  <a:cubicBezTo>
                    <a:pt x="20531" y="12800"/>
                    <a:pt x="15969" y="16476"/>
                    <a:pt x="10266" y="16476"/>
                  </a:cubicBezTo>
                  <a:cubicBezTo>
                    <a:pt x="4562" y="16476"/>
                    <a:pt x="0" y="12800"/>
                    <a:pt x="0" y="8238"/>
                  </a:cubicBezTo>
                  <a:cubicBezTo>
                    <a:pt x="0" y="3675"/>
                    <a:pt x="4562" y="0"/>
                    <a:pt x="10266" y="0"/>
                  </a:cubicBezTo>
                  <a:cubicBezTo>
                    <a:pt x="15969" y="0"/>
                    <a:pt x="20531" y="3675"/>
                    <a:pt x="20531" y="823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96" name="Freeform: Shape 5295">
              <a:extLst>
                <a:ext uri="{FF2B5EF4-FFF2-40B4-BE49-F238E27FC236}">
                  <a16:creationId xmlns:a16="http://schemas.microsoft.com/office/drawing/2014/main" id="{B94F0675-9AC7-8CFD-D0EE-B7BCAA3F13D8}"/>
                </a:ext>
              </a:extLst>
            </p:cNvPr>
            <p:cNvSpPr/>
            <p:nvPr/>
          </p:nvSpPr>
          <p:spPr>
            <a:xfrm>
              <a:off x="11659709" y="4768090"/>
              <a:ext cx="19897" cy="15715"/>
            </a:xfrm>
            <a:custGeom>
              <a:avLst/>
              <a:gdLst>
                <a:gd name="connsiteX0" fmla="*/ 19898 w 19897"/>
                <a:gd name="connsiteY0" fmla="*/ 7858 h 15715"/>
                <a:gd name="connsiteX1" fmla="*/ 9886 w 19897"/>
                <a:gd name="connsiteY1" fmla="*/ 15715 h 15715"/>
                <a:gd name="connsiteX2" fmla="*/ 0 w 19897"/>
                <a:gd name="connsiteY2" fmla="*/ 7858 h 15715"/>
                <a:gd name="connsiteX3" fmla="*/ 9886 w 19897"/>
                <a:gd name="connsiteY3" fmla="*/ 0 h 15715"/>
                <a:gd name="connsiteX4" fmla="*/ 19898 w 19897"/>
                <a:gd name="connsiteY4" fmla="*/ 7858 h 1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97" h="15715">
                  <a:moveTo>
                    <a:pt x="19898" y="7858"/>
                  </a:moveTo>
                  <a:cubicBezTo>
                    <a:pt x="19898" y="12167"/>
                    <a:pt x="15461" y="15715"/>
                    <a:pt x="9886" y="15715"/>
                  </a:cubicBezTo>
                  <a:cubicBezTo>
                    <a:pt x="4309" y="15715"/>
                    <a:pt x="0" y="12167"/>
                    <a:pt x="0" y="7858"/>
                  </a:cubicBezTo>
                  <a:cubicBezTo>
                    <a:pt x="0" y="3549"/>
                    <a:pt x="4435" y="0"/>
                    <a:pt x="9886" y="0"/>
                  </a:cubicBezTo>
                  <a:cubicBezTo>
                    <a:pt x="15335" y="0"/>
                    <a:pt x="19898" y="3549"/>
                    <a:pt x="19898" y="785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97" name="Freeform: Shape 5296">
              <a:extLst>
                <a:ext uri="{FF2B5EF4-FFF2-40B4-BE49-F238E27FC236}">
                  <a16:creationId xmlns:a16="http://schemas.microsoft.com/office/drawing/2014/main" id="{C952816D-C08F-A47C-2D99-2332444593B9}"/>
                </a:ext>
              </a:extLst>
            </p:cNvPr>
            <p:cNvSpPr/>
            <p:nvPr/>
          </p:nvSpPr>
          <p:spPr>
            <a:xfrm>
              <a:off x="11620548" y="4867451"/>
              <a:ext cx="19010" cy="15208"/>
            </a:xfrm>
            <a:custGeom>
              <a:avLst/>
              <a:gdLst>
                <a:gd name="connsiteX0" fmla="*/ 19010 w 19010"/>
                <a:gd name="connsiteY0" fmla="*/ 7604 h 15208"/>
                <a:gd name="connsiteX1" fmla="*/ 9505 w 19010"/>
                <a:gd name="connsiteY1" fmla="*/ 15208 h 15208"/>
                <a:gd name="connsiteX2" fmla="*/ 0 w 19010"/>
                <a:gd name="connsiteY2" fmla="*/ 7604 h 15208"/>
                <a:gd name="connsiteX3" fmla="*/ 9505 w 19010"/>
                <a:gd name="connsiteY3" fmla="*/ 0 h 15208"/>
                <a:gd name="connsiteX4" fmla="*/ 19010 w 19010"/>
                <a:gd name="connsiteY4" fmla="*/ 7604 h 15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10" h="15208">
                  <a:moveTo>
                    <a:pt x="19010" y="7604"/>
                  </a:moveTo>
                  <a:cubicBezTo>
                    <a:pt x="19010" y="11786"/>
                    <a:pt x="14829" y="15208"/>
                    <a:pt x="9505" y="15208"/>
                  </a:cubicBezTo>
                  <a:cubicBezTo>
                    <a:pt x="4183" y="15208"/>
                    <a:pt x="0" y="11786"/>
                    <a:pt x="0" y="7604"/>
                  </a:cubicBezTo>
                  <a:cubicBezTo>
                    <a:pt x="0" y="3422"/>
                    <a:pt x="4183" y="0"/>
                    <a:pt x="9505" y="0"/>
                  </a:cubicBezTo>
                  <a:cubicBezTo>
                    <a:pt x="14829" y="0"/>
                    <a:pt x="19010" y="3422"/>
                    <a:pt x="19010" y="760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98" name="Freeform: Shape 5297">
              <a:extLst>
                <a:ext uri="{FF2B5EF4-FFF2-40B4-BE49-F238E27FC236}">
                  <a16:creationId xmlns:a16="http://schemas.microsoft.com/office/drawing/2014/main" id="{CA3E355B-79DE-49DF-EE32-6067CBD47D40}"/>
                </a:ext>
              </a:extLst>
            </p:cNvPr>
            <p:cNvSpPr/>
            <p:nvPr/>
          </p:nvSpPr>
          <p:spPr>
            <a:xfrm>
              <a:off x="11578725" y="4966432"/>
              <a:ext cx="17743" cy="13941"/>
            </a:xfrm>
            <a:custGeom>
              <a:avLst/>
              <a:gdLst>
                <a:gd name="connsiteX0" fmla="*/ 17743 w 17743"/>
                <a:gd name="connsiteY0" fmla="*/ 6970 h 13941"/>
                <a:gd name="connsiteX1" fmla="*/ 8872 w 17743"/>
                <a:gd name="connsiteY1" fmla="*/ 13941 h 13941"/>
                <a:gd name="connsiteX2" fmla="*/ 0 w 17743"/>
                <a:gd name="connsiteY2" fmla="*/ 6970 h 13941"/>
                <a:gd name="connsiteX3" fmla="*/ 8872 w 17743"/>
                <a:gd name="connsiteY3" fmla="*/ 0 h 13941"/>
                <a:gd name="connsiteX4" fmla="*/ 17743 w 17743"/>
                <a:gd name="connsiteY4" fmla="*/ 6970 h 1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3" h="13941">
                  <a:moveTo>
                    <a:pt x="17743" y="6970"/>
                  </a:moveTo>
                  <a:cubicBezTo>
                    <a:pt x="17743" y="10773"/>
                    <a:pt x="13815" y="13941"/>
                    <a:pt x="8872" y="13941"/>
                  </a:cubicBezTo>
                  <a:cubicBezTo>
                    <a:pt x="3929" y="13941"/>
                    <a:pt x="0" y="10773"/>
                    <a:pt x="0" y="6970"/>
                  </a:cubicBezTo>
                  <a:cubicBezTo>
                    <a:pt x="0" y="3168"/>
                    <a:pt x="3929" y="0"/>
                    <a:pt x="8872" y="0"/>
                  </a:cubicBezTo>
                  <a:cubicBezTo>
                    <a:pt x="13815" y="0"/>
                    <a:pt x="17743" y="3168"/>
                    <a:pt x="17743" y="69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99" name="Freeform: Shape 5298">
              <a:extLst>
                <a:ext uri="{FF2B5EF4-FFF2-40B4-BE49-F238E27FC236}">
                  <a16:creationId xmlns:a16="http://schemas.microsoft.com/office/drawing/2014/main" id="{7DE5EA06-E088-7F73-E610-D76D2C492DBE}"/>
                </a:ext>
              </a:extLst>
            </p:cNvPr>
            <p:cNvSpPr/>
            <p:nvPr/>
          </p:nvSpPr>
          <p:spPr>
            <a:xfrm>
              <a:off x="11533734" y="5064272"/>
              <a:ext cx="16982" cy="13433"/>
            </a:xfrm>
            <a:custGeom>
              <a:avLst/>
              <a:gdLst>
                <a:gd name="connsiteX0" fmla="*/ 16983 w 16982"/>
                <a:gd name="connsiteY0" fmla="*/ 6717 h 13433"/>
                <a:gd name="connsiteX1" fmla="*/ 8491 w 16982"/>
                <a:gd name="connsiteY1" fmla="*/ 13434 h 13433"/>
                <a:gd name="connsiteX2" fmla="*/ 0 w 16982"/>
                <a:gd name="connsiteY2" fmla="*/ 6717 h 13433"/>
                <a:gd name="connsiteX3" fmla="*/ 8491 w 16982"/>
                <a:gd name="connsiteY3" fmla="*/ 0 h 13433"/>
                <a:gd name="connsiteX4" fmla="*/ 16983 w 16982"/>
                <a:gd name="connsiteY4" fmla="*/ 6717 h 13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82" h="13433">
                  <a:moveTo>
                    <a:pt x="16983" y="6717"/>
                  </a:moveTo>
                  <a:cubicBezTo>
                    <a:pt x="16983" y="10392"/>
                    <a:pt x="13180" y="13434"/>
                    <a:pt x="8491" y="13434"/>
                  </a:cubicBezTo>
                  <a:cubicBezTo>
                    <a:pt x="3802" y="13434"/>
                    <a:pt x="0" y="10392"/>
                    <a:pt x="0" y="6717"/>
                  </a:cubicBezTo>
                  <a:cubicBezTo>
                    <a:pt x="0" y="3042"/>
                    <a:pt x="3802" y="0"/>
                    <a:pt x="8491" y="0"/>
                  </a:cubicBezTo>
                  <a:cubicBezTo>
                    <a:pt x="13180" y="0"/>
                    <a:pt x="16983" y="3042"/>
                    <a:pt x="16983" y="671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00" name="Freeform: Shape 5299">
              <a:extLst>
                <a:ext uri="{FF2B5EF4-FFF2-40B4-BE49-F238E27FC236}">
                  <a16:creationId xmlns:a16="http://schemas.microsoft.com/office/drawing/2014/main" id="{50AA11EB-6FEE-F6D7-7890-4DC967152288}"/>
                </a:ext>
              </a:extLst>
            </p:cNvPr>
            <p:cNvSpPr/>
            <p:nvPr/>
          </p:nvSpPr>
          <p:spPr>
            <a:xfrm>
              <a:off x="11486081" y="5161479"/>
              <a:ext cx="16095" cy="12673"/>
            </a:xfrm>
            <a:custGeom>
              <a:avLst/>
              <a:gdLst>
                <a:gd name="connsiteX0" fmla="*/ 16096 w 16095"/>
                <a:gd name="connsiteY0" fmla="*/ 6337 h 12673"/>
                <a:gd name="connsiteX1" fmla="*/ 7984 w 16095"/>
                <a:gd name="connsiteY1" fmla="*/ 12674 h 12673"/>
                <a:gd name="connsiteX2" fmla="*/ 0 w 16095"/>
                <a:gd name="connsiteY2" fmla="*/ 6337 h 12673"/>
                <a:gd name="connsiteX3" fmla="*/ 7984 w 16095"/>
                <a:gd name="connsiteY3" fmla="*/ 0 h 12673"/>
                <a:gd name="connsiteX4" fmla="*/ 16096 w 16095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95" h="12673">
                  <a:moveTo>
                    <a:pt x="16096" y="6337"/>
                  </a:moveTo>
                  <a:cubicBezTo>
                    <a:pt x="16096" y="9885"/>
                    <a:pt x="12421" y="12674"/>
                    <a:pt x="7984" y="12674"/>
                  </a:cubicBezTo>
                  <a:cubicBezTo>
                    <a:pt x="3549" y="12674"/>
                    <a:pt x="0" y="9759"/>
                    <a:pt x="0" y="6337"/>
                  </a:cubicBezTo>
                  <a:cubicBezTo>
                    <a:pt x="0" y="2915"/>
                    <a:pt x="3676" y="0"/>
                    <a:pt x="7984" y="0"/>
                  </a:cubicBezTo>
                  <a:cubicBezTo>
                    <a:pt x="12294" y="0"/>
                    <a:pt x="16096" y="2788"/>
                    <a:pt x="16096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01" name="Freeform: Shape 5300">
              <a:extLst>
                <a:ext uri="{FF2B5EF4-FFF2-40B4-BE49-F238E27FC236}">
                  <a16:creationId xmlns:a16="http://schemas.microsoft.com/office/drawing/2014/main" id="{D8782EAC-4AF6-882F-A58E-8034F8552339}"/>
                </a:ext>
              </a:extLst>
            </p:cNvPr>
            <p:cNvSpPr/>
            <p:nvPr/>
          </p:nvSpPr>
          <p:spPr>
            <a:xfrm>
              <a:off x="11435894" y="5257798"/>
              <a:ext cx="14701" cy="11659"/>
            </a:xfrm>
            <a:custGeom>
              <a:avLst/>
              <a:gdLst>
                <a:gd name="connsiteX0" fmla="*/ 14701 w 14701"/>
                <a:gd name="connsiteY0" fmla="*/ 5830 h 11659"/>
                <a:gd name="connsiteX1" fmla="*/ 7350 w 14701"/>
                <a:gd name="connsiteY1" fmla="*/ 11660 h 11659"/>
                <a:gd name="connsiteX2" fmla="*/ 0 w 14701"/>
                <a:gd name="connsiteY2" fmla="*/ 5830 h 11659"/>
                <a:gd name="connsiteX3" fmla="*/ 7350 w 14701"/>
                <a:gd name="connsiteY3" fmla="*/ 0 h 11659"/>
                <a:gd name="connsiteX4" fmla="*/ 14701 w 14701"/>
                <a:gd name="connsiteY4" fmla="*/ 5830 h 11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01" h="11659">
                  <a:moveTo>
                    <a:pt x="14701" y="5830"/>
                  </a:moveTo>
                  <a:cubicBezTo>
                    <a:pt x="14701" y="8999"/>
                    <a:pt x="11406" y="11660"/>
                    <a:pt x="7350" y="11660"/>
                  </a:cubicBezTo>
                  <a:cubicBezTo>
                    <a:pt x="3294" y="11660"/>
                    <a:pt x="0" y="9125"/>
                    <a:pt x="0" y="5830"/>
                  </a:cubicBezTo>
                  <a:cubicBezTo>
                    <a:pt x="0" y="2535"/>
                    <a:pt x="3294" y="0"/>
                    <a:pt x="7350" y="0"/>
                  </a:cubicBezTo>
                  <a:cubicBezTo>
                    <a:pt x="11406" y="0"/>
                    <a:pt x="14701" y="2535"/>
                    <a:pt x="14701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02" name="Freeform: Shape 5301">
              <a:extLst>
                <a:ext uri="{FF2B5EF4-FFF2-40B4-BE49-F238E27FC236}">
                  <a16:creationId xmlns:a16="http://schemas.microsoft.com/office/drawing/2014/main" id="{AE351D20-FCAA-F072-6727-903920AB9358}"/>
                </a:ext>
              </a:extLst>
            </p:cNvPr>
            <p:cNvSpPr/>
            <p:nvPr/>
          </p:nvSpPr>
          <p:spPr>
            <a:xfrm>
              <a:off x="11382665" y="5352976"/>
              <a:ext cx="13940" cy="11152"/>
            </a:xfrm>
            <a:custGeom>
              <a:avLst/>
              <a:gdLst>
                <a:gd name="connsiteX0" fmla="*/ 13941 w 13940"/>
                <a:gd name="connsiteY0" fmla="*/ 5576 h 11152"/>
                <a:gd name="connsiteX1" fmla="*/ 6970 w 13940"/>
                <a:gd name="connsiteY1" fmla="*/ 11153 h 11152"/>
                <a:gd name="connsiteX2" fmla="*/ 0 w 13940"/>
                <a:gd name="connsiteY2" fmla="*/ 5576 h 11152"/>
                <a:gd name="connsiteX3" fmla="*/ 6970 w 13940"/>
                <a:gd name="connsiteY3" fmla="*/ 0 h 11152"/>
                <a:gd name="connsiteX4" fmla="*/ 13941 w 13940"/>
                <a:gd name="connsiteY4" fmla="*/ 5576 h 11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0" h="11152">
                  <a:moveTo>
                    <a:pt x="13941" y="5576"/>
                  </a:moveTo>
                  <a:cubicBezTo>
                    <a:pt x="13941" y="8618"/>
                    <a:pt x="10772" y="11153"/>
                    <a:pt x="6970" y="11153"/>
                  </a:cubicBezTo>
                  <a:cubicBezTo>
                    <a:pt x="3168" y="11153"/>
                    <a:pt x="0" y="8745"/>
                    <a:pt x="0" y="5576"/>
                  </a:cubicBezTo>
                  <a:cubicBezTo>
                    <a:pt x="0" y="2408"/>
                    <a:pt x="3168" y="0"/>
                    <a:pt x="6970" y="0"/>
                  </a:cubicBezTo>
                  <a:cubicBezTo>
                    <a:pt x="10772" y="0"/>
                    <a:pt x="13941" y="2408"/>
                    <a:pt x="13941" y="55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03" name="Freeform: Shape 5302">
              <a:extLst>
                <a:ext uri="{FF2B5EF4-FFF2-40B4-BE49-F238E27FC236}">
                  <a16:creationId xmlns:a16="http://schemas.microsoft.com/office/drawing/2014/main" id="{54A6D34C-D9F3-8E13-9EEF-F01A6A6AA7C3}"/>
                </a:ext>
              </a:extLst>
            </p:cNvPr>
            <p:cNvSpPr/>
            <p:nvPr/>
          </p:nvSpPr>
          <p:spPr>
            <a:xfrm>
              <a:off x="11327028" y="5447395"/>
              <a:ext cx="12546" cy="10011"/>
            </a:xfrm>
            <a:custGeom>
              <a:avLst/>
              <a:gdLst>
                <a:gd name="connsiteX0" fmla="*/ 12547 w 12546"/>
                <a:gd name="connsiteY0" fmla="*/ 5069 h 10011"/>
                <a:gd name="connsiteX1" fmla="*/ 6337 w 12546"/>
                <a:gd name="connsiteY1" fmla="*/ 10012 h 10011"/>
                <a:gd name="connsiteX2" fmla="*/ 0 w 12546"/>
                <a:gd name="connsiteY2" fmla="*/ 5069 h 10011"/>
                <a:gd name="connsiteX3" fmla="*/ 6337 w 12546"/>
                <a:gd name="connsiteY3" fmla="*/ 0 h 10011"/>
                <a:gd name="connsiteX4" fmla="*/ 12547 w 12546"/>
                <a:gd name="connsiteY4" fmla="*/ 5069 h 10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46" h="10011">
                  <a:moveTo>
                    <a:pt x="12547" y="5069"/>
                  </a:moveTo>
                  <a:lnTo>
                    <a:pt x="6337" y="10012"/>
                  </a:lnTo>
                  <a:lnTo>
                    <a:pt x="0" y="5069"/>
                  </a:lnTo>
                  <a:lnTo>
                    <a:pt x="6337" y="0"/>
                  </a:lnTo>
                  <a:lnTo>
                    <a:pt x="12547" y="506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04" name="Freeform: Shape 5303">
              <a:extLst>
                <a:ext uri="{FF2B5EF4-FFF2-40B4-BE49-F238E27FC236}">
                  <a16:creationId xmlns:a16="http://schemas.microsoft.com/office/drawing/2014/main" id="{272F31DF-15B6-F1CB-EC77-6FBE5BF76F3E}"/>
                </a:ext>
              </a:extLst>
            </p:cNvPr>
            <p:cNvSpPr/>
            <p:nvPr/>
          </p:nvSpPr>
          <p:spPr>
            <a:xfrm>
              <a:off x="11268349" y="5540546"/>
              <a:ext cx="12040" cy="9505"/>
            </a:xfrm>
            <a:custGeom>
              <a:avLst/>
              <a:gdLst>
                <a:gd name="connsiteX0" fmla="*/ 12040 w 12040"/>
                <a:gd name="connsiteY0" fmla="*/ 4690 h 9505"/>
                <a:gd name="connsiteX1" fmla="*/ 6083 w 12040"/>
                <a:gd name="connsiteY1" fmla="*/ 9505 h 9505"/>
                <a:gd name="connsiteX2" fmla="*/ 0 w 12040"/>
                <a:gd name="connsiteY2" fmla="*/ 4690 h 9505"/>
                <a:gd name="connsiteX3" fmla="*/ 6083 w 12040"/>
                <a:gd name="connsiteY3" fmla="*/ 0 h 9505"/>
                <a:gd name="connsiteX4" fmla="*/ 12040 w 12040"/>
                <a:gd name="connsiteY4" fmla="*/ 4690 h 9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40" h="9505">
                  <a:moveTo>
                    <a:pt x="12040" y="4690"/>
                  </a:moveTo>
                  <a:lnTo>
                    <a:pt x="6083" y="9505"/>
                  </a:lnTo>
                  <a:lnTo>
                    <a:pt x="0" y="4690"/>
                  </a:lnTo>
                  <a:lnTo>
                    <a:pt x="6083" y="0"/>
                  </a:lnTo>
                  <a:lnTo>
                    <a:pt x="12040" y="469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05" name="Freeform: Shape 5304">
              <a:extLst>
                <a:ext uri="{FF2B5EF4-FFF2-40B4-BE49-F238E27FC236}">
                  <a16:creationId xmlns:a16="http://schemas.microsoft.com/office/drawing/2014/main" id="{1AF78754-FB08-FDB1-F647-DE221DAFE37C}"/>
                </a:ext>
              </a:extLst>
            </p:cNvPr>
            <p:cNvSpPr/>
            <p:nvPr/>
          </p:nvSpPr>
          <p:spPr>
            <a:xfrm>
              <a:off x="11207389" y="5632936"/>
              <a:ext cx="10646" cy="8364"/>
            </a:xfrm>
            <a:custGeom>
              <a:avLst/>
              <a:gdLst>
                <a:gd name="connsiteX0" fmla="*/ 10646 w 10646"/>
                <a:gd name="connsiteY0" fmla="*/ 4183 h 8364"/>
                <a:gd name="connsiteX1" fmla="*/ 5323 w 10646"/>
                <a:gd name="connsiteY1" fmla="*/ 8365 h 8364"/>
                <a:gd name="connsiteX2" fmla="*/ 0 w 10646"/>
                <a:gd name="connsiteY2" fmla="*/ 4183 h 8364"/>
                <a:gd name="connsiteX3" fmla="*/ 5323 w 10646"/>
                <a:gd name="connsiteY3" fmla="*/ 0 h 8364"/>
                <a:gd name="connsiteX4" fmla="*/ 10646 w 10646"/>
                <a:gd name="connsiteY4" fmla="*/ 4183 h 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46" h="8364">
                  <a:moveTo>
                    <a:pt x="10646" y="4183"/>
                  </a:moveTo>
                  <a:lnTo>
                    <a:pt x="5323" y="8365"/>
                  </a:lnTo>
                  <a:lnTo>
                    <a:pt x="0" y="4183"/>
                  </a:lnTo>
                  <a:lnTo>
                    <a:pt x="5323" y="0"/>
                  </a:lnTo>
                  <a:lnTo>
                    <a:pt x="10646" y="418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06" name="Freeform: Shape 5305">
              <a:extLst>
                <a:ext uri="{FF2B5EF4-FFF2-40B4-BE49-F238E27FC236}">
                  <a16:creationId xmlns:a16="http://schemas.microsoft.com/office/drawing/2014/main" id="{39C6C747-50A4-9849-C6C1-411D0FB3C125}"/>
                </a:ext>
              </a:extLst>
            </p:cNvPr>
            <p:cNvSpPr/>
            <p:nvPr/>
          </p:nvSpPr>
          <p:spPr>
            <a:xfrm>
              <a:off x="11143514" y="5723806"/>
              <a:ext cx="9885" cy="7857"/>
            </a:xfrm>
            <a:custGeom>
              <a:avLst/>
              <a:gdLst>
                <a:gd name="connsiteX0" fmla="*/ 9885 w 9885"/>
                <a:gd name="connsiteY0" fmla="*/ 3929 h 7857"/>
                <a:gd name="connsiteX1" fmla="*/ 4942 w 9885"/>
                <a:gd name="connsiteY1" fmla="*/ 7858 h 7857"/>
                <a:gd name="connsiteX2" fmla="*/ 0 w 9885"/>
                <a:gd name="connsiteY2" fmla="*/ 3929 h 7857"/>
                <a:gd name="connsiteX3" fmla="*/ 4942 w 9885"/>
                <a:gd name="connsiteY3" fmla="*/ 0 h 7857"/>
                <a:gd name="connsiteX4" fmla="*/ 9885 w 9885"/>
                <a:gd name="connsiteY4" fmla="*/ 3929 h 7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85" h="7857">
                  <a:moveTo>
                    <a:pt x="9885" y="3929"/>
                  </a:moveTo>
                  <a:lnTo>
                    <a:pt x="4942" y="7858"/>
                  </a:lnTo>
                  <a:lnTo>
                    <a:pt x="0" y="3929"/>
                  </a:lnTo>
                  <a:lnTo>
                    <a:pt x="4942" y="0"/>
                  </a:lnTo>
                  <a:lnTo>
                    <a:pt x="9885" y="392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07" name="Freeform: Shape 5306">
              <a:extLst>
                <a:ext uri="{FF2B5EF4-FFF2-40B4-BE49-F238E27FC236}">
                  <a16:creationId xmlns:a16="http://schemas.microsoft.com/office/drawing/2014/main" id="{168C10BC-4430-85B3-9A74-11EBC9335FBB}"/>
                </a:ext>
              </a:extLst>
            </p:cNvPr>
            <p:cNvSpPr/>
            <p:nvPr/>
          </p:nvSpPr>
          <p:spPr>
            <a:xfrm>
              <a:off x="11077358" y="5813789"/>
              <a:ext cx="8491" cy="6716"/>
            </a:xfrm>
            <a:custGeom>
              <a:avLst/>
              <a:gdLst>
                <a:gd name="connsiteX0" fmla="*/ 8491 w 8491"/>
                <a:gd name="connsiteY0" fmla="*/ 3422 h 6716"/>
                <a:gd name="connsiteX1" fmla="*/ 4309 w 8491"/>
                <a:gd name="connsiteY1" fmla="*/ 6717 h 6716"/>
                <a:gd name="connsiteX2" fmla="*/ 0 w 8491"/>
                <a:gd name="connsiteY2" fmla="*/ 3422 h 6716"/>
                <a:gd name="connsiteX3" fmla="*/ 4309 w 8491"/>
                <a:gd name="connsiteY3" fmla="*/ 0 h 6716"/>
                <a:gd name="connsiteX4" fmla="*/ 8491 w 8491"/>
                <a:gd name="connsiteY4" fmla="*/ 3422 h 6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91" h="6716">
                  <a:moveTo>
                    <a:pt x="8491" y="3422"/>
                  </a:moveTo>
                  <a:lnTo>
                    <a:pt x="4309" y="6717"/>
                  </a:lnTo>
                  <a:lnTo>
                    <a:pt x="0" y="3422"/>
                  </a:lnTo>
                  <a:lnTo>
                    <a:pt x="4309" y="0"/>
                  </a:lnTo>
                  <a:lnTo>
                    <a:pt x="8491" y="342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08" name="Freeform: Shape 5307">
              <a:extLst>
                <a:ext uri="{FF2B5EF4-FFF2-40B4-BE49-F238E27FC236}">
                  <a16:creationId xmlns:a16="http://schemas.microsoft.com/office/drawing/2014/main" id="{B0911B55-5BD1-6263-62D0-FC12B719F9BA}"/>
                </a:ext>
              </a:extLst>
            </p:cNvPr>
            <p:cNvSpPr/>
            <p:nvPr/>
          </p:nvSpPr>
          <p:spPr>
            <a:xfrm>
              <a:off x="11008033" y="5902124"/>
              <a:ext cx="8364" cy="6590"/>
            </a:xfrm>
            <a:custGeom>
              <a:avLst/>
              <a:gdLst>
                <a:gd name="connsiteX0" fmla="*/ 8364 w 8364"/>
                <a:gd name="connsiteY0" fmla="*/ 3295 h 6590"/>
                <a:gd name="connsiteX1" fmla="*/ 4182 w 8364"/>
                <a:gd name="connsiteY1" fmla="*/ 6590 h 6590"/>
                <a:gd name="connsiteX2" fmla="*/ 0 w 8364"/>
                <a:gd name="connsiteY2" fmla="*/ 3295 h 6590"/>
                <a:gd name="connsiteX3" fmla="*/ 4182 w 8364"/>
                <a:gd name="connsiteY3" fmla="*/ 0 h 6590"/>
                <a:gd name="connsiteX4" fmla="*/ 8364 w 8364"/>
                <a:gd name="connsiteY4" fmla="*/ 3295 h 6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64" h="6590">
                  <a:moveTo>
                    <a:pt x="8364" y="3295"/>
                  </a:moveTo>
                  <a:lnTo>
                    <a:pt x="4182" y="6590"/>
                  </a:lnTo>
                  <a:lnTo>
                    <a:pt x="0" y="3295"/>
                  </a:lnTo>
                  <a:lnTo>
                    <a:pt x="4182" y="0"/>
                  </a:lnTo>
                  <a:lnTo>
                    <a:pt x="8364" y="32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09" name="Freeform: Shape 5308">
              <a:extLst>
                <a:ext uri="{FF2B5EF4-FFF2-40B4-BE49-F238E27FC236}">
                  <a16:creationId xmlns:a16="http://schemas.microsoft.com/office/drawing/2014/main" id="{4A935579-0CEA-73CC-EB8B-697A75C58B00}"/>
                </a:ext>
              </a:extLst>
            </p:cNvPr>
            <p:cNvSpPr/>
            <p:nvPr/>
          </p:nvSpPr>
          <p:spPr>
            <a:xfrm>
              <a:off x="10936681" y="5989444"/>
              <a:ext cx="7224" cy="5829"/>
            </a:xfrm>
            <a:custGeom>
              <a:avLst/>
              <a:gdLst>
                <a:gd name="connsiteX0" fmla="*/ 7224 w 7224"/>
                <a:gd name="connsiteY0" fmla="*/ 2915 h 5829"/>
                <a:gd name="connsiteX1" fmla="*/ 3675 w 7224"/>
                <a:gd name="connsiteY1" fmla="*/ 5830 h 5829"/>
                <a:gd name="connsiteX2" fmla="*/ 0 w 7224"/>
                <a:gd name="connsiteY2" fmla="*/ 2915 h 5829"/>
                <a:gd name="connsiteX3" fmla="*/ 3675 w 7224"/>
                <a:gd name="connsiteY3" fmla="*/ 0 h 5829"/>
                <a:gd name="connsiteX4" fmla="*/ 7224 w 7224"/>
                <a:gd name="connsiteY4" fmla="*/ 2915 h 5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24" h="5829">
                  <a:moveTo>
                    <a:pt x="7224" y="2915"/>
                  </a:moveTo>
                  <a:lnTo>
                    <a:pt x="3675" y="5830"/>
                  </a:lnTo>
                  <a:lnTo>
                    <a:pt x="0" y="2915"/>
                  </a:lnTo>
                  <a:lnTo>
                    <a:pt x="3675" y="0"/>
                  </a:lnTo>
                  <a:lnTo>
                    <a:pt x="7224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10" name="Freeform: Shape 5309">
              <a:extLst>
                <a:ext uri="{FF2B5EF4-FFF2-40B4-BE49-F238E27FC236}">
                  <a16:creationId xmlns:a16="http://schemas.microsoft.com/office/drawing/2014/main" id="{F4CE512F-ACC9-57B6-7E5F-8B5BD337CFB3}"/>
                </a:ext>
              </a:extLst>
            </p:cNvPr>
            <p:cNvSpPr/>
            <p:nvPr/>
          </p:nvSpPr>
          <p:spPr>
            <a:xfrm>
              <a:off x="10862667" y="6075371"/>
              <a:ext cx="6463" cy="5196"/>
            </a:xfrm>
            <a:custGeom>
              <a:avLst/>
              <a:gdLst>
                <a:gd name="connsiteX0" fmla="*/ 6464 w 6463"/>
                <a:gd name="connsiteY0" fmla="*/ 2661 h 5196"/>
                <a:gd name="connsiteX1" fmla="*/ 3295 w 6463"/>
                <a:gd name="connsiteY1" fmla="*/ 5196 h 5196"/>
                <a:gd name="connsiteX2" fmla="*/ 0 w 6463"/>
                <a:gd name="connsiteY2" fmla="*/ 2661 h 5196"/>
                <a:gd name="connsiteX3" fmla="*/ 3295 w 6463"/>
                <a:gd name="connsiteY3" fmla="*/ 0 h 5196"/>
                <a:gd name="connsiteX4" fmla="*/ 6464 w 6463"/>
                <a:gd name="connsiteY4" fmla="*/ 2661 h 5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196">
                  <a:moveTo>
                    <a:pt x="6464" y="2661"/>
                  </a:moveTo>
                  <a:lnTo>
                    <a:pt x="3295" y="5196"/>
                  </a:lnTo>
                  <a:lnTo>
                    <a:pt x="0" y="2661"/>
                  </a:lnTo>
                  <a:lnTo>
                    <a:pt x="3295" y="0"/>
                  </a:lnTo>
                  <a:lnTo>
                    <a:pt x="6464" y="266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11" name="Freeform: Shape 5310">
              <a:extLst>
                <a:ext uri="{FF2B5EF4-FFF2-40B4-BE49-F238E27FC236}">
                  <a16:creationId xmlns:a16="http://schemas.microsoft.com/office/drawing/2014/main" id="{2930AB5A-8BD5-42C7-AB47-9F7CAF0AC7A9}"/>
                </a:ext>
              </a:extLst>
            </p:cNvPr>
            <p:cNvSpPr/>
            <p:nvPr/>
          </p:nvSpPr>
          <p:spPr>
            <a:xfrm>
              <a:off x="10786372" y="6160158"/>
              <a:ext cx="5322" cy="4182"/>
            </a:xfrm>
            <a:custGeom>
              <a:avLst/>
              <a:gdLst>
                <a:gd name="connsiteX0" fmla="*/ 5323 w 5322"/>
                <a:gd name="connsiteY0" fmla="*/ 2155 h 4182"/>
                <a:gd name="connsiteX1" fmla="*/ 2661 w 5322"/>
                <a:gd name="connsiteY1" fmla="*/ 4182 h 4182"/>
                <a:gd name="connsiteX2" fmla="*/ 0 w 5322"/>
                <a:gd name="connsiteY2" fmla="*/ 2155 h 4182"/>
                <a:gd name="connsiteX3" fmla="*/ 2661 w 5322"/>
                <a:gd name="connsiteY3" fmla="*/ 0 h 4182"/>
                <a:gd name="connsiteX4" fmla="*/ 5323 w 5322"/>
                <a:gd name="connsiteY4" fmla="*/ 2155 h 4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22" h="4182">
                  <a:moveTo>
                    <a:pt x="5323" y="2155"/>
                  </a:moveTo>
                  <a:lnTo>
                    <a:pt x="2661" y="4182"/>
                  </a:lnTo>
                  <a:lnTo>
                    <a:pt x="0" y="2155"/>
                  </a:lnTo>
                  <a:lnTo>
                    <a:pt x="2661" y="0"/>
                  </a:lnTo>
                  <a:lnTo>
                    <a:pt x="5323" y="215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12" name="Freeform: Shape 5311">
              <a:extLst>
                <a:ext uri="{FF2B5EF4-FFF2-40B4-BE49-F238E27FC236}">
                  <a16:creationId xmlns:a16="http://schemas.microsoft.com/office/drawing/2014/main" id="{69B42F47-8FFB-5A09-2CD9-1F399B0E1BD6}"/>
                </a:ext>
              </a:extLst>
            </p:cNvPr>
            <p:cNvSpPr/>
            <p:nvPr/>
          </p:nvSpPr>
          <p:spPr>
            <a:xfrm>
              <a:off x="10707796" y="6243550"/>
              <a:ext cx="4181" cy="3168"/>
            </a:xfrm>
            <a:custGeom>
              <a:avLst/>
              <a:gdLst>
                <a:gd name="connsiteX0" fmla="*/ 4182 w 4181"/>
                <a:gd name="connsiteY0" fmla="*/ 1648 h 3168"/>
                <a:gd name="connsiteX1" fmla="*/ 2027 w 4181"/>
                <a:gd name="connsiteY1" fmla="*/ 3168 h 3168"/>
                <a:gd name="connsiteX2" fmla="*/ 0 w 4181"/>
                <a:gd name="connsiteY2" fmla="*/ 1648 h 3168"/>
                <a:gd name="connsiteX3" fmla="*/ 2027 w 4181"/>
                <a:gd name="connsiteY3" fmla="*/ 0 h 3168"/>
                <a:gd name="connsiteX4" fmla="*/ 4182 w 4181"/>
                <a:gd name="connsiteY4" fmla="*/ 1648 h 3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1" h="3168">
                  <a:moveTo>
                    <a:pt x="4182" y="1648"/>
                  </a:moveTo>
                  <a:lnTo>
                    <a:pt x="2027" y="3168"/>
                  </a:lnTo>
                  <a:lnTo>
                    <a:pt x="0" y="1648"/>
                  </a:lnTo>
                  <a:lnTo>
                    <a:pt x="2027" y="0"/>
                  </a:lnTo>
                  <a:lnTo>
                    <a:pt x="4182" y="164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13" name="Freeform: Shape 5312">
              <a:extLst>
                <a:ext uri="{FF2B5EF4-FFF2-40B4-BE49-F238E27FC236}">
                  <a16:creationId xmlns:a16="http://schemas.microsoft.com/office/drawing/2014/main" id="{E8FDD970-D643-8649-B4F7-94633A32CCEE}"/>
                </a:ext>
              </a:extLst>
            </p:cNvPr>
            <p:cNvSpPr/>
            <p:nvPr/>
          </p:nvSpPr>
          <p:spPr>
            <a:xfrm>
              <a:off x="10626558" y="6325168"/>
              <a:ext cx="3548" cy="2788"/>
            </a:xfrm>
            <a:custGeom>
              <a:avLst/>
              <a:gdLst>
                <a:gd name="connsiteX0" fmla="*/ 3549 w 3548"/>
                <a:gd name="connsiteY0" fmla="*/ 1394 h 2788"/>
                <a:gd name="connsiteX1" fmla="*/ 1774 w 3548"/>
                <a:gd name="connsiteY1" fmla="*/ 2788 h 2788"/>
                <a:gd name="connsiteX2" fmla="*/ 0 w 3548"/>
                <a:gd name="connsiteY2" fmla="*/ 1394 h 2788"/>
                <a:gd name="connsiteX3" fmla="*/ 1774 w 3548"/>
                <a:gd name="connsiteY3" fmla="*/ 0 h 2788"/>
                <a:gd name="connsiteX4" fmla="*/ 3549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9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9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14" name="Freeform: Shape 5313">
              <a:extLst>
                <a:ext uri="{FF2B5EF4-FFF2-40B4-BE49-F238E27FC236}">
                  <a16:creationId xmlns:a16="http://schemas.microsoft.com/office/drawing/2014/main" id="{C08C9CF4-CFE8-2128-9EB9-177E82E12712}"/>
                </a:ext>
              </a:extLst>
            </p:cNvPr>
            <p:cNvSpPr/>
            <p:nvPr/>
          </p:nvSpPr>
          <p:spPr>
            <a:xfrm>
              <a:off x="10543166" y="6405518"/>
              <a:ext cx="2408" cy="1901"/>
            </a:xfrm>
            <a:custGeom>
              <a:avLst/>
              <a:gdLst>
                <a:gd name="connsiteX0" fmla="*/ 2408 w 2408"/>
                <a:gd name="connsiteY0" fmla="*/ 1014 h 1901"/>
                <a:gd name="connsiteX1" fmla="*/ 1267 w 2408"/>
                <a:gd name="connsiteY1" fmla="*/ 1901 h 1901"/>
                <a:gd name="connsiteX2" fmla="*/ 0 w 2408"/>
                <a:gd name="connsiteY2" fmla="*/ 1014 h 1901"/>
                <a:gd name="connsiteX3" fmla="*/ 1267 w 2408"/>
                <a:gd name="connsiteY3" fmla="*/ 0 h 1901"/>
                <a:gd name="connsiteX4" fmla="*/ 2408 w 2408"/>
                <a:gd name="connsiteY4" fmla="*/ 1014 h 1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8" h="1901">
                  <a:moveTo>
                    <a:pt x="2408" y="1014"/>
                  </a:moveTo>
                  <a:lnTo>
                    <a:pt x="1267" y="1901"/>
                  </a:lnTo>
                  <a:lnTo>
                    <a:pt x="0" y="1014"/>
                  </a:lnTo>
                  <a:lnTo>
                    <a:pt x="1267" y="0"/>
                  </a:lnTo>
                  <a:lnTo>
                    <a:pt x="2408" y="101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15" name="Freeform: Shape 5314">
              <a:extLst>
                <a:ext uri="{FF2B5EF4-FFF2-40B4-BE49-F238E27FC236}">
                  <a16:creationId xmlns:a16="http://schemas.microsoft.com/office/drawing/2014/main" id="{5775E39E-B69A-8FCF-6CAA-3D03E938CE5C}"/>
                </a:ext>
              </a:extLst>
            </p:cNvPr>
            <p:cNvSpPr/>
            <p:nvPr/>
          </p:nvSpPr>
          <p:spPr>
            <a:xfrm>
              <a:off x="10457365" y="6484222"/>
              <a:ext cx="1647" cy="1393"/>
            </a:xfrm>
            <a:custGeom>
              <a:avLst/>
              <a:gdLst>
                <a:gd name="connsiteX0" fmla="*/ 1648 w 1647"/>
                <a:gd name="connsiteY0" fmla="*/ 634 h 1393"/>
                <a:gd name="connsiteX1" fmla="*/ 887 w 1647"/>
                <a:gd name="connsiteY1" fmla="*/ 1394 h 1393"/>
                <a:gd name="connsiteX2" fmla="*/ 0 w 1647"/>
                <a:gd name="connsiteY2" fmla="*/ 634 h 1393"/>
                <a:gd name="connsiteX3" fmla="*/ 887 w 1647"/>
                <a:gd name="connsiteY3" fmla="*/ 0 h 1393"/>
                <a:gd name="connsiteX4" fmla="*/ 1648 w 1647"/>
                <a:gd name="connsiteY4" fmla="*/ 634 h 1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7" h="1393">
                  <a:moveTo>
                    <a:pt x="1648" y="634"/>
                  </a:moveTo>
                  <a:lnTo>
                    <a:pt x="887" y="1394"/>
                  </a:lnTo>
                  <a:lnTo>
                    <a:pt x="0" y="634"/>
                  </a:lnTo>
                  <a:lnTo>
                    <a:pt x="887" y="0"/>
                  </a:lnTo>
                  <a:lnTo>
                    <a:pt x="1648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16" name="Freeform: Shape 5315">
              <a:extLst>
                <a:ext uri="{FF2B5EF4-FFF2-40B4-BE49-F238E27FC236}">
                  <a16:creationId xmlns:a16="http://schemas.microsoft.com/office/drawing/2014/main" id="{F73D4EEA-A4F4-19EA-C35B-695BD9E8FD2C}"/>
                </a:ext>
              </a:extLst>
            </p:cNvPr>
            <p:cNvSpPr/>
            <p:nvPr/>
          </p:nvSpPr>
          <p:spPr>
            <a:xfrm>
              <a:off x="10369157" y="6561151"/>
              <a:ext cx="1394" cy="1140"/>
            </a:xfrm>
            <a:custGeom>
              <a:avLst/>
              <a:gdLst>
                <a:gd name="connsiteX0" fmla="*/ 1395 w 1394"/>
                <a:gd name="connsiteY0" fmla="*/ 507 h 1140"/>
                <a:gd name="connsiteX1" fmla="*/ 760 w 1394"/>
                <a:gd name="connsiteY1" fmla="*/ 1140 h 1140"/>
                <a:gd name="connsiteX2" fmla="*/ 0 w 1394"/>
                <a:gd name="connsiteY2" fmla="*/ 507 h 1140"/>
                <a:gd name="connsiteX3" fmla="*/ 760 w 1394"/>
                <a:gd name="connsiteY3" fmla="*/ 0 h 1140"/>
                <a:gd name="connsiteX4" fmla="*/ 1395 w 1394"/>
                <a:gd name="connsiteY4" fmla="*/ 507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" h="1140">
                  <a:moveTo>
                    <a:pt x="1395" y="507"/>
                  </a:moveTo>
                  <a:lnTo>
                    <a:pt x="760" y="1140"/>
                  </a:lnTo>
                  <a:lnTo>
                    <a:pt x="0" y="507"/>
                  </a:lnTo>
                  <a:lnTo>
                    <a:pt x="760" y="0"/>
                  </a:lnTo>
                  <a:lnTo>
                    <a:pt x="1395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17" name="Freeform: Shape 5316">
              <a:extLst>
                <a:ext uri="{FF2B5EF4-FFF2-40B4-BE49-F238E27FC236}">
                  <a16:creationId xmlns:a16="http://schemas.microsoft.com/office/drawing/2014/main" id="{AC47AED5-99DF-F786-4BC9-34E61EF94AFE}"/>
                </a:ext>
              </a:extLst>
            </p:cNvPr>
            <p:cNvSpPr/>
            <p:nvPr/>
          </p:nvSpPr>
          <p:spPr>
            <a:xfrm>
              <a:off x="10279048" y="6636685"/>
              <a:ext cx="380" cy="380"/>
            </a:xfrm>
            <a:custGeom>
              <a:avLst/>
              <a:gdLst>
                <a:gd name="connsiteX0" fmla="*/ 381 w 380"/>
                <a:gd name="connsiteY0" fmla="*/ 254 h 380"/>
                <a:gd name="connsiteX1" fmla="*/ 254 w 380"/>
                <a:gd name="connsiteY1" fmla="*/ 381 h 380"/>
                <a:gd name="connsiteX2" fmla="*/ 0 w 380"/>
                <a:gd name="connsiteY2" fmla="*/ 254 h 380"/>
                <a:gd name="connsiteX3" fmla="*/ 254 w 380"/>
                <a:gd name="connsiteY3" fmla="*/ 0 h 380"/>
                <a:gd name="connsiteX4" fmla="*/ 381 w 380"/>
                <a:gd name="connsiteY4" fmla="*/ 254 h 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" h="380">
                  <a:moveTo>
                    <a:pt x="381" y="254"/>
                  </a:moveTo>
                  <a:lnTo>
                    <a:pt x="254" y="381"/>
                  </a:lnTo>
                  <a:lnTo>
                    <a:pt x="0" y="254"/>
                  </a:lnTo>
                  <a:lnTo>
                    <a:pt x="254" y="0"/>
                  </a:lnTo>
                  <a:lnTo>
                    <a:pt x="381" y="2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18" name="Freeform: Shape 5317">
              <a:extLst>
                <a:ext uri="{FF2B5EF4-FFF2-40B4-BE49-F238E27FC236}">
                  <a16:creationId xmlns:a16="http://schemas.microsoft.com/office/drawing/2014/main" id="{B3DE6A9E-2CB1-4FB0-898A-481B9CF9531D}"/>
                </a:ext>
              </a:extLst>
            </p:cNvPr>
            <p:cNvSpPr/>
            <p:nvPr/>
          </p:nvSpPr>
          <p:spPr>
            <a:xfrm>
              <a:off x="10186277" y="6710192"/>
              <a:ext cx="633" cy="379"/>
            </a:xfrm>
            <a:custGeom>
              <a:avLst/>
              <a:gdLst>
                <a:gd name="connsiteX0" fmla="*/ 634 w 633"/>
                <a:gd name="connsiteY0" fmla="*/ 253 h 379"/>
                <a:gd name="connsiteX1" fmla="*/ 254 w 633"/>
                <a:gd name="connsiteY1" fmla="*/ 380 h 379"/>
                <a:gd name="connsiteX2" fmla="*/ 0 w 633"/>
                <a:gd name="connsiteY2" fmla="*/ 253 h 379"/>
                <a:gd name="connsiteX3" fmla="*/ 254 w 633"/>
                <a:gd name="connsiteY3" fmla="*/ 0 h 379"/>
                <a:gd name="connsiteX4" fmla="*/ 634 w 633"/>
                <a:gd name="connsiteY4" fmla="*/ 253 h 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" h="379">
                  <a:moveTo>
                    <a:pt x="634" y="253"/>
                  </a:moveTo>
                  <a:lnTo>
                    <a:pt x="254" y="380"/>
                  </a:lnTo>
                  <a:lnTo>
                    <a:pt x="0" y="253"/>
                  </a:lnTo>
                  <a:lnTo>
                    <a:pt x="254" y="0"/>
                  </a:lnTo>
                  <a:lnTo>
                    <a:pt x="634" y="25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19" name="Freeform: Shape 5318">
              <a:extLst>
                <a:ext uri="{FF2B5EF4-FFF2-40B4-BE49-F238E27FC236}">
                  <a16:creationId xmlns:a16="http://schemas.microsoft.com/office/drawing/2014/main" id="{BBE3DCD5-CDA5-D5BD-E58E-CE79584AE3F4}"/>
                </a:ext>
              </a:extLst>
            </p:cNvPr>
            <p:cNvSpPr/>
            <p:nvPr/>
          </p:nvSpPr>
          <p:spPr>
            <a:xfrm>
              <a:off x="10091098" y="6781671"/>
              <a:ext cx="1394" cy="1140"/>
            </a:xfrm>
            <a:custGeom>
              <a:avLst/>
              <a:gdLst>
                <a:gd name="connsiteX0" fmla="*/ 1395 w 1394"/>
                <a:gd name="connsiteY0" fmla="*/ 634 h 1140"/>
                <a:gd name="connsiteX1" fmla="*/ 634 w 1394"/>
                <a:gd name="connsiteY1" fmla="*/ 1141 h 1140"/>
                <a:gd name="connsiteX2" fmla="*/ 0 w 1394"/>
                <a:gd name="connsiteY2" fmla="*/ 634 h 1140"/>
                <a:gd name="connsiteX3" fmla="*/ 634 w 1394"/>
                <a:gd name="connsiteY3" fmla="*/ 0 h 1140"/>
                <a:gd name="connsiteX4" fmla="*/ 1395 w 1394"/>
                <a:gd name="connsiteY4" fmla="*/ 634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" h="1140">
                  <a:moveTo>
                    <a:pt x="1395" y="634"/>
                  </a:moveTo>
                  <a:lnTo>
                    <a:pt x="634" y="1141"/>
                  </a:lnTo>
                  <a:lnTo>
                    <a:pt x="0" y="634"/>
                  </a:lnTo>
                  <a:lnTo>
                    <a:pt x="634" y="0"/>
                  </a:lnTo>
                  <a:lnTo>
                    <a:pt x="1395" y="6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20" name="Freeform: Shape 5319">
              <a:extLst>
                <a:ext uri="{FF2B5EF4-FFF2-40B4-BE49-F238E27FC236}">
                  <a16:creationId xmlns:a16="http://schemas.microsoft.com/office/drawing/2014/main" id="{FD9A10CD-BE85-B152-68F4-01AF5F17E50D}"/>
                </a:ext>
              </a:extLst>
            </p:cNvPr>
            <p:cNvSpPr/>
            <p:nvPr/>
          </p:nvSpPr>
          <p:spPr>
            <a:xfrm>
              <a:off x="2206220" y="6763801"/>
              <a:ext cx="46638" cy="37006"/>
            </a:xfrm>
            <a:custGeom>
              <a:avLst/>
              <a:gdLst>
                <a:gd name="connsiteX0" fmla="*/ 46639 w 46638"/>
                <a:gd name="connsiteY0" fmla="*/ 18504 h 37006"/>
                <a:gd name="connsiteX1" fmla="*/ 23319 w 46638"/>
                <a:gd name="connsiteY1" fmla="*/ 37007 h 37006"/>
                <a:gd name="connsiteX2" fmla="*/ 0 w 46638"/>
                <a:gd name="connsiteY2" fmla="*/ 18504 h 37006"/>
                <a:gd name="connsiteX3" fmla="*/ 23319 w 46638"/>
                <a:gd name="connsiteY3" fmla="*/ 0 h 37006"/>
                <a:gd name="connsiteX4" fmla="*/ 46639 w 46638"/>
                <a:gd name="connsiteY4" fmla="*/ 18504 h 37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37006">
                  <a:moveTo>
                    <a:pt x="46639" y="18504"/>
                  </a:moveTo>
                  <a:cubicBezTo>
                    <a:pt x="46639" y="28769"/>
                    <a:pt x="36120" y="37007"/>
                    <a:pt x="23319" y="37007"/>
                  </a:cubicBezTo>
                  <a:cubicBezTo>
                    <a:pt x="10519" y="37007"/>
                    <a:pt x="0" y="28642"/>
                    <a:pt x="0" y="18504"/>
                  </a:cubicBezTo>
                  <a:cubicBezTo>
                    <a:pt x="0" y="8364"/>
                    <a:pt x="10519" y="0"/>
                    <a:pt x="23319" y="0"/>
                  </a:cubicBezTo>
                  <a:cubicBezTo>
                    <a:pt x="36120" y="0"/>
                    <a:pt x="46639" y="8364"/>
                    <a:pt x="46639" y="1850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21" name="Freeform: Shape 5320">
              <a:extLst>
                <a:ext uri="{FF2B5EF4-FFF2-40B4-BE49-F238E27FC236}">
                  <a16:creationId xmlns:a16="http://schemas.microsoft.com/office/drawing/2014/main" id="{9FCED2D5-1729-9630-8078-D6A95D9C0593}"/>
                </a:ext>
              </a:extLst>
            </p:cNvPr>
            <p:cNvSpPr/>
            <p:nvPr/>
          </p:nvSpPr>
          <p:spPr>
            <a:xfrm>
              <a:off x="2110915" y="6691688"/>
              <a:ext cx="47399" cy="37514"/>
            </a:xfrm>
            <a:custGeom>
              <a:avLst/>
              <a:gdLst>
                <a:gd name="connsiteX0" fmla="*/ 47399 w 47399"/>
                <a:gd name="connsiteY0" fmla="*/ 18757 h 37514"/>
                <a:gd name="connsiteX1" fmla="*/ 23700 w 47399"/>
                <a:gd name="connsiteY1" fmla="*/ 37514 h 37514"/>
                <a:gd name="connsiteX2" fmla="*/ 0 w 47399"/>
                <a:gd name="connsiteY2" fmla="*/ 18757 h 37514"/>
                <a:gd name="connsiteX3" fmla="*/ 23700 w 47399"/>
                <a:gd name="connsiteY3" fmla="*/ 0 h 37514"/>
                <a:gd name="connsiteX4" fmla="*/ 47399 w 47399"/>
                <a:gd name="connsiteY4" fmla="*/ 18757 h 37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399" h="37514">
                  <a:moveTo>
                    <a:pt x="47399" y="18757"/>
                  </a:moveTo>
                  <a:cubicBezTo>
                    <a:pt x="47399" y="29149"/>
                    <a:pt x="36754" y="37514"/>
                    <a:pt x="23700" y="37514"/>
                  </a:cubicBezTo>
                  <a:cubicBezTo>
                    <a:pt x="10646" y="37514"/>
                    <a:pt x="0" y="29149"/>
                    <a:pt x="0" y="18757"/>
                  </a:cubicBezTo>
                  <a:cubicBezTo>
                    <a:pt x="0" y="8364"/>
                    <a:pt x="10646" y="0"/>
                    <a:pt x="23700" y="0"/>
                  </a:cubicBezTo>
                  <a:cubicBezTo>
                    <a:pt x="36754" y="0"/>
                    <a:pt x="47399" y="8364"/>
                    <a:pt x="47399" y="1875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22" name="Freeform: Shape 5321">
              <a:extLst>
                <a:ext uri="{FF2B5EF4-FFF2-40B4-BE49-F238E27FC236}">
                  <a16:creationId xmlns:a16="http://schemas.microsoft.com/office/drawing/2014/main" id="{2BEE2EC1-BB02-D874-805E-AF08B8FCAB7A}"/>
                </a:ext>
              </a:extLst>
            </p:cNvPr>
            <p:cNvSpPr/>
            <p:nvPr/>
          </p:nvSpPr>
          <p:spPr>
            <a:xfrm>
              <a:off x="2018271" y="6618182"/>
              <a:ext cx="47399" cy="37513"/>
            </a:xfrm>
            <a:custGeom>
              <a:avLst/>
              <a:gdLst>
                <a:gd name="connsiteX0" fmla="*/ 47399 w 47399"/>
                <a:gd name="connsiteY0" fmla="*/ 18757 h 37513"/>
                <a:gd name="connsiteX1" fmla="*/ 23700 w 47399"/>
                <a:gd name="connsiteY1" fmla="*/ 37513 h 37513"/>
                <a:gd name="connsiteX2" fmla="*/ 0 w 47399"/>
                <a:gd name="connsiteY2" fmla="*/ 18757 h 37513"/>
                <a:gd name="connsiteX3" fmla="*/ 23700 w 47399"/>
                <a:gd name="connsiteY3" fmla="*/ 0 h 37513"/>
                <a:gd name="connsiteX4" fmla="*/ 47399 w 47399"/>
                <a:gd name="connsiteY4" fmla="*/ 18757 h 37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399" h="37513">
                  <a:moveTo>
                    <a:pt x="47399" y="18757"/>
                  </a:moveTo>
                  <a:cubicBezTo>
                    <a:pt x="47399" y="29149"/>
                    <a:pt x="36753" y="37513"/>
                    <a:pt x="23700" y="37513"/>
                  </a:cubicBezTo>
                  <a:cubicBezTo>
                    <a:pt x="10646" y="37513"/>
                    <a:pt x="0" y="29149"/>
                    <a:pt x="0" y="18757"/>
                  </a:cubicBezTo>
                  <a:cubicBezTo>
                    <a:pt x="0" y="8364"/>
                    <a:pt x="10646" y="0"/>
                    <a:pt x="23700" y="0"/>
                  </a:cubicBezTo>
                  <a:cubicBezTo>
                    <a:pt x="36753" y="0"/>
                    <a:pt x="47399" y="8364"/>
                    <a:pt x="47399" y="1875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23" name="Freeform: Shape 5322">
              <a:extLst>
                <a:ext uri="{FF2B5EF4-FFF2-40B4-BE49-F238E27FC236}">
                  <a16:creationId xmlns:a16="http://schemas.microsoft.com/office/drawing/2014/main" id="{0FD61A5C-29AF-B036-5726-A2C0EE8DFD66}"/>
                </a:ext>
              </a:extLst>
            </p:cNvPr>
            <p:cNvSpPr/>
            <p:nvPr/>
          </p:nvSpPr>
          <p:spPr>
            <a:xfrm>
              <a:off x="1927655" y="6542900"/>
              <a:ext cx="47399" cy="37513"/>
            </a:xfrm>
            <a:custGeom>
              <a:avLst/>
              <a:gdLst>
                <a:gd name="connsiteX0" fmla="*/ 47399 w 47399"/>
                <a:gd name="connsiteY0" fmla="*/ 18757 h 37513"/>
                <a:gd name="connsiteX1" fmla="*/ 23700 w 47399"/>
                <a:gd name="connsiteY1" fmla="*/ 37513 h 37513"/>
                <a:gd name="connsiteX2" fmla="*/ 0 w 47399"/>
                <a:gd name="connsiteY2" fmla="*/ 18757 h 37513"/>
                <a:gd name="connsiteX3" fmla="*/ 23700 w 47399"/>
                <a:gd name="connsiteY3" fmla="*/ 0 h 37513"/>
                <a:gd name="connsiteX4" fmla="*/ 47399 w 47399"/>
                <a:gd name="connsiteY4" fmla="*/ 18757 h 37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399" h="37513">
                  <a:moveTo>
                    <a:pt x="47399" y="18757"/>
                  </a:moveTo>
                  <a:cubicBezTo>
                    <a:pt x="47399" y="29149"/>
                    <a:pt x="36753" y="37513"/>
                    <a:pt x="23700" y="37513"/>
                  </a:cubicBezTo>
                  <a:cubicBezTo>
                    <a:pt x="10646" y="37513"/>
                    <a:pt x="0" y="29149"/>
                    <a:pt x="0" y="18757"/>
                  </a:cubicBezTo>
                  <a:cubicBezTo>
                    <a:pt x="0" y="8364"/>
                    <a:pt x="10646" y="0"/>
                    <a:pt x="23700" y="0"/>
                  </a:cubicBezTo>
                  <a:cubicBezTo>
                    <a:pt x="36753" y="0"/>
                    <a:pt x="47399" y="8364"/>
                    <a:pt x="47399" y="1875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24" name="Freeform: Shape 5323">
              <a:extLst>
                <a:ext uri="{FF2B5EF4-FFF2-40B4-BE49-F238E27FC236}">
                  <a16:creationId xmlns:a16="http://schemas.microsoft.com/office/drawing/2014/main" id="{82159FF4-44FC-6037-A39A-520297B98B49}"/>
                </a:ext>
              </a:extLst>
            </p:cNvPr>
            <p:cNvSpPr/>
            <p:nvPr/>
          </p:nvSpPr>
          <p:spPr>
            <a:xfrm>
              <a:off x="1839700" y="6466352"/>
              <a:ext cx="46638" cy="37007"/>
            </a:xfrm>
            <a:custGeom>
              <a:avLst/>
              <a:gdLst>
                <a:gd name="connsiteX0" fmla="*/ 46639 w 46638"/>
                <a:gd name="connsiteY0" fmla="*/ 18503 h 37007"/>
                <a:gd name="connsiteX1" fmla="*/ 23319 w 46638"/>
                <a:gd name="connsiteY1" fmla="*/ 37007 h 37007"/>
                <a:gd name="connsiteX2" fmla="*/ 0 w 46638"/>
                <a:gd name="connsiteY2" fmla="*/ 18503 h 37007"/>
                <a:gd name="connsiteX3" fmla="*/ 23319 w 46638"/>
                <a:gd name="connsiteY3" fmla="*/ 0 h 37007"/>
                <a:gd name="connsiteX4" fmla="*/ 46639 w 46638"/>
                <a:gd name="connsiteY4" fmla="*/ 18503 h 37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37007">
                  <a:moveTo>
                    <a:pt x="46639" y="18503"/>
                  </a:moveTo>
                  <a:cubicBezTo>
                    <a:pt x="46639" y="28769"/>
                    <a:pt x="36120" y="37007"/>
                    <a:pt x="23319" y="37007"/>
                  </a:cubicBezTo>
                  <a:cubicBezTo>
                    <a:pt x="10519" y="37007"/>
                    <a:pt x="0" y="28642"/>
                    <a:pt x="0" y="18503"/>
                  </a:cubicBezTo>
                  <a:cubicBezTo>
                    <a:pt x="0" y="8365"/>
                    <a:pt x="10519" y="0"/>
                    <a:pt x="23319" y="0"/>
                  </a:cubicBezTo>
                  <a:cubicBezTo>
                    <a:pt x="36120" y="0"/>
                    <a:pt x="46639" y="8365"/>
                    <a:pt x="46639" y="1850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25" name="Freeform: Shape 5324">
              <a:extLst>
                <a:ext uri="{FF2B5EF4-FFF2-40B4-BE49-F238E27FC236}">
                  <a16:creationId xmlns:a16="http://schemas.microsoft.com/office/drawing/2014/main" id="{F33FA19B-51D2-137B-5A5C-9CF3C1D4A3AA}"/>
                </a:ext>
              </a:extLst>
            </p:cNvPr>
            <p:cNvSpPr/>
            <p:nvPr/>
          </p:nvSpPr>
          <p:spPr>
            <a:xfrm>
              <a:off x="1753012" y="6387775"/>
              <a:ext cx="47399" cy="37514"/>
            </a:xfrm>
            <a:custGeom>
              <a:avLst/>
              <a:gdLst>
                <a:gd name="connsiteX0" fmla="*/ 47399 w 47399"/>
                <a:gd name="connsiteY0" fmla="*/ 18757 h 37514"/>
                <a:gd name="connsiteX1" fmla="*/ 23700 w 47399"/>
                <a:gd name="connsiteY1" fmla="*/ 37514 h 37514"/>
                <a:gd name="connsiteX2" fmla="*/ 0 w 47399"/>
                <a:gd name="connsiteY2" fmla="*/ 18757 h 37514"/>
                <a:gd name="connsiteX3" fmla="*/ 23700 w 47399"/>
                <a:gd name="connsiteY3" fmla="*/ 0 h 37514"/>
                <a:gd name="connsiteX4" fmla="*/ 47399 w 47399"/>
                <a:gd name="connsiteY4" fmla="*/ 18757 h 37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399" h="37514">
                  <a:moveTo>
                    <a:pt x="47399" y="18757"/>
                  </a:moveTo>
                  <a:cubicBezTo>
                    <a:pt x="47399" y="29150"/>
                    <a:pt x="36753" y="37514"/>
                    <a:pt x="23700" y="37514"/>
                  </a:cubicBezTo>
                  <a:cubicBezTo>
                    <a:pt x="10646" y="37514"/>
                    <a:pt x="0" y="29150"/>
                    <a:pt x="0" y="18757"/>
                  </a:cubicBezTo>
                  <a:cubicBezTo>
                    <a:pt x="0" y="8365"/>
                    <a:pt x="10646" y="0"/>
                    <a:pt x="23700" y="0"/>
                  </a:cubicBezTo>
                  <a:cubicBezTo>
                    <a:pt x="36753" y="0"/>
                    <a:pt x="47399" y="8491"/>
                    <a:pt x="47399" y="1875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26" name="Freeform: Shape 5325">
              <a:extLst>
                <a:ext uri="{FF2B5EF4-FFF2-40B4-BE49-F238E27FC236}">
                  <a16:creationId xmlns:a16="http://schemas.microsoft.com/office/drawing/2014/main" id="{34CA0228-8E59-2B68-10EC-C1ECAED6D6FD}"/>
                </a:ext>
              </a:extLst>
            </p:cNvPr>
            <p:cNvSpPr/>
            <p:nvPr/>
          </p:nvSpPr>
          <p:spPr>
            <a:xfrm>
              <a:off x="1669113" y="6307805"/>
              <a:ext cx="47399" cy="37513"/>
            </a:xfrm>
            <a:custGeom>
              <a:avLst/>
              <a:gdLst>
                <a:gd name="connsiteX0" fmla="*/ 47399 w 47399"/>
                <a:gd name="connsiteY0" fmla="*/ 18757 h 37513"/>
                <a:gd name="connsiteX1" fmla="*/ 23700 w 47399"/>
                <a:gd name="connsiteY1" fmla="*/ 37514 h 37513"/>
                <a:gd name="connsiteX2" fmla="*/ 0 w 47399"/>
                <a:gd name="connsiteY2" fmla="*/ 18757 h 37513"/>
                <a:gd name="connsiteX3" fmla="*/ 23700 w 47399"/>
                <a:gd name="connsiteY3" fmla="*/ 0 h 37513"/>
                <a:gd name="connsiteX4" fmla="*/ 47399 w 47399"/>
                <a:gd name="connsiteY4" fmla="*/ 18757 h 37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399" h="37513">
                  <a:moveTo>
                    <a:pt x="47399" y="18757"/>
                  </a:moveTo>
                  <a:cubicBezTo>
                    <a:pt x="47399" y="29150"/>
                    <a:pt x="36754" y="37514"/>
                    <a:pt x="23700" y="37514"/>
                  </a:cubicBezTo>
                  <a:cubicBezTo>
                    <a:pt x="10646" y="37514"/>
                    <a:pt x="0" y="29023"/>
                    <a:pt x="0" y="18757"/>
                  </a:cubicBezTo>
                  <a:cubicBezTo>
                    <a:pt x="0" y="8491"/>
                    <a:pt x="10646" y="0"/>
                    <a:pt x="23700" y="0"/>
                  </a:cubicBezTo>
                  <a:cubicBezTo>
                    <a:pt x="36754" y="0"/>
                    <a:pt x="47399" y="8365"/>
                    <a:pt x="47399" y="1875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27" name="Freeform: Shape 5326">
              <a:extLst>
                <a:ext uri="{FF2B5EF4-FFF2-40B4-BE49-F238E27FC236}">
                  <a16:creationId xmlns:a16="http://schemas.microsoft.com/office/drawing/2014/main" id="{54C5B427-B328-71C8-2C35-8E0CEB416D34}"/>
                </a:ext>
              </a:extLst>
            </p:cNvPr>
            <p:cNvSpPr/>
            <p:nvPr/>
          </p:nvSpPr>
          <p:spPr>
            <a:xfrm>
              <a:off x="1588002" y="6226694"/>
              <a:ext cx="46638" cy="37007"/>
            </a:xfrm>
            <a:custGeom>
              <a:avLst/>
              <a:gdLst>
                <a:gd name="connsiteX0" fmla="*/ 46639 w 46638"/>
                <a:gd name="connsiteY0" fmla="*/ 18503 h 37007"/>
                <a:gd name="connsiteX1" fmla="*/ 23319 w 46638"/>
                <a:gd name="connsiteY1" fmla="*/ 37007 h 37007"/>
                <a:gd name="connsiteX2" fmla="*/ 0 w 46638"/>
                <a:gd name="connsiteY2" fmla="*/ 18503 h 37007"/>
                <a:gd name="connsiteX3" fmla="*/ 23319 w 46638"/>
                <a:gd name="connsiteY3" fmla="*/ 0 h 37007"/>
                <a:gd name="connsiteX4" fmla="*/ 46639 w 46638"/>
                <a:gd name="connsiteY4" fmla="*/ 18503 h 37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37007">
                  <a:moveTo>
                    <a:pt x="46639" y="18503"/>
                  </a:moveTo>
                  <a:cubicBezTo>
                    <a:pt x="46639" y="28769"/>
                    <a:pt x="36120" y="37007"/>
                    <a:pt x="23319" y="37007"/>
                  </a:cubicBezTo>
                  <a:cubicBezTo>
                    <a:pt x="10519" y="37007"/>
                    <a:pt x="0" y="28642"/>
                    <a:pt x="0" y="18503"/>
                  </a:cubicBezTo>
                  <a:cubicBezTo>
                    <a:pt x="0" y="8365"/>
                    <a:pt x="10519" y="0"/>
                    <a:pt x="23319" y="0"/>
                  </a:cubicBezTo>
                  <a:cubicBezTo>
                    <a:pt x="36120" y="0"/>
                    <a:pt x="46639" y="8365"/>
                    <a:pt x="46639" y="1850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28" name="Freeform: Shape 5327">
              <a:extLst>
                <a:ext uri="{FF2B5EF4-FFF2-40B4-BE49-F238E27FC236}">
                  <a16:creationId xmlns:a16="http://schemas.microsoft.com/office/drawing/2014/main" id="{60F22544-8B7D-9377-0CDC-55223A9142BF}"/>
                </a:ext>
              </a:extLst>
            </p:cNvPr>
            <p:cNvSpPr/>
            <p:nvPr/>
          </p:nvSpPr>
          <p:spPr>
            <a:xfrm>
              <a:off x="1508919" y="6143809"/>
              <a:ext cx="46638" cy="37007"/>
            </a:xfrm>
            <a:custGeom>
              <a:avLst/>
              <a:gdLst>
                <a:gd name="connsiteX0" fmla="*/ 46639 w 46638"/>
                <a:gd name="connsiteY0" fmla="*/ 18504 h 37007"/>
                <a:gd name="connsiteX1" fmla="*/ 23319 w 46638"/>
                <a:gd name="connsiteY1" fmla="*/ 37007 h 37007"/>
                <a:gd name="connsiteX2" fmla="*/ 0 w 46638"/>
                <a:gd name="connsiteY2" fmla="*/ 18504 h 37007"/>
                <a:gd name="connsiteX3" fmla="*/ 23319 w 46638"/>
                <a:gd name="connsiteY3" fmla="*/ 0 h 37007"/>
                <a:gd name="connsiteX4" fmla="*/ 46639 w 46638"/>
                <a:gd name="connsiteY4" fmla="*/ 18504 h 37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37007">
                  <a:moveTo>
                    <a:pt x="46639" y="18504"/>
                  </a:moveTo>
                  <a:cubicBezTo>
                    <a:pt x="46639" y="28769"/>
                    <a:pt x="36120" y="37007"/>
                    <a:pt x="23319" y="37007"/>
                  </a:cubicBezTo>
                  <a:cubicBezTo>
                    <a:pt x="10519" y="37007"/>
                    <a:pt x="0" y="28642"/>
                    <a:pt x="0" y="18504"/>
                  </a:cubicBezTo>
                  <a:cubicBezTo>
                    <a:pt x="0" y="8365"/>
                    <a:pt x="10392" y="0"/>
                    <a:pt x="23319" y="0"/>
                  </a:cubicBezTo>
                  <a:cubicBezTo>
                    <a:pt x="36246" y="0"/>
                    <a:pt x="46639" y="8365"/>
                    <a:pt x="46639" y="1850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29" name="Freeform: Shape 5328">
              <a:extLst>
                <a:ext uri="{FF2B5EF4-FFF2-40B4-BE49-F238E27FC236}">
                  <a16:creationId xmlns:a16="http://schemas.microsoft.com/office/drawing/2014/main" id="{21602EBD-8822-8245-CBB0-2B8271DC3F43}"/>
                </a:ext>
              </a:extLst>
            </p:cNvPr>
            <p:cNvSpPr/>
            <p:nvPr/>
          </p:nvSpPr>
          <p:spPr>
            <a:xfrm>
              <a:off x="1431990" y="6059529"/>
              <a:ext cx="46638" cy="37007"/>
            </a:xfrm>
            <a:custGeom>
              <a:avLst/>
              <a:gdLst>
                <a:gd name="connsiteX0" fmla="*/ 46639 w 46638"/>
                <a:gd name="connsiteY0" fmla="*/ 18503 h 37007"/>
                <a:gd name="connsiteX1" fmla="*/ 23319 w 46638"/>
                <a:gd name="connsiteY1" fmla="*/ 37007 h 37007"/>
                <a:gd name="connsiteX2" fmla="*/ 0 w 46638"/>
                <a:gd name="connsiteY2" fmla="*/ 18503 h 37007"/>
                <a:gd name="connsiteX3" fmla="*/ 23319 w 46638"/>
                <a:gd name="connsiteY3" fmla="*/ 0 h 37007"/>
                <a:gd name="connsiteX4" fmla="*/ 46639 w 46638"/>
                <a:gd name="connsiteY4" fmla="*/ 18503 h 37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37007">
                  <a:moveTo>
                    <a:pt x="46639" y="18503"/>
                  </a:moveTo>
                  <a:cubicBezTo>
                    <a:pt x="46639" y="28769"/>
                    <a:pt x="36120" y="37007"/>
                    <a:pt x="23319" y="37007"/>
                  </a:cubicBezTo>
                  <a:cubicBezTo>
                    <a:pt x="10519" y="37007"/>
                    <a:pt x="0" y="28642"/>
                    <a:pt x="0" y="18503"/>
                  </a:cubicBezTo>
                  <a:cubicBezTo>
                    <a:pt x="0" y="8365"/>
                    <a:pt x="10519" y="0"/>
                    <a:pt x="23319" y="0"/>
                  </a:cubicBezTo>
                  <a:cubicBezTo>
                    <a:pt x="36120" y="0"/>
                    <a:pt x="46639" y="8365"/>
                    <a:pt x="46639" y="1850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30" name="Freeform: Shape 5329">
              <a:extLst>
                <a:ext uri="{FF2B5EF4-FFF2-40B4-BE49-F238E27FC236}">
                  <a16:creationId xmlns:a16="http://schemas.microsoft.com/office/drawing/2014/main" id="{5883F3AA-C9E3-A33A-DA87-541476C01EE2}"/>
                </a:ext>
              </a:extLst>
            </p:cNvPr>
            <p:cNvSpPr/>
            <p:nvPr/>
          </p:nvSpPr>
          <p:spPr>
            <a:xfrm>
              <a:off x="1357976" y="5974109"/>
              <a:ext cx="45878" cy="36500"/>
            </a:xfrm>
            <a:custGeom>
              <a:avLst/>
              <a:gdLst>
                <a:gd name="connsiteX0" fmla="*/ 45878 w 45878"/>
                <a:gd name="connsiteY0" fmla="*/ 18250 h 36500"/>
                <a:gd name="connsiteX1" fmla="*/ 22939 w 45878"/>
                <a:gd name="connsiteY1" fmla="*/ 36500 h 36500"/>
                <a:gd name="connsiteX2" fmla="*/ 0 w 45878"/>
                <a:gd name="connsiteY2" fmla="*/ 18250 h 36500"/>
                <a:gd name="connsiteX3" fmla="*/ 22939 w 45878"/>
                <a:gd name="connsiteY3" fmla="*/ 0 h 36500"/>
                <a:gd name="connsiteX4" fmla="*/ 45878 w 45878"/>
                <a:gd name="connsiteY4" fmla="*/ 18250 h 36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878" h="36500">
                  <a:moveTo>
                    <a:pt x="45878" y="18250"/>
                  </a:moveTo>
                  <a:cubicBezTo>
                    <a:pt x="45878" y="28389"/>
                    <a:pt x="35613" y="36500"/>
                    <a:pt x="22939" y="36500"/>
                  </a:cubicBezTo>
                  <a:cubicBezTo>
                    <a:pt x="10266" y="36500"/>
                    <a:pt x="0" y="28262"/>
                    <a:pt x="0" y="18250"/>
                  </a:cubicBezTo>
                  <a:cubicBezTo>
                    <a:pt x="0" y="8238"/>
                    <a:pt x="10266" y="0"/>
                    <a:pt x="22939" y="0"/>
                  </a:cubicBezTo>
                  <a:cubicBezTo>
                    <a:pt x="35613" y="0"/>
                    <a:pt x="45878" y="8238"/>
                    <a:pt x="45878" y="1825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31" name="Freeform: Shape 5330">
              <a:extLst>
                <a:ext uri="{FF2B5EF4-FFF2-40B4-BE49-F238E27FC236}">
                  <a16:creationId xmlns:a16="http://schemas.microsoft.com/office/drawing/2014/main" id="{34332FE6-0CE5-D785-6FA4-9AC0935C17FF}"/>
                </a:ext>
              </a:extLst>
            </p:cNvPr>
            <p:cNvSpPr/>
            <p:nvPr/>
          </p:nvSpPr>
          <p:spPr>
            <a:xfrm>
              <a:off x="1286117" y="5887168"/>
              <a:ext cx="45878" cy="36500"/>
            </a:xfrm>
            <a:custGeom>
              <a:avLst/>
              <a:gdLst>
                <a:gd name="connsiteX0" fmla="*/ 45878 w 45878"/>
                <a:gd name="connsiteY0" fmla="*/ 18250 h 36500"/>
                <a:gd name="connsiteX1" fmla="*/ 22939 w 45878"/>
                <a:gd name="connsiteY1" fmla="*/ 36500 h 36500"/>
                <a:gd name="connsiteX2" fmla="*/ 0 w 45878"/>
                <a:gd name="connsiteY2" fmla="*/ 18250 h 36500"/>
                <a:gd name="connsiteX3" fmla="*/ 22939 w 45878"/>
                <a:gd name="connsiteY3" fmla="*/ 0 h 36500"/>
                <a:gd name="connsiteX4" fmla="*/ 45878 w 45878"/>
                <a:gd name="connsiteY4" fmla="*/ 18250 h 36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878" h="36500">
                  <a:moveTo>
                    <a:pt x="45878" y="18250"/>
                  </a:moveTo>
                  <a:cubicBezTo>
                    <a:pt x="45878" y="28389"/>
                    <a:pt x="35613" y="36500"/>
                    <a:pt x="22939" y="36500"/>
                  </a:cubicBezTo>
                  <a:cubicBezTo>
                    <a:pt x="10266" y="36500"/>
                    <a:pt x="0" y="28389"/>
                    <a:pt x="0" y="18250"/>
                  </a:cubicBezTo>
                  <a:cubicBezTo>
                    <a:pt x="0" y="8111"/>
                    <a:pt x="10266" y="0"/>
                    <a:pt x="22939" y="0"/>
                  </a:cubicBezTo>
                  <a:cubicBezTo>
                    <a:pt x="35613" y="0"/>
                    <a:pt x="45878" y="8111"/>
                    <a:pt x="45878" y="1825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32" name="Freeform: Shape 5331">
              <a:extLst>
                <a:ext uri="{FF2B5EF4-FFF2-40B4-BE49-F238E27FC236}">
                  <a16:creationId xmlns:a16="http://schemas.microsoft.com/office/drawing/2014/main" id="{DF8D4DCC-D567-7614-24C8-33D6C2F9C1FB}"/>
                </a:ext>
              </a:extLst>
            </p:cNvPr>
            <p:cNvSpPr/>
            <p:nvPr/>
          </p:nvSpPr>
          <p:spPr>
            <a:xfrm>
              <a:off x="1216793" y="5798960"/>
              <a:ext cx="45878" cy="36500"/>
            </a:xfrm>
            <a:custGeom>
              <a:avLst/>
              <a:gdLst>
                <a:gd name="connsiteX0" fmla="*/ 45878 w 45878"/>
                <a:gd name="connsiteY0" fmla="*/ 18250 h 36500"/>
                <a:gd name="connsiteX1" fmla="*/ 22939 w 45878"/>
                <a:gd name="connsiteY1" fmla="*/ 36500 h 36500"/>
                <a:gd name="connsiteX2" fmla="*/ 0 w 45878"/>
                <a:gd name="connsiteY2" fmla="*/ 18250 h 36500"/>
                <a:gd name="connsiteX3" fmla="*/ 22939 w 45878"/>
                <a:gd name="connsiteY3" fmla="*/ 0 h 36500"/>
                <a:gd name="connsiteX4" fmla="*/ 45878 w 45878"/>
                <a:gd name="connsiteY4" fmla="*/ 18250 h 36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878" h="36500">
                  <a:moveTo>
                    <a:pt x="45878" y="18250"/>
                  </a:moveTo>
                  <a:cubicBezTo>
                    <a:pt x="45878" y="28262"/>
                    <a:pt x="35613" y="36500"/>
                    <a:pt x="22939" y="36500"/>
                  </a:cubicBezTo>
                  <a:cubicBezTo>
                    <a:pt x="10266" y="36500"/>
                    <a:pt x="0" y="28262"/>
                    <a:pt x="0" y="18250"/>
                  </a:cubicBezTo>
                  <a:cubicBezTo>
                    <a:pt x="0" y="8238"/>
                    <a:pt x="10266" y="0"/>
                    <a:pt x="22939" y="0"/>
                  </a:cubicBezTo>
                  <a:cubicBezTo>
                    <a:pt x="35613" y="0"/>
                    <a:pt x="45878" y="8111"/>
                    <a:pt x="45878" y="1825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33" name="Freeform: Shape 5332">
              <a:extLst>
                <a:ext uri="{FF2B5EF4-FFF2-40B4-BE49-F238E27FC236}">
                  <a16:creationId xmlns:a16="http://schemas.microsoft.com/office/drawing/2014/main" id="{F1A10F7B-6BFA-ADC2-5B39-0D4424F48419}"/>
                </a:ext>
              </a:extLst>
            </p:cNvPr>
            <p:cNvSpPr/>
            <p:nvPr/>
          </p:nvSpPr>
          <p:spPr>
            <a:xfrm>
              <a:off x="1149876" y="5709485"/>
              <a:ext cx="45878" cy="36500"/>
            </a:xfrm>
            <a:custGeom>
              <a:avLst/>
              <a:gdLst>
                <a:gd name="connsiteX0" fmla="*/ 45878 w 45878"/>
                <a:gd name="connsiteY0" fmla="*/ 18250 h 36500"/>
                <a:gd name="connsiteX1" fmla="*/ 22939 w 45878"/>
                <a:gd name="connsiteY1" fmla="*/ 36500 h 36500"/>
                <a:gd name="connsiteX2" fmla="*/ 0 w 45878"/>
                <a:gd name="connsiteY2" fmla="*/ 18250 h 36500"/>
                <a:gd name="connsiteX3" fmla="*/ 22939 w 45878"/>
                <a:gd name="connsiteY3" fmla="*/ 0 h 36500"/>
                <a:gd name="connsiteX4" fmla="*/ 45878 w 45878"/>
                <a:gd name="connsiteY4" fmla="*/ 18250 h 36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878" h="36500">
                  <a:moveTo>
                    <a:pt x="45878" y="18250"/>
                  </a:moveTo>
                  <a:cubicBezTo>
                    <a:pt x="45878" y="28262"/>
                    <a:pt x="35613" y="36500"/>
                    <a:pt x="22939" y="36500"/>
                  </a:cubicBezTo>
                  <a:cubicBezTo>
                    <a:pt x="10266" y="36500"/>
                    <a:pt x="0" y="28262"/>
                    <a:pt x="0" y="18250"/>
                  </a:cubicBezTo>
                  <a:cubicBezTo>
                    <a:pt x="0" y="8238"/>
                    <a:pt x="10266" y="0"/>
                    <a:pt x="22939" y="0"/>
                  </a:cubicBezTo>
                  <a:cubicBezTo>
                    <a:pt x="35613" y="0"/>
                    <a:pt x="45878" y="8238"/>
                    <a:pt x="45878" y="1825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34" name="Freeform: Shape 5333">
              <a:extLst>
                <a:ext uri="{FF2B5EF4-FFF2-40B4-BE49-F238E27FC236}">
                  <a16:creationId xmlns:a16="http://schemas.microsoft.com/office/drawing/2014/main" id="{FD9A9EDE-45A6-75B5-1FA8-4922E0DCE529}"/>
                </a:ext>
              </a:extLst>
            </p:cNvPr>
            <p:cNvSpPr/>
            <p:nvPr/>
          </p:nvSpPr>
          <p:spPr>
            <a:xfrm>
              <a:off x="1086001" y="5619249"/>
              <a:ext cx="45117" cy="35739"/>
            </a:xfrm>
            <a:custGeom>
              <a:avLst/>
              <a:gdLst>
                <a:gd name="connsiteX0" fmla="*/ 45118 w 45117"/>
                <a:gd name="connsiteY0" fmla="*/ 17870 h 35739"/>
                <a:gd name="connsiteX1" fmla="*/ 22559 w 45117"/>
                <a:gd name="connsiteY1" fmla="*/ 35740 h 35739"/>
                <a:gd name="connsiteX2" fmla="*/ 0 w 45117"/>
                <a:gd name="connsiteY2" fmla="*/ 17870 h 35739"/>
                <a:gd name="connsiteX3" fmla="*/ 22559 w 45117"/>
                <a:gd name="connsiteY3" fmla="*/ 0 h 35739"/>
                <a:gd name="connsiteX4" fmla="*/ 45118 w 45117"/>
                <a:gd name="connsiteY4" fmla="*/ 17870 h 35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17" h="35739">
                  <a:moveTo>
                    <a:pt x="45118" y="17870"/>
                  </a:moveTo>
                  <a:cubicBezTo>
                    <a:pt x="45118" y="27755"/>
                    <a:pt x="34979" y="35740"/>
                    <a:pt x="22559" y="35740"/>
                  </a:cubicBezTo>
                  <a:cubicBezTo>
                    <a:pt x="10139" y="35740"/>
                    <a:pt x="0" y="27755"/>
                    <a:pt x="0" y="17870"/>
                  </a:cubicBezTo>
                  <a:cubicBezTo>
                    <a:pt x="0" y="7984"/>
                    <a:pt x="10139" y="0"/>
                    <a:pt x="22559" y="0"/>
                  </a:cubicBezTo>
                  <a:cubicBezTo>
                    <a:pt x="34979" y="0"/>
                    <a:pt x="45118" y="7984"/>
                    <a:pt x="45118" y="178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35" name="Freeform: Shape 5334">
              <a:extLst>
                <a:ext uri="{FF2B5EF4-FFF2-40B4-BE49-F238E27FC236}">
                  <a16:creationId xmlns:a16="http://schemas.microsoft.com/office/drawing/2014/main" id="{285F5B35-3FFC-7CDC-EC2E-5D548E7354CC}"/>
                </a:ext>
              </a:extLst>
            </p:cNvPr>
            <p:cNvSpPr/>
            <p:nvPr/>
          </p:nvSpPr>
          <p:spPr>
            <a:xfrm>
              <a:off x="1024407" y="5527365"/>
              <a:ext cx="45117" cy="35739"/>
            </a:xfrm>
            <a:custGeom>
              <a:avLst/>
              <a:gdLst>
                <a:gd name="connsiteX0" fmla="*/ 45118 w 45117"/>
                <a:gd name="connsiteY0" fmla="*/ 17870 h 35739"/>
                <a:gd name="connsiteX1" fmla="*/ 22559 w 45117"/>
                <a:gd name="connsiteY1" fmla="*/ 35740 h 35739"/>
                <a:gd name="connsiteX2" fmla="*/ 0 w 45117"/>
                <a:gd name="connsiteY2" fmla="*/ 17870 h 35739"/>
                <a:gd name="connsiteX3" fmla="*/ 22559 w 45117"/>
                <a:gd name="connsiteY3" fmla="*/ 0 h 35739"/>
                <a:gd name="connsiteX4" fmla="*/ 45118 w 45117"/>
                <a:gd name="connsiteY4" fmla="*/ 17870 h 35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17" h="35739">
                  <a:moveTo>
                    <a:pt x="45118" y="17870"/>
                  </a:moveTo>
                  <a:cubicBezTo>
                    <a:pt x="45118" y="27755"/>
                    <a:pt x="34979" y="35740"/>
                    <a:pt x="22559" y="35740"/>
                  </a:cubicBezTo>
                  <a:cubicBezTo>
                    <a:pt x="10139" y="35740"/>
                    <a:pt x="0" y="27755"/>
                    <a:pt x="0" y="17870"/>
                  </a:cubicBezTo>
                  <a:cubicBezTo>
                    <a:pt x="0" y="7984"/>
                    <a:pt x="10139" y="0"/>
                    <a:pt x="22559" y="0"/>
                  </a:cubicBezTo>
                  <a:cubicBezTo>
                    <a:pt x="34979" y="0"/>
                    <a:pt x="45118" y="7984"/>
                    <a:pt x="45118" y="178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36" name="Freeform: Shape 5335">
              <a:extLst>
                <a:ext uri="{FF2B5EF4-FFF2-40B4-BE49-F238E27FC236}">
                  <a16:creationId xmlns:a16="http://schemas.microsoft.com/office/drawing/2014/main" id="{4E966804-0C3E-583E-0600-0C67448B2545}"/>
                </a:ext>
              </a:extLst>
            </p:cNvPr>
            <p:cNvSpPr/>
            <p:nvPr/>
          </p:nvSpPr>
          <p:spPr>
            <a:xfrm>
              <a:off x="965602" y="5434721"/>
              <a:ext cx="44611" cy="35485"/>
            </a:xfrm>
            <a:custGeom>
              <a:avLst/>
              <a:gdLst>
                <a:gd name="connsiteX0" fmla="*/ 44611 w 44611"/>
                <a:gd name="connsiteY0" fmla="*/ 17743 h 35485"/>
                <a:gd name="connsiteX1" fmla="*/ 22305 w 44611"/>
                <a:gd name="connsiteY1" fmla="*/ 35486 h 35485"/>
                <a:gd name="connsiteX2" fmla="*/ 0 w 44611"/>
                <a:gd name="connsiteY2" fmla="*/ 17743 h 35485"/>
                <a:gd name="connsiteX3" fmla="*/ 22305 w 44611"/>
                <a:gd name="connsiteY3" fmla="*/ 0 h 35485"/>
                <a:gd name="connsiteX4" fmla="*/ 44611 w 44611"/>
                <a:gd name="connsiteY4" fmla="*/ 17743 h 35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611" h="35485">
                  <a:moveTo>
                    <a:pt x="44611" y="17743"/>
                  </a:moveTo>
                  <a:cubicBezTo>
                    <a:pt x="44611" y="27501"/>
                    <a:pt x="34599" y="35486"/>
                    <a:pt x="22305" y="35486"/>
                  </a:cubicBezTo>
                  <a:cubicBezTo>
                    <a:pt x="10012" y="35486"/>
                    <a:pt x="0" y="27501"/>
                    <a:pt x="0" y="17743"/>
                  </a:cubicBezTo>
                  <a:cubicBezTo>
                    <a:pt x="0" y="7984"/>
                    <a:pt x="10012" y="0"/>
                    <a:pt x="22305" y="0"/>
                  </a:cubicBezTo>
                  <a:cubicBezTo>
                    <a:pt x="34599" y="0"/>
                    <a:pt x="44611" y="7984"/>
                    <a:pt x="44611" y="1774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37" name="Freeform: Shape 5336">
              <a:extLst>
                <a:ext uri="{FF2B5EF4-FFF2-40B4-BE49-F238E27FC236}">
                  <a16:creationId xmlns:a16="http://schemas.microsoft.com/office/drawing/2014/main" id="{C3434AD4-D00A-EE17-213D-645CCE8714F7}"/>
                </a:ext>
              </a:extLst>
            </p:cNvPr>
            <p:cNvSpPr/>
            <p:nvPr/>
          </p:nvSpPr>
          <p:spPr>
            <a:xfrm>
              <a:off x="909204" y="5340810"/>
              <a:ext cx="44611" cy="35485"/>
            </a:xfrm>
            <a:custGeom>
              <a:avLst/>
              <a:gdLst>
                <a:gd name="connsiteX0" fmla="*/ 44611 w 44611"/>
                <a:gd name="connsiteY0" fmla="*/ 17743 h 35485"/>
                <a:gd name="connsiteX1" fmla="*/ 22306 w 44611"/>
                <a:gd name="connsiteY1" fmla="*/ 35486 h 35485"/>
                <a:gd name="connsiteX2" fmla="*/ 0 w 44611"/>
                <a:gd name="connsiteY2" fmla="*/ 17743 h 35485"/>
                <a:gd name="connsiteX3" fmla="*/ 22306 w 44611"/>
                <a:gd name="connsiteY3" fmla="*/ 0 h 35485"/>
                <a:gd name="connsiteX4" fmla="*/ 44611 w 44611"/>
                <a:gd name="connsiteY4" fmla="*/ 17743 h 35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611" h="35485">
                  <a:moveTo>
                    <a:pt x="44611" y="17743"/>
                  </a:moveTo>
                  <a:cubicBezTo>
                    <a:pt x="44611" y="27501"/>
                    <a:pt x="34599" y="35486"/>
                    <a:pt x="22306" y="35486"/>
                  </a:cubicBezTo>
                  <a:cubicBezTo>
                    <a:pt x="10012" y="35486"/>
                    <a:pt x="0" y="27501"/>
                    <a:pt x="0" y="17743"/>
                  </a:cubicBezTo>
                  <a:cubicBezTo>
                    <a:pt x="0" y="7984"/>
                    <a:pt x="9885" y="0"/>
                    <a:pt x="22306" y="0"/>
                  </a:cubicBezTo>
                  <a:cubicBezTo>
                    <a:pt x="34726" y="0"/>
                    <a:pt x="44611" y="7984"/>
                    <a:pt x="44611" y="1774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38" name="Freeform: Shape 5337">
              <a:extLst>
                <a:ext uri="{FF2B5EF4-FFF2-40B4-BE49-F238E27FC236}">
                  <a16:creationId xmlns:a16="http://schemas.microsoft.com/office/drawing/2014/main" id="{6977F99F-1F06-2398-577C-876FBBFC9A36}"/>
                </a:ext>
              </a:extLst>
            </p:cNvPr>
            <p:cNvSpPr/>
            <p:nvPr/>
          </p:nvSpPr>
          <p:spPr>
            <a:xfrm>
              <a:off x="855975" y="5246265"/>
              <a:ext cx="43850" cy="34725"/>
            </a:xfrm>
            <a:custGeom>
              <a:avLst/>
              <a:gdLst>
                <a:gd name="connsiteX0" fmla="*/ 43851 w 43850"/>
                <a:gd name="connsiteY0" fmla="*/ 17363 h 34725"/>
                <a:gd name="connsiteX1" fmla="*/ 21925 w 43850"/>
                <a:gd name="connsiteY1" fmla="*/ 34726 h 34725"/>
                <a:gd name="connsiteX2" fmla="*/ 0 w 43850"/>
                <a:gd name="connsiteY2" fmla="*/ 17363 h 34725"/>
                <a:gd name="connsiteX3" fmla="*/ 21925 w 43850"/>
                <a:gd name="connsiteY3" fmla="*/ 0 h 34725"/>
                <a:gd name="connsiteX4" fmla="*/ 43851 w 43850"/>
                <a:gd name="connsiteY4" fmla="*/ 17363 h 34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850" h="34725">
                  <a:moveTo>
                    <a:pt x="43851" y="17363"/>
                  </a:moveTo>
                  <a:cubicBezTo>
                    <a:pt x="43851" y="26994"/>
                    <a:pt x="34092" y="34726"/>
                    <a:pt x="21925" y="34726"/>
                  </a:cubicBezTo>
                  <a:cubicBezTo>
                    <a:pt x="9759" y="34726"/>
                    <a:pt x="0" y="26868"/>
                    <a:pt x="0" y="17363"/>
                  </a:cubicBezTo>
                  <a:cubicBezTo>
                    <a:pt x="0" y="7858"/>
                    <a:pt x="9885" y="0"/>
                    <a:pt x="21925" y="0"/>
                  </a:cubicBezTo>
                  <a:cubicBezTo>
                    <a:pt x="33965" y="0"/>
                    <a:pt x="43851" y="7858"/>
                    <a:pt x="43851" y="1736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39" name="Freeform: Shape 5338">
              <a:extLst>
                <a:ext uri="{FF2B5EF4-FFF2-40B4-BE49-F238E27FC236}">
                  <a16:creationId xmlns:a16="http://schemas.microsoft.com/office/drawing/2014/main" id="{D801B66F-86F0-DAA5-AA1C-FF05B506C921}"/>
                </a:ext>
              </a:extLst>
            </p:cNvPr>
            <p:cNvSpPr/>
            <p:nvPr/>
          </p:nvSpPr>
          <p:spPr>
            <a:xfrm>
              <a:off x="805154" y="5150452"/>
              <a:ext cx="43850" cy="34725"/>
            </a:xfrm>
            <a:custGeom>
              <a:avLst/>
              <a:gdLst>
                <a:gd name="connsiteX0" fmla="*/ 43851 w 43850"/>
                <a:gd name="connsiteY0" fmla="*/ 17363 h 34725"/>
                <a:gd name="connsiteX1" fmla="*/ 21925 w 43850"/>
                <a:gd name="connsiteY1" fmla="*/ 34726 h 34725"/>
                <a:gd name="connsiteX2" fmla="*/ 0 w 43850"/>
                <a:gd name="connsiteY2" fmla="*/ 17363 h 34725"/>
                <a:gd name="connsiteX3" fmla="*/ 21925 w 43850"/>
                <a:gd name="connsiteY3" fmla="*/ 0 h 34725"/>
                <a:gd name="connsiteX4" fmla="*/ 43851 w 43850"/>
                <a:gd name="connsiteY4" fmla="*/ 17363 h 34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850" h="34725">
                  <a:moveTo>
                    <a:pt x="43851" y="17363"/>
                  </a:moveTo>
                  <a:cubicBezTo>
                    <a:pt x="43851" y="26995"/>
                    <a:pt x="34092" y="34726"/>
                    <a:pt x="21925" y="34726"/>
                  </a:cubicBezTo>
                  <a:cubicBezTo>
                    <a:pt x="9759" y="34726"/>
                    <a:pt x="0" y="26868"/>
                    <a:pt x="0" y="17363"/>
                  </a:cubicBezTo>
                  <a:cubicBezTo>
                    <a:pt x="0" y="7858"/>
                    <a:pt x="9759" y="0"/>
                    <a:pt x="21925" y="0"/>
                  </a:cubicBezTo>
                  <a:cubicBezTo>
                    <a:pt x="34092" y="0"/>
                    <a:pt x="43851" y="7731"/>
                    <a:pt x="43851" y="1736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40" name="Freeform: Shape 5339">
              <a:extLst>
                <a:ext uri="{FF2B5EF4-FFF2-40B4-BE49-F238E27FC236}">
                  <a16:creationId xmlns:a16="http://schemas.microsoft.com/office/drawing/2014/main" id="{C0ECF313-E24D-6E31-AC5C-09B5253B92B4}"/>
                </a:ext>
              </a:extLst>
            </p:cNvPr>
            <p:cNvSpPr/>
            <p:nvPr/>
          </p:nvSpPr>
          <p:spPr>
            <a:xfrm>
              <a:off x="757375" y="5053880"/>
              <a:ext cx="43090" cy="34218"/>
            </a:xfrm>
            <a:custGeom>
              <a:avLst/>
              <a:gdLst>
                <a:gd name="connsiteX0" fmla="*/ 43090 w 43090"/>
                <a:gd name="connsiteY0" fmla="*/ 17109 h 34218"/>
                <a:gd name="connsiteX1" fmla="*/ 21545 w 43090"/>
                <a:gd name="connsiteY1" fmla="*/ 34219 h 34218"/>
                <a:gd name="connsiteX2" fmla="*/ 0 w 43090"/>
                <a:gd name="connsiteY2" fmla="*/ 17109 h 34218"/>
                <a:gd name="connsiteX3" fmla="*/ 21545 w 43090"/>
                <a:gd name="connsiteY3" fmla="*/ 0 h 34218"/>
                <a:gd name="connsiteX4" fmla="*/ 43090 w 43090"/>
                <a:gd name="connsiteY4" fmla="*/ 17109 h 34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90" h="34218">
                  <a:moveTo>
                    <a:pt x="43090" y="17109"/>
                  </a:moveTo>
                  <a:cubicBezTo>
                    <a:pt x="43090" y="26488"/>
                    <a:pt x="33458" y="34219"/>
                    <a:pt x="21545" y="34219"/>
                  </a:cubicBezTo>
                  <a:cubicBezTo>
                    <a:pt x="9632" y="34219"/>
                    <a:pt x="0" y="26615"/>
                    <a:pt x="0" y="17109"/>
                  </a:cubicBezTo>
                  <a:cubicBezTo>
                    <a:pt x="0" y="7604"/>
                    <a:pt x="9632" y="0"/>
                    <a:pt x="21545" y="0"/>
                  </a:cubicBezTo>
                  <a:cubicBezTo>
                    <a:pt x="33458" y="0"/>
                    <a:pt x="43090" y="7604"/>
                    <a:pt x="43090" y="1710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41" name="Freeform: Shape 5340">
              <a:extLst>
                <a:ext uri="{FF2B5EF4-FFF2-40B4-BE49-F238E27FC236}">
                  <a16:creationId xmlns:a16="http://schemas.microsoft.com/office/drawing/2014/main" id="{AFD0DDAD-EB68-80F5-18CB-E0136240175F}"/>
                </a:ext>
              </a:extLst>
            </p:cNvPr>
            <p:cNvSpPr/>
            <p:nvPr/>
          </p:nvSpPr>
          <p:spPr>
            <a:xfrm>
              <a:off x="712637" y="4956673"/>
              <a:ext cx="42203" cy="33458"/>
            </a:xfrm>
            <a:custGeom>
              <a:avLst/>
              <a:gdLst>
                <a:gd name="connsiteX0" fmla="*/ 42203 w 42203"/>
                <a:gd name="connsiteY0" fmla="*/ 16729 h 33458"/>
                <a:gd name="connsiteX1" fmla="*/ 21165 w 42203"/>
                <a:gd name="connsiteY1" fmla="*/ 33458 h 33458"/>
                <a:gd name="connsiteX2" fmla="*/ 0 w 42203"/>
                <a:gd name="connsiteY2" fmla="*/ 16729 h 33458"/>
                <a:gd name="connsiteX3" fmla="*/ 21165 w 42203"/>
                <a:gd name="connsiteY3" fmla="*/ 0 h 33458"/>
                <a:gd name="connsiteX4" fmla="*/ 42203 w 42203"/>
                <a:gd name="connsiteY4" fmla="*/ 16729 h 33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203" h="33458">
                  <a:moveTo>
                    <a:pt x="42203" y="16729"/>
                  </a:moveTo>
                  <a:cubicBezTo>
                    <a:pt x="42203" y="25981"/>
                    <a:pt x="32825" y="33458"/>
                    <a:pt x="21165" y="33458"/>
                  </a:cubicBezTo>
                  <a:cubicBezTo>
                    <a:pt x="9505" y="33458"/>
                    <a:pt x="0" y="25981"/>
                    <a:pt x="0" y="16729"/>
                  </a:cubicBezTo>
                  <a:cubicBezTo>
                    <a:pt x="0" y="7477"/>
                    <a:pt x="9505" y="0"/>
                    <a:pt x="21165" y="0"/>
                  </a:cubicBezTo>
                  <a:cubicBezTo>
                    <a:pt x="32825" y="0"/>
                    <a:pt x="42203" y="7477"/>
                    <a:pt x="42203" y="1672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42" name="Freeform: Shape 5341">
              <a:extLst>
                <a:ext uri="{FF2B5EF4-FFF2-40B4-BE49-F238E27FC236}">
                  <a16:creationId xmlns:a16="http://schemas.microsoft.com/office/drawing/2014/main" id="{4D6C5F8F-B413-4906-92A5-4FED80173E43}"/>
                </a:ext>
              </a:extLst>
            </p:cNvPr>
            <p:cNvSpPr/>
            <p:nvPr/>
          </p:nvSpPr>
          <p:spPr>
            <a:xfrm>
              <a:off x="670054" y="4858326"/>
              <a:ext cx="42203" cy="33458"/>
            </a:xfrm>
            <a:custGeom>
              <a:avLst/>
              <a:gdLst>
                <a:gd name="connsiteX0" fmla="*/ 42203 w 42203"/>
                <a:gd name="connsiteY0" fmla="*/ 16729 h 33458"/>
                <a:gd name="connsiteX1" fmla="*/ 21165 w 42203"/>
                <a:gd name="connsiteY1" fmla="*/ 33458 h 33458"/>
                <a:gd name="connsiteX2" fmla="*/ 0 w 42203"/>
                <a:gd name="connsiteY2" fmla="*/ 16729 h 33458"/>
                <a:gd name="connsiteX3" fmla="*/ 21165 w 42203"/>
                <a:gd name="connsiteY3" fmla="*/ 0 h 33458"/>
                <a:gd name="connsiteX4" fmla="*/ 42203 w 42203"/>
                <a:gd name="connsiteY4" fmla="*/ 16729 h 33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203" h="33458">
                  <a:moveTo>
                    <a:pt x="42203" y="16729"/>
                  </a:moveTo>
                  <a:cubicBezTo>
                    <a:pt x="42203" y="25981"/>
                    <a:pt x="32825" y="33458"/>
                    <a:pt x="21165" y="33458"/>
                  </a:cubicBezTo>
                  <a:cubicBezTo>
                    <a:pt x="9505" y="33458"/>
                    <a:pt x="0" y="25981"/>
                    <a:pt x="0" y="16729"/>
                  </a:cubicBezTo>
                  <a:cubicBezTo>
                    <a:pt x="0" y="7477"/>
                    <a:pt x="9378" y="0"/>
                    <a:pt x="21165" y="0"/>
                  </a:cubicBezTo>
                  <a:cubicBezTo>
                    <a:pt x="32951" y="0"/>
                    <a:pt x="42203" y="7477"/>
                    <a:pt x="42203" y="1672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43" name="Freeform: Shape 5342">
              <a:extLst>
                <a:ext uri="{FF2B5EF4-FFF2-40B4-BE49-F238E27FC236}">
                  <a16:creationId xmlns:a16="http://schemas.microsoft.com/office/drawing/2014/main" id="{D2207845-17C8-AAAA-ED9C-DA347F9ADFA6}"/>
                </a:ext>
              </a:extLst>
            </p:cNvPr>
            <p:cNvSpPr/>
            <p:nvPr/>
          </p:nvSpPr>
          <p:spPr>
            <a:xfrm>
              <a:off x="630765" y="4759472"/>
              <a:ext cx="41569" cy="32951"/>
            </a:xfrm>
            <a:custGeom>
              <a:avLst/>
              <a:gdLst>
                <a:gd name="connsiteX0" fmla="*/ 41569 w 41569"/>
                <a:gd name="connsiteY0" fmla="*/ 16476 h 32951"/>
                <a:gd name="connsiteX1" fmla="*/ 20785 w 41569"/>
                <a:gd name="connsiteY1" fmla="*/ 32951 h 32951"/>
                <a:gd name="connsiteX2" fmla="*/ 0 w 41569"/>
                <a:gd name="connsiteY2" fmla="*/ 16476 h 32951"/>
                <a:gd name="connsiteX3" fmla="*/ 20785 w 41569"/>
                <a:gd name="connsiteY3" fmla="*/ 0 h 32951"/>
                <a:gd name="connsiteX4" fmla="*/ 41569 w 41569"/>
                <a:gd name="connsiteY4" fmla="*/ 16476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569" h="32951">
                  <a:moveTo>
                    <a:pt x="41569" y="16476"/>
                  </a:moveTo>
                  <a:cubicBezTo>
                    <a:pt x="41569" y="25601"/>
                    <a:pt x="32191" y="32951"/>
                    <a:pt x="20785" y="32951"/>
                  </a:cubicBezTo>
                  <a:cubicBezTo>
                    <a:pt x="9378" y="32951"/>
                    <a:pt x="0" y="25601"/>
                    <a:pt x="0" y="16476"/>
                  </a:cubicBezTo>
                  <a:cubicBezTo>
                    <a:pt x="0" y="7351"/>
                    <a:pt x="9378" y="0"/>
                    <a:pt x="20785" y="0"/>
                  </a:cubicBezTo>
                  <a:cubicBezTo>
                    <a:pt x="32191" y="0"/>
                    <a:pt x="41569" y="7477"/>
                    <a:pt x="41569" y="164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44" name="Freeform: Shape 5343">
              <a:extLst>
                <a:ext uri="{FF2B5EF4-FFF2-40B4-BE49-F238E27FC236}">
                  <a16:creationId xmlns:a16="http://schemas.microsoft.com/office/drawing/2014/main" id="{8B36F2B0-AA0D-0A51-2035-127ED948F405}"/>
                </a:ext>
              </a:extLst>
            </p:cNvPr>
            <p:cNvSpPr/>
            <p:nvPr/>
          </p:nvSpPr>
          <p:spPr>
            <a:xfrm>
              <a:off x="594265" y="4659858"/>
              <a:ext cx="40935" cy="32444"/>
            </a:xfrm>
            <a:custGeom>
              <a:avLst/>
              <a:gdLst>
                <a:gd name="connsiteX0" fmla="*/ 40936 w 40935"/>
                <a:gd name="connsiteY0" fmla="*/ 16222 h 32444"/>
                <a:gd name="connsiteX1" fmla="*/ 20531 w 40935"/>
                <a:gd name="connsiteY1" fmla="*/ 32444 h 32444"/>
                <a:gd name="connsiteX2" fmla="*/ 0 w 40935"/>
                <a:gd name="connsiteY2" fmla="*/ 16222 h 32444"/>
                <a:gd name="connsiteX3" fmla="*/ 20531 w 40935"/>
                <a:gd name="connsiteY3" fmla="*/ 0 h 32444"/>
                <a:gd name="connsiteX4" fmla="*/ 40936 w 40935"/>
                <a:gd name="connsiteY4" fmla="*/ 16222 h 32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935" h="32444">
                  <a:moveTo>
                    <a:pt x="40936" y="16222"/>
                  </a:moveTo>
                  <a:cubicBezTo>
                    <a:pt x="40936" y="25220"/>
                    <a:pt x="31811" y="32444"/>
                    <a:pt x="20531" y="32444"/>
                  </a:cubicBezTo>
                  <a:cubicBezTo>
                    <a:pt x="9252" y="32444"/>
                    <a:pt x="0" y="25220"/>
                    <a:pt x="0" y="16222"/>
                  </a:cubicBezTo>
                  <a:cubicBezTo>
                    <a:pt x="0" y="7224"/>
                    <a:pt x="9125" y="0"/>
                    <a:pt x="20531" y="0"/>
                  </a:cubicBezTo>
                  <a:cubicBezTo>
                    <a:pt x="31937" y="0"/>
                    <a:pt x="40936" y="7224"/>
                    <a:pt x="40936" y="1622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45" name="Freeform: Shape 5344">
              <a:extLst>
                <a:ext uri="{FF2B5EF4-FFF2-40B4-BE49-F238E27FC236}">
                  <a16:creationId xmlns:a16="http://schemas.microsoft.com/office/drawing/2014/main" id="{183FAEA8-30A9-2801-F85F-671BF6DEAFD9}"/>
                </a:ext>
              </a:extLst>
            </p:cNvPr>
            <p:cNvSpPr/>
            <p:nvPr/>
          </p:nvSpPr>
          <p:spPr>
            <a:xfrm>
              <a:off x="560427" y="4559483"/>
              <a:ext cx="40808" cy="32444"/>
            </a:xfrm>
            <a:custGeom>
              <a:avLst/>
              <a:gdLst>
                <a:gd name="connsiteX0" fmla="*/ 40809 w 40808"/>
                <a:gd name="connsiteY0" fmla="*/ 16222 h 32444"/>
                <a:gd name="connsiteX1" fmla="*/ 20404 w 40808"/>
                <a:gd name="connsiteY1" fmla="*/ 32444 h 32444"/>
                <a:gd name="connsiteX2" fmla="*/ 0 w 40808"/>
                <a:gd name="connsiteY2" fmla="*/ 16222 h 32444"/>
                <a:gd name="connsiteX3" fmla="*/ 20404 w 40808"/>
                <a:gd name="connsiteY3" fmla="*/ 0 h 32444"/>
                <a:gd name="connsiteX4" fmla="*/ 40809 w 40808"/>
                <a:gd name="connsiteY4" fmla="*/ 16222 h 32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08" h="32444">
                  <a:moveTo>
                    <a:pt x="40809" y="16222"/>
                  </a:moveTo>
                  <a:cubicBezTo>
                    <a:pt x="40809" y="25093"/>
                    <a:pt x="31684" y="32444"/>
                    <a:pt x="20404" y="32444"/>
                  </a:cubicBezTo>
                  <a:cubicBezTo>
                    <a:pt x="9125" y="32444"/>
                    <a:pt x="0" y="25220"/>
                    <a:pt x="0" y="16222"/>
                  </a:cubicBezTo>
                  <a:cubicBezTo>
                    <a:pt x="0" y="7224"/>
                    <a:pt x="9125" y="0"/>
                    <a:pt x="20404" y="0"/>
                  </a:cubicBezTo>
                  <a:cubicBezTo>
                    <a:pt x="31684" y="0"/>
                    <a:pt x="40809" y="7224"/>
                    <a:pt x="40809" y="1622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46" name="Freeform: Shape 5345">
              <a:extLst>
                <a:ext uri="{FF2B5EF4-FFF2-40B4-BE49-F238E27FC236}">
                  <a16:creationId xmlns:a16="http://schemas.microsoft.com/office/drawing/2014/main" id="{9C3AA8F1-BFC4-D67A-DA30-ED13D7D32322}"/>
                </a:ext>
              </a:extLst>
            </p:cNvPr>
            <p:cNvSpPr/>
            <p:nvPr/>
          </p:nvSpPr>
          <p:spPr>
            <a:xfrm>
              <a:off x="529757" y="4458728"/>
              <a:ext cx="40048" cy="31683"/>
            </a:xfrm>
            <a:custGeom>
              <a:avLst/>
              <a:gdLst>
                <a:gd name="connsiteX0" fmla="*/ 40049 w 40048"/>
                <a:gd name="connsiteY0" fmla="*/ 15842 h 31683"/>
                <a:gd name="connsiteX1" fmla="*/ 20024 w 40048"/>
                <a:gd name="connsiteY1" fmla="*/ 31684 h 31683"/>
                <a:gd name="connsiteX2" fmla="*/ 0 w 40048"/>
                <a:gd name="connsiteY2" fmla="*/ 15842 h 31683"/>
                <a:gd name="connsiteX3" fmla="*/ 20024 w 40048"/>
                <a:gd name="connsiteY3" fmla="*/ 0 h 31683"/>
                <a:gd name="connsiteX4" fmla="*/ 40049 w 40048"/>
                <a:gd name="connsiteY4" fmla="*/ 15842 h 31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048" h="31683">
                  <a:moveTo>
                    <a:pt x="40049" y="15842"/>
                  </a:moveTo>
                  <a:cubicBezTo>
                    <a:pt x="40049" y="24587"/>
                    <a:pt x="31050" y="31684"/>
                    <a:pt x="20024" y="31684"/>
                  </a:cubicBezTo>
                  <a:cubicBezTo>
                    <a:pt x="8998" y="31684"/>
                    <a:pt x="0" y="24587"/>
                    <a:pt x="0" y="15842"/>
                  </a:cubicBezTo>
                  <a:cubicBezTo>
                    <a:pt x="0" y="7097"/>
                    <a:pt x="8998" y="0"/>
                    <a:pt x="20024" y="0"/>
                  </a:cubicBezTo>
                  <a:cubicBezTo>
                    <a:pt x="31050" y="0"/>
                    <a:pt x="40049" y="7097"/>
                    <a:pt x="40049" y="1584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47" name="Freeform: Shape 5346">
              <a:extLst>
                <a:ext uri="{FF2B5EF4-FFF2-40B4-BE49-F238E27FC236}">
                  <a16:creationId xmlns:a16="http://schemas.microsoft.com/office/drawing/2014/main" id="{BD7AFEA3-6F1E-B449-A32B-CDD73DCB1236}"/>
                </a:ext>
              </a:extLst>
            </p:cNvPr>
            <p:cNvSpPr/>
            <p:nvPr/>
          </p:nvSpPr>
          <p:spPr>
            <a:xfrm>
              <a:off x="501748" y="4357339"/>
              <a:ext cx="39541" cy="31430"/>
            </a:xfrm>
            <a:custGeom>
              <a:avLst/>
              <a:gdLst>
                <a:gd name="connsiteX0" fmla="*/ 39542 w 39541"/>
                <a:gd name="connsiteY0" fmla="*/ 15715 h 31430"/>
                <a:gd name="connsiteX1" fmla="*/ 19771 w 39541"/>
                <a:gd name="connsiteY1" fmla="*/ 31431 h 31430"/>
                <a:gd name="connsiteX2" fmla="*/ 0 w 39541"/>
                <a:gd name="connsiteY2" fmla="*/ 15715 h 31430"/>
                <a:gd name="connsiteX3" fmla="*/ 19771 w 39541"/>
                <a:gd name="connsiteY3" fmla="*/ 0 h 31430"/>
                <a:gd name="connsiteX4" fmla="*/ 39542 w 39541"/>
                <a:gd name="connsiteY4" fmla="*/ 15715 h 31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541" h="31430">
                  <a:moveTo>
                    <a:pt x="39542" y="15715"/>
                  </a:moveTo>
                  <a:cubicBezTo>
                    <a:pt x="39542" y="24333"/>
                    <a:pt x="30670" y="31431"/>
                    <a:pt x="19771" y="31431"/>
                  </a:cubicBezTo>
                  <a:cubicBezTo>
                    <a:pt x="8872" y="31431"/>
                    <a:pt x="0" y="24460"/>
                    <a:pt x="0" y="15715"/>
                  </a:cubicBezTo>
                  <a:cubicBezTo>
                    <a:pt x="0" y="6970"/>
                    <a:pt x="8872" y="0"/>
                    <a:pt x="19771" y="0"/>
                  </a:cubicBezTo>
                  <a:cubicBezTo>
                    <a:pt x="30670" y="0"/>
                    <a:pt x="39542" y="6970"/>
                    <a:pt x="39542" y="1571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48" name="Freeform: Shape 5347">
              <a:extLst>
                <a:ext uri="{FF2B5EF4-FFF2-40B4-BE49-F238E27FC236}">
                  <a16:creationId xmlns:a16="http://schemas.microsoft.com/office/drawing/2014/main" id="{3D02F6F8-6C46-5280-9A3D-682EE6B68DB5}"/>
                </a:ext>
              </a:extLst>
            </p:cNvPr>
            <p:cNvSpPr/>
            <p:nvPr/>
          </p:nvSpPr>
          <p:spPr>
            <a:xfrm>
              <a:off x="476908" y="4255697"/>
              <a:ext cx="38781" cy="30669"/>
            </a:xfrm>
            <a:custGeom>
              <a:avLst/>
              <a:gdLst>
                <a:gd name="connsiteX0" fmla="*/ 38781 w 38781"/>
                <a:gd name="connsiteY0" fmla="*/ 15335 h 30669"/>
                <a:gd name="connsiteX1" fmla="*/ 19391 w 38781"/>
                <a:gd name="connsiteY1" fmla="*/ 30670 h 30669"/>
                <a:gd name="connsiteX2" fmla="*/ 0 w 38781"/>
                <a:gd name="connsiteY2" fmla="*/ 15335 h 30669"/>
                <a:gd name="connsiteX3" fmla="*/ 19391 w 38781"/>
                <a:gd name="connsiteY3" fmla="*/ 0 h 30669"/>
                <a:gd name="connsiteX4" fmla="*/ 38781 w 38781"/>
                <a:gd name="connsiteY4" fmla="*/ 15335 h 3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781" h="30669">
                  <a:moveTo>
                    <a:pt x="38781" y="15335"/>
                  </a:moveTo>
                  <a:cubicBezTo>
                    <a:pt x="38781" y="23826"/>
                    <a:pt x="30036" y="30670"/>
                    <a:pt x="19391" y="30670"/>
                  </a:cubicBezTo>
                  <a:cubicBezTo>
                    <a:pt x="8745" y="30670"/>
                    <a:pt x="0" y="23826"/>
                    <a:pt x="0" y="15335"/>
                  </a:cubicBezTo>
                  <a:cubicBezTo>
                    <a:pt x="0" y="6843"/>
                    <a:pt x="8618" y="0"/>
                    <a:pt x="19391" y="0"/>
                  </a:cubicBezTo>
                  <a:cubicBezTo>
                    <a:pt x="30163" y="0"/>
                    <a:pt x="38781" y="6843"/>
                    <a:pt x="38781" y="153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49" name="Freeform: Shape 5348">
              <a:extLst>
                <a:ext uri="{FF2B5EF4-FFF2-40B4-BE49-F238E27FC236}">
                  <a16:creationId xmlns:a16="http://schemas.microsoft.com/office/drawing/2014/main" id="{DAD01FE9-B331-EEBA-FB83-422AB177FEAB}"/>
                </a:ext>
              </a:extLst>
            </p:cNvPr>
            <p:cNvSpPr/>
            <p:nvPr/>
          </p:nvSpPr>
          <p:spPr>
            <a:xfrm>
              <a:off x="455109" y="4153421"/>
              <a:ext cx="37894" cy="30163"/>
            </a:xfrm>
            <a:custGeom>
              <a:avLst/>
              <a:gdLst>
                <a:gd name="connsiteX0" fmla="*/ 37894 w 37894"/>
                <a:gd name="connsiteY0" fmla="*/ 15082 h 30163"/>
                <a:gd name="connsiteX1" fmla="*/ 19010 w 37894"/>
                <a:gd name="connsiteY1" fmla="*/ 30163 h 30163"/>
                <a:gd name="connsiteX2" fmla="*/ 0 w 37894"/>
                <a:gd name="connsiteY2" fmla="*/ 15082 h 30163"/>
                <a:gd name="connsiteX3" fmla="*/ 19010 w 37894"/>
                <a:gd name="connsiteY3" fmla="*/ 0 h 30163"/>
                <a:gd name="connsiteX4" fmla="*/ 37894 w 37894"/>
                <a:gd name="connsiteY4" fmla="*/ 15082 h 30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894" h="30163">
                  <a:moveTo>
                    <a:pt x="37894" y="15082"/>
                  </a:moveTo>
                  <a:cubicBezTo>
                    <a:pt x="37894" y="23446"/>
                    <a:pt x="29403" y="30163"/>
                    <a:pt x="19010" y="30163"/>
                  </a:cubicBezTo>
                  <a:cubicBezTo>
                    <a:pt x="8618" y="30163"/>
                    <a:pt x="0" y="23446"/>
                    <a:pt x="0" y="15082"/>
                  </a:cubicBezTo>
                  <a:cubicBezTo>
                    <a:pt x="0" y="6717"/>
                    <a:pt x="8491" y="0"/>
                    <a:pt x="19010" y="0"/>
                  </a:cubicBezTo>
                  <a:cubicBezTo>
                    <a:pt x="29530" y="0"/>
                    <a:pt x="37894" y="6717"/>
                    <a:pt x="37894" y="1508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50" name="Freeform: Shape 5349">
              <a:extLst>
                <a:ext uri="{FF2B5EF4-FFF2-40B4-BE49-F238E27FC236}">
                  <a16:creationId xmlns:a16="http://schemas.microsoft.com/office/drawing/2014/main" id="{23EF3C50-2935-5DA4-330D-09ED68FDC8E1}"/>
                </a:ext>
              </a:extLst>
            </p:cNvPr>
            <p:cNvSpPr/>
            <p:nvPr/>
          </p:nvSpPr>
          <p:spPr>
            <a:xfrm>
              <a:off x="435719" y="4050638"/>
              <a:ext cx="38020" cy="30163"/>
            </a:xfrm>
            <a:custGeom>
              <a:avLst/>
              <a:gdLst>
                <a:gd name="connsiteX0" fmla="*/ 38021 w 38020"/>
                <a:gd name="connsiteY0" fmla="*/ 15082 h 30163"/>
                <a:gd name="connsiteX1" fmla="*/ 19010 w 38020"/>
                <a:gd name="connsiteY1" fmla="*/ 30163 h 30163"/>
                <a:gd name="connsiteX2" fmla="*/ 0 w 38020"/>
                <a:gd name="connsiteY2" fmla="*/ 15082 h 30163"/>
                <a:gd name="connsiteX3" fmla="*/ 19010 w 38020"/>
                <a:gd name="connsiteY3" fmla="*/ 0 h 30163"/>
                <a:gd name="connsiteX4" fmla="*/ 38021 w 38020"/>
                <a:gd name="connsiteY4" fmla="*/ 15082 h 30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0" h="30163">
                  <a:moveTo>
                    <a:pt x="38021" y="15082"/>
                  </a:moveTo>
                  <a:cubicBezTo>
                    <a:pt x="38021" y="23446"/>
                    <a:pt x="29529" y="30163"/>
                    <a:pt x="19010" y="30163"/>
                  </a:cubicBezTo>
                  <a:cubicBezTo>
                    <a:pt x="8491" y="30163"/>
                    <a:pt x="0" y="23446"/>
                    <a:pt x="0" y="15082"/>
                  </a:cubicBezTo>
                  <a:cubicBezTo>
                    <a:pt x="0" y="6717"/>
                    <a:pt x="8491" y="0"/>
                    <a:pt x="19010" y="0"/>
                  </a:cubicBezTo>
                  <a:cubicBezTo>
                    <a:pt x="29529" y="0"/>
                    <a:pt x="38021" y="6717"/>
                    <a:pt x="38021" y="1508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51" name="Freeform: Shape 5350">
              <a:extLst>
                <a:ext uri="{FF2B5EF4-FFF2-40B4-BE49-F238E27FC236}">
                  <a16:creationId xmlns:a16="http://schemas.microsoft.com/office/drawing/2014/main" id="{3850B6CA-BFB7-EBE1-EEB9-F8BC86095991}"/>
                </a:ext>
              </a:extLst>
            </p:cNvPr>
            <p:cNvSpPr/>
            <p:nvPr/>
          </p:nvSpPr>
          <p:spPr>
            <a:xfrm>
              <a:off x="420003" y="3947728"/>
              <a:ext cx="37006" cy="29402"/>
            </a:xfrm>
            <a:custGeom>
              <a:avLst/>
              <a:gdLst>
                <a:gd name="connsiteX0" fmla="*/ 37007 w 37006"/>
                <a:gd name="connsiteY0" fmla="*/ 14701 h 29402"/>
                <a:gd name="connsiteX1" fmla="*/ 18503 w 37006"/>
                <a:gd name="connsiteY1" fmla="*/ 29403 h 29402"/>
                <a:gd name="connsiteX2" fmla="*/ 0 w 37006"/>
                <a:gd name="connsiteY2" fmla="*/ 14701 h 29402"/>
                <a:gd name="connsiteX3" fmla="*/ 18503 w 37006"/>
                <a:gd name="connsiteY3" fmla="*/ 0 h 29402"/>
                <a:gd name="connsiteX4" fmla="*/ 37007 w 37006"/>
                <a:gd name="connsiteY4" fmla="*/ 14701 h 29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006" h="29402">
                  <a:moveTo>
                    <a:pt x="37007" y="14701"/>
                  </a:moveTo>
                  <a:cubicBezTo>
                    <a:pt x="37007" y="22813"/>
                    <a:pt x="28642" y="29403"/>
                    <a:pt x="18503" y="29403"/>
                  </a:cubicBezTo>
                  <a:cubicBezTo>
                    <a:pt x="8365" y="29403"/>
                    <a:pt x="0" y="22813"/>
                    <a:pt x="0" y="14701"/>
                  </a:cubicBezTo>
                  <a:cubicBezTo>
                    <a:pt x="0" y="6591"/>
                    <a:pt x="8238" y="0"/>
                    <a:pt x="18503" y="0"/>
                  </a:cubicBezTo>
                  <a:cubicBezTo>
                    <a:pt x="28769" y="0"/>
                    <a:pt x="37007" y="6591"/>
                    <a:pt x="37007" y="1470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52" name="Freeform: Shape 5351">
              <a:extLst>
                <a:ext uri="{FF2B5EF4-FFF2-40B4-BE49-F238E27FC236}">
                  <a16:creationId xmlns:a16="http://schemas.microsoft.com/office/drawing/2014/main" id="{6C1AF1CC-9D60-D544-8273-8AAA537F1D87}"/>
                </a:ext>
              </a:extLst>
            </p:cNvPr>
            <p:cNvSpPr/>
            <p:nvPr/>
          </p:nvSpPr>
          <p:spPr>
            <a:xfrm>
              <a:off x="406823" y="3844565"/>
              <a:ext cx="36499" cy="28895"/>
            </a:xfrm>
            <a:custGeom>
              <a:avLst/>
              <a:gdLst>
                <a:gd name="connsiteX0" fmla="*/ 36500 w 36499"/>
                <a:gd name="connsiteY0" fmla="*/ 14448 h 28895"/>
                <a:gd name="connsiteX1" fmla="*/ 18250 w 36499"/>
                <a:gd name="connsiteY1" fmla="*/ 28896 h 28895"/>
                <a:gd name="connsiteX2" fmla="*/ 0 w 36499"/>
                <a:gd name="connsiteY2" fmla="*/ 14448 h 28895"/>
                <a:gd name="connsiteX3" fmla="*/ 18250 w 36499"/>
                <a:gd name="connsiteY3" fmla="*/ 0 h 28895"/>
                <a:gd name="connsiteX4" fmla="*/ 36500 w 36499"/>
                <a:gd name="connsiteY4" fmla="*/ 14448 h 28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99" h="28895">
                  <a:moveTo>
                    <a:pt x="36500" y="14448"/>
                  </a:moveTo>
                  <a:cubicBezTo>
                    <a:pt x="36500" y="22432"/>
                    <a:pt x="28262" y="28896"/>
                    <a:pt x="18250" y="28896"/>
                  </a:cubicBezTo>
                  <a:cubicBezTo>
                    <a:pt x="8238" y="28896"/>
                    <a:pt x="0" y="22432"/>
                    <a:pt x="0" y="14448"/>
                  </a:cubicBezTo>
                  <a:cubicBezTo>
                    <a:pt x="0" y="6463"/>
                    <a:pt x="8238" y="0"/>
                    <a:pt x="18250" y="0"/>
                  </a:cubicBezTo>
                  <a:cubicBezTo>
                    <a:pt x="28262" y="0"/>
                    <a:pt x="36500" y="6463"/>
                    <a:pt x="36500" y="1444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53" name="Freeform: Shape 5352">
              <a:extLst>
                <a:ext uri="{FF2B5EF4-FFF2-40B4-BE49-F238E27FC236}">
                  <a16:creationId xmlns:a16="http://schemas.microsoft.com/office/drawing/2014/main" id="{C63B7468-A475-13F4-6571-8934588EEC84}"/>
                </a:ext>
              </a:extLst>
            </p:cNvPr>
            <p:cNvSpPr/>
            <p:nvPr/>
          </p:nvSpPr>
          <p:spPr>
            <a:xfrm>
              <a:off x="396684" y="3741149"/>
              <a:ext cx="35739" cy="28388"/>
            </a:xfrm>
            <a:custGeom>
              <a:avLst/>
              <a:gdLst>
                <a:gd name="connsiteX0" fmla="*/ 35740 w 35739"/>
                <a:gd name="connsiteY0" fmla="*/ 14194 h 28388"/>
                <a:gd name="connsiteX1" fmla="*/ 17870 w 35739"/>
                <a:gd name="connsiteY1" fmla="*/ 28389 h 28388"/>
                <a:gd name="connsiteX2" fmla="*/ 0 w 35739"/>
                <a:gd name="connsiteY2" fmla="*/ 14194 h 28388"/>
                <a:gd name="connsiteX3" fmla="*/ 17870 w 35739"/>
                <a:gd name="connsiteY3" fmla="*/ 0 h 28388"/>
                <a:gd name="connsiteX4" fmla="*/ 35740 w 35739"/>
                <a:gd name="connsiteY4" fmla="*/ 14194 h 28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739" h="28388">
                  <a:moveTo>
                    <a:pt x="35740" y="14194"/>
                  </a:moveTo>
                  <a:cubicBezTo>
                    <a:pt x="35740" y="22052"/>
                    <a:pt x="27755" y="28389"/>
                    <a:pt x="17870" y="28389"/>
                  </a:cubicBezTo>
                  <a:cubicBezTo>
                    <a:pt x="7984" y="28389"/>
                    <a:pt x="0" y="22052"/>
                    <a:pt x="0" y="14194"/>
                  </a:cubicBezTo>
                  <a:cubicBezTo>
                    <a:pt x="0" y="6337"/>
                    <a:pt x="7984" y="0"/>
                    <a:pt x="17870" y="0"/>
                  </a:cubicBezTo>
                  <a:cubicBezTo>
                    <a:pt x="27755" y="0"/>
                    <a:pt x="35740" y="6337"/>
                    <a:pt x="35740" y="141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54" name="Freeform: Shape 5353">
              <a:extLst>
                <a:ext uri="{FF2B5EF4-FFF2-40B4-BE49-F238E27FC236}">
                  <a16:creationId xmlns:a16="http://schemas.microsoft.com/office/drawing/2014/main" id="{609482F3-3C07-0880-B518-E752AB9FF536}"/>
                </a:ext>
              </a:extLst>
            </p:cNvPr>
            <p:cNvSpPr/>
            <p:nvPr/>
          </p:nvSpPr>
          <p:spPr>
            <a:xfrm>
              <a:off x="389587" y="3637732"/>
              <a:ext cx="34979" cy="27628"/>
            </a:xfrm>
            <a:custGeom>
              <a:avLst/>
              <a:gdLst>
                <a:gd name="connsiteX0" fmla="*/ 34979 w 34979"/>
                <a:gd name="connsiteY0" fmla="*/ 13814 h 27628"/>
                <a:gd name="connsiteX1" fmla="*/ 17490 w 34979"/>
                <a:gd name="connsiteY1" fmla="*/ 27628 h 27628"/>
                <a:gd name="connsiteX2" fmla="*/ 0 w 34979"/>
                <a:gd name="connsiteY2" fmla="*/ 13814 h 27628"/>
                <a:gd name="connsiteX3" fmla="*/ 17490 w 34979"/>
                <a:gd name="connsiteY3" fmla="*/ 0 h 27628"/>
                <a:gd name="connsiteX4" fmla="*/ 34979 w 34979"/>
                <a:gd name="connsiteY4" fmla="*/ 13814 h 27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979" h="27628">
                  <a:moveTo>
                    <a:pt x="34979" y="13814"/>
                  </a:moveTo>
                  <a:cubicBezTo>
                    <a:pt x="34979" y="21545"/>
                    <a:pt x="27122" y="27628"/>
                    <a:pt x="17490" y="27628"/>
                  </a:cubicBezTo>
                  <a:cubicBezTo>
                    <a:pt x="7858" y="27628"/>
                    <a:pt x="0" y="21418"/>
                    <a:pt x="0" y="13814"/>
                  </a:cubicBezTo>
                  <a:cubicBezTo>
                    <a:pt x="0" y="6210"/>
                    <a:pt x="7858" y="0"/>
                    <a:pt x="17490" y="0"/>
                  </a:cubicBezTo>
                  <a:cubicBezTo>
                    <a:pt x="27122" y="0"/>
                    <a:pt x="34979" y="6210"/>
                    <a:pt x="34979" y="1381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55" name="Freeform: Shape 5354">
              <a:extLst>
                <a:ext uri="{FF2B5EF4-FFF2-40B4-BE49-F238E27FC236}">
                  <a16:creationId xmlns:a16="http://schemas.microsoft.com/office/drawing/2014/main" id="{C56B98D3-9095-572F-5BB7-D80BA53BC3CD}"/>
                </a:ext>
              </a:extLst>
            </p:cNvPr>
            <p:cNvSpPr/>
            <p:nvPr/>
          </p:nvSpPr>
          <p:spPr>
            <a:xfrm>
              <a:off x="385531" y="3534062"/>
              <a:ext cx="34218" cy="27121"/>
            </a:xfrm>
            <a:custGeom>
              <a:avLst/>
              <a:gdLst>
                <a:gd name="connsiteX0" fmla="*/ 34219 w 34218"/>
                <a:gd name="connsiteY0" fmla="*/ 13560 h 27121"/>
                <a:gd name="connsiteX1" fmla="*/ 17109 w 34218"/>
                <a:gd name="connsiteY1" fmla="*/ 27121 h 27121"/>
                <a:gd name="connsiteX2" fmla="*/ 0 w 34218"/>
                <a:gd name="connsiteY2" fmla="*/ 13560 h 27121"/>
                <a:gd name="connsiteX3" fmla="*/ 17109 w 34218"/>
                <a:gd name="connsiteY3" fmla="*/ 0 h 27121"/>
                <a:gd name="connsiteX4" fmla="*/ 34219 w 34218"/>
                <a:gd name="connsiteY4" fmla="*/ 13560 h 27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218" h="27121">
                  <a:moveTo>
                    <a:pt x="34219" y="13560"/>
                  </a:moveTo>
                  <a:cubicBezTo>
                    <a:pt x="34219" y="21038"/>
                    <a:pt x="26615" y="27121"/>
                    <a:pt x="17109" y="27121"/>
                  </a:cubicBezTo>
                  <a:cubicBezTo>
                    <a:pt x="7604" y="27121"/>
                    <a:pt x="0" y="21038"/>
                    <a:pt x="0" y="13560"/>
                  </a:cubicBezTo>
                  <a:cubicBezTo>
                    <a:pt x="0" y="6083"/>
                    <a:pt x="7604" y="0"/>
                    <a:pt x="17109" y="0"/>
                  </a:cubicBezTo>
                  <a:cubicBezTo>
                    <a:pt x="26615" y="0"/>
                    <a:pt x="34219" y="6083"/>
                    <a:pt x="34219" y="1356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56" name="Freeform: Shape 5355">
              <a:extLst>
                <a:ext uri="{FF2B5EF4-FFF2-40B4-BE49-F238E27FC236}">
                  <a16:creationId xmlns:a16="http://schemas.microsoft.com/office/drawing/2014/main" id="{9A7FD652-F7D6-73C0-2961-24DE46FAAD8D}"/>
                </a:ext>
              </a:extLst>
            </p:cNvPr>
            <p:cNvSpPr/>
            <p:nvPr/>
          </p:nvSpPr>
          <p:spPr>
            <a:xfrm>
              <a:off x="384264" y="3430265"/>
              <a:ext cx="33711" cy="26614"/>
            </a:xfrm>
            <a:custGeom>
              <a:avLst/>
              <a:gdLst>
                <a:gd name="connsiteX0" fmla="*/ 33712 w 33711"/>
                <a:gd name="connsiteY0" fmla="*/ 13307 h 26614"/>
                <a:gd name="connsiteX1" fmla="*/ 16856 w 33711"/>
                <a:gd name="connsiteY1" fmla="*/ 26615 h 26614"/>
                <a:gd name="connsiteX2" fmla="*/ 0 w 33711"/>
                <a:gd name="connsiteY2" fmla="*/ 13307 h 26614"/>
                <a:gd name="connsiteX3" fmla="*/ 16856 w 33711"/>
                <a:gd name="connsiteY3" fmla="*/ 0 h 26614"/>
                <a:gd name="connsiteX4" fmla="*/ 33712 w 33711"/>
                <a:gd name="connsiteY4" fmla="*/ 13307 h 26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1" h="26614">
                  <a:moveTo>
                    <a:pt x="33712" y="13307"/>
                  </a:moveTo>
                  <a:cubicBezTo>
                    <a:pt x="33712" y="20658"/>
                    <a:pt x="26234" y="26615"/>
                    <a:pt x="16856" y="26615"/>
                  </a:cubicBezTo>
                  <a:cubicBezTo>
                    <a:pt x="7477" y="26615"/>
                    <a:pt x="0" y="20658"/>
                    <a:pt x="0" y="13307"/>
                  </a:cubicBezTo>
                  <a:cubicBezTo>
                    <a:pt x="0" y="5957"/>
                    <a:pt x="7477" y="0"/>
                    <a:pt x="16856" y="0"/>
                  </a:cubicBezTo>
                  <a:cubicBezTo>
                    <a:pt x="26234" y="0"/>
                    <a:pt x="33712" y="5957"/>
                    <a:pt x="33712" y="1330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57" name="Freeform: Shape 5356">
              <a:extLst>
                <a:ext uri="{FF2B5EF4-FFF2-40B4-BE49-F238E27FC236}">
                  <a16:creationId xmlns:a16="http://schemas.microsoft.com/office/drawing/2014/main" id="{0CECC6DE-0582-30B5-1339-478F9CA624C8}"/>
                </a:ext>
              </a:extLst>
            </p:cNvPr>
            <p:cNvSpPr/>
            <p:nvPr/>
          </p:nvSpPr>
          <p:spPr>
            <a:xfrm>
              <a:off x="386292" y="3326596"/>
              <a:ext cx="32697" cy="26107"/>
            </a:xfrm>
            <a:custGeom>
              <a:avLst/>
              <a:gdLst>
                <a:gd name="connsiteX0" fmla="*/ 32698 w 32697"/>
                <a:gd name="connsiteY0" fmla="*/ 13054 h 26107"/>
                <a:gd name="connsiteX1" fmla="*/ 16349 w 32697"/>
                <a:gd name="connsiteY1" fmla="*/ 26108 h 26107"/>
                <a:gd name="connsiteX2" fmla="*/ 0 w 32697"/>
                <a:gd name="connsiteY2" fmla="*/ 13054 h 26107"/>
                <a:gd name="connsiteX3" fmla="*/ 16349 w 32697"/>
                <a:gd name="connsiteY3" fmla="*/ 0 h 26107"/>
                <a:gd name="connsiteX4" fmla="*/ 32698 w 32697"/>
                <a:gd name="connsiteY4" fmla="*/ 13054 h 2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97" h="26107">
                  <a:moveTo>
                    <a:pt x="32698" y="13054"/>
                  </a:moveTo>
                  <a:cubicBezTo>
                    <a:pt x="32698" y="20277"/>
                    <a:pt x="25347" y="26108"/>
                    <a:pt x="16349" y="26108"/>
                  </a:cubicBezTo>
                  <a:cubicBezTo>
                    <a:pt x="7351" y="26108"/>
                    <a:pt x="0" y="20277"/>
                    <a:pt x="0" y="13054"/>
                  </a:cubicBezTo>
                  <a:cubicBezTo>
                    <a:pt x="0" y="5830"/>
                    <a:pt x="7351" y="0"/>
                    <a:pt x="16349" y="0"/>
                  </a:cubicBezTo>
                  <a:cubicBezTo>
                    <a:pt x="25347" y="0"/>
                    <a:pt x="32698" y="5830"/>
                    <a:pt x="32698" y="1305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58" name="Freeform: Shape 5357">
              <a:extLst>
                <a:ext uri="{FF2B5EF4-FFF2-40B4-BE49-F238E27FC236}">
                  <a16:creationId xmlns:a16="http://schemas.microsoft.com/office/drawing/2014/main" id="{BA47C970-A457-7BB0-F1FB-54A9F341E341}"/>
                </a:ext>
              </a:extLst>
            </p:cNvPr>
            <p:cNvSpPr/>
            <p:nvPr/>
          </p:nvSpPr>
          <p:spPr>
            <a:xfrm>
              <a:off x="391234" y="3223052"/>
              <a:ext cx="31937" cy="25347"/>
            </a:xfrm>
            <a:custGeom>
              <a:avLst/>
              <a:gdLst>
                <a:gd name="connsiteX0" fmla="*/ 31937 w 31937"/>
                <a:gd name="connsiteY0" fmla="*/ 12674 h 25347"/>
                <a:gd name="connsiteX1" fmla="*/ 15969 w 31937"/>
                <a:gd name="connsiteY1" fmla="*/ 25347 h 25347"/>
                <a:gd name="connsiteX2" fmla="*/ 0 w 31937"/>
                <a:gd name="connsiteY2" fmla="*/ 12674 h 25347"/>
                <a:gd name="connsiteX3" fmla="*/ 15969 w 31937"/>
                <a:gd name="connsiteY3" fmla="*/ 0 h 25347"/>
                <a:gd name="connsiteX4" fmla="*/ 31937 w 31937"/>
                <a:gd name="connsiteY4" fmla="*/ 12674 h 25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937" h="25347">
                  <a:moveTo>
                    <a:pt x="31937" y="12674"/>
                  </a:moveTo>
                  <a:cubicBezTo>
                    <a:pt x="31937" y="19644"/>
                    <a:pt x="24713" y="25347"/>
                    <a:pt x="15969" y="25347"/>
                  </a:cubicBezTo>
                  <a:cubicBezTo>
                    <a:pt x="7224" y="25347"/>
                    <a:pt x="0" y="19644"/>
                    <a:pt x="0" y="12674"/>
                  </a:cubicBezTo>
                  <a:cubicBezTo>
                    <a:pt x="0" y="5703"/>
                    <a:pt x="7224" y="0"/>
                    <a:pt x="15969" y="0"/>
                  </a:cubicBezTo>
                  <a:cubicBezTo>
                    <a:pt x="24713" y="0"/>
                    <a:pt x="31937" y="5703"/>
                    <a:pt x="31937" y="1267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59" name="Freeform: Shape 5358">
              <a:extLst>
                <a:ext uri="{FF2B5EF4-FFF2-40B4-BE49-F238E27FC236}">
                  <a16:creationId xmlns:a16="http://schemas.microsoft.com/office/drawing/2014/main" id="{36705251-F551-393A-B022-84885F915E12}"/>
                </a:ext>
              </a:extLst>
            </p:cNvPr>
            <p:cNvSpPr/>
            <p:nvPr/>
          </p:nvSpPr>
          <p:spPr>
            <a:xfrm>
              <a:off x="398839" y="3119382"/>
              <a:ext cx="31430" cy="24840"/>
            </a:xfrm>
            <a:custGeom>
              <a:avLst/>
              <a:gdLst>
                <a:gd name="connsiteX0" fmla="*/ 31431 w 31430"/>
                <a:gd name="connsiteY0" fmla="*/ 12420 h 24840"/>
                <a:gd name="connsiteX1" fmla="*/ 15715 w 31430"/>
                <a:gd name="connsiteY1" fmla="*/ 24840 h 24840"/>
                <a:gd name="connsiteX2" fmla="*/ 0 w 31430"/>
                <a:gd name="connsiteY2" fmla="*/ 12420 h 24840"/>
                <a:gd name="connsiteX3" fmla="*/ 15715 w 31430"/>
                <a:gd name="connsiteY3" fmla="*/ 0 h 24840"/>
                <a:gd name="connsiteX4" fmla="*/ 31431 w 31430"/>
                <a:gd name="connsiteY4" fmla="*/ 12420 h 2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30" h="24840">
                  <a:moveTo>
                    <a:pt x="31431" y="12420"/>
                  </a:moveTo>
                  <a:cubicBezTo>
                    <a:pt x="31431" y="19264"/>
                    <a:pt x="24333" y="24840"/>
                    <a:pt x="15715" y="24840"/>
                  </a:cubicBezTo>
                  <a:cubicBezTo>
                    <a:pt x="7097" y="24840"/>
                    <a:pt x="0" y="19264"/>
                    <a:pt x="0" y="12420"/>
                  </a:cubicBezTo>
                  <a:cubicBezTo>
                    <a:pt x="0" y="5576"/>
                    <a:pt x="6970" y="0"/>
                    <a:pt x="15715" y="0"/>
                  </a:cubicBezTo>
                  <a:cubicBezTo>
                    <a:pt x="24460" y="0"/>
                    <a:pt x="31431" y="5576"/>
                    <a:pt x="31431" y="1242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60" name="Freeform: Shape 5359">
              <a:extLst>
                <a:ext uri="{FF2B5EF4-FFF2-40B4-BE49-F238E27FC236}">
                  <a16:creationId xmlns:a16="http://schemas.microsoft.com/office/drawing/2014/main" id="{6A77A084-761F-D549-2EE3-DD0224224020}"/>
                </a:ext>
              </a:extLst>
            </p:cNvPr>
            <p:cNvSpPr/>
            <p:nvPr/>
          </p:nvSpPr>
          <p:spPr>
            <a:xfrm>
              <a:off x="409991" y="3016472"/>
              <a:ext cx="29909" cy="23572"/>
            </a:xfrm>
            <a:custGeom>
              <a:avLst/>
              <a:gdLst>
                <a:gd name="connsiteX0" fmla="*/ 29910 w 29909"/>
                <a:gd name="connsiteY0" fmla="*/ 11787 h 23572"/>
                <a:gd name="connsiteX1" fmla="*/ 14955 w 29909"/>
                <a:gd name="connsiteY1" fmla="*/ 23573 h 23572"/>
                <a:gd name="connsiteX2" fmla="*/ 0 w 29909"/>
                <a:gd name="connsiteY2" fmla="*/ 11787 h 23572"/>
                <a:gd name="connsiteX3" fmla="*/ 14955 w 29909"/>
                <a:gd name="connsiteY3" fmla="*/ 0 h 23572"/>
                <a:gd name="connsiteX4" fmla="*/ 29910 w 29909"/>
                <a:gd name="connsiteY4" fmla="*/ 11787 h 2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909" h="23572">
                  <a:moveTo>
                    <a:pt x="29910" y="11787"/>
                  </a:moveTo>
                  <a:cubicBezTo>
                    <a:pt x="29910" y="18377"/>
                    <a:pt x="23193" y="23573"/>
                    <a:pt x="14955" y="23573"/>
                  </a:cubicBezTo>
                  <a:cubicBezTo>
                    <a:pt x="6717" y="23573"/>
                    <a:pt x="0" y="18250"/>
                    <a:pt x="0" y="11787"/>
                  </a:cubicBezTo>
                  <a:cubicBezTo>
                    <a:pt x="0" y="5323"/>
                    <a:pt x="6717" y="0"/>
                    <a:pt x="14955" y="0"/>
                  </a:cubicBezTo>
                  <a:cubicBezTo>
                    <a:pt x="23193" y="0"/>
                    <a:pt x="29910" y="5323"/>
                    <a:pt x="29910" y="1178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61" name="Freeform: Shape 5360">
              <a:extLst>
                <a:ext uri="{FF2B5EF4-FFF2-40B4-BE49-F238E27FC236}">
                  <a16:creationId xmlns:a16="http://schemas.microsoft.com/office/drawing/2014/main" id="{B591B4E7-F8FE-F908-797B-5BB27671D47A}"/>
                </a:ext>
              </a:extLst>
            </p:cNvPr>
            <p:cNvSpPr/>
            <p:nvPr/>
          </p:nvSpPr>
          <p:spPr>
            <a:xfrm>
              <a:off x="423806" y="2913056"/>
              <a:ext cx="29276" cy="23319"/>
            </a:xfrm>
            <a:custGeom>
              <a:avLst/>
              <a:gdLst>
                <a:gd name="connsiteX0" fmla="*/ 29276 w 29276"/>
                <a:gd name="connsiteY0" fmla="*/ 11660 h 23319"/>
                <a:gd name="connsiteX1" fmla="*/ 14701 w 29276"/>
                <a:gd name="connsiteY1" fmla="*/ 23320 h 23319"/>
                <a:gd name="connsiteX2" fmla="*/ 0 w 29276"/>
                <a:gd name="connsiteY2" fmla="*/ 11660 h 23319"/>
                <a:gd name="connsiteX3" fmla="*/ 14701 w 29276"/>
                <a:gd name="connsiteY3" fmla="*/ 0 h 23319"/>
                <a:gd name="connsiteX4" fmla="*/ 29276 w 29276"/>
                <a:gd name="connsiteY4" fmla="*/ 11660 h 23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276" h="23319">
                  <a:moveTo>
                    <a:pt x="29276" y="11660"/>
                  </a:moveTo>
                  <a:cubicBezTo>
                    <a:pt x="29276" y="18123"/>
                    <a:pt x="22686" y="23320"/>
                    <a:pt x="14701" y="23320"/>
                  </a:cubicBezTo>
                  <a:cubicBezTo>
                    <a:pt x="6717" y="23320"/>
                    <a:pt x="0" y="18123"/>
                    <a:pt x="0" y="11660"/>
                  </a:cubicBezTo>
                  <a:cubicBezTo>
                    <a:pt x="0" y="5196"/>
                    <a:pt x="6590" y="0"/>
                    <a:pt x="14701" y="0"/>
                  </a:cubicBezTo>
                  <a:cubicBezTo>
                    <a:pt x="22813" y="0"/>
                    <a:pt x="29276" y="5196"/>
                    <a:pt x="29276" y="1166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62" name="Freeform: Shape 5361">
              <a:extLst>
                <a:ext uri="{FF2B5EF4-FFF2-40B4-BE49-F238E27FC236}">
                  <a16:creationId xmlns:a16="http://schemas.microsoft.com/office/drawing/2014/main" id="{A67009B6-09BA-05BE-E1F4-5D2AA67AFB1B}"/>
                </a:ext>
              </a:extLst>
            </p:cNvPr>
            <p:cNvSpPr/>
            <p:nvPr/>
          </p:nvSpPr>
          <p:spPr>
            <a:xfrm>
              <a:off x="440535" y="2810273"/>
              <a:ext cx="28515" cy="22559"/>
            </a:xfrm>
            <a:custGeom>
              <a:avLst/>
              <a:gdLst>
                <a:gd name="connsiteX0" fmla="*/ 28516 w 28515"/>
                <a:gd name="connsiteY0" fmla="*/ 11280 h 22559"/>
                <a:gd name="connsiteX1" fmla="*/ 14194 w 28515"/>
                <a:gd name="connsiteY1" fmla="*/ 22559 h 22559"/>
                <a:gd name="connsiteX2" fmla="*/ 0 w 28515"/>
                <a:gd name="connsiteY2" fmla="*/ 11280 h 22559"/>
                <a:gd name="connsiteX3" fmla="*/ 14194 w 28515"/>
                <a:gd name="connsiteY3" fmla="*/ 0 h 22559"/>
                <a:gd name="connsiteX4" fmla="*/ 28516 w 28515"/>
                <a:gd name="connsiteY4" fmla="*/ 11280 h 22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15" h="22559">
                  <a:moveTo>
                    <a:pt x="28516" y="11280"/>
                  </a:moveTo>
                  <a:cubicBezTo>
                    <a:pt x="28516" y="17490"/>
                    <a:pt x="22179" y="22559"/>
                    <a:pt x="14194" y="22559"/>
                  </a:cubicBezTo>
                  <a:cubicBezTo>
                    <a:pt x="6210" y="22559"/>
                    <a:pt x="0" y="17490"/>
                    <a:pt x="0" y="11280"/>
                  </a:cubicBezTo>
                  <a:cubicBezTo>
                    <a:pt x="0" y="5070"/>
                    <a:pt x="6337" y="0"/>
                    <a:pt x="14194" y="0"/>
                  </a:cubicBezTo>
                  <a:cubicBezTo>
                    <a:pt x="22052" y="0"/>
                    <a:pt x="28516" y="5070"/>
                    <a:pt x="28516" y="1128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63" name="Freeform: Shape 5362">
              <a:extLst>
                <a:ext uri="{FF2B5EF4-FFF2-40B4-BE49-F238E27FC236}">
                  <a16:creationId xmlns:a16="http://schemas.microsoft.com/office/drawing/2014/main" id="{A230D754-2891-ED08-9D9C-854859441A8C}"/>
                </a:ext>
              </a:extLst>
            </p:cNvPr>
            <p:cNvSpPr/>
            <p:nvPr/>
          </p:nvSpPr>
          <p:spPr>
            <a:xfrm>
              <a:off x="460686" y="2707997"/>
              <a:ext cx="26868" cy="21291"/>
            </a:xfrm>
            <a:custGeom>
              <a:avLst/>
              <a:gdLst>
                <a:gd name="connsiteX0" fmla="*/ 26868 w 26868"/>
                <a:gd name="connsiteY0" fmla="*/ 10646 h 21291"/>
                <a:gd name="connsiteX1" fmla="*/ 13434 w 26868"/>
                <a:gd name="connsiteY1" fmla="*/ 21292 h 21291"/>
                <a:gd name="connsiteX2" fmla="*/ 0 w 26868"/>
                <a:gd name="connsiteY2" fmla="*/ 10646 h 21291"/>
                <a:gd name="connsiteX3" fmla="*/ 13434 w 26868"/>
                <a:gd name="connsiteY3" fmla="*/ 0 h 21291"/>
                <a:gd name="connsiteX4" fmla="*/ 26868 w 26868"/>
                <a:gd name="connsiteY4" fmla="*/ 10646 h 2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68" h="21291">
                  <a:moveTo>
                    <a:pt x="26868" y="10646"/>
                  </a:moveTo>
                  <a:cubicBezTo>
                    <a:pt x="26868" y="16476"/>
                    <a:pt x="20911" y="21292"/>
                    <a:pt x="13434" y="21292"/>
                  </a:cubicBezTo>
                  <a:cubicBezTo>
                    <a:pt x="5957" y="21292"/>
                    <a:pt x="0" y="16476"/>
                    <a:pt x="0" y="10646"/>
                  </a:cubicBezTo>
                  <a:cubicBezTo>
                    <a:pt x="0" y="4816"/>
                    <a:pt x="5957" y="0"/>
                    <a:pt x="13434" y="0"/>
                  </a:cubicBezTo>
                  <a:cubicBezTo>
                    <a:pt x="20911" y="0"/>
                    <a:pt x="26868" y="4816"/>
                    <a:pt x="26868" y="1064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64" name="Freeform: Shape 5363">
              <a:extLst>
                <a:ext uri="{FF2B5EF4-FFF2-40B4-BE49-F238E27FC236}">
                  <a16:creationId xmlns:a16="http://schemas.microsoft.com/office/drawing/2014/main" id="{22928821-6ACA-9533-9A17-5E02A29A25B5}"/>
                </a:ext>
              </a:extLst>
            </p:cNvPr>
            <p:cNvSpPr/>
            <p:nvPr/>
          </p:nvSpPr>
          <p:spPr>
            <a:xfrm>
              <a:off x="483118" y="2605848"/>
              <a:ext cx="26361" cy="20784"/>
            </a:xfrm>
            <a:custGeom>
              <a:avLst/>
              <a:gdLst>
                <a:gd name="connsiteX0" fmla="*/ 26361 w 26361"/>
                <a:gd name="connsiteY0" fmla="*/ 10392 h 20784"/>
                <a:gd name="connsiteX1" fmla="*/ 13181 w 26361"/>
                <a:gd name="connsiteY1" fmla="*/ 20785 h 20784"/>
                <a:gd name="connsiteX2" fmla="*/ 0 w 26361"/>
                <a:gd name="connsiteY2" fmla="*/ 10392 h 20784"/>
                <a:gd name="connsiteX3" fmla="*/ 13181 w 26361"/>
                <a:gd name="connsiteY3" fmla="*/ 0 h 20784"/>
                <a:gd name="connsiteX4" fmla="*/ 26361 w 26361"/>
                <a:gd name="connsiteY4" fmla="*/ 10392 h 20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61" h="20784">
                  <a:moveTo>
                    <a:pt x="26361" y="10392"/>
                  </a:moveTo>
                  <a:cubicBezTo>
                    <a:pt x="26361" y="16222"/>
                    <a:pt x="20404" y="20785"/>
                    <a:pt x="13181" y="20785"/>
                  </a:cubicBezTo>
                  <a:cubicBezTo>
                    <a:pt x="5957" y="20785"/>
                    <a:pt x="0" y="16096"/>
                    <a:pt x="0" y="10392"/>
                  </a:cubicBezTo>
                  <a:cubicBezTo>
                    <a:pt x="0" y="4689"/>
                    <a:pt x="5830" y="0"/>
                    <a:pt x="13181" y="0"/>
                  </a:cubicBezTo>
                  <a:cubicBezTo>
                    <a:pt x="20531" y="0"/>
                    <a:pt x="26361" y="4689"/>
                    <a:pt x="26361" y="1039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65" name="Freeform: Shape 5364">
              <a:extLst>
                <a:ext uri="{FF2B5EF4-FFF2-40B4-BE49-F238E27FC236}">
                  <a16:creationId xmlns:a16="http://schemas.microsoft.com/office/drawing/2014/main" id="{A6AFBACE-3635-23A7-D2CB-18D6ED1EAFBD}"/>
                </a:ext>
              </a:extLst>
            </p:cNvPr>
            <p:cNvSpPr/>
            <p:nvPr/>
          </p:nvSpPr>
          <p:spPr>
            <a:xfrm>
              <a:off x="508845" y="2504079"/>
              <a:ext cx="25600" cy="20277"/>
            </a:xfrm>
            <a:custGeom>
              <a:avLst/>
              <a:gdLst>
                <a:gd name="connsiteX0" fmla="*/ 25601 w 25600"/>
                <a:gd name="connsiteY0" fmla="*/ 10139 h 20277"/>
                <a:gd name="connsiteX1" fmla="*/ 12800 w 25600"/>
                <a:gd name="connsiteY1" fmla="*/ 20278 h 20277"/>
                <a:gd name="connsiteX2" fmla="*/ 0 w 25600"/>
                <a:gd name="connsiteY2" fmla="*/ 10139 h 20277"/>
                <a:gd name="connsiteX3" fmla="*/ 12800 w 25600"/>
                <a:gd name="connsiteY3" fmla="*/ 0 h 20277"/>
                <a:gd name="connsiteX4" fmla="*/ 25601 w 25600"/>
                <a:gd name="connsiteY4" fmla="*/ 10139 h 2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00" h="20277">
                  <a:moveTo>
                    <a:pt x="25601" y="10139"/>
                  </a:moveTo>
                  <a:cubicBezTo>
                    <a:pt x="25601" y="15715"/>
                    <a:pt x="19898" y="20278"/>
                    <a:pt x="12800" y="20278"/>
                  </a:cubicBezTo>
                  <a:cubicBezTo>
                    <a:pt x="5703" y="20278"/>
                    <a:pt x="0" y="15715"/>
                    <a:pt x="0" y="10139"/>
                  </a:cubicBezTo>
                  <a:cubicBezTo>
                    <a:pt x="0" y="4563"/>
                    <a:pt x="5703" y="0"/>
                    <a:pt x="12800" y="0"/>
                  </a:cubicBezTo>
                  <a:cubicBezTo>
                    <a:pt x="19898" y="0"/>
                    <a:pt x="25601" y="4563"/>
                    <a:pt x="25601" y="1013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66" name="Freeform: Shape 5365">
              <a:extLst>
                <a:ext uri="{FF2B5EF4-FFF2-40B4-BE49-F238E27FC236}">
                  <a16:creationId xmlns:a16="http://schemas.microsoft.com/office/drawing/2014/main" id="{D38061F9-F30C-244E-DCA3-5369CF9024C5}"/>
                </a:ext>
              </a:extLst>
            </p:cNvPr>
            <p:cNvSpPr/>
            <p:nvPr/>
          </p:nvSpPr>
          <p:spPr>
            <a:xfrm>
              <a:off x="537361" y="2402817"/>
              <a:ext cx="24713" cy="19517"/>
            </a:xfrm>
            <a:custGeom>
              <a:avLst/>
              <a:gdLst>
                <a:gd name="connsiteX0" fmla="*/ 24713 w 24713"/>
                <a:gd name="connsiteY0" fmla="*/ 9759 h 19517"/>
                <a:gd name="connsiteX1" fmla="*/ 12420 w 24713"/>
                <a:gd name="connsiteY1" fmla="*/ 19517 h 19517"/>
                <a:gd name="connsiteX2" fmla="*/ 0 w 24713"/>
                <a:gd name="connsiteY2" fmla="*/ 9759 h 19517"/>
                <a:gd name="connsiteX3" fmla="*/ 12420 w 24713"/>
                <a:gd name="connsiteY3" fmla="*/ 0 h 19517"/>
                <a:gd name="connsiteX4" fmla="*/ 24713 w 24713"/>
                <a:gd name="connsiteY4" fmla="*/ 9759 h 19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713" h="19517">
                  <a:moveTo>
                    <a:pt x="24713" y="9759"/>
                  </a:moveTo>
                  <a:cubicBezTo>
                    <a:pt x="24713" y="15208"/>
                    <a:pt x="19137" y="19517"/>
                    <a:pt x="12420" y="19517"/>
                  </a:cubicBezTo>
                  <a:cubicBezTo>
                    <a:pt x="5703" y="19517"/>
                    <a:pt x="0" y="15082"/>
                    <a:pt x="0" y="9759"/>
                  </a:cubicBezTo>
                  <a:cubicBezTo>
                    <a:pt x="0" y="4436"/>
                    <a:pt x="5576" y="0"/>
                    <a:pt x="12420" y="0"/>
                  </a:cubicBezTo>
                  <a:cubicBezTo>
                    <a:pt x="19264" y="0"/>
                    <a:pt x="24713" y="4436"/>
                    <a:pt x="24713" y="975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67" name="Freeform: Shape 5366">
              <a:extLst>
                <a:ext uri="{FF2B5EF4-FFF2-40B4-BE49-F238E27FC236}">
                  <a16:creationId xmlns:a16="http://schemas.microsoft.com/office/drawing/2014/main" id="{F064908D-B0E4-0EC3-9642-C562FA59C583}"/>
                </a:ext>
              </a:extLst>
            </p:cNvPr>
            <p:cNvSpPr/>
            <p:nvPr/>
          </p:nvSpPr>
          <p:spPr>
            <a:xfrm>
              <a:off x="568665" y="2302062"/>
              <a:ext cx="24079" cy="19010"/>
            </a:xfrm>
            <a:custGeom>
              <a:avLst/>
              <a:gdLst>
                <a:gd name="connsiteX0" fmla="*/ 24080 w 24079"/>
                <a:gd name="connsiteY0" fmla="*/ 9505 h 19010"/>
                <a:gd name="connsiteX1" fmla="*/ 12040 w 24079"/>
                <a:gd name="connsiteY1" fmla="*/ 19010 h 19010"/>
                <a:gd name="connsiteX2" fmla="*/ 0 w 24079"/>
                <a:gd name="connsiteY2" fmla="*/ 9505 h 19010"/>
                <a:gd name="connsiteX3" fmla="*/ 12040 w 24079"/>
                <a:gd name="connsiteY3" fmla="*/ 0 h 19010"/>
                <a:gd name="connsiteX4" fmla="*/ 24080 w 24079"/>
                <a:gd name="connsiteY4" fmla="*/ 9505 h 19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79" h="19010">
                  <a:moveTo>
                    <a:pt x="24080" y="9505"/>
                  </a:moveTo>
                  <a:cubicBezTo>
                    <a:pt x="24080" y="14701"/>
                    <a:pt x="18757" y="19010"/>
                    <a:pt x="12040" y="19010"/>
                  </a:cubicBezTo>
                  <a:cubicBezTo>
                    <a:pt x="5323" y="19010"/>
                    <a:pt x="0" y="14701"/>
                    <a:pt x="0" y="9505"/>
                  </a:cubicBezTo>
                  <a:cubicBezTo>
                    <a:pt x="0" y="4309"/>
                    <a:pt x="5323" y="0"/>
                    <a:pt x="12040" y="0"/>
                  </a:cubicBezTo>
                  <a:cubicBezTo>
                    <a:pt x="18757" y="0"/>
                    <a:pt x="24080" y="4309"/>
                    <a:pt x="24080" y="950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68" name="Freeform: Shape 5367">
              <a:extLst>
                <a:ext uri="{FF2B5EF4-FFF2-40B4-BE49-F238E27FC236}">
                  <a16:creationId xmlns:a16="http://schemas.microsoft.com/office/drawing/2014/main" id="{FD1E295A-091B-8592-CDE5-05C007078B16}"/>
                </a:ext>
              </a:extLst>
            </p:cNvPr>
            <p:cNvSpPr/>
            <p:nvPr/>
          </p:nvSpPr>
          <p:spPr>
            <a:xfrm>
              <a:off x="603390" y="2202194"/>
              <a:ext cx="22558" cy="17869"/>
            </a:xfrm>
            <a:custGeom>
              <a:avLst/>
              <a:gdLst>
                <a:gd name="connsiteX0" fmla="*/ 22559 w 22558"/>
                <a:gd name="connsiteY0" fmla="*/ 8871 h 17869"/>
                <a:gd name="connsiteX1" fmla="*/ 11279 w 22558"/>
                <a:gd name="connsiteY1" fmla="*/ 17870 h 17869"/>
                <a:gd name="connsiteX2" fmla="*/ 0 w 22558"/>
                <a:gd name="connsiteY2" fmla="*/ 8871 h 17869"/>
                <a:gd name="connsiteX3" fmla="*/ 11279 w 22558"/>
                <a:gd name="connsiteY3" fmla="*/ 0 h 17869"/>
                <a:gd name="connsiteX4" fmla="*/ 22559 w 22558"/>
                <a:gd name="connsiteY4" fmla="*/ 8871 h 1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8" h="17869">
                  <a:moveTo>
                    <a:pt x="22559" y="8871"/>
                  </a:moveTo>
                  <a:cubicBezTo>
                    <a:pt x="22559" y="13814"/>
                    <a:pt x="17490" y="17870"/>
                    <a:pt x="11279" y="17870"/>
                  </a:cubicBezTo>
                  <a:cubicBezTo>
                    <a:pt x="5069" y="17870"/>
                    <a:pt x="0" y="13814"/>
                    <a:pt x="0" y="8871"/>
                  </a:cubicBezTo>
                  <a:cubicBezTo>
                    <a:pt x="0" y="3929"/>
                    <a:pt x="5069" y="0"/>
                    <a:pt x="11279" y="0"/>
                  </a:cubicBezTo>
                  <a:cubicBezTo>
                    <a:pt x="17490" y="0"/>
                    <a:pt x="22559" y="4056"/>
                    <a:pt x="22559" y="887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69" name="Freeform: Shape 5368">
              <a:extLst>
                <a:ext uri="{FF2B5EF4-FFF2-40B4-BE49-F238E27FC236}">
                  <a16:creationId xmlns:a16="http://schemas.microsoft.com/office/drawing/2014/main" id="{E11B3D0D-4985-A05C-5F62-54666B76892E}"/>
                </a:ext>
              </a:extLst>
            </p:cNvPr>
            <p:cNvSpPr/>
            <p:nvPr/>
          </p:nvSpPr>
          <p:spPr>
            <a:xfrm>
              <a:off x="640651" y="2102706"/>
              <a:ext cx="21798" cy="17236"/>
            </a:xfrm>
            <a:custGeom>
              <a:avLst/>
              <a:gdLst>
                <a:gd name="connsiteX0" fmla="*/ 21799 w 21798"/>
                <a:gd name="connsiteY0" fmla="*/ 8618 h 17236"/>
                <a:gd name="connsiteX1" fmla="*/ 10899 w 21798"/>
                <a:gd name="connsiteY1" fmla="*/ 17236 h 17236"/>
                <a:gd name="connsiteX2" fmla="*/ 0 w 21798"/>
                <a:gd name="connsiteY2" fmla="*/ 8618 h 17236"/>
                <a:gd name="connsiteX3" fmla="*/ 10899 w 21798"/>
                <a:gd name="connsiteY3" fmla="*/ 0 h 17236"/>
                <a:gd name="connsiteX4" fmla="*/ 21799 w 21798"/>
                <a:gd name="connsiteY4" fmla="*/ 8618 h 17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798" h="17236">
                  <a:moveTo>
                    <a:pt x="21799" y="8618"/>
                  </a:moveTo>
                  <a:cubicBezTo>
                    <a:pt x="21799" y="13434"/>
                    <a:pt x="16856" y="17236"/>
                    <a:pt x="10899" y="17236"/>
                  </a:cubicBezTo>
                  <a:cubicBezTo>
                    <a:pt x="4943" y="17236"/>
                    <a:pt x="0" y="13307"/>
                    <a:pt x="0" y="8618"/>
                  </a:cubicBezTo>
                  <a:cubicBezTo>
                    <a:pt x="0" y="3929"/>
                    <a:pt x="4943" y="0"/>
                    <a:pt x="10899" y="0"/>
                  </a:cubicBezTo>
                  <a:cubicBezTo>
                    <a:pt x="16856" y="0"/>
                    <a:pt x="21799" y="3929"/>
                    <a:pt x="21799" y="86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70" name="Freeform: Shape 5369">
              <a:extLst>
                <a:ext uri="{FF2B5EF4-FFF2-40B4-BE49-F238E27FC236}">
                  <a16:creationId xmlns:a16="http://schemas.microsoft.com/office/drawing/2014/main" id="{337C4BF4-CB35-708C-F314-15B0468BC9BE}"/>
                </a:ext>
              </a:extLst>
            </p:cNvPr>
            <p:cNvSpPr/>
            <p:nvPr/>
          </p:nvSpPr>
          <p:spPr>
            <a:xfrm>
              <a:off x="680446" y="2003725"/>
              <a:ext cx="21291" cy="16855"/>
            </a:xfrm>
            <a:custGeom>
              <a:avLst/>
              <a:gdLst>
                <a:gd name="connsiteX0" fmla="*/ 21292 w 21291"/>
                <a:gd name="connsiteY0" fmla="*/ 8491 h 16855"/>
                <a:gd name="connsiteX1" fmla="*/ 10646 w 21291"/>
                <a:gd name="connsiteY1" fmla="*/ 16856 h 16855"/>
                <a:gd name="connsiteX2" fmla="*/ 0 w 21291"/>
                <a:gd name="connsiteY2" fmla="*/ 8491 h 16855"/>
                <a:gd name="connsiteX3" fmla="*/ 10646 w 21291"/>
                <a:gd name="connsiteY3" fmla="*/ 0 h 16855"/>
                <a:gd name="connsiteX4" fmla="*/ 21292 w 21291"/>
                <a:gd name="connsiteY4" fmla="*/ 8491 h 16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291" h="16855">
                  <a:moveTo>
                    <a:pt x="21292" y="8491"/>
                  </a:moveTo>
                  <a:cubicBezTo>
                    <a:pt x="21292" y="13181"/>
                    <a:pt x="16602" y="16856"/>
                    <a:pt x="10646" y="16856"/>
                  </a:cubicBezTo>
                  <a:cubicBezTo>
                    <a:pt x="4689" y="16856"/>
                    <a:pt x="0" y="13054"/>
                    <a:pt x="0" y="8491"/>
                  </a:cubicBezTo>
                  <a:cubicBezTo>
                    <a:pt x="0" y="3929"/>
                    <a:pt x="4689" y="0"/>
                    <a:pt x="10646" y="0"/>
                  </a:cubicBezTo>
                  <a:cubicBezTo>
                    <a:pt x="16602" y="0"/>
                    <a:pt x="21292" y="3802"/>
                    <a:pt x="21292" y="84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71" name="Freeform: Shape 5370">
              <a:extLst>
                <a:ext uri="{FF2B5EF4-FFF2-40B4-BE49-F238E27FC236}">
                  <a16:creationId xmlns:a16="http://schemas.microsoft.com/office/drawing/2014/main" id="{45E39287-EB21-4FB7-4104-FBBE67FD95A3}"/>
                </a:ext>
              </a:extLst>
            </p:cNvPr>
            <p:cNvSpPr/>
            <p:nvPr/>
          </p:nvSpPr>
          <p:spPr>
            <a:xfrm>
              <a:off x="723916" y="1906012"/>
              <a:ext cx="19644" cy="15588"/>
            </a:xfrm>
            <a:custGeom>
              <a:avLst/>
              <a:gdLst>
                <a:gd name="connsiteX0" fmla="*/ 19644 w 19644"/>
                <a:gd name="connsiteY0" fmla="*/ 7858 h 15588"/>
                <a:gd name="connsiteX1" fmla="*/ 9759 w 19644"/>
                <a:gd name="connsiteY1" fmla="*/ 15588 h 15588"/>
                <a:gd name="connsiteX2" fmla="*/ 0 w 19644"/>
                <a:gd name="connsiteY2" fmla="*/ 7858 h 15588"/>
                <a:gd name="connsiteX3" fmla="*/ 9759 w 19644"/>
                <a:gd name="connsiteY3" fmla="*/ 0 h 15588"/>
                <a:gd name="connsiteX4" fmla="*/ 19644 w 19644"/>
                <a:gd name="connsiteY4" fmla="*/ 7858 h 1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44" h="15588">
                  <a:moveTo>
                    <a:pt x="19644" y="7858"/>
                  </a:moveTo>
                  <a:cubicBezTo>
                    <a:pt x="19644" y="12167"/>
                    <a:pt x="15208" y="15588"/>
                    <a:pt x="9759" y="15588"/>
                  </a:cubicBezTo>
                  <a:cubicBezTo>
                    <a:pt x="4309" y="15588"/>
                    <a:pt x="0" y="12167"/>
                    <a:pt x="0" y="7858"/>
                  </a:cubicBezTo>
                  <a:cubicBezTo>
                    <a:pt x="0" y="3549"/>
                    <a:pt x="4436" y="0"/>
                    <a:pt x="9759" y="0"/>
                  </a:cubicBezTo>
                  <a:cubicBezTo>
                    <a:pt x="15082" y="0"/>
                    <a:pt x="19644" y="3422"/>
                    <a:pt x="19644" y="785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72" name="Freeform: Shape 5371">
              <a:extLst>
                <a:ext uri="{FF2B5EF4-FFF2-40B4-BE49-F238E27FC236}">
                  <a16:creationId xmlns:a16="http://schemas.microsoft.com/office/drawing/2014/main" id="{985B6C8D-9DFF-B279-779F-5FB25D238D9A}"/>
                </a:ext>
              </a:extLst>
            </p:cNvPr>
            <p:cNvSpPr/>
            <p:nvPr/>
          </p:nvSpPr>
          <p:spPr>
            <a:xfrm>
              <a:off x="769668" y="1808679"/>
              <a:ext cx="18756" cy="14954"/>
            </a:xfrm>
            <a:custGeom>
              <a:avLst/>
              <a:gdLst>
                <a:gd name="connsiteX0" fmla="*/ 18757 w 18756"/>
                <a:gd name="connsiteY0" fmla="*/ 7478 h 14954"/>
                <a:gd name="connsiteX1" fmla="*/ 9378 w 18756"/>
                <a:gd name="connsiteY1" fmla="*/ 14955 h 14954"/>
                <a:gd name="connsiteX2" fmla="*/ 0 w 18756"/>
                <a:gd name="connsiteY2" fmla="*/ 7478 h 14954"/>
                <a:gd name="connsiteX3" fmla="*/ 9378 w 18756"/>
                <a:gd name="connsiteY3" fmla="*/ 0 h 14954"/>
                <a:gd name="connsiteX4" fmla="*/ 18757 w 18756"/>
                <a:gd name="connsiteY4" fmla="*/ 7478 h 14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56" h="14954">
                  <a:moveTo>
                    <a:pt x="18757" y="7478"/>
                  </a:moveTo>
                  <a:cubicBezTo>
                    <a:pt x="18757" y="11660"/>
                    <a:pt x="14575" y="14955"/>
                    <a:pt x="9378" y="14955"/>
                  </a:cubicBezTo>
                  <a:cubicBezTo>
                    <a:pt x="4182" y="14955"/>
                    <a:pt x="0" y="11660"/>
                    <a:pt x="0" y="7478"/>
                  </a:cubicBezTo>
                  <a:cubicBezTo>
                    <a:pt x="0" y="3295"/>
                    <a:pt x="4182" y="0"/>
                    <a:pt x="9378" y="0"/>
                  </a:cubicBezTo>
                  <a:cubicBezTo>
                    <a:pt x="14575" y="0"/>
                    <a:pt x="18757" y="3295"/>
                    <a:pt x="18757" y="747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73" name="Freeform: Shape 5372">
              <a:extLst>
                <a:ext uri="{FF2B5EF4-FFF2-40B4-BE49-F238E27FC236}">
                  <a16:creationId xmlns:a16="http://schemas.microsoft.com/office/drawing/2014/main" id="{DFC5CA9C-9FF0-F764-7BD3-7CF9F18CCC7D}"/>
                </a:ext>
              </a:extLst>
            </p:cNvPr>
            <p:cNvSpPr/>
            <p:nvPr/>
          </p:nvSpPr>
          <p:spPr>
            <a:xfrm>
              <a:off x="817954" y="1712233"/>
              <a:ext cx="18250" cy="14447"/>
            </a:xfrm>
            <a:custGeom>
              <a:avLst/>
              <a:gdLst>
                <a:gd name="connsiteX0" fmla="*/ 18250 w 18250"/>
                <a:gd name="connsiteY0" fmla="*/ 7224 h 14447"/>
                <a:gd name="connsiteX1" fmla="*/ 9125 w 18250"/>
                <a:gd name="connsiteY1" fmla="*/ 14448 h 14447"/>
                <a:gd name="connsiteX2" fmla="*/ 0 w 18250"/>
                <a:gd name="connsiteY2" fmla="*/ 7224 h 14447"/>
                <a:gd name="connsiteX3" fmla="*/ 9125 w 18250"/>
                <a:gd name="connsiteY3" fmla="*/ 0 h 14447"/>
                <a:gd name="connsiteX4" fmla="*/ 18250 w 18250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7">
                  <a:moveTo>
                    <a:pt x="18250" y="7224"/>
                  </a:moveTo>
                  <a:cubicBezTo>
                    <a:pt x="18250" y="11153"/>
                    <a:pt x="14194" y="14448"/>
                    <a:pt x="9125" y="14448"/>
                  </a:cubicBezTo>
                  <a:cubicBezTo>
                    <a:pt x="4056" y="14448"/>
                    <a:pt x="0" y="11153"/>
                    <a:pt x="0" y="7224"/>
                  </a:cubicBezTo>
                  <a:cubicBezTo>
                    <a:pt x="0" y="3295"/>
                    <a:pt x="4056" y="0"/>
                    <a:pt x="9125" y="0"/>
                  </a:cubicBezTo>
                  <a:cubicBezTo>
                    <a:pt x="14194" y="0"/>
                    <a:pt x="18250" y="3168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74" name="Freeform: Shape 5373">
              <a:extLst>
                <a:ext uri="{FF2B5EF4-FFF2-40B4-BE49-F238E27FC236}">
                  <a16:creationId xmlns:a16="http://schemas.microsoft.com/office/drawing/2014/main" id="{F2D5E3C6-A9F2-B61E-2406-46943151DDC3}"/>
                </a:ext>
              </a:extLst>
            </p:cNvPr>
            <p:cNvSpPr/>
            <p:nvPr/>
          </p:nvSpPr>
          <p:spPr>
            <a:xfrm>
              <a:off x="869536" y="1617054"/>
              <a:ext cx="16729" cy="13180"/>
            </a:xfrm>
            <a:custGeom>
              <a:avLst/>
              <a:gdLst>
                <a:gd name="connsiteX0" fmla="*/ 16729 w 16729"/>
                <a:gd name="connsiteY0" fmla="*/ 6590 h 13180"/>
                <a:gd name="connsiteX1" fmla="*/ 8365 w 16729"/>
                <a:gd name="connsiteY1" fmla="*/ 13181 h 13180"/>
                <a:gd name="connsiteX2" fmla="*/ 0 w 16729"/>
                <a:gd name="connsiteY2" fmla="*/ 6590 h 13180"/>
                <a:gd name="connsiteX3" fmla="*/ 8365 w 16729"/>
                <a:gd name="connsiteY3" fmla="*/ 0 h 13180"/>
                <a:gd name="connsiteX4" fmla="*/ 16729 w 16729"/>
                <a:gd name="connsiteY4" fmla="*/ 6590 h 13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9" h="13180">
                  <a:moveTo>
                    <a:pt x="16729" y="6590"/>
                  </a:moveTo>
                  <a:cubicBezTo>
                    <a:pt x="16729" y="10266"/>
                    <a:pt x="12927" y="13181"/>
                    <a:pt x="8365" y="13181"/>
                  </a:cubicBezTo>
                  <a:cubicBezTo>
                    <a:pt x="3802" y="13181"/>
                    <a:pt x="0" y="10266"/>
                    <a:pt x="0" y="6590"/>
                  </a:cubicBezTo>
                  <a:cubicBezTo>
                    <a:pt x="0" y="2915"/>
                    <a:pt x="3802" y="0"/>
                    <a:pt x="8365" y="0"/>
                  </a:cubicBezTo>
                  <a:cubicBezTo>
                    <a:pt x="12927" y="0"/>
                    <a:pt x="16729" y="2915"/>
                    <a:pt x="16729" y="659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75" name="Freeform: Shape 5374">
              <a:extLst>
                <a:ext uri="{FF2B5EF4-FFF2-40B4-BE49-F238E27FC236}">
                  <a16:creationId xmlns:a16="http://schemas.microsoft.com/office/drawing/2014/main" id="{DD03FFA1-2855-EA29-272B-7ABD86D80E11}"/>
                </a:ext>
              </a:extLst>
            </p:cNvPr>
            <p:cNvSpPr/>
            <p:nvPr/>
          </p:nvSpPr>
          <p:spPr>
            <a:xfrm>
              <a:off x="923526" y="1522382"/>
              <a:ext cx="15968" cy="12673"/>
            </a:xfrm>
            <a:custGeom>
              <a:avLst/>
              <a:gdLst>
                <a:gd name="connsiteX0" fmla="*/ 15969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9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9" y="6337"/>
                  </a:moveTo>
                  <a:cubicBezTo>
                    <a:pt x="15969" y="9759"/>
                    <a:pt x="12420" y="12674"/>
                    <a:pt x="7984" y="12674"/>
                  </a:cubicBezTo>
                  <a:cubicBezTo>
                    <a:pt x="3549" y="12674"/>
                    <a:pt x="0" y="9885"/>
                    <a:pt x="0" y="6337"/>
                  </a:cubicBezTo>
                  <a:cubicBezTo>
                    <a:pt x="0" y="2788"/>
                    <a:pt x="3549" y="0"/>
                    <a:pt x="7984" y="0"/>
                  </a:cubicBezTo>
                  <a:cubicBezTo>
                    <a:pt x="12420" y="0"/>
                    <a:pt x="15969" y="2788"/>
                    <a:pt x="15969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76" name="Freeform: Shape 5375">
              <a:extLst>
                <a:ext uri="{FF2B5EF4-FFF2-40B4-BE49-F238E27FC236}">
                  <a16:creationId xmlns:a16="http://schemas.microsoft.com/office/drawing/2014/main" id="{92EAE196-771A-4EFA-35C1-9F20EA8A4B71}"/>
                </a:ext>
              </a:extLst>
            </p:cNvPr>
            <p:cNvSpPr/>
            <p:nvPr/>
          </p:nvSpPr>
          <p:spPr>
            <a:xfrm>
              <a:off x="980683" y="1429105"/>
              <a:ext cx="14447" cy="11533"/>
            </a:xfrm>
            <a:custGeom>
              <a:avLst/>
              <a:gdLst>
                <a:gd name="connsiteX0" fmla="*/ 14448 w 14447"/>
                <a:gd name="connsiteY0" fmla="*/ 5703 h 11533"/>
                <a:gd name="connsiteX1" fmla="*/ 7224 w 14447"/>
                <a:gd name="connsiteY1" fmla="*/ 11533 h 11533"/>
                <a:gd name="connsiteX2" fmla="*/ 0 w 14447"/>
                <a:gd name="connsiteY2" fmla="*/ 5703 h 11533"/>
                <a:gd name="connsiteX3" fmla="*/ 7224 w 14447"/>
                <a:gd name="connsiteY3" fmla="*/ 0 h 11533"/>
                <a:gd name="connsiteX4" fmla="*/ 14448 w 14447"/>
                <a:gd name="connsiteY4" fmla="*/ 5703 h 11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47" h="11533">
                  <a:moveTo>
                    <a:pt x="14448" y="5703"/>
                  </a:moveTo>
                  <a:cubicBezTo>
                    <a:pt x="14448" y="8872"/>
                    <a:pt x="11153" y="11533"/>
                    <a:pt x="7224" y="11533"/>
                  </a:cubicBezTo>
                  <a:cubicBezTo>
                    <a:pt x="3295" y="11533"/>
                    <a:pt x="0" y="8998"/>
                    <a:pt x="0" y="5703"/>
                  </a:cubicBezTo>
                  <a:cubicBezTo>
                    <a:pt x="0" y="2408"/>
                    <a:pt x="3295" y="0"/>
                    <a:pt x="7224" y="0"/>
                  </a:cubicBezTo>
                  <a:cubicBezTo>
                    <a:pt x="11153" y="0"/>
                    <a:pt x="14448" y="2535"/>
                    <a:pt x="14448" y="570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77" name="Freeform: Shape 5376">
              <a:extLst>
                <a:ext uri="{FF2B5EF4-FFF2-40B4-BE49-F238E27FC236}">
                  <a16:creationId xmlns:a16="http://schemas.microsoft.com/office/drawing/2014/main" id="{846C9417-F802-2E8B-4C19-1DF5FCA24FD7}"/>
                </a:ext>
              </a:extLst>
            </p:cNvPr>
            <p:cNvSpPr/>
            <p:nvPr/>
          </p:nvSpPr>
          <p:spPr>
            <a:xfrm>
              <a:off x="1039742" y="1336080"/>
              <a:ext cx="14447" cy="11532"/>
            </a:xfrm>
            <a:custGeom>
              <a:avLst/>
              <a:gdLst>
                <a:gd name="connsiteX0" fmla="*/ 14448 w 14447"/>
                <a:gd name="connsiteY0" fmla="*/ 5830 h 11532"/>
                <a:gd name="connsiteX1" fmla="*/ 7224 w 14447"/>
                <a:gd name="connsiteY1" fmla="*/ 11533 h 11532"/>
                <a:gd name="connsiteX2" fmla="*/ 0 w 14447"/>
                <a:gd name="connsiteY2" fmla="*/ 5830 h 11532"/>
                <a:gd name="connsiteX3" fmla="*/ 7224 w 14447"/>
                <a:gd name="connsiteY3" fmla="*/ 0 h 11532"/>
                <a:gd name="connsiteX4" fmla="*/ 14448 w 14447"/>
                <a:gd name="connsiteY4" fmla="*/ 5830 h 11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47" h="11532">
                  <a:moveTo>
                    <a:pt x="14448" y="5830"/>
                  </a:moveTo>
                  <a:cubicBezTo>
                    <a:pt x="14448" y="8998"/>
                    <a:pt x="11153" y="11533"/>
                    <a:pt x="7224" y="11533"/>
                  </a:cubicBezTo>
                  <a:cubicBezTo>
                    <a:pt x="3295" y="11533"/>
                    <a:pt x="0" y="8998"/>
                    <a:pt x="0" y="5830"/>
                  </a:cubicBezTo>
                  <a:cubicBezTo>
                    <a:pt x="0" y="2661"/>
                    <a:pt x="3295" y="0"/>
                    <a:pt x="7224" y="0"/>
                  </a:cubicBezTo>
                  <a:cubicBezTo>
                    <a:pt x="11153" y="0"/>
                    <a:pt x="14448" y="2535"/>
                    <a:pt x="14448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78" name="Freeform: Shape 5377">
              <a:extLst>
                <a:ext uri="{FF2B5EF4-FFF2-40B4-BE49-F238E27FC236}">
                  <a16:creationId xmlns:a16="http://schemas.microsoft.com/office/drawing/2014/main" id="{C4F13021-C63C-A93D-953B-C9CFFC861C4A}"/>
                </a:ext>
              </a:extLst>
            </p:cNvPr>
            <p:cNvSpPr/>
            <p:nvPr/>
          </p:nvSpPr>
          <p:spPr>
            <a:xfrm>
              <a:off x="1101970" y="1244957"/>
              <a:ext cx="13053" cy="10392"/>
            </a:xfrm>
            <a:custGeom>
              <a:avLst/>
              <a:gdLst>
                <a:gd name="connsiteX0" fmla="*/ 13054 w 13053"/>
                <a:gd name="connsiteY0" fmla="*/ 5196 h 10392"/>
                <a:gd name="connsiteX1" fmla="*/ 6590 w 13053"/>
                <a:gd name="connsiteY1" fmla="*/ 10392 h 10392"/>
                <a:gd name="connsiteX2" fmla="*/ 0 w 13053"/>
                <a:gd name="connsiteY2" fmla="*/ 5196 h 10392"/>
                <a:gd name="connsiteX3" fmla="*/ 6590 w 13053"/>
                <a:gd name="connsiteY3" fmla="*/ 0 h 10392"/>
                <a:gd name="connsiteX4" fmla="*/ 13054 w 13053"/>
                <a:gd name="connsiteY4" fmla="*/ 5196 h 1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53" h="10392">
                  <a:moveTo>
                    <a:pt x="13054" y="5196"/>
                  </a:moveTo>
                  <a:lnTo>
                    <a:pt x="6590" y="10392"/>
                  </a:lnTo>
                  <a:lnTo>
                    <a:pt x="0" y="5196"/>
                  </a:lnTo>
                  <a:lnTo>
                    <a:pt x="6590" y="0"/>
                  </a:lnTo>
                  <a:lnTo>
                    <a:pt x="13054" y="519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79" name="Freeform: Shape 5378">
              <a:extLst>
                <a:ext uri="{FF2B5EF4-FFF2-40B4-BE49-F238E27FC236}">
                  <a16:creationId xmlns:a16="http://schemas.microsoft.com/office/drawing/2014/main" id="{8E95192A-DDCE-5F0A-C0B5-078B5B626D2B}"/>
                </a:ext>
              </a:extLst>
            </p:cNvPr>
            <p:cNvSpPr/>
            <p:nvPr/>
          </p:nvSpPr>
          <p:spPr>
            <a:xfrm>
              <a:off x="1166605" y="1154595"/>
              <a:ext cx="12293" cy="9758"/>
            </a:xfrm>
            <a:custGeom>
              <a:avLst/>
              <a:gdLst>
                <a:gd name="connsiteX0" fmla="*/ 12293 w 12293"/>
                <a:gd name="connsiteY0" fmla="*/ 4943 h 9758"/>
                <a:gd name="connsiteX1" fmla="*/ 6210 w 12293"/>
                <a:gd name="connsiteY1" fmla="*/ 9759 h 9758"/>
                <a:gd name="connsiteX2" fmla="*/ 0 w 12293"/>
                <a:gd name="connsiteY2" fmla="*/ 4943 h 9758"/>
                <a:gd name="connsiteX3" fmla="*/ 6210 w 12293"/>
                <a:gd name="connsiteY3" fmla="*/ 0 h 9758"/>
                <a:gd name="connsiteX4" fmla="*/ 12293 w 12293"/>
                <a:gd name="connsiteY4" fmla="*/ 4943 h 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93" h="9758">
                  <a:moveTo>
                    <a:pt x="12293" y="4943"/>
                  </a:moveTo>
                  <a:lnTo>
                    <a:pt x="6210" y="9759"/>
                  </a:lnTo>
                  <a:lnTo>
                    <a:pt x="0" y="4943"/>
                  </a:lnTo>
                  <a:lnTo>
                    <a:pt x="6210" y="0"/>
                  </a:lnTo>
                  <a:lnTo>
                    <a:pt x="12293" y="494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80" name="Freeform: Shape 5379">
              <a:extLst>
                <a:ext uri="{FF2B5EF4-FFF2-40B4-BE49-F238E27FC236}">
                  <a16:creationId xmlns:a16="http://schemas.microsoft.com/office/drawing/2014/main" id="{6D1A1895-F2E0-B9DF-EC4E-FB74C6F3AE1C}"/>
                </a:ext>
              </a:extLst>
            </p:cNvPr>
            <p:cNvSpPr/>
            <p:nvPr/>
          </p:nvSpPr>
          <p:spPr>
            <a:xfrm>
              <a:off x="1234155" y="1065626"/>
              <a:ext cx="11026" cy="8744"/>
            </a:xfrm>
            <a:custGeom>
              <a:avLst/>
              <a:gdLst>
                <a:gd name="connsiteX0" fmla="*/ 11026 w 11026"/>
                <a:gd name="connsiteY0" fmla="*/ 4436 h 8744"/>
                <a:gd name="connsiteX1" fmla="*/ 5450 w 11026"/>
                <a:gd name="connsiteY1" fmla="*/ 8745 h 8744"/>
                <a:gd name="connsiteX2" fmla="*/ 0 w 11026"/>
                <a:gd name="connsiteY2" fmla="*/ 4436 h 8744"/>
                <a:gd name="connsiteX3" fmla="*/ 5450 w 11026"/>
                <a:gd name="connsiteY3" fmla="*/ 0 h 8744"/>
                <a:gd name="connsiteX4" fmla="*/ 11026 w 11026"/>
                <a:gd name="connsiteY4" fmla="*/ 4436 h 8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26" h="8744">
                  <a:moveTo>
                    <a:pt x="11026" y="4436"/>
                  </a:moveTo>
                  <a:lnTo>
                    <a:pt x="5450" y="8745"/>
                  </a:lnTo>
                  <a:lnTo>
                    <a:pt x="0" y="4436"/>
                  </a:lnTo>
                  <a:lnTo>
                    <a:pt x="5450" y="0"/>
                  </a:lnTo>
                  <a:lnTo>
                    <a:pt x="11026" y="44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81" name="Freeform: Shape 5380">
              <a:extLst>
                <a:ext uri="{FF2B5EF4-FFF2-40B4-BE49-F238E27FC236}">
                  <a16:creationId xmlns:a16="http://schemas.microsoft.com/office/drawing/2014/main" id="{09DE52E6-5D1E-021B-9329-9CD0920E6CA7}"/>
                </a:ext>
              </a:extLst>
            </p:cNvPr>
            <p:cNvSpPr/>
            <p:nvPr/>
          </p:nvSpPr>
          <p:spPr>
            <a:xfrm>
              <a:off x="1303860" y="977798"/>
              <a:ext cx="10265" cy="8111"/>
            </a:xfrm>
            <a:custGeom>
              <a:avLst/>
              <a:gdLst>
                <a:gd name="connsiteX0" fmla="*/ 10266 w 10265"/>
                <a:gd name="connsiteY0" fmla="*/ 4056 h 8111"/>
                <a:gd name="connsiteX1" fmla="*/ 5196 w 10265"/>
                <a:gd name="connsiteY1" fmla="*/ 8111 h 8111"/>
                <a:gd name="connsiteX2" fmla="*/ 0 w 10265"/>
                <a:gd name="connsiteY2" fmla="*/ 4056 h 8111"/>
                <a:gd name="connsiteX3" fmla="*/ 5196 w 10265"/>
                <a:gd name="connsiteY3" fmla="*/ 0 h 8111"/>
                <a:gd name="connsiteX4" fmla="*/ 10266 w 10265"/>
                <a:gd name="connsiteY4" fmla="*/ 4056 h 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5" h="8111">
                  <a:moveTo>
                    <a:pt x="10266" y="4056"/>
                  </a:moveTo>
                  <a:lnTo>
                    <a:pt x="5196" y="8111"/>
                  </a:lnTo>
                  <a:lnTo>
                    <a:pt x="0" y="4056"/>
                  </a:lnTo>
                  <a:lnTo>
                    <a:pt x="5196" y="0"/>
                  </a:lnTo>
                  <a:lnTo>
                    <a:pt x="10266" y="405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82" name="Freeform: Shape 5381">
              <a:extLst>
                <a:ext uri="{FF2B5EF4-FFF2-40B4-BE49-F238E27FC236}">
                  <a16:creationId xmlns:a16="http://schemas.microsoft.com/office/drawing/2014/main" id="{3FB65228-C459-A656-998F-BC6EF3450008}"/>
                </a:ext>
              </a:extLst>
            </p:cNvPr>
            <p:cNvSpPr/>
            <p:nvPr/>
          </p:nvSpPr>
          <p:spPr>
            <a:xfrm>
              <a:off x="1376607" y="891491"/>
              <a:ext cx="8618" cy="6843"/>
            </a:xfrm>
            <a:custGeom>
              <a:avLst/>
              <a:gdLst>
                <a:gd name="connsiteX0" fmla="*/ 8618 w 8618"/>
                <a:gd name="connsiteY0" fmla="*/ 3295 h 6843"/>
                <a:gd name="connsiteX1" fmla="*/ 4309 w 8618"/>
                <a:gd name="connsiteY1" fmla="*/ 6844 h 6843"/>
                <a:gd name="connsiteX2" fmla="*/ 0 w 8618"/>
                <a:gd name="connsiteY2" fmla="*/ 3295 h 6843"/>
                <a:gd name="connsiteX3" fmla="*/ 4309 w 8618"/>
                <a:gd name="connsiteY3" fmla="*/ 0 h 6843"/>
                <a:gd name="connsiteX4" fmla="*/ 8618 w 8618"/>
                <a:gd name="connsiteY4" fmla="*/ 3295 h 6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8" h="6843">
                  <a:moveTo>
                    <a:pt x="8618" y="3295"/>
                  </a:moveTo>
                  <a:lnTo>
                    <a:pt x="4309" y="6844"/>
                  </a:lnTo>
                  <a:lnTo>
                    <a:pt x="0" y="3295"/>
                  </a:lnTo>
                  <a:lnTo>
                    <a:pt x="4309" y="0"/>
                  </a:lnTo>
                  <a:lnTo>
                    <a:pt x="8618" y="32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83" name="Freeform: Shape 5382">
              <a:extLst>
                <a:ext uri="{FF2B5EF4-FFF2-40B4-BE49-F238E27FC236}">
                  <a16:creationId xmlns:a16="http://schemas.microsoft.com/office/drawing/2014/main" id="{2B0DA7F1-030D-FAE6-71D9-03CE109848E0}"/>
                </a:ext>
              </a:extLst>
            </p:cNvPr>
            <p:cNvSpPr/>
            <p:nvPr/>
          </p:nvSpPr>
          <p:spPr>
            <a:xfrm>
              <a:off x="1451254" y="806071"/>
              <a:ext cx="7984" cy="6336"/>
            </a:xfrm>
            <a:custGeom>
              <a:avLst/>
              <a:gdLst>
                <a:gd name="connsiteX0" fmla="*/ 7984 w 7984"/>
                <a:gd name="connsiteY0" fmla="*/ 3168 h 6336"/>
                <a:gd name="connsiteX1" fmla="*/ 4056 w 7984"/>
                <a:gd name="connsiteY1" fmla="*/ 6337 h 6336"/>
                <a:gd name="connsiteX2" fmla="*/ 0 w 7984"/>
                <a:gd name="connsiteY2" fmla="*/ 3168 h 6336"/>
                <a:gd name="connsiteX3" fmla="*/ 4056 w 7984"/>
                <a:gd name="connsiteY3" fmla="*/ 0 h 6336"/>
                <a:gd name="connsiteX4" fmla="*/ 7984 w 7984"/>
                <a:gd name="connsiteY4" fmla="*/ 3168 h 6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84" h="6336">
                  <a:moveTo>
                    <a:pt x="7984" y="3168"/>
                  </a:moveTo>
                  <a:lnTo>
                    <a:pt x="4056" y="6337"/>
                  </a:lnTo>
                  <a:lnTo>
                    <a:pt x="0" y="3168"/>
                  </a:lnTo>
                  <a:lnTo>
                    <a:pt x="4056" y="0"/>
                  </a:lnTo>
                  <a:lnTo>
                    <a:pt x="7984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84" name="Freeform: Shape 5383">
              <a:extLst>
                <a:ext uri="{FF2B5EF4-FFF2-40B4-BE49-F238E27FC236}">
                  <a16:creationId xmlns:a16="http://schemas.microsoft.com/office/drawing/2014/main" id="{678979FD-53AC-0AF7-7598-D3CA38D3CC1A}"/>
                </a:ext>
              </a:extLst>
            </p:cNvPr>
            <p:cNvSpPr/>
            <p:nvPr/>
          </p:nvSpPr>
          <p:spPr>
            <a:xfrm>
              <a:off x="1528816" y="722425"/>
              <a:ext cx="6590" cy="5069"/>
            </a:xfrm>
            <a:custGeom>
              <a:avLst/>
              <a:gdLst>
                <a:gd name="connsiteX0" fmla="*/ 6590 w 6590"/>
                <a:gd name="connsiteY0" fmla="*/ 2535 h 5069"/>
                <a:gd name="connsiteX1" fmla="*/ 3295 w 6590"/>
                <a:gd name="connsiteY1" fmla="*/ 5069 h 5069"/>
                <a:gd name="connsiteX2" fmla="*/ 0 w 6590"/>
                <a:gd name="connsiteY2" fmla="*/ 2535 h 5069"/>
                <a:gd name="connsiteX3" fmla="*/ 3295 w 6590"/>
                <a:gd name="connsiteY3" fmla="*/ 0 h 5069"/>
                <a:gd name="connsiteX4" fmla="*/ 6590 w 6590"/>
                <a:gd name="connsiteY4" fmla="*/ 2535 h 5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90" h="5069">
                  <a:moveTo>
                    <a:pt x="6590" y="2535"/>
                  </a:moveTo>
                  <a:lnTo>
                    <a:pt x="3295" y="5069"/>
                  </a:lnTo>
                  <a:lnTo>
                    <a:pt x="0" y="2535"/>
                  </a:lnTo>
                  <a:lnTo>
                    <a:pt x="3295" y="0"/>
                  </a:lnTo>
                  <a:lnTo>
                    <a:pt x="6590" y="253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85" name="Freeform: Shape 5384">
              <a:extLst>
                <a:ext uri="{FF2B5EF4-FFF2-40B4-BE49-F238E27FC236}">
                  <a16:creationId xmlns:a16="http://schemas.microsoft.com/office/drawing/2014/main" id="{55EF185F-18FB-8AC8-4B95-0B342390F530}"/>
                </a:ext>
              </a:extLst>
            </p:cNvPr>
            <p:cNvSpPr/>
            <p:nvPr/>
          </p:nvSpPr>
          <p:spPr>
            <a:xfrm>
              <a:off x="1608787" y="640047"/>
              <a:ext cx="5069" cy="4055"/>
            </a:xfrm>
            <a:custGeom>
              <a:avLst/>
              <a:gdLst>
                <a:gd name="connsiteX0" fmla="*/ 5069 w 5069"/>
                <a:gd name="connsiteY0" fmla="*/ 2028 h 4055"/>
                <a:gd name="connsiteX1" fmla="*/ 2535 w 5069"/>
                <a:gd name="connsiteY1" fmla="*/ 4056 h 4055"/>
                <a:gd name="connsiteX2" fmla="*/ 0 w 5069"/>
                <a:gd name="connsiteY2" fmla="*/ 2028 h 4055"/>
                <a:gd name="connsiteX3" fmla="*/ 2535 w 5069"/>
                <a:gd name="connsiteY3" fmla="*/ 0 h 4055"/>
                <a:gd name="connsiteX4" fmla="*/ 5069 w 5069"/>
                <a:gd name="connsiteY4" fmla="*/ 2028 h 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9" h="4055">
                  <a:moveTo>
                    <a:pt x="5069" y="2028"/>
                  </a:moveTo>
                  <a:lnTo>
                    <a:pt x="2535" y="4056"/>
                  </a:lnTo>
                  <a:lnTo>
                    <a:pt x="0" y="2028"/>
                  </a:lnTo>
                  <a:lnTo>
                    <a:pt x="2535" y="0"/>
                  </a:lnTo>
                  <a:lnTo>
                    <a:pt x="5069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86" name="Freeform: Shape 5385">
              <a:extLst>
                <a:ext uri="{FF2B5EF4-FFF2-40B4-BE49-F238E27FC236}">
                  <a16:creationId xmlns:a16="http://schemas.microsoft.com/office/drawing/2014/main" id="{0A4F4473-CED9-CB5F-19DB-E020091AAE0D}"/>
                </a:ext>
              </a:extLst>
            </p:cNvPr>
            <p:cNvSpPr/>
            <p:nvPr/>
          </p:nvSpPr>
          <p:spPr>
            <a:xfrm>
              <a:off x="1690405" y="558682"/>
              <a:ext cx="5069" cy="4055"/>
            </a:xfrm>
            <a:custGeom>
              <a:avLst/>
              <a:gdLst>
                <a:gd name="connsiteX0" fmla="*/ 5069 w 5069"/>
                <a:gd name="connsiteY0" fmla="*/ 2028 h 4055"/>
                <a:gd name="connsiteX1" fmla="*/ 2535 w 5069"/>
                <a:gd name="connsiteY1" fmla="*/ 4056 h 4055"/>
                <a:gd name="connsiteX2" fmla="*/ 0 w 5069"/>
                <a:gd name="connsiteY2" fmla="*/ 2028 h 4055"/>
                <a:gd name="connsiteX3" fmla="*/ 2535 w 5069"/>
                <a:gd name="connsiteY3" fmla="*/ 0 h 4055"/>
                <a:gd name="connsiteX4" fmla="*/ 5069 w 5069"/>
                <a:gd name="connsiteY4" fmla="*/ 2028 h 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9" h="4055">
                  <a:moveTo>
                    <a:pt x="5069" y="2028"/>
                  </a:moveTo>
                  <a:lnTo>
                    <a:pt x="2535" y="4056"/>
                  </a:lnTo>
                  <a:lnTo>
                    <a:pt x="0" y="2028"/>
                  </a:lnTo>
                  <a:lnTo>
                    <a:pt x="2535" y="0"/>
                  </a:lnTo>
                  <a:lnTo>
                    <a:pt x="5069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87" name="Freeform: Shape 5386">
              <a:extLst>
                <a:ext uri="{FF2B5EF4-FFF2-40B4-BE49-F238E27FC236}">
                  <a16:creationId xmlns:a16="http://schemas.microsoft.com/office/drawing/2014/main" id="{B4FDD2CA-4700-7C44-F780-14E6E18C34AE}"/>
                </a:ext>
              </a:extLst>
            </p:cNvPr>
            <p:cNvSpPr/>
            <p:nvPr/>
          </p:nvSpPr>
          <p:spPr>
            <a:xfrm>
              <a:off x="1775064" y="479345"/>
              <a:ext cx="3548" cy="2788"/>
            </a:xfrm>
            <a:custGeom>
              <a:avLst/>
              <a:gdLst>
                <a:gd name="connsiteX0" fmla="*/ 3549 w 3548"/>
                <a:gd name="connsiteY0" fmla="*/ 1394 h 2788"/>
                <a:gd name="connsiteX1" fmla="*/ 1774 w 3548"/>
                <a:gd name="connsiteY1" fmla="*/ 2788 h 2788"/>
                <a:gd name="connsiteX2" fmla="*/ 0 w 3548"/>
                <a:gd name="connsiteY2" fmla="*/ 1394 h 2788"/>
                <a:gd name="connsiteX3" fmla="*/ 1774 w 3548"/>
                <a:gd name="connsiteY3" fmla="*/ 0 h 2788"/>
                <a:gd name="connsiteX4" fmla="*/ 3549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9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9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88" name="Freeform: Shape 5387">
              <a:extLst>
                <a:ext uri="{FF2B5EF4-FFF2-40B4-BE49-F238E27FC236}">
                  <a16:creationId xmlns:a16="http://schemas.microsoft.com/office/drawing/2014/main" id="{FDBAAA9F-6B02-BB09-E407-0DBF4704FB89}"/>
                </a:ext>
              </a:extLst>
            </p:cNvPr>
            <p:cNvSpPr/>
            <p:nvPr/>
          </p:nvSpPr>
          <p:spPr>
            <a:xfrm>
              <a:off x="1861879" y="401530"/>
              <a:ext cx="2154" cy="1647"/>
            </a:xfrm>
            <a:custGeom>
              <a:avLst/>
              <a:gdLst>
                <a:gd name="connsiteX0" fmla="*/ 2154 w 2154"/>
                <a:gd name="connsiteY0" fmla="*/ 887 h 1647"/>
                <a:gd name="connsiteX1" fmla="*/ 1141 w 2154"/>
                <a:gd name="connsiteY1" fmla="*/ 1648 h 1647"/>
                <a:gd name="connsiteX2" fmla="*/ 0 w 2154"/>
                <a:gd name="connsiteY2" fmla="*/ 887 h 1647"/>
                <a:gd name="connsiteX3" fmla="*/ 1141 w 2154"/>
                <a:gd name="connsiteY3" fmla="*/ 0 h 1647"/>
                <a:gd name="connsiteX4" fmla="*/ 2154 w 2154"/>
                <a:gd name="connsiteY4" fmla="*/ 887 h 1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4" h="1647">
                  <a:moveTo>
                    <a:pt x="2154" y="887"/>
                  </a:moveTo>
                  <a:lnTo>
                    <a:pt x="1141" y="1648"/>
                  </a:lnTo>
                  <a:lnTo>
                    <a:pt x="0" y="887"/>
                  </a:lnTo>
                  <a:lnTo>
                    <a:pt x="1141" y="0"/>
                  </a:lnTo>
                  <a:lnTo>
                    <a:pt x="2154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89" name="Freeform: Shape 5388">
              <a:extLst>
                <a:ext uri="{FF2B5EF4-FFF2-40B4-BE49-F238E27FC236}">
                  <a16:creationId xmlns:a16="http://schemas.microsoft.com/office/drawing/2014/main" id="{7A9E69A8-6EA1-40EB-5E62-0453FD3AA58C}"/>
                </a:ext>
              </a:extLst>
            </p:cNvPr>
            <p:cNvSpPr/>
            <p:nvPr/>
          </p:nvSpPr>
          <p:spPr>
            <a:xfrm>
              <a:off x="1950720" y="324981"/>
              <a:ext cx="1394" cy="1140"/>
            </a:xfrm>
            <a:custGeom>
              <a:avLst/>
              <a:gdLst>
                <a:gd name="connsiteX0" fmla="*/ 1394 w 1394"/>
                <a:gd name="connsiteY0" fmla="*/ 507 h 1140"/>
                <a:gd name="connsiteX1" fmla="*/ 634 w 1394"/>
                <a:gd name="connsiteY1" fmla="*/ 1141 h 1140"/>
                <a:gd name="connsiteX2" fmla="*/ 0 w 1394"/>
                <a:gd name="connsiteY2" fmla="*/ 507 h 1140"/>
                <a:gd name="connsiteX3" fmla="*/ 634 w 1394"/>
                <a:gd name="connsiteY3" fmla="*/ 0 h 1140"/>
                <a:gd name="connsiteX4" fmla="*/ 1394 w 1394"/>
                <a:gd name="connsiteY4" fmla="*/ 507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" h="1140">
                  <a:moveTo>
                    <a:pt x="1394" y="507"/>
                  </a:moveTo>
                  <a:lnTo>
                    <a:pt x="634" y="1141"/>
                  </a:lnTo>
                  <a:lnTo>
                    <a:pt x="0" y="507"/>
                  </a:lnTo>
                  <a:lnTo>
                    <a:pt x="634" y="0"/>
                  </a:lnTo>
                  <a:lnTo>
                    <a:pt x="1394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90" name="Freeform: Shape 5389">
              <a:extLst>
                <a:ext uri="{FF2B5EF4-FFF2-40B4-BE49-F238E27FC236}">
                  <a16:creationId xmlns:a16="http://schemas.microsoft.com/office/drawing/2014/main" id="{36922963-26B2-F85D-BC15-41736F8690F6}"/>
                </a:ext>
              </a:extLst>
            </p:cNvPr>
            <p:cNvSpPr/>
            <p:nvPr/>
          </p:nvSpPr>
          <p:spPr>
            <a:xfrm>
              <a:off x="2041717" y="250080"/>
              <a:ext cx="506" cy="506"/>
            </a:xfrm>
            <a:custGeom>
              <a:avLst/>
              <a:gdLst>
                <a:gd name="connsiteX0" fmla="*/ 507 w 506"/>
                <a:gd name="connsiteY0" fmla="*/ 253 h 506"/>
                <a:gd name="connsiteX1" fmla="*/ 253 w 506"/>
                <a:gd name="connsiteY1" fmla="*/ 507 h 506"/>
                <a:gd name="connsiteX2" fmla="*/ 0 w 506"/>
                <a:gd name="connsiteY2" fmla="*/ 253 h 506"/>
                <a:gd name="connsiteX3" fmla="*/ 253 w 506"/>
                <a:gd name="connsiteY3" fmla="*/ 0 h 506"/>
                <a:gd name="connsiteX4" fmla="*/ 507 w 506"/>
                <a:gd name="connsiteY4" fmla="*/ 253 h 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" h="506">
                  <a:moveTo>
                    <a:pt x="507" y="253"/>
                  </a:moveTo>
                  <a:lnTo>
                    <a:pt x="253" y="507"/>
                  </a:lnTo>
                  <a:lnTo>
                    <a:pt x="0" y="253"/>
                  </a:lnTo>
                  <a:lnTo>
                    <a:pt x="253" y="0"/>
                  </a:lnTo>
                  <a:lnTo>
                    <a:pt x="507" y="25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91" name="Freeform: Shape 5390">
              <a:extLst>
                <a:ext uri="{FF2B5EF4-FFF2-40B4-BE49-F238E27FC236}">
                  <a16:creationId xmlns:a16="http://schemas.microsoft.com/office/drawing/2014/main" id="{3320B62C-6A61-7194-1612-93BC90E3B1AF}"/>
                </a:ext>
              </a:extLst>
            </p:cNvPr>
            <p:cNvSpPr/>
            <p:nvPr/>
          </p:nvSpPr>
          <p:spPr>
            <a:xfrm>
              <a:off x="2134488" y="176700"/>
              <a:ext cx="380" cy="253"/>
            </a:xfrm>
            <a:custGeom>
              <a:avLst/>
              <a:gdLst>
                <a:gd name="connsiteX0" fmla="*/ 380 w 380"/>
                <a:gd name="connsiteY0" fmla="*/ 127 h 253"/>
                <a:gd name="connsiteX1" fmla="*/ 127 w 380"/>
                <a:gd name="connsiteY1" fmla="*/ 253 h 253"/>
                <a:gd name="connsiteX2" fmla="*/ 0 w 380"/>
                <a:gd name="connsiteY2" fmla="*/ 127 h 253"/>
                <a:gd name="connsiteX3" fmla="*/ 127 w 380"/>
                <a:gd name="connsiteY3" fmla="*/ 0 h 253"/>
                <a:gd name="connsiteX4" fmla="*/ 380 w 380"/>
                <a:gd name="connsiteY4" fmla="*/ 127 h 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" h="253">
                  <a:moveTo>
                    <a:pt x="380" y="127"/>
                  </a:moveTo>
                  <a:lnTo>
                    <a:pt x="127" y="253"/>
                  </a:lnTo>
                  <a:lnTo>
                    <a:pt x="0" y="127"/>
                  </a:lnTo>
                  <a:lnTo>
                    <a:pt x="127" y="0"/>
                  </a:lnTo>
                  <a:lnTo>
                    <a:pt x="380" y="12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92" name="Freeform: Shape 5391">
              <a:extLst>
                <a:ext uri="{FF2B5EF4-FFF2-40B4-BE49-F238E27FC236}">
                  <a16:creationId xmlns:a16="http://schemas.microsoft.com/office/drawing/2014/main" id="{ED0A4AE2-5AC0-1065-D8E7-61837349029A}"/>
                </a:ext>
              </a:extLst>
            </p:cNvPr>
            <p:cNvSpPr/>
            <p:nvPr/>
          </p:nvSpPr>
          <p:spPr>
            <a:xfrm>
              <a:off x="2228779" y="104461"/>
              <a:ext cx="1394" cy="1013"/>
            </a:xfrm>
            <a:custGeom>
              <a:avLst/>
              <a:gdLst>
                <a:gd name="connsiteX0" fmla="*/ 1394 w 1394"/>
                <a:gd name="connsiteY0" fmla="*/ 507 h 1013"/>
                <a:gd name="connsiteX1" fmla="*/ 634 w 1394"/>
                <a:gd name="connsiteY1" fmla="*/ 1014 h 1013"/>
                <a:gd name="connsiteX2" fmla="*/ 0 w 1394"/>
                <a:gd name="connsiteY2" fmla="*/ 507 h 1013"/>
                <a:gd name="connsiteX3" fmla="*/ 634 w 1394"/>
                <a:gd name="connsiteY3" fmla="*/ 0 h 1013"/>
                <a:gd name="connsiteX4" fmla="*/ 1394 w 1394"/>
                <a:gd name="connsiteY4" fmla="*/ 507 h 1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" h="1013">
                  <a:moveTo>
                    <a:pt x="1394" y="507"/>
                  </a:moveTo>
                  <a:lnTo>
                    <a:pt x="634" y="1014"/>
                  </a:lnTo>
                  <a:lnTo>
                    <a:pt x="0" y="507"/>
                  </a:lnTo>
                  <a:lnTo>
                    <a:pt x="634" y="0"/>
                  </a:lnTo>
                  <a:lnTo>
                    <a:pt x="1394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93" name="Freeform: Shape 5392">
              <a:extLst>
                <a:ext uri="{FF2B5EF4-FFF2-40B4-BE49-F238E27FC236}">
                  <a16:creationId xmlns:a16="http://schemas.microsoft.com/office/drawing/2014/main" id="{6FA7156A-803B-74B8-7630-D6C16FC8777C}"/>
                </a:ext>
              </a:extLst>
            </p:cNvPr>
            <p:cNvSpPr/>
            <p:nvPr/>
          </p:nvSpPr>
          <p:spPr>
            <a:xfrm>
              <a:off x="2325605" y="34376"/>
              <a:ext cx="1394" cy="1013"/>
            </a:xfrm>
            <a:custGeom>
              <a:avLst/>
              <a:gdLst>
                <a:gd name="connsiteX0" fmla="*/ 1394 w 1394"/>
                <a:gd name="connsiteY0" fmla="*/ 507 h 1013"/>
                <a:gd name="connsiteX1" fmla="*/ 634 w 1394"/>
                <a:gd name="connsiteY1" fmla="*/ 1014 h 1013"/>
                <a:gd name="connsiteX2" fmla="*/ 0 w 1394"/>
                <a:gd name="connsiteY2" fmla="*/ 507 h 1013"/>
                <a:gd name="connsiteX3" fmla="*/ 634 w 1394"/>
                <a:gd name="connsiteY3" fmla="*/ 0 h 1013"/>
                <a:gd name="connsiteX4" fmla="*/ 1394 w 1394"/>
                <a:gd name="connsiteY4" fmla="*/ 507 h 1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" h="1013">
                  <a:moveTo>
                    <a:pt x="1394" y="507"/>
                  </a:moveTo>
                  <a:lnTo>
                    <a:pt x="634" y="1014"/>
                  </a:lnTo>
                  <a:lnTo>
                    <a:pt x="0" y="507"/>
                  </a:lnTo>
                  <a:lnTo>
                    <a:pt x="634" y="0"/>
                  </a:lnTo>
                  <a:lnTo>
                    <a:pt x="1394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94" name="Freeform: Shape 5393">
              <a:extLst>
                <a:ext uri="{FF2B5EF4-FFF2-40B4-BE49-F238E27FC236}">
                  <a16:creationId xmlns:a16="http://schemas.microsoft.com/office/drawing/2014/main" id="{D918DC19-8390-53CE-9966-FC4A68C531A8}"/>
                </a:ext>
              </a:extLst>
            </p:cNvPr>
            <p:cNvSpPr/>
            <p:nvPr/>
          </p:nvSpPr>
          <p:spPr>
            <a:xfrm>
              <a:off x="9971333" y="32981"/>
              <a:ext cx="47145" cy="20531"/>
            </a:xfrm>
            <a:custGeom>
              <a:avLst/>
              <a:gdLst>
                <a:gd name="connsiteX0" fmla="*/ 23573 w 47145"/>
                <a:gd name="connsiteY0" fmla="*/ 20531 h 20531"/>
                <a:gd name="connsiteX1" fmla="*/ 47145 w 47145"/>
                <a:gd name="connsiteY1" fmla="*/ 1774 h 20531"/>
                <a:gd name="connsiteX2" fmla="*/ 46639 w 47145"/>
                <a:gd name="connsiteY2" fmla="*/ 0 h 20531"/>
                <a:gd name="connsiteX3" fmla="*/ 380 w 47145"/>
                <a:gd name="connsiteY3" fmla="*/ 0 h 20531"/>
                <a:gd name="connsiteX4" fmla="*/ 0 w 47145"/>
                <a:gd name="connsiteY4" fmla="*/ 1774 h 20531"/>
                <a:gd name="connsiteX5" fmla="*/ 23573 w 47145"/>
                <a:gd name="connsiteY5" fmla="*/ 20531 h 20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145" h="20531">
                  <a:moveTo>
                    <a:pt x="23573" y="20531"/>
                  </a:moveTo>
                  <a:cubicBezTo>
                    <a:pt x="36626" y="20531"/>
                    <a:pt x="47145" y="12167"/>
                    <a:pt x="47145" y="1774"/>
                  </a:cubicBezTo>
                  <a:lnTo>
                    <a:pt x="46639" y="0"/>
                  </a:lnTo>
                  <a:lnTo>
                    <a:pt x="380" y="0"/>
                  </a:lnTo>
                  <a:lnTo>
                    <a:pt x="0" y="1774"/>
                  </a:lnTo>
                  <a:cubicBezTo>
                    <a:pt x="0" y="12040"/>
                    <a:pt x="10519" y="20531"/>
                    <a:pt x="23573" y="2053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95" name="Freeform: Shape 5394">
              <a:extLst>
                <a:ext uri="{FF2B5EF4-FFF2-40B4-BE49-F238E27FC236}">
                  <a16:creationId xmlns:a16="http://schemas.microsoft.com/office/drawing/2014/main" id="{33661960-1B34-F768-AC97-EB9F0782FC3D}"/>
                </a:ext>
              </a:extLst>
            </p:cNvPr>
            <p:cNvSpPr/>
            <p:nvPr/>
          </p:nvSpPr>
          <p:spPr>
            <a:xfrm>
              <a:off x="10068159" y="86337"/>
              <a:ext cx="47146" cy="37387"/>
            </a:xfrm>
            <a:custGeom>
              <a:avLst/>
              <a:gdLst>
                <a:gd name="connsiteX0" fmla="*/ 47146 w 47146"/>
                <a:gd name="connsiteY0" fmla="*/ 18630 h 37387"/>
                <a:gd name="connsiteX1" fmla="*/ 23573 w 47146"/>
                <a:gd name="connsiteY1" fmla="*/ 37387 h 37387"/>
                <a:gd name="connsiteX2" fmla="*/ 0 w 47146"/>
                <a:gd name="connsiteY2" fmla="*/ 18630 h 37387"/>
                <a:gd name="connsiteX3" fmla="*/ 23573 w 47146"/>
                <a:gd name="connsiteY3" fmla="*/ 0 h 37387"/>
                <a:gd name="connsiteX4" fmla="*/ 47146 w 47146"/>
                <a:gd name="connsiteY4" fmla="*/ 18630 h 37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146" h="37387">
                  <a:moveTo>
                    <a:pt x="47146" y="18630"/>
                  </a:moveTo>
                  <a:cubicBezTo>
                    <a:pt x="47146" y="29023"/>
                    <a:pt x="36627" y="37387"/>
                    <a:pt x="23573" y="37387"/>
                  </a:cubicBezTo>
                  <a:cubicBezTo>
                    <a:pt x="10519" y="37387"/>
                    <a:pt x="0" y="29023"/>
                    <a:pt x="0" y="18630"/>
                  </a:cubicBezTo>
                  <a:cubicBezTo>
                    <a:pt x="0" y="8238"/>
                    <a:pt x="10519" y="0"/>
                    <a:pt x="23573" y="0"/>
                  </a:cubicBezTo>
                  <a:cubicBezTo>
                    <a:pt x="36627" y="0"/>
                    <a:pt x="47146" y="8365"/>
                    <a:pt x="47146" y="18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96" name="Freeform: Shape 5395">
              <a:extLst>
                <a:ext uri="{FF2B5EF4-FFF2-40B4-BE49-F238E27FC236}">
                  <a16:creationId xmlns:a16="http://schemas.microsoft.com/office/drawing/2014/main" id="{B6073E5C-B0BA-94DD-177F-E9D184706EC9}"/>
                </a:ext>
              </a:extLst>
            </p:cNvPr>
            <p:cNvSpPr/>
            <p:nvPr/>
          </p:nvSpPr>
          <p:spPr>
            <a:xfrm>
              <a:off x="10162958" y="158070"/>
              <a:ext cx="47145" cy="37513"/>
            </a:xfrm>
            <a:custGeom>
              <a:avLst/>
              <a:gdLst>
                <a:gd name="connsiteX0" fmla="*/ 47145 w 47145"/>
                <a:gd name="connsiteY0" fmla="*/ 18757 h 37513"/>
                <a:gd name="connsiteX1" fmla="*/ 23573 w 47145"/>
                <a:gd name="connsiteY1" fmla="*/ 37514 h 37513"/>
                <a:gd name="connsiteX2" fmla="*/ 0 w 47145"/>
                <a:gd name="connsiteY2" fmla="*/ 18757 h 37513"/>
                <a:gd name="connsiteX3" fmla="*/ 23573 w 47145"/>
                <a:gd name="connsiteY3" fmla="*/ 0 h 37513"/>
                <a:gd name="connsiteX4" fmla="*/ 47145 w 47145"/>
                <a:gd name="connsiteY4" fmla="*/ 18757 h 37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145" h="37513">
                  <a:moveTo>
                    <a:pt x="47145" y="18757"/>
                  </a:moveTo>
                  <a:cubicBezTo>
                    <a:pt x="47145" y="29149"/>
                    <a:pt x="36626" y="37514"/>
                    <a:pt x="23573" y="37514"/>
                  </a:cubicBezTo>
                  <a:cubicBezTo>
                    <a:pt x="10519" y="37514"/>
                    <a:pt x="0" y="29149"/>
                    <a:pt x="0" y="18757"/>
                  </a:cubicBezTo>
                  <a:cubicBezTo>
                    <a:pt x="0" y="8365"/>
                    <a:pt x="10519" y="0"/>
                    <a:pt x="23573" y="0"/>
                  </a:cubicBezTo>
                  <a:cubicBezTo>
                    <a:pt x="36626" y="0"/>
                    <a:pt x="47145" y="8365"/>
                    <a:pt x="47145" y="1875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97" name="Freeform: Shape 5396">
              <a:extLst>
                <a:ext uri="{FF2B5EF4-FFF2-40B4-BE49-F238E27FC236}">
                  <a16:creationId xmlns:a16="http://schemas.microsoft.com/office/drawing/2014/main" id="{35956520-95B6-231B-07AC-A6FEE1B579B4}"/>
                </a:ext>
              </a:extLst>
            </p:cNvPr>
            <p:cNvSpPr/>
            <p:nvPr/>
          </p:nvSpPr>
          <p:spPr>
            <a:xfrm>
              <a:off x="10255728" y="231703"/>
              <a:ext cx="47146" cy="37387"/>
            </a:xfrm>
            <a:custGeom>
              <a:avLst/>
              <a:gdLst>
                <a:gd name="connsiteX0" fmla="*/ 47146 w 47146"/>
                <a:gd name="connsiteY0" fmla="*/ 18630 h 37387"/>
                <a:gd name="connsiteX1" fmla="*/ 23573 w 47146"/>
                <a:gd name="connsiteY1" fmla="*/ 37387 h 37387"/>
                <a:gd name="connsiteX2" fmla="*/ 0 w 47146"/>
                <a:gd name="connsiteY2" fmla="*/ 18630 h 37387"/>
                <a:gd name="connsiteX3" fmla="*/ 23573 w 47146"/>
                <a:gd name="connsiteY3" fmla="*/ 0 h 37387"/>
                <a:gd name="connsiteX4" fmla="*/ 47146 w 47146"/>
                <a:gd name="connsiteY4" fmla="*/ 18630 h 37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146" h="37387">
                  <a:moveTo>
                    <a:pt x="47146" y="18630"/>
                  </a:moveTo>
                  <a:cubicBezTo>
                    <a:pt x="47146" y="29023"/>
                    <a:pt x="36627" y="37387"/>
                    <a:pt x="23573" y="37387"/>
                  </a:cubicBezTo>
                  <a:cubicBezTo>
                    <a:pt x="10519" y="37387"/>
                    <a:pt x="0" y="29023"/>
                    <a:pt x="0" y="18630"/>
                  </a:cubicBezTo>
                  <a:cubicBezTo>
                    <a:pt x="0" y="8238"/>
                    <a:pt x="10519" y="0"/>
                    <a:pt x="23573" y="0"/>
                  </a:cubicBezTo>
                  <a:cubicBezTo>
                    <a:pt x="36627" y="0"/>
                    <a:pt x="47146" y="8365"/>
                    <a:pt x="47146" y="18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98" name="Freeform: Shape 5397">
              <a:extLst>
                <a:ext uri="{FF2B5EF4-FFF2-40B4-BE49-F238E27FC236}">
                  <a16:creationId xmlns:a16="http://schemas.microsoft.com/office/drawing/2014/main" id="{B55A8D68-B5DE-26D0-B841-AA302DDC3570}"/>
                </a:ext>
              </a:extLst>
            </p:cNvPr>
            <p:cNvSpPr/>
            <p:nvPr/>
          </p:nvSpPr>
          <p:spPr>
            <a:xfrm>
              <a:off x="10345965" y="306478"/>
              <a:ext cx="47905" cy="38020"/>
            </a:xfrm>
            <a:custGeom>
              <a:avLst/>
              <a:gdLst>
                <a:gd name="connsiteX0" fmla="*/ 47906 w 47905"/>
                <a:gd name="connsiteY0" fmla="*/ 19010 h 38020"/>
                <a:gd name="connsiteX1" fmla="*/ 23953 w 47905"/>
                <a:gd name="connsiteY1" fmla="*/ 38021 h 38020"/>
                <a:gd name="connsiteX2" fmla="*/ 0 w 47905"/>
                <a:gd name="connsiteY2" fmla="*/ 19010 h 38020"/>
                <a:gd name="connsiteX3" fmla="*/ 23953 w 47905"/>
                <a:gd name="connsiteY3" fmla="*/ 0 h 38020"/>
                <a:gd name="connsiteX4" fmla="*/ 47906 w 47905"/>
                <a:gd name="connsiteY4" fmla="*/ 19010 h 38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905" h="38020">
                  <a:moveTo>
                    <a:pt x="47906" y="19010"/>
                  </a:moveTo>
                  <a:cubicBezTo>
                    <a:pt x="47906" y="29529"/>
                    <a:pt x="37134" y="38021"/>
                    <a:pt x="23953" y="38021"/>
                  </a:cubicBezTo>
                  <a:cubicBezTo>
                    <a:pt x="10772" y="38021"/>
                    <a:pt x="0" y="29529"/>
                    <a:pt x="0" y="19010"/>
                  </a:cubicBezTo>
                  <a:cubicBezTo>
                    <a:pt x="0" y="8491"/>
                    <a:pt x="10772" y="0"/>
                    <a:pt x="23953" y="0"/>
                  </a:cubicBezTo>
                  <a:cubicBezTo>
                    <a:pt x="37134" y="0"/>
                    <a:pt x="47906" y="8491"/>
                    <a:pt x="47906" y="1901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99" name="Freeform: Shape 5398">
              <a:extLst>
                <a:ext uri="{FF2B5EF4-FFF2-40B4-BE49-F238E27FC236}">
                  <a16:creationId xmlns:a16="http://schemas.microsoft.com/office/drawing/2014/main" id="{05D70D1C-D316-DE49-CB4B-008E7C1634A4}"/>
                </a:ext>
              </a:extLst>
            </p:cNvPr>
            <p:cNvSpPr/>
            <p:nvPr/>
          </p:nvSpPr>
          <p:spPr>
            <a:xfrm>
              <a:off x="10434680" y="383660"/>
              <a:ext cx="47145" cy="37513"/>
            </a:xfrm>
            <a:custGeom>
              <a:avLst/>
              <a:gdLst>
                <a:gd name="connsiteX0" fmla="*/ 47145 w 47145"/>
                <a:gd name="connsiteY0" fmla="*/ 18757 h 37513"/>
                <a:gd name="connsiteX1" fmla="*/ 23573 w 47145"/>
                <a:gd name="connsiteY1" fmla="*/ 37514 h 37513"/>
                <a:gd name="connsiteX2" fmla="*/ 0 w 47145"/>
                <a:gd name="connsiteY2" fmla="*/ 18757 h 37513"/>
                <a:gd name="connsiteX3" fmla="*/ 23573 w 47145"/>
                <a:gd name="connsiteY3" fmla="*/ 0 h 37513"/>
                <a:gd name="connsiteX4" fmla="*/ 47145 w 47145"/>
                <a:gd name="connsiteY4" fmla="*/ 18757 h 37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145" h="37513">
                  <a:moveTo>
                    <a:pt x="47145" y="18757"/>
                  </a:moveTo>
                  <a:cubicBezTo>
                    <a:pt x="47145" y="29149"/>
                    <a:pt x="36499" y="37514"/>
                    <a:pt x="23573" y="37514"/>
                  </a:cubicBezTo>
                  <a:cubicBezTo>
                    <a:pt x="10645" y="37514"/>
                    <a:pt x="0" y="29149"/>
                    <a:pt x="0" y="18757"/>
                  </a:cubicBezTo>
                  <a:cubicBezTo>
                    <a:pt x="0" y="8365"/>
                    <a:pt x="10519" y="0"/>
                    <a:pt x="23573" y="0"/>
                  </a:cubicBezTo>
                  <a:cubicBezTo>
                    <a:pt x="36626" y="0"/>
                    <a:pt x="47145" y="8365"/>
                    <a:pt x="47145" y="1875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00" name="Freeform: Shape 5399">
              <a:extLst>
                <a:ext uri="{FF2B5EF4-FFF2-40B4-BE49-F238E27FC236}">
                  <a16:creationId xmlns:a16="http://schemas.microsoft.com/office/drawing/2014/main" id="{93AA4B88-C855-523C-A33A-0BCF1282162E}"/>
                </a:ext>
              </a:extLst>
            </p:cNvPr>
            <p:cNvSpPr/>
            <p:nvPr/>
          </p:nvSpPr>
          <p:spPr>
            <a:xfrm>
              <a:off x="10520860" y="461983"/>
              <a:ext cx="47145" cy="37513"/>
            </a:xfrm>
            <a:custGeom>
              <a:avLst/>
              <a:gdLst>
                <a:gd name="connsiteX0" fmla="*/ 47145 w 47145"/>
                <a:gd name="connsiteY0" fmla="*/ 18757 h 37513"/>
                <a:gd name="connsiteX1" fmla="*/ 23573 w 47145"/>
                <a:gd name="connsiteY1" fmla="*/ 37514 h 37513"/>
                <a:gd name="connsiteX2" fmla="*/ 0 w 47145"/>
                <a:gd name="connsiteY2" fmla="*/ 18757 h 37513"/>
                <a:gd name="connsiteX3" fmla="*/ 23573 w 47145"/>
                <a:gd name="connsiteY3" fmla="*/ 0 h 37513"/>
                <a:gd name="connsiteX4" fmla="*/ 47145 w 47145"/>
                <a:gd name="connsiteY4" fmla="*/ 18757 h 37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145" h="37513">
                  <a:moveTo>
                    <a:pt x="47145" y="18757"/>
                  </a:moveTo>
                  <a:cubicBezTo>
                    <a:pt x="47145" y="29023"/>
                    <a:pt x="36627" y="37514"/>
                    <a:pt x="23573" y="37514"/>
                  </a:cubicBezTo>
                  <a:cubicBezTo>
                    <a:pt x="10519" y="37514"/>
                    <a:pt x="0" y="29149"/>
                    <a:pt x="0" y="18757"/>
                  </a:cubicBezTo>
                  <a:cubicBezTo>
                    <a:pt x="0" y="8365"/>
                    <a:pt x="10519" y="0"/>
                    <a:pt x="23573" y="0"/>
                  </a:cubicBezTo>
                  <a:cubicBezTo>
                    <a:pt x="36627" y="0"/>
                    <a:pt x="47145" y="8365"/>
                    <a:pt x="47145" y="1875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01" name="Freeform: Shape 5400">
              <a:extLst>
                <a:ext uri="{FF2B5EF4-FFF2-40B4-BE49-F238E27FC236}">
                  <a16:creationId xmlns:a16="http://schemas.microsoft.com/office/drawing/2014/main" id="{D6149515-2D99-FF14-2292-E501209F9D88}"/>
                </a:ext>
              </a:extLst>
            </p:cNvPr>
            <p:cNvSpPr/>
            <p:nvPr/>
          </p:nvSpPr>
          <p:spPr>
            <a:xfrm>
              <a:off x="10604633" y="541953"/>
              <a:ext cx="47145" cy="37513"/>
            </a:xfrm>
            <a:custGeom>
              <a:avLst/>
              <a:gdLst>
                <a:gd name="connsiteX0" fmla="*/ 47145 w 47145"/>
                <a:gd name="connsiteY0" fmla="*/ 18757 h 37513"/>
                <a:gd name="connsiteX1" fmla="*/ 23573 w 47145"/>
                <a:gd name="connsiteY1" fmla="*/ 37514 h 37513"/>
                <a:gd name="connsiteX2" fmla="*/ 0 w 47145"/>
                <a:gd name="connsiteY2" fmla="*/ 18757 h 37513"/>
                <a:gd name="connsiteX3" fmla="*/ 23573 w 47145"/>
                <a:gd name="connsiteY3" fmla="*/ 0 h 37513"/>
                <a:gd name="connsiteX4" fmla="*/ 47145 w 47145"/>
                <a:gd name="connsiteY4" fmla="*/ 18757 h 37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145" h="37513">
                  <a:moveTo>
                    <a:pt x="47145" y="18757"/>
                  </a:moveTo>
                  <a:cubicBezTo>
                    <a:pt x="47145" y="29149"/>
                    <a:pt x="36627" y="37514"/>
                    <a:pt x="23573" y="37514"/>
                  </a:cubicBezTo>
                  <a:cubicBezTo>
                    <a:pt x="10519" y="37514"/>
                    <a:pt x="0" y="29149"/>
                    <a:pt x="0" y="18757"/>
                  </a:cubicBezTo>
                  <a:cubicBezTo>
                    <a:pt x="0" y="8365"/>
                    <a:pt x="10519" y="0"/>
                    <a:pt x="23573" y="0"/>
                  </a:cubicBezTo>
                  <a:cubicBezTo>
                    <a:pt x="36627" y="0"/>
                    <a:pt x="47145" y="8365"/>
                    <a:pt x="47145" y="1875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02" name="Freeform: Shape 5401">
              <a:extLst>
                <a:ext uri="{FF2B5EF4-FFF2-40B4-BE49-F238E27FC236}">
                  <a16:creationId xmlns:a16="http://schemas.microsoft.com/office/drawing/2014/main" id="{1433D44C-F0B2-8CC8-5424-0E3DDDCCC059}"/>
                </a:ext>
              </a:extLst>
            </p:cNvPr>
            <p:cNvSpPr/>
            <p:nvPr/>
          </p:nvSpPr>
          <p:spPr>
            <a:xfrm>
              <a:off x="10686377" y="623317"/>
              <a:ext cx="47145" cy="37513"/>
            </a:xfrm>
            <a:custGeom>
              <a:avLst/>
              <a:gdLst>
                <a:gd name="connsiteX0" fmla="*/ 47145 w 47145"/>
                <a:gd name="connsiteY0" fmla="*/ 18757 h 37513"/>
                <a:gd name="connsiteX1" fmla="*/ 23573 w 47145"/>
                <a:gd name="connsiteY1" fmla="*/ 37514 h 37513"/>
                <a:gd name="connsiteX2" fmla="*/ 0 w 47145"/>
                <a:gd name="connsiteY2" fmla="*/ 18757 h 37513"/>
                <a:gd name="connsiteX3" fmla="*/ 23573 w 47145"/>
                <a:gd name="connsiteY3" fmla="*/ 0 h 37513"/>
                <a:gd name="connsiteX4" fmla="*/ 47145 w 47145"/>
                <a:gd name="connsiteY4" fmla="*/ 18757 h 37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145" h="37513">
                  <a:moveTo>
                    <a:pt x="47145" y="18757"/>
                  </a:moveTo>
                  <a:cubicBezTo>
                    <a:pt x="47145" y="29023"/>
                    <a:pt x="36500" y="37514"/>
                    <a:pt x="23573" y="37514"/>
                  </a:cubicBezTo>
                  <a:cubicBezTo>
                    <a:pt x="10645" y="37514"/>
                    <a:pt x="0" y="29149"/>
                    <a:pt x="0" y="18757"/>
                  </a:cubicBezTo>
                  <a:cubicBezTo>
                    <a:pt x="0" y="8365"/>
                    <a:pt x="10519" y="0"/>
                    <a:pt x="23573" y="0"/>
                  </a:cubicBezTo>
                  <a:cubicBezTo>
                    <a:pt x="36627" y="0"/>
                    <a:pt x="47145" y="8365"/>
                    <a:pt x="47145" y="1875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03" name="Freeform: Shape 5402">
              <a:extLst>
                <a:ext uri="{FF2B5EF4-FFF2-40B4-BE49-F238E27FC236}">
                  <a16:creationId xmlns:a16="http://schemas.microsoft.com/office/drawing/2014/main" id="{D3A521AD-FDCD-058B-B7A6-09B4B80122BA}"/>
                </a:ext>
              </a:extLst>
            </p:cNvPr>
            <p:cNvSpPr/>
            <p:nvPr/>
          </p:nvSpPr>
          <p:spPr>
            <a:xfrm>
              <a:off x="10765587" y="706203"/>
              <a:ext cx="47145" cy="37513"/>
            </a:xfrm>
            <a:custGeom>
              <a:avLst/>
              <a:gdLst>
                <a:gd name="connsiteX0" fmla="*/ 47145 w 47145"/>
                <a:gd name="connsiteY0" fmla="*/ 18757 h 37513"/>
                <a:gd name="connsiteX1" fmla="*/ 23573 w 47145"/>
                <a:gd name="connsiteY1" fmla="*/ 37514 h 37513"/>
                <a:gd name="connsiteX2" fmla="*/ 0 w 47145"/>
                <a:gd name="connsiteY2" fmla="*/ 18757 h 37513"/>
                <a:gd name="connsiteX3" fmla="*/ 23573 w 47145"/>
                <a:gd name="connsiteY3" fmla="*/ 0 h 37513"/>
                <a:gd name="connsiteX4" fmla="*/ 47145 w 47145"/>
                <a:gd name="connsiteY4" fmla="*/ 18757 h 37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145" h="37513">
                  <a:moveTo>
                    <a:pt x="47145" y="18757"/>
                  </a:moveTo>
                  <a:cubicBezTo>
                    <a:pt x="47145" y="29023"/>
                    <a:pt x="36627" y="37514"/>
                    <a:pt x="23573" y="37514"/>
                  </a:cubicBezTo>
                  <a:cubicBezTo>
                    <a:pt x="10519" y="37514"/>
                    <a:pt x="0" y="29149"/>
                    <a:pt x="0" y="18757"/>
                  </a:cubicBezTo>
                  <a:cubicBezTo>
                    <a:pt x="0" y="8365"/>
                    <a:pt x="10645" y="0"/>
                    <a:pt x="23573" y="0"/>
                  </a:cubicBezTo>
                  <a:cubicBezTo>
                    <a:pt x="36500" y="0"/>
                    <a:pt x="47145" y="8365"/>
                    <a:pt x="47145" y="1875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04" name="Freeform: Shape 5403">
              <a:extLst>
                <a:ext uri="{FF2B5EF4-FFF2-40B4-BE49-F238E27FC236}">
                  <a16:creationId xmlns:a16="http://schemas.microsoft.com/office/drawing/2014/main" id="{80483431-1536-51B4-FFDB-949924B84034}"/>
                </a:ext>
              </a:extLst>
            </p:cNvPr>
            <p:cNvSpPr/>
            <p:nvPr/>
          </p:nvSpPr>
          <p:spPr>
            <a:xfrm>
              <a:off x="10842389" y="790609"/>
              <a:ext cx="47145" cy="37387"/>
            </a:xfrm>
            <a:custGeom>
              <a:avLst/>
              <a:gdLst>
                <a:gd name="connsiteX0" fmla="*/ 47145 w 47145"/>
                <a:gd name="connsiteY0" fmla="*/ 18630 h 37387"/>
                <a:gd name="connsiteX1" fmla="*/ 23573 w 47145"/>
                <a:gd name="connsiteY1" fmla="*/ 37387 h 37387"/>
                <a:gd name="connsiteX2" fmla="*/ 0 w 47145"/>
                <a:gd name="connsiteY2" fmla="*/ 18630 h 37387"/>
                <a:gd name="connsiteX3" fmla="*/ 23573 w 47145"/>
                <a:gd name="connsiteY3" fmla="*/ 0 h 37387"/>
                <a:gd name="connsiteX4" fmla="*/ 47145 w 47145"/>
                <a:gd name="connsiteY4" fmla="*/ 18630 h 37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145" h="37387">
                  <a:moveTo>
                    <a:pt x="47145" y="18630"/>
                  </a:moveTo>
                  <a:cubicBezTo>
                    <a:pt x="47145" y="29023"/>
                    <a:pt x="36627" y="37387"/>
                    <a:pt x="23573" y="37387"/>
                  </a:cubicBezTo>
                  <a:cubicBezTo>
                    <a:pt x="10519" y="37387"/>
                    <a:pt x="0" y="29023"/>
                    <a:pt x="0" y="18630"/>
                  </a:cubicBezTo>
                  <a:cubicBezTo>
                    <a:pt x="0" y="8238"/>
                    <a:pt x="10519" y="0"/>
                    <a:pt x="23573" y="0"/>
                  </a:cubicBezTo>
                  <a:cubicBezTo>
                    <a:pt x="36627" y="0"/>
                    <a:pt x="47145" y="8365"/>
                    <a:pt x="47145" y="18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05" name="Freeform: Shape 5404">
              <a:extLst>
                <a:ext uri="{FF2B5EF4-FFF2-40B4-BE49-F238E27FC236}">
                  <a16:creationId xmlns:a16="http://schemas.microsoft.com/office/drawing/2014/main" id="{FD80A92A-BD82-D896-9468-DC8D9F1BAF5E}"/>
                </a:ext>
              </a:extLst>
            </p:cNvPr>
            <p:cNvSpPr/>
            <p:nvPr/>
          </p:nvSpPr>
          <p:spPr>
            <a:xfrm>
              <a:off x="10917037" y="876409"/>
              <a:ext cx="46385" cy="36753"/>
            </a:xfrm>
            <a:custGeom>
              <a:avLst/>
              <a:gdLst>
                <a:gd name="connsiteX0" fmla="*/ 46385 w 46385"/>
                <a:gd name="connsiteY0" fmla="*/ 18377 h 36753"/>
                <a:gd name="connsiteX1" fmla="*/ 23192 w 46385"/>
                <a:gd name="connsiteY1" fmla="*/ 36753 h 36753"/>
                <a:gd name="connsiteX2" fmla="*/ 0 w 46385"/>
                <a:gd name="connsiteY2" fmla="*/ 18377 h 36753"/>
                <a:gd name="connsiteX3" fmla="*/ 23192 w 46385"/>
                <a:gd name="connsiteY3" fmla="*/ 0 h 36753"/>
                <a:gd name="connsiteX4" fmla="*/ 46385 w 46385"/>
                <a:gd name="connsiteY4" fmla="*/ 18377 h 36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85" h="36753">
                  <a:moveTo>
                    <a:pt x="46385" y="18377"/>
                  </a:moveTo>
                  <a:cubicBezTo>
                    <a:pt x="46385" y="28516"/>
                    <a:pt x="35993" y="36753"/>
                    <a:pt x="23192" y="36753"/>
                  </a:cubicBezTo>
                  <a:cubicBezTo>
                    <a:pt x="10392" y="36753"/>
                    <a:pt x="0" y="28516"/>
                    <a:pt x="0" y="18377"/>
                  </a:cubicBezTo>
                  <a:cubicBezTo>
                    <a:pt x="0" y="8238"/>
                    <a:pt x="10392" y="0"/>
                    <a:pt x="23192" y="0"/>
                  </a:cubicBezTo>
                  <a:cubicBezTo>
                    <a:pt x="35993" y="0"/>
                    <a:pt x="46385" y="8238"/>
                    <a:pt x="46385" y="1837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06" name="Freeform: Shape 5405">
              <a:extLst>
                <a:ext uri="{FF2B5EF4-FFF2-40B4-BE49-F238E27FC236}">
                  <a16:creationId xmlns:a16="http://schemas.microsoft.com/office/drawing/2014/main" id="{E748E481-B5C1-28F4-A748-881189749F82}"/>
                </a:ext>
              </a:extLst>
            </p:cNvPr>
            <p:cNvSpPr/>
            <p:nvPr/>
          </p:nvSpPr>
          <p:spPr>
            <a:xfrm>
              <a:off x="10989023" y="963477"/>
              <a:ext cx="46385" cy="36753"/>
            </a:xfrm>
            <a:custGeom>
              <a:avLst/>
              <a:gdLst>
                <a:gd name="connsiteX0" fmla="*/ 46385 w 46385"/>
                <a:gd name="connsiteY0" fmla="*/ 18377 h 36753"/>
                <a:gd name="connsiteX1" fmla="*/ 23192 w 46385"/>
                <a:gd name="connsiteY1" fmla="*/ 36753 h 36753"/>
                <a:gd name="connsiteX2" fmla="*/ 0 w 46385"/>
                <a:gd name="connsiteY2" fmla="*/ 18377 h 36753"/>
                <a:gd name="connsiteX3" fmla="*/ 23192 w 46385"/>
                <a:gd name="connsiteY3" fmla="*/ 0 h 36753"/>
                <a:gd name="connsiteX4" fmla="*/ 46385 w 46385"/>
                <a:gd name="connsiteY4" fmla="*/ 18377 h 36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85" h="36753">
                  <a:moveTo>
                    <a:pt x="46385" y="18377"/>
                  </a:moveTo>
                  <a:cubicBezTo>
                    <a:pt x="46385" y="28516"/>
                    <a:pt x="35993" y="36753"/>
                    <a:pt x="23192" y="36753"/>
                  </a:cubicBezTo>
                  <a:cubicBezTo>
                    <a:pt x="10392" y="36753"/>
                    <a:pt x="0" y="28516"/>
                    <a:pt x="0" y="18377"/>
                  </a:cubicBezTo>
                  <a:cubicBezTo>
                    <a:pt x="0" y="8238"/>
                    <a:pt x="10392" y="0"/>
                    <a:pt x="23192" y="0"/>
                  </a:cubicBezTo>
                  <a:cubicBezTo>
                    <a:pt x="35993" y="0"/>
                    <a:pt x="46385" y="8238"/>
                    <a:pt x="46385" y="1837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07" name="Freeform: Shape 5406">
              <a:extLst>
                <a:ext uri="{FF2B5EF4-FFF2-40B4-BE49-F238E27FC236}">
                  <a16:creationId xmlns:a16="http://schemas.microsoft.com/office/drawing/2014/main" id="{95511C0B-6882-5289-32C4-CA0755E30375}"/>
                </a:ext>
              </a:extLst>
            </p:cNvPr>
            <p:cNvSpPr/>
            <p:nvPr/>
          </p:nvSpPr>
          <p:spPr>
            <a:xfrm>
              <a:off x="11058855" y="1052065"/>
              <a:ext cx="45370" cy="35993"/>
            </a:xfrm>
            <a:custGeom>
              <a:avLst/>
              <a:gdLst>
                <a:gd name="connsiteX0" fmla="*/ 45371 w 45370"/>
                <a:gd name="connsiteY0" fmla="*/ 17997 h 35993"/>
                <a:gd name="connsiteX1" fmla="*/ 22685 w 45370"/>
                <a:gd name="connsiteY1" fmla="*/ 35993 h 35993"/>
                <a:gd name="connsiteX2" fmla="*/ 0 w 45370"/>
                <a:gd name="connsiteY2" fmla="*/ 17997 h 35993"/>
                <a:gd name="connsiteX3" fmla="*/ 22685 w 45370"/>
                <a:gd name="connsiteY3" fmla="*/ 0 h 35993"/>
                <a:gd name="connsiteX4" fmla="*/ 45371 w 45370"/>
                <a:gd name="connsiteY4" fmla="*/ 17997 h 35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370" h="35993">
                  <a:moveTo>
                    <a:pt x="45371" y="17997"/>
                  </a:moveTo>
                  <a:cubicBezTo>
                    <a:pt x="45371" y="27882"/>
                    <a:pt x="35232" y="35993"/>
                    <a:pt x="22685" y="35993"/>
                  </a:cubicBezTo>
                  <a:cubicBezTo>
                    <a:pt x="10139" y="35993"/>
                    <a:pt x="0" y="27882"/>
                    <a:pt x="0" y="17997"/>
                  </a:cubicBezTo>
                  <a:cubicBezTo>
                    <a:pt x="0" y="8111"/>
                    <a:pt x="10139" y="0"/>
                    <a:pt x="22685" y="0"/>
                  </a:cubicBezTo>
                  <a:cubicBezTo>
                    <a:pt x="35232" y="0"/>
                    <a:pt x="45371" y="8111"/>
                    <a:pt x="45371" y="179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08" name="Freeform: Shape 5407">
              <a:extLst>
                <a:ext uri="{FF2B5EF4-FFF2-40B4-BE49-F238E27FC236}">
                  <a16:creationId xmlns:a16="http://schemas.microsoft.com/office/drawing/2014/main" id="{192F3E2C-4C91-0758-0A85-029C264EC4A2}"/>
                </a:ext>
              </a:extLst>
            </p:cNvPr>
            <p:cNvSpPr/>
            <p:nvPr/>
          </p:nvSpPr>
          <p:spPr>
            <a:xfrm>
              <a:off x="11125771" y="1141541"/>
              <a:ext cx="45371" cy="35992"/>
            </a:xfrm>
            <a:custGeom>
              <a:avLst/>
              <a:gdLst>
                <a:gd name="connsiteX0" fmla="*/ 45372 w 45371"/>
                <a:gd name="connsiteY0" fmla="*/ 17996 h 35992"/>
                <a:gd name="connsiteX1" fmla="*/ 22685 w 45371"/>
                <a:gd name="connsiteY1" fmla="*/ 35993 h 35992"/>
                <a:gd name="connsiteX2" fmla="*/ 0 w 45371"/>
                <a:gd name="connsiteY2" fmla="*/ 17996 h 35992"/>
                <a:gd name="connsiteX3" fmla="*/ 22685 w 45371"/>
                <a:gd name="connsiteY3" fmla="*/ 0 h 35992"/>
                <a:gd name="connsiteX4" fmla="*/ 45372 w 45371"/>
                <a:gd name="connsiteY4" fmla="*/ 17996 h 35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371" h="35992">
                  <a:moveTo>
                    <a:pt x="45372" y="17996"/>
                  </a:moveTo>
                  <a:cubicBezTo>
                    <a:pt x="45372" y="27882"/>
                    <a:pt x="35233" y="35993"/>
                    <a:pt x="22685" y="35993"/>
                  </a:cubicBezTo>
                  <a:cubicBezTo>
                    <a:pt x="10139" y="35993"/>
                    <a:pt x="0" y="27882"/>
                    <a:pt x="0" y="17996"/>
                  </a:cubicBezTo>
                  <a:cubicBezTo>
                    <a:pt x="0" y="8111"/>
                    <a:pt x="10139" y="0"/>
                    <a:pt x="22685" y="0"/>
                  </a:cubicBezTo>
                  <a:cubicBezTo>
                    <a:pt x="35233" y="0"/>
                    <a:pt x="45372" y="8111"/>
                    <a:pt x="45372" y="1799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09" name="Freeform: Shape 5408">
              <a:extLst>
                <a:ext uri="{FF2B5EF4-FFF2-40B4-BE49-F238E27FC236}">
                  <a16:creationId xmlns:a16="http://schemas.microsoft.com/office/drawing/2014/main" id="{31A07286-55F9-0798-BE6D-3C89D8A1AA3A}"/>
                </a:ext>
              </a:extLst>
            </p:cNvPr>
            <p:cNvSpPr/>
            <p:nvPr/>
          </p:nvSpPr>
          <p:spPr>
            <a:xfrm>
              <a:off x="11190406" y="1232410"/>
              <a:ext cx="44611" cy="35486"/>
            </a:xfrm>
            <a:custGeom>
              <a:avLst/>
              <a:gdLst>
                <a:gd name="connsiteX0" fmla="*/ 44611 w 44611"/>
                <a:gd name="connsiteY0" fmla="*/ 17743 h 35486"/>
                <a:gd name="connsiteX1" fmla="*/ 22306 w 44611"/>
                <a:gd name="connsiteY1" fmla="*/ 35486 h 35486"/>
                <a:gd name="connsiteX2" fmla="*/ 0 w 44611"/>
                <a:gd name="connsiteY2" fmla="*/ 17743 h 35486"/>
                <a:gd name="connsiteX3" fmla="*/ 22306 w 44611"/>
                <a:gd name="connsiteY3" fmla="*/ 0 h 35486"/>
                <a:gd name="connsiteX4" fmla="*/ 44611 w 44611"/>
                <a:gd name="connsiteY4" fmla="*/ 17743 h 35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611" h="35486">
                  <a:moveTo>
                    <a:pt x="44611" y="17743"/>
                  </a:moveTo>
                  <a:cubicBezTo>
                    <a:pt x="44611" y="27502"/>
                    <a:pt x="34599" y="35486"/>
                    <a:pt x="22306" y="35486"/>
                  </a:cubicBezTo>
                  <a:cubicBezTo>
                    <a:pt x="10013" y="35486"/>
                    <a:pt x="0" y="27502"/>
                    <a:pt x="0" y="17743"/>
                  </a:cubicBezTo>
                  <a:cubicBezTo>
                    <a:pt x="0" y="7984"/>
                    <a:pt x="9886" y="0"/>
                    <a:pt x="22306" y="0"/>
                  </a:cubicBezTo>
                  <a:cubicBezTo>
                    <a:pt x="34726" y="0"/>
                    <a:pt x="44611" y="7984"/>
                    <a:pt x="44611" y="1774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10" name="Freeform: Shape 5409">
              <a:extLst>
                <a:ext uri="{FF2B5EF4-FFF2-40B4-BE49-F238E27FC236}">
                  <a16:creationId xmlns:a16="http://schemas.microsoft.com/office/drawing/2014/main" id="{DE6BDF93-242D-CCAB-A9C4-649B37FF5332}"/>
                </a:ext>
              </a:extLst>
            </p:cNvPr>
            <p:cNvSpPr/>
            <p:nvPr/>
          </p:nvSpPr>
          <p:spPr>
            <a:xfrm>
              <a:off x="11252000" y="1324167"/>
              <a:ext cx="44610" cy="35486"/>
            </a:xfrm>
            <a:custGeom>
              <a:avLst/>
              <a:gdLst>
                <a:gd name="connsiteX0" fmla="*/ 44611 w 44610"/>
                <a:gd name="connsiteY0" fmla="*/ 17743 h 35486"/>
                <a:gd name="connsiteX1" fmla="*/ 22306 w 44610"/>
                <a:gd name="connsiteY1" fmla="*/ 35486 h 35486"/>
                <a:gd name="connsiteX2" fmla="*/ 0 w 44610"/>
                <a:gd name="connsiteY2" fmla="*/ 17743 h 35486"/>
                <a:gd name="connsiteX3" fmla="*/ 22306 w 44610"/>
                <a:gd name="connsiteY3" fmla="*/ 0 h 35486"/>
                <a:gd name="connsiteX4" fmla="*/ 44611 w 44610"/>
                <a:gd name="connsiteY4" fmla="*/ 17743 h 35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610" h="35486">
                  <a:moveTo>
                    <a:pt x="44611" y="17743"/>
                  </a:moveTo>
                  <a:cubicBezTo>
                    <a:pt x="44611" y="27502"/>
                    <a:pt x="34726" y="35486"/>
                    <a:pt x="22306" y="35486"/>
                  </a:cubicBezTo>
                  <a:cubicBezTo>
                    <a:pt x="9885" y="35486"/>
                    <a:pt x="0" y="27502"/>
                    <a:pt x="0" y="17743"/>
                  </a:cubicBezTo>
                  <a:cubicBezTo>
                    <a:pt x="0" y="7984"/>
                    <a:pt x="10012" y="0"/>
                    <a:pt x="22306" y="0"/>
                  </a:cubicBezTo>
                  <a:cubicBezTo>
                    <a:pt x="34599" y="0"/>
                    <a:pt x="44611" y="7984"/>
                    <a:pt x="44611" y="1774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11" name="Freeform: Shape 5410">
              <a:extLst>
                <a:ext uri="{FF2B5EF4-FFF2-40B4-BE49-F238E27FC236}">
                  <a16:creationId xmlns:a16="http://schemas.microsoft.com/office/drawing/2014/main" id="{9D242F38-9764-AECC-C9F3-69B7557053D4}"/>
                </a:ext>
              </a:extLst>
            </p:cNvPr>
            <p:cNvSpPr/>
            <p:nvPr/>
          </p:nvSpPr>
          <p:spPr>
            <a:xfrm>
              <a:off x="11311059" y="1417065"/>
              <a:ext cx="44611" cy="35486"/>
            </a:xfrm>
            <a:custGeom>
              <a:avLst/>
              <a:gdLst>
                <a:gd name="connsiteX0" fmla="*/ 44611 w 44611"/>
                <a:gd name="connsiteY0" fmla="*/ 17743 h 35486"/>
                <a:gd name="connsiteX1" fmla="*/ 22306 w 44611"/>
                <a:gd name="connsiteY1" fmla="*/ 35486 h 35486"/>
                <a:gd name="connsiteX2" fmla="*/ 0 w 44611"/>
                <a:gd name="connsiteY2" fmla="*/ 17743 h 35486"/>
                <a:gd name="connsiteX3" fmla="*/ 22306 w 44611"/>
                <a:gd name="connsiteY3" fmla="*/ 0 h 35486"/>
                <a:gd name="connsiteX4" fmla="*/ 44611 w 44611"/>
                <a:gd name="connsiteY4" fmla="*/ 17743 h 35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611" h="35486">
                  <a:moveTo>
                    <a:pt x="44611" y="17743"/>
                  </a:moveTo>
                  <a:cubicBezTo>
                    <a:pt x="44611" y="27502"/>
                    <a:pt x="34599" y="35486"/>
                    <a:pt x="22306" y="35486"/>
                  </a:cubicBezTo>
                  <a:cubicBezTo>
                    <a:pt x="10013" y="35486"/>
                    <a:pt x="0" y="27502"/>
                    <a:pt x="0" y="17743"/>
                  </a:cubicBezTo>
                  <a:cubicBezTo>
                    <a:pt x="0" y="7984"/>
                    <a:pt x="9886" y="0"/>
                    <a:pt x="22306" y="0"/>
                  </a:cubicBezTo>
                  <a:cubicBezTo>
                    <a:pt x="34726" y="0"/>
                    <a:pt x="44611" y="7984"/>
                    <a:pt x="44611" y="1774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12" name="Freeform: Shape 5411">
              <a:extLst>
                <a:ext uri="{FF2B5EF4-FFF2-40B4-BE49-F238E27FC236}">
                  <a16:creationId xmlns:a16="http://schemas.microsoft.com/office/drawing/2014/main" id="{3EED9231-52D8-CF8C-538C-13AFC54E0F4C}"/>
                </a:ext>
              </a:extLst>
            </p:cNvPr>
            <p:cNvSpPr/>
            <p:nvPr/>
          </p:nvSpPr>
          <p:spPr>
            <a:xfrm>
              <a:off x="11367329" y="1510976"/>
              <a:ext cx="44611" cy="35486"/>
            </a:xfrm>
            <a:custGeom>
              <a:avLst/>
              <a:gdLst>
                <a:gd name="connsiteX0" fmla="*/ 44611 w 44611"/>
                <a:gd name="connsiteY0" fmla="*/ 17743 h 35486"/>
                <a:gd name="connsiteX1" fmla="*/ 22306 w 44611"/>
                <a:gd name="connsiteY1" fmla="*/ 35486 h 35486"/>
                <a:gd name="connsiteX2" fmla="*/ 0 w 44611"/>
                <a:gd name="connsiteY2" fmla="*/ 17743 h 35486"/>
                <a:gd name="connsiteX3" fmla="*/ 22306 w 44611"/>
                <a:gd name="connsiteY3" fmla="*/ 0 h 35486"/>
                <a:gd name="connsiteX4" fmla="*/ 44611 w 44611"/>
                <a:gd name="connsiteY4" fmla="*/ 17743 h 35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611" h="35486">
                  <a:moveTo>
                    <a:pt x="44611" y="17743"/>
                  </a:moveTo>
                  <a:cubicBezTo>
                    <a:pt x="44611" y="27502"/>
                    <a:pt x="34599" y="35486"/>
                    <a:pt x="22306" y="35486"/>
                  </a:cubicBezTo>
                  <a:cubicBezTo>
                    <a:pt x="10012" y="35486"/>
                    <a:pt x="0" y="27502"/>
                    <a:pt x="0" y="17743"/>
                  </a:cubicBezTo>
                  <a:cubicBezTo>
                    <a:pt x="0" y="7984"/>
                    <a:pt x="10012" y="0"/>
                    <a:pt x="22306" y="0"/>
                  </a:cubicBezTo>
                  <a:cubicBezTo>
                    <a:pt x="34599" y="0"/>
                    <a:pt x="44611" y="7984"/>
                    <a:pt x="44611" y="1774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13" name="Freeform: Shape 5412">
              <a:extLst>
                <a:ext uri="{FF2B5EF4-FFF2-40B4-BE49-F238E27FC236}">
                  <a16:creationId xmlns:a16="http://schemas.microsoft.com/office/drawing/2014/main" id="{BACB191C-15DB-7469-3738-FAB4F1F79AD3}"/>
                </a:ext>
              </a:extLst>
            </p:cNvPr>
            <p:cNvSpPr/>
            <p:nvPr/>
          </p:nvSpPr>
          <p:spPr>
            <a:xfrm>
              <a:off x="11421319" y="1606282"/>
              <a:ext cx="43850" cy="34725"/>
            </a:xfrm>
            <a:custGeom>
              <a:avLst/>
              <a:gdLst>
                <a:gd name="connsiteX0" fmla="*/ 43851 w 43850"/>
                <a:gd name="connsiteY0" fmla="*/ 17363 h 34725"/>
                <a:gd name="connsiteX1" fmla="*/ 21925 w 43850"/>
                <a:gd name="connsiteY1" fmla="*/ 34726 h 34725"/>
                <a:gd name="connsiteX2" fmla="*/ 0 w 43850"/>
                <a:gd name="connsiteY2" fmla="*/ 17363 h 34725"/>
                <a:gd name="connsiteX3" fmla="*/ 21925 w 43850"/>
                <a:gd name="connsiteY3" fmla="*/ 0 h 34725"/>
                <a:gd name="connsiteX4" fmla="*/ 43851 w 43850"/>
                <a:gd name="connsiteY4" fmla="*/ 17363 h 34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850" h="34725">
                  <a:moveTo>
                    <a:pt x="43851" y="17363"/>
                  </a:moveTo>
                  <a:cubicBezTo>
                    <a:pt x="43851" y="26995"/>
                    <a:pt x="34092" y="34726"/>
                    <a:pt x="21925" y="34726"/>
                  </a:cubicBezTo>
                  <a:cubicBezTo>
                    <a:pt x="9759" y="34726"/>
                    <a:pt x="0" y="26868"/>
                    <a:pt x="0" y="17363"/>
                  </a:cubicBezTo>
                  <a:cubicBezTo>
                    <a:pt x="0" y="7858"/>
                    <a:pt x="9885" y="0"/>
                    <a:pt x="21925" y="0"/>
                  </a:cubicBezTo>
                  <a:cubicBezTo>
                    <a:pt x="33965" y="0"/>
                    <a:pt x="43851" y="7731"/>
                    <a:pt x="43851" y="1736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14" name="Freeform: Shape 5413">
              <a:extLst>
                <a:ext uri="{FF2B5EF4-FFF2-40B4-BE49-F238E27FC236}">
                  <a16:creationId xmlns:a16="http://schemas.microsoft.com/office/drawing/2014/main" id="{7E3154B7-3E8B-F7A9-7FD6-78A71307A3A2}"/>
                </a:ext>
              </a:extLst>
            </p:cNvPr>
            <p:cNvSpPr/>
            <p:nvPr/>
          </p:nvSpPr>
          <p:spPr>
            <a:xfrm>
              <a:off x="11472267" y="1702094"/>
              <a:ext cx="43850" cy="34725"/>
            </a:xfrm>
            <a:custGeom>
              <a:avLst/>
              <a:gdLst>
                <a:gd name="connsiteX0" fmla="*/ 43850 w 43850"/>
                <a:gd name="connsiteY0" fmla="*/ 17363 h 34725"/>
                <a:gd name="connsiteX1" fmla="*/ 21925 w 43850"/>
                <a:gd name="connsiteY1" fmla="*/ 34726 h 34725"/>
                <a:gd name="connsiteX2" fmla="*/ 0 w 43850"/>
                <a:gd name="connsiteY2" fmla="*/ 17363 h 34725"/>
                <a:gd name="connsiteX3" fmla="*/ 21925 w 43850"/>
                <a:gd name="connsiteY3" fmla="*/ 0 h 34725"/>
                <a:gd name="connsiteX4" fmla="*/ 43850 w 43850"/>
                <a:gd name="connsiteY4" fmla="*/ 17363 h 34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850" h="34725">
                  <a:moveTo>
                    <a:pt x="43850" y="17363"/>
                  </a:moveTo>
                  <a:cubicBezTo>
                    <a:pt x="43850" y="26995"/>
                    <a:pt x="33965" y="34726"/>
                    <a:pt x="21925" y="34726"/>
                  </a:cubicBezTo>
                  <a:cubicBezTo>
                    <a:pt x="9885" y="34726"/>
                    <a:pt x="0" y="26995"/>
                    <a:pt x="0" y="17363"/>
                  </a:cubicBezTo>
                  <a:cubicBezTo>
                    <a:pt x="0" y="7731"/>
                    <a:pt x="9885" y="0"/>
                    <a:pt x="21925" y="0"/>
                  </a:cubicBezTo>
                  <a:cubicBezTo>
                    <a:pt x="33965" y="0"/>
                    <a:pt x="43850" y="7731"/>
                    <a:pt x="43850" y="1736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15" name="Freeform: Shape 5414">
              <a:extLst>
                <a:ext uri="{FF2B5EF4-FFF2-40B4-BE49-F238E27FC236}">
                  <a16:creationId xmlns:a16="http://schemas.microsoft.com/office/drawing/2014/main" id="{0FDB6DE3-394C-FBA9-0FAB-2DE3F5385AE2}"/>
                </a:ext>
              </a:extLst>
            </p:cNvPr>
            <p:cNvSpPr/>
            <p:nvPr/>
          </p:nvSpPr>
          <p:spPr>
            <a:xfrm>
              <a:off x="11520807" y="1799174"/>
              <a:ext cx="42836" cy="33965"/>
            </a:xfrm>
            <a:custGeom>
              <a:avLst/>
              <a:gdLst>
                <a:gd name="connsiteX0" fmla="*/ 42837 w 42836"/>
                <a:gd name="connsiteY0" fmla="*/ 16983 h 33965"/>
                <a:gd name="connsiteX1" fmla="*/ 21418 w 42836"/>
                <a:gd name="connsiteY1" fmla="*/ 33965 h 33965"/>
                <a:gd name="connsiteX2" fmla="*/ 0 w 42836"/>
                <a:gd name="connsiteY2" fmla="*/ 16983 h 33965"/>
                <a:gd name="connsiteX3" fmla="*/ 21418 w 42836"/>
                <a:gd name="connsiteY3" fmla="*/ 0 h 33965"/>
                <a:gd name="connsiteX4" fmla="*/ 42837 w 42836"/>
                <a:gd name="connsiteY4" fmla="*/ 16983 h 33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836" h="33965">
                  <a:moveTo>
                    <a:pt x="42837" y="16983"/>
                  </a:moveTo>
                  <a:cubicBezTo>
                    <a:pt x="42837" y="26361"/>
                    <a:pt x="33205" y="33965"/>
                    <a:pt x="21418" y="33965"/>
                  </a:cubicBezTo>
                  <a:cubicBezTo>
                    <a:pt x="9632" y="33965"/>
                    <a:pt x="0" y="26361"/>
                    <a:pt x="0" y="16983"/>
                  </a:cubicBezTo>
                  <a:cubicBezTo>
                    <a:pt x="0" y="7604"/>
                    <a:pt x="9632" y="0"/>
                    <a:pt x="21418" y="0"/>
                  </a:cubicBezTo>
                  <a:cubicBezTo>
                    <a:pt x="33205" y="0"/>
                    <a:pt x="42837" y="7604"/>
                    <a:pt x="42837" y="169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16" name="Freeform: Shape 5415">
              <a:extLst>
                <a:ext uri="{FF2B5EF4-FFF2-40B4-BE49-F238E27FC236}">
                  <a16:creationId xmlns:a16="http://schemas.microsoft.com/office/drawing/2014/main" id="{25609934-D00B-68DA-33BB-C9B08722614F}"/>
                </a:ext>
              </a:extLst>
            </p:cNvPr>
            <p:cNvSpPr/>
            <p:nvPr/>
          </p:nvSpPr>
          <p:spPr>
            <a:xfrm>
              <a:off x="11566432" y="1897141"/>
              <a:ext cx="42076" cy="33331"/>
            </a:xfrm>
            <a:custGeom>
              <a:avLst/>
              <a:gdLst>
                <a:gd name="connsiteX0" fmla="*/ 42076 w 42076"/>
                <a:gd name="connsiteY0" fmla="*/ 16729 h 33331"/>
                <a:gd name="connsiteX1" fmla="*/ 21038 w 42076"/>
                <a:gd name="connsiteY1" fmla="*/ 33331 h 33331"/>
                <a:gd name="connsiteX2" fmla="*/ 0 w 42076"/>
                <a:gd name="connsiteY2" fmla="*/ 16729 h 33331"/>
                <a:gd name="connsiteX3" fmla="*/ 21038 w 42076"/>
                <a:gd name="connsiteY3" fmla="*/ 0 h 33331"/>
                <a:gd name="connsiteX4" fmla="*/ 42076 w 42076"/>
                <a:gd name="connsiteY4" fmla="*/ 16729 h 33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076" h="33331">
                  <a:moveTo>
                    <a:pt x="42076" y="16729"/>
                  </a:moveTo>
                  <a:cubicBezTo>
                    <a:pt x="42076" y="25854"/>
                    <a:pt x="32697" y="33331"/>
                    <a:pt x="21038" y="33331"/>
                  </a:cubicBezTo>
                  <a:cubicBezTo>
                    <a:pt x="9378" y="33331"/>
                    <a:pt x="0" y="25854"/>
                    <a:pt x="0" y="16729"/>
                  </a:cubicBezTo>
                  <a:cubicBezTo>
                    <a:pt x="0" y="7604"/>
                    <a:pt x="9378" y="0"/>
                    <a:pt x="21038" y="0"/>
                  </a:cubicBezTo>
                  <a:cubicBezTo>
                    <a:pt x="32697" y="0"/>
                    <a:pt x="42076" y="7477"/>
                    <a:pt x="42076" y="1672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17" name="Freeform: Shape 5416">
              <a:extLst>
                <a:ext uri="{FF2B5EF4-FFF2-40B4-BE49-F238E27FC236}">
                  <a16:creationId xmlns:a16="http://schemas.microsoft.com/office/drawing/2014/main" id="{4D8BEE9D-A820-249B-571D-8D2FA69316ED}"/>
                </a:ext>
              </a:extLst>
            </p:cNvPr>
            <p:cNvSpPr/>
            <p:nvPr/>
          </p:nvSpPr>
          <p:spPr>
            <a:xfrm>
              <a:off x="11609015" y="1995488"/>
              <a:ext cx="42076" cy="33331"/>
            </a:xfrm>
            <a:custGeom>
              <a:avLst/>
              <a:gdLst>
                <a:gd name="connsiteX0" fmla="*/ 42076 w 42076"/>
                <a:gd name="connsiteY0" fmla="*/ 16729 h 33331"/>
                <a:gd name="connsiteX1" fmla="*/ 21038 w 42076"/>
                <a:gd name="connsiteY1" fmla="*/ 33332 h 33331"/>
                <a:gd name="connsiteX2" fmla="*/ 0 w 42076"/>
                <a:gd name="connsiteY2" fmla="*/ 16729 h 33331"/>
                <a:gd name="connsiteX3" fmla="*/ 21038 w 42076"/>
                <a:gd name="connsiteY3" fmla="*/ 0 h 33331"/>
                <a:gd name="connsiteX4" fmla="*/ 42076 w 42076"/>
                <a:gd name="connsiteY4" fmla="*/ 16729 h 33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076" h="33331">
                  <a:moveTo>
                    <a:pt x="42076" y="16729"/>
                  </a:moveTo>
                  <a:cubicBezTo>
                    <a:pt x="42076" y="25854"/>
                    <a:pt x="32698" y="33332"/>
                    <a:pt x="21038" y="33332"/>
                  </a:cubicBezTo>
                  <a:cubicBezTo>
                    <a:pt x="9378" y="33332"/>
                    <a:pt x="0" y="25854"/>
                    <a:pt x="0" y="16729"/>
                  </a:cubicBezTo>
                  <a:cubicBezTo>
                    <a:pt x="0" y="7604"/>
                    <a:pt x="9378" y="0"/>
                    <a:pt x="21038" y="0"/>
                  </a:cubicBezTo>
                  <a:cubicBezTo>
                    <a:pt x="32698" y="0"/>
                    <a:pt x="42076" y="7477"/>
                    <a:pt x="42076" y="1672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18" name="Freeform: Shape 5417">
              <a:extLst>
                <a:ext uri="{FF2B5EF4-FFF2-40B4-BE49-F238E27FC236}">
                  <a16:creationId xmlns:a16="http://schemas.microsoft.com/office/drawing/2014/main" id="{FC371448-8D1C-1216-4E25-424ECB4805DD}"/>
                </a:ext>
              </a:extLst>
            </p:cNvPr>
            <p:cNvSpPr/>
            <p:nvPr/>
          </p:nvSpPr>
          <p:spPr>
            <a:xfrm>
              <a:off x="11649063" y="2094975"/>
              <a:ext cx="41189" cy="32697"/>
            </a:xfrm>
            <a:custGeom>
              <a:avLst/>
              <a:gdLst>
                <a:gd name="connsiteX0" fmla="*/ 41189 w 41189"/>
                <a:gd name="connsiteY0" fmla="*/ 16349 h 32697"/>
                <a:gd name="connsiteX1" fmla="*/ 20532 w 41189"/>
                <a:gd name="connsiteY1" fmla="*/ 32698 h 32697"/>
                <a:gd name="connsiteX2" fmla="*/ 0 w 41189"/>
                <a:gd name="connsiteY2" fmla="*/ 16349 h 32697"/>
                <a:gd name="connsiteX3" fmla="*/ 20532 w 41189"/>
                <a:gd name="connsiteY3" fmla="*/ 0 h 32697"/>
                <a:gd name="connsiteX4" fmla="*/ 41189 w 41189"/>
                <a:gd name="connsiteY4" fmla="*/ 16349 h 32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189" h="32697">
                  <a:moveTo>
                    <a:pt x="41189" y="16349"/>
                  </a:moveTo>
                  <a:cubicBezTo>
                    <a:pt x="41189" y="25347"/>
                    <a:pt x="31938" y="32698"/>
                    <a:pt x="20532" y="32698"/>
                  </a:cubicBezTo>
                  <a:cubicBezTo>
                    <a:pt x="9125" y="32698"/>
                    <a:pt x="0" y="25347"/>
                    <a:pt x="0" y="16349"/>
                  </a:cubicBezTo>
                  <a:cubicBezTo>
                    <a:pt x="0" y="7351"/>
                    <a:pt x="9252" y="0"/>
                    <a:pt x="20532" y="0"/>
                  </a:cubicBezTo>
                  <a:cubicBezTo>
                    <a:pt x="31811" y="0"/>
                    <a:pt x="41189" y="7351"/>
                    <a:pt x="41189" y="1634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19" name="Freeform: Shape 5418">
              <a:extLst>
                <a:ext uri="{FF2B5EF4-FFF2-40B4-BE49-F238E27FC236}">
                  <a16:creationId xmlns:a16="http://schemas.microsoft.com/office/drawing/2014/main" id="{C429B0D3-DD78-1DAE-82BC-14114151DF8C}"/>
                </a:ext>
              </a:extLst>
            </p:cNvPr>
            <p:cNvSpPr/>
            <p:nvPr/>
          </p:nvSpPr>
          <p:spPr>
            <a:xfrm>
              <a:off x="11686198" y="2194970"/>
              <a:ext cx="40554" cy="32190"/>
            </a:xfrm>
            <a:custGeom>
              <a:avLst/>
              <a:gdLst>
                <a:gd name="connsiteX0" fmla="*/ 40555 w 40554"/>
                <a:gd name="connsiteY0" fmla="*/ 16095 h 32190"/>
                <a:gd name="connsiteX1" fmla="*/ 20277 w 40554"/>
                <a:gd name="connsiteY1" fmla="*/ 32191 h 32190"/>
                <a:gd name="connsiteX2" fmla="*/ 0 w 40554"/>
                <a:gd name="connsiteY2" fmla="*/ 16095 h 32190"/>
                <a:gd name="connsiteX3" fmla="*/ 20277 w 40554"/>
                <a:gd name="connsiteY3" fmla="*/ 0 h 32190"/>
                <a:gd name="connsiteX4" fmla="*/ 40555 w 40554"/>
                <a:gd name="connsiteY4" fmla="*/ 16095 h 32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54" h="32190">
                  <a:moveTo>
                    <a:pt x="40555" y="16095"/>
                  </a:moveTo>
                  <a:cubicBezTo>
                    <a:pt x="40555" y="24967"/>
                    <a:pt x="31557" y="32191"/>
                    <a:pt x="20277" y="32191"/>
                  </a:cubicBezTo>
                  <a:cubicBezTo>
                    <a:pt x="8998" y="32191"/>
                    <a:pt x="0" y="24967"/>
                    <a:pt x="0" y="16095"/>
                  </a:cubicBezTo>
                  <a:cubicBezTo>
                    <a:pt x="0" y="7224"/>
                    <a:pt x="9125" y="0"/>
                    <a:pt x="20277" y="0"/>
                  </a:cubicBezTo>
                  <a:cubicBezTo>
                    <a:pt x="31430" y="0"/>
                    <a:pt x="40555" y="7224"/>
                    <a:pt x="40555" y="1609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20" name="Freeform: Shape 5419">
              <a:extLst>
                <a:ext uri="{FF2B5EF4-FFF2-40B4-BE49-F238E27FC236}">
                  <a16:creationId xmlns:a16="http://schemas.microsoft.com/office/drawing/2014/main" id="{0F6217A1-9F32-516E-036A-4F44C045AD6E}"/>
                </a:ext>
              </a:extLst>
            </p:cNvPr>
            <p:cNvSpPr/>
            <p:nvPr/>
          </p:nvSpPr>
          <p:spPr>
            <a:xfrm>
              <a:off x="11720163" y="2295472"/>
              <a:ext cx="40554" cy="32191"/>
            </a:xfrm>
            <a:custGeom>
              <a:avLst/>
              <a:gdLst>
                <a:gd name="connsiteX0" fmla="*/ 40555 w 40554"/>
                <a:gd name="connsiteY0" fmla="*/ 16096 h 32191"/>
                <a:gd name="connsiteX1" fmla="*/ 20277 w 40554"/>
                <a:gd name="connsiteY1" fmla="*/ 32191 h 32191"/>
                <a:gd name="connsiteX2" fmla="*/ 0 w 40554"/>
                <a:gd name="connsiteY2" fmla="*/ 16096 h 32191"/>
                <a:gd name="connsiteX3" fmla="*/ 20277 w 40554"/>
                <a:gd name="connsiteY3" fmla="*/ 0 h 32191"/>
                <a:gd name="connsiteX4" fmla="*/ 40555 w 40554"/>
                <a:gd name="connsiteY4" fmla="*/ 16096 h 32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54" h="32191">
                  <a:moveTo>
                    <a:pt x="40555" y="16096"/>
                  </a:moveTo>
                  <a:cubicBezTo>
                    <a:pt x="40555" y="24967"/>
                    <a:pt x="31557" y="32191"/>
                    <a:pt x="20277" y="32191"/>
                  </a:cubicBezTo>
                  <a:cubicBezTo>
                    <a:pt x="8998" y="32191"/>
                    <a:pt x="0" y="24967"/>
                    <a:pt x="0" y="16096"/>
                  </a:cubicBezTo>
                  <a:cubicBezTo>
                    <a:pt x="0" y="7224"/>
                    <a:pt x="9125" y="0"/>
                    <a:pt x="20277" y="0"/>
                  </a:cubicBezTo>
                  <a:cubicBezTo>
                    <a:pt x="31430" y="0"/>
                    <a:pt x="40555" y="7224"/>
                    <a:pt x="40555" y="1609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21" name="Freeform: Shape 5420">
              <a:extLst>
                <a:ext uri="{FF2B5EF4-FFF2-40B4-BE49-F238E27FC236}">
                  <a16:creationId xmlns:a16="http://schemas.microsoft.com/office/drawing/2014/main" id="{D34CE91E-C8AB-7217-9EB6-01B0B179EC7A}"/>
                </a:ext>
              </a:extLst>
            </p:cNvPr>
            <p:cNvSpPr/>
            <p:nvPr/>
          </p:nvSpPr>
          <p:spPr>
            <a:xfrm>
              <a:off x="11751720" y="2396860"/>
              <a:ext cx="39668" cy="31430"/>
            </a:xfrm>
            <a:custGeom>
              <a:avLst/>
              <a:gdLst>
                <a:gd name="connsiteX0" fmla="*/ 39668 w 39668"/>
                <a:gd name="connsiteY0" fmla="*/ 15715 h 31430"/>
                <a:gd name="connsiteX1" fmla="*/ 19898 w 39668"/>
                <a:gd name="connsiteY1" fmla="*/ 31430 h 31430"/>
                <a:gd name="connsiteX2" fmla="*/ 0 w 39668"/>
                <a:gd name="connsiteY2" fmla="*/ 15715 h 31430"/>
                <a:gd name="connsiteX3" fmla="*/ 19898 w 39668"/>
                <a:gd name="connsiteY3" fmla="*/ 0 h 31430"/>
                <a:gd name="connsiteX4" fmla="*/ 39668 w 39668"/>
                <a:gd name="connsiteY4" fmla="*/ 15715 h 31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668" h="31430">
                  <a:moveTo>
                    <a:pt x="39668" y="15715"/>
                  </a:moveTo>
                  <a:cubicBezTo>
                    <a:pt x="39668" y="24460"/>
                    <a:pt x="30797" y="31430"/>
                    <a:pt x="19898" y="31430"/>
                  </a:cubicBezTo>
                  <a:cubicBezTo>
                    <a:pt x="8998" y="31430"/>
                    <a:pt x="0" y="24333"/>
                    <a:pt x="0" y="15715"/>
                  </a:cubicBezTo>
                  <a:cubicBezTo>
                    <a:pt x="0" y="7097"/>
                    <a:pt x="8872" y="0"/>
                    <a:pt x="19898" y="0"/>
                  </a:cubicBezTo>
                  <a:cubicBezTo>
                    <a:pt x="30924" y="0"/>
                    <a:pt x="39668" y="7097"/>
                    <a:pt x="39668" y="1571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22" name="Freeform: Shape 5421">
              <a:extLst>
                <a:ext uri="{FF2B5EF4-FFF2-40B4-BE49-F238E27FC236}">
                  <a16:creationId xmlns:a16="http://schemas.microsoft.com/office/drawing/2014/main" id="{0A312F42-4DF4-6EF0-194A-E6E4EC0C58EA}"/>
                </a:ext>
              </a:extLst>
            </p:cNvPr>
            <p:cNvSpPr/>
            <p:nvPr/>
          </p:nvSpPr>
          <p:spPr>
            <a:xfrm>
              <a:off x="11780362" y="2498756"/>
              <a:ext cx="38654" cy="30670"/>
            </a:xfrm>
            <a:custGeom>
              <a:avLst/>
              <a:gdLst>
                <a:gd name="connsiteX0" fmla="*/ 38654 w 38654"/>
                <a:gd name="connsiteY0" fmla="*/ 15335 h 30670"/>
                <a:gd name="connsiteX1" fmla="*/ 19263 w 38654"/>
                <a:gd name="connsiteY1" fmla="*/ 30670 h 30670"/>
                <a:gd name="connsiteX2" fmla="*/ 0 w 38654"/>
                <a:gd name="connsiteY2" fmla="*/ 15335 h 30670"/>
                <a:gd name="connsiteX3" fmla="*/ 19263 w 38654"/>
                <a:gd name="connsiteY3" fmla="*/ 0 h 30670"/>
                <a:gd name="connsiteX4" fmla="*/ 38654 w 38654"/>
                <a:gd name="connsiteY4" fmla="*/ 15335 h 30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654" h="30670">
                  <a:moveTo>
                    <a:pt x="38654" y="15335"/>
                  </a:moveTo>
                  <a:cubicBezTo>
                    <a:pt x="38654" y="23826"/>
                    <a:pt x="30036" y="30670"/>
                    <a:pt x="19263" y="30670"/>
                  </a:cubicBezTo>
                  <a:cubicBezTo>
                    <a:pt x="8491" y="30670"/>
                    <a:pt x="0" y="23826"/>
                    <a:pt x="0" y="15335"/>
                  </a:cubicBezTo>
                  <a:cubicBezTo>
                    <a:pt x="0" y="6844"/>
                    <a:pt x="8618" y="0"/>
                    <a:pt x="19263" y="0"/>
                  </a:cubicBezTo>
                  <a:cubicBezTo>
                    <a:pt x="29910" y="0"/>
                    <a:pt x="38654" y="6844"/>
                    <a:pt x="38654" y="153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23" name="Freeform: Shape 5422">
              <a:extLst>
                <a:ext uri="{FF2B5EF4-FFF2-40B4-BE49-F238E27FC236}">
                  <a16:creationId xmlns:a16="http://schemas.microsoft.com/office/drawing/2014/main" id="{48F1889D-17F0-A92F-1287-97B2FE46CE55}"/>
                </a:ext>
              </a:extLst>
            </p:cNvPr>
            <p:cNvSpPr/>
            <p:nvPr/>
          </p:nvSpPr>
          <p:spPr>
            <a:xfrm>
              <a:off x="11805836" y="2601159"/>
              <a:ext cx="38020" cy="30163"/>
            </a:xfrm>
            <a:custGeom>
              <a:avLst/>
              <a:gdLst>
                <a:gd name="connsiteX0" fmla="*/ 38021 w 38020"/>
                <a:gd name="connsiteY0" fmla="*/ 15082 h 30163"/>
                <a:gd name="connsiteX1" fmla="*/ 19010 w 38020"/>
                <a:gd name="connsiteY1" fmla="*/ 30163 h 30163"/>
                <a:gd name="connsiteX2" fmla="*/ 0 w 38020"/>
                <a:gd name="connsiteY2" fmla="*/ 15082 h 30163"/>
                <a:gd name="connsiteX3" fmla="*/ 19010 w 38020"/>
                <a:gd name="connsiteY3" fmla="*/ 0 h 30163"/>
                <a:gd name="connsiteX4" fmla="*/ 38021 w 38020"/>
                <a:gd name="connsiteY4" fmla="*/ 15082 h 30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0" h="30163">
                  <a:moveTo>
                    <a:pt x="38021" y="15082"/>
                  </a:moveTo>
                  <a:cubicBezTo>
                    <a:pt x="38021" y="23446"/>
                    <a:pt x="29529" y="30163"/>
                    <a:pt x="19010" y="30163"/>
                  </a:cubicBezTo>
                  <a:cubicBezTo>
                    <a:pt x="8491" y="30163"/>
                    <a:pt x="0" y="23446"/>
                    <a:pt x="0" y="15082"/>
                  </a:cubicBezTo>
                  <a:cubicBezTo>
                    <a:pt x="0" y="6717"/>
                    <a:pt x="8491" y="0"/>
                    <a:pt x="19010" y="0"/>
                  </a:cubicBezTo>
                  <a:cubicBezTo>
                    <a:pt x="29529" y="0"/>
                    <a:pt x="38021" y="6717"/>
                    <a:pt x="38021" y="1508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24" name="Freeform: Shape 5423">
              <a:extLst>
                <a:ext uri="{FF2B5EF4-FFF2-40B4-BE49-F238E27FC236}">
                  <a16:creationId xmlns:a16="http://schemas.microsoft.com/office/drawing/2014/main" id="{837469F3-327C-BCDF-E2CE-3DF7AB60C0A1}"/>
                </a:ext>
              </a:extLst>
            </p:cNvPr>
            <p:cNvSpPr/>
            <p:nvPr/>
          </p:nvSpPr>
          <p:spPr>
            <a:xfrm>
              <a:off x="11828649" y="2703942"/>
              <a:ext cx="37006" cy="29402"/>
            </a:xfrm>
            <a:custGeom>
              <a:avLst/>
              <a:gdLst>
                <a:gd name="connsiteX0" fmla="*/ 37007 w 37006"/>
                <a:gd name="connsiteY0" fmla="*/ 14701 h 29402"/>
                <a:gd name="connsiteX1" fmla="*/ 18503 w 37006"/>
                <a:gd name="connsiteY1" fmla="*/ 29403 h 29402"/>
                <a:gd name="connsiteX2" fmla="*/ 0 w 37006"/>
                <a:gd name="connsiteY2" fmla="*/ 14701 h 29402"/>
                <a:gd name="connsiteX3" fmla="*/ 18503 w 37006"/>
                <a:gd name="connsiteY3" fmla="*/ 0 h 29402"/>
                <a:gd name="connsiteX4" fmla="*/ 37007 w 37006"/>
                <a:gd name="connsiteY4" fmla="*/ 14701 h 29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006" h="29402">
                  <a:moveTo>
                    <a:pt x="37007" y="14701"/>
                  </a:moveTo>
                  <a:cubicBezTo>
                    <a:pt x="37007" y="22813"/>
                    <a:pt x="28642" y="29403"/>
                    <a:pt x="18503" y="29403"/>
                  </a:cubicBezTo>
                  <a:cubicBezTo>
                    <a:pt x="8364" y="29403"/>
                    <a:pt x="0" y="22813"/>
                    <a:pt x="0" y="14701"/>
                  </a:cubicBezTo>
                  <a:cubicBezTo>
                    <a:pt x="0" y="6590"/>
                    <a:pt x="8364" y="0"/>
                    <a:pt x="18503" y="0"/>
                  </a:cubicBezTo>
                  <a:cubicBezTo>
                    <a:pt x="28642" y="0"/>
                    <a:pt x="37007" y="6590"/>
                    <a:pt x="37007" y="1470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25" name="Freeform: Shape 5424">
              <a:extLst>
                <a:ext uri="{FF2B5EF4-FFF2-40B4-BE49-F238E27FC236}">
                  <a16:creationId xmlns:a16="http://schemas.microsoft.com/office/drawing/2014/main" id="{1D294B82-A270-91BF-B194-B0E55638AF2E}"/>
                </a:ext>
              </a:extLst>
            </p:cNvPr>
            <p:cNvSpPr/>
            <p:nvPr/>
          </p:nvSpPr>
          <p:spPr>
            <a:xfrm>
              <a:off x="11847912" y="2806851"/>
              <a:ext cx="37134" cy="29402"/>
            </a:xfrm>
            <a:custGeom>
              <a:avLst/>
              <a:gdLst>
                <a:gd name="connsiteX0" fmla="*/ 37134 w 37134"/>
                <a:gd name="connsiteY0" fmla="*/ 14701 h 29402"/>
                <a:gd name="connsiteX1" fmla="*/ 18631 w 37134"/>
                <a:gd name="connsiteY1" fmla="*/ 29403 h 29402"/>
                <a:gd name="connsiteX2" fmla="*/ 0 w 37134"/>
                <a:gd name="connsiteY2" fmla="*/ 14701 h 29402"/>
                <a:gd name="connsiteX3" fmla="*/ 18631 w 37134"/>
                <a:gd name="connsiteY3" fmla="*/ 0 h 29402"/>
                <a:gd name="connsiteX4" fmla="*/ 37134 w 37134"/>
                <a:gd name="connsiteY4" fmla="*/ 14701 h 29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34" h="29402">
                  <a:moveTo>
                    <a:pt x="37134" y="14701"/>
                  </a:moveTo>
                  <a:cubicBezTo>
                    <a:pt x="37134" y="22813"/>
                    <a:pt x="28769" y="29403"/>
                    <a:pt x="18631" y="29403"/>
                  </a:cubicBezTo>
                  <a:cubicBezTo>
                    <a:pt x="8492" y="29403"/>
                    <a:pt x="0" y="22813"/>
                    <a:pt x="0" y="14701"/>
                  </a:cubicBezTo>
                  <a:cubicBezTo>
                    <a:pt x="0" y="6590"/>
                    <a:pt x="8365" y="0"/>
                    <a:pt x="18631" y="0"/>
                  </a:cubicBezTo>
                  <a:cubicBezTo>
                    <a:pt x="28896" y="0"/>
                    <a:pt x="37134" y="6590"/>
                    <a:pt x="37134" y="1470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26" name="Freeform: Shape 5425">
              <a:extLst>
                <a:ext uri="{FF2B5EF4-FFF2-40B4-BE49-F238E27FC236}">
                  <a16:creationId xmlns:a16="http://schemas.microsoft.com/office/drawing/2014/main" id="{F98FFC92-5020-03B0-53DD-5FEB0F684117}"/>
                </a:ext>
              </a:extLst>
            </p:cNvPr>
            <p:cNvSpPr/>
            <p:nvPr/>
          </p:nvSpPr>
          <p:spPr>
            <a:xfrm>
              <a:off x="11864768" y="2910268"/>
              <a:ext cx="36246" cy="28895"/>
            </a:xfrm>
            <a:custGeom>
              <a:avLst/>
              <a:gdLst>
                <a:gd name="connsiteX0" fmla="*/ 36246 w 36246"/>
                <a:gd name="connsiteY0" fmla="*/ 14448 h 28895"/>
                <a:gd name="connsiteX1" fmla="*/ 18123 w 36246"/>
                <a:gd name="connsiteY1" fmla="*/ 28896 h 28895"/>
                <a:gd name="connsiteX2" fmla="*/ 0 w 36246"/>
                <a:gd name="connsiteY2" fmla="*/ 14448 h 28895"/>
                <a:gd name="connsiteX3" fmla="*/ 18123 w 36246"/>
                <a:gd name="connsiteY3" fmla="*/ 0 h 28895"/>
                <a:gd name="connsiteX4" fmla="*/ 36246 w 36246"/>
                <a:gd name="connsiteY4" fmla="*/ 14448 h 28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246" h="28895">
                  <a:moveTo>
                    <a:pt x="36246" y="14448"/>
                  </a:moveTo>
                  <a:cubicBezTo>
                    <a:pt x="36246" y="22432"/>
                    <a:pt x="28136" y="28896"/>
                    <a:pt x="18123" y="28896"/>
                  </a:cubicBezTo>
                  <a:cubicBezTo>
                    <a:pt x="8111" y="28896"/>
                    <a:pt x="0" y="22432"/>
                    <a:pt x="0" y="14448"/>
                  </a:cubicBezTo>
                  <a:cubicBezTo>
                    <a:pt x="0" y="6463"/>
                    <a:pt x="8111" y="0"/>
                    <a:pt x="18123" y="0"/>
                  </a:cubicBezTo>
                  <a:cubicBezTo>
                    <a:pt x="28136" y="0"/>
                    <a:pt x="36246" y="6463"/>
                    <a:pt x="36246" y="1444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27" name="Freeform: Shape 5426">
              <a:extLst>
                <a:ext uri="{FF2B5EF4-FFF2-40B4-BE49-F238E27FC236}">
                  <a16:creationId xmlns:a16="http://schemas.microsoft.com/office/drawing/2014/main" id="{0353E072-7804-93EF-2DE1-6794F5F23EBC}"/>
                </a:ext>
              </a:extLst>
            </p:cNvPr>
            <p:cNvSpPr/>
            <p:nvPr/>
          </p:nvSpPr>
          <p:spPr>
            <a:xfrm>
              <a:off x="11878583" y="3014191"/>
              <a:ext cx="35485" cy="28135"/>
            </a:xfrm>
            <a:custGeom>
              <a:avLst/>
              <a:gdLst>
                <a:gd name="connsiteX0" fmla="*/ 35486 w 35485"/>
                <a:gd name="connsiteY0" fmla="*/ 14068 h 28135"/>
                <a:gd name="connsiteX1" fmla="*/ 17743 w 35485"/>
                <a:gd name="connsiteY1" fmla="*/ 28135 h 28135"/>
                <a:gd name="connsiteX2" fmla="*/ 0 w 35485"/>
                <a:gd name="connsiteY2" fmla="*/ 14068 h 28135"/>
                <a:gd name="connsiteX3" fmla="*/ 17743 w 35485"/>
                <a:gd name="connsiteY3" fmla="*/ 0 h 28135"/>
                <a:gd name="connsiteX4" fmla="*/ 35486 w 35485"/>
                <a:gd name="connsiteY4" fmla="*/ 14068 h 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5" h="28135">
                  <a:moveTo>
                    <a:pt x="35486" y="14068"/>
                  </a:moveTo>
                  <a:cubicBezTo>
                    <a:pt x="35486" y="21799"/>
                    <a:pt x="27501" y="28135"/>
                    <a:pt x="17743" y="28135"/>
                  </a:cubicBezTo>
                  <a:cubicBezTo>
                    <a:pt x="7984" y="28135"/>
                    <a:pt x="0" y="21799"/>
                    <a:pt x="0" y="14068"/>
                  </a:cubicBezTo>
                  <a:cubicBezTo>
                    <a:pt x="0" y="6337"/>
                    <a:pt x="7984" y="0"/>
                    <a:pt x="17743" y="0"/>
                  </a:cubicBezTo>
                  <a:cubicBezTo>
                    <a:pt x="27501" y="0"/>
                    <a:pt x="35486" y="6337"/>
                    <a:pt x="35486" y="1406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28" name="Freeform: Shape 5427">
              <a:extLst>
                <a:ext uri="{FF2B5EF4-FFF2-40B4-BE49-F238E27FC236}">
                  <a16:creationId xmlns:a16="http://schemas.microsoft.com/office/drawing/2014/main" id="{9B871640-3B34-1144-2003-51BFABAB6BF1}"/>
                </a:ext>
              </a:extLst>
            </p:cNvPr>
            <p:cNvSpPr/>
            <p:nvPr/>
          </p:nvSpPr>
          <p:spPr>
            <a:xfrm>
              <a:off x="11889736" y="3118368"/>
              <a:ext cx="33838" cy="26867"/>
            </a:xfrm>
            <a:custGeom>
              <a:avLst/>
              <a:gdLst>
                <a:gd name="connsiteX0" fmla="*/ 33838 w 33838"/>
                <a:gd name="connsiteY0" fmla="*/ 13434 h 26867"/>
                <a:gd name="connsiteX1" fmla="*/ 16855 w 33838"/>
                <a:gd name="connsiteY1" fmla="*/ 26868 h 26867"/>
                <a:gd name="connsiteX2" fmla="*/ 0 w 33838"/>
                <a:gd name="connsiteY2" fmla="*/ 13434 h 26867"/>
                <a:gd name="connsiteX3" fmla="*/ 16855 w 33838"/>
                <a:gd name="connsiteY3" fmla="*/ 0 h 26867"/>
                <a:gd name="connsiteX4" fmla="*/ 33838 w 33838"/>
                <a:gd name="connsiteY4" fmla="*/ 13434 h 26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838" h="26867">
                  <a:moveTo>
                    <a:pt x="33838" y="13434"/>
                  </a:moveTo>
                  <a:cubicBezTo>
                    <a:pt x="33838" y="20785"/>
                    <a:pt x="26234" y="26868"/>
                    <a:pt x="16855" y="26868"/>
                  </a:cubicBezTo>
                  <a:cubicBezTo>
                    <a:pt x="7477" y="26868"/>
                    <a:pt x="0" y="20911"/>
                    <a:pt x="0" y="13434"/>
                  </a:cubicBezTo>
                  <a:cubicBezTo>
                    <a:pt x="0" y="5957"/>
                    <a:pt x="7604" y="0"/>
                    <a:pt x="16855" y="0"/>
                  </a:cubicBezTo>
                  <a:cubicBezTo>
                    <a:pt x="26108" y="0"/>
                    <a:pt x="33838" y="5957"/>
                    <a:pt x="33838" y="1343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29" name="Freeform: Shape 5428">
              <a:extLst>
                <a:ext uri="{FF2B5EF4-FFF2-40B4-BE49-F238E27FC236}">
                  <a16:creationId xmlns:a16="http://schemas.microsoft.com/office/drawing/2014/main" id="{4CBDF854-DED7-A137-E3F8-CE648019081D}"/>
                </a:ext>
              </a:extLst>
            </p:cNvPr>
            <p:cNvSpPr/>
            <p:nvPr/>
          </p:nvSpPr>
          <p:spPr>
            <a:xfrm>
              <a:off x="11897720" y="3222672"/>
              <a:ext cx="32951" cy="26107"/>
            </a:xfrm>
            <a:custGeom>
              <a:avLst/>
              <a:gdLst>
                <a:gd name="connsiteX0" fmla="*/ 32951 w 32951"/>
                <a:gd name="connsiteY0" fmla="*/ 13054 h 26107"/>
                <a:gd name="connsiteX1" fmla="*/ 16476 w 32951"/>
                <a:gd name="connsiteY1" fmla="*/ 26108 h 26107"/>
                <a:gd name="connsiteX2" fmla="*/ 0 w 32951"/>
                <a:gd name="connsiteY2" fmla="*/ 13054 h 26107"/>
                <a:gd name="connsiteX3" fmla="*/ 16476 w 32951"/>
                <a:gd name="connsiteY3" fmla="*/ 0 h 26107"/>
                <a:gd name="connsiteX4" fmla="*/ 32951 w 32951"/>
                <a:gd name="connsiteY4" fmla="*/ 13054 h 2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951" h="26107">
                  <a:moveTo>
                    <a:pt x="32951" y="13054"/>
                  </a:moveTo>
                  <a:cubicBezTo>
                    <a:pt x="32951" y="20278"/>
                    <a:pt x="25600" y="26108"/>
                    <a:pt x="16476" y="26108"/>
                  </a:cubicBezTo>
                  <a:cubicBezTo>
                    <a:pt x="7350" y="26108"/>
                    <a:pt x="0" y="20278"/>
                    <a:pt x="0" y="13054"/>
                  </a:cubicBezTo>
                  <a:cubicBezTo>
                    <a:pt x="0" y="5830"/>
                    <a:pt x="7350" y="0"/>
                    <a:pt x="16476" y="0"/>
                  </a:cubicBezTo>
                  <a:cubicBezTo>
                    <a:pt x="25600" y="0"/>
                    <a:pt x="32951" y="5830"/>
                    <a:pt x="32951" y="1305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30" name="Freeform: Shape 5429">
              <a:extLst>
                <a:ext uri="{FF2B5EF4-FFF2-40B4-BE49-F238E27FC236}">
                  <a16:creationId xmlns:a16="http://schemas.microsoft.com/office/drawing/2014/main" id="{A275B944-A2CA-6F20-6A30-24EC467FCC70}"/>
                </a:ext>
              </a:extLst>
            </p:cNvPr>
            <p:cNvSpPr/>
            <p:nvPr/>
          </p:nvSpPr>
          <p:spPr>
            <a:xfrm>
              <a:off x="11902535" y="3326849"/>
              <a:ext cx="32191" cy="25600"/>
            </a:xfrm>
            <a:custGeom>
              <a:avLst/>
              <a:gdLst>
                <a:gd name="connsiteX0" fmla="*/ 32191 w 32191"/>
                <a:gd name="connsiteY0" fmla="*/ 12800 h 25600"/>
                <a:gd name="connsiteX1" fmla="*/ 16096 w 32191"/>
                <a:gd name="connsiteY1" fmla="*/ 25601 h 25600"/>
                <a:gd name="connsiteX2" fmla="*/ 0 w 32191"/>
                <a:gd name="connsiteY2" fmla="*/ 12800 h 25600"/>
                <a:gd name="connsiteX3" fmla="*/ 16096 w 32191"/>
                <a:gd name="connsiteY3" fmla="*/ 0 h 25600"/>
                <a:gd name="connsiteX4" fmla="*/ 32191 w 32191"/>
                <a:gd name="connsiteY4" fmla="*/ 12800 h 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91" h="25600">
                  <a:moveTo>
                    <a:pt x="32191" y="12800"/>
                  </a:moveTo>
                  <a:cubicBezTo>
                    <a:pt x="32191" y="19898"/>
                    <a:pt x="24967" y="25601"/>
                    <a:pt x="16096" y="25601"/>
                  </a:cubicBezTo>
                  <a:cubicBezTo>
                    <a:pt x="7224" y="25601"/>
                    <a:pt x="0" y="19898"/>
                    <a:pt x="0" y="12800"/>
                  </a:cubicBezTo>
                  <a:cubicBezTo>
                    <a:pt x="0" y="5703"/>
                    <a:pt x="7224" y="0"/>
                    <a:pt x="16096" y="0"/>
                  </a:cubicBezTo>
                  <a:cubicBezTo>
                    <a:pt x="24967" y="0"/>
                    <a:pt x="32191" y="5703"/>
                    <a:pt x="32191" y="1280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31" name="Freeform: Shape 5430">
              <a:extLst>
                <a:ext uri="{FF2B5EF4-FFF2-40B4-BE49-F238E27FC236}">
                  <a16:creationId xmlns:a16="http://schemas.microsoft.com/office/drawing/2014/main" id="{D283D074-95BE-4FC2-8B5D-3CA110C55613}"/>
                </a:ext>
              </a:extLst>
            </p:cNvPr>
            <p:cNvSpPr/>
            <p:nvPr/>
          </p:nvSpPr>
          <p:spPr>
            <a:xfrm>
              <a:off x="12029145" y="3430772"/>
              <a:ext cx="32190" cy="25600"/>
            </a:xfrm>
            <a:custGeom>
              <a:avLst/>
              <a:gdLst>
                <a:gd name="connsiteX0" fmla="*/ 32191 w 32190"/>
                <a:gd name="connsiteY0" fmla="*/ 12800 h 25600"/>
                <a:gd name="connsiteX1" fmla="*/ 16095 w 32190"/>
                <a:gd name="connsiteY1" fmla="*/ 25601 h 25600"/>
                <a:gd name="connsiteX2" fmla="*/ 0 w 32190"/>
                <a:gd name="connsiteY2" fmla="*/ 12800 h 25600"/>
                <a:gd name="connsiteX3" fmla="*/ 16095 w 32190"/>
                <a:gd name="connsiteY3" fmla="*/ 0 h 25600"/>
                <a:gd name="connsiteX4" fmla="*/ 32191 w 32190"/>
                <a:gd name="connsiteY4" fmla="*/ 12800 h 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90" h="25600">
                  <a:moveTo>
                    <a:pt x="32191" y="12800"/>
                  </a:moveTo>
                  <a:cubicBezTo>
                    <a:pt x="32191" y="19897"/>
                    <a:pt x="24967" y="25601"/>
                    <a:pt x="16095" y="25601"/>
                  </a:cubicBezTo>
                  <a:cubicBezTo>
                    <a:pt x="7223" y="25601"/>
                    <a:pt x="0" y="19897"/>
                    <a:pt x="0" y="12800"/>
                  </a:cubicBezTo>
                  <a:cubicBezTo>
                    <a:pt x="0" y="5703"/>
                    <a:pt x="7223" y="0"/>
                    <a:pt x="16095" y="0"/>
                  </a:cubicBezTo>
                  <a:cubicBezTo>
                    <a:pt x="24967" y="0"/>
                    <a:pt x="32191" y="5703"/>
                    <a:pt x="32191" y="1280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32" name="Freeform: Shape 5431">
              <a:extLst>
                <a:ext uri="{FF2B5EF4-FFF2-40B4-BE49-F238E27FC236}">
                  <a16:creationId xmlns:a16="http://schemas.microsoft.com/office/drawing/2014/main" id="{3EA7DEF2-1145-47D9-5245-711110D260D4}"/>
                </a:ext>
              </a:extLst>
            </p:cNvPr>
            <p:cNvSpPr/>
            <p:nvPr/>
          </p:nvSpPr>
          <p:spPr>
            <a:xfrm>
              <a:off x="12028131" y="3535203"/>
              <a:ext cx="31430" cy="24840"/>
            </a:xfrm>
            <a:custGeom>
              <a:avLst/>
              <a:gdLst>
                <a:gd name="connsiteX0" fmla="*/ 31430 w 31430"/>
                <a:gd name="connsiteY0" fmla="*/ 12420 h 24840"/>
                <a:gd name="connsiteX1" fmla="*/ 15715 w 31430"/>
                <a:gd name="connsiteY1" fmla="*/ 24840 h 24840"/>
                <a:gd name="connsiteX2" fmla="*/ 0 w 31430"/>
                <a:gd name="connsiteY2" fmla="*/ 12420 h 24840"/>
                <a:gd name="connsiteX3" fmla="*/ 15715 w 31430"/>
                <a:gd name="connsiteY3" fmla="*/ 0 h 24840"/>
                <a:gd name="connsiteX4" fmla="*/ 31430 w 31430"/>
                <a:gd name="connsiteY4" fmla="*/ 12420 h 2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30" h="24840">
                  <a:moveTo>
                    <a:pt x="31430" y="12420"/>
                  </a:moveTo>
                  <a:cubicBezTo>
                    <a:pt x="31430" y="19264"/>
                    <a:pt x="24333" y="24840"/>
                    <a:pt x="15715" y="24840"/>
                  </a:cubicBezTo>
                  <a:cubicBezTo>
                    <a:pt x="7097" y="24840"/>
                    <a:pt x="0" y="19264"/>
                    <a:pt x="0" y="12420"/>
                  </a:cubicBezTo>
                  <a:cubicBezTo>
                    <a:pt x="0" y="5576"/>
                    <a:pt x="6970" y="0"/>
                    <a:pt x="15715" y="0"/>
                  </a:cubicBezTo>
                  <a:cubicBezTo>
                    <a:pt x="24460" y="0"/>
                    <a:pt x="31430" y="5576"/>
                    <a:pt x="31430" y="1242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33" name="Freeform: Shape 5432">
              <a:extLst>
                <a:ext uri="{FF2B5EF4-FFF2-40B4-BE49-F238E27FC236}">
                  <a16:creationId xmlns:a16="http://schemas.microsoft.com/office/drawing/2014/main" id="{D29A812C-E5CA-103D-89A5-5EE1C72A020E}"/>
                </a:ext>
              </a:extLst>
            </p:cNvPr>
            <p:cNvSpPr/>
            <p:nvPr/>
          </p:nvSpPr>
          <p:spPr>
            <a:xfrm>
              <a:off x="12024075" y="3639380"/>
              <a:ext cx="30669" cy="24333"/>
            </a:xfrm>
            <a:custGeom>
              <a:avLst/>
              <a:gdLst>
                <a:gd name="connsiteX0" fmla="*/ 30670 w 30669"/>
                <a:gd name="connsiteY0" fmla="*/ 12167 h 24333"/>
                <a:gd name="connsiteX1" fmla="*/ 15335 w 30669"/>
                <a:gd name="connsiteY1" fmla="*/ 24333 h 24333"/>
                <a:gd name="connsiteX2" fmla="*/ 0 w 30669"/>
                <a:gd name="connsiteY2" fmla="*/ 12167 h 24333"/>
                <a:gd name="connsiteX3" fmla="*/ 15335 w 30669"/>
                <a:gd name="connsiteY3" fmla="*/ 0 h 24333"/>
                <a:gd name="connsiteX4" fmla="*/ 30670 w 30669"/>
                <a:gd name="connsiteY4" fmla="*/ 12167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9" h="24333">
                  <a:moveTo>
                    <a:pt x="30670" y="12167"/>
                  </a:moveTo>
                  <a:cubicBezTo>
                    <a:pt x="30670" y="18884"/>
                    <a:pt x="23826" y="24333"/>
                    <a:pt x="15335" y="24333"/>
                  </a:cubicBezTo>
                  <a:cubicBezTo>
                    <a:pt x="6843" y="24333"/>
                    <a:pt x="0" y="18884"/>
                    <a:pt x="0" y="12167"/>
                  </a:cubicBezTo>
                  <a:cubicBezTo>
                    <a:pt x="0" y="5450"/>
                    <a:pt x="6843" y="0"/>
                    <a:pt x="15335" y="0"/>
                  </a:cubicBezTo>
                  <a:cubicBezTo>
                    <a:pt x="23826" y="0"/>
                    <a:pt x="30670" y="5450"/>
                    <a:pt x="30670" y="121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34" name="Freeform: Shape 5433">
              <a:extLst>
                <a:ext uri="{FF2B5EF4-FFF2-40B4-BE49-F238E27FC236}">
                  <a16:creationId xmlns:a16="http://schemas.microsoft.com/office/drawing/2014/main" id="{F1F14A7C-EA7F-45E4-CDA2-029A76EACAA5}"/>
                </a:ext>
              </a:extLst>
            </p:cNvPr>
            <p:cNvSpPr/>
            <p:nvPr/>
          </p:nvSpPr>
          <p:spPr>
            <a:xfrm>
              <a:off x="12017232" y="3743557"/>
              <a:ext cx="29782" cy="23572"/>
            </a:xfrm>
            <a:custGeom>
              <a:avLst/>
              <a:gdLst>
                <a:gd name="connsiteX0" fmla="*/ 29783 w 29782"/>
                <a:gd name="connsiteY0" fmla="*/ 11786 h 23572"/>
                <a:gd name="connsiteX1" fmla="*/ 14955 w 29782"/>
                <a:gd name="connsiteY1" fmla="*/ 23573 h 23572"/>
                <a:gd name="connsiteX2" fmla="*/ 0 w 29782"/>
                <a:gd name="connsiteY2" fmla="*/ 11786 h 23572"/>
                <a:gd name="connsiteX3" fmla="*/ 14955 w 29782"/>
                <a:gd name="connsiteY3" fmla="*/ 0 h 23572"/>
                <a:gd name="connsiteX4" fmla="*/ 29783 w 29782"/>
                <a:gd name="connsiteY4" fmla="*/ 11786 h 2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782" h="23572">
                  <a:moveTo>
                    <a:pt x="29783" y="11786"/>
                  </a:moveTo>
                  <a:cubicBezTo>
                    <a:pt x="29783" y="18376"/>
                    <a:pt x="23192" y="23573"/>
                    <a:pt x="14955" y="23573"/>
                  </a:cubicBezTo>
                  <a:cubicBezTo>
                    <a:pt x="6717" y="23573"/>
                    <a:pt x="0" y="18250"/>
                    <a:pt x="0" y="11786"/>
                  </a:cubicBezTo>
                  <a:cubicBezTo>
                    <a:pt x="0" y="5323"/>
                    <a:pt x="6717" y="0"/>
                    <a:pt x="14955" y="0"/>
                  </a:cubicBezTo>
                  <a:cubicBezTo>
                    <a:pt x="23192" y="0"/>
                    <a:pt x="29783" y="5323"/>
                    <a:pt x="29783" y="1178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35" name="Freeform: Shape 5434">
              <a:extLst>
                <a:ext uri="{FF2B5EF4-FFF2-40B4-BE49-F238E27FC236}">
                  <a16:creationId xmlns:a16="http://schemas.microsoft.com/office/drawing/2014/main" id="{55DE4785-FCE2-59D1-AEFF-46B2D80A24B7}"/>
                </a:ext>
              </a:extLst>
            </p:cNvPr>
            <p:cNvSpPr/>
            <p:nvPr/>
          </p:nvSpPr>
          <p:spPr>
            <a:xfrm>
              <a:off x="12007473" y="3847480"/>
              <a:ext cx="29022" cy="23066"/>
            </a:xfrm>
            <a:custGeom>
              <a:avLst/>
              <a:gdLst>
                <a:gd name="connsiteX0" fmla="*/ 29022 w 29022"/>
                <a:gd name="connsiteY0" fmla="*/ 11533 h 23066"/>
                <a:gd name="connsiteX1" fmla="*/ 14448 w 29022"/>
                <a:gd name="connsiteY1" fmla="*/ 23066 h 23066"/>
                <a:gd name="connsiteX2" fmla="*/ 0 w 29022"/>
                <a:gd name="connsiteY2" fmla="*/ 11533 h 23066"/>
                <a:gd name="connsiteX3" fmla="*/ 14448 w 29022"/>
                <a:gd name="connsiteY3" fmla="*/ 0 h 23066"/>
                <a:gd name="connsiteX4" fmla="*/ 29022 w 29022"/>
                <a:gd name="connsiteY4" fmla="*/ 11533 h 23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022" h="23066">
                  <a:moveTo>
                    <a:pt x="29022" y="11533"/>
                  </a:moveTo>
                  <a:cubicBezTo>
                    <a:pt x="29022" y="17870"/>
                    <a:pt x="22559" y="23066"/>
                    <a:pt x="14448" y="23066"/>
                  </a:cubicBezTo>
                  <a:cubicBezTo>
                    <a:pt x="6337" y="23066"/>
                    <a:pt x="0" y="17870"/>
                    <a:pt x="0" y="11533"/>
                  </a:cubicBezTo>
                  <a:cubicBezTo>
                    <a:pt x="0" y="5196"/>
                    <a:pt x="6464" y="0"/>
                    <a:pt x="14448" y="0"/>
                  </a:cubicBezTo>
                  <a:cubicBezTo>
                    <a:pt x="22433" y="0"/>
                    <a:pt x="29022" y="5196"/>
                    <a:pt x="29022" y="1153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36" name="Freeform: Shape 5435">
              <a:extLst>
                <a:ext uri="{FF2B5EF4-FFF2-40B4-BE49-F238E27FC236}">
                  <a16:creationId xmlns:a16="http://schemas.microsoft.com/office/drawing/2014/main" id="{D6B8C289-801D-C1D0-9AF5-1A1181AD4847}"/>
                </a:ext>
              </a:extLst>
            </p:cNvPr>
            <p:cNvSpPr/>
            <p:nvPr/>
          </p:nvSpPr>
          <p:spPr>
            <a:xfrm>
              <a:off x="11994546" y="3951404"/>
              <a:ext cx="28388" cy="22305"/>
            </a:xfrm>
            <a:custGeom>
              <a:avLst/>
              <a:gdLst>
                <a:gd name="connsiteX0" fmla="*/ 28389 w 28388"/>
                <a:gd name="connsiteY0" fmla="*/ 11153 h 22305"/>
                <a:gd name="connsiteX1" fmla="*/ 14194 w 28388"/>
                <a:gd name="connsiteY1" fmla="*/ 22306 h 22305"/>
                <a:gd name="connsiteX2" fmla="*/ 0 w 28388"/>
                <a:gd name="connsiteY2" fmla="*/ 11153 h 22305"/>
                <a:gd name="connsiteX3" fmla="*/ 14194 w 28388"/>
                <a:gd name="connsiteY3" fmla="*/ 0 h 22305"/>
                <a:gd name="connsiteX4" fmla="*/ 28389 w 28388"/>
                <a:gd name="connsiteY4" fmla="*/ 11153 h 22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388" h="22305">
                  <a:moveTo>
                    <a:pt x="28389" y="11153"/>
                  </a:moveTo>
                  <a:cubicBezTo>
                    <a:pt x="28389" y="17363"/>
                    <a:pt x="22052" y="22306"/>
                    <a:pt x="14194" y="22306"/>
                  </a:cubicBezTo>
                  <a:cubicBezTo>
                    <a:pt x="6337" y="22306"/>
                    <a:pt x="0" y="17236"/>
                    <a:pt x="0" y="11153"/>
                  </a:cubicBezTo>
                  <a:cubicBezTo>
                    <a:pt x="0" y="5069"/>
                    <a:pt x="6337" y="0"/>
                    <a:pt x="14194" y="0"/>
                  </a:cubicBezTo>
                  <a:cubicBezTo>
                    <a:pt x="22052" y="0"/>
                    <a:pt x="28389" y="5069"/>
                    <a:pt x="28389" y="1115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37" name="Freeform: Shape 5436">
              <a:extLst>
                <a:ext uri="{FF2B5EF4-FFF2-40B4-BE49-F238E27FC236}">
                  <a16:creationId xmlns:a16="http://schemas.microsoft.com/office/drawing/2014/main" id="{0C44F9D0-D057-70F6-E948-79F7F3D52AA0}"/>
                </a:ext>
              </a:extLst>
            </p:cNvPr>
            <p:cNvSpPr/>
            <p:nvPr/>
          </p:nvSpPr>
          <p:spPr>
            <a:xfrm>
              <a:off x="11979084" y="4054820"/>
              <a:ext cx="27501" cy="21798"/>
            </a:xfrm>
            <a:custGeom>
              <a:avLst/>
              <a:gdLst>
                <a:gd name="connsiteX0" fmla="*/ 27501 w 27501"/>
                <a:gd name="connsiteY0" fmla="*/ 10899 h 21798"/>
                <a:gd name="connsiteX1" fmla="*/ 13814 w 27501"/>
                <a:gd name="connsiteY1" fmla="*/ 21799 h 21798"/>
                <a:gd name="connsiteX2" fmla="*/ 0 w 27501"/>
                <a:gd name="connsiteY2" fmla="*/ 10899 h 21798"/>
                <a:gd name="connsiteX3" fmla="*/ 13814 w 27501"/>
                <a:gd name="connsiteY3" fmla="*/ 0 h 21798"/>
                <a:gd name="connsiteX4" fmla="*/ 27501 w 27501"/>
                <a:gd name="connsiteY4" fmla="*/ 10899 h 21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501" h="21798">
                  <a:moveTo>
                    <a:pt x="27501" y="10899"/>
                  </a:moveTo>
                  <a:cubicBezTo>
                    <a:pt x="27501" y="16983"/>
                    <a:pt x="21292" y="21799"/>
                    <a:pt x="13814" y="21799"/>
                  </a:cubicBezTo>
                  <a:cubicBezTo>
                    <a:pt x="6337" y="21799"/>
                    <a:pt x="0" y="16856"/>
                    <a:pt x="0" y="10899"/>
                  </a:cubicBezTo>
                  <a:cubicBezTo>
                    <a:pt x="0" y="4943"/>
                    <a:pt x="6210" y="0"/>
                    <a:pt x="13814" y="0"/>
                  </a:cubicBezTo>
                  <a:cubicBezTo>
                    <a:pt x="21418" y="0"/>
                    <a:pt x="27501" y="4943"/>
                    <a:pt x="27501" y="1089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38" name="Freeform: Shape 5437">
              <a:extLst>
                <a:ext uri="{FF2B5EF4-FFF2-40B4-BE49-F238E27FC236}">
                  <a16:creationId xmlns:a16="http://schemas.microsoft.com/office/drawing/2014/main" id="{D286FC8E-6FB7-AE7B-DC8C-8ABB2154AD63}"/>
                </a:ext>
              </a:extLst>
            </p:cNvPr>
            <p:cNvSpPr/>
            <p:nvPr/>
          </p:nvSpPr>
          <p:spPr>
            <a:xfrm>
              <a:off x="11960961" y="4158363"/>
              <a:ext cx="25853" cy="20531"/>
            </a:xfrm>
            <a:custGeom>
              <a:avLst/>
              <a:gdLst>
                <a:gd name="connsiteX0" fmla="*/ 25854 w 25853"/>
                <a:gd name="connsiteY0" fmla="*/ 10266 h 20531"/>
                <a:gd name="connsiteX1" fmla="*/ 12927 w 25853"/>
                <a:gd name="connsiteY1" fmla="*/ 20532 h 20531"/>
                <a:gd name="connsiteX2" fmla="*/ 0 w 25853"/>
                <a:gd name="connsiteY2" fmla="*/ 10266 h 20531"/>
                <a:gd name="connsiteX3" fmla="*/ 12927 w 25853"/>
                <a:gd name="connsiteY3" fmla="*/ 0 h 20531"/>
                <a:gd name="connsiteX4" fmla="*/ 25854 w 25853"/>
                <a:gd name="connsiteY4" fmla="*/ 10266 h 20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853" h="20531">
                  <a:moveTo>
                    <a:pt x="25854" y="10266"/>
                  </a:moveTo>
                  <a:cubicBezTo>
                    <a:pt x="25854" y="15969"/>
                    <a:pt x="20024" y="20532"/>
                    <a:pt x="12927" y="20532"/>
                  </a:cubicBezTo>
                  <a:cubicBezTo>
                    <a:pt x="5829" y="20532"/>
                    <a:pt x="0" y="15969"/>
                    <a:pt x="0" y="10266"/>
                  </a:cubicBezTo>
                  <a:cubicBezTo>
                    <a:pt x="0" y="4563"/>
                    <a:pt x="5829" y="0"/>
                    <a:pt x="12927" y="0"/>
                  </a:cubicBezTo>
                  <a:cubicBezTo>
                    <a:pt x="20024" y="0"/>
                    <a:pt x="25854" y="4563"/>
                    <a:pt x="25854" y="1026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39" name="Freeform: Shape 5438">
              <a:extLst>
                <a:ext uri="{FF2B5EF4-FFF2-40B4-BE49-F238E27FC236}">
                  <a16:creationId xmlns:a16="http://schemas.microsoft.com/office/drawing/2014/main" id="{325CE2F7-57D4-B1B9-253A-4A260DF6A3CA}"/>
                </a:ext>
              </a:extLst>
            </p:cNvPr>
            <p:cNvSpPr/>
            <p:nvPr/>
          </p:nvSpPr>
          <p:spPr>
            <a:xfrm>
              <a:off x="11939543" y="4261146"/>
              <a:ext cx="25093" cy="19897"/>
            </a:xfrm>
            <a:custGeom>
              <a:avLst/>
              <a:gdLst>
                <a:gd name="connsiteX0" fmla="*/ 25093 w 25093"/>
                <a:gd name="connsiteY0" fmla="*/ 10012 h 19897"/>
                <a:gd name="connsiteX1" fmla="*/ 12547 w 25093"/>
                <a:gd name="connsiteY1" fmla="*/ 19898 h 19897"/>
                <a:gd name="connsiteX2" fmla="*/ 0 w 25093"/>
                <a:gd name="connsiteY2" fmla="*/ 10012 h 19897"/>
                <a:gd name="connsiteX3" fmla="*/ 12547 w 25093"/>
                <a:gd name="connsiteY3" fmla="*/ 0 h 19897"/>
                <a:gd name="connsiteX4" fmla="*/ 25093 w 25093"/>
                <a:gd name="connsiteY4" fmla="*/ 10012 h 19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93" h="19897">
                  <a:moveTo>
                    <a:pt x="25093" y="10012"/>
                  </a:moveTo>
                  <a:cubicBezTo>
                    <a:pt x="25093" y="15462"/>
                    <a:pt x="19517" y="19898"/>
                    <a:pt x="12547" y="19898"/>
                  </a:cubicBezTo>
                  <a:cubicBezTo>
                    <a:pt x="5576" y="19898"/>
                    <a:pt x="0" y="15462"/>
                    <a:pt x="0" y="10012"/>
                  </a:cubicBezTo>
                  <a:cubicBezTo>
                    <a:pt x="0" y="4562"/>
                    <a:pt x="5576" y="0"/>
                    <a:pt x="12547" y="0"/>
                  </a:cubicBezTo>
                  <a:cubicBezTo>
                    <a:pt x="19517" y="0"/>
                    <a:pt x="25093" y="4436"/>
                    <a:pt x="25093" y="1001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40" name="Freeform: Shape 5439">
              <a:extLst>
                <a:ext uri="{FF2B5EF4-FFF2-40B4-BE49-F238E27FC236}">
                  <a16:creationId xmlns:a16="http://schemas.microsoft.com/office/drawing/2014/main" id="{C2A7A883-7931-BCC4-1E1B-D2B6B8E78694}"/>
                </a:ext>
              </a:extLst>
            </p:cNvPr>
            <p:cNvSpPr/>
            <p:nvPr/>
          </p:nvSpPr>
          <p:spPr>
            <a:xfrm>
              <a:off x="11915209" y="4363676"/>
              <a:ext cx="24333" cy="19263"/>
            </a:xfrm>
            <a:custGeom>
              <a:avLst/>
              <a:gdLst>
                <a:gd name="connsiteX0" fmla="*/ 24334 w 24333"/>
                <a:gd name="connsiteY0" fmla="*/ 9632 h 19263"/>
                <a:gd name="connsiteX1" fmla="*/ 12167 w 24333"/>
                <a:gd name="connsiteY1" fmla="*/ 19264 h 19263"/>
                <a:gd name="connsiteX2" fmla="*/ 0 w 24333"/>
                <a:gd name="connsiteY2" fmla="*/ 9632 h 19263"/>
                <a:gd name="connsiteX3" fmla="*/ 12167 w 24333"/>
                <a:gd name="connsiteY3" fmla="*/ 0 h 19263"/>
                <a:gd name="connsiteX4" fmla="*/ 24334 w 24333"/>
                <a:gd name="connsiteY4" fmla="*/ 9632 h 19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33" h="19263">
                  <a:moveTo>
                    <a:pt x="24334" y="9632"/>
                  </a:moveTo>
                  <a:cubicBezTo>
                    <a:pt x="24334" y="14955"/>
                    <a:pt x="18884" y="19264"/>
                    <a:pt x="12167" y="19264"/>
                  </a:cubicBezTo>
                  <a:cubicBezTo>
                    <a:pt x="5450" y="19264"/>
                    <a:pt x="0" y="14955"/>
                    <a:pt x="0" y="9632"/>
                  </a:cubicBezTo>
                  <a:cubicBezTo>
                    <a:pt x="0" y="4309"/>
                    <a:pt x="5450" y="0"/>
                    <a:pt x="12167" y="0"/>
                  </a:cubicBezTo>
                  <a:cubicBezTo>
                    <a:pt x="18884" y="0"/>
                    <a:pt x="24334" y="4309"/>
                    <a:pt x="24334" y="963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41" name="Freeform: Shape 5440">
              <a:extLst>
                <a:ext uri="{FF2B5EF4-FFF2-40B4-BE49-F238E27FC236}">
                  <a16:creationId xmlns:a16="http://schemas.microsoft.com/office/drawing/2014/main" id="{99B72F58-4609-7F9B-2389-10E51655E8CA}"/>
                </a:ext>
              </a:extLst>
            </p:cNvPr>
            <p:cNvSpPr/>
            <p:nvPr/>
          </p:nvSpPr>
          <p:spPr>
            <a:xfrm>
              <a:off x="11888088" y="4465571"/>
              <a:ext cx="23572" cy="18756"/>
            </a:xfrm>
            <a:custGeom>
              <a:avLst/>
              <a:gdLst>
                <a:gd name="connsiteX0" fmla="*/ 23573 w 23572"/>
                <a:gd name="connsiteY0" fmla="*/ 9378 h 18756"/>
                <a:gd name="connsiteX1" fmla="*/ 11786 w 23572"/>
                <a:gd name="connsiteY1" fmla="*/ 18757 h 18756"/>
                <a:gd name="connsiteX2" fmla="*/ 0 w 23572"/>
                <a:gd name="connsiteY2" fmla="*/ 9378 h 18756"/>
                <a:gd name="connsiteX3" fmla="*/ 11786 w 23572"/>
                <a:gd name="connsiteY3" fmla="*/ 0 h 18756"/>
                <a:gd name="connsiteX4" fmla="*/ 23573 w 23572"/>
                <a:gd name="connsiteY4" fmla="*/ 9378 h 1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572" h="18756">
                  <a:moveTo>
                    <a:pt x="23573" y="9378"/>
                  </a:moveTo>
                  <a:cubicBezTo>
                    <a:pt x="23573" y="14575"/>
                    <a:pt x="18250" y="18757"/>
                    <a:pt x="11786" y="18757"/>
                  </a:cubicBezTo>
                  <a:cubicBezTo>
                    <a:pt x="5323" y="18757"/>
                    <a:pt x="0" y="14575"/>
                    <a:pt x="0" y="9378"/>
                  </a:cubicBezTo>
                  <a:cubicBezTo>
                    <a:pt x="0" y="4182"/>
                    <a:pt x="5323" y="0"/>
                    <a:pt x="11786" y="0"/>
                  </a:cubicBezTo>
                  <a:cubicBezTo>
                    <a:pt x="18250" y="0"/>
                    <a:pt x="23573" y="4182"/>
                    <a:pt x="23573" y="937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42" name="Freeform: Shape 5441">
              <a:extLst>
                <a:ext uri="{FF2B5EF4-FFF2-40B4-BE49-F238E27FC236}">
                  <a16:creationId xmlns:a16="http://schemas.microsoft.com/office/drawing/2014/main" id="{2766BBD8-0CB5-23CE-898F-DCCE7B50F78C}"/>
                </a:ext>
              </a:extLst>
            </p:cNvPr>
            <p:cNvSpPr/>
            <p:nvPr/>
          </p:nvSpPr>
          <p:spPr>
            <a:xfrm>
              <a:off x="11858052" y="4567087"/>
              <a:ext cx="22812" cy="17996"/>
            </a:xfrm>
            <a:custGeom>
              <a:avLst/>
              <a:gdLst>
                <a:gd name="connsiteX0" fmla="*/ 22812 w 22812"/>
                <a:gd name="connsiteY0" fmla="*/ 8999 h 17996"/>
                <a:gd name="connsiteX1" fmla="*/ 11406 w 22812"/>
                <a:gd name="connsiteY1" fmla="*/ 17997 h 17996"/>
                <a:gd name="connsiteX2" fmla="*/ 0 w 22812"/>
                <a:gd name="connsiteY2" fmla="*/ 8999 h 17996"/>
                <a:gd name="connsiteX3" fmla="*/ 11406 w 22812"/>
                <a:gd name="connsiteY3" fmla="*/ 0 h 17996"/>
                <a:gd name="connsiteX4" fmla="*/ 22812 w 22812"/>
                <a:gd name="connsiteY4" fmla="*/ 8999 h 17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12" h="17996">
                  <a:moveTo>
                    <a:pt x="22812" y="8999"/>
                  </a:moveTo>
                  <a:cubicBezTo>
                    <a:pt x="22812" y="13941"/>
                    <a:pt x="17743" y="17997"/>
                    <a:pt x="11406" y="17997"/>
                  </a:cubicBezTo>
                  <a:cubicBezTo>
                    <a:pt x="5069" y="17997"/>
                    <a:pt x="0" y="13941"/>
                    <a:pt x="0" y="8999"/>
                  </a:cubicBezTo>
                  <a:cubicBezTo>
                    <a:pt x="0" y="4056"/>
                    <a:pt x="5069" y="0"/>
                    <a:pt x="11406" y="0"/>
                  </a:cubicBezTo>
                  <a:cubicBezTo>
                    <a:pt x="17743" y="0"/>
                    <a:pt x="22812" y="4056"/>
                    <a:pt x="22812" y="899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43" name="Freeform: Shape 5442">
              <a:extLst>
                <a:ext uri="{FF2B5EF4-FFF2-40B4-BE49-F238E27FC236}">
                  <a16:creationId xmlns:a16="http://schemas.microsoft.com/office/drawing/2014/main" id="{AF388E15-16B9-36EE-B93A-5F9C79B3E374}"/>
                </a:ext>
              </a:extLst>
            </p:cNvPr>
            <p:cNvSpPr/>
            <p:nvPr/>
          </p:nvSpPr>
          <p:spPr>
            <a:xfrm>
              <a:off x="11825353" y="4668222"/>
              <a:ext cx="21545" cy="16982"/>
            </a:xfrm>
            <a:custGeom>
              <a:avLst/>
              <a:gdLst>
                <a:gd name="connsiteX0" fmla="*/ 21545 w 21545"/>
                <a:gd name="connsiteY0" fmla="*/ 8491 h 16982"/>
                <a:gd name="connsiteX1" fmla="*/ 10772 w 21545"/>
                <a:gd name="connsiteY1" fmla="*/ 16983 h 16982"/>
                <a:gd name="connsiteX2" fmla="*/ 0 w 21545"/>
                <a:gd name="connsiteY2" fmla="*/ 8491 h 16982"/>
                <a:gd name="connsiteX3" fmla="*/ 10772 w 21545"/>
                <a:gd name="connsiteY3" fmla="*/ 0 h 16982"/>
                <a:gd name="connsiteX4" fmla="*/ 21545 w 21545"/>
                <a:gd name="connsiteY4" fmla="*/ 8491 h 1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45" h="16982">
                  <a:moveTo>
                    <a:pt x="21545" y="8491"/>
                  </a:moveTo>
                  <a:cubicBezTo>
                    <a:pt x="21545" y="13181"/>
                    <a:pt x="16729" y="16983"/>
                    <a:pt x="10772" y="16983"/>
                  </a:cubicBezTo>
                  <a:cubicBezTo>
                    <a:pt x="4816" y="16983"/>
                    <a:pt x="0" y="13181"/>
                    <a:pt x="0" y="8491"/>
                  </a:cubicBezTo>
                  <a:cubicBezTo>
                    <a:pt x="0" y="3802"/>
                    <a:pt x="4816" y="0"/>
                    <a:pt x="10772" y="0"/>
                  </a:cubicBezTo>
                  <a:cubicBezTo>
                    <a:pt x="16729" y="0"/>
                    <a:pt x="21545" y="3802"/>
                    <a:pt x="21545" y="84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44" name="Freeform: Shape 5443">
              <a:extLst>
                <a:ext uri="{FF2B5EF4-FFF2-40B4-BE49-F238E27FC236}">
                  <a16:creationId xmlns:a16="http://schemas.microsoft.com/office/drawing/2014/main" id="{A17922D1-49AC-4492-A60C-479A1E970D79}"/>
                </a:ext>
              </a:extLst>
            </p:cNvPr>
            <p:cNvSpPr/>
            <p:nvPr/>
          </p:nvSpPr>
          <p:spPr>
            <a:xfrm>
              <a:off x="11789994" y="4768470"/>
              <a:ext cx="20531" cy="16475"/>
            </a:xfrm>
            <a:custGeom>
              <a:avLst/>
              <a:gdLst>
                <a:gd name="connsiteX0" fmla="*/ 20531 w 20531"/>
                <a:gd name="connsiteY0" fmla="*/ 8238 h 16475"/>
                <a:gd name="connsiteX1" fmla="*/ 10266 w 20531"/>
                <a:gd name="connsiteY1" fmla="*/ 16476 h 16475"/>
                <a:gd name="connsiteX2" fmla="*/ 0 w 20531"/>
                <a:gd name="connsiteY2" fmla="*/ 8238 h 16475"/>
                <a:gd name="connsiteX3" fmla="*/ 10266 w 20531"/>
                <a:gd name="connsiteY3" fmla="*/ 0 h 16475"/>
                <a:gd name="connsiteX4" fmla="*/ 20531 w 20531"/>
                <a:gd name="connsiteY4" fmla="*/ 8238 h 16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31" h="16475">
                  <a:moveTo>
                    <a:pt x="20531" y="8238"/>
                  </a:moveTo>
                  <a:cubicBezTo>
                    <a:pt x="20531" y="12800"/>
                    <a:pt x="15968" y="16476"/>
                    <a:pt x="10266" y="16476"/>
                  </a:cubicBezTo>
                  <a:cubicBezTo>
                    <a:pt x="4562" y="16476"/>
                    <a:pt x="0" y="12800"/>
                    <a:pt x="0" y="8238"/>
                  </a:cubicBezTo>
                  <a:cubicBezTo>
                    <a:pt x="0" y="3675"/>
                    <a:pt x="4562" y="0"/>
                    <a:pt x="10266" y="0"/>
                  </a:cubicBezTo>
                  <a:cubicBezTo>
                    <a:pt x="15968" y="0"/>
                    <a:pt x="20531" y="3675"/>
                    <a:pt x="20531" y="823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45" name="Freeform: Shape 5444">
              <a:extLst>
                <a:ext uri="{FF2B5EF4-FFF2-40B4-BE49-F238E27FC236}">
                  <a16:creationId xmlns:a16="http://schemas.microsoft.com/office/drawing/2014/main" id="{87DF6684-8E72-CDD0-47C3-E0293CC15EF2}"/>
                </a:ext>
              </a:extLst>
            </p:cNvPr>
            <p:cNvSpPr/>
            <p:nvPr/>
          </p:nvSpPr>
          <p:spPr>
            <a:xfrm>
              <a:off x="11751339" y="4868211"/>
              <a:ext cx="19897" cy="15715"/>
            </a:xfrm>
            <a:custGeom>
              <a:avLst/>
              <a:gdLst>
                <a:gd name="connsiteX0" fmla="*/ 19898 w 19897"/>
                <a:gd name="connsiteY0" fmla="*/ 7858 h 15715"/>
                <a:gd name="connsiteX1" fmla="*/ 9886 w 19897"/>
                <a:gd name="connsiteY1" fmla="*/ 15715 h 15715"/>
                <a:gd name="connsiteX2" fmla="*/ 0 w 19897"/>
                <a:gd name="connsiteY2" fmla="*/ 7858 h 15715"/>
                <a:gd name="connsiteX3" fmla="*/ 9886 w 19897"/>
                <a:gd name="connsiteY3" fmla="*/ 0 h 15715"/>
                <a:gd name="connsiteX4" fmla="*/ 19898 w 19897"/>
                <a:gd name="connsiteY4" fmla="*/ 7858 h 1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97" h="15715">
                  <a:moveTo>
                    <a:pt x="19898" y="7858"/>
                  </a:moveTo>
                  <a:cubicBezTo>
                    <a:pt x="19898" y="12167"/>
                    <a:pt x="15462" y="15715"/>
                    <a:pt x="9886" y="15715"/>
                  </a:cubicBezTo>
                  <a:cubicBezTo>
                    <a:pt x="4309" y="15715"/>
                    <a:pt x="0" y="12167"/>
                    <a:pt x="0" y="7858"/>
                  </a:cubicBezTo>
                  <a:cubicBezTo>
                    <a:pt x="0" y="3549"/>
                    <a:pt x="4436" y="0"/>
                    <a:pt x="9886" y="0"/>
                  </a:cubicBezTo>
                  <a:cubicBezTo>
                    <a:pt x="15335" y="0"/>
                    <a:pt x="19898" y="3549"/>
                    <a:pt x="19898" y="785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46" name="Freeform: Shape 5445">
              <a:extLst>
                <a:ext uri="{FF2B5EF4-FFF2-40B4-BE49-F238E27FC236}">
                  <a16:creationId xmlns:a16="http://schemas.microsoft.com/office/drawing/2014/main" id="{EB66CAD3-ABED-A70E-5D51-5A45BB391450}"/>
                </a:ext>
              </a:extLst>
            </p:cNvPr>
            <p:cNvSpPr/>
            <p:nvPr/>
          </p:nvSpPr>
          <p:spPr>
            <a:xfrm>
              <a:off x="11710531" y="4967446"/>
              <a:ext cx="18250" cy="14447"/>
            </a:xfrm>
            <a:custGeom>
              <a:avLst/>
              <a:gdLst>
                <a:gd name="connsiteX0" fmla="*/ 18250 w 18250"/>
                <a:gd name="connsiteY0" fmla="*/ 7224 h 14447"/>
                <a:gd name="connsiteX1" fmla="*/ 9125 w 18250"/>
                <a:gd name="connsiteY1" fmla="*/ 14448 h 14447"/>
                <a:gd name="connsiteX2" fmla="*/ 0 w 18250"/>
                <a:gd name="connsiteY2" fmla="*/ 7224 h 14447"/>
                <a:gd name="connsiteX3" fmla="*/ 9125 w 18250"/>
                <a:gd name="connsiteY3" fmla="*/ 0 h 14447"/>
                <a:gd name="connsiteX4" fmla="*/ 18250 w 18250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7">
                  <a:moveTo>
                    <a:pt x="18250" y="7224"/>
                  </a:moveTo>
                  <a:cubicBezTo>
                    <a:pt x="18250" y="11152"/>
                    <a:pt x="14194" y="14448"/>
                    <a:pt x="9125" y="14448"/>
                  </a:cubicBezTo>
                  <a:cubicBezTo>
                    <a:pt x="4056" y="14448"/>
                    <a:pt x="0" y="11152"/>
                    <a:pt x="0" y="7224"/>
                  </a:cubicBezTo>
                  <a:cubicBezTo>
                    <a:pt x="0" y="3295"/>
                    <a:pt x="4056" y="0"/>
                    <a:pt x="9125" y="0"/>
                  </a:cubicBezTo>
                  <a:cubicBezTo>
                    <a:pt x="14194" y="0"/>
                    <a:pt x="18250" y="3295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47" name="Freeform: Shape 5446">
              <a:extLst>
                <a:ext uri="{FF2B5EF4-FFF2-40B4-BE49-F238E27FC236}">
                  <a16:creationId xmlns:a16="http://schemas.microsoft.com/office/drawing/2014/main" id="{569197D6-CAF5-AF85-914B-EC335D407BF1}"/>
                </a:ext>
              </a:extLst>
            </p:cNvPr>
            <p:cNvSpPr/>
            <p:nvPr/>
          </p:nvSpPr>
          <p:spPr>
            <a:xfrm>
              <a:off x="11666427" y="5065539"/>
              <a:ext cx="17742" cy="13941"/>
            </a:xfrm>
            <a:custGeom>
              <a:avLst/>
              <a:gdLst>
                <a:gd name="connsiteX0" fmla="*/ 17743 w 17742"/>
                <a:gd name="connsiteY0" fmla="*/ 6970 h 13941"/>
                <a:gd name="connsiteX1" fmla="*/ 8871 w 17742"/>
                <a:gd name="connsiteY1" fmla="*/ 13941 h 13941"/>
                <a:gd name="connsiteX2" fmla="*/ 0 w 17742"/>
                <a:gd name="connsiteY2" fmla="*/ 6970 h 13941"/>
                <a:gd name="connsiteX3" fmla="*/ 8871 w 17742"/>
                <a:gd name="connsiteY3" fmla="*/ 0 h 13941"/>
                <a:gd name="connsiteX4" fmla="*/ 17743 w 17742"/>
                <a:gd name="connsiteY4" fmla="*/ 6970 h 1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2" h="13941">
                  <a:moveTo>
                    <a:pt x="17743" y="6970"/>
                  </a:moveTo>
                  <a:cubicBezTo>
                    <a:pt x="17743" y="10899"/>
                    <a:pt x="13814" y="13941"/>
                    <a:pt x="8871" y="13941"/>
                  </a:cubicBezTo>
                  <a:cubicBezTo>
                    <a:pt x="3929" y="13941"/>
                    <a:pt x="0" y="10773"/>
                    <a:pt x="0" y="6970"/>
                  </a:cubicBezTo>
                  <a:cubicBezTo>
                    <a:pt x="0" y="3168"/>
                    <a:pt x="3929" y="0"/>
                    <a:pt x="8871" y="0"/>
                  </a:cubicBezTo>
                  <a:cubicBezTo>
                    <a:pt x="13814" y="0"/>
                    <a:pt x="17743" y="3168"/>
                    <a:pt x="17743" y="69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48" name="Freeform: Shape 5447">
              <a:extLst>
                <a:ext uri="{FF2B5EF4-FFF2-40B4-BE49-F238E27FC236}">
                  <a16:creationId xmlns:a16="http://schemas.microsoft.com/office/drawing/2014/main" id="{F2EEEC72-A457-A35E-6495-668E84A7CCE4}"/>
                </a:ext>
              </a:extLst>
            </p:cNvPr>
            <p:cNvSpPr/>
            <p:nvPr/>
          </p:nvSpPr>
          <p:spPr>
            <a:xfrm>
              <a:off x="11619661" y="5162873"/>
              <a:ext cx="16982" cy="13433"/>
            </a:xfrm>
            <a:custGeom>
              <a:avLst/>
              <a:gdLst>
                <a:gd name="connsiteX0" fmla="*/ 16982 w 16982"/>
                <a:gd name="connsiteY0" fmla="*/ 6717 h 13433"/>
                <a:gd name="connsiteX1" fmla="*/ 8491 w 16982"/>
                <a:gd name="connsiteY1" fmla="*/ 13434 h 13433"/>
                <a:gd name="connsiteX2" fmla="*/ 0 w 16982"/>
                <a:gd name="connsiteY2" fmla="*/ 6717 h 13433"/>
                <a:gd name="connsiteX3" fmla="*/ 8491 w 16982"/>
                <a:gd name="connsiteY3" fmla="*/ 0 h 13433"/>
                <a:gd name="connsiteX4" fmla="*/ 16982 w 16982"/>
                <a:gd name="connsiteY4" fmla="*/ 6717 h 13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82" h="13433">
                  <a:moveTo>
                    <a:pt x="16982" y="6717"/>
                  </a:moveTo>
                  <a:cubicBezTo>
                    <a:pt x="16982" y="10392"/>
                    <a:pt x="13180" y="13434"/>
                    <a:pt x="8491" y="13434"/>
                  </a:cubicBezTo>
                  <a:cubicBezTo>
                    <a:pt x="3802" y="13434"/>
                    <a:pt x="0" y="10519"/>
                    <a:pt x="0" y="6717"/>
                  </a:cubicBezTo>
                  <a:cubicBezTo>
                    <a:pt x="0" y="2915"/>
                    <a:pt x="3802" y="0"/>
                    <a:pt x="8491" y="0"/>
                  </a:cubicBezTo>
                  <a:cubicBezTo>
                    <a:pt x="13180" y="0"/>
                    <a:pt x="16982" y="2915"/>
                    <a:pt x="16982" y="671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49" name="Freeform: Shape 5448">
              <a:extLst>
                <a:ext uri="{FF2B5EF4-FFF2-40B4-BE49-F238E27FC236}">
                  <a16:creationId xmlns:a16="http://schemas.microsoft.com/office/drawing/2014/main" id="{36AEF41A-A3B9-8DE2-C6D7-20B1D37CE37E}"/>
                </a:ext>
              </a:extLst>
            </p:cNvPr>
            <p:cNvSpPr/>
            <p:nvPr/>
          </p:nvSpPr>
          <p:spPr>
            <a:xfrm>
              <a:off x="11570614" y="5259572"/>
              <a:ext cx="15462" cy="12420"/>
            </a:xfrm>
            <a:custGeom>
              <a:avLst/>
              <a:gdLst>
                <a:gd name="connsiteX0" fmla="*/ 15462 w 15462"/>
                <a:gd name="connsiteY0" fmla="*/ 6210 h 12420"/>
                <a:gd name="connsiteX1" fmla="*/ 7731 w 15462"/>
                <a:gd name="connsiteY1" fmla="*/ 12420 h 12420"/>
                <a:gd name="connsiteX2" fmla="*/ 0 w 15462"/>
                <a:gd name="connsiteY2" fmla="*/ 6210 h 12420"/>
                <a:gd name="connsiteX3" fmla="*/ 7731 w 15462"/>
                <a:gd name="connsiteY3" fmla="*/ 0 h 12420"/>
                <a:gd name="connsiteX4" fmla="*/ 15462 w 15462"/>
                <a:gd name="connsiteY4" fmla="*/ 6210 h 12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62" h="12420">
                  <a:moveTo>
                    <a:pt x="15462" y="6210"/>
                  </a:moveTo>
                  <a:cubicBezTo>
                    <a:pt x="15462" y="9632"/>
                    <a:pt x="12040" y="12420"/>
                    <a:pt x="7731" y="12420"/>
                  </a:cubicBezTo>
                  <a:cubicBezTo>
                    <a:pt x="3422" y="12420"/>
                    <a:pt x="0" y="9632"/>
                    <a:pt x="0" y="6210"/>
                  </a:cubicBezTo>
                  <a:cubicBezTo>
                    <a:pt x="0" y="2788"/>
                    <a:pt x="3549" y="0"/>
                    <a:pt x="7731" y="0"/>
                  </a:cubicBezTo>
                  <a:cubicBezTo>
                    <a:pt x="11913" y="0"/>
                    <a:pt x="15462" y="2788"/>
                    <a:pt x="15462" y="621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50" name="Freeform: Shape 5449">
              <a:extLst>
                <a:ext uri="{FF2B5EF4-FFF2-40B4-BE49-F238E27FC236}">
                  <a16:creationId xmlns:a16="http://schemas.microsoft.com/office/drawing/2014/main" id="{49C70EDC-628E-4731-F485-B279A7FE5E07}"/>
                </a:ext>
              </a:extLst>
            </p:cNvPr>
            <p:cNvSpPr/>
            <p:nvPr/>
          </p:nvSpPr>
          <p:spPr>
            <a:xfrm>
              <a:off x="11518525" y="5355258"/>
              <a:ext cx="14701" cy="11659"/>
            </a:xfrm>
            <a:custGeom>
              <a:avLst/>
              <a:gdLst>
                <a:gd name="connsiteX0" fmla="*/ 14702 w 14701"/>
                <a:gd name="connsiteY0" fmla="*/ 5830 h 11659"/>
                <a:gd name="connsiteX1" fmla="*/ 7351 w 14701"/>
                <a:gd name="connsiteY1" fmla="*/ 11660 h 11659"/>
                <a:gd name="connsiteX2" fmla="*/ 0 w 14701"/>
                <a:gd name="connsiteY2" fmla="*/ 5830 h 11659"/>
                <a:gd name="connsiteX3" fmla="*/ 7351 w 14701"/>
                <a:gd name="connsiteY3" fmla="*/ 0 h 11659"/>
                <a:gd name="connsiteX4" fmla="*/ 14702 w 14701"/>
                <a:gd name="connsiteY4" fmla="*/ 5830 h 11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01" h="11659">
                  <a:moveTo>
                    <a:pt x="14702" y="5830"/>
                  </a:moveTo>
                  <a:cubicBezTo>
                    <a:pt x="14702" y="8999"/>
                    <a:pt x="11407" y="11660"/>
                    <a:pt x="7351" y="11660"/>
                  </a:cubicBezTo>
                  <a:cubicBezTo>
                    <a:pt x="3295" y="11660"/>
                    <a:pt x="0" y="8999"/>
                    <a:pt x="0" y="5830"/>
                  </a:cubicBezTo>
                  <a:cubicBezTo>
                    <a:pt x="0" y="2662"/>
                    <a:pt x="3295" y="0"/>
                    <a:pt x="7351" y="0"/>
                  </a:cubicBezTo>
                  <a:cubicBezTo>
                    <a:pt x="11407" y="0"/>
                    <a:pt x="14702" y="2662"/>
                    <a:pt x="14702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51" name="Freeform: Shape 5450">
              <a:extLst>
                <a:ext uri="{FF2B5EF4-FFF2-40B4-BE49-F238E27FC236}">
                  <a16:creationId xmlns:a16="http://schemas.microsoft.com/office/drawing/2014/main" id="{7F4176D9-6F46-DAE3-4CEF-6F6B45A4F1C5}"/>
                </a:ext>
              </a:extLst>
            </p:cNvPr>
            <p:cNvSpPr/>
            <p:nvPr/>
          </p:nvSpPr>
          <p:spPr>
            <a:xfrm>
              <a:off x="11463902" y="5450056"/>
              <a:ext cx="13433" cy="10645"/>
            </a:xfrm>
            <a:custGeom>
              <a:avLst/>
              <a:gdLst>
                <a:gd name="connsiteX0" fmla="*/ 13434 w 13433"/>
                <a:gd name="connsiteY0" fmla="*/ 5323 h 10645"/>
                <a:gd name="connsiteX1" fmla="*/ 6717 w 13433"/>
                <a:gd name="connsiteY1" fmla="*/ 10646 h 10645"/>
                <a:gd name="connsiteX2" fmla="*/ 0 w 13433"/>
                <a:gd name="connsiteY2" fmla="*/ 5323 h 10645"/>
                <a:gd name="connsiteX3" fmla="*/ 6717 w 13433"/>
                <a:gd name="connsiteY3" fmla="*/ 0 h 10645"/>
                <a:gd name="connsiteX4" fmla="*/ 13434 w 13433"/>
                <a:gd name="connsiteY4" fmla="*/ 5323 h 1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33" h="10645">
                  <a:moveTo>
                    <a:pt x="13434" y="5323"/>
                  </a:moveTo>
                  <a:cubicBezTo>
                    <a:pt x="13434" y="8238"/>
                    <a:pt x="10392" y="10646"/>
                    <a:pt x="6717" y="10646"/>
                  </a:cubicBezTo>
                  <a:cubicBezTo>
                    <a:pt x="3042" y="10646"/>
                    <a:pt x="0" y="8238"/>
                    <a:pt x="0" y="5323"/>
                  </a:cubicBezTo>
                  <a:cubicBezTo>
                    <a:pt x="0" y="2408"/>
                    <a:pt x="3042" y="0"/>
                    <a:pt x="6717" y="0"/>
                  </a:cubicBezTo>
                  <a:cubicBezTo>
                    <a:pt x="10392" y="0"/>
                    <a:pt x="13434" y="2408"/>
                    <a:pt x="13434" y="532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52" name="Freeform: Shape 5451">
              <a:extLst>
                <a:ext uri="{FF2B5EF4-FFF2-40B4-BE49-F238E27FC236}">
                  <a16:creationId xmlns:a16="http://schemas.microsoft.com/office/drawing/2014/main" id="{25364D9F-4BDC-9B6A-F1C1-993A39ADD11F}"/>
                </a:ext>
              </a:extLst>
            </p:cNvPr>
            <p:cNvSpPr/>
            <p:nvPr/>
          </p:nvSpPr>
          <p:spPr>
            <a:xfrm>
              <a:off x="11406491" y="5543714"/>
              <a:ext cx="12546" cy="10012"/>
            </a:xfrm>
            <a:custGeom>
              <a:avLst/>
              <a:gdLst>
                <a:gd name="connsiteX0" fmla="*/ 12547 w 12546"/>
                <a:gd name="connsiteY0" fmla="*/ 4943 h 10012"/>
                <a:gd name="connsiteX1" fmla="*/ 6337 w 12546"/>
                <a:gd name="connsiteY1" fmla="*/ 10012 h 10012"/>
                <a:gd name="connsiteX2" fmla="*/ 0 w 12546"/>
                <a:gd name="connsiteY2" fmla="*/ 4943 h 10012"/>
                <a:gd name="connsiteX3" fmla="*/ 6337 w 12546"/>
                <a:gd name="connsiteY3" fmla="*/ 0 h 10012"/>
                <a:gd name="connsiteX4" fmla="*/ 12547 w 12546"/>
                <a:gd name="connsiteY4" fmla="*/ 4943 h 1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46" h="10012">
                  <a:moveTo>
                    <a:pt x="12547" y="4943"/>
                  </a:moveTo>
                  <a:lnTo>
                    <a:pt x="6337" y="10012"/>
                  </a:lnTo>
                  <a:lnTo>
                    <a:pt x="0" y="4943"/>
                  </a:lnTo>
                  <a:lnTo>
                    <a:pt x="6337" y="0"/>
                  </a:lnTo>
                  <a:lnTo>
                    <a:pt x="12547" y="494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53" name="Freeform: Shape 5452">
              <a:extLst>
                <a:ext uri="{FF2B5EF4-FFF2-40B4-BE49-F238E27FC236}">
                  <a16:creationId xmlns:a16="http://schemas.microsoft.com/office/drawing/2014/main" id="{2C69800F-489B-E28B-AA30-9AF5315B6C39}"/>
                </a:ext>
              </a:extLst>
            </p:cNvPr>
            <p:cNvSpPr/>
            <p:nvPr/>
          </p:nvSpPr>
          <p:spPr>
            <a:xfrm>
              <a:off x="11346798" y="5636485"/>
              <a:ext cx="11152" cy="8998"/>
            </a:xfrm>
            <a:custGeom>
              <a:avLst/>
              <a:gdLst>
                <a:gd name="connsiteX0" fmla="*/ 11153 w 11152"/>
                <a:gd name="connsiteY0" fmla="*/ 4563 h 8998"/>
                <a:gd name="connsiteX1" fmla="*/ 5576 w 11152"/>
                <a:gd name="connsiteY1" fmla="*/ 8999 h 8998"/>
                <a:gd name="connsiteX2" fmla="*/ 0 w 11152"/>
                <a:gd name="connsiteY2" fmla="*/ 4563 h 8998"/>
                <a:gd name="connsiteX3" fmla="*/ 5576 w 11152"/>
                <a:gd name="connsiteY3" fmla="*/ 0 h 8998"/>
                <a:gd name="connsiteX4" fmla="*/ 11153 w 11152"/>
                <a:gd name="connsiteY4" fmla="*/ 4563 h 8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52" h="8998">
                  <a:moveTo>
                    <a:pt x="11153" y="4563"/>
                  </a:moveTo>
                  <a:lnTo>
                    <a:pt x="5576" y="8999"/>
                  </a:lnTo>
                  <a:lnTo>
                    <a:pt x="0" y="4563"/>
                  </a:lnTo>
                  <a:lnTo>
                    <a:pt x="5576" y="0"/>
                  </a:lnTo>
                  <a:lnTo>
                    <a:pt x="11153" y="456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54" name="Freeform: Shape 5453">
              <a:extLst>
                <a:ext uri="{FF2B5EF4-FFF2-40B4-BE49-F238E27FC236}">
                  <a16:creationId xmlns:a16="http://schemas.microsoft.com/office/drawing/2014/main" id="{E97F4DE7-1DDE-492C-203C-131AE876FC95}"/>
                </a:ext>
              </a:extLst>
            </p:cNvPr>
            <p:cNvSpPr/>
            <p:nvPr/>
          </p:nvSpPr>
          <p:spPr>
            <a:xfrm>
              <a:off x="11284064" y="5727988"/>
              <a:ext cx="10646" cy="8364"/>
            </a:xfrm>
            <a:custGeom>
              <a:avLst/>
              <a:gdLst>
                <a:gd name="connsiteX0" fmla="*/ 10646 w 10646"/>
                <a:gd name="connsiteY0" fmla="*/ 4183 h 8364"/>
                <a:gd name="connsiteX1" fmla="*/ 5323 w 10646"/>
                <a:gd name="connsiteY1" fmla="*/ 8365 h 8364"/>
                <a:gd name="connsiteX2" fmla="*/ 0 w 10646"/>
                <a:gd name="connsiteY2" fmla="*/ 4183 h 8364"/>
                <a:gd name="connsiteX3" fmla="*/ 5323 w 10646"/>
                <a:gd name="connsiteY3" fmla="*/ 0 h 8364"/>
                <a:gd name="connsiteX4" fmla="*/ 10646 w 10646"/>
                <a:gd name="connsiteY4" fmla="*/ 4183 h 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46" h="8364">
                  <a:moveTo>
                    <a:pt x="10646" y="4183"/>
                  </a:moveTo>
                  <a:lnTo>
                    <a:pt x="5323" y="8365"/>
                  </a:lnTo>
                  <a:lnTo>
                    <a:pt x="0" y="4183"/>
                  </a:lnTo>
                  <a:lnTo>
                    <a:pt x="5323" y="0"/>
                  </a:lnTo>
                  <a:lnTo>
                    <a:pt x="10646" y="418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55" name="Freeform: Shape 5454">
              <a:extLst>
                <a:ext uri="{FF2B5EF4-FFF2-40B4-BE49-F238E27FC236}">
                  <a16:creationId xmlns:a16="http://schemas.microsoft.com/office/drawing/2014/main" id="{EA512187-370F-F73C-BB6D-6E57089A68D3}"/>
                </a:ext>
              </a:extLst>
            </p:cNvPr>
            <p:cNvSpPr/>
            <p:nvPr/>
          </p:nvSpPr>
          <p:spPr>
            <a:xfrm>
              <a:off x="11219175" y="5818604"/>
              <a:ext cx="9251" cy="7350"/>
            </a:xfrm>
            <a:custGeom>
              <a:avLst/>
              <a:gdLst>
                <a:gd name="connsiteX0" fmla="*/ 9251 w 9251"/>
                <a:gd name="connsiteY0" fmla="*/ 3675 h 7350"/>
                <a:gd name="connsiteX1" fmla="*/ 4562 w 9251"/>
                <a:gd name="connsiteY1" fmla="*/ 7351 h 7350"/>
                <a:gd name="connsiteX2" fmla="*/ 0 w 9251"/>
                <a:gd name="connsiteY2" fmla="*/ 3675 h 7350"/>
                <a:gd name="connsiteX3" fmla="*/ 4562 w 9251"/>
                <a:gd name="connsiteY3" fmla="*/ 0 h 7350"/>
                <a:gd name="connsiteX4" fmla="*/ 9251 w 9251"/>
                <a:gd name="connsiteY4" fmla="*/ 3675 h 7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51" h="7350">
                  <a:moveTo>
                    <a:pt x="9251" y="3675"/>
                  </a:moveTo>
                  <a:lnTo>
                    <a:pt x="4562" y="7351"/>
                  </a:lnTo>
                  <a:lnTo>
                    <a:pt x="0" y="3675"/>
                  </a:lnTo>
                  <a:lnTo>
                    <a:pt x="4562" y="0"/>
                  </a:lnTo>
                  <a:lnTo>
                    <a:pt x="9251" y="367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56" name="Freeform: Shape 5455">
              <a:extLst>
                <a:ext uri="{FF2B5EF4-FFF2-40B4-BE49-F238E27FC236}">
                  <a16:creationId xmlns:a16="http://schemas.microsoft.com/office/drawing/2014/main" id="{47D9715F-7219-AF2A-AE52-0B36032B2504}"/>
                </a:ext>
              </a:extLst>
            </p:cNvPr>
            <p:cNvSpPr/>
            <p:nvPr/>
          </p:nvSpPr>
          <p:spPr>
            <a:xfrm>
              <a:off x="11151499" y="5907826"/>
              <a:ext cx="8491" cy="6716"/>
            </a:xfrm>
            <a:custGeom>
              <a:avLst/>
              <a:gdLst>
                <a:gd name="connsiteX0" fmla="*/ 8491 w 8491"/>
                <a:gd name="connsiteY0" fmla="*/ 3295 h 6716"/>
                <a:gd name="connsiteX1" fmla="*/ 4182 w 8491"/>
                <a:gd name="connsiteY1" fmla="*/ 6717 h 6716"/>
                <a:gd name="connsiteX2" fmla="*/ 0 w 8491"/>
                <a:gd name="connsiteY2" fmla="*/ 3295 h 6716"/>
                <a:gd name="connsiteX3" fmla="*/ 4182 w 8491"/>
                <a:gd name="connsiteY3" fmla="*/ 0 h 6716"/>
                <a:gd name="connsiteX4" fmla="*/ 8491 w 8491"/>
                <a:gd name="connsiteY4" fmla="*/ 3295 h 6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91" h="6716">
                  <a:moveTo>
                    <a:pt x="8491" y="3295"/>
                  </a:moveTo>
                  <a:lnTo>
                    <a:pt x="4182" y="6717"/>
                  </a:lnTo>
                  <a:lnTo>
                    <a:pt x="0" y="3295"/>
                  </a:lnTo>
                  <a:lnTo>
                    <a:pt x="4182" y="0"/>
                  </a:lnTo>
                  <a:lnTo>
                    <a:pt x="8491" y="32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57" name="Freeform: Shape 5456">
              <a:extLst>
                <a:ext uri="{FF2B5EF4-FFF2-40B4-BE49-F238E27FC236}">
                  <a16:creationId xmlns:a16="http://schemas.microsoft.com/office/drawing/2014/main" id="{066551AD-8818-7795-BDDF-439FE071E7FF}"/>
                </a:ext>
              </a:extLst>
            </p:cNvPr>
            <p:cNvSpPr/>
            <p:nvPr/>
          </p:nvSpPr>
          <p:spPr>
            <a:xfrm>
              <a:off x="11081159" y="5995654"/>
              <a:ext cx="7984" cy="6210"/>
            </a:xfrm>
            <a:custGeom>
              <a:avLst/>
              <a:gdLst>
                <a:gd name="connsiteX0" fmla="*/ 7984 w 7984"/>
                <a:gd name="connsiteY0" fmla="*/ 3168 h 6210"/>
                <a:gd name="connsiteX1" fmla="*/ 4056 w 7984"/>
                <a:gd name="connsiteY1" fmla="*/ 6210 h 6210"/>
                <a:gd name="connsiteX2" fmla="*/ 0 w 7984"/>
                <a:gd name="connsiteY2" fmla="*/ 3168 h 6210"/>
                <a:gd name="connsiteX3" fmla="*/ 4056 w 7984"/>
                <a:gd name="connsiteY3" fmla="*/ 0 h 6210"/>
                <a:gd name="connsiteX4" fmla="*/ 7984 w 7984"/>
                <a:gd name="connsiteY4" fmla="*/ 3168 h 6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84" h="6210">
                  <a:moveTo>
                    <a:pt x="7984" y="3168"/>
                  </a:moveTo>
                  <a:lnTo>
                    <a:pt x="4056" y="6210"/>
                  </a:lnTo>
                  <a:lnTo>
                    <a:pt x="0" y="3168"/>
                  </a:lnTo>
                  <a:lnTo>
                    <a:pt x="4056" y="0"/>
                  </a:lnTo>
                  <a:lnTo>
                    <a:pt x="7984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58" name="Freeform: Shape 5457">
              <a:extLst>
                <a:ext uri="{FF2B5EF4-FFF2-40B4-BE49-F238E27FC236}">
                  <a16:creationId xmlns:a16="http://schemas.microsoft.com/office/drawing/2014/main" id="{0A7B3ECA-2C48-11FA-C637-80DE9505B73B}"/>
                </a:ext>
              </a:extLst>
            </p:cNvPr>
            <p:cNvSpPr/>
            <p:nvPr/>
          </p:nvSpPr>
          <p:spPr>
            <a:xfrm>
              <a:off x="11008540" y="6082342"/>
              <a:ext cx="7224" cy="5703"/>
            </a:xfrm>
            <a:custGeom>
              <a:avLst/>
              <a:gdLst>
                <a:gd name="connsiteX0" fmla="*/ 7224 w 7224"/>
                <a:gd name="connsiteY0" fmla="*/ 2915 h 5703"/>
                <a:gd name="connsiteX1" fmla="*/ 3675 w 7224"/>
                <a:gd name="connsiteY1" fmla="*/ 5703 h 5703"/>
                <a:gd name="connsiteX2" fmla="*/ 0 w 7224"/>
                <a:gd name="connsiteY2" fmla="*/ 2915 h 5703"/>
                <a:gd name="connsiteX3" fmla="*/ 3675 w 7224"/>
                <a:gd name="connsiteY3" fmla="*/ 0 h 5703"/>
                <a:gd name="connsiteX4" fmla="*/ 7224 w 7224"/>
                <a:gd name="connsiteY4" fmla="*/ 2915 h 5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24" h="5703">
                  <a:moveTo>
                    <a:pt x="7224" y="2915"/>
                  </a:moveTo>
                  <a:lnTo>
                    <a:pt x="3675" y="5703"/>
                  </a:lnTo>
                  <a:lnTo>
                    <a:pt x="0" y="2915"/>
                  </a:lnTo>
                  <a:lnTo>
                    <a:pt x="3675" y="0"/>
                  </a:lnTo>
                  <a:lnTo>
                    <a:pt x="7224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59" name="Freeform: Shape 5458">
              <a:extLst>
                <a:ext uri="{FF2B5EF4-FFF2-40B4-BE49-F238E27FC236}">
                  <a16:creationId xmlns:a16="http://schemas.microsoft.com/office/drawing/2014/main" id="{6288DB37-8806-9056-3AB8-955A22F5B014}"/>
                </a:ext>
              </a:extLst>
            </p:cNvPr>
            <p:cNvSpPr/>
            <p:nvPr/>
          </p:nvSpPr>
          <p:spPr>
            <a:xfrm>
              <a:off x="10933765" y="6167888"/>
              <a:ext cx="5956" cy="4689"/>
            </a:xfrm>
            <a:custGeom>
              <a:avLst/>
              <a:gdLst>
                <a:gd name="connsiteX0" fmla="*/ 5957 w 5956"/>
                <a:gd name="connsiteY0" fmla="*/ 2408 h 4689"/>
                <a:gd name="connsiteX1" fmla="*/ 3042 w 5956"/>
                <a:gd name="connsiteY1" fmla="*/ 4690 h 4689"/>
                <a:gd name="connsiteX2" fmla="*/ 0 w 5956"/>
                <a:gd name="connsiteY2" fmla="*/ 2408 h 4689"/>
                <a:gd name="connsiteX3" fmla="*/ 3042 w 5956"/>
                <a:gd name="connsiteY3" fmla="*/ 0 h 4689"/>
                <a:gd name="connsiteX4" fmla="*/ 5957 w 5956"/>
                <a:gd name="connsiteY4" fmla="*/ 2408 h 4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6" h="4689">
                  <a:moveTo>
                    <a:pt x="5957" y="2408"/>
                  </a:moveTo>
                  <a:lnTo>
                    <a:pt x="3042" y="4690"/>
                  </a:lnTo>
                  <a:lnTo>
                    <a:pt x="0" y="2408"/>
                  </a:lnTo>
                  <a:lnTo>
                    <a:pt x="3042" y="0"/>
                  </a:lnTo>
                  <a:lnTo>
                    <a:pt x="5957" y="240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60" name="Freeform: Shape 5459">
              <a:extLst>
                <a:ext uri="{FF2B5EF4-FFF2-40B4-BE49-F238E27FC236}">
                  <a16:creationId xmlns:a16="http://schemas.microsoft.com/office/drawing/2014/main" id="{6B2C8F69-EBE2-D917-2E76-15580464B1D1}"/>
                </a:ext>
              </a:extLst>
            </p:cNvPr>
            <p:cNvSpPr/>
            <p:nvPr/>
          </p:nvSpPr>
          <p:spPr>
            <a:xfrm>
              <a:off x="10856330" y="6251914"/>
              <a:ext cx="5323" cy="4182"/>
            </a:xfrm>
            <a:custGeom>
              <a:avLst/>
              <a:gdLst>
                <a:gd name="connsiteX0" fmla="*/ 5323 w 5323"/>
                <a:gd name="connsiteY0" fmla="*/ 2155 h 4182"/>
                <a:gd name="connsiteX1" fmla="*/ 2662 w 5323"/>
                <a:gd name="connsiteY1" fmla="*/ 4183 h 4182"/>
                <a:gd name="connsiteX2" fmla="*/ 0 w 5323"/>
                <a:gd name="connsiteY2" fmla="*/ 2155 h 4182"/>
                <a:gd name="connsiteX3" fmla="*/ 2662 w 5323"/>
                <a:gd name="connsiteY3" fmla="*/ 0 h 4182"/>
                <a:gd name="connsiteX4" fmla="*/ 5323 w 5323"/>
                <a:gd name="connsiteY4" fmla="*/ 2155 h 4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23" h="4182">
                  <a:moveTo>
                    <a:pt x="5323" y="2155"/>
                  </a:moveTo>
                  <a:lnTo>
                    <a:pt x="2662" y="4183"/>
                  </a:lnTo>
                  <a:lnTo>
                    <a:pt x="0" y="2155"/>
                  </a:lnTo>
                  <a:lnTo>
                    <a:pt x="2662" y="0"/>
                  </a:lnTo>
                  <a:lnTo>
                    <a:pt x="5323" y="215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61" name="Freeform: Shape 5460">
              <a:extLst>
                <a:ext uri="{FF2B5EF4-FFF2-40B4-BE49-F238E27FC236}">
                  <a16:creationId xmlns:a16="http://schemas.microsoft.com/office/drawing/2014/main" id="{57461DA2-6899-4553-65D9-55A618A1CCC3}"/>
                </a:ext>
              </a:extLst>
            </p:cNvPr>
            <p:cNvSpPr/>
            <p:nvPr/>
          </p:nvSpPr>
          <p:spPr>
            <a:xfrm>
              <a:off x="10776867" y="6334673"/>
              <a:ext cx="4054" cy="3295"/>
            </a:xfrm>
            <a:custGeom>
              <a:avLst/>
              <a:gdLst>
                <a:gd name="connsiteX0" fmla="*/ 4055 w 4054"/>
                <a:gd name="connsiteY0" fmla="*/ 1648 h 3295"/>
                <a:gd name="connsiteX1" fmla="*/ 2027 w 4054"/>
                <a:gd name="connsiteY1" fmla="*/ 3295 h 3295"/>
                <a:gd name="connsiteX2" fmla="*/ 0 w 4054"/>
                <a:gd name="connsiteY2" fmla="*/ 1648 h 3295"/>
                <a:gd name="connsiteX3" fmla="*/ 2027 w 4054"/>
                <a:gd name="connsiteY3" fmla="*/ 0 h 3295"/>
                <a:gd name="connsiteX4" fmla="*/ 4055 w 4054"/>
                <a:gd name="connsiteY4" fmla="*/ 1648 h 3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4" h="3295">
                  <a:moveTo>
                    <a:pt x="4055" y="1648"/>
                  </a:moveTo>
                  <a:lnTo>
                    <a:pt x="2027" y="3295"/>
                  </a:lnTo>
                  <a:lnTo>
                    <a:pt x="0" y="1648"/>
                  </a:lnTo>
                  <a:lnTo>
                    <a:pt x="2027" y="0"/>
                  </a:lnTo>
                  <a:lnTo>
                    <a:pt x="4055" y="164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62" name="Freeform: Shape 5461">
              <a:extLst>
                <a:ext uri="{FF2B5EF4-FFF2-40B4-BE49-F238E27FC236}">
                  <a16:creationId xmlns:a16="http://schemas.microsoft.com/office/drawing/2014/main" id="{07DA078E-6874-68ED-D7D7-0FBB5FF8597D}"/>
                </a:ext>
              </a:extLst>
            </p:cNvPr>
            <p:cNvSpPr/>
            <p:nvPr/>
          </p:nvSpPr>
          <p:spPr>
            <a:xfrm>
              <a:off x="10694995" y="6416038"/>
              <a:ext cx="2914" cy="2281"/>
            </a:xfrm>
            <a:custGeom>
              <a:avLst/>
              <a:gdLst>
                <a:gd name="connsiteX0" fmla="*/ 2915 w 2914"/>
                <a:gd name="connsiteY0" fmla="*/ 1141 h 2281"/>
                <a:gd name="connsiteX1" fmla="*/ 1521 w 2914"/>
                <a:gd name="connsiteY1" fmla="*/ 2281 h 2281"/>
                <a:gd name="connsiteX2" fmla="*/ 0 w 2914"/>
                <a:gd name="connsiteY2" fmla="*/ 1141 h 2281"/>
                <a:gd name="connsiteX3" fmla="*/ 1521 w 2914"/>
                <a:gd name="connsiteY3" fmla="*/ 0 h 2281"/>
                <a:gd name="connsiteX4" fmla="*/ 2915 w 2914"/>
                <a:gd name="connsiteY4" fmla="*/ 1141 h 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" h="2281">
                  <a:moveTo>
                    <a:pt x="2915" y="1141"/>
                  </a:moveTo>
                  <a:lnTo>
                    <a:pt x="1521" y="2281"/>
                  </a:lnTo>
                  <a:lnTo>
                    <a:pt x="0" y="1141"/>
                  </a:lnTo>
                  <a:lnTo>
                    <a:pt x="1521" y="0"/>
                  </a:lnTo>
                  <a:lnTo>
                    <a:pt x="2915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63" name="Freeform: Shape 5462">
              <a:extLst>
                <a:ext uri="{FF2B5EF4-FFF2-40B4-BE49-F238E27FC236}">
                  <a16:creationId xmlns:a16="http://schemas.microsoft.com/office/drawing/2014/main" id="{82B4CBFD-555B-E220-2F37-00AA8361C591}"/>
                </a:ext>
              </a:extLst>
            </p:cNvPr>
            <p:cNvSpPr/>
            <p:nvPr/>
          </p:nvSpPr>
          <p:spPr>
            <a:xfrm>
              <a:off x="10610336" y="6495501"/>
              <a:ext cx="3041" cy="2281"/>
            </a:xfrm>
            <a:custGeom>
              <a:avLst/>
              <a:gdLst>
                <a:gd name="connsiteX0" fmla="*/ 3042 w 3041"/>
                <a:gd name="connsiteY0" fmla="*/ 1140 h 2281"/>
                <a:gd name="connsiteX1" fmla="*/ 1521 w 3041"/>
                <a:gd name="connsiteY1" fmla="*/ 2281 h 2281"/>
                <a:gd name="connsiteX2" fmla="*/ 0 w 3041"/>
                <a:gd name="connsiteY2" fmla="*/ 1140 h 2281"/>
                <a:gd name="connsiteX3" fmla="*/ 1521 w 3041"/>
                <a:gd name="connsiteY3" fmla="*/ 0 h 2281"/>
                <a:gd name="connsiteX4" fmla="*/ 3042 w 3041"/>
                <a:gd name="connsiteY4" fmla="*/ 1140 h 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1" h="2281">
                  <a:moveTo>
                    <a:pt x="3042" y="1140"/>
                  </a:moveTo>
                  <a:lnTo>
                    <a:pt x="1521" y="2281"/>
                  </a:lnTo>
                  <a:lnTo>
                    <a:pt x="0" y="1140"/>
                  </a:lnTo>
                  <a:lnTo>
                    <a:pt x="1521" y="0"/>
                  </a:lnTo>
                  <a:lnTo>
                    <a:pt x="3042" y="114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64" name="Freeform: Shape 5463">
              <a:extLst>
                <a:ext uri="{FF2B5EF4-FFF2-40B4-BE49-F238E27FC236}">
                  <a16:creationId xmlns:a16="http://schemas.microsoft.com/office/drawing/2014/main" id="{9E4D80A1-1C77-23B9-DAEA-ECDF0748A3AA}"/>
                </a:ext>
              </a:extLst>
            </p:cNvPr>
            <p:cNvSpPr/>
            <p:nvPr/>
          </p:nvSpPr>
          <p:spPr>
            <a:xfrm>
              <a:off x="10524155" y="6573824"/>
              <a:ext cx="1647" cy="1393"/>
            </a:xfrm>
            <a:custGeom>
              <a:avLst/>
              <a:gdLst>
                <a:gd name="connsiteX0" fmla="*/ 1648 w 1647"/>
                <a:gd name="connsiteY0" fmla="*/ 760 h 1393"/>
                <a:gd name="connsiteX1" fmla="*/ 760 w 1647"/>
                <a:gd name="connsiteY1" fmla="*/ 1394 h 1393"/>
                <a:gd name="connsiteX2" fmla="*/ 0 w 1647"/>
                <a:gd name="connsiteY2" fmla="*/ 760 h 1393"/>
                <a:gd name="connsiteX3" fmla="*/ 760 w 1647"/>
                <a:gd name="connsiteY3" fmla="*/ 0 h 1393"/>
                <a:gd name="connsiteX4" fmla="*/ 1648 w 1647"/>
                <a:gd name="connsiteY4" fmla="*/ 760 h 1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7" h="1393">
                  <a:moveTo>
                    <a:pt x="1648" y="760"/>
                  </a:moveTo>
                  <a:lnTo>
                    <a:pt x="760" y="1394"/>
                  </a:lnTo>
                  <a:lnTo>
                    <a:pt x="0" y="760"/>
                  </a:lnTo>
                  <a:lnTo>
                    <a:pt x="760" y="0"/>
                  </a:lnTo>
                  <a:lnTo>
                    <a:pt x="1648" y="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65" name="Freeform: Shape 5464">
              <a:extLst>
                <a:ext uri="{FF2B5EF4-FFF2-40B4-BE49-F238E27FC236}">
                  <a16:creationId xmlns:a16="http://schemas.microsoft.com/office/drawing/2014/main" id="{7A3932BC-9096-66A8-3F84-A3F36CADB76B}"/>
                </a:ext>
              </a:extLst>
            </p:cNvPr>
            <p:cNvSpPr/>
            <p:nvPr/>
          </p:nvSpPr>
          <p:spPr>
            <a:xfrm>
              <a:off x="10435566" y="6650626"/>
              <a:ext cx="760" cy="506"/>
            </a:xfrm>
            <a:custGeom>
              <a:avLst/>
              <a:gdLst>
                <a:gd name="connsiteX0" fmla="*/ 760 w 760"/>
                <a:gd name="connsiteY0" fmla="*/ 253 h 506"/>
                <a:gd name="connsiteX1" fmla="*/ 507 w 760"/>
                <a:gd name="connsiteY1" fmla="*/ 507 h 506"/>
                <a:gd name="connsiteX2" fmla="*/ 0 w 760"/>
                <a:gd name="connsiteY2" fmla="*/ 253 h 506"/>
                <a:gd name="connsiteX3" fmla="*/ 507 w 760"/>
                <a:gd name="connsiteY3" fmla="*/ 0 h 506"/>
                <a:gd name="connsiteX4" fmla="*/ 760 w 760"/>
                <a:gd name="connsiteY4" fmla="*/ 253 h 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0" h="506">
                  <a:moveTo>
                    <a:pt x="760" y="253"/>
                  </a:moveTo>
                  <a:lnTo>
                    <a:pt x="507" y="507"/>
                  </a:lnTo>
                  <a:lnTo>
                    <a:pt x="0" y="253"/>
                  </a:lnTo>
                  <a:lnTo>
                    <a:pt x="507" y="0"/>
                  </a:lnTo>
                  <a:lnTo>
                    <a:pt x="760" y="25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66" name="Freeform: Shape 5465">
              <a:extLst>
                <a:ext uri="{FF2B5EF4-FFF2-40B4-BE49-F238E27FC236}">
                  <a16:creationId xmlns:a16="http://schemas.microsoft.com/office/drawing/2014/main" id="{1F3E7883-8CE8-8DCE-354B-5E8B8FE4D370}"/>
                </a:ext>
              </a:extLst>
            </p:cNvPr>
            <p:cNvSpPr/>
            <p:nvPr/>
          </p:nvSpPr>
          <p:spPr>
            <a:xfrm>
              <a:off x="2045519" y="6779643"/>
              <a:ext cx="48159" cy="38274"/>
            </a:xfrm>
            <a:custGeom>
              <a:avLst/>
              <a:gdLst>
                <a:gd name="connsiteX0" fmla="*/ 48160 w 48159"/>
                <a:gd name="connsiteY0" fmla="*/ 19137 h 38274"/>
                <a:gd name="connsiteX1" fmla="*/ 24080 w 48159"/>
                <a:gd name="connsiteY1" fmla="*/ 38275 h 38274"/>
                <a:gd name="connsiteX2" fmla="*/ 0 w 48159"/>
                <a:gd name="connsiteY2" fmla="*/ 19137 h 38274"/>
                <a:gd name="connsiteX3" fmla="*/ 24080 w 48159"/>
                <a:gd name="connsiteY3" fmla="*/ 0 h 38274"/>
                <a:gd name="connsiteX4" fmla="*/ 48160 w 48159"/>
                <a:gd name="connsiteY4" fmla="*/ 19137 h 382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159" h="38274">
                  <a:moveTo>
                    <a:pt x="48160" y="19137"/>
                  </a:moveTo>
                  <a:cubicBezTo>
                    <a:pt x="48160" y="29656"/>
                    <a:pt x="37387" y="38275"/>
                    <a:pt x="24080" y="38275"/>
                  </a:cubicBezTo>
                  <a:cubicBezTo>
                    <a:pt x="10773" y="38275"/>
                    <a:pt x="0" y="29656"/>
                    <a:pt x="0" y="19137"/>
                  </a:cubicBezTo>
                  <a:cubicBezTo>
                    <a:pt x="0" y="8618"/>
                    <a:pt x="10773" y="0"/>
                    <a:pt x="24080" y="0"/>
                  </a:cubicBezTo>
                  <a:cubicBezTo>
                    <a:pt x="37387" y="0"/>
                    <a:pt x="48160" y="8618"/>
                    <a:pt x="48160" y="191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67" name="Freeform: Shape 5466">
              <a:extLst>
                <a:ext uri="{FF2B5EF4-FFF2-40B4-BE49-F238E27FC236}">
                  <a16:creationId xmlns:a16="http://schemas.microsoft.com/office/drawing/2014/main" id="{E7E0DCD3-2736-7475-39E2-D424A818E493}"/>
                </a:ext>
              </a:extLst>
            </p:cNvPr>
            <p:cNvSpPr/>
            <p:nvPr/>
          </p:nvSpPr>
          <p:spPr>
            <a:xfrm>
              <a:off x="1952241" y="6706516"/>
              <a:ext cx="48159" cy="38274"/>
            </a:xfrm>
            <a:custGeom>
              <a:avLst/>
              <a:gdLst>
                <a:gd name="connsiteX0" fmla="*/ 48160 w 48159"/>
                <a:gd name="connsiteY0" fmla="*/ 19137 h 38274"/>
                <a:gd name="connsiteX1" fmla="*/ 24080 w 48159"/>
                <a:gd name="connsiteY1" fmla="*/ 38275 h 38274"/>
                <a:gd name="connsiteX2" fmla="*/ 0 w 48159"/>
                <a:gd name="connsiteY2" fmla="*/ 19137 h 38274"/>
                <a:gd name="connsiteX3" fmla="*/ 24080 w 48159"/>
                <a:gd name="connsiteY3" fmla="*/ 0 h 38274"/>
                <a:gd name="connsiteX4" fmla="*/ 48160 w 48159"/>
                <a:gd name="connsiteY4" fmla="*/ 19137 h 382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159" h="38274">
                  <a:moveTo>
                    <a:pt x="48160" y="19137"/>
                  </a:moveTo>
                  <a:cubicBezTo>
                    <a:pt x="48160" y="29657"/>
                    <a:pt x="37387" y="38275"/>
                    <a:pt x="24080" y="38275"/>
                  </a:cubicBezTo>
                  <a:cubicBezTo>
                    <a:pt x="10773" y="38275"/>
                    <a:pt x="0" y="29783"/>
                    <a:pt x="0" y="19137"/>
                  </a:cubicBezTo>
                  <a:cubicBezTo>
                    <a:pt x="0" y="8492"/>
                    <a:pt x="10773" y="0"/>
                    <a:pt x="24080" y="0"/>
                  </a:cubicBezTo>
                  <a:cubicBezTo>
                    <a:pt x="37387" y="0"/>
                    <a:pt x="48160" y="8492"/>
                    <a:pt x="48160" y="191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68" name="Freeform: Shape 5467">
              <a:extLst>
                <a:ext uri="{FF2B5EF4-FFF2-40B4-BE49-F238E27FC236}">
                  <a16:creationId xmlns:a16="http://schemas.microsoft.com/office/drawing/2014/main" id="{B5DE709B-AE8E-1630-B764-7680B4D02041}"/>
                </a:ext>
              </a:extLst>
            </p:cNvPr>
            <p:cNvSpPr/>
            <p:nvPr/>
          </p:nvSpPr>
          <p:spPr>
            <a:xfrm>
              <a:off x="1861118" y="6631743"/>
              <a:ext cx="48159" cy="38273"/>
            </a:xfrm>
            <a:custGeom>
              <a:avLst/>
              <a:gdLst>
                <a:gd name="connsiteX0" fmla="*/ 48160 w 48159"/>
                <a:gd name="connsiteY0" fmla="*/ 19136 h 38273"/>
                <a:gd name="connsiteX1" fmla="*/ 24080 w 48159"/>
                <a:gd name="connsiteY1" fmla="*/ 38274 h 38273"/>
                <a:gd name="connsiteX2" fmla="*/ 0 w 48159"/>
                <a:gd name="connsiteY2" fmla="*/ 19136 h 38273"/>
                <a:gd name="connsiteX3" fmla="*/ 24080 w 48159"/>
                <a:gd name="connsiteY3" fmla="*/ 0 h 38273"/>
                <a:gd name="connsiteX4" fmla="*/ 48160 w 48159"/>
                <a:gd name="connsiteY4" fmla="*/ 19136 h 38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159" h="38273">
                  <a:moveTo>
                    <a:pt x="48160" y="19136"/>
                  </a:moveTo>
                  <a:cubicBezTo>
                    <a:pt x="48160" y="29656"/>
                    <a:pt x="37387" y="38274"/>
                    <a:pt x="24080" y="38274"/>
                  </a:cubicBezTo>
                  <a:cubicBezTo>
                    <a:pt x="10772" y="38274"/>
                    <a:pt x="0" y="29656"/>
                    <a:pt x="0" y="19136"/>
                  </a:cubicBezTo>
                  <a:cubicBezTo>
                    <a:pt x="0" y="8618"/>
                    <a:pt x="10772" y="0"/>
                    <a:pt x="24080" y="0"/>
                  </a:cubicBezTo>
                  <a:cubicBezTo>
                    <a:pt x="37387" y="0"/>
                    <a:pt x="48160" y="8618"/>
                    <a:pt x="48160" y="1913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69" name="Freeform: Shape 5468">
              <a:extLst>
                <a:ext uri="{FF2B5EF4-FFF2-40B4-BE49-F238E27FC236}">
                  <a16:creationId xmlns:a16="http://schemas.microsoft.com/office/drawing/2014/main" id="{B1CA8426-14D2-9F21-4900-F47A83C2A6F4}"/>
                </a:ext>
              </a:extLst>
            </p:cNvPr>
            <p:cNvSpPr/>
            <p:nvPr/>
          </p:nvSpPr>
          <p:spPr>
            <a:xfrm>
              <a:off x="1772150" y="6555447"/>
              <a:ext cx="48159" cy="38274"/>
            </a:xfrm>
            <a:custGeom>
              <a:avLst/>
              <a:gdLst>
                <a:gd name="connsiteX0" fmla="*/ 48160 w 48159"/>
                <a:gd name="connsiteY0" fmla="*/ 19137 h 38274"/>
                <a:gd name="connsiteX1" fmla="*/ 24080 w 48159"/>
                <a:gd name="connsiteY1" fmla="*/ 38275 h 38274"/>
                <a:gd name="connsiteX2" fmla="*/ 0 w 48159"/>
                <a:gd name="connsiteY2" fmla="*/ 19137 h 38274"/>
                <a:gd name="connsiteX3" fmla="*/ 24080 w 48159"/>
                <a:gd name="connsiteY3" fmla="*/ 0 h 38274"/>
                <a:gd name="connsiteX4" fmla="*/ 48160 w 48159"/>
                <a:gd name="connsiteY4" fmla="*/ 19137 h 382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159" h="38274">
                  <a:moveTo>
                    <a:pt x="48160" y="19137"/>
                  </a:moveTo>
                  <a:cubicBezTo>
                    <a:pt x="48160" y="29657"/>
                    <a:pt x="37387" y="38275"/>
                    <a:pt x="24080" y="38275"/>
                  </a:cubicBezTo>
                  <a:cubicBezTo>
                    <a:pt x="10772" y="38275"/>
                    <a:pt x="0" y="29783"/>
                    <a:pt x="0" y="19137"/>
                  </a:cubicBezTo>
                  <a:cubicBezTo>
                    <a:pt x="0" y="8491"/>
                    <a:pt x="10772" y="0"/>
                    <a:pt x="24080" y="0"/>
                  </a:cubicBezTo>
                  <a:cubicBezTo>
                    <a:pt x="37387" y="0"/>
                    <a:pt x="48160" y="8491"/>
                    <a:pt x="48160" y="191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70" name="Freeform: Shape 5469">
              <a:extLst>
                <a:ext uri="{FF2B5EF4-FFF2-40B4-BE49-F238E27FC236}">
                  <a16:creationId xmlns:a16="http://schemas.microsoft.com/office/drawing/2014/main" id="{5507D922-1F51-14A2-591D-4241FE1D48D6}"/>
                </a:ext>
              </a:extLst>
            </p:cNvPr>
            <p:cNvSpPr/>
            <p:nvPr/>
          </p:nvSpPr>
          <p:spPr>
            <a:xfrm>
              <a:off x="1685209" y="6477505"/>
              <a:ext cx="48159" cy="38274"/>
            </a:xfrm>
            <a:custGeom>
              <a:avLst/>
              <a:gdLst>
                <a:gd name="connsiteX0" fmla="*/ 48160 w 48159"/>
                <a:gd name="connsiteY0" fmla="*/ 19137 h 38274"/>
                <a:gd name="connsiteX1" fmla="*/ 24080 w 48159"/>
                <a:gd name="connsiteY1" fmla="*/ 38274 h 38274"/>
                <a:gd name="connsiteX2" fmla="*/ 0 w 48159"/>
                <a:gd name="connsiteY2" fmla="*/ 19137 h 38274"/>
                <a:gd name="connsiteX3" fmla="*/ 24080 w 48159"/>
                <a:gd name="connsiteY3" fmla="*/ 0 h 38274"/>
                <a:gd name="connsiteX4" fmla="*/ 48160 w 48159"/>
                <a:gd name="connsiteY4" fmla="*/ 19137 h 382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159" h="38274">
                  <a:moveTo>
                    <a:pt x="48160" y="19137"/>
                  </a:moveTo>
                  <a:cubicBezTo>
                    <a:pt x="48160" y="29656"/>
                    <a:pt x="37387" y="38274"/>
                    <a:pt x="24080" y="38274"/>
                  </a:cubicBezTo>
                  <a:cubicBezTo>
                    <a:pt x="10773" y="38274"/>
                    <a:pt x="0" y="29656"/>
                    <a:pt x="0" y="19137"/>
                  </a:cubicBezTo>
                  <a:cubicBezTo>
                    <a:pt x="0" y="8618"/>
                    <a:pt x="10773" y="0"/>
                    <a:pt x="24080" y="0"/>
                  </a:cubicBezTo>
                  <a:cubicBezTo>
                    <a:pt x="37387" y="0"/>
                    <a:pt x="48160" y="8491"/>
                    <a:pt x="48160" y="191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71" name="Freeform: Shape 5470">
              <a:extLst>
                <a:ext uri="{FF2B5EF4-FFF2-40B4-BE49-F238E27FC236}">
                  <a16:creationId xmlns:a16="http://schemas.microsoft.com/office/drawing/2014/main" id="{104E4C79-0B78-089A-222C-9F2BD84EB89B}"/>
                </a:ext>
              </a:extLst>
            </p:cNvPr>
            <p:cNvSpPr/>
            <p:nvPr/>
          </p:nvSpPr>
          <p:spPr>
            <a:xfrm>
              <a:off x="1600549" y="6398041"/>
              <a:ext cx="48159" cy="38274"/>
            </a:xfrm>
            <a:custGeom>
              <a:avLst/>
              <a:gdLst>
                <a:gd name="connsiteX0" fmla="*/ 48160 w 48159"/>
                <a:gd name="connsiteY0" fmla="*/ 19137 h 38274"/>
                <a:gd name="connsiteX1" fmla="*/ 24080 w 48159"/>
                <a:gd name="connsiteY1" fmla="*/ 38275 h 38274"/>
                <a:gd name="connsiteX2" fmla="*/ 0 w 48159"/>
                <a:gd name="connsiteY2" fmla="*/ 19137 h 38274"/>
                <a:gd name="connsiteX3" fmla="*/ 24080 w 48159"/>
                <a:gd name="connsiteY3" fmla="*/ 0 h 38274"/>
                <a:gd name="connsiteX4" fmla="*/ 48160 w 48159"/>
                <a:gd name="connsiteY4" fmla="*/ 19137 h 382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159" h="38274">
                  <a:moveTo>
                    <a:pt x="48160" y="19137"/>
                  </a:moveTo>
                  <a:cubicBezTo>
                    <a:pt x="48160" y="29656"/>
                    <a:pt x="37387" y="38275"/>
                    <a:pt x="24080" y="38275"/>
                  </a:cubicBezTo>
                  <a:cubicBezTo>
                    <a:pt x="10773" y="38275"/>
                    <a:pt x="0" y="29656"/>
                    <a:pt x="0" y="19137"/>
                  </a:cubicBezTo>
                  <a:cubicBezTo>
                    <a:pt x="0" y="8618"/>
                    <a:pt x="10773" y="0"/>
                    <a:pt x="24080" y="0"/>
                  </a:cubicBezTo>
                  <a:cubicBezTo>
                    <a:pt x="37387" y="0"/>
                    <a:pt x="48160" y="8618"/>
                    <a:pt x="48160" y="191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72" name="Freeform: Shape 5471">
              <a:extLst>
                <a:ext uri="{FF2B5EF4-FFF2-40B4-BE49-F238E27FC236}">
                  <a16:creationId xmlns:a16="http://schemas.microsoft.com/office/drawing/2014/main" id="{A41CF3EC-45CA-67AC-B291-A8067D9AC1C7}"/>
                </a:ext>
              </a:extLst>
            </p:cNvPr>
            <p:cNvSpPr/>
            <p:nvPr/>
          </p:nvSpPr>
          <p:spPr>
            <a:xfrm>
              <a:off x="1518171" y="6317184"/>
              <a:ext cx="48159" cy="38274"/>
            </a:xfrm>
            <a:custGeom>
              <a:avLst/>
              <a:gdLst>
                <a:gd name="connsiteX0" fmla="*/ 48160 w 48159"/>
                <a:gd name="connsiteY0" fmla="*/ 19137 h 38274"/>
                <a:gd name="connsiteX1" fmla="*/ 24080 w 48159"/>
                <a:gd name="connsiteY1" fmla="*/ 38274 h 38274"/>
                <a:gd name="connsiteX2" fmla="*/ 0 w 48159"/>
                <a:gd name="connsiteY2" fmla="*/ 19137 h 38274"/>
                <a:gd name="connsiteX3" fmla="*/ 24080 w 48159"/>
                <a:gd name="connsiteY3" fmla="*/ 0 h 38274"/>
                <a:gd name="connsiteX4" fmla="*/ 48160 w 48159"/>
                <a:gd name="connsiteY4" fmla="*/ 19137 h 382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159" h="38274">
                  <a:moveTo>
                    <a:pt x="48160" y="19137"/>
                  </a:moveTo>
                  <a:cubicBezTo>
                    <a:pt x="48160" y="29656"/>
                    <a:pt x="37387" y="38274"/>
                    <a:pt x="24080" y="38274"/>
                  </a:cubicBezTo>
                  <a:cubicBezTo>
                    <a:pt x="10773" y="38274"/>
                    <a:pt x="0" y="29783"/>
                    <a:pt x="0" y="19137"/>
                  </a:cubicBezTo>
                  <a:cubicBezTo>
                    <a:pt x="0" y="8491"/>
                    <a:pt x="10773" y="0"/>
                    <a:pt x="24080" y="0"/>
                  </a:cubicBezTo>
                  <a:cubicBezTo>
                    <a:pt x="37387" y="0"/>
                    <a:pt x="48160" y="8491"/>
                    <a:pt x="48160" y="191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73" name="Freeform: Shape 5472">
              <a:extLst>
                <a:ext uri="{FF2B5EF4-FFF2-40B4-BE49-F238E27FC236}">
                  <a16:creationId xmlns:a16="http://schemas.microsoft.com/office/drawing/2014/main" id="{96177A67-15C3-F065-4E98-CEA7C224619A}"/>
                </a:ext>
              </a:extLst>
            </p:cNvPr>
            <p:cNvSpPr/>
            <p:nvPr/>
          </p:nvSpPr>
          <p:spPr>
            <a:xfrm>
              <a:off x="1438074" y="6234932"/>
              <a:ext cx="48159" cy="38274"/>
            </a:xfrm>
            <a:custGeom>
              <a:avLst/>
              <a:gdLst>
                <a:gd name="connsiteX0" fmla="*/ 48160 w 48159"/>
                <a:gd name="connsiteY0" fmla="*/ 19137 h 38274"/>
                <a:gd name="connsiteX1" fmla="*/ 24080 w 48159"/>
                <a:gd name="connsiteY1" fmla="*/ 38275 h 38274"/>
                <a:gd name="connsiteX2" fmla="*/ 0 w 48159"/>
                <a:gd name="connsiteY2" fmla="*/ 19137 h 38274"/>
                <a:gd name="connsiteX3" fmla="*/ 24080 w 48159"/>
                <a:gd name="connsiteY3" fmla="*/ 0 h 38274"/>
                <a:gd name="connsiteX4" fmla="*/ 48160 w 48159"/>
                <a:gd name="connsiteY4" fmla="*/ 19137 h 382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159" h="38274">
                  <a:moveTo>
                    <a:pt x="48160" y="19137"/>
                  </a:moveTo>
                  <a:cubicBezTo>
                    <a:pt x="48160" y="29656"/>
                    <a:pt x="37387" y="38275"/>
                    <a:pt x="24080" y="38275"/>
                  </a:cubicBezTo>
                  <a:cubicBezTo>
                    <a:pt x="10773" y="38275"/>
                    <a:pt x="0" y="29656"/>
                    <a:pt x="0" y="19137"/>
                  </a:cubicBezTo>
                  <a:cubicBezTo>
                    <a:pt x="0" y="8618"/>
                    <a:pt x="10773" y="0"/>
                    <a:pt x="24080" y="0"/>
                  </a:cubicBezTo>
                  <a:cubicBezTo>
                    <a:pt x="37387" y="0"/>
                    <a:pt x="48160" y="8618"/>
                    <a:pt x="48160" y="191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74" name="Freeform: Shape 5473">
              <a:extLst>
                <a:ext uri="{FF2B5EF4-FFF2-40B4-BE49-F238E27FC236}">
                  <a16:creationId xmlns:a16="http://schemas.microsoft.com/office/drawing/2014/main" id="{63FBC743-F92C-5D65-72A5-6C392438EC95}"/>
                </a:ext>
              </a:extLst>
            </p:cNvPr>
            <p:cNvSpPr/>
            <p:nvPr/>
          </p:nvSpPr>
          <p:spPr>
            <a:xfrm>
              <a:off x="1360638" y="6151540"/>
              <a:ext cx="47399" cy="37513"/>
            </a:xfrm>
            <a:custGeom>
              <a:avLst/>
              <a:gdLst>
                <a:gd name="connsiteX0" fmla="*/ 47399 w 47399"/>
                <a:gd name="connsiteY0" fmla="*/ 18757 h 37513"/>
                <a:gd name="connsiteX1" fmla="*/ 23700 w 47399"/>
                <a:gd name="connsiteY1" fmla="*/ 37514 h 37513"/>
                <a:gd name="connsiteX2" fmla="*/ 0 w 47399"/>
                <a:gd name="connsiteY2" fmla="*/ 18757 h 37513"/>
                <a:gd name="connsiteX3" fmla="*/ 23700 w 47399"/>
                <a:gd name="connsiteY3" fmla="*/ 0 h 37513"/>
                <a:gd name="connsiteX4" fmla="*/ 47399 w 47399"/>
                <a:gd name="connsiteY4" fmla="*/ 18757 h 37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399" h="37513">
                  <a:moveTo>
                    <a:pt x="47399" y="18757"/>
                  </a:moveTo>
                  <a:cubicBezTo>
                    <a:pt x="47399" y="29149"/>
                    <a:pt x="36753" y="37514"/>
                    <a:pt x="23700" y="37514"/>
                  </a:cubicBezTo>
                  <a:cubicBezTo>
                    <a:pt x="10646" y="37514"/>
                    <a:pt x="0" y="29149"/>
                    <a:pt x="0" y="18757"/>
                  </a:cubicBezTo>
                  <a:cubicBezTo>
                    <a:pt x="0" y="8365"/>
                    <a:pt x="10646" y="0"/>
                    <a:pt x="23700" y="0"/>
                  </a:cubicBezTo>
                  <a:cubicBezTo>
                    <a:pt x="36753" y="0"/>
                    <a:pt x="47399" y="8365"/>
                    <a:pt x="47399" y="1875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75" name="Freeform: Shape 5474">
              <a:extLst>
                <a:ext uri="{FF2B5EF4-FFF2-40B4-BE49-F238E27FC236}">
                  <a16:creationId xmlns:a16="http://schemas.microsoft.com/office/drawing/2014/main" id="{FF2A00DC-457A-F9F6-7B78-790DE3BFFD6B}"/>
                </a:ext>
              </a:extLst>
            </p:cNvPr>
            <p:cNvSpPr/>
            <p:nvPr/>
          </p:nvSpPr>
          <p:spPr>
            <a:xfrm>
              <a:off x="1285357" y="6066500"/>
              <a:ext cx="47399" cy="37514"/>
            </a:xfrm>
            <a:custGeom>
              <a:avLst/>
              <a:gdLst>
                <a:gd name="connsiteX0" fmla="*/ 47399 w 47399"/>
                <a:gd name="connsiteY0" fmla="*/ 18757 h 37514"/>
                <a:gd name="connsiteX1" fmla="*/ 23700 w 47399"/>
                <a:gd name="connsiteY1" fmla="*/ 37514 h 37514"/>
                <a:gd name="connsiteX2" fmla="*/ 0 w 47399"/>
                <a:gd name="connsiteY2" fmla="*/ 18757 h 37514"/>
                <a:gd name="connsiteX3" fmla="*/ 23700 w 47399"/>
                <a:gd name="connsiteY3" fmla="*/ 0 h 37514"/>
                <a:gd name="connsiteX4" fmla="*/ 47399 w 47399"/>
                <a:gd name="connsiteY4" fmla="*/ 18757 h 37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399" h="37514">
                  <a:moveTo>
                    <a:pt x="47399" y="18757"/>
                  </a:moveTo>
                  <a:cubicBezTo>
                    <a:pt x="47399" y="29150"/>
                    <a:pt x="36753" y="37514"/>
                    <a:pt x="23700" y="37514"/>
                  </a:cubicBezTo>
                  <a:cubicBezTo>
                    <a:pt x="10646" y="37514"/>
                    <a:pt x="0" y="29150"/>
                    <a:pt x="0" y="18757"/>
                  </a:cubicBezTo>
                  <a:cubicBezTo>
                    <a:pt x="0" y="8365"/>
                    <a:pt x="10646" y="0"/>
                    <a:pt x="23700" y="0"/>
                  </a:cubicBezTo>
                  <a:cubicBezTo>
                    <a:pt x="36753" y="0"/>
                    <a:pt x="47399" y="8365"/>
                    <a:pt x="47399" y="1875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76" name="Freeform: Shape 5475">
              <a:extLst>
                <a:ext uri="{FF2B5EF4-FFF2-40B4-BE49-F238E27FC236}">
                  <a16:creationId xmlns:a16="http://schemas.microsoft.com/office/drawing/2014/main" id="{856C11CD-CA8D-5940-0E13-1EA65F0994A6}"/>
                </a:ext>
              </a:extLst>
            </p:cNvPr>
            <p:cNvSpPr/>
            <p:nvPr/>
          </p:nvSpPr>
          <p:spPr>
            <a:xfrm>
              <a:off x="1212737" y="5980319"/>
              <a:ext cx="46638" cy="37007"/>
            </a:xfrm>
            <a:custGeom>
              <a:avLst/>
              <a:gdLst>
                <a:gd name="connsiteX0" fmla="*/ 46639 w 46638"/>
                <a:gd name="connsiteY0" fmla="*/ 18503 h 37007"/>
                <a:gd name="connsiteX1" fmla="*/ 23319 w 46638"/>
                <a:gd name="connsiteY1" fmla="*/ 37007 h 37007"/>
                <a:gd name="connsiteX2" fmla="*/ 0 w 46638"/>
                <a:gd name="connsiteY2" fmla="*/ 18503 h 37007"/>
                <a:gd name="connsiteX3" fmla="*/ 23319 w 46638"/>
                <a:gd name="connsiteY3" fmla="*/ 0 h 37007"/>
                <a:gd name="connsiteX4" fmla="*/ 46639 w 46638"/>
                <a:gd name="connsiteY4" fmla="*/ 18503 h 37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37007">
                  <a:moveTo>
                    <a:pt x="46639" y="18503"/>
                  </a:moveTo>
                  <a:cubicBezTo>
                    <a:pt x="46639" y="28769"/>
                    <a:pt x="36120" y="37007"/>
                    <a:pt x="23319" y="37007"/>
                  </a:cubicBezTo>
                  <a:cubicBezTo>
                    <a:pt x="10519" y="37007"/>
                    <a:pt x="0" y="28642"/>
                    <a:pt x="0" y="18503"/>
                  </a:cubicBezTo>
                  <a:cubicBezTo>
                    <a:pt x="0" y="8365"/>
                    <a:pt x="10519" y="0"/>
                    <a:pt x="23319" y="0"/>
                  </a:cubicBezTo>
                  <a:cubicBezTo>
                    <a:pt x="36120" y="0"/>
                    <a:pt x="46639" y="8365"/>
                    <a:pt x="46639" y="1850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77" name="Freeform: Shape 5476">
              <a:extLst>
                <a:ext uri="{FF2B5EF4-FFF2-40B4-BE49-F238E27FC236}">
                  <a16:creationId xmlns:a16="http://schemas.microsoft.com/office/drawing/2014/main" id="{DEEBC52E-BA01-90BB-B0D3-9E7840BE490B}"/>
                </a:ext>
              </a:extLst>
            </p:cNvPr>
            <p:cNvSpPr/>
            <p:nvPr/>
          </p:nvSpPr>
          <p:spPr>
            <a:xfrm>
              <a:off x="1141765" y="5892365"/>
              <a:ext cx="47399" cy="37513"/>
            </a:xfrm>
            <a:custGeom>
              <a:avLst/>
              <a:gdLst>
                <a:gd name="connsiteX0" fmla="*/ 47399 w 47399"/>
                <a:gd name="connsiteY0" fmla="*/ 18757 h 37513"/>
                <a:gd name="connsiteX1" fmla="*/ 23700 w 47399"/>
                <a:gd name="connsiteY1" fmla="*/ 37514 h 37513"/>
                <a:gd name="connsiteX2" fmla="*/ 0 w 47399"/>
                <a:gd name="connsiteY2" fmla="*/ 18757 h 37513"/>
                <a:gd name="connsiteX3" fmla="*/ 23700 w 47399"/>
                <a:gd name="connsiteY3" fmla="*/ 0 h 37513"/>
                <a:gd name="connsiteX4" fmla="*/ 47399 w 47399"/>
                <a:gd name="connsiteY4" fmla="*/ 18757 h 37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399" h="37513">
                  <a:moveTo>
                    <a:pt x="47399" y="18757"/>
                  </a:moveTo>
                  <a:cubicBezTo>
                    <a:pt x="47399" y="29150"/>
                    <a:pt x="36753" y="37514"/>
                    <a:pt x="23700" y="37514"/>
                  </a:cubicBezTo>
                  <a:cubicBezTo>
                    <a:pt x="10646" y="37514"/>
                    <a:pt x="0" y="29150"/>
                    <a:pt x="0" y="18757"/>
                  </a:cubicBezTo>
                  <a:cubicBezTo>
                    <a:pt x="0" y="8365"/>
                    <a:pt x="10646" y="0"/>
                    <a:pt x="23700" y="0"/>
                  </a:cubicBezTo>
                  <a:cubicBezTo>
                    <a:pt x="36753" y="0"/>
                    <a:pt x="47399" y="8365"/>
                    <a:pt x="47399" y="1875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78" name="Freeform: Shape 5477">
              <a:extLst>
                <a:ext uri="{FF2B5EF4-FFF2-40B4-BE49-F238E27FC236}">
                  <a16:creationId xmlns:a16="http://schemas.microsoft.com/office/drawing/2014/main" id="{BE2010F2-8A18-00EE-D035-EE356BC2E985}"/>
                </a:ext>
              </a:extLst>
            </p:cNvPr>
            <p:cNvSpPr/>
            <p:nvPr/>
          </p:nvSpPr>
          <p:spPr>
            <a:xfrm>
              <a:off x="1074215" y="5803776"/>
              <a:ext cx="46638" cy="37006"/>
            </a:xfrm>
            <a:custGeom>
              <a:avLst/>
              <a:gdLst>
                <a:gd name="connsiteX0" fmla="*/ 46639 w 46638"/>
                <a:gd name="connsiteY0" fmla="*/ 18503 h 37006"/>
                <a:gd name="connsiteX1" fmla="*/ 23319 w 46638"/>
                <a:gd name="connsiteY1" fmla="*/ 37007 h 37006"/>
                <a:gd name="connsiteX2" fmla="*/ 0 w 46638"/>
                <a:gd name="connsiteY2" fmla="*/ 18503 h 37006"/>
                <a:gd name="connsiteX3" fmla="*/ 23319 w 46638"/>
                <a:gd name="connsiteY3" fmla="*/ 0 h 37006"/>
                <a:gd name="connsiteX4" fmla="*/ 46639 w 46638"/>
                <a:gd name="connsiteY4" fmla="*/ 18503 h 37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37006">
                  <a:moveTo>
                    <a:pt x="46639" y="18503"/>
                  </a:moveTo>
                  <a:cubicBezTo>
                    <a:pt x="46639" y="28769"/>
                    <a:pt x="36120" y="37007"/>
                    <a:pt x="23319" y="37007"/>
                  </a:cubicBezTo>
                  <a:cubicBezTo>
                    <a:pt x="10519" y="37007"/>
                    <a:pt x="0" y="28642"/>
                    <a:pt x="0" y="18503"/>
                  </a:cubicBezTo>
                  <a:cubicBezTo>
                    <a:pt x="0" y="8365"/>
                    <a:pt x="10519" y="0"/>
                    <a:pt x="23319" y="0"/>
                  </a:cubicBezTo>
                  <a:cubicBezTo>
                    <a:pt x="36120" y="0"/>
                    <a:pt x="46639" y="8365"/>
                    <a:pt x="46639" y="1850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79" name="Freeform: Shape 5478">
              <a:extLst>
                <a:ext uri="{FF2B5EF4-FFF2-40B4-BE49-F238E27FC236}">
                  <a16:creationId xmlns:a16="http://schemas.microsoft.com/office/drawing/2014/main" id="{8AB263DA-92FD-17B3-6D19-0255B8F3A333}"/>
                </a:ext>
              </a:extLst>
            </p:cNvPr>
            <p:cNvSpPr/>
            <p:nvPr/>
          </p:nvSpPr>
          <p:spPr>
            <a:xfrm>
              <a:off x="1008692" y="5713667"/>
              <a:ext cx="46638" cy="37007"/>
            </a:xfrm>
            <a:custGeom>
              <a:avLst/>
              <a:gdLst>
                <a:gd name="connsiteX0" fmla="*/ 46639 w 46638"/>
                <a:gd name="connsiteY0" fmla="*/ 18504 h 37007"/>
                <a:gd name="connsiteX1" fmla="*/ 23319 w 46638"/>
                <a:gd name="connsiteY1" fmla="*/ 37007 h 37007"/>
                <a:gd name="connsiteX2" fmla="*/ 0 w 46638"/>
                <a:gd name="connsiteY2" fmla="*/ 18504 h 37007"/>
                <a:gd name="connsiteX3" fmla="*/ 23319 w 46638"/>
                <a:gd name="connsiteY3" fmla="*/ 0 h 37007"/>
                <a:gd name="connsiteX4" fmla="*/ 46639 w 46638"/>
                <a:gd name="connsiteY4" fmla="*/ 18504 h 37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37007">
                  <a:moveTo>
                    <a:pt x="46639" y="18504"/>
                  </a:moveTo>
                  <a:cubicBezTo>
                    <a:pt x="46639" y="28769"/>
                    <a:pt x="36120" y="37007"/>
                    <a:pt x="23319" y="37007"/>
                  </a:cubicBezTo>
                  <a:cubicBezTo>
                    <a:pt x="10519" y="37007"/>
                    <a:pt x="0" y="28642"/>
                    <a:pt x="0" y="18504"/>
                  </a:cubicBezTo>
                  <a:cubicBezTo>
                    <a:pt x="0" y="8365"/>
                    <a:pt x="10519" y="0"/>
                    <a:pt x="23319" y="0"/>
                  </a:cubicBezTo>
                  <a:cubicBezTo>
                    <a:pt x="36120" y="0"/>
                    <a:pt x="46639" y="8365"/>
                    <a:pt x="46639" y="1850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80" name="Freeform: Shape 5479">
              <a:extLst>
                <a:ext uri="{FF2B5EF4-FFF2-40B4-BE49-F238E27FC236}">
                  <a16:creationId xmlns:a16="http://schemas.microsoft.com/office/drawing/2014/main" id="{7CABE966-0EC7-CF0D-DF44-6755E52C9439}"/>
                </a:ext>
              </a:extLst>
            </p:cNvPr>
            <p:cNvSpPr/>
            <p:nvPr/>
          </p:nvSpPr>
          <p:spPr>
            <a:xfrm>
              <a:off x="945958" y="5622797"/>
              <a:ext cx="45878" cy="36500"/>
            </a:xfrm>
            <a:custGeom>
              <a:avLst/>
              <a:gdLst>
                <a:gd name="connsiteX0" fmla="*/ 45878 w 45878"/>
                <a:gd name="connsiteY0" fmla="*/ 18250 h 36500"/>
                <a:gd name="connsiteX1" fmla="*/ 22939 w 45878"/>
                <a:gd name="connsiteY1" fmla="*/ 36500 h 36500"/>
                <a:gd name="connsiteX2" fmla="*/ 0 w 45878"/>
                <a:gd name="connsiteY2" fmla="*/ 18250 h 36500"/>
                <a:gd name="connsiteX3" fmla="*/ 22939 w 45878"/>
                <a:gd name="connsiteY3" fmla="*/ 0 h 36500"/>
                <a:gd name="connsiteX4" fmla="*/ 45878 w 45878"/>
                <a:gd name="connsiteY4" fmla="*/ 18250 h 36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878" h="36500">
                  <a:moveTo>
                    <a:pt x="45878" y="18250"/>
                  </a:moveTo>
                  <a:cubicBezTo>
                    <a:pt x="45878" y="28389"/>
                    <a:pt x="35613" y="36500"/>
                    <a:pt x="22939" y="36500"/>
                  </a:cubicBezTo>
                  <a:cubicBezTo>
                    <a:pt x="10266" y="36500"/>
                    <a:pt x="0" y="28389"/>
                    <a:pt x="0" y="18250"/>
                  </a:cubicBezTo>
                  <a:cubicBezTo>
                    <a:pt x="0" y="8111"/>
                    <a:pt x="10266" y="0"/>
                    <a:pt x="22939" y="0"/>
                  </a:cubicBezTo>
                  <a:cubicBezTo>
                    <a:pt x="35613" y="0"/>
                    <a:pt x="45878" y="8111"/>
                    <a:pt x="45878" y="1825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81" name="Freeform: Shape 5480">
              <a:extLst>
                <a:ext uri="{FF2B5EF4-FFF2-40B4-BE49-F238E27FC236}">
                  <a16:creationId xmlns:a16="http://schemas.microsoft.com/office/drawing/2014/main" id="{72C3998D-01E2-A61B-5B2D-B129D3B364E3}"/>
                </a:ext>
              </a:extLst>
            </p:cNvPr>
            <p:cNvSpPr/>
            <p:nvPr/>
          </p:nvSpPr>
          <p:spPr>
            <a:xfrm>
              <a:off x="885505" y="5530407"/>
              <a:ext cx="45878" cy="36500"/>
            </a:xfrm>
            <a:custGeom>
              <a:avLst/>
              <a:gdLst>
                <a:gd name="connsiteX0" fmla="*/ 45878 w 45878"/>
                <a:gd name="connsiteY0" fmla="*/ 18250 h 36500"/>
                <a:gd name="connsiteX1" fmla="*/ 22939 w 45878"/>
                <a:gd name="connsiteY1" fmla="*/ 36500 h 36500"/>
                <a:gd name="connsiteX2" fmla="*/ 0 w 45878"/>
                <a:gd name="connsiteY2" fmla="*/ 18250 h 36500"/>
                <a:gd name="connsiteX3" fmla="*/ 22939 w 45878"/>
                <a:gd name="connsiteY3" fmla="*/ 0 h 36500"/>
                <a:gd name="connsiteX4" fmla="*/ 45878 w 45878"/>
                <a:gd name="connsiteY4" fmla="*/ 18250 h 36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878" h="36500">
                  <a:moveTo>
                    <a:pt x="45878" y="18250"/>
                  </a:moveTo>
                  <a:cubicBezTo>
                    <a:pt x="45878" y="28389"/>
                    <a:pt x="35613" y="36500"/>
                    <a:pt x="22939" y="36500"/>
                  </a:cubicBezTo>
                  <a:cubicBezTo>
                    <a:pt x="10266" y="36500"/>
                    <a:pt x="0" y="28262"/>
                    <a:pt x="0" y="18250"/>
                  </a:cubicBezTo>
                  <a:cubicBezTo>
                    <a:pt x="0" y="8238"/>
                    <a:pt x="10266" y="0"/>
                    <a:pt x="22939" y="0"/>
                  </a:cubicBezTo>
                  <a:cubicBezTo>
                    <a:pt x="35613" y="0"/>
                    <a:pt x="45878" y="8111"/>
                    <a:pt x="45878" y="1825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82" name="Freeform: Shape 5481">
              <a:extLst>
                <a:ext uri="{FF2B5EF4-FFF2-40B4-BE49-F238E27FC236}">
                  <a16:creationId xmlns:a16="http://schemas.microsoft.com/office/drawing/2014/main" id="{F97C4E2B-2D31-E311-3F06-E4B365E64FDE}"/>
                </a:ext>
              </a:extLst>
            </p:cNvPr>
            <p:cNvSpPr/>
            <p:nvPr/>
          </p:nvSpPr>
          <p:spPr>
            <a:xfrm>
              <a:off x="828093" y="5437510"/>
              <a:ext cx="45118" cy="35739"/>
            </a:xfrm>
            <a:custGeom>
              <a:avLst/>
              <a:gdLst>
                <a:gd name="connsiteX0" fmla="*/ 45118 w 45118"/>
                <a:gd name="connsiteY0" fmla="*/ 17870 h 35739"/>
                <a:gd name="connsiteX1" fmla="*/ 22559 w 45118"/>
                <a:gd name="connsiteY1" fmla="*/ 35739 h 35739"/>
                <a:gd name="connsiteX2" fmla="*/ 0 w 45118"/>
                <a:gd name="connsiteY2" fmla="*/ 17870 h 35739"/>
                <a:gd name="connsiteX3" fmla="*/ 22559 w 45118"/>
                <a:gd name="connsiteY3" fmla="*/ 0 h 35739"/>
                <a:gd name="connsiteX4" fmla="*/ 45118 w 45118"/>
                <a:gd name="connsiteY4" fmla="*/ 17870 h 35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18" h="35739">
                  <a:moveTo>
                    <a:pt x="45118" y="17870"/>
                  </a:moveTo>
                  <a:cubicBezTo>
                    <a:pt x="45118" y="27755"/>
                    <a:pt x="34979" y="35739"/>
                    <a:pt x="22559" y="35739"/>
                  </a:cubicBezTo>
                  <a:cubicBezTo>
                    <a:pt x="10139" y="35739"/>
                    <a:pt x="0" y="27755"/>
                    <a:pt x="0" y="17870"/>
                  </a:cubicBezTo>
                  <a:cubicBezTo>
                    <a:pt x="0" y="7984"/>
                    <a:pt x="10139" y="0"/>
                    <a:pt x="22559" y="0"/>
                  </a:cubicBezTo>
                  <a:cubicBezTo>
                    <a:pt x="34979" y="0"/>
                    <a:pt x="45118" y="7984"/>
                    <a:pt x="45118" y="178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83" name="Freeform: Shape 5482">
              <a:extLst>
                <a:ext uri="{FF2B5EF4-FFF2-40B4-BE49-F238E27FC236}">
                  <a16:creationId xmlns:a16="http://schemas.microsoft.com/office/drawing/2014/main" id="{C4134131-1BD2-1116-ADF9-A27024BAB4BD}"/>
                </a:ext>
              </a:extLst>
            </p:cNvPr>
            <p:cNvSpPr/>
            <p:nvPr/>
          </p:nvSpPr>
          <p:spPr>
            <a:xfrm>
              <a:off x="772963" y="5343091"/>
              <a:ext cx="45118" cy="35866"/>
            </a:xfrm>
            <a:custGeom>
              <a:avLst/>
              <a:gdLst>
                <a:gd name="connsiteX0" fmla="*/ 45118 w 45118"/>
                <a:gd name="connsiteY0" fmla="*/ 17997 h 35866"/>
                <a:gd name="connsiteX1" fmla="*/ 22559 w 45118"/>
                <a:gd name="connsiteY1" fmla="*/ 35866 h 35866"/>
                <a:gd name="connsiteX2" fmla="*/ 0 w 45118"/>
                <a:gd name="connsiteY2" fmla="*/ 17997 h 35866"/>
                <a:gd name="connsiteX3" fmla="*/ 22559 w 45118"/>
                <a:gd name="connsiteY3" fmla="*/ 0 h 35866"/>
                <a:gd name="connsiteX4" fmla="*/ 45118 w 45118"/>
                <a:gd name="connsiteY4" fmla="*/ 17997 h 358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18" h="35866">
                  <a:moveTo>
                    <a:pt x="45118" y="17997"/>
                  </a:moveTo>
                  <a:cubicBezTo>
                    <a:pt x="45118" y="27882"/>
                    <a:pt x="34979" y="35866"/>
                    <a:pt x="22559" y="35866"/>
                  </a:cubicBezTo>
                  <a:cubicBezTo>
                    <a:pt x="10139" y="35866"/>
                    <a:pt x="0" y="27882"/>
                    <a:pt x="0" y="17997"/>
                  </a:cubicBezTo>
                  <a:cubicBezTo>
                    <a:pt x="0" y="8111"/>
                    <a:pt x="10139" y="0"/>
                    <a:pt x="22559" y="0"/>
                  </a:cubicBezTo>
                  <a:cubicBezTo>
                    <a:pt x="34979" y="0"/>
                    <a:pt x="45118" y="7984"/>
                    <a:pt x="45118" y="179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84" name="Freeform: Shape 5483">
              <a:extLst>
                <a:ext uri="{FF2B5EF4-FFF2-40B4-BE49-F238E27FC236}">
                  <a16:creationId xmlns:a16="http://schemas.microsoft.com/office/drawing/2014/main" id="{A7B3A473-F17E-8BDA-7266-E384453C38C0}"/>
                </a:ext>
              </a:extLst>
            </p:cNvPr>
            <p:cNvSpPr/>
            <p:nvPr/>
          </p:nvSpPr>
          <p:spPr>
            <a:xfrm>
              <a:off x="720621" y="5248039"/>
              <a:ext cx="44611" cy="35485"/>
            </a:xfrm>
            <a:custGeom>
              <a:avLst/>
              <a:gdLst>
                <a:gd name="connsiteX0" fmla="*/ 44611 w 44611"/>
                <a:gd name="connsiteY0" fmla="*/ 17743 h 35485"/>
                <a:gd name="connsiteX1" fmla="*/ 22306 w 44611"/>
                <a:gd name="connsiteY1" fmla="*/ 35486 h 35485"/>
                <a:gd name="connsiteX2" fmla="*/ 0 w 44611"/>
                <a:gd name="connsiteY2" fmla="*/ 17743 h 35485"/>
                <a:gd name="connsiteX3" fmla="*/ 22306 w 44611"/>
                <a:gd name="connsiteY3" fmla="*/ 0 h 35485"/>
                <a:gd name="connsiteX4" fmla="*/ 44611 w 44611"/>
                <a:gd name="connsiteY4" fmla="*/ 17743 h 35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611" h="35485">
                  <a:moveTo>
                    <a:pt x="44611" y="17743"/>
                  </a:moveTo>
                  <a:cubicBezTo>
                    <a:pt x="44611" y="27502"/>
                    <a:pt x="34599" y="35486"/>
                    <a:pt x="22306" y="35486"/>
                  </a:cubicBezTo>
                  <a:cubicBezTo>
                    <a:pt x="10012" y="35486"/>
                    <a:pt x="0" y="27502"/>
                    <a:pt x="0" y="17743"/>
                  </a:cubicBezTo>
                  <a:cubicBezTo>
                    <a:pt x="0" y="7984"/>
                    <a:pt x="10012" y="0"/>
                    <a:pt x="22306" y="0"/>
                  </a:cubicBezTo>
                  <a:cubicBezTo>
                    <a:pt x="34599" y="0"/>
                    <a:pt x="44611" y="7984"/>
                    <a:pt x="44611" y="1774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85" name="Freeform: Shape 5484">
              <a:extLst>
                <a:ext uri="{FF2B5EF4-FFF2-40B4-BE49-F238E27FC236}">
                  <a16:creationId xmlns:a16="http://schemas.microsoft.com/office/drawing/2014/main" id="{EFED2B2D-1739-6FD2-8B98-A6DF5BF837D5}"/>
                </a:ext>
              </a:extLst>
            </p:cNvPr>
            <p:cNvSpPr/>
            <p:nvPr/>
          </p:nvSpPr>
          <p:spPr>
            <a:xfrm>
              <a:off x="670814" y="5151847"/>
              <a:ext cx="44611" cy="35485"/>
            </a:xfrm>
            <a:custGeom>
              <a:avLst/>
              <a:gdLst>
                <a:gd name="connsiteX0" fmla="*/ 44611 w 44611"/>
                <a:gd name="connsiteY0" fmla="*/ 17743 h 35485"/>
                <a:gd name="connsiteX1" fmla="*/ 22306 w 44611"/>
                <a:gd name="connsiteY1" fmla="*/ 35486 h 35485"/>
                <a:gd name="connsiteX2" fmla="*/ 0 w 44611"/>
                <a:gd name="connsiteY2" fmla="*/ 17743 h 35485"/>
                <a:gd name="connsiteX3" fmla="*/ 22306 w 44611"/>
                <a:gd name="connsiteY3" fmla="*/ 0 h 35485"/>
                <a:gd name="connsiteX4" fmla="*/ 44611 w 44611"/>
                <a:gd name="connsiteY4" fmla="*/ 17743 h 35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611" h="35485">
                  <a:moveTo>
                    <a:pt x="44611" y="17743"/>
                  </a:moveTo>
                  <a:cubicBezTo>
                    <a:pt x="44611" y="27501"/>
                    <a:pt x="34599" y="35486"/>
                    <a:pt x="22306" y="35486"/>
                  </a:cubicBezTo>
                  <a:cubicBezTo>
                    <a:pt x="10012" y="35486"/>
                    <a:pt x="0" y="27501"/>
                    <a:pt x="0" y="17743"/>
                  </a:cubicBezTo>
                  <a:cubicBezTo>
                    <a:pt x="0" y="7984"/>
                    <a:pt x="10012" y="0"/>
                    <a:pt x="22306" y="0"/>
                  </a:cubicBezTo>
                  <a:cubicBezTo>
                    <a:pt x="34599" y="0"/>
                    <a:pt x="44611" y="7984"/>
                    <a:pt x="44611" y="1774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86" name="Freeform: Shape 5485">
              <a:extLst>
                <a:ext uri="{FF2B5EF4-FFF2-40B4-BE49-F238E27FC236}">
                  <a16:creationId xmlns:a16="http://schemas.microsoft.com/office/drawing/2014/main" id="{F5967F4D-DC8D-486C-6ABA-EFD223076503}"/>
                </a:ext>
              </a:extLst>
            </p:cNvPr>
            <p:cNvSpPr/>
            <p:nvPr/>
          </p:nvSpPr>
          <p:spPr>
            <a:xfrm>
              <a:off x="623922" y="5055147"/>
              <a:ext cx="43850" cy="34725"/>
            </a:xfrm>
            <a:custGeom>
              <a:avLst/>
              <a:gdLst>
                <a:gd name="connsiteX0" fmla="*/ 43851 w 43850"/>
                <a:gd name="connsiteY0" fmla="*/ 17363 h 34725"/>
                <a:gd name="connsiteX1" fmla="*/ 21925 w 43850"/>
                <a:gd name="connsiteY1" fmla="*/ 34726 h 34725"/>
                <a:gd name="connsiteX2" fmla="*/ 0 w 43850"/>
                <a:gd name="connsiteY2" fmla="*/ 17363 h 34725"/>
                <a:gd name="connsiteX3" fmla="*/ 21925 w 43850"/>
                <a:gd name="connsiteY3" fmla="*/ 0 h 34725"/>
                <a:gd name="connsiteX4" fmla="*/ 43851 w 43850"/>
                <a:gd name="connsiteY4" fmla="*/ 17363 h 34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850" h="34725">
                  <a:moveTo>
                    <a:pt x="43851" y="17363"/>
                  </a:moveTo>
                  <a:cubicBezTo>
                    <a:pt x="43851" y="26995"/>
                    <a:pt x="34092" y="34726"/>
                    <a:pt x="21925" y="34726"/>
                  </a:cubicBezTo>
                  <a:cubicBezTo>
                    <a:pt x="9759" y="34726"/>
                    <a:pt x="0" y="26868"/>
                    <a:pt x="0" y="17363"/>
                  </a:cubicBezTo>
                  <a:cubicBezTo>
                    <a:pt x="0" y="7858"/>
                    <a:pt x="9885" y="0"/>
                    <a:pt x="21925" y="0"/>
                  </a:cubicBezTo>
                  <a:cubicBezTo>
                    <a:pt x="33965" y="0"/>
                    <a:pt x="43851" y="7858"/>
                    <a:pt x="43851" y="1736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87" name="Freeform: Shape 5486">
              <a:extLst>
                <a:ext uri="{FF2B5EF4-FFF2-40B4-BE49-F238E27FC236}">
                  <a16:creationId xmlns:a16="http://schemas.microsoft.com/office/drawing/2014/main" id="{029C941A-8E8F-F2A8-46F4-EF10FC9D26CA}"/>
                </a:ext>
              </a:extLst>
            </p:cNvPr>
            <p:cNvSpPr/>
            <p:nvPr/>
          </p:nvSpPr>
          <p:spPr>
            <a:xfrm>
              <a:off x="579944" y="4957560"/>
              <a:ext cx="43090" cy="34218"/>
            </a:xfrm>
            <a:custGeom>
              <a:avLst/>
              <a:gdLst>
                <a:gd name="connsiteX0" fmla="*/ 43090 w 43090"/>
                <a:gd name="connsiteY0" fmla="*/ 17109 h 34218"/>
                <a:gd name="connsiteX1" fmla="*/ 21545 w 43090"/>
                <a:gd name="connsiteY1" fmla="*/ 34219 h 34218"/>
                <a:gd name="connsiteX2" fmla="*/ 0 w 43090"/>
                <a:gd name="connsiteY2" fmla="*/ 17109 h 34218"/>
                <a:gd name="connsiteX3" fmla="*/ 21545 w 43090"/>
                <a:gd name="connsiteY3" fmla="*/ 0 h 34218"/>
                <a:gd name="connsiteX4" fmla="*/ 43090 w 43090"/>
                <a:gd name="connsiteY4" fmla="*/ 17109 h 34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90" h="34218">
                  <a:moveTo>
                    <a:pt x="43090" y="17109"/>
                  </a:moveTo>
                  <a:cubicBezTo>
                    <a:pt x="43090" y="26488"/>
                    <a:pt x="33458" y="34219"/>
                    <a:pt x="21545" y="34219"/>
                  </a:cubicBezTo>
                  <a:cubicBezTo>
                    <a:pt x="9632" y="34219"/>
                    <a:pt x="0" y="26615"/>
                    <a:pt x="0" y="17109"/>
                  </a:cubicBezTo>
                  <a:cubicBezTo>
                    <a:pt x="0" y="7604"/>
                    <a:pt x="9632" y="0"/>
                    <a:pt x="21545" y="0"/>
                  </a:cubicBezTo>
                  <a:cubicBezTo>
                    <a:pt x="33458" y="0"/>
                    <a:pt x="43090" y="7604"/>
                    <a:pt x="43090" y="1710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88" name="Freeform: Shape 5487">
              <a:extLst>
                <a:ext uri="{FF2B5EF4-FFF2-40B4-BE49-F238E27FC236}">
                  <a16:creationId xmlns:a16="http://schemas.microsoft.com/office/drawing/2014/main" id="{3BFBFD25-3B7F-5236-B746-E075A0C6F0BB}"/>
                </a:ext>
              </a:extLst>
            </p:cNvPr>
            <p:cNvSpPr/>
            <p:nvPr/>
          </p:nvSpPr>
          <p:spPr>
            <a:xfrm>
              <a:off x="538375" y="4858960"/>
              <a:ext cx="43090" cy="34218"/>
            </a:xfrm>
            <a:custGeom>
              <a:avLst/>
              <a:gdLst>
                <a:gd name="connsiteX0" fmla="*/ 43090 w 43090"/>
                <a:gd name="connsiteY0" fmla="*/ 17109 h 34218"/>
                <a:gd name="connsiteX1" fmla="*/ 21545 w 43090"/>
                <a:gd name="connsiteY1" fmla="*/ 34219 h 34218"/>
                <a:gd name="connsiteX2" fmla="*/ 0 w 43090"/>
                <a:gd name="connsiteY2" fmla="*/ 17109 h 34218"/>
                <a:gd name="connsiteX3" fmla="*/ 21545 w 43090"/>
                <a:gd name="connsiteY3" fmla="*/ 0 h 34218"/>
                <a:gd name="connsiteX4" fmla="*/ 43090 w 43090"/>
                <a:gd name="connsiteY4" fmla="*/ 17109 h 34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90" h="34218">
                  <a:moveTo>
                    <a:pt x="43090" y="17109"/>
                  </a:moveTo>
                  <a:cubicBezTo>
                    <a:pt x="43090" y="26488"/>
                    <a:pt x="33458" y="34219"/>
                    <a:pt x="21545" y="34219"/>
                  </a:cubicBezTo>
                  <a:cubicBezTo>
                    <a:pt x="9632" y="34219"/>
                    <a:pt x="0" y="26615"/>
                    <a:pt x="0" y="17109"/>
                  </a:cubicBezTo>
                  <a:cubicBezTo>
                    <a:pt x="0" y="7604"/>
                    <a:pt x="9632" y="0"/>
                    <a:pt x="21545" y="0"/>
                  </a:cubicBezTo>
                  <a:cubicBezTo>
                    <a:pt x="33458" y="0"/>
                    <a:pt x="43090" y="7604"/>
                    <a:pt x="43090" y="1710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89" name="Freeform: Shape 5488">
              <a:extLst>
                <a:ext uri="{FF2B5EF4-FFF2-40B4-BE49-F238E27FC236}">
                  <a16:creationId xmlns:a16="http://schemas.microsoft.com/office/drawing/2014/main" id="{9872FE34-57C1-076C-3D1A-790507E5023A}"/>
                </a:ext>
              </a:extLst>
            </p:cNvPr>
            <p:cNvSpPr/>
            <p:nvPr/>
          </p:nvSpPr>
          <p:spPr>
            <a:xfrm>
              <a:off x="499974" y="4759979"/>
              <a:ext cx="42203" cy="33458"/>
            </a:xfrm>
            <a:custGeom>
              <a:avLst/>
              <a:gdLst>
                <a:gd name="connsiteX0" fmla="*/ 42203 w 42203"/>
                <a:gd name="connsiteY0" fmla="*/ 16729 h 33458"/>
                <a:gd name="connsiteX1" fmla="*/ 21165 w 42203"/>
                <a:gd name="connsiteY1" fmla="*/ 33458 h 33458"/>
                <a:gd name="connsiteX2" fmla="*/ 0 w 42203"/>
                <a:gd name="connsiteY2" fmla="*/ 16729 h 33458"/>
                <a:gd name="connsiteX3" fmla="*/ 21165 w 42203"/>
                <a:gd name="connsiteY3" fmla="*/ 0 h 33458"/>
                <a:gd name="connsiteX4" fmla="*/ 42203 w 42203"/>
                <a:gd name="connsiteY4" fmla="*/ 16729 h 33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203" h="33458">
                  <a:moveTo>
                    <a:pt x="42203" y="16729"/>
                  </a:moveTo>
                  <a:cubicBezTo>
                    <a:pt x="42203" y="25981"/>
                    <a:pt x="32698" y="33458"/>
                    <a:pt x="21165" y="33458"/>
                  </a:cubicBezTo>
                  <a:cubicBezTo>
                    <a:pt x="9632" y="33458"/>
                    <a:pt x="0" y="25981"/>
                    <a:pt x="0" y="16729"/>
                  </a:cubicBezTo>
                  <a:cubicBezTo>
                    <a:pt x="0" y="7477"/>
                    <a:pt x="9505" y="0"/>
                    <a:pt x="21165" y="0"/>
                  </a:cubicBezTo>
                  <a:cubicBezTo>
                    <a:pt x="32825" y="0"/>
                    <a:pt x="42203" y="7477"/>
                    <a:pt x="42203" y="1672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90" name="Freeform: Shape 5489">
              <a:extLst>
                <a:ext uri="{FF2B5EF4-FFF2-40B4-BE49-F238E27FC236}">
                  <a16:creationId xmlns:a16="http://schemas.microsoft.com/office/drawing/2014/main" id="{4F04F197-AD54-D128-AE19-B86A16738888}"/>
                </a:ext>
              </a:extLst>
            </p:cNvPr>
            <p:cNvSpPr/>
            <p:nvPr/>
          </p:nvSpPr>
          <p:spPr>
            <a:xfrm>
              <a:off x="464234" y="4660238"/>
              <a:ext cx="41569" cy="32951"/>
            </a:xfrm>
            <a:custGeom>
              <a:avLst/>
              <a:gdLst>
                <a:gd name="connsiteX0" fmla="*/ 41569 w 41569"/>
                <a:gd name="connsiteY0" fmla="*/ 16476 h 32951"/>
                <a:gd name="connsiteX1" fmla="*/ 20785 w 41569"/>
                <a:gd name="connsiteY1" fmla="*/ 32951 h 32951"/>
                <a:gd name="connsiteX2" fmla="*/ 0 w 41569"/>
                <a:gd name="connsiteY2" fmla="*/ 16476 h 32951"/>
                <a:gd name="connsiteX3" fmla="*/ 20785 w 41569"/>
                <a:gd name="connsiteY3" fmla="*/ 0 h 32951"/>
                <a:gd name="connsiteX4" fmla="*/ 41569 w 41569"/>
                <a:gd name="connsiteY4" fmla="*/ 16476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569" h="32951">
                  <a:moveTo>
                    <a:pt x="41569" y="16476"/>
                  </a:moveTo>
                  <a:cubicBezTo>
                    <a:pt x="41569" y="25601"/>
                    <a:pt x="32191" y="32951"/>
                    <a:pt x="20785" y="32951"/>
                  </a:cubicBezTo>
                  <a:cubicBezTo>
                    <a:pt x="9378" y="32951"/>
                    <a:pt x="0" y="25601"/>
                    <a:pt x="0" y="16476"/>
                  </a:cubicBezTo>
                  <a:cubicBezTo>
                    <a:pt x="0" y="7351"/>
                    <a:pt x="9378" y="0"/>
                    <a:pt x="20785" y="0"/>
                  </a:cubicBezTo>
                  <a:cubicBezTo>
                    <a:pt x="32191" y="0"/>
                    <a:pt x="41569" y="7351"/>
                    <a:pt x="41569" y="164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91" name="Freeform: Shape 5490">
              <a:extLst>
                <a:ext uri="{FF2B5EF4-FFF2-40B4-BE49-F238E27FC236}">
                  <a16:creationId xmlns:a16="http://schemas.microsoft.com/office/drawing/2014/main" id="{B561D41A-C768-3B67-57BD-DAF17CCBBFD0}"/>
                </a:ext>
              </a:extLst>
            </p:cNvPr>
            <p:cNvSpPr/>
            <p:nvPr/>
          </p:nvSpPr>
          <p:spPr>
            <a:xfrm>
              <a:off x="431030" y="4559736"/>
              <a:ext cx="41569" cy="32951"/>
            </a:xfrm>
            <a:custGeom>
              <a:avLst/>
              <a:gdLst>
                <a:gd name="connsiteX0" fmla="*/ 41569 w 41569"/>
                <a:gd name="connsiteY0" fmla="*/ 16476 h 32951"/>
                <a:gd name="connsiteX1" fmla="*/ 20785 w 41569"/>
                <a:gd name="connsiteY1" fmla="*/ 32951 h 32951"/>
                <a:gd name="connsiteX2" fmla="*/ 0 w 41569"/>
                <a:gd name="connsiteY2" fmla="*/ 16476 h 32951"/>
                <a:gd name="connsiteX3" fmla="*/ 20785 w 41569"/>
                <a:gd name="connsiteY3" fmla="*/ 0 h 32951"/>
                <a:gd name="connsiteX4" fmla="*/ 41569 w 41569"/>
                <a:gd name="connsiteY4" fmla="*/ 16476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569" h="32951">
                  <a:moveTo>
                    <a:pt x="41569" y="16476"/>
                  </a:moveTo>
                  <a:cubicBezTo>
                    <a:pt x="41569" y="25601"/>
                    <a:pt x="32191" y="32951"/>
                    <a:pt x="20785" y="32951"/>
                  </a:cubicBezTo>
                  <a:cubicBezTo>
                    <a:pt x="9378" y="32951"/>
                    <a:pt x="0" y="25474"/>
                    <a:pt x="0" y="16476"/>
                  </a:cubicBezTo>
                  <a:cubicBezTo>
                    <a:pt x="0" y="7477"/>
                    <a:pt x="9378" y="0"/>
                    <a:pt x="20785" y="0"/>
                  </a:cubicBezTo>
                  <a:cubicBezTo>
                    <a:pt x="32191" y="0"/>
                    <a:pt x="41569" y="7351"/>
                    <a:pt x="41569" y="164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92" name="Freeform: Shape 5491">
              <a:extLst>
                <a:ext uri="{FF2B5EF4-FFF2-40B4-BE49-F238E27FC236}">
                  <a16:creationId xmlns:a16="http://schemas.microsoft.com/office/drawing/2014/main" id="{84771D32-7A4E-AEE3-3378-E84B8FF89572}"/>
                </a:ext>
              </a:extLst>
            </p:cNvPr>
            <p:cNvSpPr/>
            <p:nvPr/>
          </p:nvSpPr>
          <p:spPr>
            <a:xfrm>
              <a:off x="400993" y="4458728"/>
              <a:ext cx="40808" cy="32444"/>
            </a:xfrm>
            <a:custGeom>
              <a:avLst/>
              <a:gdLst>
                <a:gd name="connsiteX0" fmla="*/ 40809 w 40808"/>
                <a:gd name="connsiteY0" fmla="*/ 16222 h 32444"/>
                <a:gd name="connsiteX1" fmla="*/ 20404 w 40808"/>
                <a:gd name="connsiteY1" fmla="*/ 32444 h 32444"/>
                <a:gd name="connsiteX2" fmla="*/ 0 w 40808"/>
                <a:gd name="connsiteY2" fmla="*/ 16222 h 32444"/>
                <a:gd name="connsiteX3" fmla="*/ 20404 w 40808"/>
                <a:gd name="connsiteY3" fmla="*/ 0 h 32444"/>
                <a:gd name="connsiteX4" fmla="*/ 40809 w 40808"/>
                <a:gd name="connsiteY4" fmla="*/ 16222 h 32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08" h="32444">
                  <a:moveTo>
                    <a:pt x="40809" y="16222"/>
                  </a:moveTo>
                  <a:cubicBezTo>
                    <a:pt x="40809" y="25220"/>
                    <a:pt x="31684" y="32444"/>
                    <a:pt x="20404" y="32444"/>
                  </a:cubicBezTo>
                  <a:cubicBezTo>
                    <a:pt x="9125" y="32444"/>
                    <a:pt x="0" y="25220"/>
                    <a:pt x="0" y="16222"/>
                  </a:cubicBezTo>
                  <a:cubicBezTo>
                    <a:pt x="0" y="7224"/>
                    <a:pt x="9125" y="0"/>
                    <a:pt x="20404" y="0"/>
                  </a:cubicBezTo>
                  <a:cubicBezTo>
                    <a:pt x="31684" y="0"/>
                    <a:pt x="40809" y="7224"/>
                    <a:pt x="40809" y="1622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93" name="Freeform: Shape 5492">
              <a:extLst>
                <a:ext uri="{FF2B5EF4-FFF2-40B4-BE49-F238E27FC236}">
                  <a16:creationId xmlns:a16="http://schemas.microsoft.com/office/drawing/2014/main" id="{5E7741FF-58D1-6AA1-8E17-AC0D79AE7E1D}"/>
                </a:ext>
              </a:extLst>
            </p:cNvPr>
            <p:cNvSpPr/>
            <p:nvPr/>
          </p:nvSpPr>
          <p:spPr>
            <a:xfrm>
              <a:off x="373872" y="4357466"/>
              <a:ext cx="40048" cy="31683"/>
            </a:xfrm>
            <a:custGeom>
              <a:avLst/>
              <a:gdLst>
                <a:gd name="connsiteX0" fmla="*/ 40049 w 40048"/>
                <a:gd name="connsiteY0" fmla="*/ 15842 h 31683"/>
                <a:gd name="connsiteX1" fmla="*/ 20024 w 40048"/>
                <a:gd name="connsiteY1" fmla="*/ 31684 h 31683"/>
                <a:gd name="connsiteX2" fmla="*/ 0 w 40048"/>
                <a:gd name="connsiteY2" fmla="*/ 15842 h 31683"/>
                <a:gd name="connsiteX3" fmla="*/ 20024 w 40048"/>
                <a:gd name="connsiteY3" fmla="*/ 0 h 31683"/>
                <a:gd name="connsiteX4" fmla="*/ 40049 w 40048"/>
                <a:gd name="connsiteY4" fmla="*/ 15842 h 31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048" h="31683">
                  <a:moveTo>
                    <a:pt x="40049" y="15842"/>
                  </a:moveTo>
                  <a:cubicBezTo>
                    <a:pt x="40049" y="24587"/>
                    <a:pt x="31050" y="31684"/>
                    <a:pt x="20024" y="31684"/>
                  </a:cubicBezTo>
                  <a:cubicBezTo>
                    <a:pt x="8998" y="31684"/>
                    <a:pt x="0" y="24587"/>
                    <a:pt x="0" y="15842"/>
                  </a:cubicBezTo>
                  <a:cubicBezTo>
                    <a:pt x="0" y="7097"/>
                    <a:pt x="8998" y="0"/>
                    <a:pt x="20024" y="0"/>
                  </a:cubicBezTo>
                  <a:cubicBezTo>
                    <a:pt x="31050" y="0"/>
                    <a:pt x="40049" y="7097"/>
                    <a:pt x="40049" y="1584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94" name="Freeform: Shape 5493">
              <a:extLst>
                <a:ext uri="{FF2B5EF4-FFF2-40B4-BE49-F238E27FC236}">
                  <a16:creationId xmlns:a16="http://schemas.microsoft.com/office/drawing/2014/main" id="{AEAF71C8-B5D3-63EA-878B-3A858D9F3805}"/>
                </a:ext>
              </a:extLst>
            </p:cNvPr>
            <p:cNvSpPr/>
            <p:nvPr/>
          </p:nvSpPr>
          <p:spPr>
            <a:xfrm>
              <a:off x="349538" y="4255443"/>
              <a:ext cx="39414" cy="31430"/>
            </a:xfrm>
            <a:custGeom>
              <a:avLst/>
              <a:gdLst>
                <a:gd name="connsiteX0" fmla="*/ 39415 w 39414"/>
                <a:gd name="connsiteY0" fmla="*/ 15716 h 31430"/>
                <a:gd name="connsiteX1" fmla="*/ 19644 w 39414"/>
                <a:gd name="connsiteY1" fmla="*/ 31431 h 31430"/>
                <a:gd name="connsiteX2" fmla="*/ 0 w 39414"/>
                <a:gd name="connsiteY2" fmla="*/ 15716 h 31430"/>
                <a:gd name="connsiteX3" fmla="*/ 19644 w 39414"/>
                <a:gd name="connsiteY3" fmla="*/ 0 h 31430"/>
                <a:gd name="connsiteX4" fmla="*/ 39415 w 39414"/>
                <a:gd name="connsiteY4" fmla="*/ 15716 h 31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414" h="31430">
                  <a:moveTo>
                    <a:pt x="39415" y="15716"/>
                  </a:moveTo>
                  <a:cubicBezTo>
                    <a:pt x="39415" y="24333"/>
                    <a:pt x="30543" y="31431"/>
                    <a:pt x="19644" y="31431"/>
                  </a:cubicBezTo>
                  <a:cubicBezTo>
                    <a:pt x="8745" y="31431"/>
                    <a:pt x="0" y="24460"/>
                    <a:pt x="0" y="15716"/>
                  </a:cubicBezTo>
                  <a:cubicBezTo>
                    <a:pt x="0" y="6971"/>
                    <a:pt x="8745" y="0"/>
                    <a:pt x="19644" y="0"/>
                  </a:cubicBezTo>
                  <a:cubicBezTo>
                    <a:pt x="30543" y="0"/>
                    <a:pt x="39415" y="6971"/>
                    <a:pt x="39415" y="1571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95" name="Freeform: Shape 5494">
              <a:extLst>
                <a:ext uri="{FF2B5EF4-FFF2-40B4-BE49-F238E27FC236}">
                  <a16:creationId xmlns:a16="http://schemas.microsoft.com/office/drawing/2014/main" id="{DD8B675F-E1F8-6A87-97D4-4C0FBFDC5DFD}"/>
                </a:ext>
              </a:extLst>
            </p:cNvPr>
            <p:cNvSpPr/>
            <p:nvPr/>
          </p:nvSpPr>
          <p:spPr>
            <a:xfrm>
              <a:off x="327866" y="4153294"/>
              <a:ext cx="38781" cy="30670"/>
            </a:xfrm>
            <a:custGeom>
              <a:avLst/>
              <a:gdLst>
                <a:gd name="connsiteX0" fmla="*/ 38781 w 38781"/>
                <a:gd name="connsiteY0" fmla="*/ 15335 h 30670"/>
                <a:gd name="connsiteX1" fmla="*/ 19391 w 38781"/>
                <a:gd name="connsiteY1" fmla="*/ 30670 h 30670"/>
                <a:gd name="connsiteX2" fmla="*/ 0 w 38781"/>
                <a:gd name="connsiteY2" fmla="*/ 15335 h 30670"/>
                <a:gd name="connsiteX3" fmla="*/ 19391 w 38781"/>
                <a:gd name="connsiteY3" fmla="*/ 0 h 30670"/>
                <a:gd name="connsiteX4" fmla="*/ 38781 w 38781"/>
                <a:gd name="connsiteY4" fmla="*/ 15335 h 30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781" h="30670">
                  <a:moveTo>
                    <a:pt x="38781" y="15335"/>
                  </a:moveTo>
                  <a:cubicBezTo>
                    <a:pt x="38781" y="23826"/>
                    <a:pt x="30163" y="30670"/>
                    <a:pt x="19391" y="30670"/>
                  </a:cubicBezTo>
                  <a:cubicBezTo>
                    <a:pt x="8618" y="30670"/>
                    <a:pt x="0" y="23826"/>
                    <a:pt x="0" y="15335"/>
                  </a:cubicBezTo>
                  <a:cubicBezTo>
                    <a:pt x="0" y="6844"/>
                    <a:pt x="8745" y="0"/>
                    <a:pt x="19391" y="0"/>
                  </a:cubicBezTo>
                  <a:cubicBezTo>
                    <a:pt x="30036" y="0"/>
                    <a:pt x="38781" y="6844"/>
                    <a:pt x="38781" y="153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96" name="Freeform: Shape 5495">
              <a:extLst>
                <a:ext uri="{FF2B5EF4-FFF2-40B4-BE49-F238E27FC236}">
                  <a16:creationId xmlns:a16="http://schemas.microsoft.com/office/drawing/2014/main" id="{1DF7A067-98D5-23A7-0D13-84D32A7ACAC6}"/>
                </a:ext>
              </a:extLst>
            </p:cNvPr>
            <p:cNvSpPr/>
            <p:nvPr/>
          </p:nvSpPr>
          <p:spPr>
            <a:xfrm>
              <a:off x="308983" y="4050384"/>
              <a:ext cx="38781" cy="30670"/>
            </a:xfrm>
            <a:custGeom>
              <a:avLst/>
              <a:gdLst>
                <a:gd name="connsiteX0" fmla="*/ 38781 w 38781"/>
                <a:gd name="connsiteY0" fmla="*/ 15335 h 30670"/>
                <a:gd name="connsiteX1" fmla="*/ 19391 w 38781"/>
                <a:gd name="connsiteY1" fmla="*/ 30670 h 30670"/>
                <a:gd name="connsiteX2" fmla="*/ 0 w 38781"/>
                <a:gd name="connsiteY2" fmla="*/ 15335 h 30670"/>
                <a:gd name="connsiteX3" fmla="*/ 19391 w 38781"/>
                <a:gd name="connsiteY3" fmla="*/ 0 h 30670"/>
                <a:gd name="connsiteX4" fmla="*/ 38781 w 38781"/>
                <a:gd name="connsiteY4" fmla="*/ 15335 h 30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781" h="30670">
                  <a:moveTo>
                    <a:pt x="38781" y="15335"/>
                  </a:moveTo>
                  <a:cubicBezTo>
                    <a:pt x="38781" y="23826"/>
                    <a:pt x="30163" y="30670"/>
                    <a:pt x="19391" y="30670"/>
                  </a:cubicBezTo>
                  <a:cubicBezTo>
                    <a:pt x="8618" y="30670"/>
                    <a:pt x="0" y="23826"/>
                    <a:pt x="0" y="15335"/>
                  </a:cubicBezTo>
                  <a:cubicBezTo>
                    <a:pt x="0" y="6844"/>
                    <a:pt x="8745" y="0"/>
                    <a:pt x="19391" y="0"/>
                  </a:cubicBezTo>
                  <a:cubicBezTo>
                    <a:pt x="30036" y="0"/>
                    <a:pt x="38781" y="6844"/>
                    <a:pt x="38781" y="153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97" name="Freeform: Shape 5496">
              <a:extLst>
                <a:ext uri="{FF2B5EF4-FFF2-40B4-BE49-F238E27FC236}">
                  <a16:creationId xmlns:a16="http://schemas.microsoft.com/office/drawing/2014/main" id="{0D7AAAD7-4FFB-466D-C1A9-86C5611742C2}"/>
                </a:ext>
              </a:extLst>
            </p:cNvPr>
            <p:cNvSpPr/>
            <p:nvPr/>
          </p:nvSpPr>
          <p:spPr>
            <a:xfrm>
              <a:off x="293394" y="3947475"/>
              <a:ext cx="38020" cy="30163"/>
            </a:xfrm>
            <a:custGeom>
              <a:avLst/>
              <a:gdLst>
                <a:gd name="connsiteX0" fmla="*/ 38021 w 38020"/>
                <a:gd name="connsiteY0" fmla="*/ 15082 h 30163"/>
                <a:gd name="connsiteX1" fmla="*/ 19010 w 38020"/>
                <a:gd name="connsiteY1" fmla="*/ 30163 h 30163"/>
                <a:gd name="connsiteX2" fmla="*/ 0 w 38020"/>
                <a:gd name="connsiteY2" fmla="*/ 15082 h 30163"/>
                <a:gd name="connsiteX3" fmla="*/ 19010 w 38020"/>
                <a:gd name="connsiteY3" fmla="*/ 0 h 30163"/>
                <a:gd name="connsiteX4" fmla="*/ 38021 w 38020"/>
                <a:gd name="connsiteY4" fmla="*/ 15082 h 30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0" h="30163">
                  <a:moveTo>
                    <a:pt x="38021" y="15082"/>
                  </a:moveTo>
                  <a:cubicBezTo>
                    <a:pt x="38021" y="23446"/>
                    <a:pt x="29529" y="30163"/>
                    <a:pt x="19010" y="30163"/>
                  </a:cubicBezTo>
                  <a:cubicBezTo>
                    <a:pt x="8491" y="30163"/>
                    <a:pt x="0" y="23446"/>
                    <a:pt x="0" y="15082"/>
                  </a:cubicBezTo>
                  <a:cubicBezTo>
                    <a:pt x="0" y="6717"/>
                    <a:pt x="8491" y="0"/>
                    <a:pt x="19010" y="0"/>
                  </a:cubicBezTo>
                  <a:cubicBezTo>
                    <a:pt x="29529" y="0"/>
                    <a:pt x="38021" y="6717"/>
                    <a:pt x="38021" y="1508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98" name="Freeform: Shape 5497">
              <a:extLst>
                <a:ext uri="{FF2B5EF4-FFF2-40B4-BE49-F238E27FC236}">
                  <a16:creationId xmlns:a16="http://schemas.microsoft.com/office/drawing/2014/main" id="{03E6D79A-3434-BC54-AF89-67AA513741D8}"/>
                </a:ext>
              </a:extLst>
            </p:cNvPr>
            <p:cNvSpPr/>
            <p:nvPr/>
          </p:nvSpPr>
          <p:spPr>
            <a:xfrm>
              <a:off x="280847" y="3844438"/>
              <a:ext cx="37006" cy="29402"/>
            </a:xfrm>
            <a:custGeom>
              <a:avLst/>
              <a:gdLst>
                <a:gd name="connsiteX0" fmla="*/ 37007 w 37006"/>
                <a:gd name="connsiteY0" fmla="*/ 14701 h 29402"/>
                <a:gd name="connsiteX1" fmla="*/ 18503 w 37006"/>
                <a:gd name="connsiteY1" fmla="*/ 29403 h 29402"/>
                <a:gd name="connsiteX2" fmla="*/ 0 w 37006"/>
                <a:gd name="connsiteY2" fmla="*/ 14701 h 29402"/>
                <a:gd name="connsiteX3" fmla="*/ 18503 w 37006"/>
                <a:gd name="connsiteY3" fmla="*/ 0 h 29402"/>
                <a:gd name="connsiteX4" fmla="*/ 37007 w 37006"/>
                <a:gd name="connsiteY4" fmla="*/ 14701 h 29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006" h="29402">
                  <a:moveTo>
                    <a:pt x="37007" y="14701"/>
                  </a:moveTo>
                  <a:cubicBezTo>
                    <a:pt x="37007" y="22812"/>
                    <a:pt x="28642" y="29403"/>
                    <a:pt x="18503" y="29403"/>
                  </a:cubicBezTo>
                  <a:cubicBezTo>
                    <a:pt x="8365" y="29403"/>
                    <a:pt x="0" y="22812"/>
                    <a:pt x="0" y="14701"/>
                  </a:cubicBezTo>
                  <a:cubicBezTo>
                    <a:pt x="0" y="6590"/>
                    <a:pt x="8365" y="0"/>
                    <a:pt x="18503" y="0"/>
                  </a:cubicBezTo>
                  <a:cubicBezTo>
                    <a:pt x="28642" y="0"/>
                    <a:pt x="37007" y="6590"/>
                    <a:pt x="37007" y="1470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99" name="Freeform: Shape 5498">
              <a:extLst>
                <a:ext uri="{FF2B5EF4-FFF2-40B4-BE49-F238E27FC236}">
                  <a16:creationId xmlns:a16="http://schemas.microsoft.com/office/drawing/2014/main" id="{5166566E-DE58-966D-BC46-4F806DDA7559}"/>
                </a:ext>
              </a:extLst>
            </p:cNvPr>
            <p:cNvSpPr/>
            <p:nvPr/>
          </p:nvSpPr>
          <p:spPr>
            <a:xfrm>
              <a:off x="270835" y="3740895"/>
              <a:ext cx="36499" cy="28896"/>
            </a:xfrm>
            <a:custGeom>
              <a:avLst/>
              <a:gdLst>
                <a:gd name="connsiteX0" fmla="*/ 36500 w 36499"/>
                <a:gd name="connsiteY0" fmla="*/ 14448 h 28896"/>
                <a:gd name="connsiteX1" fmla="*/ 18250 w 36499"/>
                <a:gd name="connsiteY1" fmla="*/ 28896 h 28896"/>
                <a:gd name="connsiteX2" fmla="*/ 0 w 36499"/>
                <a:gd name="connsiteY2" fmla="*/ 14448 h 28896"/>
                <a:gd name="connsiteX3" fmla="*/ 18250 w 36499"/>
                <a:gd name="connsiteY3" fmla="*/ 0 h 28896"/>
                <a:gd name="connsiteX4" fmla="*/ 36500 w 36499"/>
                <a:gd name="connsiteY4" fmla="*/ 14448 h 28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99" h="28896">
                  <a:moveTo>
                    <a:pt x="36500" y="14448"/>
                  </a:moveTo>
                  <a:cubicBezTo>
                    <a:pt x="36500" y="22433"/>
                    <a:pt x="28389" y="28896"/>
                    <a:pt x="18250" y="28896"/>
                  </a:cubicBezTo>
                  <a:cubicBezTo>
                    <a:pt x="8111" y="28896"/>
                    <a:pt x="0" y="22433"/>
                    <a:pt x="0" y="14448"/>
                  </a:cubicBezTo>
                  <a:cubicBezTo>
                    <a:pt x="0" y="6464"/>
                    <a:pt x="8111" y="0"/>
                    <a:pt x="18250" y="0"/>
                  </a:cubicBezTo>
                  <a:cubicBezTo>
                    <a:pt x="28389" y="0"/>
                    <a:pt x="36500" y="6464"/>
                    <a:pt x="36500" y="1444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00" name="Freeform: Shape 5499">
              <a:extLst>
                <a:ext uri="{FF2B5EF4-FFF2-40B4-BE49-F238E27FC236}">
                  <a16:creationId xmlns:a16="http://schemas.microsoft.com/office/drawing/2014/main" id="{39FCAF49-6B51-A713-4DCD-A803D44E6621}"/>
                </a:ext>
              </a:extLst>
            </p:cNvPr>
            <p:cNvSpPr/>
            <p:nvPr/>
          </p:nvSpPr>
          <p:spPr>
            <a:xfrm>
              <a:off x="263865" y="3637352"/>
              <a:ext cx="35739" cy="28388"/>
            </a:xfrm>
            <a:custGeom>
              <a:avLst/>
              <a:gdLst>
                <a:gd name="connsiteX0" fmla="*/ 35740 w 35739"/>
                <a:gd name="connsiteY0" fmla="*/ 14194 h 28388"/>
                <a:gd name="connsiteX1" fmla="*/ 17870 w 35739"/>
                <a:gd name="connsiteY1" fmla="*/ 28389 h 28388"/>
                <a:gd name="connsiteX2" fmla="*/ 0 w 35739"/>
                <a:gd name="connsiteY2" fmla="*/ 14194 h 28388"/>
                <a:gd name="connsiteX3" fmla="*/ 17870 w 35739"/>
                <a:gd name="connsiteY3" fmla="*/ 0 h 28388"/>
                <a:gd name="connsiteX4" fmla="*/ 35740 w 35739"/>
                <a:gd name="connsiteY4" fmla="*/ 14194 h 28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739" h="28388">
                  <a:moveTo>
                    <a:pt x="35740" y="14194"/>
                  </a:moveTo>
                  <a:cubicBezTo>
                    <a:pt x="35740" y="22052"/>
                    <a:pt x="27755" y="28389"/>
                    <a:pt x="17870" y="28389"/>
                  </a:cubicBezTo>
                  <a:cubicBezTo>
                    <a:pt x="7984" y="28389"/>
                    <a:pt x="0" y="22052"/>
                    <a:pt x="0" y="14194"/>
                  </a:cubicBezTo>
                  <a:cubicBezTo>
                    <a:pt x="0" y="6337"/>
                    <a:pt x="7984" y="0"/>
                    <a:pt x="17870" y="0"/>
                  </a:cubicBezTo>
                  <a:cubicBezTo>
                    <a:pt x="27755" y="0"/>
                    <a:pt x="35740" y="6337"/>
                    <a:pt x="35740" y="141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01" name="Freeform: Shape 5500">
              <a:extLst>
                <a:ext uri="{FF2B5EF4-FFF2-40B4-BE49-F238E27FC236}">
                  <a16:creationId xmlns:a16="http://schemas.microsoft.com/office/drawing/2014/main" id="{8C1F4484-28D3-41A7-68B4-044B01E78228}"/>
                </a:ext>
              </a:extLst>
            </p:cNvPr>
            <p:cNvSpPr/>
            <p:nvPr/>
          </p:nvSpPr>
          <p:spPr>
            <a:xfrm>
              <a:off x="259936" y="3533808"/>
              <a:ext cx="34979" cy="27628"/>
            </a:xfrm>
            <a:custGeom>
              <a:avLst/>
              <a:gdLst>
                <a:gd name="connsiteX0" fmla="*/ 34979 w 34979"/>
                <a:gd name="connsiteY0" fmla="*/ 13814 h 27628"/>
                <a:gd name="connsiteX1" fmla="*/ 17490 w 34979"/>
                <a:gd name="connsiteY1" fmla="*/ 27629 h 27628"/>
                <a:gd name="connsiteX2" fmla="*/ 0 w 34979"/>
                <a:gd name="connsiteY2" fmla="*/ 13814 h 27628"/>
                <a:gd name="connsiteX3" fmla="*/ 17490 w 34979"/>
                <a:gd name="connsiteY3" fmla="*/ 0 h 27628"/>
                <a:gd name="connsiteX4" fmla="*/ 34979 w 34979"/>
                <a:gd name="connsiteY4" fmla="*/ 13814 h 27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979" h="27628">
                  <a:moveTo>
                    <a:pt x="34979" y="13814"/>
                  </a:moveTo>
                  <a:cubicBezTo>
                    <a:pt x="34979" y="21545"/>
                    <a:pt x="27121" y="27629"/>
                    <a:pt x="17490" y="27629"/>
                  </a:cubicBezTo>
                  <a:cubicBezTo>
                    <a:pt x="7858" y="27629"/>
                    <a:pt x="0" y="21418"/>
                    <a:pt x="0" y="13814"/>
                  </a:cubicBezTo>
                  <a:cubicBezTo>
                    <a:pt x="0" y="6210"/>
                    <a:pt x="7858" y="0"/>
                    <a:pt x="17490" y="0"/>
                  </a:cubicBezTo>
                  <a:cubicBezTo>
                    <a:pt x="27121" y="0"/>
                    <a:pt x="34979" y="6210"/>
                    <a:pt x="34979" y="1381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02" name="Freeform: Shape 5501">
              <a:extLst>
                <a:ext uri="{FF2B5EF4-FFF2-40B4-BE49-F238E27FC236}">
                  <a16:creationId xmlns:a16="http://schemas.microsoft.com/office/drawing/2014/main" id="{2A417A71-C803-6A73-BB4D-CC806B0BA961}"/>
                </a:ext>
              </a:extLst>
            </p:cNvPr>
            <p:cNvSpPr/>
            <p:nvPr/>
          </p:nvSpPr>
          <p:spPr>
            <a:xfrm>
              <a:off x="258795" y="3430139"/>
              <a:ext cx="34218" cy="27121"/>
            </a:xfrm>
            <a:custGeom>
              <a:avLst/>
              <a:gdLst>
                <a:gd name="connsiteX0" fmla="*/ 34219 w 34218"/>
                <a:gd name="connsiteY0" fmla="*/ 13561 h 27121"/>
                <a:gd name="connsiteX1" fmla="*/ 17109 w 34218"/>
                <a:gd name="connsiteY1" fmla="*/ 27122 h 27121"/>
                <a:gd name="connsiteX2" fmla="*/ 0 w 34218"/>
                <a:gd name="connsiteY2" fmla="*/ 13561 h 27121"/>
                <a:gd name="connsiteX3" fmla="*/ 17109 w 34218"/>
                <a:gd name="connsiteY3" fmla="*/ 0 h 27121"/>
                <a:gd name="connsiteX4" fmla="*/ 34219 w 34218"/>
                <a:gd name="connsiteY4" fmla="*/ 13561 h 27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218" h="27121">
                  <a:moveTo>
                    <a:pt x="34219" y="13561"/>
                  </a:moveTo>
                  <a:cubicBezTo>
                    <a:pt x="34219" y="21038"/>
                    <a:pt x="26488" y="27122"/>
                    <a:pt x="17109" y="27122"/>
                  </a:cubicBezTo>
                  <a:cubicBezTo>
                    <a:pt x="7731" y="27122"/>
                    <a:pt x="0" y="21038"/>
                    <a:pt x="0" y="13561"/>
                  </a:cubicBezTo>
                  <a:cubicBezTo>
                    <a:pt x="0" y="6083"/>
                    <a:pt x="7731" y="0"/>
                    <a:pt x="17109" y="0"/>
                  </a:cubicBezTo>
                  <a:cubicBezTo>
                    <a:pt x="26488" y="0"/>
                    <a:pt x="34219" y="6083"/>
                    <a:pt x="34219" y="1356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03" name="Freeform: Shape 5502">
              <a:extLst>
                <a:ext uri="{FF2B5EF4-FFF2-40B4-BE49-F238E27FC236}">
                  <a16:creationId xmlns:a16="http://schemas.microsoft.com/office/drawing/2014/main" id="{B893B65B-BEAE-4D7B-A27D-0EA651627574}"/>
                </a:ext>
              </a:extLst>
            </p:cNvPr>
            <p:cNvSpPr/>
            <p:nvPr/>
          </p:nvSpPr>
          <p:spPr>
            <a:xfrm>
              <a:off x="260443" y="3326342"/>
              <a:ext cx="33711" cy="26614"/>
            </a:xfrm>
            <a:custGeom>
              <a:avLst/>
              <a:gdLst>
                <a:gd name="connsiteX0" fmla="*/ 33712 w 33711"/>
                <a:gd name="connsiteY0" fmla="*/ 13308 h 26614"/>
                <a:gd name="connsiteX1" fmla="*/ 16856 w 33711"/>
                <a:gd name="connsiteY1" fmla="*/ 26615 h 26614"/>
                <a:gd name="connsiteX2" fmla="*/ 0 w 33711"/>
                <a:gd name="connsiteY2" fmla="*/ 13308 h 26614"/>
                <a:gd name="connsiteX3" fmla="*/ 16856 w 33711"/>
                <a:gd name="connsiteY3" fmla="*/ 0 h 26614"/>
                <a:gd name="connsiteX4" fmla="*/ 33712 w 33711"/>
                <a:gd name="connsiteY4" fmla="*/ 13308 h 26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1" h="26614">
                  <a:moveTo>
                    <a:pt x="33712" y="13308"/>
                  </a:moveTo>
                  <a:cubicBezTo>
                    <a:pt x="33712" y="20658"/>
                    <a:pt x="26234" y="26615"/>
                    <a:pt x="16856" y="26615"/>
                  </a:cubicBezTo>
                  <a:cubicBezTo>
                    <a:pt x="7477" y="26615"/>
                    <a:pt x="0" y="20658"/>
                    <a:pt x="0" y="13308"/>
                  </a:cubicBezTo>
                  <a:cubicBezTo>
                    <a:pt x="0" y="5957"/>
                    <a:pt x="7477" y="0"/>
                    <a:pt x="16856" y="0"/>
                  </a:cubicBezTo>
                  <a:cubicBezTo>
                    <a:pt x="26234" y="0"/>
                    <a:pt x="33712" y="5957"/>
                    <a:pt x="33712" y="1330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04" name="Freeform: Shape 5503">
              <a:extLst>
                <a:ext uri="{FF2B5EF4-FFF2-40B4-BE49-F238E27FC236}">
                  <a16:creationId xmlns:a16="http://schemas.microsoft.com/office/drawing/2014/main" id="{05E691C8-3CBB-FB59-6CE3-B91A1D6F4A1D}"/>
                </a:ext>
              </a:extLst>
            </p:cNvPr>
            <p:cNvSpPr/>
            <p:nvPr/>
          </p:nvSpPr>
          <p:spPr>
            <a:xfrm>
              <a:off x="265512" y="3222672"/>
              <a:ext cx="32697" cy="26107"/>
            </a:xfrm>
            <a:custGeom>
              <a:avLst/>
              <a:gdLst>
                <a:gd name="connsiteX0" fmla="*/ 32698 w 32697"/>
                <a:gd name="connsiteY0" fmla="*/ 13054 h 26107"/>
                <a:gd name="connsiteX1" fmla="*/ 16349 w 32697"/>
                <a:gd name="connsiteY1" fmla="*/ 26108 h 26107"/>
                <a:gd name="connsiteX2" fmla="*/ 0 w 32697"/>
                <a:gd name="connsiteY2" fmla="*/ 13054 h 26107"/>
                <a:gd name="connsiteX3" fmla="*/ 16349 w 32697"/>
                <a:gd name="connsiteY3" fmla="*/ 0 h 26107"/>
                <a:gd name="connsiteX4" fmla="*/ 32698 w 32697"/>
                <a:gd name="connsiteY4" fmla="*/ 13054 h 2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97" h="26107">
                  <a:moveTo>
                    <a:pt x="32698" y="13054"/>
                  </a:moveTo>
                  <a:cubicBezTo>
                    <a:pt x="32698" y="20278"/>
                    <a:pt x="25347" y="26108"/>
                    <a:pt x="16349" y="26108"/>
                  </a:cubicBezTo>
                  <a:cubicBezTo>
                    <a:pt x="7351" y="26108"/>
                    <a:pt x="0" y="20278"/>
                    <a:pt x="0" y="13054"/>
                  </a:cubicBezTo>
                  <a:cubicBezTo>
                    <a:pt x="0" y="5830"/>
                    <a:pt x="7351" y="0"/>
                    <a:pt x="16349" y="0"/>
                  </a:cubicBezTo>
                  <a:cubicBezTo>
                    <a:pt x="25347" y="0"/>
                    <a:pt x="32698" y="5830"/>
                    <a:pt x="32698" y="1305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05" name="Freeform: Shape 5504">
              <a:extLst>
                <a:ext uri="{FF2B5EF4-FFF2-40B4-BE49-F238E27FC236}">
                  <a16:creationId xmlns:a16="http://schemas.microsoft.com/office/drawing/2014/main" id="{3021B960-B53F-1B07-2DB9-FAE4B1656DDA}"/>
                </a:ext>
              </a:extLst>
            </p:cNvPr>
            <p:cNvSpPr/>
            <p:nvPr/>
          </p:nvSpPr>
          <p:spPr>
            <a:xfrm>
              <a:off x="273116" y="3119129"/>
              <a:ext cx="31937" cy="25347"/>
            </a:xfrm>
            <a:custGeom>
              <a:avLst/>
              <a:gdLst>
                <a:gd name="connsiteX0" fmla="*/ 31937 w 31937"/>
                <a:gd name="connsiteY0" fmla="*/ 12674 h 25347"/>
                <a:gd name="connsiteX1" fmla="*/ 15969 w 31937"/>
                <a:gd name="connsiteY1" fmla="*/ 25347 h 25347"/>
                <a:gd name="connsiteX2" fmla="*/ 0 w 31937"/>
                <a:gd name="connsiteY2" fmla="*/ 12674 h 25347"/>
                <a:gd name="connsiteX3" fmla="*/ 15969 w 31937"/>
                <a:gd name="connsiteY3" fmla="*/ 0 h 25347"/>
                <a:gd name="connsiteX4" fmla="*/ 31937 w 31937"/>
                <a:gd name="connsiteY4" fmla="*/ 12674 h 25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937" h="25347">
                  <a:moveTo>
                    <a:pt x="31937" y="12674"/>
                  </a:moveTo>
                  <a:cubicBezTo>
                    <a:pt x="31937" y="19771"/>
                    <a:pt x="24714" y="25347"/>
                    <a:pt x="15969" y="25347"/>
                  </a:cubicBezTo>
                  <a:cubicBezTo>
                    <a:pt x="7224" y="25347"/>
                    <a:pt x="0" y="19644"/>
                    <a:pt x="0" y="12674"/>
                  </a:cubicBezTo>
                  <a:cubicBezTo>
                    <a:pt x="0" y="5703"/>
                    <a:pt x="7224" y="0"/>
                    <a:pt x="15969" y="0"/>
                  </a:cubicBezTo>
                  <a:cubicBezTo>
                    <a:pt x="24714" y="0"/>
                    <a:pt x="31937" y="5703"/>
                    <a:pt x="31937" y="1267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06" name="Freeform: Shape 5505">
              <a:extLst>
                <a:ext uri="{FF2B5EF4-FFF2-40B4-BE49-F238E27FC236}">
                  <a16:creationId xmlns:a16="http://schemas.microsoft.com/office/drawing/2014/main" id="{89952666-C591-CD94-4943-18375E44B50D}"/>
                </a:ext>
              </a:extLst>
            </p:cNvPr>
            <p:cNvSpPr/>
            <p:nvPr/>
          </p:nvSpPr>
          <p:spPr>
            <a:xfrm>
              <a:off x="283889" y="3016092"/>
              <a:ext cx="30670" cy="24333"/>
            </a:xfrm>
            <a:custGeom>
              <a:avLst/>
              <a:gdLst>
                <a:gd name="connsiteX0" fmla="*/ 30670 w 30670"/>
                <a:gd name="connsiteY0" fmla="*/ 12167 h 24333"/>
                <a:gd name="connsiteX1" fmla="*/ 15335 w 30670"/>
                <a:gd name="connsiteY1" fmla="*/ 24333 h 24333"/>
                <a:gd name="connsiteX2" fmla="*/ 0 w 30670"/>
                <a:gd name="connsiteY2" fmla="*/ 12167 h 24333"/>
                <a:gd name="connsiteX3" fmla="*/ 15335 w 30670"/>
                <a:gd name="connsiteY3" fmla="*/ 0 h 24333"/>
                <a:gd name="connsiteX4" fmla="*/ 30670 w 30670"/>
                <a:gd name="connsiteY4" fmla="*/ 12167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70" h="24333">
                  <a:moveTo>
                    <a:pt x="30670" y="12167"/>
                  </a:moveTo>
                  <a:cubicBezTo>
                    <a:pt x="30670" y="18884"/>
                    <a:pt x="23826" y="24333"/>
                    <a:pt x="15335" y="24333"/>
                  </a:cubicBezTo>
                  <a:cubicBezTo>
                    <a:pt x="6844" y="24333"/>
                    <a:pt x="0" y="18884"/>
                    <a:pt x="0" y="12167"/>
                  </a:cubicBezTo>
                  <a:cubicBezTo>
                    <a:pt x="0" y="5450"/>
                    <a:pt x="6844" y="0"/>
                    <a:pt x="15335" y="0"/>
                  </a:cubicBezTo>
                  <a:cubicBezTo>
                    <a:pt x="23826" y="0"/>
                    <a:pt x="30670" y="5450"/>
                    <a:pt x="30670" y="121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07" name="Freeform: Shape 5506">
              <a:extLst>
                <a:ext uri="{FF2B5EF4-FFF2-40B4-BE49-F238E27FC236}">
                  <a16:creationId xmlns:a16="http://schemas.microsoft.com/office/drawing/2014/main" id="{7816680A-FE32-03DF-7EE7-B7FE6FBEE1DA}"/>
                </a:ext>
              </a:extLst>
            </p:cNvPr>
            <p:cNvSpPr/>
            <p:nvPr/>
          </p:nvSpPr>
          <p:spPr>
            <a:xfrm>
              <a:off x="297450" y="2912929"/>
              <a:ext cx="29909" cy="23572"/>
            </a:xfrm>
            <a:custGeom>
              <a:avLst/>
              <a:gdLst>
                <a:gd name="connsiteX0" fmla="*/ 29910 w 29909"/>
                <a:gd name="connsiteY0" fmla="*/ 11787 h 23572"/>
                <a:gd name="connsiteX1" fmla="*/ 14955 w 29909"/>
                <a:gd name="connsiteY1" fmla="*/ 23573 h 23572"/>
                <a:gd name="connsiteX2" fmla="*/ 0 w 29909"/>
                <a:gd name="connsiteY2" fmla="*/ 11787 h 23572"/>
                <a:gd name="connsiteX3" fmla="*/ 14955 w 29909"/>
                <a:gd name="connsiteY3" fmla="*/ 0 h 23572"/>
                <a:gd name="connsiteX4" fmla="*/ 29910 w 29909"/>
                <a:gd name="connsiteY4" fmla="*/ 11787 h 2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909" h="23572">
                  <a:moveTo>
                    <a:pt x="29910" y="11787"/>
                  </a:moveTo>
                  <a:cubicBezTo>
                    <a:pt x="29910" y="18377"/>
                    <a:pt x="23319" y="23573"/>
                    <a:pt x="14955" y="23573"/>
                  </a:cubicBezTo>
                  <a:cubicBezTo>
                    <a:pt x="6590" y="23573"/>
                    <a:pt x="0" y="18250"/>
                    <a:pt x="0" y="11787"/>
                  </a:cubicBezTo>
                  <a:cubicBezTo>
                    <a:pt x="0" y="5323"/>
                    <a:pt x="6717" y="0"/>
                    <a:pt x="14955" y="0"/>
                  </a:cubicBezTo>
                  <a:cubicBezTo>
                    <a:pt x="23193" y="0"/>
                    <a:pt x="29910" y="5323"/>
                    <a:pt x="29910" y="1178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08" name="Freeform: Shape 5507">
              <a:extLst>
                <a:ext uri="{FF2B5EF4-FFF2-40B4-BE49-F238E27FC236}">
                  <a16:creationId xmlns:a16="http://schemas.microsoft.com/office/drawing/2014/main" id="{9D6B88B7-7593-C286-2E50-452802109213}"/>
                </a:ext>
              </a:extLst>
            </p:cNvPr>
            <p:cNvSpPr/>
            <p:nvPr/>
          </p:nvSpPr>
          <p:spPr>
            <a:xfrm>
              <a:off x="313799" y="2809893"/>
              <a:ext cx="29276" cy="23319"/>
            </a:xfrm>
            <a:custGeom>
              <a:avLst/>
              <a:gdLst>
                <a:gd name="connsiteX0" fmla="*/ 29276 w 29276"/>
                <a:gd name="connsiteY0" fmla="*/ 11660 h 23319"/>
                <a:gd name="connsiteX1" fmla="*/ 14575 w 29276"/>
                <a:gd name="connsiteY1" fmla="*/ 23320 h 23319"/>
                <a:gd name="connsiteX2" fmla="*/ 0 w 29276"/>
                <a:gd name="connsiteY2" fmla="*/ 11660 h 23319"/>
                <a:gd name="connsiteX3" fmla="*/ 14575 w 29276"/>
                <a:gd name="connsiteY3" fmla="*/ 0 h 23319"/>
                <a:gd name="connsiteX4" fmla="*/ 29276 w 29276"/>
                <a:gd name="connsiteY4" fmla="*/ 11660 h 23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276" h="23319">
                  <a:moveTo>
                    <a:pt x="29276" y="11660"/>
                  </a:moveTo>
                  <a:cubicBezTo>
                    <a:pt x="29276" y="18123"/>
                    <a:pt x="22686" y="23320"/>
                    <a:pt x="14575" y="23320"/>
                  </a:cubicBezTo>
                  <a:cubicBezTo>
                    <a:pt x="6464" y="23320"/>
                    <a:pt x="0" y="18123"/>
                    <a:pt x="0" y="11660"/>
                  </a:cubicBezTo>
                  <a:cubicBezTo>
                    <a:pt x="0" y="5196"/>
                    <a:pt x="6590" y="0"/>
                    <a:pt x="14575" y="0"/>
                  </a:cubicBezTo>
                  <a:cubicBezTo>
                    <a:pt x="22559" y="0"/>
                    <a:pt x="29276" y="5196"/>
                    <a:pt x="29276" y="1166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09" name="Freeform: Shape 5508">
              <a:extLst>
                <a:ext uri="{FF2B5EF4-FFF2-40B4-BE49-F238E27FC236}">
                  <a16:creationId xmlns:a16="http://schemas.microsoft.com/office/drawing/2014/main" id="{CF53F56A-0F93-928D-17BA-768B74CDC48B}"/>
                </a:ext>
              </a:extLst>
            </p:cNvPr>
            <p:cNvSpPr/>
            <p:nvPr/>
          </p:nvSpPr>
          <p:spPr>
            <a:xfrm>
              <a:off x="333570" y="2707617"/>
              <a:ext cx="27628" cy="21925"/>
            </a:xfrm>
            <a:custGeom>
              <a:avLst/>
              <a:gdLst>
                <a:gd name="connsiteX0" fmla="*/ 27628 w 27628"/>
                <a:gd name="connsiteY0" fmla="*/ 10899 h 21925"/>
                <a:gd name="connsiteX1" fmla="*/ 13814 w 27628"/>
                <a:gd name="connsiteY1" fmla="*/ 21925 h 21925"/>
                <a:gd name="connsiteX2" fmla="*/ 0 w 27628"/>
                <a:gd name="connsiteY2" fmla="*/ 10899 h 21925"/>
                <a:gd name="connsiteX3" fmla="*/ 13814 w 27628"/>
                <a:gd name="connsiteY3" fmla="*/ 0 h 21925"/>
                <a:gd name="connsiteX4" fmla="*/ 27628 w 27628"/>
                <a:gd name="connsiteY4" fmla="*/ 10899 h 2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28" h="21925">
                  <a:moveTo>
                    <a:pt x="27628" y="10899"/>
                  </a:moveTo>
                  <a:cubicBezTo>
                    <a:pt x="27628" y="16983"/>
                    <a:pt x="21418" y="21925"/>
                    <a:pt x="13814" y="21925"/>
                  </a:cubicBezTo>
                  <a:cubicBezTo>
                    <a:pt x="6210" y="21925"/>
                    <a:pt x="0" y="16983"/>
                    <a:pt x="0" y="10899"/>
                  </a:cubicBezTo>
                  <a:cubicBezTo>
                    <a:pt x="0" y="4816"/>
                    <a:pt x="6210" y="0"/>
                    <a:pt x="13814" y="0"/>
                  </a:cubicBezTo>
                  <a:cubicBezTo>
                    <a:pt x="21418" y="0"/>
                    <a:pt x="27628" y="4943"/>
                    <a:pt x="27628" y="1089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10" name="Freeform: Shape 5509">
              <a:extLst>
                <a:ext uri="{FF2B5EF4-FFF2-40B4-BE49-F238E27FC236}">
                  <a16:creationId xmlns:a16="http://schemas.microsoft.com/office/drawing/2014/main" id="{E5842C1C-DB50-5202-38A4-D8CF99E7C16F}"/>
                </a:ext>
              </a:extLst>
            </p:cNvPr>
            <p:cNvSpPr/>
            <p:nvPr/>
          </p:nvSpPr>
          <p:spPr>
            <a:xfrm>
              <a:off x="355748" y="2605468"/>
              <a:ext cx="26868" cy="21291"/>
            </a:xfrm>
            <a:custGeom>
              <a:avLst/>
              <a:gdLst>
                <a:gd name="connsiteX0" fmla="*/ 26868 w 26868"/>
                <a:gd name="connsiteY0" fmla="*/ 10646 h 21291"/>
                <a:gd name="connsiteX1" fmla="*/ 13434 w 26868"/>
                <a:gd name="connsiteY1" fmla="*/ 21292 h 21291"/>
                <a:gd name="connsiteX2" fmla="*/ 0 w 26868"/>
                <a:gd name="connsiteY2" fmla="*/ 10646 h 21291"/>
                <a:gd name="connsiteX3" fmla="*/ 13434 w 26868"/>
                <a:gd name="connsiteY3" fmla="*/ 0 h 21291"/>
                <a:gd name="connsiteX4" fmla="*/ 26868 w 26868"/>
                <a:gd name="connsiteY4" fmla="*/ 10646 h 2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68" h="21291">
                  <a:moveTo>
                    <a:pt x="26868" y="10646"/>
                  </a:moveTo>
                  <a:cubicBezTo>
                    <a:pt x="26868" y="16476"/>
                    <a:pt x="20785" y="21292"/>
                    <a:pt x="13434" y="21292"/>
                  </a:cubicBezTo>
                  <a:cubicBezTo>
                    <a:pt x="6083" y="21292"/>
                    <a:pt x="0" y="16476"/>
                    <a:pt x="0" y="10646"/>
                  </a:cubicBezTo>
                  <a:cubicBezTo>
                    <a:pt x="0" y="4816"/>
                    <a:pt x="5957" y="0"/>
                    <a:pt x="13434" y="0"/>
                  </a:cubicBezTo>
                  <a:cubicBezTo>
                    <a:pt x="20911" y="0"/>
                    <a:pt x="26868" y="4816"/>
                    <a:pt x="26868" y="1064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11" name="Freeform: Shape 5510">
              <a:extLst>
                <a:ext uri="{FF2B5EF4-FFF2-40B4-BE49-F238E27FC236}">
                  <a16:creationId xmlns:a16="http://schemas.microsoft.com/office/drawing/2014/main" id="{DE381E1A-6DCF-3833-E985-F81F0329B9FE}"/>
                </a:ext>
              </a:extLst>
            </p:cNvPr>
            <p:cNvSpPr/>
            <p:nvPr/>
          </p:nvSpPr>
          <p:spPr>
            <a:xfrm>
              <a:off x="380589" y="2503572"/>
              <a:ext cx="26361" cy="20784"/>
            </a:xfrm>
            <a:custGeom>
              <a:avLst/>
              <a:gdLst>
                <a:gd name="connsiteX0" fmla="*/ 26361 w 26361"/>
                <a:gd name="connsiteY0" fmla="*/ 10392 h 20784"/>
                <a:gd name="connsiteX1" fmla="*/ 13181 w 26361"/>
                <a:gd name="connsiteY1" fmla="*/ 20785 h 20784"/>
                <a:gd name="connsiteX2" fmla="*/ 0 w 26361"/>
                <a:gd name="connsiteY2" fmla="*/ 10392 h 20784"/>
                <a:gd name="connsiteX3" fmla="*/ 13181 w 26361"/>
                <a:gd name="connsiteY3" fmla="*/ 0 h 20784"/>
                <a:gd name="connsiteX4" fmla="*/ 26361 w 26361"/>
                <a:gd name="connsiteY4" fmla="*/ 10392 h 20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61" h="20784">
                  <a:moveTo>
                    <a:pt x="26361" y="10392"/>
                  </a:moveTo>
                  <a:cubicBezTo>
                    <a:pt x="26361" y="16096"/>
                    <a:pt x="20404" y="20785"/>
                    <a:pt x="13181" y="20785"/>
                  </a:cubicBezTo>
                  <a:cubicBezTo>
                    <a:pt x="5957" y="20785"/>
                    <a:pt x="0" y="16096"/>
                    <a:pt x="0" y="10392"/>
                  </a:cubicBezTo>
                  <a:cubicBezTo>
                    <a:pt x="0" y="4689"/>
                    <a:pt x="5830" y="0"/>
                    <a:pt x="13181" y="0"/>
                  </a:cubicBezTo>
                  <a:cubicBezTo>
                    <a:pt x="20531" y="0"/>
                    <a:pt x="26361" y="4689"/>
                    <a:pt x="26361" y="1039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12" name="Freeform: Shape 5511">
              <a:extLst>
                <a:ext uri="{FF2B5EF4-FFF2-40B4-BE49-F238E27FC236}">
                  <a16:creationId xmlns:a16="http://schemas.microsoft.com/office/drawing/2014/main" id="{EC9D5615-1C6F-A384-4153-DD4F7CAEDC60}"/>
                </a:ext>
              </a:extLst>
            </p:cNvPr>
            <p:cNvSpPr/>
            <p:nvPr/>
          </p:nvSpPr>
          <p:spPr>
            <a:xfrm>
              <a:off x="408597" y="2402057"/>
              <a:ext cx="25600" cy="20277"/>
            </a:xfrm>
            <a:custGeom>
              <a:avLst/>
              <a:gdLst>
                <a:gd name="connsiteX0" fmla="*/ 25601 w 25600"/>
                <a:gd name="connsiteY0" fmla="*/ 10139 h 20277"/>
                <a:gd name="connsiteX1" fmla="*/ 12800 w 25600"/>
                <a:gd name="connsiteY1" fmla="*/ 20278 h 20277"/>
                <a:gd name="connsiteX2" fmla="*/ 0 w 25600"/>
                <a:gd name="connsiteY2" fmla="*/ 10139 h 20277"/>
                <a:gd name="connsiteX3" fmla="*/ 12800 w 25600"/>
                <a:gd name="connsiteY3" fmla="*/ 0 h 20277"/>
                <a:gd name="connsiteX4" fmla="*/ 25601 w 25600"/>
                <a:gd name="connsiteY4" fmla="*/ 10139 h 2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00" h="20277">
                  <a:moveTo>
                    <a:pt x="25601" y="10139"/>
                  </a:moveTo>
                  <a:cubicBezTo>
                    <a:pt x="25601" y="15715"/>
                    <a:pt x="19898" y="20278"/>
                    <a:pt x="12800" y="20278"/>
                  </a:cubicBezTo>
                  <a:cubicBezTo>
                    <a:pt x="5703" y="20278"/>
                    <a:pt x="0" y="15715"/>
                    <a:pt x="0" y="10139"/>
                  </a:cubicBezTo>
                  <a:cubicBezTo>
                    <a:pt x="0" y="4563"/>
                    <a:pt x="5703" y="0"/>
                    <a:pt x="12800" y="0"/>
                  </a:cubicBezTo>
                  <a:cubicBezTo>
                    <a:pt x="19898" y="0"/>
                    <a:pt x="25601" y="4563"/>
                    <a:pt x="25601" y="1013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13" name="Freeform: Shape 5512">
              <a:extLst>
                <a:ext uri="{FF2B5EF4-FFF2-40B4-BE49-F238E27FC236}">
                  <a16:creationId xmlns:a16="http://schemas.microsoft.com/office/drawing/2014/main" id="{814A62B8-566B-3BBB-A897-E83F127F8C05}"/>
                </a:ext>
              </a:extLst>
            </p:cNvPr>
            <p:cNvSpPr/>
            <p:nvPr/>
          </p:nvSpPr>
          <p:spPr>
            <a:xfrm>
              <a:off x="439394" y="2301175"/>
              <a:ext cx="24713" cy="19644"/>
            </a:xfrm>
            <a:custGeom>
              <a:avLst/>
              <a:gdLst>
                <a:gd name="connsiteX0" fmla="*/ 24714 w 24713"/>
                <a:gd name="connsiteY0" fmla="*/ 9885 h 19644"/>
                <a:gd name="connsiteX1" fmla="*/ 12420 w 24713"/>
                <a:gd name="connsiteY1" fmla="*/ 19644 h 19644"/>
                <a:gd name="connsiteX2" fmla="*/ 0 w 24713"/>
                <a:gd name="connsiteY2" fmla="*/ 9885 h 19644"/>
                <a:gd name="connsiteX3" fmla="*/ 12420 w 24713"/>
                <a:gd name="connsiteY3" fmla="*/ 0 h 19644"/>
                <a:gd name="connsiteX4" fmla="*/ 24714 w 24713"/>
                <a:gd name="connsiteY4" fmla="*/ 9885 h 19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713" h="19644">
                  <a:moveTo>
                    <a:pt x="24714" y="9885"/>
                  </a:moveTo>
                  <a:cubicBezTo>
                    <a:pt x="24714" y="15335"/>
                    <a:pt x="19137" y="19644"/>
                    <a:pt x="12420" y="19644"/>
                  </a:cubicBezTo>
                  <a:cubicBezTo>
                    <a:pt x="5703" y="19644"/>
                    <a:pt x="0" y="15208"/>
                    <a:pt x="0" y="9885"/>
                  </a:cubicBezTo>
                  <a:cubicBezTo>
                    <a:pt x="0" y="4563"/>
                    <a:pt x="5576" y="0"/>
                    <a:pt x="12420" y="0"/>
                  </a:cubicBezTo>
                  <a:cubicBezTo>
                    <a:pt x="19264" y="0"/>
                    <a:pt x="24714" y="4436"/>
                    <a:pt x="24714" y="988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14" name="Freeform: Shape 5513">
              <a:extLst>
                <a:ext uri="{FF2B5EF4-FFF2-40B4-BE49-F238E27FC236}">
                  <a16:creationId xmlns:a16="http://schemas.microsoft.com/office/drawing/2014/main" id="{607C2828-E794-D752-FF5F-C3910CE2E772}"/>
                </a:ext>
              </a:extLst>
            </p:cNvPr>
            <p:cNvSpPr/>
            <p:nvPr/>
          </p:nvSpPr>
          <p:spPr>
            <a:xfrm>
              <a:off x="473359" y="2201307"/>
              <a:ext cx="23319" cy="18503"/>
            </a:xfrm>
            <a:custGeom>
              <a:avLst/>
              <a:gdLst>
                <a:gd name="connsiteX0" fmla="*/ 23319 w 23319"/>
                <a:gd name="connsiteY0" fmla="*/ 9252 h 18503"/>
                <a:gd name="connsiteX1" fmla="*/ 11660 w 23319"/>
                <a:gd name="connsiteY1" fmla="*/ 18503 h 18503"/>
                <a:gd name="connsiteX2" fmla="*/ 0 w 23319"/>
                <a:gd name="connsiteY2" fmla="*/ 9252 h 18503"/>
                <a:gd name="connsiteX3" fmla="*/ 11660 w 23319"/>
                <a:gd name="connsiteY3" fmla="*/ 0 h 18503"/>
                <a:gd name="connsiteX4" fmla="*/ 23319 w 23319"/>
                <a:gd name="connsiteY4" fmla="*/ 9252 h 18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319" h="18503">
                  <a:moveTo>
                    <a:pt x="23319" y="9252"/>
                  </a:moveTo>
                  <a:cubicBezTo>
                    <a:pt x="23319" y="14321"/>
                    <a:pt x="18123" y="18503"/>
                    <a:pt x="11660" y="18503"/>
                  </a:cubicBezTo>
                  <a:cubicBezTo>
                    <a:pt x="5196" y="18503"/>
                    <a:pt x="0" y="14321"/>
                    <a:pt x="0" y="9252"/>
                  </a:cubicBezTo>
                  <a:cubicBezTo>
                    <a:pt x="0" y="4182"/>
                    <a:pt x="5196" y="0"/>
                    <a:pt x="11660" y="0"/>
                  </a:cubicBezTo>
                  <a:cubicBezTo>
                    <a:pt x="18123" y="0"/>
                    <a:pt x="23319" y="4182"/>
                    <a:pt x="23319" y="925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15" name="Freeform: Shape 5514">
              <a:extLst>
                <a:ext uri="{FF2B5EF4-FFF2-40B4-BE49-F238E27FC236}">
                  <a16:creationId xmlns:a16="http://schemas.microsoft.com/office/drawing/2014/main" id="{47453F0A-91D8-AA55-9F85-47E3B6197A33}"/>
                </a:ext>
              </a:extLst>
            </p:cNvPr>
            <p:cNvSpPr/>
            <p:nvPr/>
          </p:nvSpPr>
          <p:spPr>
            <a:xfrm>
              <a:off x="509733" y="2101566"/>
              <a:ext cx="22558" cy="17869"/>
            </a:xfrm>
            <a:custGeom>
              <a:avLst/>
              <a:gdLst>
                <a:gd name="connsiteX0" fmla="*/ 22559 w 22558"/>
                <a:gd name="connsiteY0" fmla="*/ 8998 h 17869"/>
                <a:gd name="connsiteX1" fmla="*/ 11279 w 22558"/>
                <a:gd name="connsiteY1" fmla="*/ 17870 h 17869"/>
                <a:gd name="connsiteX2" fmla="*/ 0 w 22558"/>
                <a:gd name="connsiteY2" fmla="*/ 8998 h 17869"/>
                <a:gd name="connsiteX3" fmla="*/ 11279 w 22558"/>
                <a:gd name="connsiteY3" fmla="*/ 0 h 17869"/>
                <a:gd name="connsiteX4" fmla="*/ 22559 w 22558"/>
                <a:gd name="connsiteY4" fmla="*/ 8998 h 1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8" h="17869">
                  <a:moveTo>
                    <a:pt x="22559" y="8998"/>
                  </a:moveTo>
                  <a:cubicBezTo>
                    <a:pt x="22559" y="13941"/>
                    <a:pt x="17490" y="17870"/>
                    <a:pt x="11279" y="17870"/>
                  </a:cubicBezTo>
                  <a:cubicBezTo>
                    <a:pt x="5069" y="17870"/>
                    <a:pt x="0" y="13814"/>
                    <a:pt x="0" y="8998"/>
                  </a:cubicBezTo>
                  <a:cubicBezTo>
                    <a:pt x="0" y="4182"/>
                    <a:pt x="5069" y="0"/>
                    <a:pt x="11279" y="0"/>
                  </a:cubicBezTo>
                  <a:cubicBezTo>
                    <a:pt x="17490" y="0"/>
                    <a:pt x="22559" y="4056"/>
                    <a:pt x="22559" y="89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16" name="Freeform: Shape 5515">
              <a:extLst>
                <a:ext uri="{FF2B5EF4-FFF2-40B4-BE49-F238E27FC236}">
                  <a16:creationId xmlns:a16="http://schemas.microsoft.com/office/drawing/2014/main" id="{C5D34A30-B2F8-87D5-FD3F-A7B5473E9238}"/>
                </a:ext>
              </a:extLst>
            </p:cNvPr>
            <p:cNvSpPr/>
            <p:nvPr/>
          </p:nvSpPr>
          <p:spPr>
            <a:xfrm>
              <a:off x="549021" y="2002585"/>
              <a:ext cx="21798" cy="17236"/>
            </a:xfrm>
            <a:custGeom>
              <a:avLst/>
              <a:gdLst>
                <a:gd name="connsiteX0" fmla="*/ 21799 w 21798"/>
                <a:gd name="connsiteY0" fmla="*/ 8618 h 17236"/>
                <a:gd name="connsiteX1" fmla="*/ 10899 w 21798"/>
                <a:gd name="connsiteY1" fmla="*/ 17236 h 17236"/>
                <a:gd name="connsiteX2" fmla="*/ 0 w 21798"/>
                <a:gd name="connsiteY2" fmla="*/ 8618 h 17236"/>
                <a:gd name="connsiteX3" fmla="*/ 10899 w 21798"/>
                <a:gd name="connsiteY3" fmla="*/ 0 h 17236"/>
                <a:gd name="connsiteX4" fmla="*/ 21799 w 21798"/>
                <a:gd name="connsiteY4" fmla="*/ 8618 h 17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798" h="17236">
                  <a:moveTo>
                    <a:pt x="21799" y="8618"/>
                  </a:moveTo>
                  <a:cubicBezTo>
                    <a:pt x="21799" y="13434"/>
                    <a:pt x="16856" y="17236"/>
                    <a:pt x="10899" y="17236"/>
                  </a:cubicBezTo>
                  <a:cubicBezTo>
                    <a:pt x="4943" y="17236"/>
                    <a:pt x="0" y="13307"/>
                    <a:pt x="0" y="8618"/>
                  </a:cubicBezTo>
                  <a:cubicBezTo>
                    <a:pt x="0" y="3929"/>
                    <a:pt x="4943" y="0"/>
                    <a:pt x="10899" y="0"/>
                  </a:cubicBezTo>
                  <a:cubicBezTo>
                    <a:pt x="16856" y="0"/>
                    <a:pt x="21799" y="3929"/>
                    <a:pt x="21799" y="86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17" name="Freeform: Shape 5516">
              <a:extLst>
                <a:ext uri="{FF2B5EF4-FFF2-40B4-BE49-F238E27FC236}">
                  <a16:creationId xmlns:a16="http://schemas.microsoft.com/office/drawing/2014/main" id="{53AEE070-4157-D46D-9FBE-AB8940E3012E}"/>
                </a:ext>
              </a:extLst>
            </p:cNvPr>
            <p:cNvSpPr/>
            <p:nvPr/>
          </p:nvSpPr>
          <p:spPr>
            <a:xfrm>
              <a:off x="591351" y="1904491"/>
              <a:ext cx="20404" cy="16222"/>
            </a:xfrm>
            <a:custGeom>
              <a:avLst/>
              <a:gdLst>
                <a:gd name="connsiteX0" fmla="*/ 20404 w 20404"/>
                <a:gd name="connsiteY0" fmla="*/ 8111 h 16222"/>
                <a:gd name="connsiteX1" fmla="*/ 10139 w 20404"/>
                <a:gd name="connsiteY1" fmla="*/ 16222 h 16222"/>
                <a:gd name="connsiteX2" fmla="*/ 0 w 20404"/>
                <a:gd name="connsiteY2" fmla="*/ 8111 h 16222"/>
                <a:gd name="connsiteX3" fmla="*/ 10139 w 20404"/>
                <a:gd name="connsiteY3" fmla="*/ 0 h 16222"/>
                <a:gd name="connsiteX4" fmla="*/ 20404 w 20404"/>
                <a:gd name="connsiteY4" fmla="*/ 8111 h 1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04" h="16222">
                  <a:moveTo>
                    <a:pt x="20404" y="8111"/>
                  </a:moveTo>
                  <a:cubicBezTo>
                    <a:pt x="20404" y="12547"/>
                    <a:pt x="15842" y="16222"/>
                    <a:pt x="10139" y="16222"/>
                  </a:cubicBezTo>
                  <a:cubicBezTo>
                    <a:pt x="4436" y="16222"/>
                    <a:pt x="0" y="12547"/>
                    <a:pt x="0" y="8111"/>
                  </a:cubicBezTo>
                  <a:cubicBezTo>
                    <a:pt x="0" y="3675"/>
                    <a:pt x="4563" y="0"/>
                    <a:pt x="10139" y="0"/>
                  </a:cubicBezTo>
                  <a:cubicBezTo>
                    <a:pt x="15715" y="0"/>
                    <a:pt x="20404" y="3675"/>
                    <a:pt x="20404" y="811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18" name="Freeform: Shape 5517">
              <a:extLst>
                <a:ext uri="{FF2B5EF4-FFF2-40B4-BE49-F238E27FC236}">
                  <a16:creationId xmlns:a16="http://schemas.microsoft.com/office/drawing/2014/main" id="{91B9E774-9A2E-1358-EE7D-979595030B8B}"/>
                </a:ext>
              </a:extLst>
            </p:cNvPr>
            <p:cNvSpPr/>
            <p:nvPr/>
          </p:nvSpPr>
          <p:spPr>
            <a:xfrm>
              <a:off x="636088" y="1807031"/>
              <a:ext cx="19644" cy="15588"/>
            </a:xfrm>
            <a:custGeom>
              <a:avLst/>
              <a:gdLst>
                <a:gd name="connsiteX0" fmla="*/ 19644 w 19644"/>
                <a:gd name="connsiteY0" fmla="*/ 7731 h 15588"/>
                <a:gd name="connsiteX1" fmla="*/ 9885 w 19644"/>
                <a:gd name="connsiteY1" fmla="*/ 15588 h 15588"/>
                <a:gd name="connsiteX2" fmla="*/ 0 w 19644"/>
                <a:gd name="connsiteY2" fmla="*/ 7731 h 15588"/>
                <a:gd name="connsiteX3" fmla="*/ 9885 w 19644"/>
                <a:gd name="connsiteY3" fmla="*/ 0 h 15588"/>
                <a:gd name="connsiteX4" fmla="*/ 19644 w 19644"/>
                <a:gd name="connsiteY4" fmla="*/ 7731 h 1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44" h="15588">
                  <a:moveTo>
                    <a:pt x="19644" y="7731"/>
                  </a:moveTo>
                  <a:cubicBezTo>
                    <a:pt x="19644" y="12040"/>
                    <a:pt x="15208" y="15588"/>
                    <a:pt x="9885" y="15588"/>
                  </a:cubicBezTo>
                  <a:cubicBezTo>
                    <a:pt x="4563" y="15588"/>
                    <a:pt x="0" y="12040"/>
                    <a:pt x="0" y="7731"/>
                  </a:cubicBezTo>
                  <a:cubicBezTo>
                    <a:pt x="0" y="3422"/>
                    <a:pt x="4436" y="0"/>
                    <a:pt x="9885" y="0"/>
                  </a:cubicBezTo>
                  <a:cubicBezTo>
                    <a:pt x="15335" y="0"/>
                    <a:pt x="19644" y="3422"/>
                    <a:pt x="19644" y="773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19" name="Freeform: Shape 5518">
              <a:extLst>
                <a:ext uri="{FF2B5EF4-FFF2-40B4-BE49-F238E27FC236}">
                  <a16:creationId xmlns:a16="http://schemas.microsoft.com/office/drawing/2014/main" id="{25A4AFFC-0891-52FE-46AA-CE2E378EA4F8}"/>
                </a:ext>
              </a:extLst>
            </p:cNvPr>
            <p:cNvSpPr/>
            <p:nvPr/>
          </p:nvSpPr>
          <p:spPr>
            <a:xfrm>
              <a:off x="683741" y="1710205"/>
              <a:ext cx="18756" cy="14954"/>
            </a:xfrm>
            <a:custGeom>
              <a:avLst/>
              <a:gdLst>
                <a:gd name="connsiteX0" fmla="*/ 18757 w 18756"/>
                <a:gd name="connsiteY0" fmla="*/ 7477 h 14954"/>
                <a:gd name="connsiteX1" fmla="*/ 9378 w 18756"/>
                <a:gd name="connsiteY1" fmla="*/ 14955 h 14954"/>
                <a:gd name="connsiteX2" fmla="*/ 0 w 18756"/>
                <a:gd name="connsiteY2" fmla="*/ 7477 h 14954"/>
                <a:gd name="connsiteX3" fmla="*/ 9378 w 18756"/>
                <a:gd name="connsiteY3" fmla="*/ 0 h 14954"/>
                <a:gd name="connsiteX4" fmla="*/ 18757 w 18756"/>
                <a:gd name="connsiteY4" fmla="*/ 7477 h 14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56" h="14954">
                  <a:moveTo>
                    <a:pt x="18757" y="7477"/>
                  </a:moveTo>
                  <a:cubicBezTo>
                    <a:pt x="18757" y="11533"/>
                    <a:pt x="14575" y="14955"/>
                    <a:pt x="9378" y="14955"/>
                  </a:cubicBezTo>
                  <a:cubicBezTo>
                    <a:pt x="4182" y="14955"/>
                    <a:pt x="0" y="11660"/>
                    <a:pt x="0" y="7477"/>
                  </a:cubicBezTo>
                  <a:cubicBezTo>
                    <a:pt x="0" y="3295"/>
                    <a:pt x="4182" y="0"/>
                    <a:pt x="9378" y="0"/>
                  </a:cubicBezTo>
                  <a:cubicBezTo>
                    <a:pt x="14575" y="0"/>
                    <a:pt x="18757" y="3295"/>
                    <a:pt x="18757" y="747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20" name="Freeform: Shape 5519">
              <a:extLst>
                <a:ext uri="{FF2B5EF4-FFF2-40B4-BE49-F238E27FC236}">
                  <a16:creationId xmlns:a16="http://schemas.microsoft.com/office/drawing/2014/main" id="{50B64180-CBFF-01E9-D781-F033B2D20182}"/>
                </a:ext>
              </a:extLst>
            </p:cNvPr>
            <p:cNvSpPr/>
            <p:nvPr/>
          </p:nvSpPr>
          <p:spPr>
            <a:xfrm>
              <a:off x="734055" y="1614519"/>
              <a:ext cx="17489" cy="13940"/>
            </a:xfrm>
            <a:custGeom>
              <a:avLst/>
              <a:gdLst>
                <a:gd name="connsiteX0" fmla="*/ 17490 w 17489"/>
                <a:gd name="connsiteY0" fmla="*/ 6970 h 13940"/>
                <a:gd name="connsiteX1" fmla="*/ 8745 w 17489"/>
                <a:gd name="connsiteY1" fmla="*/ 13941 h 13940"/>
                <a:gd name="connsiteX2" fmla="*/ 0 w 17489"/>
                <a:gd name="connsiteY2" fmla="*/ 6970 h 13940"/>
                <a:gd name="connsiteX3" fmla="*/ 8745 w 17489"/>
                <a:gd name="connsiteY3" fmla="*/ 0 h 13940"/>
                <a:gd name="connsiteX4" fmla="*/ 17490 w 17489"/>
                <a:gd name="connsiteY4" fmla="*/ 6970 h 13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89" h="13940">
                  <a:moveTo>
                    <a:pt x="17490" y="6970"/>
                  </a:moveTo>
                  <a:cubicBezTo>
                    <a:pt x="17490" y="10772"/>
                    <a:pt x="13561" y="13941"/>
                    <a:pt x="8745" y="13941"/>
                  </a:cubicBezTo>
                  <a:cubicBezTo>
                    <a:pt x="3929" y="13941"/>
                    <a:pt x="0" y="10772"/>
                    <a:pt x="0" y="6970"/>
                  </a:cubicBezTo>
                  <a:cubicBezTo>
                    <a:pt x="0" y="3168"/>
                    <a:pt x="3929" y="0"/>
                    <a:pt x="8745" y="0"/>
                  </a:cubicBezTo>
                  <a:cubicBezTo>
                    <a:pt x="13561" y="0"/>
                    <a:pt x="17490" y="3042"/>
                    <a:pt x="17490" y="69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21" name="Freeform: Shape 5520">
              <a:extLst>
                <a:ext uri="{FF2B5EF4-FFF2-40B4-BE49-F238E27FC236}">
                  <a16:creationId xmlns:a16="http://schemas.microsoft.com/office/drawing/2014/main" id="{C0CA02E1-E719-899D-365D-EB12424E9945}"/>
                </a:ext>
              </a:extLst>
            </p:cNvPr>
            <p:cNvSpPr/>
            <p:nvPr/>
          </p:nvSpPr>
          <p:spPr>
            <a:xfrm>
              <a:off x="787031" y="1519594"/>
              <a:ext cx="16729" cy="13180"/>
            </a:xfrm>
            <a:custGeom>
              <a:avLst/>
              <a:gdLst>
                <a:gd name="connsiteX0" fmla="*/ 16729 w 16729"/>
                <a:gd name="connsiteY0" fmla="*/ 6590 h 13180"/>
                <a:gd name="connsiteX1" fmla="*/ 8365 w 16729"/>
                <a:gd name="connsiteY1" fmla="*/ 13181 h 13180"/>
                <a:gd name="connsiteX2" fmla="*/ 0 w 16729"/>
                <a:gd name="connsiteY2" fmla="*/ 6590 h 13180"/>
                <a:gd name="connsiteX3" fmla="*/ 8365 w 16729"/>
                <a:gd name="connsiteY3" fmla="*/ 0 h 13180"/>
                <a:gd name="connsiteX4" fmla="*/ 16729 w 16729"/>
                <a:gd name="connsiteY4" fmla="*/ 6590 h 13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9" h="13180">
                  <a:moveTo>
                    <a:pt x="16729" y="6590"/>
                  </a:moveTo>
                  <a:cubicBezTo>
                    <a:pt x="16729" y="10266"/>
                    <a:pt x="13054" y="13181"/>
                    <a:pt x="8365" y="13181"/>
                  </a:cubicBezTo>
                  <a:cubicBezTo>
                    <a:pt x="3675" y="13181"/>
                    <a:pt x="0" y="10266"/>
                    <a:pt x="0" y="6590"/>
                  </a:cubicBezTo>
                  <a:cubicBezTo>
                    <a:pt x="0" y="2915"/>
                    <a:pt x="3675" y="0"/>
                    <a:pt x="8365" y="0"/>
                  </a:cubicBezTo>
                  <a:cubicBezTo>
                    <a:pt x="13054" y="0"/>
                    <a:pt x="16729" y="2915"/>
                    <a:pt x="16729" y="659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22" name="Freeform: Shape 5521">
              <a:extLst>
                <a:ext uri="{FF2B5EF4-FFF2-40B4-BE49-F238E27FC236}">
                  <a16:creationId xmlns:a16="http://schemas.microsoft.com/office/drawing/2014/main" id="{0E2B82C8-0D19-DCDC-C0E4-0C9B6260F23B}"/>
                </a:ext>
              </a:extLst>
            </p:cNvPr>
            <p:cNvSpPr/>
            <p:nvPr/>
          </p:nvSpPr>
          <p:spPr>
            <a:xfrm>
              <a:off x="842921" y="1425810"/>
              <a:ext cx="15335" cy="12166"/>
            </a:xfrm>
            <a:custGeom>
              <a:avLst/>
              <a:gdLst>
                <a:gd name="connsiteX0" fmla="*/ 15335 w 15335"/>
                <a:gd name="connsiteY0" fmla="*/ 6083 h 12166"/>
                <a:gd name="connsiteX1" fmla="*/ 7731 w 15335"/>
                <a:gd name="connsiteY1" fmla="*/ 12167 h 12166"/>
                <a:gd name="connsiteX2" fmla="*/ 0 w 15335"/>
                <a:gd name="connsiteY2" fmla="*/ 6083 h 12166"/>
                <a:gd name="connsiteX3" fmla="*/ 7731 w 15335"/>
                <a:gd name="connsiteY3" fmla="*/ 0 h 12166"/>
                <a:gd name="connsiteX4" fmla="*/ 15335 w 15335"/>
                <a:gd name="connsiteY4" fmla="*/ 6083 h 1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35" h="12166">
                  <a:moveTo>
                    <a:pt x="15335" y="6083"/>
                  </a:moveTo>
                  <a:cubicBezTo>
                    <a:pt x="15335" y="9505"/>
                    <a:pt x="11913" y="12167"/>
                    <a:pt x="7731" y="12167"/>
                  </a:cubicBezTo>
                  <a:cubicBezTo>
                    <a:pt x="3549" y="12167"/>
                    <a:pt x="0" y="9505"/>
                    <a:pt x="0" y="6083"/>
                  </a:cubicBezTo>
                  <a:cubicBezTo>
                    <a:pt x="0" y="2661"/>
                    <a:pt x="3422" y="0"/>
                    <a:pt x="7731" y="0"/>
                  </a:cubicBezTo>
                  <a:cubicBezTo>
                    <a:pt x="12040" y="0"/>
                    <a:pt x="15335" y="2661"/>
                    <a:pt x="15335" y="60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23" name="Freeform: Shape 5522">
              <a:extLst>
                <a:ext uri="{FF2B5EF4-FFF2-40B4-BE49-F238E27FC236}">
                  <a16:creationId xmlns:a16="http://schemas.microsoft.com/office/drawing/2014/main" id="{2C69FCC1-6FED-781C-568D-D38448A91FA0}"/>
                </a:ext>
              </a:extLst>
            </p:cNvPr>
            <p:cNvSpPr/>
            <p:nvPr/>
          </p:nvSpPr>
          <p:spPr>
            <a:xfrm>
              <a:off x="901220" y="1332785"/>
              <a:ext cx="14447" cy="11533"/>
            </a:xfrm>
            <a:custGeom>
              <a:avLst/>
              <a:gdLst>
                <a:gd name="connsiteX0" fmla="*/ 14448 w 14447"/>
                <a:gd name="connsiteY0" fmla="*/ 5703 h 11533"/>
                <a:gd name="connsiteX1" fmla="*/ 7224 w 14447"/>
                <a:gd name="connsiteY1" fmla="*/ 11533 h 11533"/>
                <a:gd name="connsiteX2" fmla="*/ 0 w 14447"/>
                <a:gd name="connsiteY2" fmla="*/ 5703 h 11533"/>
                <a:gd name="connsiteX3" fmla="*/ 7224 w 14447"/>
                <a:gd name="connsiteY3" fmla="*/ 0 h 11533"/>
                <a:gd name="connsiteX4" fmla="*/ 14448 w 14447"/>
                <a:gd name="connsiteY4" fmla="*/ 5703 h 11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47" h="11533">
                  <a:moveTo>
                    <a:pt x="14448" y="5703"/>
                  </a:moveTo>
                  <a:cubicBezTo>
                    <a:pt x="14448" y="8872"/>
                    <a:pt x="11279" y="11533"/>
                    <a:pt x="7224" y="11533"/>
                  </a:cubicBezTo>
                  <a:cubicBezTo>
                    <a:pt x="3168" y="11533"/>
                    <a:pt x="0" y="8998"/>
                    <a:pt x="0" y="5703"/>
                  </a:cubicBezTo>
                  <a:cubicBezTo>
                    <a:pt x="0" y="2408"/>
                    <a:pt x="3295" y="0"/>
                    <a:pt x="7224" y="0"/>
                  </a:cubicBezTo>
                  <a:cubicBezTo>
                    <a:pt x="11153" y="0"/>
                    <a:pt x="14448" y="2535"/>
                    <a:pt x="14448" y="570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24" name="Freeform: Shape 5523">
              <a:extLst>
                <a:ext uri="{FF2B5EF4-FFF2-40B4-BE49-F238E27FC236}">
                  <a16:creationId xmlns:a16="http://schemas.microsoft.com/office/drawing/2014/main" id="{DC0F1032-7223-57D8-D9B1-874562A844CC}"/>
                </a:ext>
              </a:extLst>
            </p:cNvPr>
            <p:cNvSpPr/>
            <p:nvPr/>
          </p:nvSpPr>
          <p:spPr>
            <a:xfrm>
              <a:off x="962053" y="1240775"/>
              <a:ext cx="13687" cy="10899"/>
            </a:xfrm>
            <a:custGeom>
              <a:avLst/>
              <a:gdLst>
                <a:gd name="connsiteX0" fmla="*/ 13687 w 13687"/>
                <a:gd name="connsiteY0" fmla="*/ 5450 h 10899"/>
                <a:gd name="connsiteX1" fmla="*/ 6844 w 13687"/>
                <a:gd name="connsiteY1" fmla="*/ 10899 h 10899"/>
                <a:gd name="connsiteX2" fmla="*/ 0 w 13687"/>
                <a:gd name="connsiteY2" fmla="*/ 5450 h 10899"/>
                <a:gd name="connsiteX3" fmla="*/ 6844 w 13687"/>
                <a:gd name="connsiteY3" fmla="*/ 0 h 10899"/>
                <a:gd name="connsiteX4" fmla="*/ 13687 w 13687"/>
                <a:gd name="connsiteY4" fmla="*/ 5450 h 10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87" h="10899">
                  <a:moveTo>
                    <a:pt x="13687" y="5450"/>
                  </a:moveTo>
                  <a:cubicBezTo>
                    <a:pt x="13687" y="8491"/>
                    <a:pt x="10646" y="10899"/>
                    <a:pt x="6844" y="10899"/>
                  </a:cubicBezTo>
                  <a:cubicBezTo>
                    <a:pt x="3042" y="10899"/>
                    <a:pt x="0" y="8491"/>
                    <a:pt x="0" y="5450"/>
                  </a:cubicBezTo>
                  <a:cubicBezTo>
                    <a:pt x="0" y="2408"/>
                    <a:pt x="3042" y="0"/>
                    <a:pt x="6844" y="0"/>
                  </a:cubicBezTo>
                  <a:cubicBezTo>
                    <a:pt x="10646" y="0"/>
                    <a:pt x="13687" y="2408"/>
                    <a:pt x="13687" y="545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25" name="Freeform: Shape 5524">
              <a:extLst>
                <a:ext uri="{FF2B5EF4-FFF2-40B4-BE49-F238E27FC236}">
                  <a16:creationId xmlns:a16="http://schemas.microsoft.com/office/drawing/2014/main" id="{A4A7382D-E97A-5BB2-0C3D-8A6CA1716B9C}"/>
                </a:ext>
              </a:extLst>
            </p:cNvPr>
            <p:cNvSpPr/>
            <p:nvPr/>
          </p:nvSpPr>
          <p:spPr>
            <a:xfrm>
              <a:off x="1025294" y="1149779"/>
              <a:ext cx="13180" cy="10519"/>
            </a:xfrm>
            <a:custGeom>
              <a:avLst/>
              <a:gdLst>
                <a:gd name="connsiteX0" fmla="*/ 13181 w 13180"/>
                <a:gd name="connsiteY0" fmla="*/ 5196 h 10519"/>
                <a:gd name="connsiteX1" fmla="*/ 6590 w 13180"/>
                <a:gd name="connsiteY1" fmla="*/ 10519 h 10519"/>
                <a:gd name="connsiteX2" fmla="*/ 0 w 13180"/>
                <a:gd name="connsiteY2" fmla="*/ 5196 h 10519"/>
                <a:gd name="connsiteX3" fmla="*/ 6590 w 13180"/>
                <a:gd name="connsiteY3" fmla="*/ 0 h 10519"/>
                <a:gd name="connsiteX4" fmla="*/ 13181 w 13180"/>
                <a:gd name="connsiteY4" fmla="*/ 5196 h 10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80" h="10519">
                  <a:moveTo>
                    <a:pt x="13181" y="5196"/>
                  </a:moveTo>
                  <a:lnTo>
                    <a:pt x="6590" y="10519"/>
                  </a:lnTo>
                  <a:lnTo>
                    <a:pt x="0" y="5196"/>
                  </a:lnTo>
                  <a:lnTo>
                    <a:pt x="6590" y="0"/>
                  </a:lnTo>
                  <a:lnTo>
                    <a:pt x="13181" y="519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26" name="Freeform: Shape 5525">
              <a:extLst>
                <a:ext uri="{FF2B5EF4-FFF2-40B4-BE49-F238E27FC236}">
                  <a16:creationId xmlns:a16="http://schemas.microsoft.com/office/drawing/2014/main" id="{005EF5AC-EC5A-B39A-7A23-B1BD80764340}"/>
                </a:ext>
              </a:extLst>
            </p:cNvPr>
            <p:cNvSpPr/>
            <p:nvPr/>
          </p:nvSpPr>
          <p:spPr>
            <a:xfrm>
              <a:off x="1091577" y="1060430"/>
              <a:ext cx="11659" cy="9125"/>
            </a:xfrm>
            <a:custGeom>
              <a:avLst/>
              <a:gdLst>
                <a:gd name="connsiteX0" fmla="*/ 11660 w 11659"/>
                <a:gd name="connsiteY0" fmla="*/ 4563 h 9125"/>
                <a:gd name="connsiteX1" fmla="*/ 5830 w 11659"/>
                <a:gd name="connsiteY1" fmla="*/ 9125 h 9125"/>
                <a:gd name="connsiteX2" fmla="*/ 0 w 11659"/>
                <a:gd name="connsiteY2" fmla="*/ 4563 h 9125"/>
                <a:gd name="connsiteX3" fmla="*/ 5830 w 11659"/>
                <a:gd name="connsiteY3" fmla="*/ 0 h 9125"/>
                <a:gd name="connsiteX4" fmla="*/ 11660 w 11659"/>
                <a:gd name="connsiteY4" fmla="*/ 4563 h 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59" h="9125">
                  <a:moveTo>
                    <a:pt x="11660" y="4563"/>
                  </a:moveTo>
                  <a:lnTo>
                    <a:pt x="5830" y="9125"/>
                  </a:lnTo>
                  <a:lnTo>
                    <a:pt x="0" y="4563"/>
                  </a:lnTo>
                  <a:lnTo>
                    <a:pt x="5830" y="0"/>
                  </a:lnTo>
                  <a:lnTo>
                    <a:pt x="11660" y="456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27" name="Freeform: Shape 5526">
              <a:extLst>
                <a:ext uri="{FF2B5EF4-FFF2-40B4-BE49-F238E27FC236}">
                  <a16:creationId xmlns:a16="http://schemas.microsoft.com/office/drawing/2014/main" id="{80D44C42-60C3-B6CB-D748-314DE2EB999A}"/>
                </a:ext>
              </a:extLst>
            </p:cNvPr>
            <p:cNvSpPr/>
            <p:nvPr/>
          </p:nvSpPr>
          <p:spPr>
            <a:xfrm>
              <a:off x="1160015" y="971715"/>
              <a:ext cx="11026" cy="8744"/>
            </a:xfrm>
            <a:custGeom>
              <a:avLst/>
              <a:gdLst>
                <a:gd name="connsiteX0" fmla="*/ 11026 w 11026"/>
                <a:gd name="connsiteY0" fmla="*/ 4436 h 8744"/>
                <a:gd name="connsiteX1" fmla="*/ 5450 w 11026"/>
                <a:gd name="connsiteY1" fmla="*/ 8745 h 8744"/>
                <a:gd name="connsiteX2" fmla="*/ 0 w 11026"/>
                <a:gd name="connsiteY2" fmla="*/ 4436 h 8744"/>
                <a:gd name="connsiteX3" fmla="*/ 5450 w 11026"/>
                <a:gd name="connsiteY3" fmla="*/ 0 h 8744"/>
                <a:gd name="connsiteX4" fmla="*/ 11026 w 11026"/>
                <a:gd name="connsiteY4" fmla="*/ 4436 h 8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26" h="8744">
                  <a:moveTo>
                    <a:pt x="11026" y="4436"/>
                  </a:moveTo>
                  <a:lnTo>
                    <a:pt x="5450" y="8745"/>
                  </a:lnTo>
                  <a:lnTo>
                    <a:pt x="0" y="4436"/>
                  </a:lnTo>
                  <a:lnTo>
                    <a:pt x="5450" y="0"/>
                  </a:lnTo>
                  <a:lnTo>
                    <a:pt x="11026" y="44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28" name="Freeform: Shape 5527">
              <a:extLst>
                <a:ext uri="{FF2B5EF4-FFF2-40B4-BE49-F238E27FC236}">
                  <a16:creationId xmlns:a16="http://schemas.microsoft.com/office/drawing/2014/main" id="{B568C309-23C1-7DD4-404E-96B38C0505BE}"/>
                </a:ext>
              </a:extLst>
            </p:cNvPr>
            <p:cNvSpPr/>
            <p:nvPr/>
          </p:nvSpPr>
          <p:spPr>
            <a:xfrm>
              <a:off x="1231367" y="884774"/>
              <a:ext cx="9378" cy="7477"/>
            </a:xfrm>
            <a:custGeom>
              <a:avLst/>
              <a:gdLst>
                <a:gd name="connsiteX0" fmla="*/ 9378 w 9378"/>
                <a:gd name="connsiteY0" fmla="*/ 3675 h 7477"/>
                <a:gd name="connsiteX1" fmla="*/ 4689 w 9378"/>
                <a:gd name="connsiteY1" fmla="*/ 7477 h 7477"/>
                <a:gd name="connsiteX2" fmla="*/ 0 w 9378"/>
                <a:gd name="connsiteY2" fmla="*/ 3675 h 7477"/>
                <a:gd name="connsiteX3" fmla="*/ 4689 w 9378"/>
                <a:gd name="connsiteY3" fmla="*/ 0 h 7477"/>
                <a:gd name="connsiteX4" fmla="*/ 9378 w 9378"/>
                <a:gd name="connsiteY4" fmla="*/ 3675 h 7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78" h="7477">
                  <a:moveTo>
                    <a:pt x="9378" y="3675"/>
                  </a:moveTo>
                  <a:lnTo>
                    <a:pt x="4689" y="7477"/>
                  </a:lnTo>
                  <a:lnTo>
                    <a:pt x="0" y="3675"/>
                  </a:lnTo>
                  <a:lnTo>
                    <a:pt x="4689" y="0"/>
                  </a:lnTo>
                  <a:lnTo>
                    <a:pt x="9378" y="367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29" name="Freeform: Shape 5528">
              <a:extLst>
                <a:ext uri="{FF2B5EF4-FFF2-40B4-BE49-F238E27FC236}">
                  <a16:creationId xmlns:a16="http://schemas.microsoft.com/office/drawing/2014/main" id="{8197B71E-AFC6-BBEC-150B-4C54FD3D644B}"/>
                </a:ext>
              </a:extLst>
            </p:cNvPr>
            <p:cNvSpPr/>
            <p:nvPr/>
          </p:nvSpPr>
          <p:spPr>
            <a:xfrm>
              <a:off x="1304747" y="798593"/>
              <a:ext cx="8618" cy="6843"/>
            </a:xfrm>
            <a:custGeom>
              <a:avLst/>
              <a:gdLst>
                <a:gd name="connsiteX0" fmla="*/ 8618 w 8618"/>
                <a:gd name="connsiteY0" fmla="*/ 3549 h 6843"/>
                <a:gd name="connsiteX1" fmla="*/ 4309 w 8618"/>
                <a:gd name="connsiteY1" fmla="*/ 6844 h 6843"/>
                <a:gd name="connsiteX2" fmla="*/ 0 w 8618"/>
                <a:gd name="connsiteY2" fmla="*/ 3549 h 6843"/>
                <a:gd name="connsiteX3" fmla="*/ 4309 w 8618"/>
                <a:gd name="connsiteY3" fmla="*/ 0 h 6843"/>
                <a:gd name="connsiteX4" fmla="*/ 8618 w 8618"/>
                <a:gd name="connsiteY4" fmla="*/ 3549 h 6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8" h="6843">
                  <a:moveTo>
                    <a:pt x="8618" y="3549"/>
                  </a:moveTo>
                  <a:lnTo>
                    <a:pt x="4309" y="6844"/>
                  </a:lnTo>
                  <a:lnTo>
                    <a:pt x="0" y="3549"/>
                  </a:lnTo>
                  <a:lnTo>
                    <a:pt x="4309" y="0"/>
                  </a:lnTo>
                  <a:lnTo>
                    <a:pt x="8618" y="354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30" name="Freeform: Shape 5529">
              <a:extLst>
                <a:ext uri="{FF2B5EF4-FFF2-40B4-BE49-F238E27FC236}">
                  <a16:creationId xmlns:a16="http://schemas.microsoft.com/office/drawing/2014/main" id="{6DA44DE5-E9B9-4B0B-187E-E3B45DE36F5D}"/>
                </a:ext>
              </a:extLst>
            </p:cNvPr>
            <p:cNvSpPr/>
            <p:nvPr/>
          </p:nvSpPr>
          <p:spPr>
            <a:xfrm>
              <a:off x="1380789" y="714060"/>
              <a:ext cx="7223" cy="5829"/>
            </a:xfrm>
            <a:custGeom>
              <a:avLst/>
              <a:gdLst>
                <a:gd name="connsiteX0" fmla="*/ 7224 w 7223"/>
                <a:gd name="connsiteY0" fmla="*/ 2915 h 5829"/>
                <a:gd name="connsiteX1" fmla="*/ 3549 w 7223"/>
                <a:gd name="connsiteY1" fmla="*/ 5830 h 5829"/>
                <a:gd name="connsiteX2" fmla="*/ 0 w 7223"/>
                <a:gd name="connsiteY2" fmla="*/ 2915 h 5829"/>
                <a:gd name="connsiteX3" fmla="*/ 3549 w 7223"/>
                <a:gd name="connsiteY3" fmla="*/ 0 h 5829"/>
                <a:gd name="connsiteX4" fmla="*/ 7224 w 7223"/>
                <a:gd name="connsiteY4" fmla="*/ 2915 h 5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23" h="5829">
                  <a:moveTo>
                    <a:pt x="7224" y="2915"/>
                  </a:moveTo>
                  <a:lnTo>
                    <a:pt x="3549" y="5830"/>
                  </a:lnTo>
                  <a:lnTo>
                    <a:pt x="0" y="2915"/>
                  </a:lnTo>
                  <a:lnTo>
                    <a:pt x="3549" y="0"/>
                  </a:lnTo>
                  <a:lnTo>
                    <a:pt x="7224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31" name="Freeform: Shape 5530">
              <a:extLst>
                <a:ext uri="{FF2B5EF4-FFF2-40B4-BE49-F238E27FC236}">
                  <a16:creationId xmlns:a16="http://schemas.microsoft.com/office/drawing/2014/main" id="{AEF31358-5C2C-6F74-332B-8A543F376797}"/>
                </a:ext>
              </a:extLst>
            </p:cNvPr>
            <p:cNvSpPr/>
            <p:nvPr/>
          </p:nvSpPr>
          <p:spPr>
            <a:xfrm>
              <a:off x="1458985" y="630668"/>
              <a:ext cx="6463" cy="5196"/>
            </a:xfrm>
            <a:custGeom>
              <a:avLst/>
              <a:gdLst>
                <a:gd name="connsiteX0" fmla="*/ 6463 w 6463"/>
                <a:gd name="connsiteY0" fmla="*/ 2535 h 5196"/>
                <a:gd name="connsiteX1" fmla="*/ 3168 w 6463"/>
                <a:gd name="connsiteY1" fmla="*/ 5196 h 5196"/>
                <a:gd name="connsiteX2" fmla="*/ 0 w 6463"/>
                <a:gd name="connsiteY2" fmla="*/ 2535 h 5196"/>
                <a:gd name="connsiteX3" fmla="*/ 3168 w 6463"/>
                <a:gd name="connsiteY3" fmla="*/ 0 h 5196"/>
                <a:gd name="connsiteX4" fmla="*/ 6463 w 6463"/>
                <a:gd name="connsiteY4" fmla="*/ 2535 h 5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196">
                  <a:moveTo>
                    <a:pt x="6463" y="2535"/>
                  </a:moveTo>
                  <a:lnTo>
                    <a:pt x="3168" y="5196"/>
                  </a:lnTo>
                  <a:lnTo>
                    <a:pt x="0" y="2535"/>
                  </a:lnTo>
                  <a:lnTo>
                    <a:pt x="3168" y="0"/>
                  </a:lnTo>
                  <a:lnTo>
                    <a:pt x="6463" y="253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32" name="Freeform: Shape 5531">
              <a:extLst>
                <a:ext uri="{FF2B5EF4-FFF2-40B4-BE49-F238E27FC236}">
                  <a16:creationId xmlns:a16="http://schemas.microsoft.com/office/drawing/2014/main" id="{EC71C529-24E8-651B-DE48-CFAE79104586}"/>
                </a:ext>
              </a:extLst>
            </p:cNvPr>
            <p:cNvSpPr/>
            <p:nvPr/>
          </p:nvSpPr>
          <p:spPr>
            <a:xfrm>
              <a:off x="1539462" y="548670"/>
              <a:ext cx="5576" cy="4562"/>
            </a:xfrm>
            <a:custGeom>
              <a:avLst/>
              <a:gdLst>
                <a:gd name="connsiteX0" fmla="*/ 5576 w 5576"/>
                <a:gd name="connsiteY0" fmla="*/ 2281 h 4562"/>
                <a:gd name="connsiteX1" fmla="*/ 2788 w 5576"/>
                <a:gd name="connsiteY1" fmla="*/ 4563 h 4562"/>
                <a:gd name="connsiteX2" fmla="*/ 0 w 5576"/>
                <a:gd name="connsiteY2" fmla="*/ 2281 h 4562"/>
                <a:gd name="connsiteX3" fmla="*/ 2788 w 5576"/>
                <a:gd name="connsiteY3" fmla="*/ 0 h 4562"/>
                <a:gd name="connsiteX4" fmla="*/ 5576 w 5576"/>
                <a:gd name="connsiteY4" fmla="*/ 2281 h 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6" h="4562">
                  <a:moveTo>
                    <a:pt x="5576" y="2281"/>
                  </a:moveTo>
                  <a:lnTo>
                    <a:pt x="2788" y="4563"/>
                  </a:lnTo>
                  <a:lnTo>
                    <a:pt x="0" y="2281"/>
                  </a:lnTo>
                  <a:lnTo>
                    <a:pt x="2788" y="0"/>
                  </a:lnTo>
                  <a:lnTo>
                    <a:pt x="5576" y="22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33" name="Freeform: Shape 5532">
              <a:extLst>
                <a:ext uri="{FF2B5EF4-FFF2-40B4-BE49-F238E27FC236}">
                  <a16:creationId xmlns:a16="http://schemas.microsoft.com/office/drawing/2014/main" id="{63CB834E-6B6B-FF29-ECC5-EDC936538618}"/>
                </a:ext>
              </a:extLst>
            </p:cNvPr>
            <p:cNvSpPr/>
            <p:nvPr/>
          </p:nvSpPr>
          <p:spPr>
            <a:xfrm>
              <a:off x="1622474" y="468319"/>
              <a:ext cx="4435" cy="3421"/>
            </a:xfrm>
            <a:custGeom>
              <a:avLst/>
              <a:gdLst>
                <a:gd name="connsiteX0" fmla="*/ 4436 w 4435"/>
                <a:gd name="connsiteY0" fmla="*/ 1774 h 3421"/>
                <a:gd name="connsiteX1" fmla="*/ 2154 w 4435"/>
                <a:gd name="connsiteY1" fmla="*/ 3422 h 3421"/>
                <a:gd name="connsiteX2" fmla="*/ 0 w 4435"/>
                <a:gd name="connsiteY2" fmla="*/ 1774 h 3421"/>
                <a:gd name="connsiteX3" fmla="*/ 2154 w 4435"/>
                <a:gd name="connsiteY3" fmla="*/ 0 h 3421"/>
                <a:gd name="connsiteX4" fmla="*/ 4436 w 4435"/>
                <a:gd name="connsiteY4" fmla="*/ 1774 h 3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5" h="3421">
                  <a:moveTo>
                    <a:pt x="4436" y="1774"/>
                  </a:moveTo>
                  <a:lnTo>
                    <a:pt x="2154" y="3422"/>
                  </a:lnTo>
                  <a:lnTo>
                    <a:pt x="0" y="1774"/>
                  </a:lnTo>
                  <a:lnTo>
                    <a:pt x="2154" y="0"/>
                  </a:lnTo>
                  <a:lnTo>
                    <a:pt x="4436" y="177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34" name="Freeform: Shape 5533">
              <a:extLst>
                <a:ext uri="{FF2B5EF4-FFF2-40B4-BE49-F238E27FC236}">
                  <a16:creationId xmlns:a16="http://schemas.microsoft.com/office/drawing/2014/main" id="{6C1BDC1A-3812-0CEF-3B74-CCFDC9EF97D7}"/>
                </a:ext>
              </a:extLst>
            </p:cNvPr>
            <p:cNvSpPr/>
            <p:nvPr/>
          </p:nvSpPr>
          <p:spPr>
            <a:xfrm>
              <a:off x="1707514" y="389236"/>
              <a:ext cx="3548" cy="2788"/>
            </a:xfrm>
            <a:custGeom>
              <a:avLst/>
              <a:gdLst>
                <a:gd name="connsiteX0" fmla="*/ 3549 w 3548"/>
                <a:gd name="connsiteY0" fmla="*/ 1394 h 2788"/>
                <a:gd name="connsiteX1" fmla="*/ 1774 w 3548"/>
                <a:gd name="connsiteY1" fmla="*/ 2788 h 2788"/>
                <a:gd name="connsiteX2" fmla="*/ 0 w 3548"/>
                <a:gd name="connsiteY2" fmla="*/ 1394 h 2788"/>
                <a:gd name="connsiteX3" fmla="*/ 1774 w 3548"/>
                <a:gd name="connsiteY3" fmla="*/ 0 h 2788"/>
                <a:gd name="connsiteX4" fmla="*/ 3549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9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9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35" name="Freeform: Shape 5534">
              <a:extLst>
                <a:ext uri="{FF2B5EF4-FFF2-40B4-BE49-F238E27FC236}">
                  <a16:creationId xmlns:a16="http://schemas.microsoft.com/office/drawing/2014/main" id="{0F4F37DB-554C-7E4F-5BE1-893597AD73DC}"/>
                </a:ext>
              </a:extLst>
            </p:cNvPr>
            <p:cNvSpPr/>
            <p:nvPr/>
          </p:nvSpPr>
          <p:spPr>
            <a:xfrm>
              <a:off x="1795089" y="311801"/>
              <a:ext cx="2154" cy="1774"/>
            </a:xfrm>
            <a:custGeom>
              <a:avLst/>
              <a:gdLst>
                <a:gd name="connsiteX0" fmla="*/ 2154 w 2154"/>
                <a:gd name="connsiteY0" fmla="*/ 887 h 1774"/>
                <a:gd name="connsiteX1" fmla="*/ 1141 w 2154"/>
                <a:gd name="connsiteY1" fmla="*/ 1774 h 1774"/>
                <a:gd name="connsiteX2" fmla="*/ 0 w 2154"/>
                <a:gd name="connsiteY2" fmla="*/ 887 h 1774"/>
                <a:gd name="connsiteX3" fmla="*/ 1141 w 2154"/>
                <a:gd name="connsiteY3" fmla="*/ 0 h 1774"/>
                <a:gd name="connsiteX4" fmla="*/ 2154 w 2154"/>
                <a:gd name="connsiteY4" fmla="*/ 887 h 1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4" h="1774">
                  <a:moveTo>
                    <a:pt x="2154" y="887"/>
                  </a:moveTo>
                  <a:lnTo>
                    <a:pt x="1141" y="1774"/>
                  </a:lnTo>
                  <a:lnTo>
                    <a:pt x="0" y="887"/>
                  </a:lnTo>
                  <a:lnTo>
                    <a:pt x="1141" y="0"/>
                  </a:lnTo>
                  <a:lnTo>
                    <a:pt x="2154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36" name="Freeform: Shape 5535">
              <a:extLst>
                <a:ext uri="{FF2B5EF4-FFF2-40B4-BE49-F238E27FC236}">
                  <a16:creationId xmlns:a16="http://schemas.microsoft.com/office/drawing/2014/main" id="{5AD5F206-AC7E-8B46-FA81-859C74871E5F}"/>
                </a:ext>
              </a:extLst>
            </p:cNvPr>
            <p:cNvSpPr/>
            <p:nvPr/>
          </p:nvSpPr>
          <p:spPr>
            <a:xfrm>
              <a:off x="1884944" y="236139"/>
              <a:ext cx="633" cy="506"/>
            </a:xfrm>
            <a:custGeom>
              <a:avLst/>
              <a:gdLst>
                <a:gd name="connsiteX0" fmla="*/ 634 w 633"/>
                <a:gd name="connsiteY0" fmla="*/ 253 h 506"/>
                <a:gd name="connsiteX1" fmla="*/ 254 w 633"/>
                <a:gd name="connsiteY1" fmla="*/ 507 h 506"/>
                <a:gd name="connsiteX2" fmla="*/ 0 w 633"/>
                <a:gd name="connsiteY2" fmla="*/ 253 h 506"/>
                <a:gd name="connsiteX3" fmla="*/ 254 w 633"/>
                <a:gd name="connsiteY3" fmla="*/ 0 h 506"/>
                <a:gd name="connsiteX4" fmla="*/ 634 w 633"/>
                <a:gd name="connsiteY4" fmla="*/ 253 h 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" h="506">
                  <a:moveTo>
                    <a:pt x="634" y="253"/>
                  </a:moveTo>
                  <a:lnTo>
                    <a:pt x="254" y="507"/>
                  </a:lnTo>
                  <a:lnTo>
                    <a:pt x="0" y="253"/>
                  </a:lnTo>
                  <a:lnTo>
                    <a:pt x="254" y="0"/>
                  </a:lnTo>
                  <a:lnTo>
                    <a:pt x="634" y="25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37" name="Freeform: Shape 5536">
              <a:extLst>
                <a:ext uri="{FF2B5EF4-FFF2-40B4-BE49-F238E27FC236}">
                  <a16:creationId xmlns:a16="http://schemas.microsoft.com/office/drawing/2014/main" id="{3B88AC59-2A8A-41CB-109A-2D705E7DAA03}"/>
                </a:ext>
              </a:extLst>
            </p:cNvPr>
            <p:cNvSpPr/>
            <p:nvPr/>
          </p:nvSpPr>
          <p:spPr>
            <a:xfrm>
              <a:off x="2069472" y="88365"/>
              <a:ext cx="253" cy="253"/>
            </a:xfrm>
            <a:custGeom>
              <a:avLst/>
              <a:gdLst>
                <a:gd name="connsiteX0" fmla="*/ 254 w 253"/>
                <a:gd name="connsiteY0" fmla="*/ 127 h 253"/>
                <a:gd name="connsiteX1" fmla="*/ 127 w 253"/>
                <a:gd name="connsiteY1" fmla="*/ 253 h 253"/>
                <a:gd name="connsiteX2" fmla="*/ 0 w 253"/>
                <a:gd name="connsiteY2" fmla="*/ 127 h 253"/>
                <a:gd name="connsiteX3" fmla="*/ 127 w 253"/>
                <a:gd name="connsiteY3" fmla="*/ 0 h 253"/>
                <a:gd name="connsiteX4" fmla="*/ 254 w 253"/>
                <a:gd name="connsiteY4" fmla="*/ 127 h 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" h="253">
                  <a:moveTo>
                    <a:pt x="254" y="127"/>
                  </a:moveTo>
                  <a:lnTo>
                    <a:pt x="127" y="253"/>
                  </a:lnTo>
                  <a:lnTo>
                    <a:pt x="0" y="127"/>
                  </a:lnTo>
                  <a:lnTo>
                    <a:pt x="127" y="0"/>
                  </a:lnTo>
                  <a:lnTo>
                    <a:pt x="254" y="12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38" name="Freeform: Shape 5537">
              <a:extLst>
                <a:ext uri="{FF2B5EF4-FFF2-40B4-BE49-F238E27FC236}">
                  <a16:creationId xmlns:a16="http://schemas.microsoft.com/office/drawing/2014/main" id="{CCFA961D-B68E-ED4E-A120-7F8A221A0946}"/>
                </a:ext>
              </a:extLst>
            </p:cNvPr>
            <p:cNvSpPr/>
            <p:nvPr/>
          </p:nvSpPr>
          <p:spPr>
            <a:xfrm>
              <a:off x="10144581" y="33108"/>
              <a:ext cx="23572" cy="2788"/>
            </a:xfrm>
            <a:custGeom>
              <a:avLst/>
              <a:gdLst>
                <a:gd name="connsiteX0" fmla="*/ 23573 w 23572"/>
                <a:gd name="connsiteY0" fmla="*/ 0 h 2788"/>
                <a:gd name="connsiteX1" fmla="*/ 0 w 23572"/>
                <a:gd name="connsiteY1" fmla="*/ 0 h 2788"/>
                <a:gd name="connsiteX2" fmla="*/ 11786 w 23572"/>
                <a:gd name="connsiteY2" fmla="*/ 2788 h 2788"/>
                <a:gd name="connsiteX3" fmla="*/ 23573 w 23572"/>
                <a:gd name="connsiteY3" fmla="*/ 0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572" h="2788">
                  <a:moveTo>
                    <a:pt x="23573" y="0"/>
                  </a:moveTo>
                  <a:lnTo>
                    <a:pt x="0" y="0"/>
                  </a:lnTo>
                  <a:cubicBezTo>
                    <a:pt x="3548" y="1648"/>
                    <a:pt x="7351" y="2788"/>
                    <a:pt x="11786" y="2788"/>
                  </a:cubicBezTo>
                  <a:cubicBezTo>
                    <a:pt x="16222" y="2788"/>
                    <a:pt x="20025" y="1648"/>
                    <a:pt x="23573" y="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39" name="Freeform: Shape 5538">
              <a:extLst>
                <a:ext uri="{FF2B5EF4-FFF2-40B4-BE49-F238E27FC236}">
                  <a16:creationId xmlns:a16="http://schemas.microsoft.com/office/drawing/2014/main" id="{DB6D29B8-47B8-1E18-5BDB-C7FCF6699909}"/>
                </a:ext>
              </a:extLst>
            </p:cNvPr>
            <p:cNvSpPr/>
            <p:nvPr/>
          </p:nvSpPr>
          <p:spPr>
            <a:xfrm>
              <a:off x="10227086" y="68974"/>
              <a:ext cx="48919" cy="38781"/>
            </a:xfrm>
            <a:custGeom>
              <a:avLst/>
              <a:gdLst>
                <a:gd name="connsiteX0" fmla="*/ 48920 w 48919"/>
                <a:gd name="connsiteY0" fmla="*/ 19391 h 38781"/>
                <a:gd name="connsiteX1" fmla="*/ 24460 w 48919"/>
                <a:gd name="connsiteY1" fmla="*/ 38781 h 38781"/>
                <a:gd name="connsiteX2" fmla="*/ 0 w 48919"/>
                <a:gd name="connsiteY2" fmla="*/ 19391 h 38781"/>
                <a:gd name="connsiteX3" fmla="*/ 24460 w 48919"/>
                <a:gd name="connsiteY3" fmla="*/ 0 h 38781"/>
                <a:gd name="connsiteX4" fmla="*/ 48920 w 48919"/>
                <a:gd name="connsiteY4" fmla="*/ 19391 h 38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919" h="38781">
                  <a:moveTo>
                    <a:pt x="48920" y="19391"/>
                  </a:moveTo>
                  <a:cubicBezTo>
                    <a:pt x="48920" y="30036"/>
                    <a:pt x="38021" y="38781"/>
                    <a:pt x="24460" y="38781"/>
                  </a:cubicBezTo>
                  <a:cubicBezTo>
                    <a:pt x="10899" y="38781"/>
                    <a:pt x="0" y="30036"/>
                    <a:pt x="0" y="19391"/>
                  </a:cubicBezTo>
                  <a:cubicBezTo>
                    <a:pt x="0" y="8745"/>
                    <a:pt x="10899" y="0"/>
                    <a:pt x="24460" y="0"/>
                  </a:cubicBezTo>
                  <a:cubicBezTo>
                    <a:pt x="38021" y="0"/>
                    <a:pt x="48920" y="8745"/>
                    <a:pt x="48920" y="193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40" name="Freeform: Shape 5539">
              <a:extLst>
                <a:ext uri="{FF2B5EF4-FFF2-40B4-BE49-F238E27FC236}">
                  <a16:creationId xmlns:a16="http://schemas.microsoft.com/office/drawing/2014/main" id="{E5D4640A-9BE8-1E4C-8F40-1C6E1B6D4CB0}"/>
                </a:ext>
              </a:extLst>
            </p:cNvPr>
            <p:cNvSpPr/>
            <p:nvPr/>
          </p:nvSpPr>
          <p:spPr>
            <a:xfrm>
              <a:off x="10320871" y="142481"/>
              <a:ext cx="47906" cy="38020"/>
            </a:xfrm>
            <a:custGeom>
              <a:avLst/>
              <a:gdLst>
                <a:gd name="connsiteX0" fmla="*/ 47907 w 47906"/>
                <a:gd name="connsiteY0" fmla="*/ 19010 h 38020"/>
                <a:gd name="connsiteX1" fmla="*/ 23953 w 47906"/>
                <a:gd name="connsiteY1" fmla="*/ 38021 h 38020"/>
                <a:gd name="connsiteX2" fmla="*/ 0 w 47906"/>
                <a:gd name="connsiteY2" fmla="*/ 19010 h 38020"/>
                <a:gd name="connsiteX3" fmla="*/ 23953 w 47906"/>
                <a:gd name="connsiteY3" fmla="*/ 0 h 38020"/>
                <a:gd name="connsiteX4" fmla="*/ 47907 w 47906"/>
                <a:gd name="connsiteY4" fmla="*/ 19010 h 38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906" h="38020">
                  <a:moveTo>
                    <a:pt x="47907" y="19010"/>
                  </a:moveTo>
                  <a:cubicBezTo>
                    <a:pt x="47907" y="29529"/>
                    <a:pt x="37134" y="38021"/>
                    <a:pt x="23953" y="38021"/>
                  </a:cubicBezTo>
                  <a:cubicBezTo>
                    <a:pt x="10773" y="38021"/>
                    <a:pt x="0" y="29529"/>
                    <a:pt x="0" y="19010"/>
                  </a:cubicBezTo>
                  <a:cubicBezTo>
                    <a:pt x="0" y="8491"/>
                    <a:pt x="10773" y="0"/>
                    <a:pt x="23953" y="0"/>
                  </a:cubicBezTo>
                  <a:cubicBezTo>
                    <a:pt x="37134" y="0"/>
                    <a:pt x="47907" y="8491"/>
                    <a:pt x="47907" y="1901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41" name="Freeform: Shape 5540">
              <a:extLst>
                <a:ext uri="{FF2B5EF4-FFF2-40B4-BE49-F238E27FC236}">
                  <a16:creationId xmlns:a16="http://schemas.microsoft.com/office/drawing/2014/main" id="{F51E7BF3-2587-89C4-5384-0D7C153CC561}"/>
                </a:ext>
              </a:extLst>
            </p:cNvPr>
            <p:cNvSpPr/>
            <p:nvPr/>
          </p:nvSpPr>
          <p:spPr>
            <a:xfrm>
              <a:off x="10411360" y="216875"/>
              <a:ext cx="48919" cy="38781"/>
            </a:xfrm>
            <a:custGeom>
              <a:avLst/>
              <a:gdLst>
                <a:gd name="connsiteX0" fmla="*/ 48920 w 48919"/>
                <a:gd name="connsiteY0" fmla="*/ 19391 h 38781"/>
                <a:gd name="connsiteX1" fmla="*/ 24460 w 48919"/>
                <a:gd name="connsiteY1" fmla="*/ 38781 h 38781"/>
                <a:gd name="connsiteX2" fmla="*/ 0 w 48919"/>
                <a:gd name="connsiteY2" fmla="*/ 19391 h 38781"/>
                <a:gd name="connsiteX3" fmla="*/ 24460 w 48919"/>
                <a:gd name="connsiteY3" fmla="*/ 0 h 38781"/>
                <a:gd name="connsiteX4" fmla="*/ 48920 w 48919"/>
                <a:gd name="connsiteY4" fmla="*/ 19391 h 38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919" h="38781">
                  <a:moveTo>
                    <a:pt x="48920" y="19391"/>
                  </a:moveTo>
                  <a:cubicBezTo>
                    <a:pt x="48920" y="30036"/>
                    <a:pt x="38021" y="38781"/>
                    <a:pt x="24460" y="38781"/>
                  </a:cubicBezTo>
                  <a:cubicBezTo>
                    <a:pt x="10899" y="38781"/>
                    <a:pt x="0" y="30036"/>
                    <a:pt x="0" y="19391"/>
                  </a:cubicBezTo>
                  <a:cubicBezTo>
                    <a:pt x="0" y="8745"/>
                    <a:pt x="10899" y="0"/>
                    <a:pt x="24460" y="0"/>
                  </a:cubicBezTo>
                  <a:cubicBezTo>
                    <a:pt x="38021" y="0"/>
                    <a:pt x="48920" y="8745"/>
                    <a:pt x="48920" y="193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42" name="Freeform: Shape 5541">
              <a:extLst>
                <a:ext uri="{FF2B5EF4-FFF2-40B4-BE49-F238E27FC236}">
                  <a16:creationId xmlns:a16="http://schemas.microsoft.com/office/drawing/2014/main" id="{C016AC06-D101-461B-9DDD-F34460BEBBDE}"/>
                </a:ext>
              </a:extLst>
            </p:cNvPr>
            <p:cNvSpPr/>
            <p:nvPr/>
          </p:nvSpPr>
          <p:spPr>
            <a:xfrm>
              <a:off x="10500456" y="293297"/>
              <a:ext cx="48919" cy="38781"/>
            </a:xfrm>
            <a:custGeom>
              <a:avLst/>
              <a:gdLst>
                <a:gd name="connsiteX0" fmla="*/ 48920 w 48919"/>
                <a:gd name="connsiteY0" fmla="*/ 19391 h 38781"/>
                <a:gd name="connsiteX1" fmla="*/ 24460 w 48919"/>
                <a:gd name="connsiteY1" fmla="*/ 38781 h 38781"/>
                <a:gd name="connsiteX2" fmla="*/ 0 w 48919"/>
                <a:gd name="connsiteY2" fmla="*/ 19391 h 38781"/>
                <a:gd name="connsiteX3" fmla="*/ 24460 w 48919"/>
                <a:gd name="connsiteY3" fmla="*/ 0 h 38781"/>
                <a:gd name="connsiteX4" fmla="*/ 48920 w 48919"/>
                <a:gd name="connsiteY4" fmla="*/ 19391 h 38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919" h="38781">
                  <a:moveTo>
                    <a:pt x="48920" y="19391"/>
                  </a:moveTo>
                  <a:cubicBezTo>
                    <a:pt x="48920" y="30036"/>
                    <a:pt x="38021" y="38781"/>
                    <a:pt x="24460" y="38781"/>
                  </a:cubicBezTo>
                  <a:cubicBezTo>
                    <a:pt x="10899" y="38781"/>
                    <a:pt x="0" y="30036"/>
                    <a:pt x="0" y="19391"/>
                  </a:cubicBezTo>
                  <a:cubicBezTo>
                    <a:pt x="0" y="8745"/>
                    <a:pt x="10899" y="0"/>
                    <a:pt x="24460" y="0"/>
                  </a:cubicBezTo>
                  <a:cubicBezTo>
                    <a:pt x="38021" y="0"/>
                    <a:pt x="48920" y="8745"/>
                    <a:pt x="48920" y="193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43" name="Freeform: Shape 5542">
              <a:extLst>
                <a:ext uri="{FF2B5EF4-FFF2-40B4-BE49-F238E27FC236}">
                  <a16:creationId xmlns:a16="http://schemas.microsoft.com/office/drawing/2014/main" id="{1FDBA2EA-B497-E863-4213-B0EB15AE7CA9}"/>
                </a:ext>
              </a:extLst>
            </p:cNvPr>
            <p:cNvSpPr/>
            <p:nvPr/>
          </p:nvSpPr>
          <p:spPr>
            <a:xfrm>
              <a:off x="10587270" y="371113"/>
              <a:ext cx="48919" cy="38781"/>
            </a:xfrm>
            <a:custGeom>
              <a:avLst/>
              <a:gdLst>
                <a:gd name="connsiteX0" fmla="*/ 48920 w 48919"/>
                <a:gd name="connsiteY0" fmla="*/ 19391 h 38781"/>
                <a:gd name="connsiteX1" fmla="*/ 24460 w 48919"/>
                <a:gd name="connsiteY1" fmla="*/ 38781 h 38781"/>
                <a:gd name="connsiteX2" fmla="*/ 0 w 48919"/>
                <a:gd name="connsiteY2" fmla="*/ 19391 h 38781"/>
                <a:gd name="connsiteX3" fmla="*/ 24460 w 48919"/>
                <a:gd name="connsiteY3" fmla="*/ 0 h 38781"/>
                <a:gd name="connsiteX4" fmla="*/ 48920 w 48919"/>
                <a:gd name="connsiteY4" fmla="*/ 19391 h 38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919" h="38781">
                  <a:moveTo>
                    <a:pt x="48920" y="19391"/>
                  </a:moveTo>
                  <a:cubicBezTo>
                    <a:pt x="48920" y="30036"/>
                    <a:pt x="38021" y="38781"/>
                    <a:pt x="24460" y="38781"/>
                  </a:cubicBezTo>
                  <a:cubicBezTo>
                    <a:pt x="10899" y="38781"/>
                    <a:pt x="0" y="30036"/>
                    <a:pt x="0" y="19391"/>
                  </a:cubicBezTo>
                  <a:cubicBezTo>
                    <a:pt x="0" y="8745"/>
                    <a:pt x="10899" y="0"/>
                    <a:pt x="24460" y="0"/>
                  </a:cubicBezTo>
                  <a:cubicBezTo>
                    <a:pt x="38021" y="0"/>
                    <a:pt x="48920" y="8745"/>
                    <a:pt x="48920" y="193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44" name="Freeform: Shape 5543">
              <a:extLst>
                <a:ext uri="{FF2B5EF4-FFF2-40B4-BE49-F238E27FC236}">
                  <a16:creationId xmlns:a16="http://schemas.microsoft.com/office/drawing/2014/main" id="{E1CE641B-C6F5-F34D-99D5-083B946B7635}"/>
                </a:ext>
              </a:extLst>
            </p:cNvPr>
            <p:cNvSpPr/>
            <p:nvPr/>
          </p:nvSpPr>
          <p:spPr>
            <a:xfrm>
              <a:off x="10672563" y="450957"/>
              <a:ext cx="47906" cy="38020"/>
            </a:xfrm>
            <a:custGeom>
              <a:avLst/>
              <a:gdLst>
                <a:gd name="connsiteX0" fmla="*/ 47907 w 47906"/>
                <a:gd name="connsiteY0" fmla="*/ 19010 h 38020"/>
                <a:gd name="connsiteX1" fmla="*/ 23953 w 47906"/>
                <a:gd name="connsiteY1" fmla="*/ 38021 h 38020"/>
                <a:gd name="connsiteX2" fmla="*/ 0 w 47906"/>
                <a:gd name="connsiteY2" fmla="*/ 19010 h 38020"/>
                <a:gd name="connsiteX3" fmla="*/ 23953 w 47906"/>
                <a:gd name="connsiteY3" fmla="*/ 0 h 38020"/>
                <a:gd name="connsiteX4" fmla="*/ 47907 w 47906"/>
                <a:gd name="connsiteY4" fmla="*/ 19010 h 38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906" h="38020">
                  <a:moveTo>
                    <a:pt x="47907" y="19010"/>
                  </a:moveTo>
                  <a:cubicBezTo>
                    <a:pt x="47907" y="29529"/>
                    <a:pt x="37134" y="38021"/>
                    <a:pt x="23953" y="38021"/>
                  </a:cubicBezTo>
                  <a:cubicBezTo>
                    <a:pt x="10773" y="38021"/>
                    <a:pt x="0" y="29529"/>
                    <a:pt x="0" y="19010"/>
                  </a:cubicBezTo>
                  <a:cubicBezTo>
                    <a:pt x="0" y="8491"/>
                    <a:pt x="10773" y="0"/>
                    <a:pt x="23953" y="0"/>
                  </a:cubicBezTo>
                  <a:cubicBezTo>
                    <a:pt x="37134" y="0"/>
                    <a:pt x="47907" y="8491"/>
                    <a:pt x="47907" y="1901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45" name="Freeform: Shape 5544">
              <a:extLst>
                <a:ext uri="{FF2B5EF4-FFF2-40B4-BE49-F238E27FC236}">
                  <a16:creationId xmlns:a16="http://schemas.microsoft.com/office/drawing/2014/main" id="{390251EA-145D-ED1A-AAB3-9E33DD5F4A82}"/>
                </a:ext>
              </a:extLst>
            </p:cNvPr>
            <p:cNvSpPr/>
            <p:nvPr/>
          </p:nvSpPr>
          <p:spPr>
            <a:xfrm>
              <a:off x="10754941" y="531814"/>
              <a:ext cx="47906" cy="38020"/>
            </a:xfrm>
            <a:custGeom>
              <a:avLst/>
              <a:gdLst>
                <a:gd name="connsiteX0" fmla="*/ 47907 w 47906"/>
                <a:gd name="connsiteY0" fmla="*/ 19010 h 38020"/>
                <a:gd name="connsiteX1" fmla="*/ 23953 w 47906"/>
                <a:gd name="connsiteY1" fmla="*/ 38021 h 38020"/>
                <a:gd name="connsiteX2" fmla="*/ 0 w 47906"/>
                <a:gd name="connsiteY2" fmla="*/ 19010 h 38020"/>
                <a:gd name="connsiteX3" fmla="*/ 23953 w 47906"/>
                <a:gd name="connsiteY3" fmla="*/ 0 h 38020"/>
                <a:gd name="connsiteX4" fmla="*/ 47907 w 47906"/>
                <a:gd name="connsiteY4" fmla="*/ 19010 h 38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906" h="38020">
                  <a:moveTo>
                    <a:pt x="47907" y="19010"/>
                  </a:moveTo>
                  <a:cubicBezTo>
                    <a:pt x="47907" y="29529"/>
                    <a:pt x="37134" y="38021"/>
                    <a:pt x="23953" y="38021"/>
                  </a:cubicBezTo>
                  <a:cubicBezTo>
                    <a:pt x="10773" y="38021"/>
                    <a:pt x="0" y="29529"/>
                    <a:pt x="0" y="19010"/>
                  </a:cubicBezTo>
                  <a:cubicBezTo>
                    <a:pt x="0" y="8491"/>
                    <a:pt x="10773" y="0"/>
                    <a:pt x="23953" y="0"/>
                  </a:cubicBezTo>
                  <a:cubicBezTo>
                    <a:pt x="37134" y="0"/>
                    <a:pt x="47907" y="8491"/>
                    <a:pt x="47907" y="1901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46" name="Freeform: Shape 5545">
              <a:extLst>
                <a:ext uri="{FF2B5EF4-FFF2-40B4-BE49-F238E27FC236}">
                  <a16:creationId xmlns:a16="http://schemas.microsoft.com/office/drawing/2014/main" id="{C19CDAA5-6806-C843-34E8-BA862A5DD0E5}"/>
                </a:ext>
              </a:extLst>
            </p:cNvPr>
            <p:cNvSpPr/>
            <p:nvPr/>
          </p:nvSpPr>
          <p:spPr>
            <a:xfrm>
              <a:off x="10834532" y="613812"/>
              <a:ext cx="48919" cy="38781"/>
            </a:xfrm>
            <a:custGeom>
              <a:avLst/>
              <a:gdLst>
                <a:gd name="connsiteX0" fmla="*/ 48920 w 48919"/>
                <a:gd name="connsiteY0" fmla="*/ 19391 h 38781"/>
                <a:gd name="connsiteX1" fmla="*/ 24460 w 48919"/>
                <a:gd name="connsiteY1" fmla="*/ 38781 h 38781"/>
                <a:gd name="connsiteX2" fmla="*/ 0 w 48919"/>
                <a:gd name="connsiteY2" fmla="*/ 19391 h 38781"/>
                <a:gd name="connsiteX3" fmla="*/ 24460 w 48919"/>
                <a:gd name="connsiteY3" fmla="*/ 0 h 38781"/>
                <a:gd name="connsiteX4" fmla="*/ 48920 w 48919"/>
                <a:gd name="connsiteY4" fmla="*/ 19391 h 38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919" h="38781">
                  <a:moveTo>
                    <a:pt x="48920" y="19391"/>
                  </a:moveTo>
                  <a:cubicBezTo>
                    <a:pt x="48920" y="30036"/>
                    <a:pt x="38021" y="38781"/>
                    <a:pt x="24460" y="38781"/>
                  </a:cubicBezTo>
                  <a:cubicBezTo>
                    <a:pt x="10899" y="38781"/>
                    <a:pt x="0" y="30036"/>
                    <a:pt x="0" y="19391"/>
                  </a:cubicBezTo>
                  <a:cubicBezTo>
                    <a:pt x="0" y="8745"/>
                    <a:pt x="10899" y="0"/>
                    <a:pt x="24460" y="0"/>
                  </a:cubicBezTo>
                  <a:cubicBezTo>
                    <a:pt x="38021" y="0"/>
                    <a:pt x="48920" y="8745"/>
                    <a:pt x="48920" y="193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47" name="Freeform: Shape 5546">
              <a:extLst>
                <a:ext uri="{FF2B5EF4-FFF2-40B4-BE49-F238E27FC236}">
                  <a16:creationId xmlns:a16="http://schemas.microsoft.com/office/drawing/2014/main" id="{965260C1-14BA-F2CE-9D0D-7F9C4B7F9341}"/>
                </a:ext>
              </a:extLst>
            </p:cNvPr>
            <p:cNvSpPr/>
            <p:nvPr/>
          </p:nvSpPr>
          <p:spPr>
            <a:xfrm>
              <a:off x="10912728" y="697838"/>
              <a:ext cx="47906" cy="38020"/>
            </a:xfrm>
            <a:custGeom>
              <a:avLst/>
              <a:gdLst>
                <a:gd name="connsiteX0" fmla="*/ 47907 w 47906"/>
                <a:gd name="connsiteY0" fmla="*/ 19010 h 38020"/>
                <a:gd name="connsiteX1" fmla="*/ 23953 w 47906"/>
                <a:gd name="connsiteY1" fmla="*/ 38021 h 38020"/>
                <a:gd name="connsiteX2" fmla="*/ 0 w 47906"/>
                <a:gd name="connsiteY2" fmla="*/ 19010 h 38020"/>
                <a:gd name="connsiteX3" fmla="*/ 23953 w 47906"/>
                <a:gd name="connsiteY3" fmla="*/ 0 h 38020"/>
                <a:gd name="connsiteX4" fmla="*/ 47907 w 47906"/>
                <a:gd name="connsiteY4" fmla="*/ 19010 h 38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906" h="38020">
                  <a:moveTo>
                    <a:pt x="47907" y="19010"/>
                  </a:moveTo>
                  <a:cubicBezTo>
                    <a:pt x="47907" y="29530"/>
                    <a:pt x="37134" y="38021"/>
                    <a:pt x="23953" y="38021"/>
                  </a:cubicBezTo>
                  <a:cubicBezTo>
                    <a:pt x="10772" y="38021"/>
                    <a:pt x="0" y="29530"/>
                    <a:pt x="0" y="19010"/>
                  </a:cubicBezTo>
                  <a:cubicBezTo>
                    <a:pt x="0" y="8491"/>
                    <a:pt x="10772" y="0"/>
                    <a:pt x="23953" y="0"/>
                  </a:cubicBezTo>
                  <a:cubicBezTo>
                    <a:pt x="37134" y="0"/>
                    <a:pt x="47907" y="8491"/>
                    <a:pt x="47907" y="1901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48" name="Freeform: Shape 5547">
              <a:extLst>
                <a:ext uri="{FF2B5EF4-FFF2-40B4-BE49-F238E27FC236}">
                  <a16:creationId xmlns:a16="http://schemas.microsoft.com/office/drawing/2014/main" id="{4B0FF600-91EE-58A2-3956-C09A8BA3F739}"/>
                </a:ext>
              </a:extLst>
            </p:cNvPr>
            <p:cNvSpPr/>
            <p:nvPr/>
          </p:nvSpPr>
          <p:spPr>
            <a:xfrm>
              <a:off x="10988136" y="783005"/>
              <a:ext cx="47905" cy="38020"/>
            </a:xfrm>
            <a:custGeom>
              <a:avLst/>
              <a:gdLst>
                <a:gd name="connsiteX0" fmla="*/ 47906 w 47905"/>
                <a:gd name="connsiteY0" fmla="*/ 19010 h 38020"/>
                <a:gd name="connsiteX1" fmla="*/ 23953 w 47905"/>
                <a:gd name="connsiteY1" fmla="*/ 38021 h 38020"/>
                <a:gd name="connsiteX2" fmla="*/ 0 w 47905"/>
                <a:gd name="connsiteY2" fmla="*/ 19010 h 38020"/>
                <a:gd name="connsiteX3" fmla="*/ 23953 w 47905"/>
                <a:gd name="connsiteY3" fmla="*/ 0 h 38020"/>
                <a:gd name="connsiteX4" fmla="*/ 47906 w 47905"/>
                <a:gd name="connsiteY4" fmla="*/ 19010 h 38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905" h="38020">
                  <a:moveTo>
                    <a:pt x="47906" y="19010"/>
                  </a:moveTo>
                  <a:cubicBezTo>
                    <a:pt x="47906" y="29530"/>
                    <a:pt x="37134" y="38021"/>
                    <a:pt x="23953" y="38021"/>
                  </a:cubicBezTo>
                  <a:cubicBezTo>
                    <a:pt x="10772" y="38021"/>
                    <a:pt x="0" y="29530"/>
                    <a:pt x="0" y="19010"/>
                  </a:cubicBezTo>
                  <a:cubicBezTo>
                    <a:pt x="0" y="8491"/>
                    <a:pt x="10772" y="0"/>
                    <a:pt x="23953" y="0"/>
                  </a:cubicBezTo>
                  <a:cubicBezTo>
                    <a:pt x="37134" y="0"/>
                    <a:pt x="47906" y="8491"/>
                    <a:pt x="47906" y="1901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49" name="Freeform: Shape 5548">
              <a:extLst>
                <a:ext uri="{FF2B5EF4-FFF2-40B4-BE49-F238E27FC236}">
                  <a16:creationId xmlns:a16="http://schemas.microsoft.com/office/drawing/2014/main" id="{D431070C-5098-E2BF-469B-8DE7E1C58EAC}"/>
                </a:ext>
              </a:extLst>
            </p:cNvPr>
            <p:cNvSpPr/>
            <p:nvPr/>
          </p:nvSpPr>
          <p:spPr>
            <a:xfrm>
              <a:off x="11061516" y="869565"/>
              <a:ext cx="47146" cy="37513"/>
            </a:xfrm>
            <a:custGeom>
              <a:avLst/>
              <a:gdLst>
                <a:gd name="connsiteX0" fmla="*/ 47146 w 47146"/>
                <a:gd name="connsiteY0" fmla="*/ 18757 h 37513"/>
                <a:gd name="connsiteX1" fmla="*/ 23573 w 47146"/>
                <a:gd name="connsiteY1" fmla="*/ 37514 h 37513"/>
                <a:gd name="connsiteX2" fmla="*/ 0 w 47146"/>
                <a:gd name="connsiteY2" fmla="*/ 18757 h 37513"/>
                <a:gd name="connsiteX3" fmla="*/ 23573 w 47146"/>
                <a:gd name="connsiteY3" fmla="*/ 0 h 37513"/>
                <a:gd name="connsiteX4" fmla="*/ 47146 w 47146"/>
                <a:gd name="connsiteY4" fmla="*/ 18757 h 37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146" h="37513">
                  <a:moveTo>
                    <a:pt x="47146" y="18757"/>
                  </a:moveTo>
                  <a:cubicBezTo>
                    <a:pt x="47146" y="29022"/>
                    <a:pt x="36627" y="37514"/>
                    <a:pt x="23573" y="37514"/>
                  </a:cubicBezTo>
                  <a:cubicBezTo>
                    <a:pt x="10519" y="37514"/>
                    <a:pt x="0" y="29149"/>
                    <a:pt x="0" y="18757"/>
                  </a:cubicBezTo>
                  <a:cubicBezTo>
                    <a:pt x="0" y="8365"/>
                    <a:pt x="10519" y="0"/>
                    <a:pt x="23573" y="0"/>
                  </a:cubicBezTo>
                  <a:cubicBezTo>
                    <a:pt x="36627" y="0"/>
                    <a:pt x="47146" y="8365"/>
                    <a:pt x="47146" y="1875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50" name="Freeform: Shape 5549">
              <a:extLst>
                <a:ext uri="{FF2B5EF4-FFF2-40B4-BE49-F238E27FC236}">
                  <a16:creationId xmlns:a16="http://schemas.microsoft.com/office/drawing/2014/main" id="{89D75366-DBDA-7C33-DDDB-34296AC8960F}"/>
                </a:ext>
              </a:extLst>
            </p:cNvPr>
            <p:cNvSpPr/>
            <p:nvPr/>
          </p:nvSpPr>
          <p:spPr>
            <a:xfrm>
              <a:off x="11132108" y="957267"/>
              <a:ext cx="47146" cy="37513"/>
            </a:xfrm>
            <a:custGeom>
              <a:avLst/>
              <a:gdLst>
                <a:gd name="connsiteX0" fmla="*/ 47146 w 47146"/>
                <a:gd name="connsiteY0" fmla="*/ 18757 h 37513"/>
                <a:gd name="connsiteX1" fmla="*/ 23573 w 47146"/>
                <a:gd name="connsiteY1" fmla="*/ 37514 h 37513"/>
                <a:gd name="connsiteX2" fmla="*/ 0 w 47146"/>
                <a:gd name="connsiteY2" fmla="*/ 18757 h 37513"/>
                <a:gd name="connsiteX3" fmla="*/ 23573 w 47146"/>
                <a:gd name="connsiteY3" fmla="*/ 0 h 37513"/>
                <a:gd name="connsiteX4" fmla="*/ 47146 w 47146"/>
                <a:gd name="connsiteY4" fmla="*/ 18757 h 37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146" h="37513">
                  <a:moveTo>
                    <a:pt x="47146" y="18757"/>
                  </a:moveTo>
                  <a:cubicBezTo>
                    <a:pt x="47146" y="29023"/>
                    <a:pt x="36627" y="37514"/>
                    <a:pt x="23573" y="37514"/>
                  </a:cubicBezTo>
                  <a:cubicBezTo>
                    <a:pt x="10519" y="37514"/>
                    <a:pt x="0" y="29149"/>
                    <a:pt x="0" y="18757"/>
                  </a:cubicBezTo>
                  <a:cubicBezTo>
                    <a:pt x="0" y="8365"/>
                    <a:pt x="10519" y="0"/>
                    <a:pt x="23573" y="0"/>
                  </a:cubicBezTo>
                  <a:cubicBezTo>
                    <a:pt x="36627" y="0"/>
                    <a:pt x="47146" y="8365"/>
                    <a:pt x="47146" y="1875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51" name="Freeform: Shape 5550">
              <a:extLst>
                <a:ext uri="{FF2B5EF4-FFF2-40B4-BE49-F238E27FC236}">
                  <a16:creationId xmlns:a16="http://schemas.microsoft.com/office/drawing/2014/main" id="{4916E9C6-EC9E-10B2-250A-05A15CDBEDC4}"/>
                </a:ext>
              </a:extLst>
            </p:cNvPr>
            <p:cNvSpPr/>
            <p:nvPr/>
          </p:nvSpPr>
          <p:spPr>
            <a:xfrm>
              <a:off x="11200545" y="1046489"/>
              <a:ext cx="46385" cy="36753"/>
            </a:xfrm>
            <a:custGeom>
              <a:avLst/>
              <a:gdLst>
                <a:gd name="connsiteX0" fmla="*/ 46385 w 46385"/>
                <a:gd name="connsiteY0" fmla="*/ 18377 h 36753"/>
                <a:gd name="connsiteX1" fmla="*/ 23192 w 46385"/>
                <a:gd name="connsiteY1" fmla="*/ 36753 h 36753"/>
                <a:gd name="connsiteX2" fmla="*/ 0 w 46385"/>
                <a:gd name="connsiteY2" fmla="*/ 18377 h 36753"/>
                <a:gd name="connsiteX3" fmla="*/ 23192 w 46385"/>
                <a:gd name="connsiteY3" fmla="*/ 0 h 36753"/>
                <a:gd name="connsiteX4" fmla="*/ 46385 w 46385"/>
                <a:gd name="connsiteY4" fmla="*/ 18377 h 36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85" h="36753">
                  <a:moveTo>
                    <a:pt x="46385" y="18377"/>
                  </a:moveTo>
                  <a:cubicBezTo>
                    <a:pt x="46385" y="28516"/>
                    <a:pt x="35993" y="36753"/>
                    <a:pt x="23192" y="36753"/>
                  </a:cubicBezTo>
                  <a:cubicBezTo>
                    <a:pt x="10392" y="36753"/>
                    <a:pt x="0" y="28516"/>
                    <a:pt x="0" y="18377"/>
                  </a:cubicBezTo>
                  <a:cubicBezTo>
                    <a:pt x="0" y="8238"/>
                    <a:pt x="10392" y="0"/>
                    <a:pt x="23192" y="0"/>
                  </a:cubicBezTo>
                  <a:cubicBezTo>
                    <a:pt x="35993" y="0"/>
                    <a:pt x="46385" y="8238"/>
                    <a:pt x="46385" y="1837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52" name="Freeform: Shape 5551">
              <a:extLst>
                <a:ext uri="{FF2B5EF4-FFF2-40B4-BE49-F238E27FC236}">
                  <a16:creationId xmlns:a16="http://schemas.microsoft.com/office/drawing/2014/main" id="{1038C192-C133-A6B8-79CC-B3132B3A73D0}"/>
                </a:ext>
              </a:extLst>
            </p:cNvPr>
            <p:cNvSpPr/>
            <p:nvPr/>
          </p:nvSpPr>
          <p:spPr>
            <a:xfrm>
              <a:off x="11266068" y="1136598"/>
              <a:ext cx="46385" cy="36753"/>
            </a:xfrm>
            <a:custGeom>
              <a:avLst/>
              <a:gdLst>
                <a:gd name="connsiteX0" fmla="*/ 46385 w 46385"/>
                <a:gd name="connsiteY0" fmla="*/ 18377 h 36753"/>
                <a:gd name="connsiteX1" fmla="*/ 23193 w 46385"/>
                <a:gd name="connsiteY1" fmla="*/ 36753 h 36753"/>
                <a:gd name="connsiteX2" fmla="*/ 0 w 46385"/>
                <a:gd name="connsiteY2" fmla="*/ 18377 h 36753"/>
                <a:gd name="connsiteX3" fmla="*/ 23193 w 46385"/>
                <a:gd name="connsiteY3" fmla="*/ 0 h 36753"/>
                <a:gd name="connsiteX4" fmla="*/ 46385 w 46385"/>
                <a:gd name="connsiteY4" fmla="*/ 18377 h 36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85" h="36753">
                  <a:moveTo>
                    <a:pt x="46385" y="18377"/>
                  </a:moveTo>
                  <a:cubicBezTo>
                    <a:pt x="46385" y="28516"/>
                    <a:pt x="35993" y="36753"/>
                    <a:pt x="23193" y="36753"/>
                  </a:cubicBezTo>
                  <a:cubicBezTo>
                    <a:pt x="10392" y="36753"/>
                    <a:pt x="0" y="28516"/>
                    <a:pt x="0" y="18377"/>
                  </a:cubicBezTo>
                  <a:cubicBezTo>
                    <a:pt x="0" y="8238"/>
                    <a:pt x="10392" y="0"/>
                    <a:pt x="23193" y="0"/>
                  </a:cubicBezTo>
                  <a:cubicBezTo>
                    <a:pt x="35993" y="0"/>
                    <a:pt x="46385" y="8238"/>
                    <a:pt x="46385" y="1837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53" name="Freeform: Shape 5552">
              <a:extLst>
                <a:ext uri="{FF2B5EF4-FFF2-40B4-BE49-F238E27FC236}">
                  <a16:creationId xmlns:a16="http://schemas.microsoft.com/office/drawing/2014/main" id="{E9B7F83B-5883-E84A-AB75-B657B041403B}"/>
                </a:ext>
              </a:extLst>
            </p:cNvPr>
            <p:cNvSpPr/>
            <p:nvPr/>
          </p:nvSpPr>
          <p:spPr>
            <a:xfrm>
              <a:off x="11329689" y="1228101"/>
              <a:ext cx="45370" cy="35993"/>
            </a:xfrm>
            <a:custGeom>
              <a:avLst/>
              <a:gdLst>
                <a:gd name="connsiteX0" fmla="*/ 45371 w 45370"/>
                <a:gd name="connsiteY0" fmla="*/ 17997 h 35993"/>
                <a:gd name="connsiteX1" fmla="*/ 22685 w 45370"/>
                <a:gd name="connsiteY1" fmla="*/ 35993 h 35993"/>
                <a:gd name="connsiteX2" fmla="*/ 0 w 45370"/>
                <a:gd name="connsiteY2" fmla="*/ 17997 h 35993"/>
                <a:gd name="connsiteX3" fmla="*/ 22685 w 45370"/>
                <a:gd name="connsiteY3" fmla="*/ 0 h 35993"/>
                <a:gd name="connsiteX4" fmla="*/ 45371 w 45370"/>
                <a:gd name="connsiteY4" fmla="*/ 17997 h 35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370" h="35993">
                  <a:moveTo>
                    <a:pt x="45371" y="17997"/>
                  </a:moveTo>
                  <a:cubicBezTo>
                    <a:pt x="45371" y="27882"/>
                    <a:pt x="35232" y="35993"/>
                    <a:pt x="22685" y="35993"/>
                  </a:cubicBezTo>
                  <a:cubicBezTo>
                    <a:pt x="10139" y="35993"/>
                    <a:pt x="0" y="27882"/>
                    <a:pt x="0" y="17997"/>
                  </a:cubicBezTo>
                  <a:cubicBezTo>
                    <a:pt x="0" y="8111"/>
                    <a:pt x="10139" y="0"/>
                    <a:pt x="22685" y="0"/>
                  </a:cubicBezTo>
                  <a:cubicBezTo>
                    <a:pt x="35232" y="0"/>
                    <a:pt x="45371" y="8111"/>
                    <a:pt x="45371" y="179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54" name="Freeform: Shape 5553">
              <a:extLst>
                <a:ext uri="{FF2B5EF4-FFF2-40B4-BE49-F238E27FC236}">
                  <a16:creationId xmlns:a16="http://schemas.microsoft.com/office/drawing/2014/main" id="{86D60A14-D556-3521-7B6B-5CC287DD90C8}"/>
                </a:ext>
              </a:extLst>
            </p:cNvPr>
            <p:cNvSpPr/>
            <p:nvPr/>
          </p:nvSpPr>
          <p:spPr>
            <a:xfrm>
              <a:off x="11389508" y="1319985"/>
              <a:ext cx="46385" cy="36753"/>
            </a:xfrm>
            <a:custGeom>
              <a:avLst/>
              <a:gdLst>
                <a:gd name="connsiteX0" fmla="*/ 46386 w 46385"/>
                <a:gd name="connsiteY0" fmla="*/ 18377 h 36753"/>
                <a:gd name="connsiteX1" fmla="*/ 23193 w 46385"/>
                <a:gd name="connsiteY1" fmla="*/ 36753 h 36753"/>
                <a:gd name="connsiteX2" fmla="*/ 0 w 46385"/>
                <a:gd name="connsiteY2" fmla="*/ 18377 h 36753"/>
                <a:gd name="connsiteX3" fmla="*/ 23193 w 46385"/>
                <a:gd name="connsiteY3" fmla="*/ 0 h 36753"/>
                <a:gd name="connsiteX4" fmla="*/ 46386 w 46385"/>
                <a:gd name="connsiteY4" fmla="*/ 18377 h 36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85" h="36753">
                  <a:moveTo>
                    <a:pt x="46386" y="18377"/>
                  </a:moveTo>
                  <a:cubicBezTo>
                    <a:pt x="46386" y="28516"/>
                    <a:pt x="35993" y="36753"/>
                    <a:pt x="23193" y="36753"/>
                  </a:cubicBezTo>
                  <a:cubicBezTo>
                    <a:pt x="10392" y="36753"/>
                    <a:pt x="0" y="28516"/>
                    <a:pt x="0" y="18377"/>
                  </a:cubicBezTo>
                  <a:cubicBezTo>
                    <a:pt x="0" y="8238"/>
                    <a:pt x="10392" y="0"/>
                    <a:pt x="23193" y="0"/>
                  </a:cubicBezTo>
                  <a:cubicBezTo>
                    <a:pt x="35993" y="0"/>
                    <a:pt x="46386" y="8238"/>
                    <a:pt x="46386" y="1837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55" name="Freeform: Shape 5554">
              <a:extLst>
                <a:ext uri="{FF2B5EF4-FFF2-40B4-BE49-F238E27FC236}">
                  <a16:creationId xmlns:a16="http://schemas.microsoft.com/office/drawing/2014/main" id="{1D18145E-3264-ACEF-3825-AD7E6CBFEF84}"/>
                </a:ext>
              </a:extLst>
            </p:cNvPr>
            <p:cNvSpPr/>
            <p:nvPr/>
          </p:nvSpPr>
          <p:spPr>
            <a:xfrm>
              <a:off x="11447807" y="1413770"/>
              <a:ext cx="45370" cy="35993"/>
            </a:xfrm>
            <a:custGeom>
              <a:avLst/>
              <a:gdLst>
                <a:gd name="connsiteX0" fmla="*/ 45371 w 45370"/>
                <a:gd name="connsiteY0" fmla="*/ 17997 h 35993"/>
                <a:gd name="connsiteX1" fmla="*/ 22685 w 45370"/>
                <a:gd name="connsiteY1" fmla="*/ 35993 h 35993"/>
                <a:gd name="connsiteX2" fmla="*/ 0 w 45370"/>
                <a:gd name="connsiteY2" fmla="*/ 17997 h 35993"/>
                <a:gd name="connsiteX3" fmla="*/ 22685 w 45370"/>
                <a:gd name="connsiteY3" fmla="*/ 0 h 35993"/>
                <a:gd name="connsiteX4" fmla="*/ 45371 w 45370"/>
                <a:gd name="connsiteY4" fmla="*/ 17997 h 35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370" h="35993">
                  <a:moveTo>
                    <a:pt x="45371" y="17997"/>
                  </a:moveTo>
                  <a:cubicBezTo>
                    <a:pt x="45371" y="27882"/>
                    <a:pt x="35232" y="35993"/>
                    <a:pt x="22685" y="35993"/>
                  </a:cubicBezTo>
                  <a:cubicBezTo>
                    <a:pt x="10139" y="35993"/>
                    <a:pt x="0" y="27882"/>
                    <a:pt x="0" y="17997"/>
                  </a:cubicBezTo>
                  <a:cubicBezTo>
                    <a:pt x="0" y="8111"/>
                    <a:pt x="10139" y="0"/>
                    <a:pt x="22685" y="0"/>
                  </a:cubicBezTo>
                  <a:cubicBezTo>
                    <a:pt x="35232" y="0"/>
                    <a:pt x="45371" y="7984"/>
                    <a:pt x="45371" y="179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56" name="Freeform: Shape 5555">
              <a:extLst>
                <a:ext uri="{FF2B5EF4-FFF2-40B4-BE49-F238E27FC236}">
                  <a16:creationId xmlns:a16="http://schemas.microsoft.com/office/drawing/2014/main" id="{FA6F6059-7193-E0DC-27AF-42885BF6C7CA}"/>
                </a:ext>
              </a:extLst>
            </p:cNvPr>
            <p:cNvSpPr/>
            <p:nvPr/>
          </p:nvSpPr>
          <p:spPr>
            <a:xfrm>
              <a:off x="11503064" y="1508061"/>
              <a:ext cx="45370" cy="35992"/>
            </a:xfrm>
            <a:custGeom>
              <a:avLst/>
              <a:gdLst>
                <a:gd name="connsiteX0" fmla="*/ 45371 w 45370"/>
                <a:gd name="connsiteY0" fmla="*/ 17996 h 35992"/>
                <a:gd name="connsiteX1" fmla="*/ 22685 w 45370"/>
                <a:gd name="connsiteY1" fmla="*/ 35993 h 35992"/>
                <a:gd name="connsiteX2" fmla="*/ 0 w 45370"/>
                <a:gd name="connsiteY2" fmla="*/ 17996 h 35992"/>
                <a:gd name="connsiteX3" fmla="*/ 22685 w 45370"/>
                <a:gd name="connsiteY3" fmla="*/ 0 h 35992"/>
                <a:gd name="connsiteX4" fmla="*/ 45371 w 45370"/>
                <a:gd name="connsiteY4" fmla="*/ 17996 h 35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370" h="35992">
                  <a:moveTo>
                    <a:pt x="45371" y="17996"/>
                  </a:moveTo>
                  <a:cubicBezTo>
                    <a:pt x="45371" y="27882"/>
                    <a:pt x="35232" y="35993"/>
                    <a:pt x="22685" y="35993"/>
                  </a:cubicBezTo>
                  <a:cubicBezTo>
                    <a:pt x="10139" y="35993"/>
                    <a:pt x="0" y="27882"/>
                    <a:pt x="0" y="17996"/>
                  </a:cubicBezTo>
                  <a:cubicBezTo>
                    <a:pt x="0" y="8111"/>
                    <a:pt x="10139" y="0"/>
                    <a:pt x="22685" y="0"/>
                  </a:cubicBezTo>
                  <a:cubicBezTo>
                    <a:pt x="35232" y="0"/>
                    <a:pt x="45371" y="8111"/>
                    <a:pt x="45371" y="1799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57" name="Freeform: Shape 5556">
              <a:extLst>
                <a:ext uri="{FF2B5EF4-FFF2-40B4-BE49-F238E27FC236}">
                  <a16:creationId xmlns:a16="http://schemas.microsoft.com/office/drawing/2014/main" id="{3366EFB5-B235-26D7-1FA8-7C9D00F1B2B0}"/>
                </a:ext>
              </a:extLst>
            </p:cNvPr>
            <p:cNvSpPr/>
            <p:nvPr/>
          </p:nvSpPr>
          <p:spPr>
            <a:xfrm>
              <a:off x="11556040" y="1603620"/>
              <a:ext cx="44611" cy="35486"/>
            </a:xfrm>
            <a:custGeom>
              <a:avLst/>
              <a:gdLst>
                <a:gd name="connsiteX0" fmla="*/ 44611 w 44611"/>
                <a:gd name="connsiteY0" fmla="*/ 17743 h 35486"/>
                <a:gd name="connsiteX1" fmla="*/ 22306 w 44611"/>
                <a:gd name="connsiteY1" fmla="*/ 35486 h 35486"/>
                <a:gd name="connsiteX2" fmla="*/ 0 w 44611"/>
                <a:gd name="connsiteY2" fmla="*/ 17743 h 35486"/>
                <a:gd name="connsiteX3" fmla="*/ 22306 w 44611"/>
                <a:gd name="connsiteY3" fmla="*/ 0 h 35486"/>
                <a:gd name="connsiteX4" fmla="*/ 44611 w 44611"/>
                <a:gd name="connsiteY4" fmla="*/ 17743 h 35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611" h="35486">
                  <a:moveTo>
                    <a:pt x="44611" y="17743"/>
                  </a:moveTo>
                  <a:cubicBezTo>
                    <a:pt x="44611" y="27502"/>
                    <a:pt x="34599" y="35486"/>
                    <a:pt x="22306" y="35486"/>
                  </a:cubicBezTo>
                  <a:cubicBezTo>
                    <a:pt x="10012" y="35486"/>
                    <a:pt x="0" y="27502"/>
                    <a:pt x="0" y="17743"/>
                  </a:cubicBezTo>
                  <a:cubicBezTo>
                    <a:pt x="0" y="7984"/>
                    <a:pt x="10012" y="0"/>
                    <a:pt x="22306" y="0"/>
                  </a:cubicBezTo>
                  <a:cubicBezTo>
                    <a:pt x="34599" y="0"/>
                    <a:pt x="44611" y="7984"/>
                    <a:pt x="44611" y="1774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58" name="Freeform: Shape 5557">
              <a:extLst>
                <a:ext uri="{FF2B5EF4-FFF2-40B4-BE49-F238E27FC236}">
                  <a16:creationId xmlns:a16="http://schemas.microsoft.com/office/drawing/2014/main" id="{592CAFCC-8C77-11E9-9CB0-3A054A9B57D9}"/>
                </a:ext>
              </a:extLst>
            </p:cNvPr>
            <p:cNvSpPr/>
            <p:nvPr/>
          </p:nvSpPr>
          <p:spPr>
            <a:xfrm>
              <a:off x="11605847" y="1699940"/>
              <a:ext cx="44611" cy="35359"/>
            </a:xfrm>
            <a:custGeom>
              <a:avLst/>
              <a:gdLst>
                <a:gd name="connsiteX0" fmla="*/ 44611 w 44611"/>
                <a:gd name="connsiteY0" fmla="*/ 17616 h 35359"/>
                <a:gd name="connsiteX1" fmla="*/ 22306 w 44611"/>
                <a:gd name="connsiteY1" fmla="*/ 35359 h 35359"/>
                <a:gd name="connsiteX2" fmla="*/ 0 w 44611"/>
                <a:gd name="connsiteY2" fmla="*/ 17616 h 35359"/>
                <a:gd name="connsiteX3" fmla="*/ 22306 w 44611"/>
                <a:gd name="connsiteY3" fmla="*/ 0 h 35359"/>
                <a:gd name="connsiteX4" fmla="*/ 44611 w 44611"/>
                <a:gd name="connsiteY4" fmla="*/ 17616 h 35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611" h="35359">
                  <a:moveTo>
                    <a:pt x="44611" y="17616"/>
                  </a:moveTo>
                  <a:cubicBezTo>
                    <a:pt x="44611" y="27375"/>
                    <a:pt x="34599" y="35359"/>
                    <a:pt x="22306" y="35359"/>
                  </a:cubicBezTo>
                  <a:cubicBezTo>
                    <a:pt x="10012" y="35359"/>
                    <a:pt x="0" y="27502"/>
                    <a:pt x="0" y="17616"/>
                  </a:cubicBezTo>
                  <a:cubicBezTo>
                    <a:pt x="0" y="7731"/>
                    <a:pt x="10012" y="0"/>
                    <a:pt x="22306" y="0"/>
                  </a:cubicBezTo>
                  <a:cubicBezTo>
                    <a:pt x="34599" y="0"/>
                    <a:pt x="44611" y="7858"/>
                    <a:pt x="44611" y="1761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59" name="Freeform: Shape 5558">
              <a:extLst>
                <a:ext uri="{FF2B5EF4-FFF2-40B4-BE49-F238E27FC236}">
                  <a16:creationId xmlns:a16="http://schemas.microsoft.com/office/drawing/2014/main" id="{83A7B5BA-DE04-20AA-334D-73449E139D6A}"/>
                </a:ext>
              </a:extLst>
            </p:cNvPr>
            <p:cNvSpPr/>
            <p:nvPr/>
          </p:nvSpPr>
          <p:spPr>
            <a:xfrm>
              <a:off x="11653373" y="1797273"/>
              <a:ext cx="43850" cy="34725"/>
            </a:xfrm>
            <a:custGeom>
              <a:avLst/>
              <a:gdLst>
                <a:gd name="connsiteX0" fmla="*/ 43851 w 43850"/>
                <a:gd name="connsiteY0" fmla="*/ 17363 h 34725"/>
                <a:gd name="connsiteX1" fmla="*/ 21925 w 43850"/>
                <a:gd name="connsiteY1" fmla="*/ 34726 h 34725"/>
                <a:gd name="connsiteX2" fmla="*/ 0 w 43850"/>
                <a:gd name="connsiteY2" fmla="*/ 17363 h 34725"/>
                <a:gd name="connsiteX3" fmla="*/ 21925 w 43850"/>
                <a:gd name="connsiteY3" fmla="*/ 0 h 34725"/>
                <a:gd name="connsiteX4" fmla="*/ 43851 w 43850"/>
                <a:gd name="connsiteY4" fmla="*/ 17363 h 34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850" h="34725">
                  <a:moveTo>
                    <a:pt x="43851" y="17363"/>
                  </a:moveTo>
                  <a:cubicBezTo>
                    <a:pt x="43851" y="26995"/>
                    <a:pt x="34092" y="34726"/>
                    <a:pt x="21925" y="34726"/>
                  </a:cubicBezTo>
                  <a:cubicBezTo>
                    <a:pt x="9759" y="34726"/>
                    <a:pt x="0" y="26995"/>
                    <a:pt x="0" y="17363"/>
                  </a:cubicBezTo>
                  <a:cubicBezTo>
                    <a:pt x="0" y="7731"/>
                    <a:pt x="9886" y="0"/>
                    <a:pt x="21925" y="0"/>
                  </a:cubicBezTo>
                  <a:cubicBezTo>
                    <a:pt x="33965" y="0"/>
                    <a:pt x="43851" y="7731"/>
                    <a:pt x="43851" y="1736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60" name="Freeform: Shape 5559">
              <a:extLst>
                <a:ext uri="{FF2B5EF4-FFF2-40B4-BE49-F238E27FC236}">
                  <a16:creationId xmlns:a16="http://schemas.microsoft.com/office/drawing/2014/main" id="{2251C01B-B64D-9F28-A446-652C7E8DE9A7}"/>
                </a:ext>
              </a:extLst>
            </p:cNvPr>
            <p:cNvSpPr/>
            <p:nvPr/>
          </p:nvSpPr>
          <p:spPr>
            <a:xfrm>
              <a:off x="11698237" y="1895493"/>
              <a:ext cx="42836" cy="33965"/>
            </a:xfrm>
            <a:custGeom>
              <a:avLst/>
              <a:gdLst>
                <a:gd name="connsiteX0" fmla="*/ 42837 w 42836"/>
                <a:gd name="connsiteY0" fmla="*/ 16983 h 33965"/>
                <a:gd name="connsiteX1" fmla="*/ 21418 w 42836"/>
                <a:gd name="connsiteY1" fmla="*/ 33965 h 33965"/>
                <a:gd name="connsiteX2" fmla="*/ 0 w 42836"/>
                <a:gd name="connsiteY2" fmla="*/ 16983 h 33965"/>
                <a:gd name="connsiteX3" fmla="*/ 21418 w 42836"/>
                <a:gd name="connsiteY3" fmla="*/ 0 h 33965"/>
                <a:gd name="connsiteX4" fmla="*/ 42837 w 42836"/>
                <a:gd name="connsiteY4" fmla="*/ 16983 h 33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836" h="33965">
                  <a:moveTo>
                    <a:pt x="42837" y="16983"/>
                  </a:moveTo>
                  <a:cubicBezTo>
                    <a:pt x="42837" y="26361"/>
                    <a:pt x="33205" y="33965"/>
                    <a:pt x="21418" y="33965"/>
                  </a:cubicBezTo>
                  <a:cubicBezTo>
                    <a:pt x="9632" y="33965"/>
                    <a:pt x="0" y="26361"/>
                    <a:pt x="0" y="16983"/>
                  </a:cubicBezTo>
                  <a:cubicBezTo>
                    <a:pt x="0" y="7604"/>
                    <a:pt x="9632" y="0"/>
                    <a:pt x="21418" y="0"/>
                  </a:cubicBezTo>
                  <a:cubicBezTo>
                    <a:pt x="33205" y="0"/>
                    <a:pt x="42837" y="7604"/>
                    <a:pt x="42837" y="169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61" name="Freeform: Shape 5560">
              <a:extLst>
                <a:ext uri="{FF2B5EF4-FFF2-40B4-BE49-F238E27FC236}">
                  <a16:creationId xmlns:a16="http://schemas.microsoft.com/office/drawing/2014/main" id="{38793E63-D752-7F37-83EF-E24E934AFBD4}"/>
                </a:ext>
              </a:extLst>
            </p:cNvPr>
            <p:cNvSpPr/>
            <p:nvPr/>
          </p:nvSpPr>
          <p:spPr>
            <a:xfrm>
              <a:off x="11739807" y="1994094"/>
              <a:ext cx="42836" cy="33965"/>
            </a:xfrm>
            <a:custGeom>
              <a:avLst/>
              <a:gdLst>
                <a:gd name="connsiteX0" fmla="*/ 42837 w 42836"/>
                <a:gd name="connsiteY0" fmla="*/ 16983 h 33965"/>
                <a:gd name="connsiteX1" fmla="*/ 21418 w 42836"/>
                <a:gd name="connsiteY1" fmla="*/ 33965 h 33965"/>
                <a:gd name="connsiteX2" fmla="*/ 0 w 42836"/>
                <a:gd name="connsiteY2" fmla="*/ 16983 h 33965"/>
                <a:gd name="connsiteX3" fmla="*/ 21418 w 42836"/>
                <a:gd name="connsiteY3" fmla="*/ 0 h 33965"/>
                <a:gd name="connsiteX4" fmla="*/ 42837 w 42836"/>
                <a:gd name="connsiteY4" fmla="*/ 16983 h 33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836" h="33965">
                  <a:moveTo>
                    <a:pt x="42837" y="16983"/>
                  </a:moveTo>
                  <a:cubicBezTo>
                    <a:pt x="42837" y="26361"/>
                    <a:pt x="33205" y="33965"/>
                    <a:pt x="21418" y="33965"/>
                  </a:cubicBezTo>
                  <a:cubicBezTo>
                    <a:pt x="9632" y="33965"/>
                    <a:pt x="0" y="26361"/>
                    <a:pt x="0" y="16983"/>
                  </a:cubicBezTo>
                  <a:cubicBezTo>
                    <a:pt x="0" y="7604"/>
                    <a:pt x="9632" y="0"/>
                    <a:pt x="21418" y="0"/>
                  </a:cubicBezTo>
                  <a:cubicBezTo>
                    <a:pt x="33205" y="0"/>
                    <a:pt x="42837" y="7604"/>
                    <a:pt x="42837" y="169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62" name="Freeform: Shape 5561">
              <a:extLst>
                <a:ext uri="{FF2B5EF4-FFF2-40B4-BE49-F238E27FC236}">
                  <a16:creationId xmlns:a16="http://schemas.microsoft.com/office/drawing/2014/main" id="{10EA3F65-613B-518B-F495-3F2A33EB404D}"/>
                </a:ext>
              </a:extLst>
            </p:cNvPr>
            <p:cNvSpPr/>
            <p:nvPr/>
          </p:nvSpPr>
          <p:spPr>
            <a:xfrm>
              <a:off x="11779095" y="2093835"/>
              <a:ext cx="42076" cy="33331"/>
            </a:xfrm>
            <a:custGeom>
              <a:avLst/>
              <a:gdLst>
                <a:gd name="connsiteX0" fmla="*/ 42076 w 42076"/>
                <a:gd name="connsiteY0" fmla="*/ 16603 h 33331"/>
                <a:gd name="connsiteX1" fmla="*/ 21039 w 42076"/>
                <a:gd name="connsiteY1" fmla="*/ 33332 h 33331"/>
                <a:gd name="connsiteX2" fmla="*/ 0 w 42076"/>
                <a:gd name="connsiteY2" fmla="*/ 16603 h 33331"/>
                <a:gd name="connsiteX3" fmla="*/ 21039 w 42076"/>
                <a:gd name="connsiteY3" fmla="*/ 0 h 33331"/>
                <a:gd name="connsiteX4" fmla="*/ 42076 w 42076"/>
                <a:gd name="connsiteY4" fmla="*/ 16603 h 33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076" h="33331">
                  <a:moveTo>
                    <a:pt x="42076" y="16603"/>
                  </a:moveTo>
                  <a:cubicBezTo>
                    <a:pt x="42076" y="25854"/>
                    <a:pt x="32571" y="33332"/>
                    <a:pt x="21039" y="33332"/>
                  </a:cubicBezTo>
                  <a:cubicBezTo>
                    <a:pt x="9505" y="33332"/>
                    <a:pt x="0" y="25854"/>
                    <a:pt x="0" y="16603"/>
                  </a:cubicBezTo>
                  <a:cubicBezTo>
                    <a:pt x="0" y="7351"/>
                    <a:pt x="9378" y="0"/>
                    <a:pt x="21039" y="0"/>
                  </a:cubicBezTo>
                  <a:cubicBezTo>
                    <a:pt x="32698" y="0"/>
                    <a:pt x="42076" y="7478"/>
                    <a:pt x="42076" y="1660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63" name="Freeform: Shape 5562">
              <a:extLst>
                <a:ext uri="{FF2B5EF4-FFF2-40B4-BE49-F238E27FC236}">
                  <a16:creationId xmlns:a16="http://schemas.microsoft.com/office/drawing/2014/main" id="{C3C2BEA9-E9CA-98E6-B989-E14AC30A1203}"/>
                </a:ext>
              </a:extLst>
            </p:cNvPr>
            <p:cNvSpPr/>
            <p:nvPr/>
          </p:nvSpPr>
          <p:spPr>
            <a:xfrm>
              <a:off x="11815468" y="2194083"/>
              <a:ext cx="41316" cy="32697"/>
            </a:xfrm>
            <a:custGeom>
              <a:avLst/>
              <a:gdLst>
                <a:gd name="connsiteX0" fmla="*/ 41316 w 41316"/>
                <a:gd name="connsiteY0" fmla="*/ 16349 h 32697"/>
                <a:gd name="connsiteX1" fmla="*/ 20658 w 41316"/>
                <a:gd name="connsiteY1" fmla="*/ 32698 h 32697"/>
                <a:gd name="connsiteX2" fmla="*/ 0 w 41316"/>
                <a:gd name="connsiteY2" fmla="*/ 16349 h 32697"/>
                <a:gd name="connsiteX3" fmla="*/ 20658 w 41316"/>
                <a:gd name="connsiteY3" fmla="*/ 0 h 32697"/>
                <a:gd name="connsiteX4" fmla="*/ 41316 w 41316"/>
                <a:gd name="connsiteY4" fmla="*/ 16349 h 32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316" h="32697">
                  <a:moveTo>
                    <a:pt x="41316" y="16349"/>
                  </a:moveTo>
                  <a:cubicBezTo>
                    <a:pt x="41316" y="25347"/>
                    <a:pt x="32065" y="32698"/>
                    <a:pt x="20658" y="32698"/>
                  </a:cubicBezTo>
                  <a:cubicBezTo>
                    <a:pt x="9252" y="32698"/>
                    <a:pt x="0" y="25347"/>
                    <a:pt x="0" y="16349"/>
                  </a:cubicBezTo>
                  <a:cubicBezTo>
                    <a:pt x="0" y="7351"/>
                    <a:pt x="9252" y="0"/>
                    <a:pt x="20658" y="0"/>
                  </a:cubicBezTo>
                  <a:cubicBezTo>
                    <a:pt x="32065" y="0"/>
                    <a:pt x="41316" y="7351"/>
                    <a:pt x="41316" y="1634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64" name="Freeform: Shape 5563">
              <a:extLst>
                <a:ext uri="{FF2B5EF4-FFF2-40B4-BE49-F238E27FC236}">
                  <a16:creationId xmlns:a16="http://schemas.microsoft.com/office/drawing/2014/main" id="{066C2F45-18A5-2E4F-A378-CF8F5E6488DF}"/>
                </a:ext>
              </a:extLst>
            </p:cNvPr>
            <p:cNvSpPr/>
            <p:nvPr/>
          </p:nvSpPr>
          <p:spPr>
            <a:xfrm>
              <a:off x="11848672" y="2294585"/>
              <a:ext cx="41316" cy="32697"/>
            </a:xfrm>
            <a:custGeom>
              <a:avLst/>
              <a:gdLst>
                <a:gd name="connsiteX0" fmla="*/ 41316 w 41316"/>
                <a:gd name="connsiteY0" fmla="*/ 16349 h 32697"/>
                <a:gd name="connsiteX1" fmla="*/ 20658 w 41316"/>
                <a:gd name="connsiteY1" fmla="*/ 32698 h 32697"/>
                <a:gd name="connsiteX2" fmla="*/ 0 w 41316"/>
                <a:gd name="connsiteY2" fmla="*/ 16349 h 32697"/>
                <a:gd name="connsiteX3" fmla="*/ 20658 w 41316"/>
                <a:gd name="connsiteY3" fmla="*/ 0 h 32697"/>
                <a:gd name="connsiteX4" fmla="*/ 41316 w 41316"/>
                <a:gd name="connsiteY4" fmla="*/ 16349 h 32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316" h="32697">
                  <a:moveTo>
                    <a:pt x="41316" y="16349"/>
                  </a:moveTo>
                  <a:cubicBezTo>
                    <a:pt x="41316" y="25347"/>
                    <a:pt x="32065" y="32698"/>
                    <a:pt x="20658" y="32698"/>
                  </a:cubicBezTo>
                  <a:cubicBezTo>
                    <a:pt x="9252" y="32698"/>
                    <a:pt x="0" y="25347"/>
                    <a:pt x="0" y="16349"/>
                  </a:cubicBezTo>
                  <a:cubicBezTo>
                    <a:pt x="0" y="7351"/>
                    <a:pt x="9252" y="0"/>
                    <a:pt x="20658" y="0"/>
                  </a:cubicBezTo>
                  <a:cubicBezTo>
                    <a:pt x="32065" y="0"/>
                    <a:pt x="41316" y="7351"/>
                    <a:pt x="41316" y="1634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65" name="Freeform: Shape 5564">
              <a:extLst>
                <a:ext uri="{FF2B5EF4-FFF2-40B4-BE49-F238E27FC236}">
                  <a16:creationId xmlns:a16="http://schemas.microsoft.com/office/drawing/2014/main" id="{92227B4F-170B-9A15-45CF-3D355DB0C344}"/>
                </a:ext>
              </a:extLst>
            </p:cNvPr>
            <p:cNvSpPr/>
            <p:nvPr/>
          </p:nvSpPr>
          <p:spPr>
            <a:xfrm>
              <a:off x="11879470" y="2396100"/>
              <a:ext cx="40554" cy="32064"/>
            </a:xfrm>
            <a:custGeom>
              <a:avLst/>
              <a:gdLst>
                <a:gd name="connsiteX0" fmla="*/ 40555 w 40554"/>
                <a:gd name="connsiteY0" fmla="*/ 15969 h 32064"/>
                <a:gd name="connsiteX1" fmla="*/ 20277 w 40554"/>
                <a:gd name="connsiteY1" fmla="*/ 32064 h 32064"/>
                <a:gd name="connsiteX2" fmla="*/ 0 w 40554"/>
                <a:gd name="connsiteY2" fmla="*/ 15969 h 32064"/>
                <a:gd name="connsiteX3" fmla="*/ 20277 w 40554"/>
                <a:gd name="connsiteY3" fmla="*/ 0 h 32064"/>
                <a:gd name="connsiteX4" fmla="*/ 40555 w 40554"/>
                <a:gd name="connsiteY4" fmla="*/ 15969 h 32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54" h="32064">
                  <a:moveTo>
                    <a:pt x="40555" y="15969"/>
                  </a:moveTo>
                  <a:cubicBezTo>
                    <a:pt x="40555" y="24840"/>
                    <a:pt x="31430" y="32064"/>
                    <a:pt x="20277" y="32064"/>
                  </a:cubicBezTo>
                  <a:cubicBezTo>
                    <a:pt x="9125" y="32064"/>
                    <a:pt x="0" y="24840"/>
                    <a:pt x="0" y="15969"/>
                  </a:cubicBezTo>
                  <a:cubicBezTo>
                    <a:pt x="0" y="7097"/>
                    <a:pt x="9125" y="0"/>
                    <a:pt x="20277" y="0"/>
                  </a:cubicBezTo>
                  <a:cubicBezTo>
                    <a:pt x="31430" y="0"/>
                    <a:pt x="40555" y="7224"/>
                    <a:pt x="40555" y="1596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66" name="Freeform: Shape 5565">
              <a:extLst>
                <a:ext uri="{FF2B5EF4-FFF2-40B4-BE49-F238E27FC236}">
                  <a16:creationId xmlns:a16="http://schemas.microsoft.com/office/drawing/2014/main" id="{88F42800-DFD2-D8BB-CAE8-8CCD2F83554D}"/>
                </a:ext>
              </a:extLst>
            </p:cNvPr>
            <p:cNvSpPr/>
            <p:nvPr/>
          </p:nvSpPr>
          <p:spPr>
            <a:xfrm>
              <a:off x="11907478" y="2498122"/>
              <a:ext cx="39668" cy="31430"/>
            </a:xfrm>
            <a:custGeom>
              <a:avLst/>
              <a:gdLst>
                <a:gd name="connsiteX0" fmla="*/ 39668 w 39668"/>
                <a:gd name="connsiteY0" fmla="*/ 15715 h 31430"/>
                <a:gd name="connsiteX1" fmla="*/ 19898 w 39668"/>
                <a:gd name="connsiteY1" fmla="*/ 31430 h 31430"/>
                <a:gd name="connsiteX2" fmla="*/ 0 w 39668"/>
                <a:gd name="connsiteY2" fmla="*/ 15715 h 31430"/>
                <a:gd name="connsiteX3" fmla="*/ 19898 w 39668"/>
                <a:gd name="connsiteY3" fmla="*/ 0 h 31430"/>
                <a:gd name="connsiteX4" fmla="*/ 39668 w 39668"/>
                <a:gd name="connsiteY4" fmla="*/ 15715 h 31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668" h="31430">
                  <a:moveTo>
                    <a:pt x="39668" y="15715"/>
                  </a:moveTo>
                  <a:cubicBezTo>
                    <a:pt x="39668" y="24460"/>
                    <a:pt x="30797" y="31430"/>
                    <a:pt x="19898" y="31430"/>
                  </a:cubicBezTo>
                  <a:cubicBezTo>
                    <a:pt x="8999" y="31430"/>
                    <a:pt x="0" y="24333"/>
                    <a:pt x="0" y="15715"/>
                  </a:cubicBezTo>
                  <a:cubicBezTo>
                    <a:pt x="0" y="7097"/>
                    <a:pt x="8872" y="0"/>
                    <a:pt x="19898" y="0"/>
                  </a:cubicBezTo>
                  <a:cubicBezTo>
                    <a:pt x="30924" y="0"/>
                    <a:pt x="39668" y="7097"/>
                    <a:pt x="39668" y="1571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67" name="Freeform: Shape 5566">
              <a:extLst>
                <a:ext uri="{FF2B5EF4-FFF2-40B4-BE49-F238E27FC236}">
                  <a16:creationId xmlns:a16="http://schemas.microsoft.com/office/drawing/2014/main" id="{1D4B706C-947C-AF63-FF3F-8ADA64F4CA23}"/>
                </a:ext>
              </a:extLst>
            </p:cNvPr>
            <p:cNvSpPr/>
            <p:nvPr/>
          </p:nvSpPr>
          <p:spPr>
            <a:xfrm>
              <a:off x="11932572" y="2600652"/>
              <a:ext cx="38781" cy="30670"/>
            </a:xfrm>
            <a:custGeom>
              <a:avLst/>
              <a:gdLst>
                <a:gd name="connsiteX0" fmla="*/ 38781 w 38781"/>
                <a:gd name="connsiteY0" fmla="*/ 15335 h 30670"/>
                <a:gd name="connsiteX1" fmla="*/ 19390 w 38781"/>
                <a:gd name="connsiteY1" fmla="*/ 30670 h 30670"/>
                <a:gd name="connsiteX2" fmla="*/ 0 w 38781"/>
                <a:gd name="connsiteY2" fmla="*/ 15335 h 30670"/>
                <a:gd name="connsiteX3" fmla="*/ 19390 w 38781"/>
                <a:gd name="connsiteY3" fmla="*/ 0 h 30670"/>
                <a:gd name="connsiteX4" fmla="*/ 38781 w 38781"/>
                <a:gd name="connsiteY4" fmla="*/ 15335 h 30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781" h="30670">
                  <a:moveTo>
                    <a:pt x="38781" y="15335"/>
                  </a:moveTo>
                  <a:cubicBezTo>
                    <a:pt x="38781" y="23826"/>
                    <a:pt x="30162" y="30670"/>
                    <a:pt x="19390" y="30670"/>
                  </a:cubicBezTo>
                  <a:cubicBezTo>
                    <a:pt x="8618" y="30670"/>
                    <a:pt x="0" y="23826"/>
                    <a:pt x="0" y="15335"/>
                  </a:cubicBezTo>
                  <a:cubicBezTo>
                    <a:pt x="0" y="6844"/>
                    <a:pt x="8744" y="0"/>
                    <a:pt x="19390" y="0"/>
                  </a:cubicBezTo>
                  <a:cubicBezTo>
                    <a:pt x="30036" y="0"/>
                    <a:pt x="38781" y="6844"/>
                    <a:pt x="38781" y="153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68" name="Freeform: Shape 5567">
              <a:extLst>
                <a:ext uri="{FF2B5EF4-FFF2-40B4-BE49-F238E27FC236}">
                  <a16:creationId xmlns:a16="http://schemas.microsoft.com/office/drawing/2014/main" id="{C0EDE940-16CB-D9C1-DA9C-AD5D229931E8}"/>
                </a:ext>
              </a:extLst>
            </p:cNvPr>
            <p:cNvSpPr/>
            <p:nvPr/>
          </p:nvSpPr>
          <p:spPr>
            <a:xfrm>
              <a:off x="11954751" y="2703435"/>
              <a:ext cx="38020" cy="30163"/>
            </a:xfrm>
            <a:custGeom>
              <a:avLst/>
              <a:gdLst>
                <a:gd name="connsiteX0" fmla="*/ 38021 w 38020"/>
                <a:gd name="connsiteY0" fmla="*/ 15082 h 30163"/>
                <a:gd name="connsiteX1" fmla="*/ 19010 w 38020"/>
                <a:gd name="connsiteY1" fmla="*/ 30163 h 30163"/>
                <a:gd name="connsiteX2" fmla="*/ 0 w 38020"/>
                <a:gd name="connsiteY2" fmla="*/ 15082 h 30163"/>
                <a:gd name="connsiteX3" fmla="*/ 19010 w 38020"/>
                <a:gd name="connsiteY3" fmla="*/ 0 h 30163"/>
                <a:gd name="connsiteX4" fmla="*/ 38021 w 38020"/>
                <a:gd name="connsiteY4" fmla="*/ 15082 h 30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0" h="30163">
                  <a:moveTo>
                    <a:pt x="38021" y="15082"/>
                  </a:moveTo>
                  <a:cubicBezTo>
                    <a:pt x="38021" y="23446"/>
                    <a:pt x="29529" y="30163"/>
                    <a:pt x="19010" y="30163"/>
                  </a:cubicBezTo>
                  <a:cubicBezTo>
                    <a:pt x="8491" y="30163"/>
                    <a:pt x="0" y="23446"/>
                    <a:pt x="0" y="15082"/>
                  </a:cubicBezTo>
                  <a:cubicBezTo>
                    <a:pt x="0" y="6717"/>
                    <a:pt x="8491" y="0"/>
                    <a:pt x="19010" y="0"/>
                  </a:cubicBezTo>
                  <a:cubicBezTo>
                    <a:pt x="29529" y="0"/>
                    <a:pt x="38021" y="6717"/>
                    <a:pt x="38021" y="1508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69" name="Freeform: Shape 5568">
              <a:extLst>
                <a:ext uri="{FF2B5EF4-FFF2-40B4-BE49-F238E27FC236}">
                  <a16:creationId xmlns:a16="http://schemas.microsoft.com/office/drawing/2014/main" id="{EA99CBDE-BD92-8BC1-7B72-8007E5E7483E}"/>
                </a:ext>
              </a:extLst>
            </p:cNvPr>
            <p:cNvSpPr/>
            <p:nvPr/>
          </p:nvSpPr>
          <p:spPr>
            <a:xfrm>
              <a:off x="11973762" y="2806344"/>
              <a:ext cx="38020" cy="30163"/>
            </a:xfrm>
            <a:custGeom>
              <a:avLst/>
              <a:gdLst>
                <a:gd name="connsiteX0" fmla="*/ 38021 w 38020"/>
                <a:gd name="connsiteY0" fmla="*/ 15082 h 30163"/>
                <a:gd name="connsiteX1" fmla="*/ 19010 w 38020"/>
                <a:gd name="connsiteY1" fmla="*/ 30163 h 30163"/>
                <a:gd name="connsiteX2" fmla="*/ 0 w 38020"/>
                <a:gd name="connsiteY2" fmla="*/ 15082 h 30163"/>
                <a:gd name="connsiteX3" fmla="*/ 19010 w 38020"/>
                <a:gd name="connsiteY3" fmla="*/ 0 h 30163"/>
                <a:gd name="connsiteX4" fmla="*/ 38021 w 38020"/>
                <a:gd name="connsiteY4" fmla="*/ 15082 h 30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0" h="30163">
                  <a:moveTo>
                    <a:pt x="38021" y="15082"/>
                  </a:moveTo>
                  <a:cubicBezTo>
                    <a:pt x="38021" y="23446"/>
                    <a:pt x="29529" y="30163"/>
                    <a:pt x="19010" y="30163"/>
                  </a:cubicBezTo>
                  <a:cubicBezTo>
                    <a:pt x="8491" y="30163"/>
                    <a:pt x="0" y="23446"/>
                    <a:pt x="0" y="15082"/>
                  </a:cubicBezTo>
                  <a:cubicBezTo>
                    <a:pt x="0" y="6717"/>
                    <a:pt x="8491" y="0"/>
                    <a:pt x="19010" y="0"/>
                  </a:cubicBezTo>
                  <a:cubicBezTo>
                    <a:pt x="29529" y="0"/>
                    <a:pt x="38021" y="6717"/>
                    <a:pt x="38021" y="1508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70" name="Freeform: Shape 5569">
              <a:extLst>
                <a:ext uri="{FF2B5EF4-FFF2-40B4-BE49-F238E27FC236}">
                  <a16:creationId xmlns:a16="http://schemas.microsoft.com/office/drawing/2014/main" id="{D29C3B05-03E5-ADF5-C53C-989A33328861}"/>
                </a:ext>
              </a:extLst>
            </p:cNvPr>
            <p:cNvSpPr/>
            <p:nvPr/>
          </p:nvSpPr>
          <p:spPr>
            <a:xfrm>
              <a:off x="11990237" y="2909887"/>
              <a:ext cx="37133" cy="29402"/>
            </a:xfrm>
            <a:custGeom>
              <a:avLst/>
              <a:gdLst>
                <a:gd name="connsiteX0" fmla="*/ 37134 w 37133"/>
                <a:gd name="connsiteY0" fmla="*/ 14701 h 29402"/>
                <a:gd name="connsiteX1" fmla="*/ 18503 w 37133"/>
                <a:gd name="connsiteY1" fmla="*/ 29403 h 29402"/>
                <a:gd name="connsiteX2" fmla="*/ 0 w 37133"/>
                <a:gd name="connsiteY2" fmla="*/ 14701 h 29402"/>
                <a:gd name="connsiteX3" fmla="*/ 18503 w 37133"/>
                <a:gd name="connsiteY3" fmla="*/ 0 h 29402"/>
                <a:gd name="connsiteX4" fmla="*/ 37134 w 37133"/>
                <a:gd name="connsiteY4" fmla="*/ 14701 h 29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33" h="29402">
                  <a:moveTo>
                    <a:pt x="37134" y="14701"/>
                  </a:moveTo>
                  <a:cubicBezTo>
                    <a:pt x="37134" y="22813"/>
                    <a:pt x="28769" y="29403"/>
                    <a:pt x="18503" y="29403"/>
                  </a:cubicBezTo>
                  <a:cubicBezTo>
                    <a:pt x="8237" y="29403"/>
                    <a:pt x="0" y="22813"/>
                    <a:pt x="0" y="14701"/>
                  </a:cubicBezTo>
                  <a:cubicBezTo>
                    <a:pt x="0" y="6590"/>
                    <a:pt x="8364" y="0"/>
                    <a:pt x="18503" y="0"/>
                  </a:cubicBezTo>
                  <a:cubicBezTo>
                    <a:pt x="28642" y="0"/>
                    <a:pt x="37134" y="6590"/>
                    <a:pt x="37134" y="1470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71" name="Freeform: Shape 5570">
              <a:extLst>
                <a:ext uri="{FF2B5EF4-FFF2-40B4-BE49-F238E27FC236}">
                  <a16:creationId xmlns:a16="http://schemas.microsoft.com/office/drawing/2014/main" id="{24A50A0D-D399-025F-508F-7176897BE279}"/>
                </a:ext>
              </a:extLst>
            </p:cNvPr>
            <p:cNvSpPr/>
            <p:nvPr/>
          </p:nvSpPr>
          <p:spPr>
            <a:xfrm>
              <a:off x="12003798" y="3013684"/>
              <a:ext cx="36246" cy="28895"/>
            </a:xfrm>
            <a:custGeom>
              <a:avLst/>
              <a:gdLst>
                <a:gd name="connsiteX0" fmla="*/ 36246 w 36246"/>
                <a:gd name="connsiteY0" fmla="*/ 14448 h 28895"/>
                <a:gd name="connsiteX1" fmla="*/ 18123 w 36246"/>
                <a:gd name="connsiteY1" fmla="*/ 28896 h 28895"/>
                <a:gd name="connsiteX2" fmla="*/ 0 w 36246"/>
                <a:gd name="connsiteY2" fmla="*/ 14448 h 28895"/>
                <a:gd name="connsiteX3" fmla="*/ 18123 w 36246"/>
                <a:gd name="connsiteY3" fmla="*/ 0 h 28895"/>
                <a:gd name="connsiteX4" fmla="*/ 36246 w 36246"/>
                <a:gd name="connsiteY4" fmla="*/ 14448 h 28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246" h="28895">
                  <a:moveTo>
                    <a:pt x="36246" y="14448"/>
                  </a:moveTo>
                  <a:cubicBezTo>
                    <a:pt x="36246" y="22432"/>
                    <a:pt x="28135" y="28896"/>
                    <a:pt x="18123" y="28896"/>
                  </a:cubicBezTo>
                  <a:cubicBezTo>
                    <a:pt x="8111" y="28896"/>
                    <a:pt x="0" y="22432"/>
                    <a:pt x="0" y="14448"/>
                  </a:cubicBezTo>
                  <a:cubicBezTo>
                    <a:pt x="0" y="6464"/>
                    <a:pt x="8111" y="0"/>
                    <a:pt x="18123" y="0"/>
                  </a:cubicBezTo>
                  <a:cubicBezTo>
                    <a:pt x="28135" y="0"/>
                    <a:pt x="36246" y="6464"/>
                    <a:pt x="36246" y="1444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72" name="Freeform: Shape 5571">
              <a:extLst>
                <a:ext uri="{FF2B5EF4-FFF2-40B4-BE49-F238E27FC236}">
                  <a16:creationId xmlns:a16="http://schemas.microsoft.com/office/drawing/2014/main" id="{DF86F8E3-349E-88ED-7056-766A1AF91516}"/>
                </a:ext>
              </a:extLst>
            </p:cNvPr>
            <p:cNvSpPr/>
            <p:nvPr/>
          </p:nvSpPr>
          <p:spPr>
            <a:xfrm>
              <a:off x="12014951" y="3118115"/>
              <a:ext cx="34471" cy="27375"/>
            </a:xfrm>
            <a:custGeom>
              <a:avLst/>
              <a:gdLst>
                <a:gd name="connsiteX0" fmla="*/ 34472 w 34471"/>
                <a:gd name="connsiteY0" fmla="*/ 13688 h 27375"/>
                <a:gd name="connsiteX1" fmla="*/ 17236 w 34471"/>
                <a:gd name="connsiteY1" fmla="*/ 27375 h 27375"/>
                <a:gd name="connsiteX2" fmla="*/ 0 w 34471"/>
                <a:gd name="connsiteY2" fmla="*/ 13688 h 27375"/>
                <a:gd name="connsiteX3" fmla="*/ 17236 w 34471"/>
                <a:gd name="connsiteY3" fmla="*/ 0 h 27375"/>
                <a:gd name="connsiteX4" fmla="*/ 34472 w 34471"/>
                <a:gd name="connsiteY4" fmla="*/ 13688 h 27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471" h="27375">
                  <a:moveTo>
                    <a:pt x="34472" y="13688"/>
                  </a:moveTo>
                  <a:cubicBezTo>
                    <a:pt x="34472" y="21292"/>
                    <a:pt x="26741" y="27375"/>
                    <a:pt x="17236" y="27375"/>
                  </a:cubicBezTo>
                  <a:cubicBezTo>
                    <a:pt x="7731" y="27375"/>
                    <a:pt x="0" y="21292"/>
                    <a:pt x="0" y="13688"/>
                  </a:cubicBezTo>
                  <a:cubicBezTo>
                    <a:pt x="0" y="6083"/>
                    <a:pt x="7731" y="0"/>
                    <a:pt x="17236" y="0"/>
                  </a:cubicBezTo>
                  <a:cubicBezTo>
                    <a:pt x="26741" y="0"/>
                    <a:pt x="34472" y="6083"/>
                    <a:pt x="34472" y="136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73" name="Freeform: Shape 5572">
              <a:extLst>
                <a:ext uri="{FF2B5EF4-FFF2-40B4-BE49-F238E27FC236}">
                  <a16:creationId xmlns:a16="http://schemas.microsoft.com/office/drawing/2014/main" id="{8D8BE649-FEA0-D37F-EA1F-78DC7D53DF61}"/>
                </a:ext>
              </a:extLst>
            </p:cNvPr>
            <p:cNvSpPr/>
            <p:nvPr/>
          </p:nvSpPr>
          <p:spPr>
            <a:xfrm>
              <a:off x="12022681" y="3222165"/>
              <a:ext cx="33711" cy="26867"/>
            </a:xfrm>
            <a:custGeom>
              <a:avLst/>
              <a:gdLst>
                <a:gd name="connsiteX0" fmla="*/ 33711 w 33711"/>
                <a:gd name="connsiteY0" fmla="*/ 13434 h 26867"/>
                <a:gd name="connsiteX1" fmla="*/ 16855 w 33711"/>
                <a:gd name="connsiteY1" fmla="*/ 26868 h 26867"/>
                <a:gd name="connsiteX2" fmla="*/ 0 w 33711"/>
                <a:gd name="connsiteY2" fmla="*/ 13434 h 26867"/>
                <a:gd name="connsiteX3" fmla="*/ 16855 w 33711"/>
                <a:gd name="connsiteY3" fmla="*/ 0 h 26867"/>
                <a:gd name="connsiteX4" fmla="*/ 33711 w 33711"/>
                <a:gd name="connsiteY4" fmla="*/ 13434 h 26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1" h="26867">
                  <a:moveTo>
                    <a:pt x="33711" y="13434"/>
                  </a:moveTo>
                  <a:cubicBezTo>
                    <a:pt x="33711" y="20912"/>
                    <a:pt x="26108" y="26868"/>
                    <a:pt x="16855" y="26868"/>
                  </a:cubicBezTo>
                  <a:cubicBezTo>
                    <a:pt x="7604" y="26868"/>
                    <a:pt x="0" y="20912"/>
                    <a:pt x="0" y="13434"/>
                  </a:cubicBezTo>
                  <a:cubicBezTo>
                    <a:pt x="0" y="5957"/>
                    <a:pt x="7604" y="0"/>
                    <a:pt x="16855" y="0"/>
                  </a:cubicBezTo>
                  <a:cubicBezTo>
                    <a:pt x="26108" y="0"/>
                    <a:pt x="33711" y="5957"/>
                    <a:pt x="33711" y="1343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74" name="Freeform: Shape 5573">
              <a:extLst>
                <a:ext uri="{FF2B5EF4-FFF2-40B4-BE49-F238E27FC236}">
                  <a16:creationId xmlns:a16="http://schemas.microsoft.com/office/drawing/2014/main" id="{157BD032-98D0-9D51-A536-D8DCDD545B02}"/>
                </a:ext>
              </a:extLst>
            </p:cNvPr>
            <p:cNvSpPr/>
            <p:nvPr/>
          </p:nvSpPr>
          <p:spPr>
            <a:xfrm>
              <a:off x="12027371" y="3326469"/>
              <a:ext cx="32951" cy="26107"/>
            </a:xfrm>
            <a:custGeom>
              <a:avLst/>
              <a:gdLst>
                <a:gd name="connsiteX0" fmla="*/ 32951 w 32951"/>
                <a:gd name="connsiteY0" fmla="*/ 13054 h 26107"/>
                <a:gd name="connsiteX1" fmla="*/ 16476 w 32951"/>
                <a:gd name="connsiteY1" fmla="*/ 26108 h 26107"/>
                <a:gd name="connsiteX2" fmla="*/ 0 w 32951"/>
                <a:gd name="connsiteY2" fmla="*/ 13054 h 26107"/>
                <a:gd name="connsiteX3" fmla="*/ 16476 w 32951"/>
                <a:gd name="connsiteY3" fmla="*/ 0 h 26107"/>
                <a:gd name="connsiteX4" fmla="*/ 32951 w 32951"/>
                <a:gd name="connsiteY4" fmla="*/ 13054 h 2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951" h="26107">
                  <a:moveTo>
                    <a:pt x="32951" y="13054"/>
                  </a:moveTo>
                  <a:cubicBezTo>
                    <a:pt x="32951" y="20278"/>
                    <a:pt x="25601" y="26108"/>
                    <a:pt x="16476" y="26108"/>
                  </a:cubicBezTo>
                  <a:cubicBezTo>
                    <a:pt x="7351" y="26108"/>
                    <a:pt x="0" y="20278"/>
                    <a:pt x="0" y="13054"/>
                  </a:cubicBezTo>
                  <a:cubicBezTo>
                    <a:pt x="0" y="5830"/>
                    <a:pt x="7351" y="0"/>
                    <a:pt x="16476" y="0"/>
                  </a:cubicBezTo>
                  <a:cubicBezTo>
                    <a:pt x="25601" y="0"/>
                    <a:pt x="32951" y="5830"/>
                    <a:pt x="32951" y="1305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75" name="Freeform: Shape 5574">
              <a:extLst>
                <a:ext uri="{FF2B5EF4-FFF2-40B4-BE49-F238E27FC236}">
                  <a16:creationId xmlns:a16="http://schemas.microsoft.com/office/drawing/2014/main" id="{EA27D361-E26E-7F3B-BCBD-911C4F06550C}"/>
                </a:ext>
              </a:extLst>
            </p:cNvPr>
            <p:cNvSpPr/>
            <p:nvPr/>
          </p:nvSpPr>
          <p:spPr>
            <a:xfrm>
              <a:off x="12149037" y="3645590"/>
              <a:ext cx="2155" cy="11913"/>
            </a:xfrm>
            <a:custGeom>
              <a:avLst/>
              <a:gdLst>
                <a:gd name="connsiteX0" fmla="*/ 0 w 2155"/>
                <a:gd name="connsiteY0" fmla="*/ 5957 h 11913"/>
                <a:gd name="connsiteX1" fmla="*/ 2155 w 2155"/>
                <a:gd name="connsiteY1" fmla="*/ 11913 h 11913"/>
                <a:gd name="connsiteX2" fmla="*/ 2155 w 2155"/>
                <a:gd name="connsiteY2" fmla="*/ 0 h 11913"/>
                <a:gd name="connsiteX3" fmla="*/ 0 w 2155"/>
                <a:gd name="connsiteY3" fmla="*/ 5957 h 11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55" h="11913">
                  <a:moveTo>
                    <a:pt x="0" y="5957"/>
                  </a:moveTo>
                  <a:lnTo>
                    <a:pt x="2155" y="11913"/>
                  </a:lnTo>
                  <a:lnTo>
                    <a:pt x="2155" y="0"/>
                  </a:lnTo>
                  <a:lnTo>
                    <a:pt x="0" y="595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76" name="Freeform: Shape 5575">
              <a:extLst>
                <a:ext uri="{FF2B5EF4-FFF2-40B4-BE49-F238E27FC236}">
                  <a16:creationId xmlns:a16="http://schemas.microsoft.com/office/drawing/2014/main" id="{ED8D760B-1420-7D6C-8832-5F9AF3AE9540}"/>
                </a:ext>
              </a:extLst>
            </p:cNvPr>
            <p:cNvSpPr/>
            <p:nvPr/>
          </p:nvSpPr>
          <p:spPr>
            <a:xfrm>
              <a:off x="12142320" y="3744444"/>
              <a:ext cx="8871" cy="21925"/>
            </a:xfrm>
            <a:custGeom>
              <a:avLst/>
              <a:gdLst>
                <a:gd name="connsiteX0" fmla="*/ 0 w 8871"/>
                <a:gd name="connsiteY0" fmla="*/ 10899 h 21925"/>
                <a:gd name="connsiteX1" fmla="*/ 8872 w 8871"/>
                <a:gd name="connsiteY1" fmla="*/ 21925 h 21925"/>
                <a:gd name="connsiteX2" fmla="*/ 8872 w 8871"/>
                <a:gd name="connsiteY2" fmla="*/ 0 h 21925"/>
                <a:gd name="connsiteX3" fmla="*/ 0 w 8871"/>
                <a:gd name="connsiteY3" fmla="*/ 11026 h 2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71" h="21925">
                  <a:moveTo>
                    <a:pt x="0" y="10899"/>
                  </a:moveTo>
                  <a:cubicBezTo>
                    <a:pt x="0" y="15715"/>
                    <a:pt x="3675" y="19897"/>
                    <a:pt x="8872" y="21925"/>
                  </a:cubicBezTo>
                  <a:lnTo>
                    <a:pt x="8872" y="0"/>
                  </a:lnTo>
                  <a:cubicBezTo>
                    <a:pt x="3675" y="1901"/>
                    <a:pt x="0" y="6083"/>
                    <a:pt x="0" y="1102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77" name="Freeform: Shape 5576">
              <a:extLst>
                <a:ext uri="{FF2B5EF4-FFF2-40B4-BE49-F238E27FC236}">
                  <a16:creationId xmlns:a16="http://schemas.microsoft.com/office/drawing/2014/main" id="{27FC9BF6-8E78-EEFE-E83F-0DBEF98CA244}"/>
                </a:ext>
              </a:extLst>
            </p:cNvPr>
            <p:cNvSpPr/>
            <p:nvPr/>
          </p:nvSpPr>
          <p:spPr>
            <a:xfrm>
              <a:off x="12132688" y="3847100"/>
              <a:ext cx="18503" cy="23826"/>
            </a:xfrm>
            <a:custGeom>
              <a:avLst/>
              <a:gdLst>
                <a:gd name="connsiteX0" fmla="*/ 14955 w 18503"/>
                <a:gd name="connsiteY0" fmla="*/ 127 h 23826"/>
                <a:gd name="connsiteX1" fmla="*/ 0 w 18503"/>
                <a:gd name="connsiteY1" fmla="*/ 12040 h 23826"/>
                <a:gd name="connsiteX2" fmla="*/ 14955 w 18503"/>
                <a:gd name="connsiteY2" fmla="*/ 23826 h 23826"/>
                <a:gd name="connsiteX3" fmla="*/ 18504 w 18503"/>
                <a:gd name="connsiteY3" fmla="*/ 23193 h 23826"/>
                <a:gd name="connsiteX4" fmla="*/ 18504 w 18503"/>
                <a:gd name="connsiteY4" fmla="*/ 634 h 23826"/>
                <a:gd name="connsiteX5" fmla="*/ 14955 w 18503"/>
                <a:gd name="connsiteY5" fmla="*/ 0 h 23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503" h="23826">
                  <a:moveTo>
                    <a:pt x="14955" y="127"/>
                  </a:moveTo>
                  <a:cubicBezTo>
                    <a:pt x="6717" y="127"/>
                    <a:pt x="0" y="5450"/>
                    <a:pt x="0" y="12040"/>
                  </a:cubicBezTo>
                  <a:cubicBezTo>
                    <a:pt x="0" y="18630"/>
                    <a:pt x="6717" y="23826"/>
                    <a:pt x="14955" y="23826"/>
                  </a:cubicBezTo>
                  <a:lnTo>
                    <a:pt x="18504" y="23193"/>
                  </a:lnTo>
                  <a:lnTo>
                    <a:pt x="18504" y="634"/>
                  </a:lnTo>
                  <a:lnTo>
                    <a:pt x="14955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78" name="Freeform: Shape 5577">
              <a:extLst>
                <a:ext uri="{FF2B5EF4-FFF2-40B4-BE49-F238E27FC236}">
                  <a16:creationId xmlns:a16="http://schemas.microsoft.com/office/drawing/2014/main" id="{C9AB5732-61E2-82CA-5860-96871CE8E02B}"/>
                </a:ext>
              </a:extLst>
            </p:cNvPr>
            <p:cNvSpPr/>
            <p:nvPr/>
          </p:nvSpPr>
          <p:spPr>
            <a:xfrm>
              <a:off x="12120268" y="3951023"/>
              <a:ext cx="29022" cy="23066"/>
            </a:xfrm>
            <a:custGeom>
              <a:avLst/>
              <a:gdLst>
                <a:gd name="connsiteX0" fmla="*/ 29022 w 29022"/>
                <a:gd name="connsiteY0" fmla="*/ 11533 h 23066"/>
                <a:gd name="connsiteX1" fmla="*/ 14447 w 29022"/>
                <a:gd name="connsiteY1" fmla="*/ 23066 h 23066"/>
                <a:gd name="connsiteX2" fmla="*/ 0 w 29022"/>
                <a:gd name="connsiteY2" fmla="*/ 11533 h 23066"/>
                <a:gd name="connsiteX3" fmla="*/ 14447 w 29022"/>
                <a:gd name="connsiteY3" fmla="*/ 0 h 23066"/>
                <a:gd name="connsiteX4" fmla="*/ 29022 w 29022"/>
                <a:gd name="connsiteY4" fmla="*/ 11533 h 23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022" h="23066">
                  <a:moveTo>
                    <a:pt x="29022" y="11533"/>
                  </a:moveTo>
                  <a:cubicBezTo>
                    <a:pt x="29022" y="17870"/>
                    <a:pt x="22559" y="23066"/>
                    <a:pt x="14447" y="23066"/>
                  </a:cubicBezTo>
                  <a:cubicBezTo>
                    <a:pt x="6337" y="23066"/>
                    <a:pt x="0" y="17870"/>
                    <a:pt x="0" y="11533"/>
                  </a:cubicBezTo>
                  <a:cubicBezTo>
                    <a:pt x="0" y="5196"/>
                    <a:pt x="6463" y="0"/>
                    <a:pt x="14447" y="0"/>
                  </a:cubicBezTo>
                  <a:cubicBezTo>
                    <a:pt x="22432" y="0"/>
                    <a:pt x="29022" y="5196"/>
                    <a:pt x="29022" y="1153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79" name="Freeform: Shape 5578">
              <a:extLst>
                <a:ext uri="{FF2B5EF4-FFF2-40B4-BE49-F238E27FC236}">
                  <a16:creationId xmlns:a16="http://schemas.microsoft.com/office/drawing/2014/main" id="{745945EB-6395-03C0-3498-696D1F054F9F}"/>
                </a:ext>
              </a:extLst>
            </p:cNvPr>
            <p:cNvSpPr/>
            <p:nvPr/>
          </p:nvSpPr>
          <p:spPr>
            <a:xfrm>
              <a:off x="12104806" y="4054693"/>
              <a:ext cx="28388" cy="22305"/>
            </a:xfrm>
            <a:custGeom>
              <a:avLst/>
              <a:gdLst>
                <a:gd name="connsiteX0" fmla="*/ 28389 w 28388"/>
                <a:gd name="connsiteY0" fmla="*/ 11153 h 22305"/>
                <a:gd name="connsiteX1" fmla="*/ 14194 w 28388"/>
                <a:gd name="connsiteY1" fmla="*/ 22306 h 22305"/>
                <a:gd name="connsiteX2" fmla="*/ 0 w 28388"/>
                <a:gd name="connsiteY2" fmla="*/ 11153 h 22305"/>
                <a:gd name="connsiteX3" fmla="*/ 14194 w 28388"/>
                <a:gd name="connsiteY3" fmla="*/ 0 h 22305"/>
                <a:gd name="connsiteX4" fmla="*/ 28389 w 28388"/>
                <a:gd name="connsiteY4" fmla="*/ 11153 h 22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388" h="22305">
                  <a:moveTo>
                    <a:pt x="28389" y="11153"/>
                  </a:moveTo>
                  <a:cubicBezTo>
                    <a:pt x="28389" y="17363"/>
                    <a:pt x="22052" y="22306"/>
                    <a:pt x="14194" y="22306"/>
                  </a:cubicBezTo>
                  <a:cubicBezTo>
                    <a:pt x="6337" y="22306"/>
                    <a:pt x="0" y="17236"/>
                    <a:pt x="0" y="11153"/>
                  </a:cubicBezTo>
                  <a:cubicBezTo>
                    <a:pt x="0" y="5069"/>
                    <a:pt x="6337" y="0"/>
                    <a:pt x="14194" y="0"/>
                  </a:cubicBezTo>
                  <a:cubicBezTo>
                    <a:pt x="22052" y="0"/>
                    <a:pt x="28389" y="5069"/>
                    <a:pt x="28389" y="1115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80" name="Freeform: Shape 5579">
              <a:extLst>
                <a:ext uri="{FF2B5EF4-FFF2-40B4-BE49-F238E27FC236}">
                  <a16:creationId xmlns:a16="http://schemas.microsoft.com/office/drawing/2014/main" id="{D106CBC5-2842-E5E7-CC36-8CEEC5E3C7F4}"/>
                </a:ext>
              </a:extLst>
            </p:cNvPr>
            <p:cNvSpPr/>
            <p:nvPr/>
          </p:nvSpPr>
          <p:spPr>
            <a:xfrm>
              <a:off x="12087316" y="4158110"/>
              <a:ext cx="26615" cy="21291"/>
            </a:xfrm>
            <a:custGeom>
              <a:avLst/>
              <a:gdLst>
                <a:gd name="connsiteX0" fmla="*/ 26615 w 26615"/>
                <a:gd name="connsiteY0" fmla="*/ 10646 h 21291"/>
                <a:gd name="connsiteX1" fmla="*/ 13307 w 26615"/>
                <a:gd name="connsiteY1" fmla="*/ 21292 h 21291"/>
                <a:gd name="connsiteX2" fmla="*/ 0 w 26615"/>
                <a:gd name="connsiteY2" fmla="*/ 10646 h 21291"/>
                <a:gd name="connsiteX3" fmla="*/ 13307 w 26615"/>
                <a:gd name="connsiteY3" fmla="*/ 0 h 21291"/>
                <a:gd name="connsiteX4" fmla="*/ 26615 w 26615"/>
                <a:gd name="connsiteY4" fmla="*/ 10646 h 2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615" h="21291">
                  <a:moveTo>
                    <a:pt x="26615" y="10646"/>
                  </a:moveTo>
                  <a:cubicBezTo>
                    <a:pt x="26615" y="16476"/>
                    <a:pt x="20658" y="21292"/>
                    <a:pt x="13307" y="21292"/>
                  </a:cubicBezTo>
                  <a:cubicBezTo>
                    <a:pt x="5957" y="21292"/>
                    <a:pt x="0" y="16602"/>
                    <a:pt x="0" y="10646"/>
                  </a:cubicBezTo>
                  <a:cubicBezTo>
                    <a:pt x="0" y="4689"/>
                    <a:pt x="5957" y="0"/>
                    <a:pt x="13307" y="0"/>
                  </a:cubicBezTo>
                  <a:cubicBezTo>
                    <a:pt x="20658" y="0"/>
                    <a:pt x="26615" y="4689"/>
                    <a:pt x="26615" y="1064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81" name="Freeform: Shape 5580">
              <a:extLst>
                <a:ext uri="{FF2B5EF4-FFF2-40B4-BE49-F238E27FC236}">
                  <a16:creationId xmlns:a16="http://schemas.microsoft.com/office/drawing/2014/main" id="{D4290AEE-3469-84A9-4CA2-A08553672128}"/>
                </a:ext>
              </a:extLst>
            </p:cNvPr>
            <p:cNvSpPr/>
            <p:nvPr/>
          </p:nvSpPr>
          <p:spPr>
            <a:xfrm>
              <a:off x="12066279" y="4261146"/>
              <a:ext cx="25853" cy="20531"/>
            </a:xfrm>
            <a:custGeom>
              <a:avLst/>
              <a:gdLst>
                <a:gd name="connsiteX0" fmla="*/ 25854 w 25853"/>
                <a:gd name="connsiteY0" fmla="*/ 10266 h 20531"/>
                <a:gd name="connsiteX1" fmla="*/ 12927 w 25853"/>
                <a:gd name="connsiteY1" fmla="*/ 20531 h 20531"/>
                <a:gd name="connsiteX2" fmla="*/ 0 w 25853"/>
                <a:gd name="connsiteY2" fmla="*/ 10266 h 20531"/>
                <a:gd name="connsiteX3" fmla="*/ 12927 w 25853"/>
                <a:gd name="connsiteY3" fmla="*/ 0 h 20531"/>
                <a:gd name="connsiteX4" fmla="*/ 25854 w 25853"/>
                <a:gd name="connsiteY4" fmla="*/ 10266 h 20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853" h="20531">
                  <a:moveTo>
                    <a:pt x="25854" y="10266"/>
                  </a:moveTo>
                  <a:cubicBezTo>
                    <a:pt x="25854" y="15969"/>
                    <a:pt x="20024" y="20531"/>
                    <a:pt x="12927" y="20531"/>
                  </a:cubicBezTo>
                  <a:cubicBezTo>
                    <a:pt x="5829" y="20531"/>
                    <a:pt x="0" y="15969"/>
                    <a:pt x="0" y="10266"/>
                  </a:cubicBezTo>
                  <a:cubicBezTo>
                    <a:pt x="0" y="4562"/>
                    <a:pt x="5829" y="0"/>
                    <a:pt x="12927" y="0"/>
                  </a:cubicBezTo>
                  <a:cubicBezTo>
                    <a:pt x="20024" y="0"/>
                    <a:pt x="25854" y="4562"/>
                    <a:pt x="25854" y="1026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82" name="Freeform: Shape 5581">
              <a:extLst>
                <a:ext uri="{FF2B5EF4-FFF2-40B4-BE49-F238E27FC236}">
                  <a16:creationId xmlns:a16="http://schemas.microsoft.com/office/drawing/2014/main" id="{91649FC5-C153-2155-E841-0ECD68598759}"/>
                </a:ext>
              </a:extLst>
            </p:cNvPr>
            <p:cNvSpPr/>
            <p:nvPr/>
          </p:nvSpPr>
          <p:spPr>
            <a:xfrm>
              <a:off x="12042452" y="4363549"/>
              <a:ext cx="25093" cy="20024"/>
            </a:xfrm>
            <a:custGeom>
              <a:avLst/>
              <a:gdLst>
                <a:gd name="connsiteX0" fmla="*/ 25093 w 25093"/>
                <a:gd name="connsiteY0" fmla="*/ 10012 h 20024"/>
                <a:gd name="connsiteX1" fmla="*/ 12547 w 25093"/>
                <a:gd name="connsiteY1" fmla="*/ 20024 h 20024"/>
                <a:gd name="connsiteX2" fmla="*/ 0 w 25093"/>
                <a:gd name="connsiteY2" fmla="*/ 10012 h 20024"/>
                <a:gd name="connsiteX3" fmla="*/ 12547 w 25093"/>
                <a:gd name="connsiteY3" fmla="*/ 0 h 20024"/>
                <a:gd name="connsiteX4" fmla="*/ 25093 w 25093"/>
                <a:gd name="connsiteY4" fmla="*/ 10012 h 2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93" h="20024">
                  <a:moveTo>
                    <a:pt x="25093" y="10012"/>
                  </a:moveTo>
                  <a:cubicBezTo>
                    <a:pt x="25093" y="15589"/>
                    <a:pt x="19517" y="20024"/>
                    <a:pt x="12547" y="20024"/>
                  </a:cubicBezTo>
                  <a:cubicBezTo>
                    <a:pt x="5576" y="20024"/>
                    <a:pt x="0" y="15589"/>
                    <a:pt x="0" y="10012"/>
                  </a:cubicBezTo>
                  <a:cubicBezTo>
                    <a:pt x="0" y="4436"/>
                    <a:pt x="5703" y="0"/>
                    <a:pt x="12547" y="0"/>
                  </a:cubicBezTo>
                  <a:cubicBezTo>
                    <a:pt x="19390" y="0"/>
                    <a:pt x="25093" y="4436"/>
                    <a:pt x="25093" y="1001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83" name="Freeform: Shape 5582">
              <a:extLst>
                <a:ext uri="{FF2B5EF4-FFF2-40B4-BE49-F238E27FC236}">
                  <a16:creationId xmlns:a16="http://schemas.microsoft.com/office/drawing/2014/main" id="{1387FC11-22A8-1DBC-236E-C865FEE34F18}"/>
                </a:ext>
              </a:extLst>
            </p:cNvPr>
            <p:cNvSpPr/>
            <p:nvPr/>
          </p:nvSpPr>
          <p:spPr>
            <a:xfrm>
              <a:off x="12015837" y="4465698"/>
              <a:ext cx="24333" cy="19264"/>
            </a:xfrm>
            <a:custGeom>
              <a:avLst/>
              <a:gdLst>
                <a:gd name="connsiteX0" fmla="*/ 24334 w 24333"/>
                <a:gd name="connsiteY0" fmla="*/ 9632 h 19264"/>
                <a:gd name="connsiteX1" fmla="*/ 12167 w 24333"/>
                <a:gd name="connsiteY1" fmla="*/ 19264 h 19264"/>
                <a:gd name="connsiteX2" fmla="*/ 0 w 24333"/>
                <a:gd name="connsiteY2" fmla="*/ 9632 h 19264"/>
                <a:gd name="connsiteX3" fmla="*/ 12167 w 24333"/>
                <a:gd name="connsiteY3" fmla="*/ 0 h 19264"/>
                <a:gd name="connsiteX4" fmla="*/ 24334 w 24333"/>
                <a:gd name="connsiteY4" fmla="*/ 9632 h 19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33" h="19264">
                  <a:moveTo>
                    <a:pt x="24334" y="9632"/>
                  </a:moveTo>
                  <a:cubicBezTo>
                    <a:pt x="24334" y="14955"/>
                    <a:pt x="18884" y="19264"/>
                    <a:pt x="12167" y="19264"/>
                  </a:cubicBezTo>
                  <a:cubicBezTo>
                    <a:pt x="5450" y="19264"/>
                    <a:pt x="0" y="14955"/>
                    <a:pt x="0" y="9632"/>
                  </a:cubicBezTo>
                  <a:cubicBezTo>
                    <a:pt x="0" y="4309"/>
                    <a:pt x="5450" y="0"/>
                    <a:pt x="12167" y="0"/>
                  </a:cubicBezTo>
                  <a:cubicBezTo>
                    <a:pt x="18884" y="0"/>
                    <a:pt x="24334" y="4309"/>
                    <a:pt x="24334" y="963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84" name="Freeform: Shape 5583">
              <a:extLst>
                <a:ext uri="{FF2B5EF4-FFF2-40B4-BE49-F238E27FC236}">
                  <a16:creationId xmlns:a16="http://schemas.microsoft.com/office/drawing/2014/main" id="{04D47594-B869-E71D-A6E8-AB0DBA46A1C3}"/>
                </a:ext>
              </a:extLst>
            </p:cNvPr>
            <p:cNvSpPr/>
            <p:nvPr/>
          </p:nvSpPr>
          <p:spPr>
            <a:xfrm>
              <a:off x="11986435" y="4567214"/>
              <a:ext cx="23572" cy="18757"/>
            </a:xfrm>
            <a:custGeom>
              <a:avLst/>
              <a:gdLst>
                <a:gd name="connsiteX0" fmla="*/ 23573 w 23572"/>
                <a:gd name="connsiteY0" fmla="*/ 9378 h 18757"/>
                <a:gd name="connsiteX1" fmla="*/ 11786 w 23572"/>
                <a:gd name="connsiteY1" fmla="*/ 18757 h 18757"/>
                <a:gd name="connsiteX2" fmla="*/ 0 w 23572"/>
                <a:gd name="connsiteY2" fmla="*/ 9378 h 18757"/>
                <a:gd name="connsiteX3" fmla="*/ 11786 w 23572"/>
                <a:gd name="connsiteY3" fmla="*/ 0 h 18757"/>
                <a:gd name="connsiteX4" fmla="*/ 23573 w 23572"/>
                <a:gd name="connsiteY4" fmla="*/ 9378 h 18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572" h="18757">
                  <a:moveTo>
                    <a:pt x="23573" y="9378"/>
                  </a:moveTo>
                  <a:cubicBezTo>
                    <a:pt x="23573" y="14575"/>
                    <a:pt x="18249" y="18757"/>
                    <a:pt x="11786" y="18757"/>
                  </a:cubicBezTo>
                  <a:cubicBezTo>
                    <a:pt x="5323" y="18757"/>
                    <a:pt x="0" y="14575"/>
                    <a:pt x="0" y="9378"/>
                  </a:cubicBezTo>
                  <a:cubicBezTo>
                    <a:pt x="0" y="4183"/>
                    <a:pt x="5323" y="0"/>
                    <a:pt x="11786" y="0"/>
                  </a:cubicBezTo>
                  <a:cubicBezTo>
                    <a:pt x="18249" y="0"/>
                    <a:pt x="23573" y="4183"/>
                    <a:pt x="23573" y="937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85" name="Freeform: Shape 5584">
              <a:extLst>
                <a:ext uri="{FF2B5EF4-FFF2-40B4-BE49-F238E27FC236}">
                  <a16:creationId xmlns:a16="http://schemas.microsoft.com/office/drawing/2014/main" id="{F396AEF4-79AB-5620-41E7-137151867834}"/>
                </a:ext>
              </a:extLst>
            </p:cNvPr>
            <p:cNvSpPr/>
            <p:nvPr/>
          </p:nvSpPr>
          <p:spPr>
            <a:xfrm>
              <a:off x="11954624" y="4668602"/>
              <a:ext cx="22051" cy="17489"/>
            </a:xfrm>
            <a:custGeom>
              <a:avLst/>
              <a:gdLst>
                <a:gd name="connsiteX0" fmla="*/ 22052 w 22051"/>
                <a:gd name="connsiteY0" fmla="*/ 8745 h 17489"/>
                <a:gd name="connsiteX1" fmla="*/ 11026 w 22051"/>
                <a:gd name="connsiteY1" fmla="*/ 17490 h 17489"/>
                <a:gd name="connsiteX2" fmla="*/ 0 w 22051"/>
                <a:gd name="connsiteY2" fmla="*/ 8745 h 17489"/>
                <a:gd name="connsiteX3" fmla="*/ 11026 w 22051"/>
                <a:gd name="connsiteY3" fmla="*/ 0 h 17489"/>
                <a:gd name="connsiteX4" fmla="*/ 22052 w 22051"/>
                <a:gd name="connsiteY4" fmla="*/ 8745 h 1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051" h="17489">
                  <a:moveTo>
                    <a:pt x="22052" y="8745"/>
                  </a:moveTo>
                  <a:cubicBezTo>
                    <a:pt x="22052" y="13561"/>
                    <a:pt x="17109" y="17490"/>
                    <a:pt x="11026" y="17490"/>
                  </a:cubicBezTo>
                  <a:cubicBezTo>
                    <a:pt x="4942" y="17490"/>
                    <a:pt x="0" y="13561"/>
                    <a:pt x="0" y="8745"/>
                  </a:cubicBezTo>
                  <a:cubicBezTo>
                    <a:pt x="0" y="3929"/>
                    <a:pt x="4942" y="0"/>
                    <a:pt x="11026" y="0"/>
                  </a:cubicBezTo>
                  <a:cubicBezTo>
                    <a:pt x="17109" y="0"/>
                    <a:pt x="22052" y="3929"/>
                    <a:pt x="22052" y="874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86" name="Freeform: Shape 5585">
              <a:extLst>
                <a:ext uri="{FF2B5EF4-FFF2-40B4-BE49-F238E27FC236}">
                  <a16:creationId xmlns:a16="http://schemas.microsoft.com/office/drawing/2014/main" id="{7D5E1F41-D3A3-8633-D94E-9145E553BDF5}"/>
                </a:ext>
              </a:extLst>
            </p:cNvPr>
            <p:cNvSpPr/>
            <p:nvPr/>
          </p:nvSpPr>
          <p:spPr>
            <a:xfrm>
              <a:off x="11919645" y="4768977"/>
              <a:ext cx="21418" cy="16982"/>
            </a:xfrm>
            <a:custGeom>
              <a:avLst/>
              <a:gdLst>
                <a:gd name="connsiteX0" fmla="*/ 21418 w 21418"/>
                <a:gd name="connsiteY0" fmla="*/ 8491 h 16982"/>
                <a:gd name="connsiteX1" fmla="*/ 10772 w 21418"/>
                <a:gd name="connsiteY1" fmla="*/ 16983 h 16982"/>
                <a:gd name="connsiteX2" fmla="*/ 0 w 21418"/>
                <a:gd name="connsiteY2" fmla="*/ 8491 h 16982"/>
                <a:gd name="connsiteX3" fmla="*/ 10772 w 21418"/>
                <a:gd name="connsiteY3" fmla="*/ 0 h 16982"/>
                <a:gd name="connsiteX4" fmla="*/ 21418 w 21418"/>
                <a:gd name="connsiteY4" fmla="*/ 8491 h 1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18" h="16982">
                  <a:moveTo>
                    <a:pt x="21418" y="8491"/>
                  </a:moveTo>
                  <a:cubicBezTo>
                    <a:pt x="21418" y="13180"/>
                    <a:pt x="16602" y="16983"/>
                    <a:pt x="10772" y="16983"/>
                  </a:cubicBezTo>
                  <a:cubicBezTo>
                    <a:pt x="4943" y="16983"/>
                    <a:pt x="0" y="13180"/>
                    <a:pt x="0" y="8491"/>
                  </a:cubicBezTo>
                  <a:cubicBezTo>
                    <a:pt x="0" y="3802"/>
                    <a:pt x="4816" y="0"/>
                    <a:pt x="10772" y="0"/>
                  </a:cubicBezTo>
                  <a:cubicBezTo>
                    <a:pt x="16729" y="0"/>
                    <a:pt x="21418" y="3802"/>
                    <a:pt x="21418" y="84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87" name="Freeform: Shape 5586">
              <a:extLst>
                <a:ext uri="{FF2B5EF4-FFF2-40B4-BE49-F238E27FC236}">
                  <a16:creationId xmlns:a16="http://schemas.microsoft.com/office/drawing/2014/main" id="{F540A782-8635-0785-F267-7D0E0F3D3AA3}"/>
                </a:ext>
              </a:extLst>
            </p:cNvPr>
            <p:cNvSpPr/>
            <p:nvPr/>
          </p:nvSpPr>
          <p:spPr>
            <a:xfrm>
              <a:off x="11882131" y="4868845"/>
              <a:ext cx="20531" cy="16475"/>
            </a:xfrm>
            <a:custGeom>
              <a:avLst/>
              <a:gdLst>
                <a:gd name="connsiteX0" fmla="*/ 20531 w 20531"/>
                <a:gd name="connsiteY0" fmla="*/ 8238 h 16475"/>
                <a:gd name="connsiteX1" fmla="*/ 10266 w 20531"/>
                <a:gd name="connsiteY1" fmla="*/ 16476 h 16475"/>
                <a:gd name="connsiteX2" fmla="*/ 0 w 20531"/>
                <a:gd name="connsiteY2" fmla="*/ 8238 h 16475"/>
                <a:gd name="connsiteX3" fmla="*/ 10266 w 20531"/>
                <a:gd name="connsiteY3" fmla="*/ 0 h 16475"/>
                <a:gd name="connsiteX4" fmla="*/ 20531 w 20531"/>
                <a:gd name="connsiteY4" fmla="*/ 8238 h 16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31" h="16475">
                  <a:moveTo>
                    <a:pt x="20531" y="8238"/>
                  </a:moveTo>
                  <a:cubicBezTo>
                    <a:pt x="20531" y="12800"/>
                    <a:pt x="15969" y="16476"/>
                    <a:pt x="10266" y="16476"/>
                  </a:cubicBezTo>
                  <a:cubicBezTo>
                    <a:pt x="4562" y="16476"/>
                    <a:pt x="0" y="12800"/>
                    <a:pt x="0" y="8238"/>
                  </a:cubicBezTo>
                  <a:cubicBezTo>
                    <a:pt x="0" y="3675"/>
                    <a:pt x="4562" y="0"/>
                    <a:pt x="10266" y="0"/>
                  </a:cubicBezTo>
                  <a:cubicBezTo>
                    <a:pt x="15969" y="0"/>
                    <a:pt x="20531" y="3675"/>
                    <a:pt x="20531" y="823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88" name="Freeform: Shape 5587">
              <a:extLst>
                <a:ext uri="{FF2B5EF4-FFF2-40B4-BE49-F238E27FC236}">
                  <a16:creationId xmlns:a16="http://schemas.microsoft.com/office/drawing/2014/main" id="{41527E3C-C944-4F76-89E5-3B86529299F3}"/>
                </a:ext>
              </a:extLst>
            </p:cNvPr>
            <p:cNvSpPr/>
            <p:nvPr/>
          </p:nvSpPr>
          <p:spPr>
            <a:xfrm>
              <a:off x="11842083" y="4968206"/>
              <a:ext cx="19010" cy="15208"/>
            </a:xfrm>
            <a:custGeom>
              <a:avLst/>
              <a:gdLst>
                <a:gd name="connsiteX0" fmla="*/ 19010 w 19010"/>
                <a:gd name="connsiteY0" fmla="*/ 7604 h 15208"/>
                <a:gd name="connsiteX1" fmla="*/ 9505 w 19010"/>
                <a:gd name="connsiteY1" fmla="*/ 15208 h 15208"/>
                <a:gd name="connsiteX2" fmla="*/ 0 w 19010"/>
                <a:gd name="connsiteY2" fmla="*/ 7604 h 15208"/>
                <a:gd name="connsiteX3" fmla="*/ 9505 w 19010"/>
                <a:gd name="connsiteY3" fmla="*/ 0 h 15208"/>
                <a:gd name="connsiteX4" fmla="*/ 19010 w 19010"/>
                <a:gd name="connsiteY4" fmla="*/ 7604 h 15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10" h="15208">
                  <a:moveTo>
                    <a:pt x="19010" y="7604"/>
                  </a:moveTo>
                  <a:cubicBezTo>
                    <a:pt x="19010" y="11786"/>
                    <a:pt x="14701" y="15208"/>
                    <a:pt x="9505" y="15208"/>
                  </a:cubicBezTo>
                  <a:cubicBezTo>
                    <a:pt x="4309" y="15208"/>
                    <a:pt x="0" y="11786"/>
                    <a:pt x="0" y="7604"/>
                  </a:cubicBezTo>
                  <a:cubicBezTo>
                    <a:pt x="0" y="3422"/>
                    <a:pt x="4182" y="0"/>
                    <a:pt x="9505" y="0"/>
                  </a:cubicBezTo>
                  <a:cubicBezTo>
                    <a:pt x="14828" y="0"/>
                    <a:pt x="19010" y="3422"/>
                    <a:pt x="19010" y="760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89" name="Freeform: Shape 5588">
              <a:extLst>
                <a:ext uri="{FF2B5EF4-FFF2-40B4-BE49-F238E27FC236}">
                  <a16:creationId xmlns:a16="http://schemas.microsoft.com/office/drawing/2014/main" id="{146B8EA0-B0B7-1220-673B-05E335F07C10}"/>
                </a:ext>
              </a:extLst>
            </p:cNvPr>
            <p:cNvSpPr/>
            <p:nvPr/>
          </p:nvSpPr>
          <p:spPr>
            <a:xfrm>
              <a:off x="11798992" y="5066680"/>
              <a:ext cx="18250" cy="14447"/>
            </a:xfrm>
            <a:custGeom>
              <a:avLst/>
              <a:gdLst>
                <a:gd name="connsiteX0" fmla="*/ 18250 w 18250"/>
                <a:gd name="connsiteY0" fmla="*/ 7224 h 14447"/>
                <a:gd name="connsiteX1" fmla="*/ 9125 w 18250"/>
                <a:gd name="connsiteY1" fmla="*/ 14448 h 14447"/>
                <a:gd name="connsiteX2" fmla="*/ 0 w 18250"/>
                <a:gd name="connsiteY2" fmla="*/ 7224 h 14447"/>
                <a:gd name="connsiteX3" fmla="*/ 9125 w 18250"/>
                <a:gd name="connsiteY3" fmla="*/ 0 h 14447"/>
                <a:gd name="connsiteX4" fmla="*/ 18250 w 18250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7">
                  <a:moveTo>
                    <a:pt x="18250" y="7224"/>
                  </a:moveTo>
                  <a:cubicBezTo>
                    <a:pt x="18250" y="11279"/>
                    <a:pt x="14194" y="14448"/>
                    <a:pt x="9125" y="14448"/>
                  </a:cubicBezTo>
                  <a:cubicBezTo>
                    <a:pt x="4056" y="14448"/>
                    <a:pt x="0" y="11153"/>
                    <a:pt x="0" y="7224"/>
                  </a:cubicBezTo>
                  <a:cubicBezTo>
                    <a:pt x="0" y="3295"/>
                    <a:pt x="4056" y="0"/>
                    <a:pt x="9125" y="0"/>
                  </a:cubicBezTo>
                  <a:cubicBezTo>
                    <a:pt x="14194" y="0"/>
                    <a:pt x="18250" y="3168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90" name="Freeform: Shape 5589">
              <a:extLst>
                <a:ext uri="{FF2B5EF4-FFF2-40B4-BE49-F238E27FC236}">
                  <a16:creationId xmlns:a16="http://schemas.microsoft.com/office/drawing/2014/main" id="{D5795507-7B32-F553-4459-498025BDD3F4}"/>
                </a:ext>
              </a:extLst>
            </p:cNvPr>
            <p:cNvSpPr/>
            <p:nvPr/>
          </p:nvSpPr>
          <p:spPr>
            <a:xfrm>
              <a:off x="11752987" y="5164393"/>
              <a:ext cx="17743" cy="13941"/>
            </a:xfrm>
            <a:custGeom>
              <a:avLst/>
              <a:gdLst>
                <a:gd name="connsiteX0" fmla="*/ 17743 w 17743"/>
                <a:gd name="connsiteY0" fmla="*/ 6971 h 13941"/>
                <a:gd name="connsiteX1" fmla="*/ 8872 w 17743"/>
                <a:gd name="connsiteY1" fmla="*/ 13941 h 13941"/>
                <a:gd name="connsiteX2" fmla="*/ 0 w 17743"/>
                <a:gd name="connsiteY2" fmla="*/ 6971 h 13941"/>
                <a:gd name="connsiteX3" fmla="*/ 8872 w 17743"/>
                <a:gd name="connsiteY3" fmla="*/ 0 h 13941"/>
                <a:gd name="connsiteX4" fmla="*/ 17743 w 17743"/>
                <a:gd name="connsiteY4" fmla="*/ 6971 h 1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3" h="13941">
                  <a:moveTo>
                    <a:pt x="17743" y="6971"/>
                  </a:moveTo>
                  <a:cubicBezTo>
                    <a:pt x="17743" y="10899"/>
                    <a:pt x="13815" y="13941"/>
                    <a:pt x="8872" y="13941"/>
                  </a:cubicBezTo>
                  <a:cubicBezTo>
                    <a:pt x="3929" y="13941"/>
                    <a:pt x="0" y="10773"/>
                    <a:pt x="0" y="6971"/>
                  </a:cubicBezTo>
                  <a:cubicBezTo>
                    <a:pt x="0" y="3168"/>
                    <a:pt x="3929" y="0"/>
                    <a:pt x="8872" y="0"/>
                  </a:cubicBezTo>
                  <a:cubicBezTo>
                    <a:pt x="13815" y="0"/>
                    <a:pt x="17743" y="3168"/>
                    <a:pt x="17743" y="697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91" name="Freeform: Shape 5590">
              <a:extLst>
                <a:ext uri="{FF2B5EF4-FFF2-40B4-BE49-F238E27FC236}">
                  <a16:creationId xmlns:a16="http://schemas.microsoft.com/office/drawing/2014/main" id="{9B46505D-3289-94C8-BAEA-EE23E024D7E8}"/>
                </a:ext>
              </a:extLst>
            </p:cNvPr>
            <p:cNvSpPr/>
            <p:nvPr/>
          </p:nvSpPr>
          <p:spPr>
            <a:xfrm>
              <a:off x="11704954" y="5261346"/>
              <a:ext cx="16095" cy="12800"/>
            </a:xfrm>
            <a:custGeom>
              <a:avLst/>
              <a:gdLst>
                <a:gd name="connsiteX0" fmla="*/ 16096 w 16095"/>
                <a:gd name="connsiteY0" fmla="*/ 6464 h 12800"/>
                <a:gd name="connsiteX1" fmla="*/ 7984 w 16095"/>
                <a:gd name="connsiteY1" fmla="*/ 12800 h 12800"/>
                <a:gd name="connsiteX2" fmla="*/ 0 w 16095"/>
                <a:gd name="connsiteY2" fmla="*/ 6464 h 12800"/>
                <a:gd name="connsiteX3" fmla="*/ 7984 w 16095"/>
                <a:gd name="connsiteY3" fmla="*/ 0 h 12800"/>
                <a:gd name="connsiteX4" fmla="*/ 16096 w 16095"/>
                <a:gd name="connsiteY4" fmla="*/ 6464 h 1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95" h="12800">
                  <a:moveTo>
                    <a:pt x="16096" y="6464"/>
                  </a:moveTo>
                  <a:cubicBezTo>
                    <a:pt x="16096" y="10012"/>
                    <a:pt x="12420" y="12800"/>
                    <a:pt x="7984" y="12800"/>
                  </a:cubicBezTo>
                  <a:cubicBezTo>
                    <a:pt x="3548" y="12800"/>
                    <a:pt x="0" y="9885"/>
                    <a:pt x="0" y="6464"/>
                  </a:cubicBezTo>
                  <a:cubicBezTo>
                    <a:pt x="0" y="3042"/>
                    <a:pt x="3548" y="0"/>
                    <a:pt x="7984" y="0"/>
                  </a:cubicBezTo>
                  <a:cubicBezTo>
                    <a:pt x="12420" y="0"/>
                    <a:pt x="16096" y="2915"/>
                    <a:pt x="16096" y="646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92" name="Freeform: Shape 5591">
              <a:extLst>
                <a:ext uri="{FF2B5EF4-FFF2-40B4-BE49-F238E27FC236}">
                  <a16:creationId xmlns:a16="http://schemas.microsoft.com/office/drawing/2014/main" id="{4609AFE3-E455-E1FF-8D52-E19BA87E3CC0}"/>
                </a:ext>
              </a:extLst>
            </p:cNvPr>
            <p:cNvSpPr/>
            <p:nvPr/>
          </p:nvSpPr>
          <p:spPr>
            <a:xfrm>
              <a:off x="11653879" y="5357285"/>
              <a:ext cx="15462" cy="12420"/>
            </a:xfrm>
            <a:custGeom>
              <a:avLst/>
              <a:gdLst>
                <a:gd name="connsiteX0" fmla="*/ 15462 w 15462"/>
                <a:gd name="connsiteY0" fmla="*/ 6210 h 12420"/>
                <a:gd name="connsiteX1" fmla="*/ 7731 w 15462"/>
                <a:gd name="connsiteY1" fmla="*/ 12420 h 12420"/>
                <a:gd name="connsiteX2" fmla="*/ 0 w 15462"/>
                <a:gd name="connsiteY2" fmla="*/ 6210 h 12420"/>
                <a:gd name="connsiteX3" fmla="*/ 7731 w 15462"/>
                <a:gd name="connsiteY3" fmla="*/ 0 h 12420"/>
                <a:gd name="connsiteX4" fmla="*/ 15462 w 15462"/>
                <a:gd name="connsiteY4" fmla="*/ 6210 h 12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62" h="12420">
                  <a:moveTo>
                    <a:pt x="15462" y="6210"/>
                  </a:moveTo>
                  <a:cubicBezTo>
                    <a:pt x="15462" y="9632"/>
                    <a:pt x="12040" y="12420"/>
                    <a:pt x="7731" y="12420"/>
                  </a:cubicBezTo>
                  <a:cubicBezTo>
                    <a:pt x="3422" y="12420"/>
                    <a:pt x="0" y="9632"/>
                    <a:pt x="0" y="6210"/>
                  </a:cubicBezTo>
                  <a:cubicBezTo>
                    <a:pt x="0" y="2788"/>
                    <a:pt x="3549" y="0"/>
                    <a:pt x="7731" y="0"/>
                  </a:cubicBezTo>
                  <a:cubicBezTo>
                    <a:pt x="11913" y="0"/>
                    <a:pt x="15462" y="2788"/>
                    <a:pt x="15462" y="621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93" name="Freeform: Shape 5592">
              <a:extLst>
                <a:ext uri="{FF2B5EF4-FFF2-40B4-BE49-F238E27FC236}">
                  <a16:creationId xmlns:a16="http://schemas.microsoft.com/office/drawing/2014/main" id="{CC0EB4C1-7AB6-B376-CDF5-6DBC8C9E66A0}"/>
                </a:ext>
              </a:extLst>
            </p:cNvPr>
            <p:cNvSpPr/>
            <p:nvPr/>
          </p:nvSpPr>
          <p:spPr>
            <a:xfrm>
              <a:off x="11600017" y="5452337"/>
              <a:ext cx="14701" cy="11659"/>
            </a:xfrm>
            <a:custGeom>
              <a:avLst/>
              <a:gdLst>
                <a:gd name="connsiteX0" fmla="*/ 14702 w 14701"/>
                <a:gd name="connsiteY0" fmla="*/ 5830 h 11659"/>
                <a:gd name="connsiteX1" fmla="*/ 7351 w 14701"/>
                <a:gd name="connsiteY1" fmla="*/ 11660 h 11659"/>
                <a:gd name="connsiteX2" fmla="*/ 0 w 14701"/>
                <a:gd name="connsiteY2" fmla="*/ 5830 h 11659"/>
                <a:gd name="connsiteX3" fmla="*/ 7351 w 14701"/>
                <a:gd name="connsiteY3" fmla="*/ 0 h 11659"/>
                <a:gd name="connsiteX4" fmla="*/ 14702 w 14701"/>
                <a:gd name="connsiteY4" fmla="*/ 5830 h 11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01" h="11659">
                  <a:moveTo>
                    <a:pt x="14702" y="5830"/>
                  </a:moveTo>
                  <a:cubicBezTo>
                    <a:pt x="14702" y="8998"/>
                    <a:pt x="11407" y="11660"/>
                    <a:pt x="7351" y="11660"/>
                  </a:cubicBezTo>
                  <a:cubicBezTo>
                    <a:pt x="3295" y="11660"/>
                    <a:pt x="0" y="8998"/>
                    <a:pt x="0" y="5830"/>
                  </a:cubicBezTo>
                  <a:cubicBezTo>
                    <a:pt x="0" y="2661"/>
                    <a:pt x="3295" y="0"/>
                    <a:pt x="7351" y="0"/>
                  </a:cubicBezTo>
                  <a:cubicBezTo>
                    <a:pt x="11407" y="0"/>
                    <a:pt x="14702" y="2535"/>
                    <a:pt x="14702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94" name="Freeform: Shape 5593">
              <a:extLst>
                <a:ext uri="{FF2B5EF4-FFF2-40B4-BE49-F238E27FC236}">
                  <a16:creationId xmlns:a16="http://schemas.microsoft.com/office/drawing/2014/main" id="{E9395E05-8BF8-E4CA-F174-375C65C19152}"/>
                </a:ext>
              </a:extLst>
            </p:cNvPr>
            <p:cNvSpPr/>
            <p:nvPr/>
          </p:nvSpPr>
          <p:spPr>
            <a:xfrm>
              <a:off x="11543999" y="5546629"/>
              <a:ext cx="13433" cy="10645"/>
            </a:xfrm>
            <a:custGeom>
              <a:avLst/>
              <a:gdLst>
                <a:gd name="connsiteX0" fmla="*/ 13434 w 13433"/>
                <a:gd name="connsiteY0" fmla="*/ 5323 h 10645"/>
                <a:gd name="connsiteX1" fmla="*/ 6717 w 13433"/>
                <a:gd name="connsiteY1" fmla="*/ 10646 h 10645"/>
                <a:gd name="connsiteX2" fmla="*/ 0 w 13433"/>
                <a:gd name="connsiteY2" fmla="*/ 5323 h 10645"/>
                <a:gd name="connsiteX3" fmla="*/ 6717 w 13433"/>
                <a:gd name="connsiteY3" fmla="*/ 0 h 10645"/>
                <a:gd name="connsiteX4" fmla="*/ 13434 w 13433"/>
                <a:gd name="connsiteY4" fmla="*/ 5323 h 1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33" h="10645">
                  <a:moveTo>
                    <a:pt x="13434" y="5323"/>
                  </a:moveTo>
                  <a:lnTo>
                    <a:pt x="6717" y="10646"/>
                  </a:lnTo>
                  <a:cubicBezTo>
                    <a:pt x="3042" y="10646"/>
                    <a:pt x="0" y="8238"/>
                    <a:pt x="0" y="5323"/>
                  </a:cubicBezTo>
                  <a:cubicBezTo>
                    <a:pt x="0" y="2408"/>
                    <a:pt x="3042" y="0"/>
                    <a:pt x="6717" y="0"/>
                  </a:cubicBezTo>
                  <a:cubicBezTo>
                    <a:pt x="10392" y="0"/>
                    <a:pt x="13434" y="2408"/>
                    <a:pt x="13434" y="532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95" name="Freeform: Shape 5594">
              <a:extLst>
                <a:ext uri="{FF2B5EF4-FFF2-40B4-BE49-F238E27FC236}">
                  <a16:creationId xmlns:a16="http://schemas.microsoft.com/office/drawing/2014/main" id="{E1592B4C-DE80-0444-2CB0-458C98CE9D6A}"/>
                </a:ext>
              </a:extLst>
            </p:cNvPr>
            <p:cNvSpPr/>
            <p:nvPr/>
          </p:nvSpPr>
          <p:spPr>
            <a:xfrm>
              <a:off x="11485194" y="5639653"/>
              <a:ext cx="12546" cy="10012"/>
            </a:xfrm>
            <a:custGeom>
              <a:avLst/>
              <a:gdLst>
                <a:gd name="connsiteX0" fmla="*/ 12547 w 12546"/>
                <a:gd name="connsiteY0" fmla="*/ 5069 h 10012"/>
                <a:gd name="connsiteX1" fmla="*/ 6210 w 12546"/>
                <a:gd name="connsiteY1" fmla="*/ 10012 h 10012"/>
                <a:gd name="connsiteX2" fmla="*/ 0 w 12546"/>
                <a:gd name="connsiteY2" fmla="*/ 5069 h 10012"/>
                <a:gd name="connsiteX3" fmla="*/ 6210 w 12546"/>
                <a:gd name="connsiteY3" fmla="*/ 0 h 10012"/>
                <a:gd name="connsiteX4" fmla="*/ 12547 w 12546"/>
                <a:gd name="connsiteY4" fmla="*/ 5069 h 1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46" h="10012">
                  <a:moveTo>
                    <a:pt x="12547" y="5069"/>
                  </a:moveTo>
                  <a:lnTo>
                    <a:pt x="6210" y="10012"/>
                  </a:lnTo>
                  <a:lnTo>
                    <a:pt x="0" y="5069"/>
                  </a:lnTo>
                  <a:lnTo>
                    <a:pt x="6210" y="0"/>
                  </a:lnTo>
                  <a:lnTo>
                    <a:pt x="12547" y="506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96" name="Freeform: Shape 5595">
              <a:extLst>
                <a:ext uri="{FF2B5EF4-FFF2-40B4-BE49-F238E27FC236}">
                  <a16:creationId xmlns:a16="http://schemas.microsoft.com/office/drawing/2014/main" id="{13ED1AF5-253D-4480-2F34-94B93C079CB8}"/>
                </a:ext>
              </a:extLst>
            </p:cNvPr>
            <p:cNvSpPr/>
            <p:nvPr/>
          </p:nvSpPr>
          <p:spPr>
            <a:xfrm>
              <a:off x="11423981" y="5731917"/>
              <a:ext cx="11278" cy="8871"/>
            </a:xfrm>
            <a:custGeom>
              <a:avLst/>
              <a:gdLst>
                <a:gd name="connsiteX0" fmla="*/ 11279 w 11278"/>
                <a:gd name="connsiteY0" fmla="*/ 4436 h 8871"/>
                <a:gd name="connsiteX1" fmla="*/ 5702 w 11278"/>
                <a:gd name="connsiteY1" fmla="*/ 8872 h 8871"/>
                <a:gd name="connsiteX2" fmla="*/ 0 w 11278"/>
                <a:gd name="connsiteY2" fmla="*/ 4436 h 8871"/>
                <a:gd name="connsiteX3" fmla="*/ 5702 w 11278"/>
                <a:gd name="connsiteY3" fmla="*/ 0 h 8871"/>
                <a:gd name="connsiteX4" fmla="*/ 11279 w 11278"/>
                <a:gd name="connsiteY4" fmla="*/ 4436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78" h="8871">
                  <a:moveTo>
                    <a:pt x="11279" y="4436"/>
                  </a:moveTo>
                  <a:lnTo>
                    <a:pt x="5702" y="8872"/>
                  </a:lnTo>
                  <a:lnTo>
                    <a:pt x="0" y="4436"/>
                  </a:lnTo>
                  <a:lnTo>
                    <a:pt x="5702" y="0"/>
                  </a:lnTo>
                  <a:lnTo>
                    <a:pt x="11279" y="44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97" name="Freeform: Shape 5596">
              <a:extLst>
                <a:ext uri="{FF2B5EF4-FFF2-40B4-BE49-F238E27FC236}">
                  <a16:creationId xmlns:a16="http://schemas.microsoft.com/office/drawing/2014/main" id="{002B9C3A-6112-A699-5578-996A86FBB6E8}"/>
                </a:ext>
              </a:extLst>
            </p:cNvPr>
            <p:cNvSpPr/>
            <p:nvPr/>
          </p:nvSpPr>
          <p:spPr>
            <a:xfrm>
              <a:off x="11359979" y="5822787"/>
              <a:ext cx="10646" cy="8491"/>
            </a:xfrm>
            <a:custGeom>
              <a:avLst/>
              <a:gdLst>
                <a:gd name="connsiteX0" fmla="*/ 10646 w 10646"/>
                <a:gd name="connsiteY0" fmla="*/ 4182 h 8491"/>
                <a:gd name="connsiteX1" fmla="*/ 5323 w 10646"/>
                <a:gd name="connsiteY1" fmla="*/ 8491 h 8491"/>
                <a:gd name="connsiteX2" fmla="*/ 0 w 10646"/>
                <a:gd name="connsiteY2" fmla="*/ 4182 h 8491"/>
                <a:gd name="connsiteX3" fmla="*/ 5323 w 10646"/>
                <a:gd name="connsiteY3" fmla="*/ 0 h 8491"/>
                <a:gd name="connsiteX4" fmla="*/ 10646 w 10646"/>
                <a:gd name="connsiteY4" fmla="*/ 4182 h 8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46" h="8491">
                  <a:moveTo>
                    <a:pt x="10646" y="4182"/>
                  </a:moveTo>
                  <a:lnTo>
                    <a:pt x="5323" y="8491"/>
                  </a:lnTo>
                  <a:lnTo>
                    <a:pt x="0" y="4182"/>
                  </a:lnTo>
                  <a:lnTo>
                    <a:pt x="5323" y="0"/>
                  </a:lnTo>
                  <a:lnTo>
                    <a:pt x="10646" y="41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98" name="Freeform: Shape 5597">
              <a:extLst>
                <a:ext uri="{FF2B5EF4-FFF2-40B4-BE49-F238E27FC236}">
                  <a16:creationId xmlns:a16="http://schemas.microsoft.com/office/drawing/2014/main" id="{68918D1D-20DD-3AD2-5433-2618043F824E}"/>
                </a:ext>
              </a:extLst>
            </p:cNvPr>
            <p:cNvSpPr/>
            <p:nvPr/>
          </p:nvSpPr>
          <p:spPr>
            <a:xfrm>
              <a:off x="11293950" y="5912896"/>
              <a:ext cx="9251" cy="7224"/>
            </a:xfrm>
            <a:custGeom>
              <a:avLst/>
              <a:gdLst>
                <a:gd name="connsiteX0" fmla="*/ 9251 w 9251"/>
                <a:gd name="connsiteY0" fmla="*/ 3549 h 7224"/>
                <a:gd name="connsiteX1" fmla="*/ 4562 w 9251"/>
                <a:gd name="connsiteY1" fmla="*/ 7224 h 7224"/>
                <a:gd name="connsiteX2" fmla="*/ 0 w 9251"/>
                <a:gd name="connsiteY2" fmla="*/ 3549 h 7224"/>
                <a:gd name="connsiteX3" fmla="*/ 4562 w 9251"/>
                <a:gd name="connsiteY3" fmla="*/ 0 h 7224"/>
                <a:gd name="connsiteX4" fmla="*/ 9251 w 9251"/>
                <a:gd name="connsiteY4" fmla="*/ 3549 h 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51" h="7224">
                  <a:moveTo>
                    <a:pt x="9251" y="3549"/>
                  </a:moveTo>
                  <a:lnTo>
                    <a:pt x="4562" y="7224"/>
                  </a:lnTo>
                  <a:lnTo>
                    <a:pt x="0" y="3549"/>
                  </a:lnTo>
                  <a:lnTo>
                    <a:pt x="4562" y="0"/>
                  </a:lnTo>
                  <a:lnTo>
                    <a:pt x="9251" y="354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99" name="Freeform: Shape 5598">
              <a:extLst>
                <a:ext uri="{FF2B5EF4-FFF2-40B4-BE49-F238E27FC236}">
                  <a16:creationId xmlns:a16="http://schemas.microsoft.com/office/drawing/2014/main" id="{2138F21B-780A-FD68-DC0A-96690022437B}"/>
                </a:ext>
              </a:extLst>
            </p:cNvPr>
            <p:cNvSpPr/>
            <p:nvPr/>
          </p:nvSpPr>
          <p:spPr>
            <a:xfrm>
              <a:off x="11225132" y="6001484"/>
              <a:ext cx="8364" cy="6716"/>
            </a:xfrm>
            <a:custGeom>
              <a:avLst/>
              <a:gdLst>
                <a:gd name="connsiteX0" fmla="*/ 8364 w 8364"/>
                <a:gd name="connsiteY0" fmla="*/ 3295 h 6716"/>
                <a:gd name="connsiteX1" fmla="*/ 4182 w 8364"/>
                <a:gd name="connsiteY1" fmla="*/ 6717 h 6716"/>
                <a:gd name="connsiteX2" fmla="*/ 0 w 8364"/>
                <a:gd name="connsiteY2" fmla="*/ 3295 h 6716"/>
                <a:gd name="connsiteX3" fmla="*/ 4182 w 8364"/>
                <a:gd name="connsiteY3" fmla="*/ 0 h 6716"/>
                <a:gd name="connsiteX4" fmla="*/ 8364 w 8364"/>
                <a:gd name="connsiteY4" fmla="*/ 3295 h 6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64" h="6716">
                  <a:moveTo>
                    <a:pt x="8364" y="3295"/>
                  </a:moveTo>
                  <a:lnTo>
                    <a:pt x="4182" y="6717"/>
                  </a:lnTo>
                  <a:lnTo>
                    <a:pt x="0" y="3295"/>
                  </a:lnTo>
                  <a:lnTo>
                    <a:pt x="4182" y="0"/>
                  </a:lnTo>
                  <a:lnTo>
                    <a:pt x="8364" y="32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00" name="Freeform: Shape 5599">
              <a:extLst>
                <a:ext uri="{FF2B5EF4-FFF2-40B4-BE49-F238E27FC236}">
                  <a16:creationId xmlns:a16="http://schemas.microsoft.com/office/drawing/2014/main" id="{87AFF172-0719-1835-3F5D-2A4417650E99}"/>
                </a:ext>
              </a:extLst>
            </p:cNvPr>
            <p:cNvSpPr/>
            <p:nvPr/>
          </p:nvSpPr>
          <p:spPr>
            <a:xfrm>
              <a:off x="11153653" y="6088805"/>
              <a:ext cx="7984" cy="6209"/>
            </a:xfrm>
            <a:custGeom>
              <a:avLst/>
              <a:gdLst>
                <a:gd name="connsiteX0" fmla="*/ 7984 w 7984"/>
                <a:gd name="connsiteY0" fmla="*/ 3168 h 6209"/>
                <a:gd name="connsiteX1" fmla="*/ 3929 w 7984"/>
                <a:gd name="connsiteY1" fmla="*/ 6210 h 6209"/>
                <a:gd name="connsiteX2" fmla="*/ 0 w 7984"/>
                <a:gd name="connsiteY2" fmla="*/ 3168 h 6209"/>
                <a:gd name="connsiteX3" fmla="*/ 3929 w 7984"/>
                <a:gd name="connsiteY3" fmla="*/ 0 h 6209"/>
                <a:gd name="connsiteX4" fmla="*/ 7984 w 7984"/>
                <a:gd name="connsiteY4" fmla="*/ 3168 h 6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84" h="6209">
                  <a:moveTo>
                    <a:pt x="7984" y="3168"/>
                  </a:moveTo>
                  <a:lnTo>
                    <a:pt x="3929" y="6210"/>
                  </a:lnTo>
                  <a:lnTo>
                    <a:pt x="0" y="3168"/>
                  </a:lnTo>
                  <a:lnTo>
                    <a:pt x="3929" y="0"/>
                  </a:lnTo>
                  <a:lnTo>
                    <a:pt x="7984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01" name="Freeform: Shape 5600">
              <a:extLst>
                <a:ext uri="{FF2B5EF4-FFF2-40B4-BE49-F238E27FC236}">
                  <a16:creationId xmlns:a16="http://schemas.microsoft.com/office/drawing/2014/main" id="{A5B63720-4FBD-AD6C-4151-F458650EC6FE}"/>
                </a:ext>
              </a:extLst>
            </p:cNvPr>
            <p:cNvSpPr/>
            <p:nvPr/>
          </p:nvSpPr>
          <p:spPr>
            <a:xfrm>
              <a:off x="11080399" y="6175239"/>
              <a:ext cx="6463" cy="5069"/>
            </a:xfrm>
            <a:custGeom>
              <a:avLst/>
              <a:gdLst>
                <a:gd name="connsiteX0" fmla="*/ 6464 w 6463"/>
                <a:gd name="connsiteY0" fmla="*/ 2535 h 5069"/>
                <a:gd name="connsiteX1" fmla="*/ 3168 w 6463"/>
                <a:gd name="connsiteY1" fmla="*/ 5069 h 5069"/>
                <a:gd name="connsiteX2" fmla="*/ 0 w 6463"/>
                <a:gd name="connsiteY2" fmla="*/ 2535 h 5069"/>
                <a:gd name="connsiteX3" fmla="*/ 3168 w 6463"/>
                <a:gd name="connsiteY3" fmla="*/ 0 h 5069"/>
                <a:gd name="connsiteX4" fmla="*/ 6464 w 6463"/>
                <a:gd name="connsiteY4" fmla="*/ 2535 h 5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069">
                  <a:moveTo>
                    <a:pt x="6464" y="2535"/>
                  </a:moveTo>
                  <a:lnTo>
                    <a:pt x="3168" y="5069"/>
                  </a:lnTo>
                  <a:lnTo>
                    <a:pt x="0" y="2535"/>
                  </a:lnTo>
                  <a:lnTo>
                    <a:pt x="3168" y="0"/>
                  </a:lnTo>
                  <a:lnTo>
                    <a:pt x="6464" y="253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02" name="Freeform: Shape 5601">
              <a:extLst>
                <a:ext uri="{FF2B5EF4-FFF2-40B4-BE49-F238E27FC236}">
                  <a16:creationId xmlns:a16="http://schemas.microsoft.com/office/drawing/2014/main" id="{484DAE6B-48C5-B09D-8E77-524D8B2C011C}"/>
                </a:ext>
              </a:extLst>
            </p:cNvPr>
            <p:cNvSpPr/>
            <p:nvPr/>
          </p:nvSpPr>
          <p:spPr>
            <a:xfrm>
              <a:off x="11004231" y="6259899"/>
              <a:ext cx="5956" cy="4689"/>
            </a:xfrm>
            <a:custGeom>
              <a:avLst/>
              <a:gdLst>
                <a:gd name="connsiteX0" fmla="*/ 5956 w 5956"/>
                <a:gd name="connsiteY0" fmla="*/ 2408 h 4689"/>
                <a:gd name="connsiteX1" fmla="*/ 3042 w 5956"/>
                <a:gd name="connsiteY1" fmla="*/ 4689 h 4689"/>
                <a:gd name="connsiteX2" fmla="*/ 0 w 5956"/>
                <a:gd name="connsiteY2" fmla="*/ 2408 h 4689"/>
                <a:gd name="connsiteX3" fmla="*/ 3042 w 5956"/>
                <a:gd name="connsiteY3" fmla="*/ 0 h 4689"/>
                <a:gd name="connsiteX4" fmla="*/ 5956 w 5956"/>
                <a:gd name="connsiteY4" fmla="*/ 2408 h 4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6" h="4689">
                  <a:moveTo>
                    <a:pt x="5956" y="2408"/>
                  </a:moveTo>
                  <a:lnTo>
                    <a:pt x="3042" y="4689"/>
                  </a:lnTo>
                  <a:lnTo>
                    <a:pt x="0" y="2408"/>
                  </a:lnTo>
                  <a:lnTo>
                    <a:pt x="3042" y="0"/>
                  </a:lnTo>
                  <a:lnTo>
                    <a:pt x="5956" y="240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03" name="Freeform: Shape 5602">
              <a:extLst>
                <a:ext uri="{FF2B5EF4-FFF2-40B4-BE49-F238E27FC236}">
                  <a16:creationId xmlns:a16="http://schemas.microsoft.com/office/drawing/2014/main" id="{0ECDB2C0-C98E-4546-A260-A284F066C2D9}"/>
                </a:ext>
              </a:extLst>
            </p:cNvPr>
            <p:cNvSpPr/>
            <p:nvPr/>
          </p:nvSpPr>
          <p:spPr>
            <a:xfrm>
              <a:off x="10926162" y="6343672"/>
              <a:ext cx="4816" cy="3675"/>
            </a:xfrm>
            <a:custGeom>
              <a:avLst/>
              <a:gdLst>
                <a:gd name="connsiteX0" fmla="*/ 4816 w 4816"/>
                <a:gd name="connsiteY0" fmla="*/ 1774 h 3675"/>
                <a:gd name="connsiteX1" fmla="*/ 2408 w 4816"/>
                <a:gd name="connsiteY1" fmla="*/ 3675 h 3675"/>
                <a:gd name="connsiteX2" fmla="*/ 0 w 4816"/>
                <a:gd name="connsiteY2" fmla="*/ 1774 h 3675"/>
                <a:gd name="connsiteX3" fmla="*/ 2408 w 4816"/>
                <a:gd name="connsiteY3" fmla="*/ 0 h 3675"/>
                <a:gd name="connsiteX4" fmla="*/ 4816 w 4816"/>
                <a:gd name="connsiteY4" fmla="*/ 1774 h 3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16" h="3675">
                  <a:moveTo>
                    <a:pt x="4816" y="1774"/>
                  </a:moveTo>
                  <a:lnTo>
                    <a:pt x="2408" y="3675"/>
                  </a:lnTo>
                  <a:lnTo>
                    <a:pt x="0" y="1774"/>
                  </a:lnTo>
                  <a:lnTo>
                    <a:pt x="2408" y="0"/>
                  </a:lnTo>
                  <a:lnTo>
                    <a:pt x="4816" y="177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04" name="Freeform: Shape 5603">
              <a:extLst>
                <a:ext uri="{FF2B5EF4-FFF2-40B4-BE49-F238E27FC236}">
                  <a16:creationId xmlns:a16="http://schemas.microsoft.com/office/drawing/2014/main" id="{3434E81F-75B6-8CCA-C33F-1EC1A8EC25D6}"/>
                </a:ext>
              </a:extLst>
            </p:cNvPr>
            <p:cNvSpPr/>
            <p:nvPr/>
          </p:nvSpPr>
          <p:spPr>
            <a:xfrm>
              <a:off x="10845811" y="6425923"/>
              <a:ext cx="3548" cy="2788"/>
            </a:xfrm>
            <a:custGeom>
              <a:avLst/>
              <a:gdLst>
                <a:gd name="connsiteX0" fmla="*/ 3548 w 3548"/>
                <a:gd name="connsiteY0" fmla="*/ 1394 h 2788"/>
                <a:gd name="connsiteX1" fmla="*/ 1774 w 3548"/>
                <a:gd name="connsiteY1" fmla="*/ 2788 h 2788"/>
                <a:gd name="connsiteX2" fmla="*/ 0 w 3548"/>
                <a:gd name="connsiteY2" fmla="*/ 1394 h 2788"/>
                <a:gd name="connsiteX3" fmla="*/ 1774 w 3548"/>
                <a:gd name="connsiteY3" fmla="*/ 0 h 2788"/>
                <a:gd name="connsiteX4" fmla="*/ 3548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8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8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05" name="Freeform: Shape 5604">
              <a:extLst>
                <a:ext uri="{FF2B5EF4-FFF2-40B4-BE49-F238E27FC236}">
                  <a16:creationId xmlns:a16="http://schemas.microsoft.com/office/drawing/2014/main" id="{52AAACD2-C664-1060-2E39-7F9B2B95AD5E}"/>
                </a:ext>
              </a:extLst>
            </p:cNvPr>
            <p:cNvSpPr/>
            <p:nvPr/>
          </p:nvSpPr>
          <p:spPr>
            <a:xfrm>
              <a:off x="10762926" y="6506527"/>
              <a:ext cx="3041" cy="2281"/>
            </a:xfrm>
            <a:custGeom>
              <a:avLst/>
              <a:gdLst>
                <a:gd name="connsiteX0" fmla="*/ 3042 w 3041"/>
                <a:gd name="connsiteY0" fmla="*/ 1140 h 2281"/>
                <a:gd name="connsiteX1" fmla="*/ 1521 w 3041"/>
                <a:gd name="connsiteY1" fmla="*/ 2281 h 2281"/>
                <a:gd name="connsiteX2" fmla="*/ 0 w 3041"/>
                <a:gd name="connsiteY2" fmla="*/ 1140 h 2281"/>
                <a:gd name="connsiteX3" fmla="*/ 1521 w 3041"/>
                <a:gd name="connsiteY3" fmla="*/ 0 h 2281"/>
                <a:gd name="connsiteX4" fmla="*/ 3042 w 3041"/>
                <a:gd name="connsiteY4" fmla="*/ 1140 h 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1" h="2281">
                  <a:moveTo>
                    <a:pt x="3042" y="1140"/>
                  </a:moveTo>
                  <a:lnTo>
                    <a:pt x="1521" y="2281"/>
                  </a:lnTo>
                  <a:lnTo>
                    <a:pt x="0" y="1140"/>
                  </a:lnTo>
                  <a:lnTo>
                    <a:pt x="1521" y="0"/>
                  </a:lnTo>
                  <a:lnTo>
                    <a:pt x="3042" y="114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06" name="Freeform: Shape 5605">
              <a:extLst>
                <a:ext uri="{FF2B5EF4-FFF2-40B4-BE49-F238E27FC236}">
                  <a16:creationId xmlns:a16="http://schemas.microsoft.com/office/drawing/2014/main" id="{0A5852AE-127E-51A0-DA34-1C018AFCE7D8}"/>
                </a:ext>
              </a:extLst>
            </p:cNvPr>
            <p:cNvSpPr/>
            <p:nvPr/>
          </p:nvSpPr>
          <p:spPr>
            <a:xfrm>
              <a:off x="10677886" y="6585737"/>
              <a:ext cx="2407" cy="1773"/>
            </a:xfrm>
            <a:custGeom>
              <a:avLst/>
              <a:gdLst>
                <a:gd name="connsiteX0" fmla="*/ 2407 w 2407"/>
                <a:gd name="connsiteY0" fmla="*/ 887 h 1773"/>
                <a:gd name="connsiteX1" fmla="*/ 1140 w 2407"/>
                <a:gd name="connsiteY1" fmla="*/ 1774 h 1773"/>
                <a:gd name="connsiteX2" fmla="*/ 0 w 2407"/>
                <a:gd name="connsiteY2" fmla="*/ 887 h 1773"/>
                <a:gd name="connsiteX3" fmla="*/ 1140 w 2407"/>
                <a:gd name="connsiteY3" fmla="*/ 0 h 1773"/>
                <a:gd name="connsiteX4" fmla="*/ 2407 w 2407"/>
                <a:gd name="connsiteY4" fmla="*/ 887 h 1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7" h="1773">
                  <a:moveTo>
                    <a:pt x="2407" y="887"/>
                  </a:moveTo>
                  <a:lnTo>
                    <a:pt x="1140" y="1774"/>
                  </a:lnTo>
                  <a:lnTo>
                    <a:pt x="0" y="887"/>
                  </a:lnTo>
                  <a:lnTo>
                    <a:pt x="1140" y="0"/>
                  </a:lnTo>
                  <a:lnTo>
                    <a:pt x="2407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07" name="Freeform: Shape 5606">
              <a:extLst>
                <a:ext uri="{FF2B5EF4-FFF2-40B4-BE49-F238E27FC236}">
                  <a16:creationId xmlns:a16="http://schemas.microsoft.com/office/drawing/2014/main" id="{92315A80-DC48-AD07-0C2C-CAEFA1E528B1}"/>
                </a:ext>
              </a:extLst>
            </p:cNvPr>
            <p:cNvSpPr/>
            <p:nvPr/>
          </p:nvSpPr>
          <p:spPr>
            <a:xfrm>
              <a:off x="10590818" y="6663553"/>
              <a:ext cx="1394" cy="1014"/>
            </a:xfrm>
            <a:custGeom>
              <a:avLst/>
              <a:gdLst>
                <a:gd name="connsiteX0" fmla="*/ 1395 w 1394"/>
                <a:gd name="connsiteY0" fmla="*/ 507 h 1014"/>
                <a:gd name="connsiteX1" fmla="*/ 760 w 1394"/>
                <a:gd name="connsiteY1" fmla="*/ 1014 h 1014"/>
                <a:gd name="connsiteX2" fmla="*/ 0 w 1394"/>
                <a:gd name="connsiteY2" fmla="*/ 507 h 1014"/>
                <a:gd name="connsiteX3" fmla="*/ 760 w 1394"/>
                <a:gd name="connsiteY3" fmla="*/ 0 h 1014"/>
                <a:gd name="connsiteX4" fmla="*/ 1395 w 1394"/>
                <a:gd name="connsiteY4" fmla="*/ 507 h 1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" h="1014">
                  <a:moveTo>
                    <a:pt x="1395" y="507"/>
                  </a:moveTo>
                  <a:lnTo>
                    <a:pt x="760" y="1014"/>
                  </a:lnTo>
                  <a:lnTo>
                    <a:pt x="0" y="507"/>
                  </a:lnTo>
                  <a:lnTo>
                    <a:pt x="760" y="0"/>
                  </a:lnTo>
                  <a:lnTo>
                    <a:pt x="1395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08" name="Freeform: Shape 5607">
              <a:extLst>
                <a:ext uri="{FF2B5EF4-FFF2-40B4-BE49-F238E27FC236}">
                  <a16:creationId xmlns:a16="http://schemas.microsoft.com/office/drawing/2014/main" id="{7A1E47D8-AC94-8C97-9512-0CA1915C5339}"/>
                </a:ext>
              </a:extLst>
            </p:cNvPr>
            <p:cNvSpPr/>
            <p:nvPr/>
          </p:nvSpPr>
          <p:spPr>
            <a:xfrm>
              <a:off x="10501596" y="6739594"/>
              <a:ext cx="760" cy="634"/>
            </a:xfrm>
            <a:custGeom>
              <a:avLst/>
              <a:gdLst>
                <a:gd name="connsiteX0" fmla="*/ 760 w 760"/>
                <a:gd name="connsiteY0" fmla="*/ 381 h 634"/>
                <a:gd name="connsiteX1" fmla="*/ 254 w 760"/>
                <a:gd name="connsiteY1" fmla="*/ 634 h 634"/>
                <a:gd name="connsiteX2" fmla="*/ 0 w 760"/>
                <a:gd name="connsiteY2" fmla="*/ 381 h 634"/>
                <a:gd name="connsiteX3" fmla="*/ 254 w 760"/>
                <a:gd name="connsiteY3" fmla="*/ 0 h 634"/>
                <a:gd name="connsiteX4" fmla="*/ 760 w 760"/>
                <a:gd name="connsiteY4" fmla="*/ 381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0" h="634">
                  <a:moveTo>
                    <a:pt x="760" y="381"/>
                  </a:moveTo>
                  <a:lnTo>
                    <a:pt x="254" y="634"/>
                  </a:lnTo>
                  <a:lnTo>
                    <a:pt x="0" y="381"/>
                  </a:lnTo>
                  <a:lnTo>
                    <a:pt x="254" y="0"/>
                  </a:lnTo>
                  <a:lnTo>
                    <a:pt x="760" y="3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09" name="Freeform: Shape 5608">
              <a:extLst>
                <a:ext uri="{FF2B5EF4-FFF2-40B4-BE49-F238E27FC236}">
                  <a16:creationId xmlns:a16="http://schemas.microsoft.com/office/drawing/2014/main" id="{8E84853C-5D0C-6567-C36C-DB530B37108A}"/>
                </a:ext>
              </a:extLst>
            </p:cNvPr>
            <p:cNvSpPr/>
            <p:nvPr/>
          </p:nvSpPr>
          <p:spPr>
            <a:xfrm>
              <a:off x="1886085" y="6794598"/>
              <a:ext cx="49680" cy="30290"/>
            </a:xfrm>
            <a:custGeom>
              <a:avLst/>
              <a:gdLst>
                <a:gd name="connsiteX0" fmla="*/ 24840 w 49680"/>
                <a:gd name="connsiteY0" fmla="*/ 0 h 30290"/>
                <a:gd name="connsiteX1" fmla="*/ 0 w 49680"/>
                <a:gd name="connsiteY1" fmla="*/ 19644 h 30290"/>
                <a:gd name="connsiteX2" fmla="*/ 4436 w 49680"/>
                <a:gd name="connsiteY2" fmla="*/ 30290 h 30290"/>
                <a:gd name="connsiteX3" fmla="*/ 45245 w 49680"/>
                <a:gd name="connsiteY3" fmla="*/ 30290 h 30290"/>
                <a:gd name="connsiteX4" fmla="*/ 49680 w 49680"/>
                <a:gd name="connsiteY4" fmla="*/ 19644 h 30290"/>
                <a:gd name="connsiteX5" fmla="*/ 24840 w 49680"/>
                <a:gd name="connsiteY5" fmla="*/ 0 h 30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680" h="30290">
                  <a:moveTo>
                    <a:pt x="24840" y="0"/>
                  </a:moveTo>
                  <a:cubicBezTo>
                    <a:pt x="11153" y="0"/>
                    <a:pt x="0" y="8872"/>
                    <a:pt x="0" y="19644"/>
                  </a:cubicBezTo>
                  <a:cubicBezTo>
                    <a:pt x="0" y="23573"/>
                    <a:pt x="1901" y="27122"/>
                    <a:pt x="4436" y="30290"/>
                  </a:cubicBezTo>
                  <a:lnTo>
                    <a:pt x="45245" y="30290"/>
                  </a:lnTo>
                  <a:cubicBezTo>
                    <a:pt x="47779" y="27249"/>
                    <a:pt x="49680" y="23700"/>
                    <a:pt x="49680" y="19644"/>
                  </a:cubicBezTo>
                  <a:cubicBezTo>
                    <a:pt x="49680" y="8745"/>
                    <a:pt x="38528" y="0"/>
                    <a:pt x="24840" y="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10" name="Freeform: Shape 5609">
              <a:extLst>
                <a:ext uri="{FF2B5EF4-FFF2-40B4-BE49-F238E27FC236}">
                  <a16:creationId xmlns:a16="http://schemas.microsoft.com/office/drawing/2014/main" id="{2CE904E1-0809-0382-632F-A7DDB4B92C58}"/>
                </a:ext>
              </a:extLst>
            </p:cNvPr>
            <p:cNvSpPr/>
            <p:nvPr/>
          </p:nvSpPr>
          <p:spPr>
            <a:xfrm>
              <a:off x="1794455" y="6720331"/>
              <a:ext cx="49680" cy="39287"/>
            </a:xfrm>
            <a:custGeom>
              <a:avLst/>
              <a:gdLst>
                <a:gd name="connsiteX0" fmla="*/ 49680 w 49680"/>
                <a:gd name="connsiteY0" fmla="*/ 19644 h 39287"/>
                <a:gd name="connsiteX1" fmla="*/ 24840 w 49680"/>
                <a:gd name="connsiteY1" fmla="*/ 39288 h 39287"/>
                <a:gd name="connsiteX2" fmla="*/ 0 w 49680"/>
                <a:gd name="connsiteY2" fmla="*/ 19644 h 39287"/>
                <a:gd name="connsiteX3" fmla="*/ 24840 w 49680"/>
                <a:gd name="connsiteY3" fmla="*/ 0 h 39287"/>
                <a:gd name="connsiteX4" fmla="*/ 49680 w 49680"/>
                <a:gd name="connsiteY4" fmla="*/ 19644 h 39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680" h="39287">
                  <a:moveTo>
                    <a:pt x="49680" y="19644"/>
                  </a:moveTo>
                  <a:cubicBezTo>
                    <a:pt x="49680" y="30543"/>
                    <a:pt x="38528" y="39288"/>
                    <a:pt x="24840" y="39288"/>
                  </a:cubicBezTo>
                  <a:cubicBezTo>
                    <a:pt x="11153" y="39288"/>
                    <a:pt x="0" y="30416"/>
                    <a:pt x="0" y="19644"/>
                  </a:cubicBezTo>
                  <a:cubicBezTo>
                    <a:pt x="0" y="8872"/>
                    <a:pt x="11153" y="0"/>
                    <a:pt x="24840" y="0"/>
                  </a:cubicBezTo>
                  <a:cubicBezTo>
                    <a:pt x="38528" y="0"/>
                    <a:pt x="49680" y="8872"/>
                    <a:pt x="49680" y="1964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11" name="Freeform: Shape 5610">
              <a:extLst>
                <a:ext uri="{FF2B5EF4-FFF2-40B4-BE49-F238E27FC236}">
                  <a16:creationId xmlns:a16="http://schemas.microsoft.com/office/drawing/2014/main" id="{4D6A27CF-D01B-F612-AA05-CC227C1CACEE}"/>
                </a:ext>
              </a:extLst>
            </p:cNvPr>
            <p:cNvSpPr/>
            <p:nvPr/>
          </p:nvSpPr>
          <p:spPr>
            <a:xfrm>
              <a:off x="1705106" y="6644669"/>
              <a:ext cx="48920" cy="38781"/>
            </a:xfrm>
            <a:custGeom>
              <a:avLst/>
              <a:gdLst>
                <a:gd name="connsiteX0" fmla="*/ 48920 w 48920"/>
                <a:gd name="connsiteY0" fmla="*/ 19391 h 38781"/>
                <a:gd name="connsiteX1" fmla="*/ 24460 w 48920"/>
                <a:gd name="connsiteY1" fmla="*/ 38781 h 38781"/>
                <a:gd name="connsiteX2" fmla="*/ 0 w 48920"/>
                <a:gd name="connsiteY2" fmla="*/ 19391 h 38781"/>
                <a:gd name="connsiteX3" fmla="*/ 24460 w 48920"/>
                <a:gd name="connsiteY3" fmla="*/ 0 h 38781"/>
                <a:gd name="connsiteX4" fmla="*/ 48920 w 48920"/>
                <a:gd name="connsiteY4" fmla="*/ 19391 h 38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920" h="38781">
                  <a:moveTo>
                    <a:pt x="48920" y="19391"/>
                  </a:moveTo>
                  <a:cubicBezTo>
                    <a:pt x="48920" y="30163"/>
                    <a:pt x="38021" y="38781"/>
                    <a:pt x="24460" y="38781"/>
                  </a:cubicBezTo>
                  <a:cubicBezTo>
                    <a:pt x="10899" y="38781"/>
                    <a:pt x="0" y="30163"/>
                    <a:pt x="0" y="19391"/>
                  </a:cubicBezTo>
                  <a:cubicBezTo>
                    <a:pt x="0" y="8618"/>
                    <a:pt x="10899" y="0"/>
                    <a:pt x="24460" y="0"/>
                  </a:cubicBezTo>
                  <a:cubicBezTo>
                    <a:pt x="38021" y="0"/>
                    <a:pt x="48920" y="8745"/>
                    <a:pt x="48920" y="193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12" name="Freeform: Shape 5611">
              <a:extLst>
                <a:ext uri="{FF2B5EF4-FFF2-40B4-BE49-F238E27FC236}">
                  <a16:creationId xmlns:a16="http://schemas.microsoft.com/office/drawing/2014/main" id="{7480E792-C758-480D-D99E-40FB12555F0D}"/>
                </a:ext>
              </a:extLst>
            </p:cNvPr>
            <p:cNvSpPr/>
            <p:nvPr/>
          </p:nvSpPr>
          <p:spPr>
            <a:xfrm>
              <a:off x="1617658" y="6567234"/>
              <a:ext cx="48920" cy="38781"/>
            </a:xfrm>
            <a:custGeom>
              <a:avLst/>
              <a:gdLst>
                <a:gd name="connsiteX0" fmla="*/ 48920 w 48920"/>
                <a:gd name="connsiteY0" fmla="*/ 19391 h 38781"/>
                <a:gd name="connsiteX1" fmla="*/ 24460 w 48920"/>
                <a:gd name="connsiteY1" fmla="*/ 38781 h 38781"/>
                <a:gd name="connsiteX2" fmla="*/ 0 w 48920"/>
                <a:gd name="connsiteY2" fmla="*/ 19391 h 38781"/>
                <a:gd name="connsiteX3" fmla="*/ 24460 w 48920"/>
                <a:gd name="connsiteY3" fmla="*/ 0 h 38781"/>
                <a:gd name="connsiteX4" fmla="*/ 48920 w 48920"/>
                <a:gd name="connsiteY4" fmla="*/ 19391 h 38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920" h="38781">
                  <a:moveTo>
                    <a:pt x="48920" y="19391"/>
                  </a:moveTo>
                  <a:cubicBezTo>
                    <a:pt x="48920" y="30036"/>
                    <a:pt x="37894" y="38781"/>
                    <a:pt x="24460" y="38781"/>
                  </a:cubicBezTo>
                  <a:cubicBezTo>
                    <a:pt x="11026" y="38781"/>
                    <a:pt x="0" y="30036"/>
                    <a:pt x="0" y="19391"/>
                  </a:cubicBezTo>
                  <a:cubicBezTo>
                    <a:pt x="0" y="8745"/>
                    <a:pt x="10899" y="0"/>
                    <a:pt x="24460" y="0"/>
                  </a:cubicBezTo>
                  <a:cubicBezTo>
                    <a:pt x="38021" y="0"/>
                    <a:pt x="48920" y="8618"/>
                    <a:pt x="48920" y="193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13" name="Freeform: Shape 5612">
              <a:extLst>
                <a:ext uri="{FF2B5EF4-FFF2-40B4-BE49-F238E27FC236}">
                  <a16:creationId xmlns:a16="http://schemas.microsoft.com/office/drawing/2014/main" id="{F2C53618-9FC7-020C-5D5B-B56132714E9A}"/>
                </a:ext>
              </a:extLst>
            </p:cNvPr>
            <p:cNvSpPr/>
            <p:nvPr/>
          </p:nvSpPr>
          <p:spPr>
            <a:xfrm>
              <a:off x="1531858" y="6488024"/>
              <a:ext cx="49680" cy="39287"/>
            </a:xfrm>
            <a:custGeom>
              <a:avLst/>
              <a:gdLst>
                <a:gd name="connsiteX0" fmla="*/ 49680 w 49680"/>
                <a:gd name="connsiteY0" fmla="*/ 19644 h 39287"/>
                <a:gd name="connsiteX1" fmla="*/ 24840 w 49680"/>
                <a:gd name="connsiteY1" fmla="*/ 39288 h 39287"/>
                <a:gd name="connsiteX2" fmla="*/ 0 w 49680"/>
                <a:gd name="connsiteY2" fmla="*/ 19644 h 39287"/>
                <a:gd name="connsiteX3" fmla="*/ 24840 w 49680"/>
                <a:gd name="connsiteY3" fmla="*/ 0 h 39287"/>
                <a:gd name="connsiteX4" fmla="*/ 49680 w 49680"/>
                <a:gd name="connsiteY4" fmla="*/ 19644 h 39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680" h="39287">
                  <a:moveTo>
                    <a:pt x="49680" y="19644"/>
                  </a:moveTo>
                  <a:cubicBezTo>
                    <a:pt x="49680" y="30544"/>
                    <a:pt x="38528" y="39288"/>
                    <a:pt x="24840" y="39288"/>
                  </a:cubicBezTo>
                  <a:cubicBezTo>
                    <a:pt x="11153" y="39288"/>
                    <a:pt x="0" y="30417"/>
                    <a:pt x="0" y="19644"/>
                  </a:cubicBezTo>
                  <a:cubicBezTo>
                    <a:pt x="0" y="8872"/>
                    <a:pt x="11153" y="0"/>
                    <a:pt x="24840" y="0"/>
                  </a:cubicBezTo>
                  <a:cubicBezTo>
                    <a:pt x="38528" y="0"/>
                    <a:pt x="49680" y="8872"/>
                    <a:pt x="49680" y="1964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14" name="Freeform: Shape 5613">
              <a:extLst>
                <a:ext uri="{FF2B5EF4-FFF2-40B4-BE49-F238E27FC236}">
                  <a16:creationId xmlns:a16="http://schemas.microsoft.com/office/drawing/2014/main" id="{17F4EA28-6821-881C-6DE8-321D37DD9C0B}"/>
                </a:ext>
              </a:extLst>
            </p:cNvPr>
            <p:cNvSpPr/>
            <p:nvPr/>
          </p:nvSpPr>
          <p:spPr>
            <a:xfrm>
              <a:off x="1449099" y="6407926"/>
              <a:ext cx="48920" cy="38781"/>
            </a:xfrm>
            <a:custGeom>
              <a:avLst/>
              <a:gdLst>
                <a:gd name="connsiteX0" fmla="*/ 48920 w 48920"/>
                <a:gd name="connsiteY0" fmla="*/ 19391 h 38781"/>
                <a:gd name="connsiteX1" fmla="*/ 24460 w 48920"/>
                <a:gd name="connsiteY1" fmla="*/ 38781 h 38781"/>
                <a:gd name="connsiteX2" fmla="*/ 0 w 48920"/>
                <a:gd name="connsiteY2" fmla="*/ 19391 h 38781"/>
                <a:gd name="connsiteX3" fmla="*/ 24460 w 48920"/>
                <a:gd name="connsiteY3" fmla="*/ 0 h 38781"/>
                <a:gd name="connsiteX4" fmla="*/ 48920 w 48920"/>
                <a:gd name="connsiteY4" fmla="*/ 19391 h 38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920" h="38781">
                  <a:moveTo>
                    <a:pt x="48920" y="19391"/>
                  </a:moveTo>
                  <a:cubicBezTo>
                    <a:pt x="48920" y="30163"/>
                    <a:pt x="38021" y="38781"/>
                    <a:pt x="24460" y="38781"/>
                  </a:cubicBezTo>
                  <a:cubicBezTo>
                    <a:pt x="10899" y="38781"/>
                    <a:pt x="0" y="30163"/>
                    <a:pt x="0" y="19391"/>
                  </a:cubicBezTo>
                  <a:cubicBezTo>
                    <a:pt x="0" y="8618"/>
                    <a:pt x="10899" y="0"/>
                    <a:pt x="24460" y="0"/>
                  </a:cubicBezTo>
                  <a:cubicBezTo>
                    <a:pt x="38021" y="0"/>
                    <a:pt x="48920" y="8745"/>
                    <a:pt x="48920" y="193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15" name="Freeform: Shape 5614">
              <a:extLst>
                <a:ext uri="{FF2B5EF4-FFF2-40B4-BE49-F238E27FC236}">
                  <a16:creationId xmlns:a16="http://schemas.microsoft.com/office/drawing/2014/main" id="{8ABFD68C-872F-DC84-D6B4-DE2DE17C6B33}"/>
                </a:ext>
              </a:extLst>
            </p:cNvPr>
            <p:cNvSpPr/>
            <p:nvPr/>
          </p:nvSpPr>
          <p:spPr>
            <a:xfrm>
              <a:off x="1368115" y="6326055"/>
              <a:ext cx="48920" cy="38781"/>
            </a:xfrm>
            <a:custGeom>
              <a:avLst/>
              <a:gdLst>
                <a:gd name="connsiteX0" fmla="*/ 48920 w 48920"/>
                <a:gd name="connsiteY0" fmla="*/ 19391 h 38781"/>
                <a:gd name="connsiteX1" fmla="*/ 24460 w 48920"/>
                <a:gd name="connsiteY1" fmla="*/ 38781 h 38781"/>
                <a:gd name="connsiteX2" fmla="*/ 0 w 48920"/>
                <a:gd name="connsiteY2" fmla="*/ 19391 h 38781"/>
                <a:gd name="connsiteX3" fmla="*/ 24460 w 48920"/>
                <a:gd name="connsiteY3" fmla="*/ 0 h 38781"/>
                <a:gd name="connsiteX4" fmla="*/ 48920 w 48920"/>
                <a:gd name="connsiteY4" fmla="*/ 19391 h 38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920" h="38781">
                  <a:moveTo>
                    <a:pt x="48920" y="19391"/>
                  </a:moveTo>
                  <a:cubicBezTo>
                    <a:pt x="48920" y="30036"/>
                    <a:pt x="38021" y="38781"/>
                    <a:pt x="24460" y="38781"/>
                  </a:cubicBezTo>
                  <a:cubicBezTo>
                    <a:pt x="10899" y="38781"/>
                    <a:pt x="0" y="30036"/>
                    <a:pt x="0" y="19391"/>
                  </a:cubicBezTo>
                  <a:cubicBezTo>
                    <a:pt x="0" y="8745"/>
                    <a:pt x="10899" y="0"/>
                    <a:pt x="24460" y="0"/>
                  </a:cubicBezTo>
                  <a:cubicBezTo>
                    <a:pt x="38021" y="0"/>
                    <a:pt x="48920" y="8618"/>
                    <a:pt x="48920" y="193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16" name="Freeform: Shape 5615">
              <a:extLst>
                <a:ext uri="{FF2B5EF4-FFF2-40B4-BE49-F238E27FC236}">
                  <a16:creationId xmlns:a16="http://schemas.microsoft.com/office/drawing/2014/main" id="{AA3EF79C-FA86-CE23-ABE5-F8301B285692}"/>
                </a:ext>
              </a:extLst>
            </p:cNvPr>
            <p:cNvSpPr/>
            <p:nvPr/>
          </p:nvSpPr>
          <p:spPr>
            <a:xfrm>
              <a:off x="1289539" y="6242916"/>
              <a:ext cx="48920" cy="38781"/>
            </a:xfrm>
            <a:custGeom>
              <a:avLst/>
              <a:gdLst>
                <a:gd name="connsiteX0" fmla="*/ 48920 w 48920"/>
                <a:gd name="connsiteY0" fmla="*/ 19391 h 38781"/>
                <a:gd name="connsiteX1" fmla="*/ 24460 w 48920"/>
                <a:gd name="connsiteY1" fmla="*/ 38781 h 38781"/>
                <a:gd name="connsiteX2" fmla="*/ 0 w 48920"/>
                <a:gd name="connsiteY2" fmla="*/ 19391 h 38781"/>
                <a:gd name="connsiteX3" fmla="*/ 24460 w 48920"/>
                <a:gd name="connsiteY3" fmla="*/ 0 h 38781"/>
                <a:gd name="connsiteX4" fmla="*/ 48920 w 48920"/>
                <a:gd name="connsiteY4" fmla="*/ 19391 h 38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920" h="38781">
                  <a:moveTo>
                    <a:pt x="48920" y="19391"/>
                  </a:moveTo>
                  <a:cubicBezTo>
                    <a:pt x="48920" y="30036"/>
                    <a:pt x="38021" y="38781"/>
                    <a:pt x="24460" y="38781"/>
                  </a:cubicBezTo>
                  <a:cubicBezTo>
                    <a:pt x="10899" y="38781"/>
                    <a:pt x="0" y="30036"/>
                    <a:pt x="0" y="19391"/>
                  </a:cubicBezTo>
                  <a:cubicBezTo>
                    <a:pt x="0" y="8745"/>
                    <a:pt x="10899" y="0"/>
                    <a:pt x="24460" y="0"/>
                  </a:cubicBezTo>
                  <a:cubicBezTo>
                    <a:pt x="38021" y="0"/>
                    <a:pt x="48920" y="8745"/>
                    <a:pt x="48920" y="193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17" name="Freeform: Shape 5616">
              <a:extLst>
                <a:ext uri="{FF2B5EF4-FFF2-40B4-BE49-F238E27FC236}">
                  <a16:creationId xmlns:a16="http://schemas.microsoft.com/office/drawing/2014/main" id="{22F3E647-C10F-7A19-62B7-C5851BD65415}"/>
                </a:ext>
              </a:extLst>
            </p:cNvPr>
            <p:cNvSpPr/>
            <p:nvPr/>
          </p:nvSpPr>
          <p:spPr>
            <a:xfrm>
              <a:off x="1213497" y="6158637"/>
              <a:ext cx="48159" cy="38274"/>
            </a:xfrm>
            <a:custGeom>
              <a:avLst/>
              <a:gdLst>
                <a:gd name="connsiteX0" fmla="*/ 48160 w 48159"/>
                <a:gd name="connsiteY0" fmla="*/ 19137 h 38274"/>
                <a:gd name="connsiteX1" fmla="*/ 24080 w 48159"/>
                <a:gd name="connsiteY1" fmla="*/ 38274 h 38274"/>
                <a:gd name="connsiteX2" fmla="*/ 0 w 48159"/>
                <a:gd name="connsiteY2" fmla="*/ 19137 h 38274"/>
                <a:gd name="connsiteX3" fmla="*/ 24080 w 48159"/>
                <a:gd name="connsiteY3" fmla="*/ 0 h 38274"/>
                <a:gd name="connsiteX4" fmla="*/ 48160 w 48159"/>
                <a:gd name="connsiteY4" fmla="*/ 19137 h 382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159" h="38274">
                  <a:moveTo>
                    <a:pt x="48160" y="19137"/>
                  </a:moveTo>
                  <a:cubicBezTo>
                    <a:pt x="48160" y="29656"/>
                    <a:pt x="37387" y="38274"/>
                    <a:pt x="24080" y="38274"/>
                  </a:cubicBezTo>
                  <a:cubicBezTo>
                    <a:pt x="10773" y="38274"/>
                    <a:pt x="0" y="29656"/>
                    <a:pt x="0" y="19137"/>
                  </a:cubicBezTo>
                  <a:cubicBezTo>
                    <a:pt x="0" y="8618"/>
                    <a:pt x="10773" y="0"/>
                    <a:pt x="24080" y="0"/>
                  </a:cubicBezTo>
                  <a:cubicBezTo>
                    <a:pt x="37387" y="0"/>
                    <a:pt x="48160" y="8618"/>
                    <a:pt x="48160" y="191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18" name="Freeform: Shape 5617">
              <a:extLst>
                <a:ext uri="{FF2B5EF4-FFF2-40B4-BE49-F238E27FC236}">
                  <a16:creationId xmlns:a16="http://schemas.microsoft.com/office/drawing/2014/main" id="{9E9990EA-A5E4-DBA2-FF0D-426B8A8E0670}"/>
                </a:ext>
              </a:extLst>
            </p:cNvPr>
            <p:cNvSpPr/>
            <p:nvPr/>
          </p:nvSpPr>
          <p:spPr>
            <a:xfrm>
              <a:off x="1139484" y="6072837"/>
              <a:ext cx="48159" cy="38274"/>
            </a:xfrm>
            <a:custGeom>
              <a:avLst/>
              <a:gdLst>
                <a:gd name="connsiteX0" fmla="*/ 48160 w 48159"/>
                <a:gd name="connsiteY0" fmla="*/ 19137 h 38274"/>
                <a:gd name="connsiteX1" fmla="*/ 24080 w 48159"/>
                <a:gd name="connsiteY1" fmla="*/ 38275 h 38274"/>
                <a:gd name="connsiteX2" fmla="*/ 0 w 48159"/>
                <a:gd name="connsiteY2" fmla="*/ 19137 h 38274"/>
                <a:gd name="connsiteX3" fmla="*/ 24080 w 48159"/>
                <a:gd name="connsiteY3" fmla="*/ 0 h 38274"/>
                <a:gd name="connsiteX4" fmla="*/ 48160 w 48159"/>
                <a:gd name="connsiteY4" fmla="*/ 19137 h 382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159" h="38274">
                  <a:moveTo>
                    <a:pt x="48160" y="19137"/>
                  </a:moveTo>
                  <a:cubicBezTo>
                    <a:pt x="48160" y="29657"/>
                    <a:pt x="37387" y="38275"/>
                    <a:pt x="24080" y="38275"/>
                  </a:cubicBezTo>
                  <a:cubicBezTo>
                    <a:pt x="10773" y="38275"/>
                    <a:pt x="0" y="29783"/>
                    <a:pt x="0" y="19137"/>
                  </a:cubicBezTo>
                  <a:cubicBezTo>
                    <a:pt x="0" y="8491"/>
                    <a:pt x="10773" y="0"/>
                    <a:pt x="24080" y="0"/>
                  </a:cubicBezTo>
                  <a:cubicBezTo>
                    <a:pt x="37387" y="0"/>
                    <a:pt x="48160" y="8491"/>
                    <a:pt x="48160" y="191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19" name="Freeform: Shape 5618">
              <a:extLst>
                <a:ext uri="{FF2B5EF4-FFF2-40B4-BE49-F238E27FC236}">
                  <a16:creationId xmlns:a16="http://schemas.microsoft.com/office/drawing/2014/main" id="{FB3BB9D3-E2E6-A551-31CD-78C460B82A30}"/>
                </a:ext>
              </a:extLst>
            </p:cNvPr>
            <p:cNvSpPr/>
            <p:nvPr/>
          </p:nvSpPr>
          <p:spPr>
            <a:xfrm>
              <a:off x="1068258" y="5986023"/>
              <a:ext cx="47399" cy="37513"/>
            </a:xfrm>
            <a:custGeom>
              <a:avLst/>
              <a:gdLst>
                <a:gd name="connsiteX0" fmla="*/ 47399 w 47399"/>
                <a:gd name="connsiteY0" fmla="*/ 18757 h 37513"/>
                <a:gd name="connsiteX1" fmla="*/ 23700 w 47399"/>
                <a:gd name="connsiteY1" fmla="*/ 37514 h 37513"/>
                <a:gd name="connsiteX2" fmla="*/ 0 w 47399"/>
                <a:gd name="connsiteY2" fmla="*/ 18757 h 37513"/>
                <a:gd name="connsiteX3" fmla="*/ 23700 w 47399"/>
                <a:gd name="connsiteY3" fmla="*/ 0 h 37513"/>
                <a:gd name="connsiteX4" fmla="*/ 47399 w 47399"/>
                <a:gd name="connsiteY4" fmla="*/ 18757 h 37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399" h="37513">
                  <a:moveTo>
                    <a:pt x="47399" y="18757"/>
                  </a:moveTo>
                  <a:cubicBezTo>
                    <a:pt x="47399" y="29149"/>
                    <a:pt x="36753" y="37514"/>
                    <a:pt x="23700" y="37514"/>
                  </a:cubicBezTo>
                  <a:cubicBezTo>
                    <a:pt x="10646" y="37514"/>
                    <a:pt x="0" y="29149"/>
                    <a:pt x="0" y="18757"/>
                  </a:cubicBezTo>
                  <a:cubicBezTo>
                    <a:pt x="0" y="8365"/>
                    <a:pt x="10646" y="0"/>
                    <a:pt x="23700" y="0"/>
                  </a:cubicBezTo>
                  <a:cubicBezTo>
                    <a:pt x="36753" y="0"/>
                    <a:pt x="47399" y="8365"/>
                    <a:pt x="47399" y="1875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20" name="Freeform: Shape 5619">
              <a:extLst>
                <a:ext uri="{FF2B5EF4-FFF2-40B4-BE49-F238E27FC236}">
                  <a16:creationId xmlns:a16="http://schemas.microsoft.com/office/drawing/2014/main" id="{DC0553DA-1F35-A0DB-DFF9-18FCB769116F}"/>
                </a:ext>
              </a:extLst>
            </p:cNvPr>
            <p:cNvSpPr/>
            <p:nvPr/>
          </p:nvSpPr>
          <p:spPr>
            <a:xfrm>
              <a:off x="998553" y="5897308"/>
              <a:ext cx="48159" cy="38274"/>
            </a:xfrm>
            <a:custGeom>
              <a:avLst/>
              <a:gdLst>
                <a:gd name="connsiteX0" fmla="*/ 48160 w 48159"/>
                <a:gd name="connsiteY0" fmla="*/ 19137 h 38274"/>
                <a:gd name="connsiteX1" fmla="*/ 24080 w 48159"/>
                <a:gd name="connsiteY1" fmla="*/ 38274 h 38274"/>
                <a:gd name="connsiteX2" fmla="*/ 0 w 48159"/>
                <a:gd name="connsiteY2" fmla="*/ 19137 h 38274"/>
                <a:gd name="connsiteX3" fmla="*/ 24080 w 48159"/>
                <a:gd name="connsiteY3" fmla="*/ 0 h 38274"/>
                <a:gd name="connsiteX4" fmla="*/ 48160 w 48159"/>
                <a:gd name="connsiteY4" fmla="*/ 19137 h 382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159" h="38274">
                  <a:moveTo>
                    <a:pt x="48160" y="19137"/>
                  </a:moveTo>
                  <a:cubicBezTo>
                    <a:pt x="48160" y="29656"/>
                    <a:pt x="37387" y="38274"/>
                    <a:pt x="24080" y="38274"/>
                  </a:cubicBezTo>
                  <a:cubicBezTo>
                    <a:pt x="10773" y="38274"/>
                    <a:pt x="0" y="29656"/>
                    <a:pt x="0" y="19137"/>
                  </a:cubicBezTo>
                  <a:cubicBezTo>
                    <a:pt x="0" y="8618"/>
                    <a:pt x="10773" y="0"/>
                    <a:pt x="24080" y="0"/>
                  </a:cubicBezTo>
                  <a:cubicBezTo>
                    <a:pt x="37387" y="0"/>
                    <a:pt x="48160" y="8491"/>
                    <a:pt x="48160" y="191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21" name="Freeform: Shape 5620">
              <a:extLst>
                <a:ext uri="{FF2B5EF4-FFF2-40B4-BE49-F238E27FC236}">
                  <a16:creationId xmlns:a16="http://schemas.microsoft.com/office/drawing/2014/main" id="{F5A1F303-F6E7-ECA3-62C9-A58A4B8D508F}"/>
                </a:ext>
              </a:extLst>
            </p:cNvPr>
            <p:cNvSpPr/>
            <p:nvPr/>
          </p:nvSpPr>
          <p:spPr>
            <a:xfrm>
              <a:off x="931763" y="5807958"/>
              <a:ext cx="48159" cy="38147"/>
            </a:xfrm>
            <a:custGeom>
              <a:avLst/>
              <a:gdLst>
                <a:gd name="connsiteX0" fmla="*/ 48160 w 48159"/>
                <a:gd name="connsiteY0" fmla="*/ 19010 h 38147"/>
                <a:gd name="connsiteX1" fmla="*/ 24080 w 48159"/>
                <a:gd name="connsiteY1" fmla="*/ 38148 h 38147"/>
                <a:gd name="connsiteX2" fmla="*/ 0 w 48159"/>
                <a:gd name="connsiteY2" fmla="*/ 19010 h 38147"/>
                <a:gd name="connsiteX3" fmla="*/ 24080 w 48159"/>
                <a:gd name="connsiteY3" fmla="*/ 0 h 38147"/>
                <a:gd name="connsiteX4" fmla="*/ 48160 w 48159"/>
                <a:gd name="connsiteY4" fmla="*/ 19010 h 38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159" h="38147">
                  <a:moveTo>
                    <a:pt x="48160" y="19010"/>
                  </a:moveTo>
                  <a:cubicBezTo>
                    <a:pt x="48160" y="29530"/>
                    <a:pt x="37387" y="38148"/>
                    <a:pt x="24080" y="38148"/>
                  </a:cubicBezTo>
                  <a:cubicBezTo>
                    <a:pt x="10773" y="38148"/>
                    <a:pt x="0" y="29530"/>
                    <a:pt x="0" y="19010"/>
                  </a:cubicBezTo>
                  <a:cubicBezTo>
                    <a:pt x="0" y="8491"/>
                    <a:pt x="10773" y="0"/>
                    <a:pt x="24080" y="0"/>
                  </a:cubicBezTo>
                  <a:cubicBezTo>
                    <a:pt x="37387" y="0"/>
                    <a:pt x="48160" y="8491"/>
                    <a:pt x="48160" y="1901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22" name="Freeform: Shape 5621">
              <a:extLst>
                <a:ext uri="{FF2B5EF4-FFF2-40B4-BE49-F238E27FC236}">
                  <a16:creationId xmlns:a16="http://schemas.microsoft.com/office/drawing/2014/main" id="{E8E3674A-015B-8C0C-1BA0-3D830B16CBFF}"/>
                </a:ext>
              </a:extLst>
            </p:cNvPr>
            <p:cNvSpPr/>
            <p:nvPr/>
          </p:nvSpPr>
          <p:spPr>
            <a:xfrm>
              <a:off x="867888" y="5717596"/>
              <a:ext cx="47399" cy="37514"/>
            </a:xfrm>
            <a:custGeom>
              <a:avLst/>
              <a:gdLst>
                <a:gd name="connsiteX0" fmla="*/ 47399 w 47399"/>
                <a:gd name="connsiteY0" fmla="*/ 18757 h 37514"/>
                <a:gd name="connsiteX1" fmla="*/ 23700 w 47399"/>
                <a:gd name="connsiteY1" fmla="*/ 37514 h 37514"/>
                <a:gd name="connsiteX2" fmla="*/ 0 w 47399"/>
                <a:gd name="connsiteY2" fmla="*/ 18757 h 37514"/>
                <a:gd name="connsiteX3" fmla="*/ 23700 w 47399"/>
                <a:gd name="connsiteY3" fmla="*/ 0 h 37514"/>
                <a:gd name="connsiteX4" fmla="*/ 47399 w 47399"/>
                <a:gd name="connsiteY4" fmla="*/ 18757 h 37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399" h="37514">
                  <a:moveTo>
                    <a:pt x="47399" y="18757"/>
                  </a:moveTo>
                  <a:cubicBezTo>
                    <a:pt x="47399" y="29150"/>
                    <a:pt x="36753" y="37514"/>
                    <a:pt x="23700" y="37514"/>
                  </a:cubicBezTo>
                  <a:cubicBezTo>
                    <a:pt x="10646" y="37514"/>
                    <a:pt x="0" y="29150"/>
                    <a:pt x="0" y="18757"/>
                  </a:cubicBezTo>
                  <a:cubicBezTo>
                    <a:pt x="0" y="8365"/>
                    <a:pt x="10646" y="0"/>
                    <a:pt x="23700" y="0"/>
                  </a:cubicBezTo>
                  <a:cubicBezTo>
                    <a:pt x="36753" y="0"/>
                    <a:pt x="47399" y="8365"/>
                    <a:pt x="47399" y="1875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23" name="Freeform: Shape 5622">
              <a:extLst>
                <a:ext uri="{FF2B5EF4-FFF2-40B4-BE49-F238E27FC236}">
                  <a16:creationId xmlns:a16="http://schemas.microsoft.com/office/drawing/2014/main" id="{7F18B9D3-DC40-747F-143D-86386AB9C831}"/>
                </a:ext>
              </a:extLst>
            </p:cNvPr>
            <p:cNvSpPr/>
            <p:nvPr/>
          </p:nvSpPr>
          <p:spPr>
            <a:xfrm>
              <a:off x="806041" y="5625966"/>
              <a:ext cx="47399" cy="37513"/>
            </a:xfrm>
            <a:custGeom>
              <a:avLst/>
              <a:gdLst>
                <a:gd name="connsiteX0" fmla="*/ 47399 w 47399"/>
                <a:gd name="connsiteY0" fmla="*/ 18757 h 37513"/>
                <a:gd name="connsiteX1" fmla="*/ 23700 w 47399"/>
                <a:gd name="connsiteY1" fmla="*/ 37514 h 37513"/>
                <a:gd name="connsiteX2" fmla="*/ 0 w 47399"/>
                <a:gd name="connsiteY2" fmla="*/ 18757 h 37513"/>
                <a:gd name="connsiteX3" fmla="*/ 23700 w 47399"/>
                <a:gd name="connsiteY3" fmla="*/ 0 h 37513"/>
                <a:gd name="connsiteX4" fmla="*/ 47399 w 47399"/>
                <a:gd name="connsiteY4" fmla="*/ 18757 h 37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399" h="37513">
                  <a:moveTo>
                    <a:pt x="47399" y="18757"/>
                  </a:moveTo>
                  <a:cubicBezTo>
                    <a:pt x="47399" y="29149"/>
                    <a:pt x="36753" y="37514"/>
                    <a:pt x="23700" y="37514"/>
                  </a:cubicBezTo>
                  <a:cubicBezTo>
                    <a:pt x="10646" y="37514"/>
                    <a:pt x="0" y="29149"/>
                    <a:pt x="0" y="18757"/>
                  </a:cubicBezTo>
                  <a:cubicBezTo>
                    <a:pt x="0" y="8365"/>
                    <a:pt x="10646" y="0"/>
                    <a:pt x="23700" y="0"/>
                  </a:cubicBezTo>
                  <a:cubicBezTo>
                    <a:pt x="36753" y="0"/>
                    <a:pt x="47399" y="8365"/>
                    <a:pt x="47399" y="1875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24" name="Freeform: Shape 5623">
              <a:extLst>
                <a:ext uri="{FF2B5EF4-FFF2-40B4-BE49-F238E27FC236}">
                  <a16:creationId xmlns:a16="http://schemas.microsoft.com/office/drawing/2014/main" id="{E1E212B5-4929-BDD5-42A1-199BE7507101}"/>
                </a:ext>
              </a:extLst>
            </p:cNvPr>
            <p:cNvSpPr/>
            <p:nvPr/>
          </p:nvSpPr>
          <p:spPr>
            <a:xfrm>
              <a:off x="747236" y="5533448"/>
              <a:ext cx="46638" cy="37007"/>
            </a:xfrm>
            <a:custGeom>
              <a:avLst/>
              <a:gdLst>
                <a:gd name="connsiteX0" fmla="*/ 46639 w 46638"/>
                <a:gd name="connsiteY0" fmla="*/ 18504 h 37007"/>
                <a:gd name="connsiteX1" fmla="*/ 23319 w 46638"/>
                <a:gd name="connsiteY1" fmla="*/ 37007 h 37007"/>
                <a:gd name="connsiteX2" fmla="*/ 0 w 46638"/>
                <a:gd name="connsiteY2" fmla="*/ 18504 h 37007"/>
                <a:gd name="connsiteX3" fmla="*/ 23319 w 46638"/>
                <a:gd name="connsiteY3" fmla="*/ 0 h 37007"/>
                <a:gd name="connsiteX4" fmla="*/ 46639 w 46638"/>
                <a:gd name="connsiteY4" fmla="*/ 18504 h 37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37007">
                  <a:moveTo>
                    <a:pt x="46639" y="18504"/>
                  </a:moveTo>
                  <a:cubicBezTo>
                    <a:pt x="46639" y="28769"/>
                    <a:pt x="36120" y="37007"/>
                    <a:pt x="23319" y="37007"/>
                  </a:cubicBezTo>
                  <a:cubicBezTo>
                    <a:pt x="10519" y="37007"/>
                    <a:pt x="0" y="28642"/>
                    <a:pt x="0" y="18504"/>
                  </a:cubicBezTo>
                  <a:cubicBezTo>
                    <a:pt x="0" y="8365"/>
                    <a:pt x="10519" y="0"/>
                    <a:pt x="23319" y="0"/>
                  </a:cubicBezTo>
                  <a:cubicBezTo>
                    <a:pt x="36120" y="0"/>
                    <a:pt x="46639" y="8365"/>
                    <a:pt x="46639" y="1850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25" name="Freeform: Shape 5624">
              <a:extLst>
                <a:ext uri="{FF2B5EF4-FFF2-40B4-BE49-F238E27FC236}">
                  <a16:creationId xmlns:a16="http://schemas.microsoft.com/office/drawing/2014/main" id="{00250254-2F3B-2F9B-4101-65DA43A7CC0F}"/>
                </a:ext>
              </a:extLst>
            </p:cNvPr>
            <p:cNvSpPr/>
            <p:nvPr/>
          </p:nvSpPr>
          <p:spPr>
            <a:xfrm>
              <a:off x="690585" y="5439664"/>
              <a:ext cx="46638" cy="37007"/>
            </a:xfrm>
            <a:custGeom>
              <a:avLst/>
              <a:gdLst>
                <a:gd name="connsiteX0" fmla="*/ 46639 w 46638"/>
                <a:gd name="connsiteY0" fmla="*/ 18503 h 37007"/>
                <a:gd name="connsiteX1" fmla="*/ 23319 w 46638"/>
                <a:gd name="connsiteY1" fmla="*/ 37007 h 37007"/>
                <a:gd name="connsiteX2" fmla="*/ 0 w 46638"/>
                <a:gd name="connsiteY2" fmla="*/ 18503 h 37007"/>
                <a:gd name="connsiteX3" fmla="*/ 23319 w 46638"/>
                <a:gd name="connsiteY3" fmla="*/ 0 h 37007"/>
                <a:gd name="connsiteX4" fmla="*/ 46639 w 46638"/>
                <a:gd name="connsiteY4" fmla="*/ 18503 h 37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37007">
                  <a:moveTo>
                    <a:pt x="46639" y="18503"/>
                  </a:moveTo>
                  <a:cubicBezTo>
                    <a:pt x="46639" y="28769"/>
                    <a:pt x="36120" y="37007"/>
                    <a:pt x="23319" y="37007"/>
                  </a:cubicBezTo>
                  <a:cubicBezTo>
                    <a:pt x="10519" y="37007"/>
                    <a:pt x="0" y="28642"/>
                    <a:pt x="0" y="18503"/>
                  </a:cubicBezTo>
                  <a:cubicBezTo>
                    <a:pt x="0" y="8365"/>
                    <a:pt x="10519" y="0"/>
                    <a:pt x="23319" y="0"/>
                  </a:cubicBezTo>
                  <a:cubicBezTo>
                    <a:pt x="36120" y="0"/>
                    <a:pt x="46639" y="8365"/>
                    <a:pt x="46639" y="1850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26" name="Freeform: Shape 5625">
              <a:extLst>
                <a:ext uri="{FF2B5EF4-FFF2-40B4-BE49-F238E27FC236}">
                  <a16:creationId xmlns:a16="http://schemas.microsoft.com/office/drawing/2014/main" id="{A52494AD-0601-9A2C-F287-6CE4B9E03348}"/>
                </a:ext>
              </a:extLst>
            </p:cNvPr>
            <p:cNvSpPr/>
            <p:nvPr/>
          </p:nvSpPr>
          <p:spPr>
            <a:xfrm>
              <a:off x="636849" y="5345246"/>
              <a:ext cx="45878" cy="36499"/>
            </a:xfrm>
            <a:custGeom>
              <a:avLst/>
              <a:gdLst>
                <a:gd name="connsiteX0" fmla="*/ 45878 w 45878"/>
                <a:gd name="connsiteY0" fmla="*/ 18250 h 36499"/>
                <a:gd name="connsiteX1" fmla="*/ 22939 w 45878"/>
                <a:gd name="connsiteY1" fmla="*/ 36500 h 36499"/>
                <a:gd name="connsiteX2" fmla="*/ 0 w 45878"/>
                <a:gd name="connsiteY2" fmla="*/ 18250 h 36499"/>
                <a:gd name="connsiteX3" fmla="*/ 22939 w 45878"/>
                <a:gd name="connsiteY3" fmla="*/ 0 h 36499"/>
                <a:gd name="connsiteX4" fmla="*/ 45878 w 45878"/>
                <a:gd name="connsiteY4" fmla="*/ 18250 h 36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878" h="36499">
                  <a:moveTo>
                    <a:pt x="45878" y="18250"/>
                  </a:moveTo>
                  <a:cubicBezTo>
                    <a:pt x="45878" y="28262"/>
                    <a:pt x="35613" y="36500"/>
                    <a:pt x="22939" y="36500"/>
                  </a:cubicBezTo>
                  <a:cubicBezTo>
                    <a:pt x="10266" y="36500"/>
                    <a:pt x="0" y="28262"/>
                    <a:pt x="0" y="18250"/>
                  </a:cubicBezTo>
                  <a:cubicBezTo>
                    <a:pt x="0" y="8238"/>
                    <a:pt x="10266" y="0"/>
                    <a:pt x="22939" y="0"/>
                  </a:cubicBezTo>
                  <a:cubicBezTo>
                    <a:pt x="35613" y="0"/>
                    <a:pt x="45878" y="8111"/>
                    <a:pt x="45878" y="1825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27" name="Freeform: Shape 5626">
              <a:extLst>
                <a:ext uri="{FF2B5EF4-FFF2-40B4-BE49-F238E27FC236}">
                  <a16:creationId xmlns:a16="http://schemas.microsoft.com/office/drawing/2014/main" id="{446FE122-2D56-92AF-480C-C4F65BCAE544}"/>
                </a:ext>
              </a:extLst>
            </p:cNvPr>
            <p:cNvSpPr/>
            <p:nvPr/>
          </p:nvSpPr>
          <p:spPr>
            <a:xfrm>
              <a:off x="585647" y="5249940"/>
              <a:ext cx="45118" cy="35739"/>
            </a:xfrm>
            <a:custGeom>
              <a:avLst/>
              <a:gdLst>
                <a:gd name="connsiteX0" fmla="*/ 45118 w 45118"/>
                <a:gd name="connsiteY0" fmla="*/ 17870 h 35739"/>
                <a:gd name="connsiteX1" fmla="*/ 22559 w 45118"/>
                <a:gd name="connsiteY1" fmla="*/ 35740 h 35739"/>
                <a:gd name="connsiteX2" fmla="*/ 0 w 45118"/>
                <a:gd name="connsiteY2" fmla="*/ 17870 h 35739"/>
                <a:gd name="connsiteX3" fmla="*/ 22559 w 45118"/>
                <a:gd name="connsiteY3" fmla="*/ 0 h 35739"/>
                <a:gd name="connsiteX4" fmla="*/ 45118 w 45118"/>
                <a:gd name="connsiteY4" fmla="*/ 17870 h 35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18" h="35739">
                  <a:moveTo>
                    <a:pt x="45118" y="17870"/>
                  </a:moveTo>
                  <a:cubicBezTo>
                    <a:pt x="45118" y="27755"/>
                    <a:pt x="34979" y="35740"/>
                    <a:pt x="22559" y="35740"/>
                  </a:cubicBezTo>
                  <a:cubicBezTo>
                    <a:pt x="10139" y="35740"/>
                    <a:pt x="0" y="27755"/>
                    <a:pt x="0" y="17870"/>
                  </a:cubicBezTo>
                  <a:cubicBezTo>
                    <a:pt x="0" y="7984"/>
                    <a:pt x="10139" y="0"/>
                    <a:pt x="22559" y="0"/>
                  </a:cubicBezTo>
                  <a:cubicBezTo>
                    <a:pt x="34979" y="0"/>
                    <a:pt x="45118" y="7984"/>
                    <a:pt x="45118" y="178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28" name="Freeform: Shape 5627">
              <a:extLst>
                <a:ext uri="{FF2B5EF4-FFF2-40B4-BE49-F238E27FC236}">
                  <a16:creationId xmlns:a16="http://schemas.microsoft.com/office/drawing/2014/main" id="{BA72AF72-4B4F-D0F7-6205-3B5837152DA9}"/>
                </a:ext>
              </a:extLst>
            </p:cNvPr>
            <p:cNvSpPr/>
            <p:nvPr/>
          </p:nvSpPr>
          <p:spPr>
            <a:xfrm>
              <a:off x="536854" y="5153367"/>
              <a:ext cx="45117" cy="35739"/>
            </a:xfrm>
            <a:custGeom>
              <a:avLst/>
              <a:gdLst>
                <a:gd name="connsiteX0" fmla="*/ 45118 w 45117"/>
                <a:gd name="connsiteY0" fmla="*/ 17870 h 35739"/>
                <a:gd name="connsiteX1" fmla="*/ 22559 w 45117"/>
                <a:gd name="connsiteY1" fmla="*/ 35740 h 35739"/>
                <a:gd name="connsiteX2" fmla="*/ 0 w 45117"/>
                <a:gd name="connsiteY2" fmla="*/ 17870 h 35739"/>
                <a:gd name="connsiteX3" fmla="*/ 22559 w 45117"/>
                <a:gd name="connsiteY3" fmla="*/ 0 h 35739"/>
                <a:gd name="connsiteX4" fmla="*/ 45118 w 45117"/>
                <a:gd name="connsiteY4" fmla="*/ 17870 h 35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17" h="35739">
                  <a:moveTo>
                    <a:pt x="45118" y="17870"/>
                  </a:moveTo>
                  <a:cubicBezTo>
                    <a:pt x="45118" y="27755"/>
                    <a:pt x="34979" y="35740"/>
                    <a:pt x="22559" y="35740"/>
                  </a:cubicBezTo>
                  <a:cubicBezTo>
                    <a:pt x="10139" y="35740"/>
                    <a:pt x="0" y="27755"/>
                    <a:pt x="0" y="17870"/>
                  </a:cubicBezTo>
                  <a:cubicBezTo>
                    <a:pt x="0" y="7984"/>
                    <a:pt x="10139" y="0"/>
                    <a:pt x="22559" y="0"/>
                  </a:cubicBezTo>
                  <a:cubicBezTo>
                    <a:pt x="34979" y="0"/>
                    <a:pt x="45118" y="7984"/>
                    <a:pt x="45118" y="178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29" name="Freeform: Shape 5628">
              <a:extLst>
                <a:ext uri="{FF2B5EF4-FFF2-40B4-BE49-F238E27FC236}">
                  <a16:creationId xmlns:a16="http://schemas.microsoft.com/office/drawing/2014/main" id="{F983FE0F-2C77-A000-AF8A-A618AC04D9FD}"/>
                </a:ext>
              </a:extLst>
            </p:cNvPr>
            <p:cNvSpPr/>
            <p:nvPr/>
          </p:nvSpPr>
          <p:spPr>
            <a:xfrm>
              <a:off x="490849" y="5056161"/>
              <a:ext cx="44611" cy="35485"/>
            </a:xfrm>
            <a:custGeom>
              <a:avLst/>
              <a:gdLst>
                <a:gd name="connsiteX0" fmla="*/ 44611 w 44611"/>
                <a:gd name="connsiteY0" fmla="*/ 17743 h 35485"/>
                <a:gd name="connsiteX1" fmla="*/ 22306 w 44611"/>
                <a:gd name="connsiteY1" fmla="*/ 35486 h 35485"/>
                <a:gd name="connsiteX2" fmla="*/ 0 w 44611"/>
                <a:gd name="connsiteY2" fmla="*/ 17743 h 35485"/>
                <a:gd name="connsiteX3" fmla="*/ 22306 w 44611"/>
                <a:gd name="connsiteY3" fmla="*/ 0 h 35485"/>
                <a:gd name="connsiteX4" fmla="*/ 44611 w 44611"/>
                <a:gd name="connsiteY4" fmla="*/ 17743 h 35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611" h="35485">
                  <a:moveTo>
                    <a:pt x="44611" y="17743"/>
                  </a:moveTo>
                  <a:cubicBezTo>
                    <a:pt x="44611" y="27501"/>
                    <a:pt x="34599" y="35486"/>
                    <a:pt x="22306" y="35486"/>
                  </a:cubicBezTo>
                  <a:cubicBezTo>
                    <a:pt x="10012" y="35486"/>
                    <a:pt x="0" y="27501"/>
                    <a:pt x="0" y="17743"/>
                  </a:cubicBezTo>
                  <a:cubicBezTo>
                    <a:pt x="0" y="7984"/>
                    <a:pt x="10012" y="0"/>
                    <a:pt x="22306" y="0"/>
                  </a:cubicBezTo>
                  <a:cubicBezTo>
                    <a:pt x="34599" y="0"/>
                    <a:pt x="44611" y="7984"/>
                    <a:pt x="44611" y="1774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30" name="Freeform: Shape 5629">
              <a:extLst>
                <a:ext uri="{FF2B5EF4-FFF2-40B4-BE49-F238E27FC236}">
                  <a16:creationId xmlns:a16="http://schemas.microsoft.com/office/drawing/2014/main" id="{4FEFF913-F1F2-8A44-0CD2-A7A85782A322}"/>
                </a:ext>
              </a:extLst>
            </p:cNvPr>
            <p:cNvSpPr/>
            <p:nvPr/>
          </p:nvSpPr>
          <p:spPr>
            <a:xfrm>
              <a:off x="447759" y="4958447"/>
              <a:ext cx="43850" cy="34725"/>
            </a:xfrm>
            <a:custGeom>
              <a:avLst/>
              <a:gdLst>
                <a:gd name="connsiteX0" fmla="*/ 43851 w 43850"/>
                <a:gd name="connsiteY0" fmla="*/ 17363 h 34725"/>
                <a:gd name="connsiteX1" fmla="*/ 21925 w 43850"/>
                <a:gd name="connsiteY1" fmla="*/ 34726 h 34725"/>
                <a:gd name="connsiteX2" fmla="*/ 0 w 43850"/>
                <a:gd name="connsiteY2" fmla="*/ 17363 h 34725"/>
                <a:gd name="connsiteX3" fmla="*/ 21925 w 43850"/>
                <a:gd name="connsiteY3" fmla="*/ 0 h 34725"/>
                <a:gd name="connsiteX4" fmla="*/ 43851 w 43850"/>
                <a:gd name="connsiteY4" fmla="*/ 17363 h 34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850" h="34725">
                  <a:moveTo>
                    <a:pt x="43851" y="17363"/>
                  </a:moveTo>
                  <a:cubicBezTo>
                    <a:pt x="43851" y="26995"/>
                    <a:pt x="33965" y="34726"/>
                    <a:pt x="21925" y="34726"/>
                  </a:cubicBezTo>
                  <a:cubicBezTo>
                    <a:pt x="9885" y="34726"/>
                    <a:pt x="0" y="26868"/>
                    <a:pt x="0" y="17363"/>
                  </a:cubicBezTo>
                  <a:cubicBezTo>
                    <a:pt x="0" y="7858"/>
                    <a:pt x="9759" y="0"/>
                    <a:pt x="21925" y="0"/>
                  </a:cubicBezTo>
                  <a:cubicBezTo>
                    <a:pt x="34092" y="0"/>
                    <a:pt x="43851" y="7858"/>
                    <a:pt x="43851" y="1736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31" name="Freeform: Shape 5630">
              <a:extLst>
                <a:ext uri="{FF2B5EF4-FFF2-40B4-BE49-F238E27FC236}">
                  <a16:creationId xmlns:a16="http://schemas.microsoft.com/office/drawing/2014/main" id="{0E746F7A-BEC4-E0D3-4F77-649D17BA4395}"/>
                </a:ext>
              </a:extLst>
            </p:cNvPr>
            <p:cNvSpPr/>
            <p:nvPr/>
          </p:nvSpPr>
          <p:spPr>
            <a:xfrm>
              <a:off x="406950" y="4859593"/>
              <a:ext cx="43850" cy="34725"/>
            </a:xfrm>
            <a:custGeom>
              <a:avLst/>
              <a:gdLst>
                <a:gd name="connsiteX0" fmla="*/ 43851 w 43850"/>
                <a:gd name="connsiteY0" fmla="*/ 17363 h 34725"/>
                <a:gd name="connsiteX1" fmla="*/ 21925 w 43850"/>
                <a:gd name="connsiteY1" fmla="*/ 34726 h 34725"/>
                <a:gd name="connsiteX2" fmla="*/ 0 w 43850"/>
                <a:gd name="connsiteY2" fmla="*/ 17363 h 34725"/>
                <a:gd name="connsiteX3" fmla="*/ 21925 w 43850"/>
                <a:gd name="connsiteY3" fmla="*/ 0 h 34725"/>
                <a:gd name="connsiteX4" fmla="*/ 43851 w 43850"/>
                <a:gd name="connsiteY4" fmla="*/ 17363 h 34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850" h="34725">
                  <a:moveTo>
                    <a:pt x="43851" y="17363"/>
                  </a:moveTo>
                  <a:cubicBezTo>
                    <a:pt x="43851" y="26995"/>
                    <a:pt x="34092" y="34726"/>
                    <a:pt x="21925" y="34726"/>
                  </a:cubicBezTo>
                  <a:cubicBezTo>
                    <a:pt x="9759" y="34726"/>
                    <a:pt x="0" y="26868"/>
                    <a:pt x="0" y="17363"/>
                  </a:cubicBezTo>
                  <a:cubicBezTo>
                    <a:pt x="0" y="7858"/>
                    <a:pt x="9759" y="0"/>
                    <a:pt x="21925" y="0"/>
                  </a:cubicBezTo>
                  <a:cubicBezTo>
                    <a:pt x="34092" y="0"/>
                    <a:pt x="43851" y="7858"/>
                    <a:pt x="43851" y="1736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32" name="Freeform: Shape 5631">
              <a:extLst>
                <a:ext uri="{FF2B5EF4-FFF2-40B4-BE49-F238E27FC236}">
                  <a16:creationId xmlns:a16="http://schemas.microsoft.com/office/drawing/2014/main" id="{4DB655A8-9472-74DD-0FB3-9C617ED66A2B}"/>
                </a:ext>
              </a:extLst>
            </p:cNvPr>
            <p:cNvSpPr/>
            <p:nvPr/>
          </p:nvSpPr>
          <p:spPr>
            <a:xfrm>
              <a:off x="369182" y="4760486"/>
              <a:ext cx="43090" cy="34092"/>
            </a:xfrm>
            <a:custGeom>
              <a:avLst/>
              <a:gdLst>
                <a:gd name="connsiteX0" fmla="*/ 43090 w 43090"/>
                <a:gd name="connsiteY0" fmla="*/ 16983 h 34092"/>
                <a:gd name="connsiteX1" fmla="*/ 21545 w 43090"/>
                <a:gd name="connsiteY1" fmla="*/ 34092 h 34092"/>
                <a:gd name="connsiteX2" fmla="*/ 0 w 43090"/>
                <a:gd name="connsiteY2" fmla="*/ 16983 h 34092"/>
                <a:gd name="connsiteX3" fmla="*/ 21545 w 43090"/>
                <a:gd name="connsiteY3" fmla="*/ 0 h 34092"/>
                <a:gd name="connsiteX4" fmla="*/ 43090 w 43090"/>
                <a:gd name="connsiteY4" fmla="*/ 16983 h 34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90" h="34092">
                  <a:moveTo>
                    <a:pt x="43090" y="16983"/>
                  </a:moveTo>
                  <a:cubicBezTo>
                    <a:pt x="43090" y="26361"/>
                    <a:pt x="33458" y="34092"/>
                    <a:pt x="21545" y="34092"/>
                  </a:cubicBezTo>
                  <a:cubicBezTo>
                    <a:pt x="9632" y="34092"/>
                    <a:pt x="0" y="26488"/>
                    <a:pt x="0" y="16983"/>
                  </a:cubicBezTo>
                  <a:cubicBezTo>
                    <a:pt x="0" y="7477"/>
                    <a:pt x="9632" y="0"/>
                    <a:pt x="21545" y="0"/>
                  </a:cubicBezTo>
                  <a:cubicBezTo>
                    <a:pt x="33458" y="0"/>
                    <a:pt x="43090" y="7604"/>
                    <a:pt x="43090" y="169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33" name="Freeform: Shape 5632">
              <a:extLst>
                <a:ext uri="{FF2B5EF4-FFF2-40B4-BE49-F238E27FC236}">
                  <a16:creationId xmlns:a16="http://schemas.microsoft.com/office/drawing/2014/main" id="{7AEF5FE1-BAC7-802E-26B5-C129E7600000}"/>
                </a:ext>
              </a:extLst>
            </p:cNvPr>
            <p:cNvSpPr/>
            <p:nvPr/>
          </p:nvSpPr>
          <p:spPr>
            <a:xfrm>
              <a:off x="334457" y="4660618"/>
              <a:ext cx="42203" cy="33458"/>
            </a:xfrm>
            <a:custGeom>
              <a:avLst/>
              <a:gdLst>
                <a:gd name="connsiteX0" fmla="*/ 42203 w 42203"/>
                <a:gd name="connsiteY0" fmla="*/ 16729 h 33458"/>
                <a:gd name="connsiteX1" fmla="*/ 21165 w 42203"/>
                <a:gd name="connsiteY1" fmla="*/ 33458 h 33458"/>
                <a:gd name="connsiteX2" fmla="*/ 0 w 42203"/>
                <a:gd name="connsiteY2" fmla="*/ 16729 h 33458"/>
                <a:gd name="connsiteX3" fmla="*/ 21165 w 42203"/>
                <a:gd name="connsiteY3" fmla="*/ 0 h 33458"/>
                <a:gd name="connsiteX4" fmla="*/ 42203 w 42203"/>
                <a:gd name="connsiteY4" fmla="*/ 16729 h 33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203" h="33458">
                  <a:moveTo>
                    <a:pt x="42203" y="16729"/>
                  </a:moveTo>
                  <a:cubicBezTo>
                    <a:pt x="42203" y="25981"/>
                    <a:pt x="32698" y="33458"/>
                    <a:pt x="21165" y="33458"/>
                  </a:cubicBezTo>
                  <a:cubicBezTo>
                    <a:pt x="9632" y="33458"/>
                    <a:pt x="0" y="25981"/>
                    <a:pt x="0" y="16729"/>
                  </a:cubicBezTo>
                  <a:cubicBezTo>
                    <a:pt x="0" y="7477"/>
                    <a:pt x="9505" y="0"/>
                    <a:pt x="21165" y="0"/>
                  </a:cubicBezTo>
                  <a:cubicBezTo>
                    <a:pt x="32825" y="0"/>
                    <a:pt x="42203" y="7477"/>
                    <a:pt x="42203" y="1672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34" name="Freeform: Shape 5633">
              <a:extLst>
                <a:ext uri="{FF2B5EF4-FFF2-40B4-BE49-F238E27FC236}">
                  <a16:creationId xmlns:a16="http://schemas.microsoft.com/office/drawing/2014/main" id="{A6BAE5FD-F28B-1168-EDE4-BF8BD00CFBD9}"/>
                </a:ext>
              </a:extLst>
            </p:cNvPr>
            <p:cNvSpPr/>
            <p:nvPr/>
          </p:nvSpPr>
          <p:spPr>
            <a:xfrm>
              <a:off x="301886" y="4559863"/>
              <a:ext cx="42203" cy="33458"/>
            </a:xfrm>
            <a:custGeom>
              <a:avLst/>
              <a:gdLst>
                <a:gd name="connsiteX0" fmla="*/ 42203 w 42203"/>
                <a:gd name="connsiteY0" fmla="*/ 16729 h 33458"/>
                <a:gd name="connsiteX1" fmla="*/ 21165 w 42203"/>
                <a:gd name="connsiteY1" fmla="*/ 33458 h 33458"/>
                <a:gd name="connsiteX2" fmla="*/ 0 w 42203"/>
                <a:gd name="connsiteY2" fmla="*/ 16729 h 33458"/>
                <a:gd name="connsiteX3" fmla="*/ 21165 w 42203"/>
                <a:gd name="connsiteY3" fmla="*/ 0 h 33458"/>
                <a:gd name="connsiteX4" fmla="*/ 42203 w 42203"/>
                <a:gd name="connsiteY4" fmla="*/ 16729 h 33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203" h="33458">
                  <a:moveTo>
                    <a:pt x="42203" y="16729"/>
                  </a:moveTo>
                  <a:cubicBezTo>
                    <a:pt x="42203" y="25981"/>
                    <a:pt x="32825" y="33458"/>
                    <a:pt x="21165" y="33458"/>
                  </a:cubicBezTo>
                  <a:cubicBezTo>
                    <a:pt x="9505" y="33458"/>
                    <a:pt x="0" y="25981"/>
                    <a:pt x="0" y="16729"/>
                  </a:cubicBezTo>
                  <a:cubicBezTo>
                    <a:pt x="0" y="7477"/>
                    <a:pt x="9505" y="0"/>
                    <a:pt x="21165" y="0"/>
                  </a:cubicBezTo>
                  <a:cubicBezTo>
                    <a:pt x="32825" y="0"/>
                    <a:pt x="42203" y="7477"/>
                    <a:pt x="42203" y="1672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35" name="Freeform: Shape 5634">
              <a:extLst>
                <a:ext uri="{FF2B5EF4-FFF2-40B4-BE49-F238E27FC236}">
                  <a16:creationId xmlns:a16="http://schemas.microsoft.com/office/drawing/2014/main" id="{FB819A1F-E242-0A6D-6E4D-834A4EE38295}"/>
                </a:ext>
              </a:extLst>
            </p:cNvPr>
            <p:cNvSpPr/>
            <p:nvPr/>
          </p:nvSpPr>
          <p:spPr>
            <a:xfrm>
              <a:off x="272483" y="4458854"/>
              <a:ext cx="41569" cy="32951"/>
            </a:xfrm>
            <a:custGeom>
              <a:avLst/>
              <a:gdLst>
                <a:gd name="connsiteX0" fmla="*/ 41569 w 41569"/>
                <a:gd name="connsiteY0" fmla="*/ 16476 h 32951"/>
                <a:gd name="connsiteX1" fmla="*/ 20785 w 41569"/>
                <a:gd name="connsiteY1" fmla="*/ 32951 h 32951"/>
                <a:gd name="connsiteX2" fmla="*/ 0 w 41569"/>
                <a:gd name="connsiteY2" fmla="*/ 16476 h 32951"/>
                <a:gd name="connsiteX3" fmla="*/ 20785 w 41569"/>
                <a:gd name="connsiteY3" fmla="*/ 0 h 32951"/>
                <a:gd name="connsiteX4" fmla="*/ 41569 w 41569"/>
                <a:gd name="connsiteY4" fmla="*/ 16476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569" h="32951">
                  <a:moveTo>
                    <a:pt x="41569" y="16476"/>
                  </a:moveTo>
                  <a:cubicBezTo>
                    <a:pt x="41569" y="25601"/>
                    <a:pt x="32191" y="32951"/>
                    <a:pt x="20785" y="32951"/>
                  </a:cubicBezTo>
                  <a:cubicBezTo>
                    <a:pt x="9378" y="32951"/>
                    <a:pt x="0" y="25474"/>
                    <a:pt x="0" y="16476"/>
                  </a:cubicBezTo>
                  <a:cubicBezTo>
                    <a:pt x="0" y="7477"/>
                    <a:pt x="9252" y="0"/>
                    <a:pt x="20785" y="0"/>
                  </a:cubicBezTo>
                  <a:cubicBezTo>
                    <a:pt x="32318" y="0"/>
                    <a:pt x="41569" y="7351"/>
                    <a:pt x="41569" y="164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36" name="Freeform: Shape 5635">
              <a:extLst>
                <a:ext uri="{FF2B5EF4-FFF2-40B4-BE49-F238E27FC236}">
                  <a16:creationId xmlns:a16="http://schemas.microsoft.com/office/drawing/2014/main" id="{1B1537C8-F0BA-9722-A0BA-08B9A12473AE}"/>
                </a:ext>
              </a:extLst>
            </p:cNvPr>
            <p:cNvSpPr/>
            <p:nvPr/>
          </p:nvSpPr>
          <p:spPr>
            <a:xfrm>
              <a:off x="245868" y="4357339"/>
              <a:ext cx="40808" cy="32444"/>
            </a:xfrm>
            <a:custGeom>
              <a:avLst/>
              <a:gdLst>
                <a:gd name="connsiteX0" fmla="*/ 40809 w 40808"/>
                <a:gd name="connsiteY0" fmla="*/ 16222 h 32444"/>
                <a:gd name="connsiteX1" fmla="*/ 20404 w 40808"/>
                <a:gd name="connsiteY1" fmla="*/ 32444 h 32444"/>
                <a:gd name="connsiteX2" fmla="*/ 0 w 40808"/>
                <a:gd name="connsiteY2" fmla="*/ 16222 h 32444"/>
                <a:gd name="connsiteX3" fmla="*/ 20404 w 40808"/>
                <a:gd name="connsiteY3" fmla="*/ 0 h 32444"/>
                <a:gd name="connsiteX4" fmla="*/ 40809 w 40808"/>
                <a:gd name="connsiteY4" fmla="*/ 16222 h 32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08" h="32444">
                  <a:moveTo>
                    <a:pt x="40809" y="16222"/>
                  </a:moveTo>
                  <a:cubicBezTo>
                    <a:pt x="40809" y="25094"/>
                    <a:pt x="31684" y="32444"/>
                    <a:pt x="20404" y="32444"/>
                  </a:cubicBezTo>
                  <a:cubicBezTo>
                    <a:pt x="9125" y="32444"/>
                    <a:pt x="0" y="25220"/>
                    <a:pt x="0" y="16222"/>
                  </a:cubicBezTo>
                  <a:cubicBezTo>
                    <a:pt x="0" y="7224"/>
                    <a:pt x="9125" y="0"/>
                    <a:pt x="20404" y="0"/>
                  </a:cubicBezTo>
                  <a:cubicBezTo>
                    <a:pt x="31684" y="0"/>
                    <a:pt x="40809" y="7224"/>
                    <a:pt x="40809" y="1622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37" name="Freeform: Shape 5636">
              <a:extLst>
                <a:ext uri="{FF2B5EF4-FFF2-40B4-BE49-F238E27FC236}">
                  <a16:creationId xmlns:a16="http://schemas.microsoft.com/office/drawing/2014/main" id="{B10D0E91-6C97-F15D-C468-B34D81ADCD31}"/>
                </a:ext>
              </a:extLst>
            </p:cNvPr>
            <p:cNvSpPr/>
            <p:nvPr/>
          </p:nvSpPr>
          <p:spPr>
            <a:xfrm>
              <a:off x="222042" y="4255570"/>
              <a:ext cx="40048" cy="31683"/>
            </a:xfrm>
            <a:custGeom>
              <a:avLst/>
              <a:gdLst>
                <a:gd name="connsiteX0" fmla="*/ 40049 w 40048"/>
                <a:gd name="connsiteY0" fmla="*/ 15842 h 31683"/>
                <a:gd name="connsiteX1" fmla="*/ 20024 w 40048"/>
                <a:gd name="connsiteY1" fmla="*/ 31684 h 31683"/>
                <a:gd name="connsiteX2" fmla="*/ 0 w 40048"/>
                <a:gd name="connsiteY2" fmla="*/ 15842 h 31683"/>
                <a:gd name="connsiteX3" fmla="*/ 20024 w 40048"/>
                <a:gd name="connsiteY3" fmla="*/ 0 h 31683"/>
                <a:gd name="connsiteX4" fmla="*/ 40049 w 40048"/>
                <a:gd name="connsiteY4" fmla="*/ 15842 h 31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048" h="31683">
                  <a:moveTo>
                    <a:pt x="40049" y="15842"/>
                  </a:moveTo>
                  <a:cubicBezTo>
                    <a:pt x="40049" y="24587"/>
                    <a:pt x="31050" y="31684"/>
                    <a:pt x="20024" y="31684"/>
                  </a:cubicBezTo>
                  <a:cubicBezTo>
                    <a:pt x="8998" y="31684"/>
                    <a:pt x="0" y="24587"/>
                    <a:pt x="0" y="15842"/>
                  </a:cubicBezTo>
                  <a:cubicBezTo>
                    <a:pt x="0" y="7097"/>
                    <a:pt x="8998" y="0"/>
                    <a:pt x="20024" y="0"/>
                  </a:cubicBezTo>
                  <a:cubicBezTo>
                    <a:pt x="31050" y="0"/>
                    <a:pt x="40049" y="7097"/>
                    <a:pt x="40049" y="1584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38" name="Freeform: Shape 5637">
              <a:extLst>
                <a:ext uri="{FF2B5EF4-FFF2-40B4-BE49-F238E27FC236}">
                  <a16:creationId xmlns:a16="http://schemas.microsoft.com/office/drawing/2014/main" id="{BBEEDB29-B0C1-19C7-3267-A6559A0BEC30}"/>
                </a:ext>
              </a:extLst>
            </p:cNvPr>
            <p:cNvSpPr/>
            <p:nvPr/>
          </p:nvSpPr>
          <p:spPr>
            <a:xfrm>
              <a:off x="200877" y="4153041"/>
              <a:ext cx="39541" cy="31430"/>
            </a:xfrm>
            <a:custGeom>
              <a:avLst/>
              <a:gdLst>
                <a:gd name="connsiteX0" fmla="*/ 39542 w 39541"/>
                <a:gd name="connsiteY0" fmla="*/ 15715 h 31430"/>
                <a:gd name="connsiteX1" fmla="*/ 19771 w 39541"/>
                <a:gd name="connsiteY1" fmla="*/ 31430 h 31430"/>
                <a:gd name="connsiteX2" fmla="*/ 0 w 39541"/>
                <a:gd name="connsiteY2" fmla="*/ 15715 h 31430"/>
                <a:gd name="connsiteX3" fmla="*/ 19771 w 39541"/>
                <a:gd name="connsiteY3" fmla="*/ 0 h 31430"/>
                <a:gd name="connsiteX4" fmla="*/ 39542 w 39541"/>
                <a:gd name="connsiteY4" fmla="*/ 15715 h 31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541" h="31430">
                  <a:moveTo>
                    <a:pt x="39542" y="15715"/>
                  </a:moveTo>
                  <a:cubicBezTo>
                    <a:pt x="39542" y="24333"/>
                    <a:pt x="30670" y="31430"/>
                    <a:pt x="19771" y="31430"/>
                  </a:cubicBezTo>
                  <a:cubicBezTo>
                    <a:pt x="8872" y="31430"/>
                    <a:pt x="0" y="24460"/>
                    <a:pt x="0" y="15715"/>
                  </a:cubicBezTo>
                  <a:cubicBezTo>
                    <a:pt x="0" y="6970"/>
                    <a:pt x="8872" y="0"/>
                    <a:pt x="19771" y="0"/>
                  </a:cubicBezTo>
                  <a:cubicBezTo>
                    <a:pt x="30670" y="0"/>
                    <a:pt x="39542" y="6970"/>
                    <a:pt x="39542" y="1571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39" name="Freeform: Shape 5638">
              <a:extLst>
                <a:ext uri="{FF2B5EF4-FFF2-40B4-BE49-F238E27FC236}">
                  <a16:creationId xmlns:a16="http://schemas.microsoft.com/office/drawing/2014/main" id="{7AE3BE60-497B-F8F0-CD75-44D1B393CC0E}"/>
                </a:ext>
              </a:extLst>
            </p:cNvPr>
            <p:cNvSpPr/>
            <p:nvPr/>
          </p:nvSpPr>
          <p:spPr>
            <a:xfrm>
              <a:off x="182374" y="4050131"/>
              <a:ext cx="39541" cy="31430"/>
            </a:xfrm>
            <a:custGeom>
              <a:avLst/>
              <a:gdLst>
                <a:gd name="connsiteX0" fmla="*/ 39542 w 39541"/>
                <a:gd name="connsiteY0" fmla="*/ 15715 h 31430"/>
                <a:gd name="connsiteX1" fmla="*/ 19771 w 39541"/>
                <a:gd name="connsiteY1" fmla="*/ 31430 h 31430"/>
                <a:gd name="connsiteX2" fmla="*/ 0 w 39541"/>
                <a:gd name="connsiteY2" fmla="*/ 15715 h 31430"/>
                <a:gd name="connsiteX3" fmla="*/ 19771 w 39541"/>
                <a:gd name="connsiteY3" fmla="*/ 0 h 31430"/>
                <a:gd name="connsiteX4" fmla="*/ 39542 w 39541"/>
                <a:gd name="connsiteY4" fmla="*/ 15715 h 31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541" h="31430">
                  <a:moveTo>
                    <a:pt x="39542" y="15715"/>
                  </a:moveTo>
                  <a:cubicBezTo>
                    <a:pt x="39542" y="24333"/>
                    <a:pt x="30670" y="31430"/>
                    <a:pt x="19771" y="31430"/>
                  </a:cubicBezTo>
                  <a:cubicBezTo>
                    <a:pt x="8872" y="31430"/>
                    <a:pt x="0" y="24460"/>
                    <a:pt x="0" y="15715"/>
                  </a:cubicBezTo>
                  <a:cubicBezTo>
                    <a:pt x="0" y="6970"/>
                    <a:pt x="8872" y="0"/>
                    <a:pt x="19771" y="0"/>
                  </a:cubicBezTo>
                  <a:cubicBezTo>
                    <a:pt x="30670" y="0"/>
                    <a:pt x="39542" y="6970"/>
                    <a:pt x="39542" y="1571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40" name="Freeform: Shape 5639">
              <a:extLst>
                <a:ext uri="{FF2B5EF4-FFF2-40B4-BE49-F238E27FC236}">
                  <a16:creationId xmlns:a16="http://schemas.microsoft.com/office/drawing/2014/main" id="{2F00F0E9-A4A5-B73F-FAA8-F7EB84A6CBB5}"/>
                </a:ext>
              </a:extLst>
            </p:cNvPr>
            <p:cNvSpPr/>
            <p:nvPr/>
          </p:nvSpPr>
          <p:spPr>
            <a:xfrm>
              <a:off x="167039" y="3947221"/>
              <a:ext cx="38781" cy="30669"/>
            </a:xfrm>
            <a:custGeom>
              <a:avLst/>
              <a:gdLst>
                <a:gd name="connsiteX0" fmla="*/ 38781 w 38781"/>
                <a:gd name="connsiteY0" fmla="*/ 15335 h 30669"/>
                <a:gd name="connsiteX1" fmla="*/ 19391 w 38781"/>
                <a:gd name="connsiteY1" fmla="*/ 30670 h 30669"/>
                <a:gd name="connsiteX2" fmla="*/ 0 w 38781"/>
                <a:gd name="connsiteY2" fmla="*/ 15335 h 30669"/>
                <a:gd name="connsiteX3" fmla="*/ 19391 w 38781"/>
                <a:gd name="connsiteY3" fmla="*/ 0 h 30669"/>
                <a:gd name="connsiteX4" fmla="*/ 38781 w 38781"/>
                <a:gd name="connsiteY4" fmla="*/ 15335 h 3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781" h="30669">
                  <a:moveTo>
                    <a:pt x="38781" y="15335"/>
                  </a:moveTo>
                  <a:cubicBezTo>
                    <a:pt x="38781" y="23826"/>
                    <a:pt x="30163" y="30670"/>
                    <a:pt x="19391" y="30670"/>
                  </a:cubicBezTo>
                  <a:cubicBezTo>
                    <a:pt x="8618" y="30670"/>
                    <a:pt x="0" y="23826"/>
                    <a:pt x="0" y="15335"/>
                  </a:cubicBezTo>
                  <a:cubicBezTo>
                    <a:pt x="0" y="6843"/>
                    <a:pt x="8745" y="0"/>
                    <a:pt x="19391" y="0"/>
                  </a:cubicBezTo>
                  <a:cubicBezTo>
                    <a:pt x="30036" y="0"/>
                    <a:pt x="38781" y="6843"/>
                    <a:pt x="38781" y="153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41" name="Freeform: Shape 5640">
              <a:extLst>
                <a:ext uri="{FF2B5EF4-FFF2-40B4-BE49-F238E27FC236}">
                  <a16:creationId xmlns:a16="http://schemas.microsoft.com/office/drawing/2014/main" id="{96F5A68F-078E-B64C-A809-35D192E33426}"/>
                </a:ext>
              </a:extLst>
            </p:cNvPr>
            <p:cNvSpPr/>
            <p:nvPr/>
          </p:nvSpPr>
          <p:spPr>
            <a:xfrm>
              <a:off x="154492" y="3843931"/>
              <a:ext cx="38020" cy="30163"/>
            </a:xfrm>
            <a:custGeom>
              <a:avLst/>
              <a:gdLst>
                <a:gd name="connsiteX0" fmla="*/ 38021 w 38020"/>
                <a:gd name="connsiteY0" fmla="*/ 15082 h 30163"/>
                <a:gd name="connsiteX1" fmla="*/ 19010 w 38020"/>
                <a:gd name="connsiteY1" fmla="*/ 30163 h 30163"/>
                <a:gd name="connsiteX2" fmla="*/ 0 w 38020"/>
                <a:gd name="connsiteY2" fmla="*/ 15082 h 30163"/>
                <a:gd name="connsiteX3" fmla="*/ 19010 w 38020"/>
                <a:gd name="connsiteY3" fmla="*/ 0 h 30163"/>
                <a:gd name="connsiteX4" fmla="*/ 38021 w 38020"/>
                <a:gd name="connsiteY4" fmla="*/ 15082 h 30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0" h="30163">
                  <a:moveTo>
                    <a:pt x="38021" y="15082"/>
                  </a:moveTo>
                  <a:cubicBezTo>
                    <a:pt x="38021" y="23446"/>
                    <a:pt x="29529" y="30163"/>
                    <a:pt x="19010" y="30163"/>
                  </a:cubicBezTo>
                  <a:cubicBezTo>
                    <a:pt x="8491" y="30163"/>
                    <a:pt x="0" y="23446"/>
                    <a:pt x="0" y="15082"/>
                  </a:cubicBezTo>
                  <a:cubicBezTo>
                    <a:pt x="0" y="6717"/>
                    <a:pt x="8491" y="0"/>
                    <a:pt x="19010" y="0"/>
                  </a:cubicBezTo>
                  <a:cubicBezTo>
                    <a:pt x="29529" y="0"/>
                    <a:pt x="38021" y="6717"/>
                    <a:pt x="38021" y="1508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42" name="Freeform: Shape 5641">
              <a:extLst>
                <a:ext uri="{FF2B5EF4-FFF2-40B4-BE49-F238E27FC236}">
                  <a16:creationId xmlns:a16="http://schemas.microsoft.com/office/drawing/2014/main" id="{691EBBAE-7BFD-CB22-0A1D-992049CAB6EA}"/>
                </a:ext>
              </a:extLst>
            </p:cNvPr>
            <p:cNvSpPr/>
            <p:nvPr/>
          </p:nvSpPr>
          <p:spPr>
            <a:xfrm>
              <a:off x="144986" y="3740642"/>
              <a:ext cx="37133" cy="29402"/>
            </a:xfrm>
            <a:custGeom>
              <a:avLst/>
              <a:gdLst>
                <a:gd name="connsiteX0" fmla="*/ 37134 w 37133"/>
                <a:gd name="connsiteY0" fmla="*/ 14701 h 29402"/>
                <a:gd name="connsiteX1" fmla="*/ 18503 w 37133"/>
                <a:gd name="connsiteY1" fmla="*/ 29403 h 29402"/>
                <a:gd name="connsiteX2" fmla="*/ 0 w 37133"/>
                <a:gd name="connsiteY2" fmla="*/ 14701 h 29402"/>
                <a:gd name="connsiteX3" fmla="*/ 18503 w 37133"/>
                <a:gd name="connsiteY3" fmla="*/ 0 h 29402"/>
                <a:gd name="connsiteX4" fmla="*/ 37134 w 37133"/>
                <a:gd name="connsiteY4" fmla="*/ 14701 h 29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33" h="29402">
                  <a:moveTo>
                    <a:pt x="37134" y="14701"/>
                  </a:moveTo>
                  <a:cubicBezTo>
                    <a:pt x="37134" y="22813"/>
                    <a:pt x="28769" y="29403"/>
                    <a:pt x="18503" y="29403"/>
                  </a:cubicBezTo>
                  <a:cubicBezTo>
                    <a:pt x="8238" y="29403"/>
                    <a:pt x="0" y="22813"/>
                    <a:pt x="0" y="14701"/>
                  </a:cubicBezTo>
                  <a:cubicBezTo>
                    <a:pt x="0" y="6590"/>
                    <a:pt x="8365" y="0"/>
                    <a:pt x="18503" y="0"/>
                  </a:cubicBezTo>
                  <a:cubicBezTo>
                    <a:pt x="28642" y="0"/>
                    <a:pt x="37134" y="6590"/>
                    <a:pt x="37134" y="1470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43" name="Freeform: Shape 5642">
              <a:extLst>
                <a:ext uri="{FF2B5EF4-FFF2-40B4-BE49-F238E27FC236}">
                  <a16:creationId xmlns:a16="http://schemas.microsoft.com/office/drawing/2014/main" id="{895D7C44-19ED-B396-9878-14BAF74D78D6}"/>
                </a:ext>
              </a:extLst>
            </p:cNvPr>
            <p:cNvSpPr/>
            <p:nvPr/>
          </p:nvSpPr>
          <p:spPr>
            <a:xfrm>
              <a:off x="138269" y="3637099"/>
              <a:ext cx="36499" cy="28895"/>
            </a:xfrm>
            <a:custGeom>
              <a:avLst/>
              <a:gdLst>
                <a:gd name="connsiteX0" fmla="*/ 36500 w 36499"/>
                <a:gd name="connsiteY0" fmla="*/ 14448 h 28895"/>
                <a:gd name="connsiteX1" fmla="*/ 18250 w 36499"/>
                <a:gd name="connsiteY1" fmla="*/ 28896 h 28895"/>
                <a:gd name="connsiteX2" fmla="*/ 0 w 36499"/>
                <a:gd name="connsiteY2" fmla="*/ 14448 h 28895"/>
                <a:gd name="connsiteX3" fmla="*/ 18250 w 36499"/>
                <a:gd name="connsiteY3" fmla="*/ 0 h 28895"/>
                <a:gd name="connsiteX4" fmla="*/ 36500 w 36499"/>
                <a:gd name="connsiteY4" fmla="*/ 14448 h 28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99" h="28895">
                  <a:moveTo>
                    <a:pt x="36500" y="14448"/>
                  </a:moveTo>
                  <a:cubicBezTo>
                    <a:pt x="36500" y="22432"/>
                    <a:pt x="28262" y="28896"/>
                    <a:pt x="18250" y="28896"/>
                  </a:cubicBezTo>
                  <a:cubicBezTo>
                    <a:pt x="8238" y="28896"/>
                    <a:pt x="0" y="22432"/>
                    <a:pt x="0" y="14448"/>
                  </a:cubicBezTo>
                  <a:cubicBezTo>
                    <a:pt x="0" y="6463"/>
                    <a:pt x="8111" y="0"/>
                    <a:pt x="18250" y="0"/>
                  </a:cubicBezTo>
                  <a:cubicBezTo>
                    <a:pt x="28389" y="0"/>
                    <a:pt x="36500" y="6463"/>
                    <a:pt x="36500" y="1444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44" name="Freeform: Shape 5643">
              <a:extLst>
                <a:ext uri="{FF2B5EF4-FFF2-40B4-BE49-F238E27FC236}">
                  <a16:creationId xmlns:a16="http://schemas.microsoft.com/office/drawing/2014/main" id="{E81CB7E0-77CE-0C4A-FDF5-28BBC080FB7D}"/>
                </a:ext>
              </a:extLst>
            </p:cNvPr>
            <p:cNvSpPr/>
            <p:nvPr/>
          </p:nvSpPr>
          <p:spPr>
            <a:xfrm>
              <a:off x="134341" y="3533428"/>
              <a:ext cx="35739" cy="28389"/>
            </a:xfrm>
            <a:custGeom>
              <a:avLst/>
              <a:gdLst>
                <a:gd name="connsiteX0" fmla="*/ 35740 w 35739"/>
                <a:gd name="connsiteY0" fmla="*/ 14194 h 28389"/>
                <a:gd name="connsiteX1" fmla="*/ 17870 w 35739"/>
                <a:gd name="connsiteY1" fmla="*/ 28389 h 28389"/>
                <a:gd name="connsiteX2" fmla="*/ 0 w 35739"/>
                <a:gd name="connsiteY2" fmla="*/ 14194 h 28389"/>
                <a:gd name="connsiteX3" fmla="*/ 17870 w 35739"/>
                <a:gd name="connsiteY3" fmla="*/ 0 h 28389"/>
                <a:gd name="connsiteX4" fmla="*/ 35740 w 35739"/>
                <a:gd name="connsiteY4" fmla="*/ 14194 h 28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739" h="28389">
                  <a:moveTo>
                    <a:pt x="35740" y="14194"/>
                  </a:moveTo>
                  <a:cubicBezTo>
                    <a:pt x="35740" y="22052"/>
                    <a:pt x="27755" y="28389"/>
                    <a:pt x="17870" y="28389"/>
                  </a:cubicBezTo>
                  <a:cubicBezTo>
                    <a:pt x="7984" y="28389"/>
                    <a:pt x="0" y="22052"/>
                    <a:pt x="0" y="14194"/>
                  </a:cubicBezTo>
                  <a:cubicBezTo>
                    <a:pt x="0" y="6337"/>
                    <a:pt x="7984" y="0"/>
                    <a:pt x="17870" y="0"/>
                  </a:cubicBezTo>
                  <a:cubicBezTo>
                    <a:pt x="27755" y="0"/>
                    <a:pt x="35740" y="6337"/>
                    <a:pt x="35740" y="141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45" name="Freeform: Shape 5644">
              <a:extLst>
                <a:ext uri="{FF2B5EF4-FFF2-40B4-BE49-F238E27FC236}">
                  <a16:creationId xmlns:a16="http://schemas.microsoft.com/office/drawing/2014/main" id="{41D6CEEF-662C-E021-3EFA-85B9C84A7DF0}"/>
                </a:ext>
              </a:extLst>
            </p:cNvPr>
            <p:cNvSpPr/>
            <p:nvPr/>
          </p:nvSpPr>
          <p:spPr>
            <a:xfrm>
              <a:off x="133200" y="3429758"/>
              <a:ext cx="34979" cy="27628"/>
            </a:xfrm>
            <a:custGeom>
              <a:avLst/>
              <a:gdLst>
                <a:gd name="connsiteX0" fmla="*/ 34979 w 34979"/>
                <a:gd name="connsiteY0" fmla="*/ 13814 h 27628"/>
                <a:gd name="connsiteX1" fmla="*/ 17490 w 34979"/>
                <a:gd name="connsiteY1" fmla="*/ 27628 h 27628"/>
                <a:gd name="connsiteX2" fmla="*/ 0 w 34979"/>
                <a:gd name="connsiteY2" fmla="*/ 13814 h 27628"/>
                <a:gd name="connsiteX3" fmla="*/ 17490 w 34979"/>
                <a:gd name="connsiteY3" fmla="*/ 0 h 27628"/>
                <a:gd name="connsiteX4" fmla="*/ 34979 w 34979"/>
                <a:gd name="connsiteY4" fmla="*/ 13814 h 27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979" h="27628">
                  <a:moveTo>
                    <a:pt x="34979" y="13814"/>
                  </a:moveTo>
                  <a:cubicBezTo>
                    <a:pt x="34979" y="21418"/>
                    <a:pt x="27121" y="27628"/>
                    <a:pt x="17490" y="27628"/>
                  </a:cubicBezTo>
                  <a:cubicBezTo>
                    <a:pt x="7858" y="27628"/>
                    <a:pt x="0" y="21418"/>
                    <a:pt x="0" y="13814"/>
                  </a:cubicBezTo>
                  <a:cubicBezTo>
                    <a:pt x="0" y="6210"/>
                    <a:pt x="7858" y="0"/>
                    <a:pt x="17490" y="0"/>
                  </a:cubicBezTo>
                  <a:cubicBezTo>
                    <a:pt x="27121" y="0"/>
                    <a:pt x="34979" y="6210"/>
                    <a:pt x="34979" y="1381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46" name="Freeform: Shape 5645">
              <a:extLst>
                <a:ext uri="{FF2B5EF4-FFF2-40B4-BE49-F238E27FC236}">
                  <a16:creationId xmlns:a16="http://schemas.microsoft.com/office/drawing/2014/main" id="{B1E6A189-09B6-860D-AD30-D1AE0E3552E1}"/>
                </a:ext>
              </a:extLst>
            </p:cNvPr>
            <p:cNvSpPr/>
            <p:nvPr/>
          </p:nvSpPr>
          <p:spPr>
            <a:xfrm>
              <a:off x="134974" y="3325962"/>
              <a:ext cx="34218" cy="27121"/>
            </a:xfrm>
            <a:custGeom>
              <a:avLst/>
              <a:gdLst>
                <a:gd name="connsiteX0" fmla="*/ 34219 w 34218"/>
                <a:gd name="connsiteY0" fmla="*/ 13561 h 27121"/>
                <a:gd name="connsiteX1" fmla="*/ 17109 w 34218"/>
                <a:gd name="connsiteY1" fmla="*/ 27122 h 27121"/>
                <a:gd name="connsiteX2" fmla="*/ 0 w 34218"/>
                <a:gd name="connsiteY2" fmla="*/ 13561 h 27121"/>
                <a:gd name="connsiteX3" fmla="*/ 17109 w 34218"/>
                <a:gd name="connsiteY3" fmla="*/ 0 h 27121"/>
                <a:gd name="connsiteX4" fmla="*/ 34219 w 34218"/>
                <a:gd name="connsiteY4" fmla="*/ 13561 h 27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218" h="27121">
                  <a:moveTo>
                    <a:pt x="34219" y="13561"/>
                  </a:moveTo>
                  <a:cubicBezTo>
                    <a:pt x="34219" y="21038"/>
                    <a:pt x="26615" y="27122"/>
                    <a:pt x="17109" y="27122"/>
                  </a:cubicBezTo>
                  <a:cubicBezTo>
                    <a:pt x="7604" y="27122"/>
                    <a:pt x="0" y="21038"/>
                    <a:pt x="0" y="13561"/>
                  </a:cubicBezTo>
                  <a:cubicBezTo>
                    <a:pt x="0" y="6083"/>
                    <a:pt x="7604" y="0"/>
                    <a:pt x="17109" y="0"/>
                  </a:cubicBezTo>
                  <a:cubicBezTo>
                    <a:pt x="26615" y="0"/>
                    <a:pt x="34219" y="6083"/>
                    <a:pt x="34219" y="1356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47" name="Freeform: Shape 5646">
              <a:extLst>
                <a:ext uri="{FF2B5EF4-FFF2-40B4-BE49-F238E27FC236}">
                  <a16:creationId xmlns:a16="http://schemas.microsoft.com/office/drawing/2014/main" id="{037C01B5-1F53-816E-4DB3-E6A5A4E90E2C}"/>
                </a:ext>
              </a:extLst>
            </p:cNvPr>
            <p:cNvSpPr/>
            <p:nvPr/>
          </p:nvSpPr>
          <p:spPr>
            <a:xfrm>
              <a:off x="139537" y="3222292"/>
              <a:ext cx="33711" cy="26614"/>
            </a:xfrm>
            <a:custGeom>
              <a:avLst/>
              <a:gdLst>
                <a:gd name="connsiteX0" fmla="*/ 33712 w 33711"/>
                <a:gd name="connsiteY0" fmla="*/ 13307 h 26614"/>
                <a:gd name="connsiteX1" fmla="*/ 16856 w 33711"/>
                <a:gd name="connsiteY1" fmla="*/ 26615 h 26614"/>
                <a:gd name="connsiteX2" fmla="*/ 0 w 33711"/>
                <a:gd name="connsiteY2" fmla="*/ 13307 h 26614"/>
                <a:gd name="connsiteX3" fmla="*/ 16856 w 33711"/>
                <a:gd name="connsiteY3" fmla="*/ 0 h 26614"/>
                <a:gd name="connsiteX4" fmla="*/ 33712 w 33711"/>
                <a:gd name="connsiteY4" fmla="*/ 13307 h 26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1" h="26614">
                  <a:moveTo>
                    <a:pt x="33712" y="13307"/>
                  </a:moveTo>
                  <a:cubicBezTo>
                    <a:pt x="33712" y="20658"/>
                    <a:pt x="26234" y="26615"/>
                    <a:pt x="16856" y="26615"/>
                  </a:cubicBezTo>
                  <a:cubicBezTo>
                    <a:pt x="7477" y="26615"/>
                    <a:pt x="0" y="20658"/>
                    <a:pt x="0" y="13307"/>
                  </a:cubicBezTo>
                  <a:cubicBezTo>
                    <a:pt x="0" y="5957"/>
                    <a:pt x="7477" y="0"/>
                    <a:pt x="16856" y="0"/>
                  </a:cubicBezTo>
                  <a:cubicBezTo>
                    <a:pt x="26234" y="0"/>
                    <a:pt x="33712" y="5957"/>
                    <a:pt x="33712" y="1330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48" name="Freeform: Shape 5647">
              <a:extLst>
                <a:ext uri="{FF2B5EF4-FFF2-40B4-BE49-F238E27FC236}">
                  <a16:creationId xmlns:a16="http://schemas.microsoft.com/office/drawing/2014/main" id="{B3B49185-04CC-340D-C77D-B6B7E2B8E1B1}"/>
                </a:ext>
              </a:extLst>
            </p:cNvPr>
            <p:cNvSpPr/>
            <p:nvPr/>
          </p:nvSpPr>
          <p:spPr>
            <a:xfrm>
              <a:off x="147268" y="3118875"/>
              <a:ext cx="32697" cy="25980"/>
            </a:xfrm>
            <a:custGeom>
              <a:avLst/>
              <a:gdLst>
                <a:gd name="connsiteX0" fmla="*/ 32698 w 32697"/>
                <a:gd name="connsiteY0" fmla="*/ 12927 h 25980"/>
                <a:gd name="connsiteX1" fmla="*/ 16349 w 32697"/>
                <a:gd name="connsiteY1" fmla="*/ 25981 h 25980"/>
                <a:gd name="connsiteX2" fmla="*/ 0 w 32697"/>
                <a:gd name="connsiteY2" fmla="*/ 12927 h 25980"/>
                <a:gd name="connsiteX3" fmla="*/ 16349 w 32697"/>
                <a:gd name="connsiteY3" fmla="*/ 0 h 25980"/>
                <a:gd name="connsiteX4" fmla="*/ 32698 w 32697"/>
                <a:gd name="connsiteY4" fmla="*/ 12927 h 25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97" h="25980">
                  <a:moveTo>
                    <a:pt x="32698" y="12927"/>
                  </a:moveTo>
                  <a:cubicBezTo>
                    <a:pt x="32698" y="20151"/>
                    <a:pt x="25347" y="25981"/>
                    <a:pt x="16349" y="25981"/>
                  </a:cubicBezTo>
                  <a:cubicBezTo>
                    <a:pt x="7351" y="25981"/>
                    <a:pt x="0" y="20151"/>
                    <a:pt x="0" y="12927"/>
                  </a:cubicBezTo>
                  <a:cubicBezTo>
                    <a:pt x="0" y="5703"/>
                    <a:pt x="7351" y="0"/>
                    <a:pt x="16349" y="0"/>
                  </a:cubicBezTo>
                  <a:cubicBezTo>
                    <a:pt x="25347" y="0"/>
                    <a:pt x="32698" y="5830"/>
                    <a:pt x="32698" y="129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49" name="Freeform: Shape 5648">
              <a:extLst>
                <a:ext uri="{FF2B5EF4-FFF2-40B4-BE49-F238E27FC236}">
                  <a16:creationId xmlns:a16="http://schemas.microsoft.com/office/drawing/2014/main" id="{793BC164-5E49-70BD-7E89-8DE1A14826A9}"/>
                </a:ext>
              </a:extLst>
            </p:cNvPr>
            <p:cNvSpPr/>
            <p:nvPr/>
          </p:nvSpPr>
          <p:spPr>
            <a:xfrm>
              <a:off x="157914" y="3015712"/>
              <a:ext cx="31430" cy="24840"/>
            </a:xfrm>
            <a:custGeom>
              <a:avLst/>
              <a:gdLst>
                <a:gd name="connsiteX0" fmla="*/ 31431 w 31430"/>
                <a:gd name="connsiteY0" fmla="*/ 12420 h 24840"/>
                <a:gd name="connsiteX1" fmla="*/ 15715 w 31430"/>
                <a:gd name="connsiteY1" fmla="*/ 24840 h 24840"/>
                <a:gd name="connsiteX2" fmla="*/ 0 w 31430"/>
                <a:gd name="connsiteY2" fmla="*/ 12420 h 24840"/>
                <a:gd name="connsiteX3" fmla="*/ 15715 w 31430"/>
                <a:gd name="connsiteY3" fmla="*/ 0 h 24840"/>
                <a:gd name="connsiteX4" fmla="*/ 31431 w 31430"/>
                <a:gd name="connsiteY4" fmla="*/ 12420 h 2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30" h="24840">
                  <a:moveTo>
                    <a:pt x="31431" y="12420"/>
                  </a:moveTo>
                  <a:cubicBezTo>
                    <a:pt x="31431" y="19264"/>
                    <a:pt x="24460" y="24840"/>
                    <a:pt x="15715" y="24840"/>
                  </a:cubicBezTo>
                  <a:cubicBezTo>
                    <a:pt x="6970" y="24840"/>
                    <a:pt x="0" y="19264"/>
                    <a:pt x="0" y="12420"/>
                  </a:cubicBezTo>
                  <a:cubicBezTo>
                    <a:pt x="0" y="5576"/>
                    <a:pt x="7097" y="0"/>
                    <a:pt x="15715" y="0"/>
                  </a:cubicBezTo>
                  <a:cubicBezTo>
                    <a:pt x="24333" y="0"/>
                    <a:pt x="31431" y="5576"/>
                    <a:pt x="31431" y="1242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50" name="Freeform: Shape 5649">
              <a:extLst>
                <a:ext uri="{FF2B5EF4-FFF2-40B4-BE49-F238E27FC236}">
                  <a16:creationId xmlns:a16="http://schemas.microsoft.com/office/drawing/2014/main" id="{1372F4EE-0CBB-EEBB-6913-9BD65F8CE835}"/>
                </a:ext>
              </a:extLst>
            </p:cNvPr>
            <p:cNvSpPr/>
            <p:nvPr/>
          </p:nvSpPr>
          <p:spPr>
            <a:xfrm>
              <a:off x="171094" y="2912422"/>
              <a:ext cx="30670" cy="24333"/>
            </a:xfrm>
            <a:custGeom>
              <a:avLst/>
              <a:gdLst>
                <a:gd name="connsiteX0" fmla="*/ 30670 w 30670"/>
                <a:gd name="connsiteY0" fmla="*/ 12167 h 24333"/>
                <a:gd name="connsiteX1" fmla="*/ 15335 w 30670"/>
                <a:gd name="connsiteY1" fmla="*/ 24333 h 24333"/>
                <a:gd name="connsiteX2" fmla="*/ 0 w 30670"/>
                <a:gd name="connsiteY2" fmla="*/ 12167 h 24333"/>
                <a:gd name="connsiteX3" fmla="*/ 15335 w 30670"/>
                <a:gd name="connsiteY3" fmla="*/ 0 h 24333"/>
                <a:gd name="connsiteX4" fmla="*/ 30670 w 30670"/>
                <a:gd name="connsiteY4" fmla="*/ 12167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70" h="24333">
                  <a:moveTo>
                    <a:pt x="30670" y="12167"/>
                  </a:moveTo>
                  <a:cubicBezTo>
                    <a:pt x="30670" y="18884"/>
                    <a:pt x="23826" y="24333"/>
                    <a:pt x="15335" y="24333"/>
                  </a:cubicBezTo>
                  <a:cubicBezTo>
                    <a:pt x="6844" y="24333"/>
                    <a:pt x="0" y="18884"/>
                    <a:pt x="0" y="12167"/>
                  </a:cubicBezTo>
                  <a:cubicBezTo>
                    <a:pt x="0" y="5450"/>
                    <a:pt x="6844" y="0"/>
                    <a:pt x="15335" y="0"/>
                  </a:cubicBezTo>
                  <a:cubicBezTo>
                    <a:pt x="23826" y="0"/>
                    <a:pt x="30670" y="5450"/>
                    <a:pt x="30670" y="121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51" name="Freeform: Shape 5650">
              <a:extLst>
                <a:ext uri="{FF2B5EF4-FFF2-40B4-BE49-F238E27FC236}">
                  <a16:creationId xmlns:a16="http://schemas.microsoft.com/office/drawing/2014/main" id="{33659715-4140-54E4-96CF-2BC0DF0AF494}"/>
                </a:ext>
              </a:extLst>
            </p:cNvPr>
            <p:cNvSpPr/>
            <p:nvPr/>
          </p:nvSpPr>
          <p:spPr>
            <a:xfrm>
              <a:off x="187190" y="2809639"/>
              <a:ext cx="29909" cy="23572"/>
            </a:xfrm>
            <a:custGeom>
              <a:avLst/>
              <a:gdLst>
                <a:gd name="connsiteX0" fmla="*/ 29910 w 29909"/>
                <a:gd name="connsiteY0" fmla="*/ 11786 h 23572"/>
                <a:gd name="connsiteX1" fmla="*/ 14955 w 29909"/>
                <a:gd name="connsiteY1" fmla="*/ 23573 h 23572"/>
                <a:gd name="connsiteX2" fmla="*/ 0 w 29909"/>
                <a:gd name="connsiteY2" fmla="*/ 11786 h 23572"/>
                <a:gd name="connsiteX3" fmla="*/ 14955 w 29909"/>
                <a:gd name="connsiteY3" fmla="*/ 0 h 23572"/>
                <a:gd name="connsiteX4" fmla="*/ 29910 w 29909"/>
                <a:gd name="connsiteY4" fmla="*/ 11786 h 2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909" h="23572">
                  <a:moveTo>
                    <a:pt x="29910" y="11786"/>
                  </a:moveTo>
                  <a:cubicBezTo>
                    <a:pt x="29910" y="18377"/>
                    <a:pt x="23193" y="23573"/>
                    <a:pt x="14955" y="23573"/>
                  </a:cubicBezTo>
                  <a:cubicBezTo>
                    <a:pt x="6717" y="23573"/>
                    <a:pt x="0" y="18250"/>
                    <a:pt x="0" y="11786"/>
                  </a:cubicBezTo>
                  <a:cubicBezTo>
                    <a:pt x="0" y="5323"/>
                    <a:pt x="6717" y="0"/>
                    <a:pt x="14955" y="0"/>
                  </a:cubicBezTo>
                  <a:cubicBezTo>
                    <a:pt x="23193" y="0"/>
                    <a:pt x="29910" y="5323"/>
                    <a:pt x="29910" y="1178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52" name="Freeform: Shape 5651">
              <a:extLst>
                <a:ext uri="{FF2B5EF4-FFF2-40B4-BE49-F238E27FC236}">
                  <a16:creationId xmlns:a16="http://schemas.microsoft.com/office/drawing/2014/main" id="{A2FDEB51-1AE5-EDB8-A4A4-16BDD0287CD1}"/>
                </a:ext>
              </a:extLst>
            </p:cNvPr>
            <p:cNvSpPr/>
            <p:nvPr/>
          </p:nvSpPr>
          <p:spPr>
            <a:xfrm>
              <a:off x="206453" y="2707110"/>
              <a:ext cx="28388" cy="22559"/>
            </a:xfrm>
            <a:custGeom>
              <a:avLst/>
              <a:gdLst>
                <a:gd name="connsiteX0" fmla="*/ 28389 w 28388"/>
                <a:gd name="connsiteY0" fmla="*/ 11279 h 22559"/>
                <a:gd name="connsiteX1" fmla="*/ 14194 w 28388"/>
                <a:gd name="connsiteY1" fmla="*/ 22559 h 22559"/>
                <a:gd name="connsiteX2" fmla="*/ 0 w 28388"/>
                <a:gd name="connsiteY2" fmla="*/ 11279 h 22559"/>
                <a:gd name="connsiteX3" fmla="*/ 14194 w 28388"/>
                <a:gd name="connsiteY3" fmla="*/ 0 h 22559"/>
                <a:gd name="connsiteX4" fmla="*/ 28389 w 28388"/>
                <a:gd name="connsiteY4" fmla="*/ 11279 h 22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388" h="22559">
                  <a:moveTo>
                    <a:pt x="28389" y="11279"/>
                  </a:moveTo>
                  <a:cubicBezTo>
                    <a:pt x="28389" y="17490"/>
                    <a:pt x="22052" y="22559"/>
                    <a:pt x="14194" y="22559"/>
                  </a:cubicBezTo>
                  <a:cubicBezTo>
                    <a:pt x="6337" y="22559"/>
                    <a:pt x="0" y="17490"/>
                    <a:pt x="0" y="11279"/>
                  </a:cubicBezTo>
                  <a:cubicBezTo>
                    <a:pt x="0" y="5070"/>
                    <a:pt x="6337" y="0"/>
                    <a:pt x="14194" y="0"/>
                  </a:cubicBezTo>
                  <a:cubicBezTo>
                    <a:pt x="22052" y="0"/>
                    <a:pt x="28389" y="5070"/>
                    <a:pt x="28389" y="1127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53" name="Freeform: Shape 5652">
              <a:extLst>
                <a:ext uri="{FF2B5EF4-FFF2-40B4-BE49-F238E27FC236}">
                  <a16:creationId xmlns:a16="http://schemas.microsoft.com/office/drawing/2014/main" id="{CF4B1BFA-B333-0A4E-747F-0DBA63D4667D}"/>
                </a:ext>
              </a:extLst>
            </p:cNvPr>
            <p:cNvSpPr/>
            <p:nvPr/>
          </p:nvSpPr>
          <p:spPr>
            <a:xfrm>
              <a:off x="228252" y="2604834"/>
              <a:ext cx="27628" cy="22052"/>
            </a:xfrm>
            <a:custGeom>
              <a:avLst/>
              <a:gdLst>
                <a:gd name="connsiteX0" fmla="*/ 27628 w 27628"/>
                <a:gd name="connsiteY0" fmla="*/ 11026 h 22052"/>
                <a:gd name="connsiteX1" fmla="*/ 13814 w 27628"/>
                <a:gd name="connsiteY1" fmla="*/ 22052 h 22052"/>
                <a:gd name="connsiteX2" fmla="*/ 0 w 27628"/>
                <a:gd name="connsiteY2" fmla="*/ 11026 h 22052"/>
                <a:gd name="connsiteX3" fmla="*/ 13814 w 27628"/>
                <a:gd name="connsiteY3" fmla="*/ 0 h 22052"/>
                <a:gd name="connsiteX4" fmla="*/ 27628 w 27628"/>
                <a:gd name="connsiteY4" fmla="*/ 11026 h 22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28" h="22052">
                  <a:moveTo>
                    <a:pt x="27628" y="11026"/>
                  </a:moveTo>
                  <a:cubicBezTo>
                    <a:pt x="27628" y="17109"/>
                    <a:pt x="21418" y="22052"/>
                    <a:pt x="13814" y="22052"/>
                  </a:cubicBezTo>
                  <a:cubicBezTo>
                    <a:pt x="6210" y="22052"/>
                    <a:pt x="0" y="17109"/>
                    <a:pt x="0" y="11026"/>
                  </a:cubicBezTo>
                  <a:cubicBezTo>
                    <a:pt x="0" y="4943"/>
                    <a:pt x="6210" y="0"/>
                    <a:pt x="13814" y="0"/>
                  </a:cubicBezTo>
                  <a:cubicBezTo>
                    <a:pt x="21418" y="0"/>
                    <a:pt x="27628" y="4943"/>
                    <a:pt x="27628" y="1102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54" name="Freeform: Shape 5653">
              <a:extLst>
                <a:ext uri="{FF2B5EF4-FFF2-40B4-BE49-F238E27FC236}">
                  <a16:creationId xmlns:a16="http://schemas.microsoft.com/office/drawing/2014/main" id="{FBE31854-8325-364B-51C3-38C6D80A4033}"/>
                </a:ext>
              </a:extLst>
            </p:cNvPr>
            <p:cNvSpPr/>
            <p:nvPr/>
          </p:nvSpPr>
          <p:spPr>
            <a:xfrm>
              <a:off x="252839" y="2502938"/>
              <a:ext cx="26868" cy="21291"/>
            </a:xfrm>
            <a:custGeom>
              <a:avLst/>
              <a:gdLst>
                <a:gd name="connsiteX0" fmla="*/ 26868 w 26868"/>
                <a:gd name="connsiteY0" fmla="*/ 10646 h 21291"/>
                <a:gd name="connsiteX1" fmla="*/ 13434 w 26868"/>
                <a:gd name="connsiteY1" fmla="*/ 21292 h 21291"/>
                <a:gd name="connsiteX2" fmla="*/ 0 w 26868"/>
                <a:gd name="connsiteY2" fmla="*/ 10646 h 21291"/>
                <a:gd name="connsiteX3" fmla="*/ 13434 w 26868"/>
                <a:gd name="connsiteY3" fmla="*/ 0 h 21291"/>
                <a:gd name="connsiteX4" fmla="*/ 26868 w 26868"/>
                <a:gd name="connsiteY4" fmla="*/ 10646 h 2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68" h="21291">
                  <a:moveTo>
                    <a:pt x="26868" y="10646"/>
                  </a:moveTo>
                  <a:cubicBezTo>
                    <a:pt x="26868" y="16476"/>
                    <a:pt x="20785" y="21292"/>
                    <a:pt x="13434" y="21292"/>
                  </a:cubicBezTo>
                  <a:cubicBezTo>
                    <a:pt x="6083" y="21292"/>
                    <a:pt x="0" y="16476"/>
                    <a:pt x="0" y="10646"/>
                  </a:cubicBezTo>
                  <a:cubicBezTo>
                    <a:pt x="0" y="4816"/>
                    <a:pt x="6083" y="0"/>
                    <a:pt x="13434" y="0"/>
                  </a:cubicBezTo>
                  <a:cubicBezTo>
                    <a:pt x="20785" y="0"/>
                    <a:pt x="26868" y="4816"/>
                    <a:pt x="26868" y="1064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55" name="Freeform: Shape 5654">
              <a:extLst>
                <a:ext uri="{FF2B5EF4-FFF2-40B4-BE49-F238E27FC236}">
                  <a16:creationId xmlns:a16="http://schemas.microsoft.com/office/drawing/2014/main" id="{CE0C0A73-301F-22BF-83D8-2D670606714D}"/>
                </a:ext>
              </a:extLst>
            </p:cNvPr>
            <p:cNvSpPr/>
            <p:nvPr/>
          </p:nvSpPr>
          <p:spPr>
            <a:xfrm>
              <a:off x="279960" y="2401423"/>
              <a:ext cx="26361" cy="20784"/>
            </a:xfrm>
            <a:custGeom>
              <a:avLst/>
              <a:gdLst>
                <a:gd name="connsiteX0" fmla="*/ 26361 w 26361"/>
                <a:gd name="connsiteY0" fmla="*/ 10392 h 20784"/>
                <a:gd name="connsiteX1" fmla="*/ 13181 w 26361"/>
                <a:gd name="connsiteY1" fmla="*/ 20785 h 20784"/>
                <a:gd name="connsiteX2" fmla="*/ 0 w 26361"/>
                <a:gd name="connsiteY2" fmla="*/ 10392 h 20784"/>
                <a:gd name="connsiteX3" fmla="*/ 13181 w 26361"/>
                <a:gd name="connsiteY3" fmla="*/ 0 h 20784"/>
                <a:gd name="connsiteX4" fmla="*/ 26361 w 26361"/>
                <a:gd name="connsiteY4" fmla="*/ 10392 h 20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61" h="20784">
                  <a:moveTo>
                    <a:pt x="26361" y="10392"/>
                  </a:moveTo>
                  <a:cubicBezTo>
                    <a:pt x="26361" y="16096"/>
                    <a:pt x="20404" y="20785"/>
                    <a:pt x="13181" y="20785"/>
                  </a:cubicBezTo>
                  <a:cubicBezTo>
                    <a:pt x="5957" y="20785"/>
                    <a:pt x="0" y="16096"/>
                    <a:pt x="0" y="10392"/>
                  </a:cubicBezTo>
                  <a:cubicBezTo>
                    <a:pt x="0" y="4689"/>
                    <a:pt x="5830" y="0"/>
                    <a:pt x="13181" y="0"/>
                  </a:cubicBezTo>
                  <a:cubicBezTo>
                    <a:pt x="20531" y="0"/>
                    <a:pt x="26361" y="4689"/>
                    <a:pt x="26361" y="1039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56" name="Freeform: Shape 5655">
              <a:extLst>
                <a:ext uri="{FF2B5EF4-FFF2-40B4-BE49-F238E27FC236}">
                  <a16:creationId xmlns:a16="http://schemas.microsoft.com/office/drawing/2014/main" id="{828CD0A0-A488-01CB-95F0-4B92383EED27}"/>
                </a:ext>
              </a:extLst>
            </p:cNvPr>
            <p:cNvSpPr/>
            <p:nvPr/>
          </p:nvSpPr>
          <p:spPr>
            <a:xfrm>
              <a:off x="310123" y="2300414"/>
              <a:ext cx="25600" cy="20277"/>
            </a:xfrm>
            <a:custGeom>
              <a:avLst/>
              <a:gdLst>
                <a:gd name="connsiteX0" fmla="*/ 25601 w 25600"/>
                <a:gd name="connsiteY0" fmla="*/ 10139 h 20277"/>
                <a:gd name="connsiteX1" fmla="*/ 12800 w 25600"/>
                <a:gd name="connsiteY1" fmla="*/ 20278 h 20277"/>
                <a:gd name="connsiteX2" fmla="*/ 0 w 25600"/>
                <a:gd name="connsiteY2" fmla="*/ 10139 h 20277"/>
                <a:gd name="connsiteX3" fmla="*/ 12800 w 25600"/>
                <a:gd name="connsiteY3" fmla="*/ 0 h 20277"/>
                <a:gd name="connsiteX4" fmla="*/ 25601 w 25600"/>
                <a:gd name="connsiteY4" fmla="*/ 10139 h 2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00" h="20277">
                  <a:moveTo>
                    <a:pt x="25601" y="10139"/>
                  </a:moveTo>
                  <a:cubicBezTo>
                    <a:pt x="25601" y="15715"/>
                    <a:pt x="19898" y="20278"/>
                    <a:pt x="12800" y="20278"/>
                  </a:cubicBezTo>
                  <a:cubicBezTo>
                    <a:pt x="5703" y="20278"/>
                    <a:pt x="0" y="15715"/>
                    <a:pt x="0" y="10139"/>
                  </a:cubicBezTo>
                  <a:cubicBezTo>
                    <a:pt x="0" y="4563"/>
                    <a:pt x="5703" y="0"/>
                    <a:pt x="12800" y="0"/>
                  </a:cubicBezTo>
                  <a:cubicBezTo>
                    <a:pt x="19898" y="0"/>
                    <a:pt x="25601" y="4563"/>
                    <a:pt x="25601" y="1013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57" name="Freeform: Shape 5656">
              <a:extLst>
                <a:ext uri="{FF2B5EF4-FFF2-40B4-BE49-F238E27FC236}">
                  <a16:creationId xmlns:a16="http://schemas.microsoft.com/office/drawing/2014/main" id="{A520E269-FEFF-DB08-5C5A-1F49A678BAFE}"/>
                </a:ext>
              </a:extLst>
            </p:cNvPr>
            <p:cNvSpPr/>
            <p:nvPr/>
          </p:nvSpPr>
          <p:spPr>
            <a:xfrm>
              <a:off x="343455" y="2200293"/>
              <a:ext cx="24079" cy="19010"/>
            </a:xfrm>
            <a:custGeom>
              <a:avLst/>
              <a:gdLst>
                <a:gd name="connsiteX0" fmla="*/ 24080 w 24079"/>
                <a:gd name="connsiteY0" fmla="*/ 9505 h 19010"/>
                <a:gd name="connsiteX1" fmla="*/ 12040 w 24079"/>
                <a:gd name="connsiteY1" fmla="*/ 19010 h 19010"/>
                <a:gd name="connsiteX2" fmla="*/ 0 w 24079"/>
                <a:gd name="connsiteY2" fmla="*/ 9505 h 19010"/>
                <a:gd name="connsiteX3" fmla="*/ 12040 w 24079"/>
                <a:gd name="connsiteY3" fmla="*/ 0 h 19010"/>
                <a:gd name="connsiteX4" fmla="*/ 24080 w 24079"/>
                <a:gd name="connsiteY4" fmla="*/ 9505 h 19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79" h="19010">
                  <a:moveTo>
                    <a:pt x="24080" y="9505"/>
                  </a:moveTo>
                  <a:cubicBezTo>
                    <a:pt x="24080" y="14701"/>
                    <a:pt x="18757" y="19010"/>
                    <a:pt x="12040" y="19010"/>
                  </a:cubicBezTo>
                  <a:cubicBezTo>
                    <a:pt x="5323" y="19010"/>
                    <a:pt x="0" y="14701"/>
                    <a:pt x="0" y="9505"/>
                  </a:cubicBezTo>
                  <a:cubicBezTo>
                    <a:pt x="0" y="4309"/>
                    <a:pt x="5323" y="0"/>
                    <a:pt x="12040" y="0"/>
                  </a:cubicBezTo>
                  <a:cubicBezTo>
                    <a:pt x="18757" y="0"/>
                    <a:pt x="24080" y="4309"/>
                    <a:pt x="24080" y="950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58" name="Freeform: Shape 5657">
              <a:extLst>
                <a:ext uri="{FF2B5EF4-FFF2-40B4-BE49-F238E27FC236}">
                  <a16:creationId xmlns:a16="http://schemas.microsoft.com/office/drawing/2014/main" id="{A892F894-3CB2-A3B0-B20C-E24FF4FE4E55}"/>
                </a:ext>
              </a:extLst>
            </p:cNvPr>
            <p:cNvSpPr/>
            <p:nvPr/>
          </p:nvSpPr>
          <p:spPr>
            <a:xfrm>
              <a:off x="379195" y="2100425"/>
              <a:ext cx="23319" cy="18503"/>
            </a:xfrm>
            <a:custGeom>
              <a:avLst/>
              <a:gdLst>
                <a:gd name="connsiteX0" fmla="*/ 23319 w 23319"/>
                <a:gd name="connsiteY0" fmla="*/ 9252 h 18503"/>
                <a:gd name="connsiteX1" fmla="*/ 11660 w 23319"/>
                <a:gd name="connsiteY1" fmla="*/ 18504 h 18503"/>
                <a:gd name="connsiteX2" fmla="*/ 0 w 23319"/>
                <a:gd name="connsiteY2" fmla="*/ 9252 h 18503"/>
                <a:gd name="connsiteX3" fmla="*/ 11660 w 23319"/>
                <a:gd name="connsiteY3" fmla="*/ 0 h 18503"/>
                <a:gd name="connsiteX4" fmla="*/ 23319 w 23319"/>
                <a:gd name="connsiteY4" fmla="*/ 9252 h 18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319" h="18503">
                  <a:moveTo>
                    <a:pt x="23319" y="9252"/>
                  </a:moveTo>
                  <a:cubicBezTo>
                    <a:pt x="23319" y="14321"/>
                    <a:pt x="18123" y="18504"/>
                    <a:pt x="11660" y="18504"/>
                  </a:cubicBezTo>
                  <a:cubicBezTo>
                    <a:pt x="5196" y="18504"/>
                    <a:pt x="0" y="14321"/>
                    <a:pt x="0" y="9252"/>
                  </a:cubicBezTo>
                  <a:cubicBezTo>
                    <a:pt x="0" y="4182"/>
                    <a:pt x="5196" y="0"/>
                    <a:pt x="11660" y="0"/>
                  </a:cubicBezTo>
                  <a:cubicBezTo>
                    <a:pt x="18123" y="0"/>
                    <a:pt x="23319" y="4182"/>
                    <a:pt x="23319" y="925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59" name="Freeform: Shape 5658">
              <a:extLst>
                <a:ext uri="{FF2B5EF4-FFF2-40B4-BE49-F238E27FC236}">
                  <a16:creationId xmlns:a16="http://schemas.microsoft.com/office/drawing/2014/main" id="{8B4F26C7-5140-E50F-516A-D9A6B3EE9DCF}"/>
                </a:ext>
              </a:extLst>
            </p:cNvPr>
            <p:cNvSpPr/>
            <p:nvPr/>
          </p:nvSpPr>
          <p:spPr>
            <a:xfrm>
              <a:off x="417596" y="2001318"/>
              <a:ext cx="22558" cy="17869"/>
            </a:xfrm>
            <a:custGeom>
              <a:avLst/>
              <a:gdLst>
                <a:gd name="connsiteX0" fmla="*/ 22559 w 22558"/>
                <a:gd name="connsiteY0" fmla="*/ 8871 h 17869"/>
                <a:gd name="connsiteX1" fmla="*/ 11279 w 22558"/>
                <a:gd name="connsiteY1" fmla="*/ 17870 h 17869"/>
                <a:gd name="connsiteX2" fmla="*/ 0 w 22558"/>
                <a:gd name="connsiteY2" fmla="*/ 8871 h 17869"/>
                <a:gd name="connsiteX3" fmla="*/ 11279 w 22558"/>
                <a:gd name="connsiteY3" fmla="*/ 0 h 17869"/>
                <a:gd name="connsiteX4" fmla="*/ 22559 w 22558"/>
                <a:gd name="connsiteY4" fmla="*/ 8871 h 1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8" h="17869">
                  <a:moveTo>
                    <a:pt x="22559" y="8871"/>
                  </a:moveTo>
                  <a:cubicBezTo>
                    <a:pt x="22559" y="13814"/>
                    <a:pt x="17490" y="17870"/>
                    <a:pt x="11279" y="17870"/>
                  </a:cubicBezTo>
                  <a:cubicBezTo>
                    <a:pt x="5069" y="17870"/>
                    <a:pt x="0" y="13814"/>
                    <a:pt x="0" y="8871"/>
                  </a:cubicBezTo>
                  <a:cubicBezTo>
                    <a:pt x="0" y="3929"/>
                    <a:pt x="5069" y="0"/>
                    <a:pt x="11279" y="0"/>
                  </a:cubicBezTo>
                  <a:cubicBezTo>
                    <a:pt x="17490" y="0"/>
                    <a:pt x="22559" y="4055"/>
                    <a:pt x="22559" y="887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60" name="Freeform: Shape 5659">
              <a:extLst>
                <a:ext uri="{FF2B5EF4-FFF2-40B4-BE49-F238E27FC236}">
                  <a16:creationId xmlns:a16="http://schemas.microsoft.com/office/drawing/2014/main" id="{7CF2814A-6630-9513-4F09-348711AB6E21}"/>
                </a:ext>
              </a:extLst>
            </p:cNvPr>
            <p:cNvSpPr/>
            <p:nvPr/>
          </p:nvSpPr>
          <p:spPr>
            <a:xfrm>
              <a:off x="459038" y="1902970"/>
              <a:ext cx="21291" cy="16729"/>
            </a:xfrm>
            <a:custGeom>
              <a:avLst/>
              <a:gdLst>
                <a:gd name="connsiteX0" fmla="*/ 21292 w 21291"/>
                <a:gd name="connsiteY0" fmla="*/ 8365 h 16729"/>
                <a:gd name="connsiteX1" fmla="*/ 10646 w 21291"/>
                <a:gd name="connsiteY1" fmla="*/ 16729 h 16729"/>
                <a:gd name="connsiteX2" fmla="*/ 0 w 21291"/>
                <a:gd name="connsiteY2" fmla="*/ 8365 h 16729"/>
                <a:gd name="connsiteX3" fmla="*/ 10646 w 21291"/>
                <a:gd name="connsiteY3" fmla="*/ 0 h 16729"/>
                <a:gd name="connsiteX4" fmla="*/ 21292 w 21291"/>
                <a:gd name="connsiteY4" fmla="*/ 8365 h 16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291" h="16729">
                  <a:moveTo>
                    <a:pt x="21292" y="8365"/>
                  </a:moveTo>
                  <a:cubicBezTo>
                    <a:pt x="21292" y="13054"/>
                    <a:pt x="16476" y="16729"/>
                    <a:pt x="10646" y="16729"/>
                  </a:cubicBezTo>
                  <a:cubicBezTo>
                    <a:pt x="4816" y="16729"/>
                    <a:pt x="0" y="12927"/>
                    <a:pt x="0" y="8365"/>
                  </a:cubicBezTo>
                  <a:cubicBezTo>
                    <a:pt x="0" y="3802"/>
                    <a:pt x="4689" y="0"/>
                    <a:pt x="10646" y="0"/>
                  </a:cubicBezTo>
                  <a:cubicBezTo>
                    <a:pt x="16602" y="0"/>
                    <a:pt x="21292" y="3802"/>
                    <a:pt x="21292" y="836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61" name="Freeform: Shape 5660">
              <a:extLst>
                <a:ext uri="{FF2B5EF4-FFF2-40B4-BE49-F238E27FC236}">
                  <a16:creationId xmlns:a16="http://schemas.microsoft.com/office/drawing/2014/main" id="{B74FC649-8033-EE00-60EC-761D7BCA68E3}"/>
                </a:ext>
              </a:extLst>
            </p:cNvPr>
            <p:cNvSpPr/>
            <p:nvPr/>
          </p:nvSpPr>
          <p:spPr>
            <a:xfrm>
              <a:off x="503016" y="1805130"/>
              <a:ext cx="20404" cy="16222"/>
            </a:xfrm>
            <a:custGeom>
              <a:avLst/>
              <a:gdLst>
                <a:gd name="connsiteX0" fmla="*/ 20404 w 20404"/>
                <a:gd name="connsiteY0" fmla="*/ 8111 h 16222"/>
                <a:gd name="connsiteX1" fmla="*/ 10266 w 20404"/>
                <a:gd name="connsiteY1" fmla="*/ 16222 h 16222"/>
                <a:gd name="connsiteX2" fmla="*/ 0 w 20404"/>
                <a:gd name="connsiteY2" fmla="*/ 8111 h 16222"/>
                <a:gd name="connsiteX3" fmla="*/ 10266 w 20404"/>
                <a:gd name="connsiteY3" fmla="*/ 0 h 16222"/>
                <a:gd name="connsiteX4" fmla="*/ 20404 w 20404"/>
                <a:gd name="connsiteY4" fmla="*/ 8111 h 1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04" h="16222">
                  <a:moveTo>
                    <a:pt x="20404" y="8111"/>
                  </a:moveTo>
                  <a:cubicBezTo>
                    <a:pt x="20404" y="12547"/>
                    <a:pt x="15842" y="16222"/>
                    <a:pt x="10266" y="16222"/>
                  </a:cubicBezTo>
                  <a:cubicBezTo>
                    <a:pt x="4689" y="16222"/>
                    <a:pt x="0" y="12674"/>
                    <a:pt x="0" y="8111"/>
                  </a:cubicBezTo>
                  <a:cubicBezTo>
                    <a:pt x="0" y="3549"/>
                    <a:pt x="4563" y="0"/>
                    <a:pt x="10266" y="0"/>
                  </a:cubicBezTo>
                  <a:cubicBezTo>
                    <a:pt x="15969" y="0"/>
                    <a:pt x="20404" y="3675"/>
                    <a:pt x="20404" y="811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62" name="Freeform: Shape 5661">
              <a:extLst>
                <a:ext uri="{FF2B5EF4-FFF2-40B4-BE49-F238E27FC236}">
                  <a16:creationId xmlns:a16="http://schemas.microsoft.com/office/drawing/2014/main" id="{A67384D8-84FE-D4C9-1CF6-5A68F850D5E8}"/>
                </a:ext>
              </a:extLst>
            </p:cNvPr>
            <p:cNvSpPr/>
            <p:nvPr/>
          </p:nvSpPr>
          <p:spPr>
            <a:xfrm>
              <a:off x="549528" y="1708177"/>
              <a:ext cx="19644" cy="15588"/>
            </a:xfrm>
            <a:custGeom>
              <a:avLst/>
              <a:gdLst>
                <a:gd name="connsiteX0" fmla="*/ 19644 w 19644"/>
                <a:gd name="connsiteY0" fmla="*/ 7731 h 15588"/>
                <a:gd name="connsiteX1" fmla="*/ 9885 w 19644"/>
                <a:gd name="connsiteY1" fmla="*/ 15588 h 15588"/>
                <a:gd name="connsiteX2" fmla="*/ 0 w 19644"/>
                <a:gd name="connsiteY2" fmla="*/ 7731 h 15588"/>
                <a:gd name="connsiteX3" fmla="*/ 9885 w 19644"/>
                <a:gd name="connsiteY3" fmla="*/ 0 h 15588"/>
                <a:gd name="connsiteX4" fmla="*/ 19644 w 19644"/>
                <a:gd name="connsiteY4" fmla="*/ 7731 h 1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44" h="15588">
                  <a:moveTo>
                    <a:pt x="19644" y="7731"/>
                  </a:moveTo>
                  <a:cubicBezTo>
                    <a:pt x="19644" y="12040"/>
                    <a:pt x="15208" y="15588"/>
                    <a:pt x="9885" y="15588"/>
                  </a:cubicBezTo>
                  <a:cubicBezTo>
                    <a:pt x="4563" y="15588"/>
                    <a:pt x="0" y="12040"/>
                    <a:pt x="0" y="7731"/>
                  </a:cubicBezTo>
                  <a:cubicBezTo>
                    <a:pt x="0" y="3422"/>
                    <a:pt x="4436" y="0"/>
                    <a:pt x="9885" y="0"/>
                  </a:cubicBezTo>
                  <a:cubicBezTo>
                    <a:pt x="15335" y="0"/>
                    <a:pt x="19644" y="3422"/>
                    <a:pt x="19644" y="773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63" name="Freeform: Shape 5662">
              <a:extLst>
                <a:ext uri="{FF2B5EF4-FFF2-40B4-BE49-F238E27FC236}">
                  <a16:creationId xmlns:a16="http://schemas.microsoft.com/office/drawing/2014/main" id="{F3CACD22-347C-151C-F2A7-FF608BE732A3}"/>
                </a:ext>
              </a:extLst>
            </p:cNvPr>
            <p:cNvSpPr/>
            <p:nvPr/>
          </p:nvSpPr>
          <p:spPr>
            <a:xfrm>
              <a:off x="599081" y="1612111"/>
              <a:ext cx="18249" cy="14447"/>
            </a:xfrm>
            <a:custGeom>
              <a:avLst/>
              <a:gdLst>
                <a:gd name="connsiteX0" fmla="*/ 18250 w 18249"/>
                <a:gd name="connsiteY0" fmla="*/ 7224 h 14447"/>
                <a:gd name="connsiteX1" fmla="*/ 9125 w 18249"/>
                <a:gd name="connsiteY1" fmla="*/ 14448 h 14447"/>
                <a:gd name="connsiteX2" fmla="*/ 0 w 18249"/>
                <a:gd name="connsiteY2" fmla="*/ 7224 h 14447"/>
                <a:gd name="connsiteX3" fmla="*/ 9125 w 18249"/>
                <a:gd name="connsiteY3" fmla="*/ 0 h 14447"/>
                <a:gd name="connsiteX4" fmla="*/ 18250 w 18249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49" h="14447">
                  <a:moveTo>
                    <a:pt x="18250" y="7224"/>
                  </a:moveTo>
                  <a:cubicBezTo>
                    <a:pt x="18250" y="11153"/>
                    <a:pt x="14194" y="14448"/>
                    <a:pt x="9125" y="14448"/>
                  </a:cubicBezTo>
                  <a:cubicBezTo>
                    <a:pt x="4056" y="14448"/>
                    <a:pt x="0" y="11153"/>
                    <a:pt x="0" y="7224"/>
                  </a:cubicBezTo>
                  <a:cubicBezTo>
                    <a:pt x="0" y="3295"/>
                    <a:pt x="4056" y="0"/>
                    <a:pt x="9125" y="0"/>
                  </a:cubicBezTo>
                  <a:cubicBezTo>
                    <a:pt x="14194" y="0"/>
                    <a:pt x="18250" y="3295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64" name="Freeform: Shape 5663">
              <a:extLst>
                <a:ext uri="{FF2B5EF4-FFF2-40B4-BE49-F238E27FC236}">
                  <a16:creationId xmlns:a16="http://schemas.microsoft.com/office/drawing/2014/main" id="{3055F642-8762-3D08-43D6-36CF0A7CB334}"/>
                </a:ext>
              </a:extLst>
            </p:cNvPr>
            <p:cNvSpPr/>
            <p:nvPr/>
          </p:nvSpPr>
          <p:spPr>
            <a:xfrm>
              <a:off x="650916" y="1516806"/>
              <a:ext cx="17489" cy="13940"/>
            </a:xfrm>
            <a:custGeom>
              <a:avLst/>
              <a:gdLst>
                <a:gd name="connsiteX0" fmla="*/ 17490 w 17489"/>
                <a:gd name="connsiteY0" fmla="*/ 6970 h 13940"/>
                <a:gd name="connsiteX1" fmla="*/ 8745 w 17489"/>
                <a:gd name="connsiteY1" fmla="*/ 13941 h 13940"/>
                <a:gd name="connsiteX2" fmla="*/ 0 w 17489"/>
                <a:gd name="connsiteY2" fmla="*/ 6970 h 13940"/>
                <a:gd name="connsiteX3" fmla="*/ 8745 w 17489"/>
                <a:gd name="connsiteY3" fmla="*/ 0 h 13940"/>
                <a:gd name="connsiteX4" fmla="*/ 17490 w 17489"/>
                <a:gd name="connsiteY4" fmla="*/ 6970 h 13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89" h="13940">
                  <a:moveTo>
                    <a:pt x="17490" y="6970"/>
                  </a:moveTo>
                  <a:cubicBezTo>
                    <a:pt x="17490" y="10773"/>
                    <a:pt x="13561" y="13941"/>
                    <a:pt x="8745" y="13941"/>
                  </a:cubicBezTo>
                  <a:cubicBezTo>
                    <a:pt x="3929" y="13941"/>
                    <a:pt x="0" y="10899"/>
                    <a:pt x="0" y="6970"/>
                  </a:cubicBezTo>
                  <a:cubicBezTo>
                    <a:pt x="0" y="3042"/>
                    <a:pt x="3929" y="0"/>
                    <a:pt x="8745" y="0"/>
                  </a:cubicBezTo>
                  <a:cubicBezTo>
                    <a:pt x="13561" y="0"/>
                    <a:pt x="17490" y="3042"/>
                    <a:pt x="17490" y="69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65" name="Freeform: Shape 5664">
              <a:extLst>
                <a:ext uri="{FF2B5EF4-FFF2-40B4-BE49-F238E27FC236}">
                  <a16:creationId xmlns:a16="http://schemas.microsoft.com/office/drawing/2014/main" id="{09E92303-D2F7-1494-F84A-E955BA0047FF}"/>
                </a:ext>
              </a:extLst>
            </p:cNvPr>
            <p:cNvSpPr/>
            <p:nvPr/>
          </p:nvSpPr>
          <p:spPr>
            <a:xfrm>
              <a:off x="705413" y="1422388"/>
              <a:ext cx="16729" cy="13180"/>
            </a:xfrm>
            <a:custGeom>
              <a:avLst/>
              <a:gdLst>
                <a:gd name="connsiteX0" fmla="*/ 16729 w 16729"/>
                <a:gd name="connsiteY0" fmla="*/ 6590 h 13180"/>
                <a:gd name="connsiteX1" fmla="*/ 8365 w 16729"/>
                <a:gd name="connsiteY1" fmla="*/ 13181 h 13180"/>
                <a:gd name="connsiteX2" fmla="*/ 0 w 16729"/>
                <a:gd name="connsiteY2" fmla="*/ 6590 h 13180"/>
                <a:gd name="connsiteX3" fmla="*/ 8365 w 16729"/>
                <a:gd name="connsiteY3" fmla="*/ 0 h 13180"/>
                <a:gd name="connsiteX4" fmla="*/ 16729 w 16729"/>
                <a:gd name="connsiteY4" fmla="*/ 6590 h 13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9" h="13180">
                  <a:moveTo>
                    <a:pt x="16729" y="6590"/>
                  </a:moveTo>
                  <a:cubicBezTo>
                    <a:pt x="16729" y="10266"/>
                    <a:pt x="12927" y="13181"/>
                    <a:pt x="8365" y="13181"/>
                  </a:cubicBezTo>
                  <a:cubicBezTo>
                    <a:pt x="3802" y="13181"/>
                    <a:pt x="0" y="10266"/>
                    <a:pt x="0" y="6590"/>
                  </a:cubicBezTo>
                  <a:cubicBezTo>
                    <a:pt x="0" y="2915"/>
                    <a:pt x="3802" y="0"/>
                    <a:pt x="8365" y="0"/>
                  </a:cubicBezTo>
                  <a:cubicBezTo>
                    <a:pt x="12927" y="0"/>
                    <a:pt x="16729" y="2915"/>
                    <a:pt x="16729" y="659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66" name="Freeform: Shape 5665">
              <a:extLst>
                <a:ext uri="{FF2B5EF4-FFF2-40B4-BE49-F238E27FC236}">
                  <a16:creationId xmlns:a16="http://schemas.microsoft.com/office/drawing/2014/main" id="{C8A286CC-7EA1-D7BE-086E-F5393880EBB8}"/>
                </a:ext>
              </a:extLst>
            </p:cNvPr>
            <p:cNvSpPr/>
            <p:nvPr/>
          </p:nvSpPr>
          <p:spPr>
            <a:xfrm>
              <a:off x="762824" y="1329110"/>
              <a:ext cx="15335" cy="12166"/>
            </a:xfrm>
            <a:custGeom>
              <a:avLst/>
              <a:gdLst>
                <a:gd name="connsiteX0" fmla="*/ 15335 w 15335"/>
                <a:gd name="connsiteY0" fmla="*/ 6083 h 12166"/>
                <a:gd name="connsiteX1" fmla="*/ 7731 w 15335"/>
                <a:gd name="connsiteY1" fmla="*/ 12167 h 12166"/>
                <a:gd name="connsiteX2" fmla="*/ 0 w 15335"/>
                <a:gd name="connsiteY2" fmla="*/ 6083 h 12166"/>
                <a:gd name="connsiteX3" fmla="*/ 7731 w 15335"/>
                <a:gd name="connsiteY3" fmla="*/ 0 h 12166"/>
                <a:gd name="connsiteX4" fmla="*/ 15335 w 15335"/>
                <a:gd name="connsiteY4" fmla="*/ 6083 h 1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35" h="12166">
                  <a:moveTo>
                    <a:pt x="15335" y="6083"/>
                  </a:moveTo>
                  <a:cubicBezTo>
                    <a:pt x="15335" y="9505"/>
                    <a:pt x="11913" y="12167"/>
                    <a:pt x="7731" y="12167"/>
                  </a:cubicBezTo>
                  <a:cubicBezTo>
                    <a:pt x="3549" y="12167"/>
                    <a:pt x="0" y="9505"/>
                    <a:pt x="0" y="6083"/>
                  </a:cubicBezTo>
                  <a:cubicBezTo>
                    <a:pt x="0" y="2661"/>
                    <a:pt x="3422" y="0"/>
                    <a:pt x="7731" y="0"/>
                  </a:cubicBezTo>
                  <a:cubicBezTo>
                    <a:pt x="12040" y="0"/>
                    <a:pt x="15335" y="2661"/>
                    <a:pt x="15335" y="60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67" name="Freeform: Shape 5666">
              <a:extLst>
                <a:ext uri="{FF2B5EF4-FFF2-40B4-BE49-F238E27FC236}">
                  <a16:creationId xmlns:a16="http://schemas.microsoft.com/office/drawing/2014/main" id="{6D87620C-FF8E-5D21-A7B4-00BCACCBA4DB}"/>
                </a:ext>
              </a:extLst>
            </p:cNvPr>
            <p:cNvSpPr/>
            <p:nvPr/>
          </p:nvSpPr>
          <p:spPr>
            <a:xfrm>
              <a:off x="822263" y="1236339"/>
              <a:ext cx="15208" cy="12166"/>
            </a:xfrm>
            <a:custGeom>
              <a:avLst/>
              <a:gdLst>
                <a:gd name="connsiteX0" fmla="*/ 15208 w 15208"/>
                <a:gd name="connsiteY0" fmla="*/ 6083 h 12166"/>
                <a:gd name="connsiteX1" fmla="*/ 7604 w 15208"/>
                <a:gd name="connsiteY1" fmla="*/ 12167 h 12166"/>
                <a:gd name="connsiteX2" fmla="*/ 0 w 15208"/>
                <a:gd name="connsiteY2" fmla="*/ 6083 h 12166"/>
                <a:gd name="connsiteX3" fmla="*/ 7604 w 15208"/>
                <a:gd name="connsiteY3" fmla="*/ 0 h 12166"/>
                <a:gd name="connsiteX4" fmla="*/ 15208 w 15208"/>
                <a:gd name="connsiteY4" fmla="*/ 6083 h 1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08" h="12166">
                  <a:moveTo>
                    <a:pt x="15208" y="6083"/>
                  </a:moveTo>
                  <a:cubicBezTo>
                    <a:pt x="15208" y="9505"/>
                    <a:pt x="11786" y="12167"/>
                    <a:pt x="7604" y="12167"/>
                  </a:cubicBezTo>
                  <a:cubicBezTo>
                    <a:pt x="3422" y="12167"/>
                    <a:pt x="0" y="9505"/>
                    <a:pt x="0" y="6083"/>
                  </a:cubicBezTo>
                  <a:cubicBezTo>
                    <a:pt x="0" y="2661"/>
                    <a:pt x="3422" y="0"/>
                    <a:pt x="7604" y="0"/>
                  </a:cubicBezTo>
                  <a:cubicBezTo>
                    <a:pt x="11786" y="0"/>
                    <a:pt x="15208" y="2661"/>
                    <a:pt x="15208" y="60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68" name="Freeform: Shape 5667">
              <a:extLst>
                <a:ext uri="{FF2B5EF4-FFF2-40B4-BE49-F238E27FC236}">
                  <a16:creationId xmlns:a16="http://schemas.microsoft.com/office/drawing/2014/main" id="{70E58F89-8483-56F5-C736-6CBBB8EAC904}"/>
                </a:ext>
              </a:extLst>
            </p:cNvPr>
            <p:cNvSpPr/>
            <p:nvPr/>
          </p:nvSpPr>
          <p:spPr>
            <a:xfrm>
              <a:off x="884871" y="1145343"/>
              <a:ext cx="13687" cy="10899"/>
            </a:xfrm>
            <a:custGeom>
              <a:avLst/>
              <a:gdLst>
                <a:gd name="connsiteX0" fmla="*/ 13688 w 13687"/>
                <a:gd name="connsiteY0" fmla="*/ 5450 h 10899"/>
                <a:gd name="connsiteX1" fmla="*/ 6844 w 13687"/>
                <a:gd name="connsiteY1" fmla="*/ 10899 h 10899"/>
                <a:gd name="connsiteX2" fmla="*/ 0 w 13687"/>
                <a:gd name="connsiteY2" fmla="*/ 5450 h 10899"/>
                <a:gd name="connsiteX3" fmla="*/ 6844 w 13687"/>
                <a:gd name="connsiteY3" fmla="*/ 0 h 10899"/>
                <a:gd name="connsiteX4" fmla="*/ 13688 w 13687"/>
                <a:gd name="connsiteY4" fmla="*/ 5450 h 10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87" h="10899">
                  <a:moveTo>
                    <a:pt x="13688" y="5450"/>
                  </a:moveTo>
                  <a:cubicBezTo>
                    <a:pt x="13688" y="8491"/>
                    <a:pt x="10646" y="10899"/>
                    <a:pt x="6844" y="10899"/>
                  </a:cubicBezTo>
                  <a:cubicBezTo>
                    <a:pt x="3042" y="10899"/>
                    <a:pt x="0" y="8491"/>
                    <a:pt x="0" y="5450"/>
                  </a:cubicBezTo>
                  <a:cubicBezTo>
                    <a:pt x="0" y="2408"/>
                    <a:pt x="3042" y="0"/>
                    <a:pt x="6844" y="0"/>
                  </a:cubicBezTo>
                  <a:cubicBezTo>
                    <a:pt x="10646" y="0"/>
                    <a:pt x="13688" y="2408"/>
                    <a:pt x="13688" y="545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69" name="Freeform: Shape 5668">
              <a:extLst>
                <a:ext uri="{FF2B5EF4-FFF2-40B4-BE49-F238E27FC236}">
                  <a16:creationId xmlns:a16="http://schemas.microsoft.com/office/drawing/2014/main" id="{5B8A7B1A-6F76-9E83-18BF-2E293A1374FE}"/>
                </a:ext>
              </a:extLst>
            </p:cNvPr>
            <p:cNvSpPr/>
            <p:nvPr/>
          </p:nvSpPr>
          <p:spPr>
            <a:xfrm>
              <a:off x="949380" y="1054853"/>
              <a:ext cx="13180" cy="10519"/>
            </a:xfrm>
            <a:custGeom>
              <a:avLst/>
              <a:gdLst>
                <a:gd name="connsiteX0" fmla="*/ 13180 w 13180"/>
                <a:gd name="connsiteY0" fmla="*/ 5323 h 10519"/>
                <a:gd name="connsiteX1" fmla="*/ 6590 w 13180"/>
                <a:gd name="connsiteY1" fmla="*/ 10519 h 10519"/>
                <a:gd name="connsiteX2" fmla="*/ 0 w 13180"/>
                <a:gd name="connsiteY2" fmla="*/ 5323 h 10519"/>
                <a:gd name="connsiteX3" fmla="*/ 6590 w 13180"/>
                <a:gd name="connsiteY3" fmla="*/ 0 h 10519"/>
                <a:gd name="connsiteX4" fmla="*/ 13180 w 13180"/>
                <a:gd name="connsiteY4" fmla="*/ 5323 h 10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80" h="10519">
                  <a:moveTo>
                    <a:pt x="13180" y="5323"/>
                  </a:moveTo>
                  <a:lnTo>
                    <a:pt x="6590" y="10519"/>
                  </a:lnTo>
                  <a:lnTo>
                    <a:pt x="0" y="5323"/>
                  </a:lnTo>
                  <a:lnTo>
                    <a:pt x="6590" y="0"/>
                  </a:lnTo>
                  <a:lnTo>
                    <a:pt x="13180" y="532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70" name="Freeform: Shape 5669">
              <a:extLst>
                <a:ext uri="{FF2B5EF4-FFF2-40B4-BE49-F238E27FC236}">
                  <a16:creationId xmlns:a16="http://schemas.microsoft.com/office/drawing/2014/main" id="{85636A59-3FC1-FDA7-0012-6B57B2641977}"/>
                </a:ext>
              </a:extLst>
            </p:cNvPr>
            <p:cNvSpPr/>
            <p:nvPr/>
          </p:nvSpPr>
          <p:spPr>
            <a:xfrm>
              <a:off x="1016930" y="966012"/>
              <a:ext cx="11533" cy="9251"/>
            </a:xfrm>
            <a:custGeom>
              <a:avLst/>
              <a:gdLst>
                <a:gd name="connsiteX0" fmla="*/ 11533 w 11533"/>
                <a:gd name="connsiteY0" fmla="*/ 4689 h 9251"/>
                <a:gd name="connsiteX1" fmla="*/ 5830 w 11533"/>
                <a:gd name="connsiteY1" fmla="*/ 9252 h 9251"/>
                <a:gd name="connsiteX2" fmla="*/ 0 w 11533"/>
                <a:gd name="connsiteY2" fmla="*/ 4689 h 9251"/>
                <a:gd name="connsiteX3" fmla="*/ 5830 w 11533"/>
                <a:gd name="connsiteY3" fmla="*/ 0 h 9251"/>
                <a:gd name="connsiteX4" fmla="*/ 11533 w 11533"/>
                <a:gd name="connsiteY4" fmla="*/ 4689 h 9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33" h="9251">
                  <a:moveTo>
                    <a:pt x="11533" y="4689"/>
                  </a:moveTo>
                  <a:lnTo>
                    <a:pt x="5830" y="9252"/>
                  </a:lnTo>
                  <a:lnTo>
                    <a:pt x="0" y="4689"/>
                  </a:lnTo>
                  <a:lnTo>
                    <a:pt x="5830" y="0"/>
                  </a:lnTo>
                  <a:lnTo>
                    <a:pt x="11533" y="468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71" name="Freeform: Shape 5670">
              <a:extLst>
                <a:ext uri="{FF2B5EF4-FFF2-40B4-BE49-F238E27FC236}">
                  <a16:creationId xmlns:a16="http://schemas.microsoft.com/office/drawing/2014/main" id="{F8B1A567-3001-A919-5A3D-2DA624DF4AEB}"/>
                </a:ext>
              </a:extLst>
            </p:cNvPr>
            <p:cNvSpPr/>
            <p:nvPr/>
          </p:nvSpPr>
          <p:spPr>
            <a:xfrm>
              <a:off x="1086888" y="878310"/>
              <a:ext cx="10138" cy="8111"/>
            </a:xfrm>
            <a:custGeom>
              <a:avLst/>
              <a:gdLst>
                <a:gd name="connsiteX0" fmla="*/ 10139 w 10138"/>
                <a:gd name="connsiteY0" fmla="*/ 4056 h 8111"/>
                <a:gd name="connsiteX1" fmla="*/ 5069 w 10138"/>
                <a:gd name="connsiteY1" fmla="*/ 8111 h 8111"/>
                <a:gd name="connsiteX2" fmla="*/ 0 w 10138"/>
                <a:gd name="connsiteY2" fmla="*/ 4056 h 8111"/>
                <a:gd name="connsiteX3" fmla="*/ 5069 w 10138"/>
                <a:gd name="connsiteY3" fmla="*/ 0 h 8111"/>
                <a:gd name="connsiteX4" fmla="*/ 10139 w 10138"/>
                <a:gd name="connsiteY4" fmla="*/ 4056 h 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38" h="8111">
                  <a:moveTo>
                    <a:pt x="10139" y="4056"/>
                  </a:moveTo>
                  <a:lnTo>
                    <a:pt x="5069" y="8111"/>
                  </a:lnTo>
                  <a:lnTo>
                    <a:pt x="0" y="4056"/>
                  </a:lnTo>
                  <a:lnTo>
                    <a:pt x="5069" y="0"/>
                  </a:lnTo>
                  <a:lnTo>
                    <a:pt x="10139" y="405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72" name="Freeform: Shape 5671">
              <a:extLst>
                <a:ext uri="{FF2B5EF4-FFF2-40B4-BE49-F238E27FC236}">
                  <a16:creationId xmlns:a16="http://schemas.microsoft.com/office/drawing/2014/main" id="{39AE983F-97A1-C6EC-ED5F-A47708D61ED4}"/>
                </a:ext>
              </a:extLst>
            </p:cNvPr>
            <p:cNvSpPr/>
            <p:nvPr/>
          </p:nvSpPr>
          <p:spPr>
            <a:xfrm>
              <a:off x="1158874" y="791496"/>
              <a:ext cx="9505" cy="7477"/>
            </a:xfrm>
            <a:custGeom>
              <a:avLst/>
              <a:gdLst>
                <a:gd name="connsiteX0" fmla="*/ 9505 w 9505"/>
                <a:gd name="connsiteY0" fmla="*/ 3802 h 7477"/>
                <a:gd name="connsiteX1" fmla="*/ 4689 w 9505"/>
                <a:gd name="connsiteY1" fmla="*/ 7477 h 7477"/>
                <a:gd name="connsiteX2" fmla="*/ 0 w 9505"/>
                <a:gd name="connsiteY2" fmla="*/ 3802 h 7477"/>
                <a:gd name="connsiteX3" fmla="*/ 4689 w 9505"/>
                <a:gd name="connsiteY3" fmla="*/ 0 h 7477"/>
                <a:gd name="connsiteX4" fmla="*/ 9505 w 9505"/>
                <a:gd name="connsiteY4" fmla="*/ 3802 h 7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05" h="7477">
                  <a:moveTo>
                    <a:pt x="9505" y="3802"/>
                  </a:moveTo>
                  <a:lnTo>
                    <a:pt x="4689" y="7477"/>
                  </a:lnTo>
                  <a:lnTo>
                    <a:pt x="0" y="3802"/>
                  </a:lnTo>
                  <a:lnTo>
                    <a:pt x="4689" y="0"/>
                  </a:lnTo>
                  <a:lnTo>
                    <a:pt x="9505" y="380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73" name="Freeform: Shape 5672">
              <a:extLst>
                <a:ext uri="{FF2B5EF4-FFF2-40B4-BE49-F238E27FC236}">
                  <a16:creationId xmlns:a16="http://schemas.microsoft.com/office/drawing/2014/main" id="{98A8ADB5-C08E-1815-3D5A-4B5599A9D41F}"/>
                </a:ext>
              </a:extLst>
            </p:cNvPr>
            <p:cNvSpPr/>
            <p:nvPr/>
          </p:nvSpPr>
          <p:spPr>
            <a:xfrm>
              <a:off x="1233648" y="706203"/>
              <a:ext cx="7984" cy="6463"/>
            </a:xfrm>
            <a:custGeom>
              <a:avLst/>
              <a:gdLst>
                <a:gd name="connsiteX0" fmla="*/ 7984 w 7984"/>
                <a:gd name="connsiteY0" fmla="*/ 3168 h 6463"/>
                <a:gd name="connsiteX1" fmla="*/ 4056 w 7984"/>
                <a:gd name="connsiteY1" fmla="*/ 6464 h 6463"/>
                <a:gd name="connsiteX2" fmla="*/ 0 w 7984"/>
                <a:gd name="connsiteY2" fmla="*/ 3168 h 6463"/>
                <a:gd name="connsiteX3" fmla="*/ 4056 w 7984"/>
                <a:gd name="connsiteY3" fmla="*/ 0 h 6463"/>
                <a:gd name="connsiteX4" fmla="*/ 7984 w 7984"/>
                <a:gd name="connsiteY4" fmla="*/ 3168 h 6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84" h="6463">
                  <a:moveTo>
                    <a:pt x="7984" y="3168"/>
                  </a:moveTo>
                  <a:lnTo>
                    <a:pt x="4056" y="6464"/>
                  </a:lnTo>
                  <a:lnTo>
                    <a:pt x="0" y="3168"/>
                  </a:lnTo>
                  <a:lnTo>
                    <a:pt x="4056" y="0"/>
                  </a:lnTo>
                  <a:lnTo>
                    <a:pt x="7984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74" name="Freeform: Shape 5673">
              <a:extLst>
                <a:ext uri="{FF2B5EF4-FFF2-40B4-BE49-F238E27FC236}">
                  <a16:creationId xmlns:a16="http://schemas.microsoft.com/office/drawing/2014/main" id="{AD78BB22-4C29-469F-62F5-CB4C4B64005B}"/>
                </a:ext>
              </a:extLst>
            </p:cNvPr>
            <p:cNvSpPr/>
            <p:nvPr/>
          </p:nvSpPr>
          <p:spPr>
            <a:xfrm>
              <a:off x="1310450" y="622050"/>
              <a:ext cx="7223" cy="5703"/>
            </a:xfrm>
            <a:custGeom>
              <a:avLst/>
              <a:gdLst>
                <a:gd name="connsiteX0" fmla="*/ 7224 w 7223"/>
                <a:gd name="connsiteY0" fmla="*/ 2788 h 5703"/>
                <a:gd name="connsiteX1" fmla="*/ 3549 w 7223"/>
                <a:gd name="connsiteY1" fmla="*/ 5703 h 5703"/>
                <a:gd name="connsiteX2" fmla="*/ 0 w 7223"/>
                <a:gd name="connsiteY2" fmla="*/ 2788 h 5703"/>
                <a:gd name="connsiteX3" fmla="*/ 3549 w 7223"/>
                <a:gd name="connsiteY3" fmla="*/ 0 h 5703"/>
                <a:gd name="connsiteX4" fmla="*/ 7224 w 7223"/>
                <a:gd name="connsiteY4" fmla="*/ 2788 h 5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23" h="5703">
                  <a:moveTo>
                    <a:pt x="7224" y="2788"/>
                  </a:moveTo>
                  <a:lnTo>
                    <a:pt x="3549" y="5703"/>
                  </a:lnTo>
                  <a:lnTo>
                    <a:pt x="0" y="2788"/>
                  </a:lnTo>
                  <a:lnTo>
                    <a:pt x="3549" y="0"/>
                  </a:lnTo>
                  <a:lnTo>
                    <a:pt x="7224" y="278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75" name="Freeform: Shape 5674">
              <a:extLst>
                <a:ext uri="{FF2B5EF4-FFF2-40B4-BE49-F238E27FC236}">
                  <a16:creationId xmlns:a16="http://schemas.microsoft.com/office/drawing/2014/main" id="{C07E4125-FDA3-1671-E672-5E8CF0D37A36}"/>
                </a:ext>
              </a:extLst>
            </p:cNvPr>
            <p:cNvSpPr/>
            <p:nvPr/>
          </p:nvSpPr>
          <p:spPr>
            <a:xfrm>
              <a:off x="1389787" y="539418"/>
              <a:ext cx="5703" cy="4562"/>
            </a:xfrm>
            <a:custGeom>
              <a:avLst/>
              <a:gdLst>
                <a:gd name="connsiteX0" fmla="*/ 5703 w 5703"/>
                <a:gd name="connsiteY0" fmla="*/ 2281 h 4562"/>
                <a:gd name="connsiteX1" fmla="*/ 2915 w 5703"/>
                <a:gd name="connsiteY1" fmla="*/ 4563 h 4562"/>
                <a:gd name="connsiteX2" fmla="*/ 0 w 5703"/>
                <a:gd name="connsiteY2" fmla="*/ 2281 h 4562"/>
                <a:gd name="connsiteX3" fmla="*/ 2915 w 5703"/>
                <a:gd name="connsiteY3" fmla="*/ 0 h 4562"/>
                <a:gd name="connsiteX4" fmla="*/ 5703 w 5703"/>
                <a:gd name="connsiteY4" fmla="*/ 2281 h 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03" h="4562">
                  <a:moveTo>
                    <a:pt x="5703" y="2281"/>
                  </a:moveTo>
                  <a:lnTo>
                    <a:pt x="2915" y="4563"/>
                  </a:lnTo>
                  <a:lnTo>
                    <a:pt x="0" y="2281"/>
                  </a:lnTo>
                  <a:lnTo>
                    <a:pt x="2915" y="0"/>
                  </a:lnTo>
                  <a:lnTo>
                    <a:pt x="5703" y="22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76" name="Freeform: Shape 5675">
              <a:extLst>
                <a:ext uri="{FF2B5EF4-FFF2-40B4-BE49-F238E27FC236}">
                  <a16:creationId xmlns:a16="http://schemas.microsoft.com/office/drawing/2014/main" id="{DF2D4B4E-5104-85DA-0E9A-B734A633025A}"/>
                </a:ext>
              </a:extLst>
            </p:cNvPr>
            <p:cNvSpPr/>
            <p:nvPr/>
          </p:nvSpPr>
          <p:spPr>
            <a:xfrm>
              <a:off x="1471025" y="457927"/>
              <a:ext cx="5196" cy="4055"/>
            </a:xfrm>
            <a:custGeom>
              <a:avLst/>
              <a:gdLst>
                <a:gd name="connsiteX0" fmla="*/ 5196 w 5196"/>
                <a:gd name="connsiteY0" fmla="*/ 2028 h 4055"/>
                <a:gd name="connsiteX1" fmla="*/ 2535 w 5196"/>
                <a:gd name="connsiteY1" fmla="*/ 4056 h 4055"/>
                <a:gd name="connsiteX2" fmla="*/ 0 w 5196"/>
                <a:gd name="connsiteY2" fmla="*/ 2028 h 4055"/>
                <a:gd name="connsiteX3" fmla="*/ 2535 w 5196"/>
                <a:gd name="connsiteY3" fmla="*/ 0 h 4055"/>
                <a:gd name="connsiteX4" fmla="*/ 5196 w 5196"/>
                <a:gd name="connsiteY4" fmla="*/ 2028 h 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96" h="4055">
                  <a:moveTo>
                    <a:pt x="5196" y="2028"/>
                  </a:moveTo>
                  <a:lnTo>
                    <a:pt x="2535" y="4056"/>
                  </a:lnTo>
                  <a:lnTo>
                    <a:pt x="0" y="2028"/>
                  </a:lnTo>
                  <a:lnTo>
                    <a:pt x="2535" y="0"/>
                  </a:lnTo>
                  <a:lnTo>
                    <a:pt x="5196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77" name="Freeform: Shape 5676">
              <a:extLst>
                <a:ext uri="{FF2B5EF4-FFF2-40B4-BE49-F238E27FC236}">
                  <a16:creationId xmlns:a16="http://schemas.microsoft.com/office/drawing/2014/main" id="{112918C4-30B6-62C6-D70A-22DA719576FF}"/>
                </a:ext>
              </a:extLst>
            </p:cNvPr>
            <p:cNvSpPr/>
            <p:nvPr/>
          </p:nvSpPr>
          <p:spPr>
            <a:xfrm>
              <a:off x="1554671" y="377830"/>
              <a:ext cx="4309" cy="3421"/>
            </a:xfrm>
            <a:custGeom>
              <a:avLst/>
              <a:gdLst>
                <a:gd name="connsiteX0" fmla="*/ 4309 w 4309"/>
                <a:gd name="connsiteY0" fmla="*/ 1648 h 3421"/>
                <a:gd name="connsiteX1" fmla="*/ 2154 w 4309"/>
                <a:gd name="connsiteY1" fmla="*/ 3422 h 3421"/>
                <a:gd name="connsiteX2" fmla="*/ 0 w 4309"/>
                <a:gd name="connsiteY2" fmla="*/ 1648 h 3421"/>
                <a:gd name="connsiteX3" fmla="*/ 2154 w 4309"/>
                <a:gd name="connsiteY3" fmla="*/ 0 h 3421"/>
                <a:gd name="connsiteX4" fmla="*/ 4309 w 4309"/>
                <a:gd name="connsiteY4" fmla="*/ 1648 h 3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9" h="3421">
                  <a:moveTo>
                    <a:pt x="4309" y="1648"/>
                  </a:moveTo>
                  <a:lnTo>
                    <a:pt x="2154" y="3422"/>
                  </a:lnTo>
                  <a:lnTo>
                    <a:pt x="0" y="1648"/>
                  </a:lnTo>
                  <a:lnTo>
                    <a:pt x="2154" y="0"/>
                  </a:lnTo>
                  <a:lnTo>
                    <a:pt x="4309" y="164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78" name="Freeform: Shape 5677">
              <a:extLst>
                <a:ext uri="{FF2B5EF4-FFF2-40B4-BE49-F238E27FC236}">
                  <a16:creationId xmlns:a16="http://schemas.microsoft.com/office/drawing/2014/main" id="{A53F2289-D353-76FA-B271-97D2CB0EF0C5}"/>
                </a:ext>
              </a:extLst>
            </p:cNvPr>
            <p:cNvSpPr/>
            <p:nvPr/>
          </p:nvSpPr>
          <p:spPr>
            <a:xfrm>
              <a:off x="1640724" y="299380"/>
              <a:ext cx="2914" cy="2407"/>
            </a:xfrm>
            <a:custGeom>
              <a:avLst/>
              <a:gdLst>
                <a:gd name="connsiteX0" fmla="*/ 2915 w 2914"/>
                <a:gd name="connsiteY0" fmla="*/ 1141 h 2407"/>
                <a:gd name="connsiteX1" fmla="*/ 1521 w 2914"/>
                <a:gd name="connsiteY1" fmla="*/ 2408 h 2407"/>
                <a:gd name="connsiteX2" fmla="*/ 0 w 2914"/>
                <a:gd name="connsiteY2" fmla="*/ 1141 h 2407"/>
                <a:gd name="connsiteX3" fmla="*/ 1521 w 2914"/>
                <a:gd name="connsiteY3" fmla="*/ 0 h 2407"/>
                <a:gd name="connsiteX4" fmla="*/ 2915 w 2914"/>
                <a:gd name="connsiteY4" fmla="*/ 1141 h 2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" h="2407">
                  <a:moveTo>
                    <a:pt x="2915" y="1141"/>
                  </a:moveTo>
                  <a:lnTo>
                    <a:pt x="1521" y="2408"/>
                  </a:lnTo>
                  <a:lnTo>
                    <a:pt x="0" y="1141"/>
                  </a:lnTo>
                  <a:lnTo>
                    <a:pt x="1521" y="0"/>
                  </a:lnTo>
                  <a:lnTo>
                    <a:pt x="2915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79" name="Freeform: Shape 5678">
              <a:extLst>
                <a:ext uri="{FF2B5EF4-FFF2-40B4-BE49-F238E27FC236}">
                  <a16:creationId xmlns:a16="http://schemas.microsoft.com/office/drawing/2014/main" id="{A3FF821B-2F51-1078-0198-2C04920B819F}"/>
                </a:ext>
              </a:extLst>
            </p:cNvPr>
            <p:cNvSpPr/>
            <p:nvPr/>
          </p:nvSpPr>
          <p:spPr>
            <a:xfrm>
              <a:off x="1728933" y="222578"/>
              <a:ext cx="1394" cy="1140"/>
            </a:xfrm>
            <a:custGeom>
              <a:avLst/>
              <a:gdLst>
                <a:gd name="connsiteX0" fmla="*/ 1394 w 1394"/>
                <a:gd name="connsiteY0" fmla="*/ 507 h 1140"/>
                <a:gd name="connsiteX1" fmla="*/ 760 w 1394"/>
                <a:gd name="connsiteY1" fmla="*/ 1141 h 1140"/>
                <a:gd name="connsiteX2" fmla="*/ 0 w 1394"/>
                <a:gd name="connsiteY2" fmla="*/ 507 h 1140"/>
                <a:gd name="connsiteX3" fmla="*/ 760 w 1394"/>
                <a:gd name="connsiteY3" fmla="*/ 0 h 1140"/>
                <a:gd name="connsiteX4" fmla="*/ 1394 w 1394"/>
                <a:gd name="connsiteY4" fmla="*/ 507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" h="1140">
                  <a:moveTo>
                    <a:pt x="1394" y="507"/>
                  </a:moveTo>
                  <a:lnTo>
                    <a:pt x="760" y="1141"/>
                  </a:lnTo>
                  <a:lnTo>
                    <a:pt x="0" y="507"/>
                  </a:lnTo>
                  <a:lnTo>
                    <a:pt x="760" y="0"/>
                  </a:lnTo>
                  <a:lnTo>
                    <a:pt x="1394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80" name="Freeform: Shape 5679">
              <a:extLst>
                <a:ext uri="{FF2B5EF4-FFF2-40B4-BE49-F238E27FC236}">
                  <a16:creationId xmlns:a16="http://schemas.microsoft.com/office/drawing/2014/main" id="{9C20FD29-7989-40CB-2DFF-2904CE7B3815}"/>
                </a:ext>
              </a:extLst>
            </p:cNvPr>
            <p:cNvSpPr/>
            <p:nvPr/>
          </p:nvSpPr>
          <p:spPr>
            <a:xfrm>
              <a:off x="1819042" y="147044"/>
              <a:ext cx="633" cy="380"/>
            </a:xfrm>
            <a:custGeom>
              <a:avLst/>
              <a:gdLst>
                <a:gd name="connsiteX0" fmla="*/ 634 w 633"/>
                <a:gd name="connsiteY0" fmla="*/ 253 h 380"/>
                <a:gd name="connsiteX1" fmla="*/ 254 w 633"/>
                <a:gd name="connsiteY1" fmla="*/ 380 h 380"/>
                <a:gd name="connsiteX2" fmla="*/ 0 w 633"/>
                <a:gd name="connsiteY2" fmla="*/ 253 h 380"/>
                <a:gd name="connsiteX3" fmla="*/ 254 w 633"/>
                <a:gd name="connsiteY3" fmla="*/ 0 h 380"/>
                <a:gd name="connsiteX4" fmla="*/ 634 w 633"/>
                <a:gd name="connsiteY4" fmla="*/ 253 h 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" h="380">
                  <a:moveTo>
                    <a:pt x="634" y="253"/>
                  </a:moveTo>
                  <a:lnTo>
                    <a:pt x="254" y="380"/>
                  </a:lnTo>
                  <a:lnTo>
                    <a:pt x="0" y="253"/>
                  </a:lnTo>
                  <a:lnTo>
                    <a:pt x="254" y="0"/>
                  </a:lnTo>
                  <a:lnTo>
                    <a:pt x="634" y="25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81" name="Freeform: Shape 5680">
              <a:extLst>
                <a:ext uri="{FF2B5EF4-FFF2-40B4-BE49-F238E27FC236}">
                  <a16:creationId xmlns:a16="http://schemas.microsoft.com/office/drawing/2014/main" id="{D6A97D54-9A80-AB4F-26AB-271FBA9CBCB0}"/>
                </a:ext>
              </a:extLst>
            </p:cNvPr>
            <p:cNvSpPr/>
            <p:nvPr/>
          </p:nvSpPr>
          <p:spPr>
            <a:xfrm>
              <a:off x="10385506" y="53386"/>
              <a:ext cx="49680" cy="39288"/>
            </a:xfrm>
            <a:custGeom>
              <a:avLst/>
              <a:gdLst>
                <a:gd name="connsiteX0" fmla="*/ 49680 w 49680"/>
                <a:gd name="connsiteY0" fmla="*/ 19644 h 39288"/>
                <a:gd name="connsiteX1" fmla="*/ 24840 w 49680"/>
                <a:gd name="connsiteY1" fmla="*/ 39288 h 39288"/>
                <a:gd name="connsiteX2" fmla="*/ 0 w 49680"/>
                <a:gd name="connsiteY2" fmla="*/ 19644 h 39288"/>
                <a:gd name="connsiteX3" fmla="*/ 24840 w 49680"/>
                <a:gd name="connsiteY3" fmla="*/ 0 h 39288"/>
                <a:gd name="connsiteX4" fmla="*/ 49680 w 49680"/>
                <a:gd name="connsiteY4" fmla="*/ 19644 h 39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680" h="39288">
                  <a:moveTo>
                    <a:pt x="49680" y="19644"/>
                  </a:moveTo>
                  <a:cubicBezTo>
                    <a:pt x="49680" y="30543"/>
                    <a:pt x="38654" y="39288"/>
                    <a:pt x="24840" y="39288"/>
                  </a:cubicBezTo>
                  <a:cubicBezTo>
                    <a:pt x="11026" y="39288"/>
                    <a:pt x="0" y="30417"/>
                    <a:pt x="0" y="19644"/>
                  </a:cubicBezTo>
                  <a:cubicBezTo>
                    <a:pt x="0" y="8872"/>
                    <a:pt x="11153" y="0"/>
                    <a:pt x="24840" y="0"/>
                  </a:cubicBezTo>
                  <a:cubicBezTo>
                    <a:pt x="38527" y="0"/>
                    <a:pt x="49680" y="8872"/>
                    <a:pt x="49680" y="1964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82" name="Freeform: Shape 5681">
              <a:extLst>
                <a:ext uri="{FF2B5EF4-FFF2-40B4-BE49-F238E27FC236}">
                  <a16:creationId xmlns:a16="http://schemas.microsoft.com/office/drawing/2014/main" id="{AAEAE581-26E2-EB78-41DE-EC5DF916F01F}"/>
                </a:ext>
              </a:extLst>
            </p:cNvPr>
            <p:cNvSpPr/>
            <p:nvPr/>
          </p:nvSpPr>
          <p:spPr>
            <a:xfrm>
              <a:off x="10476882" y="127400"/>
              <a:ext cx="50187" cy="39795"/>
            </a:xfrm>
            <a:custGeom>
              <a:avLst/>
              <a:gdLst>
                <a:gd name="connsiteX0" fmla="*/ 50188 w 50187"/>
                <a:gd name="connsiteY0" fmla="*/ 19898 h 39795"/>
                <a:gd name="connsiteX1" fmla="*/ 25094 w 50187"/>
                <a:gd name="connsiteY1" fmla="*/ 39795 h 39795"/>
                <a:gd name="connsiteX2" fmla="*/ 0 w 50187"/>
                <a:gd name="connsiteY2" fmla="*/ 19898 h 39795"/>
                <a:gd name="connsiteX3" fmla="*/ 25094 w 50187"/>
                <a:gd name="connsiteY3" fmla="*/ 0 h 39795"/>
                <a:gd name="connsiteX4" fmla="*/ 50188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8" y="19898"/>
                  </a:moveTo>
                  <a:cubicBezTo>
                    <a:pt x="50188" y="30797"/>
                    <a:pt x="39035" y="39795"/>
                    <a:pt x="25094" y="39795"/>
                  </a:cubicBezTo>
                  <a:cubicBezTo>
                    <a:pt x="11153" y="39795"/>
                    <a:pt x="0" y="30924"/>
                    <a:pt x="0" y="19898"/>
                  </a:cubicBezTo>
                  <a:cubicBezTo>
                    <a:pt x="0" y="8872"/>
                    <a:pt x="11280" y="0"/>
                    <a:pt x="25094" y="0"/>
                  </a:cubicBezTo>
                  <a:cubicBezTo>
                    <a:pt x="38908" y="0"/>
                    <a:pt x="50188" y="8872"/>
                    <a:pt x="50188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83" name="Freeform: Shape 5682">
              <a:extLst>
                <a:ext uri="{FF2B5EF4-FFF2-40B4-BE49-F238E27FC236}">
                  <a16:creationId xmlns:a16="http://schemas.microsoft.com/office/drawing/2014/main" id="{0357E69A-0896-B962-0848-79AE863AEC87}"/>
                </a:ext>
              </a:extLst>
            </p:cNvPr>
            <p:cNvSpPr/>
            <p:nvPr/>
          </p:nvSpPr>
          <p:spPr>
            <a:xfrm>
              <a:off x="10566739" y="203568"/>
              <a:ext cx="49680" cy="39288"/>
            </a:xfrm>
            <a:custGeom>
              <a:avLst/>
              <a:gdLst>
                <a:gd name="connsiteX0" fmla="*/ 49680 w 49680"/>
                <a:gd name="connsiteY0" fmla="*/ 19644 h 39288"/>
                <a:gd name="connsiteX1" fmla="*/ 24840 w 49680"/>
                <a:gd name="connsiteY1" fmla="*/ 39288 h 39288"/>
                <a:gd name="connsiteX2" fmla="*/ 0 w 49680"/>
                <a:gd name="connsiteY2" fmla="*/ 19644 h 39288"/>
                <a:gd name="connsiteX3" fmla="*/ 24840 w 49680"/>
                <a:gd name="connsiteY3" fmla="*/ 0 h 39288"/>
                <a:gd name="connsiteX4" fmla="*/ 49680 w 49680"/>
                <a:gd name="connsiteY4" fmla="*/ 19644 h 39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680" h="39288">
                  <a:moveTo>
                    <a:pt x="49680" y="19644"/>
                  </a:moveTo>
                  <a:cubicBezTo>
                    <a:pt x="49680" y="30543"/>
                    <a:pt x="38527" y="39288"/>
                    <a:pt x="24840" y="39288"/>
                  </a:cubicBezTo>
                  <a:cubicBezTo>
                    <a:pt x="11153" y="39288"/>
                    <a:pt x="0" y="30417"/>
                    <a:pt x="0" y="19644"/>
                  </a:cubicBezTo>
                  <a:cubicBezTo>
                    <a:pt x="0" y="8872"/>
                    <a:pt x="11153" y="0"/>
                    <a:pt x="24840" y="0"/>
                  </a:cubicBezTo>
                  <a:cubicBezTo>
                    <a:pt x="38527" y="0"/>
                    <a:pt x="49680" y="8872"/>
                    <a:pt x="49680" y="1964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84" name="Freeform: Shape 5683">
              <a:extLst>
                <a:ext uri="{FF2B5EF4-FFF2-40B4-BE49-F238E27FC236}">
                  <a16:creationId xmlns:a16="http://schemas.microsoft.com/office/drawing/2014/main" id="{E512BC2A-BB43-A7F5-8E65-6B169D8954C2}"/>
                </a:ext>
              </a:extLst>
            </p:cNvPr>
            <p:cNvSpPr/>
            <p:nvPr/>
          </p:nvSpPr>
          <p:spPr>
            <a:xfrm>
              <a:off x="10654313" y="281004"/>
              <a:ext cx="49681" cy="39288"/>
            </a:xfrm>
            <a:custGeom>
              <a:avLst/>
              <a:gdLst>
                <a:gd name="connsiteX0" fmla="*/ 49681 w 49681"/>
                <a:gd name="connsiteY0" fmla="*/ 19644 h 39288"/>
                <a:gd name="connsiteX1" fmla="*/ 24841 w 49681"/>
                <a:gd name="connsiteY1" fmla="*/ 39288 h 39288"/>
                <a:gd name="connsiteX2" fmla="*/ 0 w 49681"/>
                <a:gd name="connsiteY2" fmla="*/ 19644 h 39288"/>
                <a:gd name="connsiteX3" fmla="*/ 24841 w 49681"/>
                <a:gd name="connsiteY3" fmla="*/ 0 h 39288"/>
                <a:gd name="connsiteX4" fmla="*/ 49681 w 49681"/>
                <a:gd name="connsiteY4" fmla="*/ 19644 h 39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681" h="39288">
                  <a:moveTo>
                    <a:pt x="49681" y="19644"/>
                  </a:moveTo>
                  <a:cubicBezTo>
                    <a:pt x="49681" y="30543"/>
                    <a:pt x="38528" y="39288"/>
                    <a:pt x="24841" y="39288"/>
                  </a:cubicBezTo>
                  <a:cubicBezTo>
                    <a:pt x="11153" y="39288"/>
                    <a:pt x="0" y="30417"/>
                    <a:pt x="0" y="19644"/>
                  </a:cubicBezTo>
                  <a:cubicBezTo>
                    <a:pt x="0" y="8872"/>
                    <a:pt x="11153" y="0"/>
                    <a:pt x="24841" y="0"/>
                  </a:cubicBezTo>
                  <a:cubicBezTo>
                    <a:pt x="38528" y="0"/>
                    <a:pt x="49681" y="8872"/>
                    <a:pt x="49681" y="1964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85" name="Freeform: Shape 5684">
              <a:extLst>
                <a:ext uri="{FF2B5EF4-FFF2-40B4-BE49-F238E27FC236}">
                  <a16:creationId xmlns:a16="http://schemas.microsoft.com/office/drawing/2014/main" id="{C0E5F010-D825-6489-31B9-4CC43554EAD5}"/>
                </a:ext>
              </a:extLst>
            </p:cNvPr>
            <p:cNvSpPr/>
            <p:nvPr/>
          </p:nvSpPr>
          <p:spPr>
            <a:xfrm>
              <a:off x="10739607" y="359960"/>
              <a:ext cx="49680" cy="39288"/>
            </a:xfrm>
            <a:custGeom>
              <a:avLst/>
              <a:gdLst>
                <a:gd name="connsiteX0" fmla="*/ 49680 w 49680"/>
                <a:gd name="connsiteY0" fmla="*/ 19644 h 39288"/>
                <a:gd name="connsiteX1" fmla="*/ 24840 w 49680"/>
                <a:gd name="connsiteY1" fmla="*/ 39288 h 39288"/>
                <a:gd name="connsiteX2" fmla="*/ 0 w 49680"/>
                <a:gd name="connsiteY2" fmla="*/ 19644 h 39288"/>
                <a:gd name="connsiteX3" fmla="*/ 24840 w 49680"/>
                <a:gd name="connsiteY3" fmla="*/ 0 h 39288"/>
                <a:gd name="connsiteX4" fmla="*/ 49680 w 49680"/>
                <a:gd name="connsiteY4" fmla="*/ 19644 h 39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680" h="39288">
                  <a:moveTo>
                    <a:pt x="49680" y="19644"/>
                  </a:moveTo>
                  <a:cubicBezTo>
                    <a:pt x="49680" y="30543"/>
                    <a:pt x="38527" y="39288"/>
                    <a:pt x="24840" y="39288"/>
                  </a:cubicBezTo>
                  <a:cubicBezTo>
                    <a:pt x="11153" y="39288"/>
                    <a:pt x="0" y="30417"/>
                    <a:pt x="0" y="19644"/>
                  </a:cubicBezTo>
                  <a:cubicBezTo>
                    <a:pt x="0" y="8872"/>
                    <a:pt x="11153" y="0"/>
                    <a:pt x="24840" y="0"/>
                  </a:cubicBezTo>
                  <a:cubicBezTo>
                    <a:pt x="38527" y="0"/>
                    <a:pt x="49680" y="8872"/>
                    <a:pt x="49680" y="1964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86" name="Freeform: Shape 5685">
              <a:extLst>
                <a:ext uri="{FF2B5EF4-FFF2-40B4-BE49-F238E27FC236}">
                  <a16:creationId xmlns:a16="http://schemas.microsoft.com/office/drawing/2014/main" id="{27BE0147-2A15-D0B6-4285-820367F3659D}"/>
                </a:ext>
              </a:extLst>
            </p:cNvPr>
            <p:cNvSpPr/>
            <p:nvPr/>
          </p:nvSpPr>
          <p:spPr>
            <a:xfrm>
              <a:off x="10823252" y="440564"/>
              <a:ext cx="48919" cy="38781"/>
            </a:xfrm>
            <a:custGeom>
              <a:avLst/>
              <a:gdLst>
                <a:gd name="connsiteX0" fmla="*/ 48920 w 48919"/>
                <a:gd name="connsiteY0" fmla="*/ 19391 h 38781"/>
                <a:gd name="connsiteX1" fmla="*/ 24460 w 48919"/>
                <a:gd name="connsiteY1" fmla="*/ 38781 h 38781"/>
                <a:gd name="connsiteX2" fmla="*/ 0 w 48919"/>
                <a:gd name="connsiteY2" fmla="*/ 19391 h 38781"/>
                <a:gd name="connsiteX3" fmla="*/ 24460 w 48919"/>
                <a:gd name="connsiteY3" fmla="*/ 0 h 38781"/>
                <a:gd name="connsiteX4" fmla="*/ 48920 w 48919"/>
                <a:gd name="connsiteY4" fmla="*/ 19391 h 38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919" h="38781">
                  <a:moveTo>
                    <a:pt x="48920" y="19391"/>
                  </a:moveTo>
                  <a:cubicBezTo>
                    <a:pt x="48920" y="30036"/>
                    <a:pt x="38021" y="38781"/>
                    <a:pt x="24460" y="38781"/>
                  </a:cubicBezTo>
                  <a:cubicBezTo>
                    <a:pt x="10899" y="38781"/>
                    <a:pt x="0" y="30036"/>
                    <a:pt x="0" y="19391"/>
                  </a:cubicBezTo>
                  <a:cubicBezTo>
                    <a:pt x="0" y="8745"/>
                    <a:pt x="10899" y="0"/>
                    <a:pt x="24460" y="0"/>
                  </a:cubicBezTo>
                  <a:cubicBezTo>
                    <a:pt x="38021" y="0"/>
                    <a:pt x="48920" y="8745"/>
                    <a:pt x="48920" y="193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87" name="Freeform: Shape 5686">
              <a:extLst>
                <a:ext uri="{FF2B5EF4-FFF2-40B4-BE49-F238E27FC236}">
                  <a16:creationId xmlns:a16="http://schemas.microsoft.com/office/drawing/2014/main" id="{B2309D7F-42CB-C79E-39C4-AB36A1DAA5B4}"/>
                </a:ext>
              </a:extLst>
            </p:cNvPr>
            <p:cNvSpPr/>
            <p:nvPr/>
          </p:nvSpPr>
          <p:spPr>
            <a:xfrm>
              <a:off x="10903856" y="522182"/>
              <a:ext cx="49681" cy="39288"/>
            </a:xfrm>
            <a:custGeom>
              <a:avLst/>
              <a:gdLst>
                <a:gd name="connsiteX0" fmla="*/ 49681 w 49681"/>
                <a:gd name="connsiteY0" fmla="*/ 19644 h 39288"/>
                <a:gd name="connsiteX1" fmla="*/ 24841 w 49681"/>
                <a:gd name="connsiteY1" fmla="*/ 39288 h 39288"/>
                <a:gd name="connsiteX2" fmla="*/ 0 w 49681"/>
                <a:gd name="connsiteY2" fmla="*/ 19644 h 39288"/>
                <a:gd name="connsiteX3" fmla="*/ 24841 w 49681"/>
                <a:gd name="connsiteY3" fmla="*/ 0 h 39288"/>
                <a:gd name="connsiteX4" fmla="*/ 49681 w 49681"/>
                <a:gd name="connsiteY4" fmla="*/ 19644 h 39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681" h="39288">
                  <a:moveTo>
                    <a:pt x="49681" y="19644"/>
                  </a:moveTo>
                  <a:cubicBezTo>
                    <a:pt x="49681" y="30543"/>
                    <a:pt x="38528" y="39288"/>
                    <a:pt x="24841" y="39288"/>
                  </a:cubicBezTo>
                  <a:cubicBezTo>
                    <a:pt x="11153" y="39288"/>
                    <a:pt x="0" y="30417"/>
                    <a:pt x="0" y="19644"/>
                  </a:cubicBezTo>
                  <a:cubicBezTo>
                    <a:pt x="0" y="8872"/>
                    <a:pt x="11153" y="0"/>
                    <a:pt x="24841" y="0"/>
                  </a:cubicBezTo>
                  <a:cubicBezTo>
                    <a:pt x="38528" y="0"/>
                    <a:pt x="49681" y="8872"/>
                    <a:pt x="49681" y="1964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88" name="Freeform: Shape 5687">
              <a:extLst>
                <a:ext uri="{FF2B5EF4-FFF2-40B4-BE49-F238E27FC236}">
                  <a16:creationId xmlns:a16="http://schemas.microsoft.com/office/drawing/2014/main" id="{275D67BB-A87E-233A-0147-72F48334BC4A}"/>
                </a:ext>
              </a:extLst>
            </p:cNvPr>
            <p:cNvSpPr/>
            <p:nvPr/>
          </p:nvSpPr>
          <p:spPr>
            <a:xfrm>
              <a:off x="10982432" y="605321"/>
              <a:ext cx="49680" cy="39288"/>
            </a:xfrm>
            <a:custGeom>
              <a:avLst/>
              <a:gdLst>
                <a:gd name="connsiteX0" fmla="*/ 49680 w 49680"/>
                <a:gd name="connsiteY0" fmla="*/ 19644 h 39288"/>
                <a:gd name="connsiteX1" fmla="*/ 24841 w 49680"/>
                <a:gd name="connsiteY1" fmla="*/ 39288 h 39288"/>
                <a:gd name="connsiteX2" fmla="*/ 0 w 49680"/>
                <a:gd name="connsiteY2" fmla="*/ 19644 h 39288"/>
                <a:gd name="connsiteX3" fmla="*/ 24841 w 49680"/>
                <a:gd name="connsiteY3" fmla="*/ 0 h 39288"/>
                <a:gd name="connsiteX4" fmla="*/ 49680 w 49680"/>
                <a:gd name="connsiteY4" fmla="*/ 19644 h 39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680" h="39288">
                  <a:moveTo>
                    <a:pt x="49680" y="19644"/>
                  </a:moveTo>
                  <a:cubicBezTo>
                    <a:pt x="49680" y="30543"/>
                    <a:pt x="38527" y="39288"/>
                    <a:pt x="24841" y="39288"/>
                  </a:cubicBezTo>
                  <a:cubicBezTo>
                    <a:pt x="11153" y="39288"/>
                    <a:pt x="0" y="30417"/>
                    <a:pt x="0" y="19644"/>
                  </a:cubicBezTo>
                  <a:cubicBezTo>
                    <a:pt x="0" y="8872"/>
                    <a:pt x="11153" y="0"/>
                    <a:pt x="24841" y="0"/>
                  </a:cubicBezTo>
                  <a:cubicBezTo>
                    <a:pt x="38527" y="0"/>
                    <a:pt x="49680" y="8872"/>
                    <a:pt x="49680" y="1964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89" name="Freeform: Shape 5688">
              <a:extLst>
                <a:ext uri="{FF2B5EF4-FFF2-40B4-BE49-F238E27FC236}">
                  <a16:creationId xmlns:a16="http://schemas.microsoft.com/office/drawing/2014/main" id="{FB006860-D527-4B83-DF06-ACB58231C04E}"/>
                </a:ext>
              </a:extLst>
            </p:cNvPr>
            <p:cNvSpPr/>
            <p:nvPr/>
          </p:nvSpPr>
          <p:spPr>
            <a:xfrm>
              <a:off x="11059234" y="690107"/>
              <a:ext cx="48919" cy="38781"/>
            </a:xfrm>
            <a:custGeom>
              <a:avLst/>
              <a:gdLst>
                <a:gd name="connsiteX0" fmla="*/ 48920 w 48919"/>
                <a:gd name="connsiteY0" fmla="*/ 19391 h 38781"/>
                <a:gd name="connsiteX1" fmla="*/ 24460 w 48919"/>
                <a:gd name="connsiteY1" fmla="*/ 38781 h 38781"/>
                <a:gd name="connsiteX2" fmla="*/ 0 w 48919"/>
                <a:gd name="connsiteY2" fmla="*/ 19391 h 38781"/>
                <a:gd name="connsiteX3" fmla="*/ 24460 w 48919"/>
                <a:gd name="connsiteY3" fmla="*/ 0 h 38781"/>
                <a:gd name="connsiteX4" fmla="*/ 48920 w 48919"/>
                <a:gd name="connsiteY4" fmla="*/ 19391 h 38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919" h="38781">
                  <a:moveTo>
                    <a:pt x="48920" y="19391"/>
                  </a:moveTo>
                  <a:cubicBezTo>
                    <a:pt x="48920" y="30036"/>
                    <a:pt x="38021" y="38781"/>
                    <a:pt x="24460" y="38781"/>
                  </a:cubicBezTo>
                  <a:cubicBezTo>
                    <a:pt x="10899" y="38781"/>
                    <a:pt x="0" y="30036"/>
                    <a:pt x="0" y="19391"/>
                  </a:cubicBezTo>
                  <a:cubicBezTo>
                    <a:pt x="0" y="8745"/>
                    <a:pt x="10899" y="0"/>
                    <a:pt x="24460" y="0"/>
                  </a:cubicBezTo>
                  <a:cubicBezTo>
                    <a:pt x="38021" y="0"/>
                    <a:pt x="48920" y="8745"/>
                    <a:pt x="48920" y="193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90" name="Freeform: Shape 5689">
              <a:extLst>
                <a:ext uri="{FF2B5EF4-FFF2-40B4-BE49-F238E27FC236}">
                  <a16:creationId xmlns:a16="http://schemas.microsoft.com/office/drawing/2014/main" id="{65EDDE0A-50F3-7CA4-4AF3-91035FCFC52A}"/>
                </a:ext>
              </a:extLst>
            </p:cNvPr>
            <p:cNvSpPr/>
            <p:nvPr/>
          </p:nvSpPr>
          <p:spPr>
            <a:xfrm>
              <a:off x="11133249" y="776034"/>
              <a:ext cx="48919" cy="38781"/>
            </a:xfrm>
            <a:custGeom>
              <a:avLst/>
              <a:gdLst>
                <a:gd name="connsiteX0" fmla="*/ 48920 w 48919"/>
                <a:gd name="connsiteY0" fmla="*/ 19391 h 38781"/>
                <a:gd name="connsiteX1" fmla="*/ 24460 w 48919"/>
                <a:gd name="connsiteY1" fmla="*/ 38781 h 38781"/>
                <a:gd name="connsiteX2" fmla="*/ 0 w 48919"/>
                <a:gd name="connsiteY2" fmla="*/ 19391 h 38781"/>
                <a:gd name="connsiteX3" fmla="*/ 24460 w 48919"/>
                <a:gd name="connsiteY3" fmla="*/ 0 h 38781"/>
                <a:gd name="connsiteX4" fmla="*/ 48920 w 48919"/>
                <a:gd name="connsiteY4" fmla="*/ 19391 h 38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919" h="38781">
                  <a:moveTo>
                    <a:pt x="48920" y="19391"/>
                  </a:moveTo>
                  <a:cubicBezTo>
                    <a:pt x="48920" y="30036"/>
                    <a:pt x="38021" y="38781"/>
                    <a:pt x="24460" y="38781"/>
                  </a:cubicBezTo>
                  <a:cubicBezTo>
                    <a:pt x="10899" y="38781"/>
                    <a:pt x="0" y="30036"/>
                    <a:pt x="0" y="19391"/>
                  </a:cubicBezTo>
                  <a:cubicBezTo>
                    <a:pt x="0" y="8745"/>
                    <a:pt x="10899" y="0"/>
                    <a:pt x="24460" y="0"/>
                  </a:cubicBezTo>
                  <a:cubicBezTo>
                    <a:pt x="38021" y="0"/>
                    <a:pt x="48920" y="8745"/>
                    <a:pt x="48920" y="193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91" name="Freeform: Shape 5690">
              <a:extLst>
                <a:ext uri="{FF2B5EF4-FFF2-40B4-BE49-F238E27FC236}">
                  <a16:creationId xmlns:a16="http://schemas.microsoft.com/office/drawing/2014/main" id="{0F30F97D-DB90-7EA6-CECA-9BF4D20B1BF4}"/>
                </a:ext>
              </a:extLst>
            </p:cNvPr>
            <p:cNvSpPr/>
            <p:nvPr/>
          </p:nvSpPr>
          <p:spPr>
            <a:xfrm>
              <a:off x="11205361" y="863482"/>
              <a:ext cx="47905" cy="38020"/>
            </a:xfrm>
            <a:custGeom>
              <a:avLst/>
              <a:gdLst>
                <a:gd name="connsiteX0" fmla="*/ 47906 w 47905"/>
                <a:gd name="connsiteY0" fmla="*/ 19010 h 38020"/>
                <a:gd name="connsiteX1" fmla="*/ 23953 w 47905"/>
                <a:gd name="connsiteY1" fmla="*/ 38021 h 38020"/>
                <a:gd name="connsiteX2" fmla="*/ 0 w 47905"/>
                <a:gd name="connsiteY2" fmla="*/ 19010 h 38020"/>
                <a:gd name="connsiteX3" fmla="*/ 23953 w 47905"/>
                <a:gd name="connsiteY3" fmla="*/ 0 h 38020"/>
                <a:gd name="connsiteX4" fmla="*/ 47906 w 47905"/>
                <a:gd name="connsiteY4" fmla="*/ 19010 h 38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905" h="38020">
                  <a:moveTo>
                    <a:pt x="47906" y="19010"/>
                  </a:moveTo>
                  <a:cubicBezTo>
                    <a:pt x="47906" y="29530"/>
                    <a:pt x="37134" y="38021"/>
                    <a:pt x="23953" y="38021"/>
                  </a:cubicBezTo>
                  <a:cubicBezTo>
                    <a:pt x="10772" y="38021"/>
                    <a:pt x="0" y="29530"/>
                    <a:pt x="0" y="19010"/>
                  </a:cubicBezTo>
                  <a:cubicBezTo>
                    <a:pt x="0" y="8491"/>
                    <a:pt x="10772" y="0"/>
                    <a:pt x="23953" y="0"/>
                  </a:cubicBezTo>
                  <a:cubicBezTo>
                    <a:pt x="37134" y="0"/>
                    <a:pt x="47906" y="8491"/>
                    <a:pt x="47906" y="1901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92" name="Freeform: Shape 5691">
              <a:extLst>
                <a:ext uri="{FF2B5EF4-FFF2-40B4-BE49-F238E27FC236}">
                  <a16:creationId xmlns:a16="http://schemas.microsoft.com/office/drawing/2014/main" id="{3253ED5D-9132-FFA4-B576-DD2B13A54AD7}"/>
                </a:ext>
              </a:extLst>
            </p:cNvPr>
            <p:cNvSpPr/>
            <p:nvPr/>
          </p:nvSpPr>
          <p:spPr>
            <a:xfrm>
              <a:off x="11274686" y="951817"/>
              <a:ext cx="47906" cy="38020"/>
            </a:xfrm>
            <a:custGeom>
              <a:avLst/>
              <a:gdLst>
                <a:gd name="connsiteX0" fmla="*/ 47907 w 47906"/>
                <a:gd name="connsiteY0" fmla="*/ 19010 h 38020"/>
                <a:gd name="connsiteX1" fmla="*/ 23953 w 47906"/>
                <a:gd name="connsiteY1" fmla="*/ 38021 h 38020"/>
                <a:gd name="connsiteX2" fmla="*/ 0 w 47906"/>
                <a:gd name="connsiteY2" fmla="*/ 19010 h 38020"/>
                <a:gd name="connsiteX3" fmla="*/ 23953 w 47906"/>
                <a:gd name="connsiteY3" fmla="*/ 0 h 38020"/>
                <a:gd name="connsiteX4" fmla="*/ 47907 w 47906"/>
                <a:gd name="connsiteY4" fmla="*/ 19010 h 38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906" h="38020">
                  <a:moveTo>
                    <a:pt x="47907" y="19010"/>
                  </a:moveTo>
                  <a:cubicBezTo>
                    <a:pt x="47907" y="29530"/>
                    <a:pt x="37134" y="38021"/>
                    <a:pt x="23953" y="38021"/>
                  </a:cubicBezTo>
                  <a:cubicBezTo>
                    <a:pt x="10772" y="38021"/>
                    <a:pt x="0" y="29530"/>
                    <a:pt x="0" y="19010"/>
                  </a:cubicBezTo>
                  <a:cubicBezTo>
                    <a:pt x="0" y="8491"/>
                    <a:pt x="10772" y="0"/>
                    <a:pt x="23953" y="0"/>
                  </a:cubicBezTo>
                  <a:cubicBezTo>
                    <a:pt x="37134" y="0"/>
                    <a:pt x="47907" y="8491"/>
                    <a:pt x="47907" y="1901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93" name="Freeform: Shape 5692">
              <a:extLst>
                <a:ext uri="{FF2B5EF4-FFF2-40B4-BE49-F238E27FC236}">
                  <a16:creationId xmlns:a16="http://schemas.microsoft.com/office/drawing/2014/main" id="{E6D0F1AD-C0DB-AA83-C22C-B04770C9521A}"/>
                </a:ext>
              </a:extLst>
            </p:cNvPr>
            <p:cNvSpPr/>
            <p:nvPr/>
          </p:nvSpPr>
          <p:spPr>
            <a:xfrm>
              <a:off x="11341476" y="1041293"/>
              <a:ext cx="47905" cy="38020"/>
            </a:xfrm>
            <a:custGeom>
              <a:avLst/>
              <a:gdLst>
                <a:gd name="connsiteX0" fmla="*/ 47906 w 47905"/>
                <a:gd name="connsiteY0" fmla="*/ 19010 h 38020"/>
                <a:gd name="connsiteX1" fmla="*/ 23953 w 47905"/>
                <a:gd name="connsiteY1" fmla="*/ 38021 h 38020"/>
                <a:gd name="connsiteX2" fmla="*/ 0 w 47905"/>
                <a:gd name="connsiteY2" fmla="*/ 19010 h 38020"/>
                <a:gd name="connsiteX3" fmla="*/ 23953 w 47905"/>
                <a:gd name="connsiteY3" fmla="*/ 0 h 38020"/>
                <a:gd name="connsiteX4" fmla="*/ 47906 w 47905"/>
                <a:gd name="connsiteY4" fmla="*/ 19010 h 38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905" h="38020">
                  <a:moveTo>
                    <a:pt x="47906" y="19010"/>
                  </a:moveTo>
                  <a:cubicBezTo>
                    <a:pt x="47906" y="29530"/>
                    <a:pt x="37134" y="38021"/>
                    <a:pt x="23953" y="38021"/>
                  </a:cubicBezTo>
                  <a:cubicBezTo>
                    <a:pt x="10772" y="38021"/>
                    <a:pt x="0" y="29530"/>
                    <a:pt x="0" y="19010"/>
                  </a:cubicBezTo>
                  <a:cubicBezTo>
                    <a:pt x="0" y="8491"/>
                    <a:pt x="10772" y="0"/>
                    <a:pt x="23953" y="0"/>
                  </a:cubicBezTo>
                  <a:cubicBezTo>
                    <a:pt x="37134" y="0"/>
                    <a:pt x="47906" y="8491"/>
                    <a:pt x="47906" y="1901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94" name="Freeform: Shape 5693">
              <a:extLst>
                <a:ext uri="{FF2B5EF4-FFF2-40B4-BE49-F238E27FC236}">
                  <a16:creationId xmlns:a16="http://schemas.microsoft.com/office/drawing/2014/main" id="{B302461E-B404-78DB-1B80-27776BF1225F}"/>
                </a:ext>
              </a:extLst>
            </p:cNvPr>
            <p:cNvSpPr/>
            <p:nvPr/>
          </p:nvSpPr>
          <p:spPr>
            <a:xfrm>
              <a:off x="11406111" y="1132162"/>
              <a:ext cx="47146" cy="37513"/>
            </a:xfrm>
            <a:custGeom>
              <a:avLst/>
              <a:gdLst>
                <a:gd name="connsiteX0" fmla="*/ 47146 w 47146"/>
                <a:gd name="connsiteY0" fmla="*/ 18757 h 37513"/>
                <a:gd name="connsiteX1" fmla="*/ 23573 w 47146"/>
                <a:gd name="connsiteY1" fmla="*/ 37514 h 37513"/>
                <a:gd name="connsiteX2" fmla="*/ 0 w 47146"/>
                <a:gd name="connsiteY2" fmla="*/ 18757 h 37513"/>
                <a:gd name="connsiteX3" fmla="*/ 23573 w 47146"/>
                <a:gd name="connsiteY3" fmla="*/ 0 h 37513"/>
                <a:gd name="connsiteX4" fmla="*/ 47146 w 47146"/>
                <a:gd name="connsiteY4" fmla="*/ 18757 h 37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146" h="37513">
                  <a:moveTo>
                    <a:pt x="47146" y="18757"/>
                  </a:moveTo>
                  <a:cubicBezTo>
                    <a:pt x="47146" y="29149"/>
                    <a:pt x="36627" y="37514"/>
                    <a:pt x="23573" y="37514"/>
                  </a:cubicBezTo>
                  <a:cubicBezTo>
                    <a:pt x="10519" y="37514"/>
                    <a:pt x="0" y="29149"/>
                    <a:pt x="0" y="18757"/>
                  </a:cubicBezTo>
                  <a:cubicBezTo>
                    <a:pt x="0" y="8365"/>
                    <a:pt x="10519" y="0"/>
                    <a:pt x="23573" y="0"/>
                  </a:cubicBezTo>
                  <a:cubicBezTo>
                    <a:pt x="36627" y="0"/>
                    <a:pt x="47146" y="8365"/>
                    <a:pt x="47146" y="1875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95" name="Freeform: Shape 5694">
              <a:extLst>
                <a:ext uri="{FF2B5EF4-FFF2-40B4-BE49-F238E27FC236}">
                  <a16:creationId xmlns:a16="http://schemas.microsoft.com/office/drawing/2014/main" id="{13FC5D0E-7553-0B17-71DC-331770AEC81C}"/>
                </a:ext>
              </a:extLst>
            </p:cNvPr>
            <p:cNvSpPr/>
            <p:nvPr/>
          </p:nvSpPr>
          <p:spPr>
            <a:xfrm>
              <a:off x="11467958" y="1223792"/>
              <a:ext cx="47146" cy="37513"/>
            </a:xfrm>
            <a:custGeom>
              <a:avLst/>
              <a:gdLst>
                <a:gd name="connsiteX0" fmla="*/ 47146 w 47146"/>
                <a:gd name="connsiteY0" fmla="*/ 18757 h 37513"/>
                <a:gd name="connsiteX1" fmla="*/ 23573 w 47146"/>
                <a:gd name="connsiteY1" fmla="*/ 37514 h 37513"/>
                <a:gd name="connsiteX2" fmla="*/ 0 w 47146"/>
                <a:gd name="connsiteY2" fmla="*/ 18757 h 37513"/>
                <a:gd name="connsiteX3" fmla="*/ 23573 w 47146"/>
                <a:gd name="connsiteY3" fmla="*/ 0 h 37513"/>
                <a:gd name="connsiteX4" fmla="*/ 47146 w 47146"/>
                <a:gd name="connsiteY4" fmla="*/ 18757 h 37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146" h="37513">
                  <a:moveTo>
                    <a:pt x="47146" y="18757"/>
                  </a:moveTo>
                  <a:cubicBezTo>
                    <a:pt x="47146" y="29149"/>
                    <a:pt x="36627" y="37514"/>
                    <a:pt x="23573" y="37514"/>
                  </a:cubicBezTo>
                  <a:cubicBezTo>
                    <a:pt x="10519" y="37514"/>
                    <a:pt x="0" y="29149"/>
                    <a:pt x="0" y="18757"/>
                  </a:cubicBezTo>
                  <a:cubicBezTo>
                    <a:pt x="0" y="8365"/>
                    <a:pt x="10519" y="0"/>
                    <a:pt x="23573" y="0"/>
                  </a:cubicBezTo>
                  <a:cubicBezTo>
                    <a:pt x="36627" y="0"/>
                    <a:pt x="47146" y="8365"/>
                    <a:pt x="47146" y="1875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96" name="Freeform: Shape 5695">
              <a:extLst>
                <a:ext uri="{FF2B5EF4-FFF2-40B4-BE49-F238E27FC236}">
                  <a16:creationId xmlns:a16="http://schemas.microsoft.com/office/drawing/2014/main" id="{08B90F46-C844-1EEA-1CD8-12FA27291436}"/>
                </a:ext>
              </a:extLst>
            </p:cNvPr>
            <p:cNvSpPr/>
            <p:nvPr/>
          </p:nvSpPr>
          <p:spPr>
            <a:xfrm>
              <a:off x="11527143" y="1316563"/>
              <a:ext cx="47146" cy="37513"/>
            </a:xfrm>
            <a:custGeom>
              <a:avLst/>
              <a:gdLst>
                <a:gd name="connsiteX0" fmla="*/ 47146 w 47146"/>
                <a:gd name="connsiteY0" fmla="*/ 18757 h 37513"/>
                <a:gd name="connsiteX1" fmla="*/ 23573 w 47146"/>
                <a:gd name="connsiteY1" fmla="*/ 37514 h 37513"/>
                <a:gd name="connsiteX2" fmla="*/ 0 w 47146"/>
                <a:gd name="connsiteY2" fmla="*/ 18757 h 37513"/>
                <a:gd name="connsiteX3" fmla="*/ 23573 w 47146"/>
                <a:gd name="connsiteY3" fmla="*/ 0 h 37513"/>
                <a:gd name="connsiteX4" fmla="*/ 47146 w 47146"/>
                <a:gd name="connsiteY4" fmla="*/ 18757 h 37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146" h="37513">
                  <a:moveTo>
                    <a:pt x="47146" y="18757"/>
                  </a:moveTo>
                  <a:cubicBezTo>
                    <a:pt x="47146" y="29149"/>
                    <a:pt x="36627" y="37514"/>
                    <a:pt x="23573" y="37514"/>
                  </a:cubicBezTo>
                  <a:cubicBezTo>
                    <a:pt x="10519" y="37514"/>
                    <a:pt x="0" y="29149"/>
                    <a:pt x="0" y="18757"/>
                  </a:cubicBezTo>
                  <a:cubicBezTo>
                    <a:pt x="0" y="8365"/>
                    <a:pt x="10519" y="0"/>
                    <a:pt x="23573" y="0"/>
                  </a:cubicBezTo>
                  <a:cubicBezTo>
                    <a:pt x="36627" y="0"/>
                    <a:pt x="47146" y="8365"/>
                    <a:pt x="47146" y="1875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97" name="Freeform: Shape 5696">
              <a:extLst>
                <a:ext uri="{FF2B5EF4-FFF2-40B4-BE49-F238E27FC236}">
                  <a16:creationId xmlns:a16="http://schemas.microsoft.com/office/drawing/2014/main" id="{093D6B76-787A-1EAC-025D-069FFB716A60}"/>
                </a:ext>
              </a:extLst>
            </p:cNvPr>
            <p:cNvSpPr/>
            <p:nvPr/>
          </p:nvSpPr>
          <p:spPr>
            <a:xfrm>
              <a:off x="11583922" y="1410348"/>
              <a:ext cx="47145" cy="37513"/>
            </a:xfrm>
            <a:custGeom>
              <a:avLst/>
              <a:gdLst>
                <a:gd name="connsiteX0" fmla="*/ 47145 w 47145"/>
                <a:gd name="connsiteY0" fmla="*/ 18757 h 37513"/>
                <a:gd name="connsiteX1" fmla="*/ 23573 w 47145"/>
                <a:gd name="connsiteY1" fmla="*/ 37514 h 37513"/>
                <a:gd name="connsiteX2" fmla="*/ 0 w 47145"/>
                <a:gd name="connsiteY2" fmla="*/ 18757 h 37513"/>
                <a:gd name="connsiteX3" fmla="*/ 23573 w 47145"/>
                <a:gd name="connsiteY3" fmla="*/ 0 h 37513"/>
                <a:gd name="connsiteX4" fmla="*/ 47145 w 47145"/>
                <a:gd name="connsiteY4" fmla="*/ 18757 h 37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145" h="37513">
                  <a:moveTo>
                    <a:pt x="47145" y="18757"/>
                  </a:moveTo>
                  <a:cubicBezTo>
                    <a:pt x="47145" y="29149"/>
                    <a:pt x="36626" y="37514"/>
                    <a:pt x="23573" y="37514"/>
                  </a:cubicBezTo>
                  <a:cubicBezTo>
                    <a:pt x="10519" y="37514"/>
                    <a:pt x="0" y="29149"/>
                    <a:pt x="0" y="18757"/>
                  </a:cubicBezTo>
                  <a:cubicBezTo>
                    <a:pt x="0" y="8365"/>
                    <a:pt x="10519" y="0"/>
                    <a:pt x="23573" y="0"/>
                  </a:cubicBezTo>
                  <a:cubicBezTo>
                    <a:pt x="36626" y="0"/>
                    <a:pt x="47145" y="8365"/>
                    <a:pt x="47145" y="1875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98" name="Freeform: Shape 5697">
              <a:extLst>
                <a:ext uri="{FF2B5EF4-FFF2-40B4-BE49-F238E27FC236}">
                  <a16:creationId xmlns:a16="http://schemas.microsoft.com/office/drawing/2014/main" id="{8D6D979A-71B9-138B-5D3D-3EF2124ED8DF}"/>
                </a:ext>
              </a:extLst>
            </p:cNvPr>
            <p:cNvSpPr/>
            <p:nvPr/>
          </p:nvSpPr>
          <p:spPr>
            <a:xfrm>
              <a:off x="11638418" y="1505526"/>
              <a:ext cx="46385" cy="36753"/>
            </a:xfrm>
            <a:custGeom>
              <a:avLst/>
              <a:gdLst>
                <a:gd name="connsiteX0" fmla="*/ 46385 w 46385"/>
                <a:gd name="connsiteY0" fmla="*/ 18377 h 36753"/>
                <a:gd name="connsiteX1" fmla="*/ 23193 w 46385"/>
                <a:gd name="connsiteY1" fmla="*/ 36753 h 36753"/>
                <a:gd name="connsiteX2" fmla="*/ 0 w 46385"/>
                <a:gd name="connsiteY2" fmla="*/ 18377 h 36753"/>
                <a:gd name="connsiteX3" fmla="*/ 23193 w 46385"/>
                <a:gd name="connsiteY3" fmla="*/ 0 h 36753"/>
                <a:gd name="connsiteX4" fmla="*/ 46385 w 46385"/>
                <a:gd name="connsiteY4" fmla="*/ 18377 h 36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85" h="36753">
                  <a:moveTo>
                    <a:pt x="46385" y="18377"/>
                  </a:moveTo>
                  <a:cubicBezTo>
                    <a:pt x="46385" y="28516"/>
                    <a:pt x="35993" y="36753"/>
                    <a:pt x="23193" y="36753"/>
                  </a:cubicBezTo>
                  <a:cubicBezTo>
                    <a:pt x="10392" y="36753"/>
                    <a:pt x="0" y="28516"/>
                    <a:pt x="0" y="18377"/>
                  </a:cubicBezTo>
                  <a:cubicBezTo>
                    <a:pt x="0" y="8238"/>
                    <a:pt x="10392" y="0"/>
                    <a:pt x="23193" y="0"/>
                  </a:cubicBezTo>
                  <a:cubicBezTo>
                    <a:pt x="35993" y="0"/>
                    <a:pt x="46385" y="8238"/>
                    <a:pt x="46385" y="1837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99" name="Freeform: Shape 5698">
              <a:extLst>
                <a:ext uri="{FF2B5EF4-FFF2-40B4-BE49-F238E27FC236}">
                  <a16:creationId xmlns:a16="http://schemas.microsoft.com/office/drawing/2014/main" id="{286E9888-0C48-728F-9792-6B53C1427898}"/>
                </a:ext>
              </a:extLst>
            </p:cNvPr>
            <p:cNvSpPr/>
            <p:nvPr/>
          </p:nvSpPr>
          <p:spPr>
            <a:xfrm>
              <a:off x="11690379" y="1601466"/>
              <a:ext cx="45371" cy="35992"/>
            </a:xfrm>
            <a:custGeom>
              <a:avLst/>
              <a:gdLst>
                <a:gd name="connsiteX0" fmla="*/ 45372 w 45371"/>
                <a:gd name="connsiteY0" fmla="*/ 17996 h 35992"/>
                <a:gd name="connsiteX1" fmla="*/ 22686 w 45371"/>
                <a:gd name="connsiteY1" fmla="*/ 35993 h 35992"/>
                <a:gd name="connsiteX2" fmla="*/ 0 w 45371"/>
                <a:gd name="connsiteY2" fmla="*/ 17996 h 35992"/>
                <a:gd name="connsiteX3" fmla="*/ 22686 w 45371"/>
                <a:gd name="connsiteY3" fmla="*/ 0 h 35992"/>
                <a:gd name="connsiteX4" fmla="*/ 45372 w 45371"/>
                <a:gd name="connsiteY4" fmla="*/ 17996 h 35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371" h="35992">
                  <a:moveTo>
                    <a:pt x="45372" y="17996"/>
                  </a:moveTo>
                  <a:cubicBezTo>
                    <a:pt x="45372" y="27882"/>
                    <a:pt x="35233" y="35993"/>
                    <a:pt x="22686" y="35993"/>
                  </a:cubicBezTo>
                  <a:cubicBezTo>
                    <a:pt x="10139" y="35993"/>
                    <a:pt x="0" y="27882"/>
                    <a:pt x="0" y="17996"/>
                  </a:cubicBezTo>
                  <a:cubicBezTo>
                    <a:pt x="0" y="8111"/>
                    <a:pt x="10139" y="0"/>
                    <a:pt x="22686" y="0"/>
                  </a:cubicBezTo>
                  <a:cubicBezTo>
                    <a:pt x="35233" y="0"/>
                    <a:pt x="45372" y="8111"/>
                    <a:pt x="45372" y="1799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00" name="Freeform: Shape 5699">
              <a:extLst>
                <a:ext uri="{FF2B5EF4-FFF2-40B4-BE49-F238E27FC236}">
                  <a16:creationId xmlns:a16="http://schemas.microsoft.com/office/drawing/2014/main" id="{CD71F2D5-9455-70A7-0F90-6F0957363F3A}"/>
                </a:ext>
              </a:extLst>
            </p:cNvPr>
            <p:cNvSpPr/>
            <p:nvPr/>
          </p:nvSpPr>
          <p:spPr>
            <a:xfrm>
              <a:off x="11739173" y="1698038"/>
              <a:ext cx="45370" cy="35992"/>
            </a:xfrm>
            <a:custGeom>
              <a:avLst/>
              <a:gdLst>
                <a:gd name="connsiteX0" fmla="*/ 45371 w 45370"/>
                <a:gd name="connsiteY0" fmla="*/ 17996 h 35992"/>
                <a:gd name="connsiteX1" fmla="*/ 22685 w 45370"/>
                <a:gd name="connsiteY1" fmla="*/ 35993 h 35992"/>
                <a:gd name="connsiteX2" fmla="*/ 0 w 45370"/>
                <a:gd name="connsiteY2" fmla="*/ 17996 h 35992"/>
                <a:gd name="connsiteX3" fmla="*/ 22685 w 45370"/>
                <a:gd name="connsiteY3" fmla="*/ 0 h 35992"/>
                <a:gd name="connsiteX4" fmla="*/ 45371 w 45370"/>
                <a:gd name="connsiteY4" fmla="*/ 17996 h 35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370" h="35992">
                  <a:moveTo>
                    <a:pt x="45371" y="17996"/>
                  </a:moveTo>
                  <a:cubicBezTo>
                    <a:pt x="45371" y="27882"/>
                    <a:pt x="35232" y="35993"/>
                    <a:pt x="22685" y="35993"/>
                  </a:cubicBezTo>
                  <a:cubicBezTo>
                    <a:pt x="10139" y="35993"/>
                    <a:pt x="0" y="27882"/>
                    <a:pt x="0" y="17996"/>
                  </a:cubicBezTo>
                  <a:cubicBezTo>
                    <a:pt x="0" y="8111"/>
                    <a:pt x="10139" y="0"/>
                    <a:pt x="22685" y="0"/>
                  </a:cubicBezTo>
                  <a:cubicBezTo>
                    <a:pt x="35232" y="0"/>
                    <a:pt x="45371" y="8111"/>
                    <a:pt x="45371" y="1799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01" name="Freeform: Shape 5700">
              <a:extLst>
                <a:ext uri="{FF2B5EF4-FFF2-40B4-BE49-F238E27FC236}">
                  <a16:creationId xmlns:a16="http://schemas.microsoft.com/office/drawing/2014/main" id="{5A77FFCD-8A4C-A4EA-C195-518C6A1F0CA4}"/>
                </a:ext>
              </a:extLst>
            </p:cNvPr>
            <p:cNvSpPr/>
            <p:nvPr/>
          </p:nvSpPr>
          <p:spPr>
            <a:xfrm>
              <a:off x="11785812" y="1795625"/>
              <a:ext cx="44610" cy="35486"/>
            </a:xfrm>
            <a:custGeom>
              <a:avLst/>
              <a:gdLst>
                <a:gd name="connsiteX0" fmla="*/ 44611 w 44610"/>
                <a:gd name="connsiteY0" fmla="*/ 17743 h 35486"/>
                <a:gd name="connsiteX1" fmla="*/ 22306 w 44610"/>
                <a:gd name="connsiteY1" fmla="*/ 35486 h 35486"/>
                <a:gd name="connsiteX2" fmla="*/ 0 w 44610"/>
                <a:gd name="connsiteY2" fmla="*/ 17743 h 35486"/>
                <a:gd name="connsiteX3" fmla="*/ 22306 w 44610"/>
                <a:gd name="connsiteY3" fmla="*/ 0 h 35486"/>
                <a:gd name="connsiteX4" fmla="*/ 44611 w 44610"/>
                <a:gd name="connsiteY4" fmla="*/ 17743 h 35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610" h="35486">
                  <a:moveTo>
                    <a:pt x="44611" y="17743"/>
                  </a:moveTo>
                  <a:cubicBezTo>
                    <a:pt x="44611" y="27502"/>
                    <a:pt x="34599" y="35486"/>
                    <a:pt x="22306" y="35486"/>
                  </a:cubicBezTo>
                  <a:cubicBezTo>
                    <a:pt x="10012" y="35486"/>
                    <a:pt x="0" y="27502"/>
                    <a:pt x="0" y="17743"/>
                  </a:cubicBezTo>
                  <a:cubicBezTo>
                    <a:pt x="0" y="7984"/>
                    <a:pt x="10012" y="0"/>
                    <a:pt x="22306" y="0"/>
                  </a:cubicBezTo>
                  <a:cubicBezTo>
                    <a:pt x="34599" y="0"/>
                    <a:pt x="44611" y="7984"/>
                    <a:pt x="44611" y="1774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02" name="Freeform: Shape 5701">
              <a:extLst>
                <a:ext uri="{FF2B5EF4-FFF2-40B4-BE49-F238E27FC236}">
                  <a16:creationId xmlns:a16="http://schemas.microsoft.com/office/drawing/2014/main" id="{EEE5F445-34A0-E268-8003-535D7F4C1F0B}"/>
                </a:ext>
              </a:extLst>
            </p:cNvPr>
            <p:cNvSpPr/>
            <p:nvPr/>
          </p:nvSpPr>
          <p:spPr>
            <a:xfrm>
              <a:off x="11829662" y="1894099"/>
              <a:ext cx="43850" cy="34725"/>
            </a:xfrm>
            <a:custGeom>
              <a:avLst/>
              <a:gdLst>
                <a:gd name="connsiteX0" fmla="*/ 43851 w 43850"/>
                <a:gd name="connsiteY0" fmla="*/ 17363 h 34725"/>
                <a:gd name="connsiteX1" fmla="*/ 21926 w 43850"/>
                <a:gd name="connsiteY1" fmla="*/ 34726 h 34725"/>
                <a:gd name="connsiteX2" fmla="*/ 0 w 43850"/>
                <a:gd name="connsiteY2" fmla="*/ 17363 h 34725"/>
                <a:gd name="connsiteX3" fmla="*/ 21926 w 43850"/>
                <a:gd name="connsiteY3" fmla="*/ 0 h 34725"/>
                <a:gd name="connsiteX4" fmla="*/ 43851 w 43850"/>
                <a:gd name="connsiteY4" fmla="*/ 17363 h 34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850" h="34725">
                  <a:moveTo>
                    <a:pt x="43851" y="17363"/>
                  </a:moveTo>
                  <a:cubicBezTo>
                    <a:pt x="43851" y="26995"/>
                    <a:pt x="33966" y="34726"/>
                    <a:pt x="21926" y="34726"/>
                  </a:cubicBezTo>
                  <a:cubicBezTo>
                    <a:pt x="9886" y="34726"/>
                    <a:pt x="0" y="26995"/>
                    <a:pt x="0" y="17363"/>
                  </a:cubicBezTo>
                  <a:cubicBezTo>
                    <a:pt x="0" y="7731"/>
                    <a:pt x="9759" y="0"/>
                    <a:pt x="21926" y="0"/>
                  </a:cubicBezTo>
                  <a:cubicBezTo>
                    <a:pt x="34092" y="0"/>
                    <a:pt x="43851" y="7731"/>
                    <a:pt x="43851" y="1736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03" name="Freeform: Shape 5702">
              <a:extLst>
                <a:ext uri="{FF2B5EF4-FFF2-40B4-BE49-F238E27FC236}">
                  <a16:creationId xmlns:a16="http://schemas.microsoft.com/office/drawing/2014/main" id="{3DC5AC21-EC43-FC4D-0675-9DBB990505DC}"/>
                </a:ext>
              </a:extLst>
            </p:cNvPr>
            <p:cNvSpPr/>
            <p:nvPr/>
          </p:nvSpPr>
          <p:spPr>
            <a:xfrm>
              <a:off x="11870471" y="1992953"/>
              <a:ext cx="43850" cy="34725"/>
            </a:xfrm>
            <a:custGeom>
              <a:avLst/>
              <a:gdLst>
                <a:gd name="connsiteX0" fmla="*/ 43851 w 43850"/>
                <a:gd name="connsiteY0" fmla="*/ 17363 h 34725"/>
                <a:gd name="connsiteX1" fmla="*/ 21925 w 43850"/>
                <a:gd name="connsiteY1" fmla="*/ 34726 h 34725"/>
                <a:gd name="connsiteX2" fmla="*/ 0 w 43850"/>
                <a:gd name="connsiteY2" fmla="*/ 17363 h 34725"/>
                <a:gd name="connsiteX3" fmla="*/ 21925 w 43850"/>
                <a:gd name="connsiteY3" fmla="*/ 0 h 34725"/>
                <a:gd name="connsiteX4" fmla="*/ 43851 w 43850"/>
                <a:gd name="connsiteY4" fmla="*/ 17363 h 34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850" h="34725">
                  <a:moveTo>
                    <a:pt x="43851" y="17363"/>
                  </a:moveTo>
                  <a:cubicBezTo>
                    <a:pt x="43851" y="26995"/>
                    <a:pt x="33965" y="34726"/>
                    <a:pt x="21925" y="34726"/>
                  </a:cubicBezTo>
                  <a:cubicBezTo>
                    <a:pt x="9885" y="34726"/>
                    <a:pt x="0" y="26995"/>
                    <a:pt x="0" y="17363"/>
                  </a:cubicBezTo>
                  <a:cubicBezTo>
                    <a:pt x="0" y="7731"/>
                    <a:pt x="9885" y="0"/>
                    <a:pt x="21925" y="0"/>
                  </a:cubicBezTo>
                  <a:cubicBezTo>
                    <a:pt x="33965" y="0"/>
                    <a:pt x="43851" y="7731"/>
                    <a:pt x="43851" y="1736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04" name="Freeform: Shape 5703">
              <a:extLst>
                <a:ext uri="{FF2B5EF4-FFF2-40B4-BE49-F238E27FC236}">
                  <a16:creationId xmlns:a16="http://schemas.microsoft.com/office/drawing/2014/main" id="{8541E0AE-6D7A-A9A5-5883-FB50A630DC8D}"/>
                </a:ext>
              </a:extLst>
            </p:cNvPr>
            <p:cNvSpPr/>
            <p:nvPr/>
          </p:nvSpPr>
          <p:spPr>
            <a:xfrm>
              <a:off x="11908999" y="2092821"/>
              <a:ext cx="42836" cy="33965"/>
            </a:xfrm>
            <a:custGeom>
              <a:avLst/>
              <a:gdLst>
                <a:gd name="connsiteX0" fmla="*/ 42837 w 42836"/>
                <a:gd name="connsiteY0" fmla="*/ 16983 h 33965"/>
                <a:gd name="connsiteX1" fmla="*/ 21418 w 42836"/>
                <a:gd name="connsiteY1" fmla="*/ 33965 h 33965"/>
                <a:gd name="connsiteX2" fmla="*/ 0 w 42836"/>
                <a:gd name="connsiteY2" fmla="*/ 16983 h 33965"/>
                <a:gd name="connsiteX3" fmla="*/ 21418 w 42836"/>
                <a:gd name="connsiteY3" fmla="*/ 0 h 33965"/>
                <a:gd name="connsiteX4" fmla="*/ 42837 w 42836"/>
                <a:gd name="connsiteY4" fmla="*/ 16983 h 33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836" h="33965">
                  <a:moveTo>
                    <a:pt x="42837" y="16983"/>
                  </a:moveTo>
                  <a:cubicBezTo>
                    <a:pt x="42837" y="26361"/>
                    <a:pt x="33205" y="33965"/>
                    <a:pt x="21418" y="33965"/>
                  </a:cubicBezTo>
                  <a:cubicBezTo>
                    <a:pt x="9632" y="33965"/>
                    <a:pt x="0" y="26361"/>
                    <a:pt x="0" y="16983"/>
                  </a:cubicBezTo>
                  <a:cubicBezTo>
                    <a:pt x="0" y="7604"/>
                    <a:pt x="9632" y="0"/>
                    <a:pt x="21418" y="0"/>
                  </a:cubicBezTo>
                  <a:cubicBezTo>
                    <a:pt x="33205" y="0"/>
                    <a:pt x="42837" y="7604"/>
                    <a:pt x="42837" y="169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05" name="Freeform: Shape 5704">
              <a:extLst>
                <a:ext uri="{FF2B5EF4-FFF2-40B4-BE49-F238E27FC236}">
                  <a16:creationId xmlns:a16="http://schemas.microsoft.com/office/drawing/2014/main" id="{87673EDB-3F43-A3A1-37CA-DA599E23B5B7}"/>
                </a:ext>
              </a:extLst>
            </p:cNvPr>
            <p:cNvSpPr/>
            <p:nvPr/>
          </p:nvSpPr>
          <p:spPr>
            <a:xfrm>
              <a:off x="11944739" y="2193322"/>
              <a:ext cx="42076" cy="33331"/>
            </a:xfrm>
            <a:custGeom>
              <a:avLst/>
              <a:gdLst>
                <a:gd name="connsiteX0" fmla="*/ 42076 w 42076"/>
                <a:gd name="connsiteY0" fmla="*/ 16602 h 33331"/>
                <a:gd name="connsiteX1" fmla="*/ 21039 w 42076"/>
                <a:gd name="connsiteY1" fmla="*/ 33332 h 33331"/>
                <a:gd name="connsiteX2" fmla="*/ 0 w 42076"/>
                <a:gd name="connsiteY2" fmla="*/ 16602 h 33331"/>
                <a:gd name="connsiteX3" fmla="*/ 21039 w 42076"/>
                <a:gd name="connsiteY3" fmla="*/ 0 h 33331"/>
                <a:gd name="connsiteX4" fmla="*/ 42076 w 42076"/>
                <a:gd name="connsiteY4" fmla="*/ 16602 h 33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076" h="33331">
                  <a:moveTo>
                    <a:pt x="42076" y="16602"/>
                  </a:moveTo>
                  <a:cubicBezTo>
                    <a:pt x="42076" y="25854"/>
                    <a:pt x="32698" y="33332"/>
                    <a:pt x="21039" y="33332"/>
                  </a:cubicBezTo>
                  <a:cubicBezTo>
                    <a:pt x="9378" y="33332"/>
                    <a:pt x="0" y="25854"/>
                    <a:pt x="0" y="16602"/>
                  </a:cubicBezTo>
                  <a:cubicBezTo>
                    <a:pt x="0" y="7351"/>
                    <a:pt x="9378" y="0"/>
                    <a:pt x="21039" y="0"/>
                  </a:cubicBezTo>
                  <a:cubicBezTo>
                    <a:pt x="32698" y="0"/>
                    <a:pt x="42076" y="7477"/>
                    <a:pt x="42076" y="1660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06" name="Freeform: Shape 5705">
              <a:extLst>
                <a:ext uri="{FF2B5EF4-FFF2-40B4-BE49-F238E27FC236}">
                  <a16:creationId xmlns:a16="http://schemas.microsoft.com/office/drawing/2014/main" id="{67FDF3A9-C718-2CD9-C638-968F951EC593}"/>
                </a:ext>
              </a:extLst>
            </p:cNvPr>
            <p:cNvSpPr/>
            <p:nvPr/>
          </p:nvSpPr>
          <p:spPr>
            <a:xfrm>
              <a:off x="11977183" y="2293951"/>
              <a:ext cx="42076" cy="33458"/>
            </a:xfrm>
            <a:custGeom>
              <a:avLst/>
              <a:gdLst>
                <a:gd name="connsiteX0" fmla="*/ 42076 w 42076"/>
                <a:gd name="connsiteY0" fmla="*/ 16729 h 33458"/>
                <a:gd name="connsiteX1" fmla="*/ 21039 w 42076"/>
                <a:gd name="connsiteY1" fmla="*/ 33458 h 33458"/>
                <a:gd name="connsiteX2" fmla="*/ 0 w 42076"/>
                <a:gd name="connsiteY2" fmla="*/ 16729 h 33458"/>
                <a:gd name="connsiteX3" fmla="*/ 21039 w 42076"/>
                <a:gd name="connsiteY3" fmla="*/ 0 h 33458"/>
                <a:gd name="connsiteX4" fmla="*/ 42076 w 42076"/>
                <a:gd name="connsiteY4" fmla="*/ 16729 h 33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076" h="33458">
                  <a:moveTo>
                    <a:pt x="42076" y="16729"/>
                  </a:moveTo>
                  <a:cubicBezTo>
                    <a:pt x="42076" y="25854"/>
                    <a:pt x="32698" y="33458"/>
                    <a:pt x="21039" y="33458"/>
                  </a:cubicBezTo>
                  <a:cubicBezTo>
                    <a:pt x="9378" y="33458"/>
                    <a:pt x="0" y="25981"/>
                    <a:pt x="0" y="16729"/>
                  </a:cubicBezTo>
                  <a:cubicBezTo>
                    <a:pt x="0" y="7477"/>
                    <a:pt x="9378" y="0"/>
                    <a:pt x="21039" y="0"/>
                  </a:cubicBezTo>
                  <a:cubicBezTo>
                    <a:pt x="32698" y="0"/>
                    <a:pt x="42076" y="7477"/>
                    <a:pt x="42076" y="1672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07" name="Freeform: Shape 5706">
              <a:extLst>
                <a:ext uri="{FF2B5EF4-FFF2-40B4-BE49-F238E27FC236}">
                  <a16:creationId xmlns:a16="http://schemas.microsoft.com/office/drawing/2014/main" id="{7ED780B6-06F3-1AE0-0F46-B6D54ACA151B}"/>
                </a:ext>
              </a:extLst>
            </p:cNvPr>
            <p:cNvSpPr/>
            <p:nvPr/>
          </p:nvSpPr>
          <p:spPr>
            <a:xfrm>
              <a:off x="12007473" y="2395593"/>
              <a:ext cx="41189" cy="32697"/>
            </a:xfrm>
            <a:custGeom>
              <a:avLst/>
              <a:gdLst>
                <a:gd name="connsiteX0" fmla="*/ 41189 w 41189"/>
                <a:gd name="connsiteY0" fmla="*/ 16349 h 32697"/>
                <a:gd name="connsiteX1" fmla="*/ 20658 w 41189"/>
                <a:gd name="connsiteY1" fmla="*/ 32698 h 32697"/>
                <a:gd name="connsiteX2" fmla="*/ 0 w 41189"/>
                <a:gd name="connsiteY2" fmla="*/ 16349 h 32697"/>
                <a:gd name="connsiteX3" fmla="*/ 20658 w 41189"/>
                <a:gd name="connsiteY3" fmla="*/ 0 h 32697"/>
                <a:gd name="connsiteX4" fmla="*/ 41189 w 41189"/>
                <a:gd name="connsiteY4" fmla="*/ 16349 h 32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189" h="32697">
                  <a:moveTo>
                    <a:pt x="41189" y="16349"/>
                  </a:moveTo>
                  <a:cubicBezTo>
                    <a:pt x="41189" y="25347"/>
                    <a:pt x="31938" y="32698"/>
                    <a:pt x="20658" y="32698"/>
                  </a:cubicBezTo>
                  <a:cubicBezTo>
                    <a:pt x="9378" y="32698"/>
                    <a:pt x="0" y="25347"/>
                    <a:pt x="0" y="16349"/>
                  </a:cubicBezTo>
                  <a:cubicBezTo>
                    <a:pt x="0" y="7351"/>
                    <a:pt x="9251" y="0"/>
                    <a:pt x="20658" y="0"/>
                  </a:cubicBezTo>
                  <a:cubicBezTo>
                    <a:pt x="32064" y="0"/>
                    <a:pt x="41189" y="7351"/>
                    <a:pt x="41189" y="1634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08" name="Freeform: Shape 5707">
              <a:extLst>
                <a:ext uri="{FF2B5EF4-FFF2-40B4-BE49-F238E27FC236}">
                  <a16:creationId xmlns:a16="http://schemas.microsoft.com/office/drawing/2014/main" id="{09300C25-C10E-3C2B-F167-3C0131E9DF60}"/>
                </a:ext>
              </a:extLst>
            </p:cNvPr>
            <p:cNvSpPr/>
            <p:nvPr/>
          </p:nvSpPr>
          <p:spPr>
            <a:xfrm>
              <a:off x="12034722" y="2497615"/>
              <a:ext cx="40554" cy="32191"/>
            </a:xfrm>
            <a:custGeom>
              <a:avLst/>
              <a:gdLst>
                <a:gd name="connsiteX0" fmla="*/ 40555 w 40554"/>
                <a:gd name="connsiteY0" fmla="*/ 16096 h 32191"/>
                <a:gd name="connsiteX1" fmla="*/ 20277 w 40554"/>
                <a:gd name="connsiteY1" fmla="*/ 32191 h 32191"/>
                <a:gd name="connsiteX2" fmla="*/ 0 w 40554"/>
                <a:gd name="connsiteY2" fmla="*/ 16096 h 32191"/>
                <a:gd name="connsiteX3" fmla="*/ 20277 w 40554"/>
                <a:gd name="connsiteY3" fmla="*/ 0 h 32191"/>
                <a:gd name="connsiteX4" fmla="*/ 40555 w 40554"/>
                <a:gd name="connsiteY4" fmla="*/ 16096 h 32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54" h="32191">
                  <a:moveTo>
                    <a:pt x="40555" y="16096"/>
                  </a:moveTo>
                  <a:cubicBezTo>
                    <a:pt x="40555" y="24967"/>
                    <a:pt x="31557" y="32191"/>
                    <a:pt x="20277" y="32191"/>
                  </a:cubicBezTo>
                  <a:cubicBezTo>
                    <a:pt x="8998" y="32191"/>
                    <a:pt x="0" y="24967"/>
                    <a:pt x="0" y="16096"/>
                  </a:cubicBezTo>
                  <a:cubicBezTo>
                    <a:pt x="0" y="7224"/>
                    <a:pt x="9125" y="0"/>
                    <a:pt x="20277" y="0"/>
                  </a:cubicBezTo>
                  <a:cubicBezTo>
                    <a:pt x="31430" y="0"/>
                    <a:pt x="40555" y="7224"/>
                    <a:pt x="40555" y="1609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09" name="Freeform: Shape 5708">
              <a:extLst>
                <a:ext uri="{FF2B5EF4-FFF2-40B4-BE49-F238E27FC236}">
                  <a16:creationId xmlns:a16="http://schemas.microsoft.com/office/drawing/2014/main" id="{CA8F2C51-A54E-E113-6BF7-6443D7028D44}"/>
                </a:ext>
              </a:extLst>
            </p:cNvPr>
            <p:cNvSpPr/>
            <p:nvPr/>
          </p:nvSpPr>
          <p:spPr>
            <a:xfrm>
              <a:off x="12059434" y="2600272"/>
              <a:ext cx="39668" cy="31430"/>
            </a:xfrm>
            <a:custGeom>
              <a:avLst/>
              <a:gdLst>
                <a:gd name="connsiteX0" fmla="*/ 39668 w 39668"/>
                <a:gd name="connsiteY0" fmla="*/ 15715 h 31430"/>
                <a:gd name="connsiteX1" fmla="*/ 19898 w 39668"/>
                <a:gd name="connsiteY1" fmla="*/ 31430 h 31430"/>
                <a:gd name="connsiteX2" fmla="*/ 0 w 39668"/>
                <a:gd name="connsiteY2" fmla="*/ 15715 h 31430"/>
                <a:gd name="connsiteX3" fmla="*/ 19898 w 39668"/>
                <a:gd name="connsiteY3" fmla="*/ 0 h 31430"/>
                <a:gd name="connsiteX4" fmla="*/ 39668 w 39668"/>
                <a:gd name="connsiteY4" fmla="*/ 15715 h 31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668" h="31430">
                  <a:moveTo>
                    <a:pt x="39668" y="15715"/>
                  </a:moveTo>
                  <a:cubicBezTo>
                    <a:pt x="39668" y="24460"/>
                    <a:pt x="30797" y="31430"/>
                    <a:pt x="19898" y="31430"/>
                  </a:cubicBezTo>
                  <a:cubicBezTo>
                    <a:pt x="8999" y="31430"/>
                    <a:pt x="0" y="24333"/>
                    <a:pt x="0" y="15715"/>
                  </a:cubicBezTo>
                  <a:cubicBezTo>
                    <a:pt x="0" y="7097"/>
                    <a:pt x="8872" y="0"/>
                    <a:pt x="19898" y="0"/>
                  </a:cubicBezTo>
                  <a:cubicBezTo>
                    <a:pt x="30924" y="0"/>
                    <a:pt x="39668" y="7097"/>
                    <a:pt x="39668" y="1571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10" name="Freeform: Shape 5709">
              <a:extLst>
                <a:ext uri="{FF2B5EF4-FFF2-40B4-BE49-F238E27FC236}">
                  <a16:creationId xmlns:a16="http://schemas.microsoft.com/office/drawing/2014/main" id="{39537B07-A76A-0D3F-827B-2AA4AA0D2FA2}"/>
                </a:ext>
              </a:extLst>
            </p:cNvPr>
            <p:cNvSpPr/>
            <p:nvPr/>
          </p:nvSpPr>
          <p:spPr>
            <a:xfrm>
              <a:off x="12081233" y="2703181"/>
              <a:ext cx="38654" cy="30670"/>
            </a:xfrm>
            <a:custGeom>
              <a:avLst/>
              <a:gdLst>
                <a:gd name="connsiteX0" fmla="*/ 38654 w 38654"/>
                <a:gd name="connsiteY0" fmla="*/ 15335 h 30670"/>
                <a:gd name="connsiteX1" fmla="*/ 19264 w 38654"/>
                <a:gd name="connsiteY1" fmla="*/ 30670 h 30670"/>
                <a:gd name="connsiteX2" fmla="*/ 0 w 38654"/>
                <a:gd name="connsiteY2" fmla="*/ 15335 h 30670"/>
                <a:gd name="connsiteX3" fmla="*/ 19264 w 38654"/>
                <a:gd name="connsiteY3" fmla="*/ 0 h 30670"/>
                <a:gd name="connsiteX4" fmla="*/ 38654 w 38654"/>
                <a:gd name="connsiteY4" fmla="*/ 15335 h 30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654" h="30670">
                  <a:moveTo>
                    <a:pt x="38654" y="15335"/>
                  </a:moveTo>
                  <a:cubicBezTo>
                    <a:pt x="38654" y="23826"/>
                    <a:pt x="30036" y="30670"/>
                    <a:pt x="19264" y="30670"/>
                  </a:cubicBezTo>
                  <a:cubicBezTo>
                    <a:pt x="8491" y="30670"/>
                    <a:pt x="0" y="23826"/>
                    <a:pt x="0" y="15335"/>
                  </a:cubicBezTo>
                  <a:cubicBezTo>
                    <a:pt x="0" y="6844"/>
                    <a:pt x="8618" y="0"/>
                    <a:pt x="19264" y="0"/>
                  </a:cubicBezTo>
                  <a:cubicBezTo>
                    <a:pt x="29910" y="0"/>
                    <a:pt x="38654" y="6844"/>
                    <a:pt x="38654" y="153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11" name="Freeform: Shape 5710">
              <a:extLst>
                <a:ext uri="{FF2B5EF4-FFF2-40B4-BE49-F238E27FC236}">
                  <a16:creationId xmlns:a16="http://schemas.microsoft.com/office/drawing/2014/main" id="{2F33A70D-6C3A-9018-3915-D06D67AAF738}"/>
                </a:ext>
              </a:extLst>
            </p:cNvPr>
            <p:cNvSpPr/>
            <p:nvPr/>
          </p:nvSpPr>
          <p:spPr>
            <a:xfrm>
              <a:off x="12099736" y="2806218"/>
              <a:ext cx="38655" cy="30670"/>
            </a:xfrm>
            <a:custGeom>
              <a:avLst/>
              <a:gdLst>
                <a:gd name="connsiteX0" fmla="*/ 38655 w 38655"/>
                <a:gd name="connsiteY0" fmla="*/ 15335 h 30670"/>
                <a:gd name="connsiteX1" fmla="*/ 19391 w 38655"/>
                <a:gd name="connsiteY1" fmla="*/ 30670 h 30670"/>
                <a:gd name="connsiteX2" fmla="*/ 0 w 38655"/>
                <a:gd name="connsiteY2" fmla="*/ 15335 h 30670"/>
                <a:gd name="connsiteX3" fmla="*/ 19391 w 38655"/>
                <a:gd name="connsiteY3" fmla="*/ 0 h 30670"/>
                <a:gd name="connsiteX4" fmla="*/ 38655 w 38655"/>
                <a:gd name="connsiteY4" fmla="*/ 15335 h 30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655" h="30670">
                  <a:moveTo>
                    <a:pt x="38655" y="15335"/>
                  </a:moveTo>
                  <a:cubicBezTo>
                    <a:pt x="38655" y="23826"/>
                    <a:pt x="30037" y="30670"/>
                    <a:pt x="19391" y="30670"/>
                  </a:cubicBezTo>
                  <a:cubicBezTo>
                    <a:pt x="8745" y="30670"/>
                    <a:pt x="0" y="23826"/>
                    <a:pt x="0" y="15335"/>
                  </a:cubicBezTo>
                  <a:cubicBezTo>
                    <a:pt x="0" y="6844"/>
                    <a:pt x="8619" y="0"/>
                    <a:pt x="19391" y="0"/>
                  </a:cubicBezTo>
                  <a:cubicBezTo>
                    <a:pt x="30163" y="0"/>
                    <a:pt x="38655" y="6844"/>
                    <a:pt x="38655" y="153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12" name="Freeform: Shape 5711">
              <a:extLst>
                <a:ext uri="{FF2B5EF4-FFF2-40B4-BE49-F238E27FC236}">
                  <a16:creationId xmlns:a16="http://schemas.microsoft.com/office/drawing/2014/main" id="{3A40CBC9-B461-85F9-D602-1592560DCA65}"/>
                </a:ext>
              </a:extLst>
            </p:cNvPr>
            <p:cNvSpPr/>
            <p:nvPr/>
          </p:nvSpPr>
          <p:spPr>
            <a:xfrm>
              <a:off x="12115832" y="2909761"/>
              <a:ext cx="35359" cy="30163"/>
            </a:xfrm>
            <a:custGeom>
              <a:avLst/>
              <a:gdLst>
                <a:gd name="connsiteX0" fmla="*/ 19010 w 35359"/>
                <a:gd name="connsiteY0" fmla="*/ 0 h 30163"/>
                <a:gd name="connsiteX1" fmla="*/ 0 w 35359"/>
                <a:gd name="connsiteY1" fmla="*/ 15082 h 30163"/>
                <a:gd name="connsiteX2" fmla="*/ 19010 w 35359"/>
                <a:gd name="connsiteY2" fmla="*/ 30163 h 30163"/>
                <a:gd name="connsiteX3" fmla="*/ 35360 w 35359"/>
                <a:gd name="connsiteY3" fmla="*/ 22179 h 30163"/>
                <a:gd name="connsiteX4" fmla="*/ 35360 w 35359"/>
                <a:gd name="connsiteY4" fmla="*/ 8111 h 30163"/>
                <a:gd name="connsiteX5" fmla="*/ 19010 w 35359"/>
                <a:gd name="connsiteY5" fmla="*/ 127 h 30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5359" h="30163">
                  <a:moveTo>
                    <a:pt x="19010" y="0"/>
                  </a:moveTo>
                  <a:cubicBezTo>
                    <a:pt x="8491" y="0"/>
                    <a:pt x="0" y="6717"/>
                    <a:pt x="0" y="15082"/>
                  </a:cubicBezTo>
                  <a:cubicBezTo>
                    <a:pt x="0" y="23446"/>
                    <a:pt x="8491" y="30163"/>
                    <a:pt x="19010" y="30163"/>
                  </a:cubicBezTo>
                  <a:cubicBezTo>
                    <a:pt x="26108" y="30163"/>
                    <a:pt x="32191" y="26868"/>
                    <a:pt x="35360" y="22179"/>
                  </a:cubicBezTo>
                  <a:lnTo>
                    <a:pt x="35360" y="8111"/>
                  </a:lnTo>
                  <a:cubicBezTo>
                    <a:pt x="32191" y="3422"/>
                    <a:pt x="26108" y="127"/>
                    <a:pt x="19010" y="1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13" name="Freeform: Shape 5712">
              <a:extLst>
                <a:ext uri="{FF2B5EF4-FFF2-40B4-BE49-F238E27FC236}">
                  <a16:creationId xmlns:a16="http://schemas.microsoft.com/office/drawing/2014/main" id="{C383ED58-4484-0A9A-47F1-DD514D6F45E0}"/>
                </a:ext>
              </a:extLst>
            </p:cNvPr>
            <p:cNvSpPr/>
            <p:nvPr/>
          </p:nvSpPr>
          <p:spPr>
            <a:xfrm>
              <a:off x="12129139" y="3013558"/>
              <a:ext cx="22052" cy="29402"/>
            </a:xfrm>
            <a:custGeom>
              <a:avLst/>
              <a:gdLst>
                <a:gd name="connsiteX0" fmla="*/ 18504 w 22052"/>
                <a:gd name="connsiteY0" fmla="*/ 0 h 29402"/>
                <a:gd name="connsiteX1" fmla="*/ 0 w 22052"/>
                <a:gd name="connsiteY1" fmla="*/ 14701 h 29402"/>
                <a:gd name="connsiteX2" fmla="*/ 18504 w 22052"/>
                <a:gd name="connsiteY2" fmla="*/ 29403 h 29402"/>
                <a:gd name="connsiteX3" fmla="*/ 22053 w 22052"/>
                <a:gd name="connsiteY3" fmla="*/ 28896 h 29402"/>
                <a:gd name="connsiteX4" fmla="*/ 22053 w 22052"/>
                <a:gd name="connsiteY4" fmla="*/ 634 h 29402"/>
                <a:gd name="connsiteX5" fmla="*/ 18504 w 22052"/>
                <a:gd name="connsiteY5" fmla="*/ 0 h 29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052" h="29402">
                  <a:moveTo>
                    <a:pt x="18504" y="0"/>
                  </a:moveTo>
                  <a:cubicBezTo>
                    <a:pt x="8238" y="0"/>
                    <a:pt x="0" y="6590"/>
                    <a:pt x="0" y="14701"/>
                  </a:cubicBezTo>
                  <a:cubicBezTo>
                    <a:pt x="0" y="22813"/>
                    <a:pt x="8238" y="29403"/>
                    <a:pt x="18504" y="29403"/>
                  </a:cubicBezTo>
                  <a:lnTo>
                    <a:pt x="22053" y="28896"/>
                  </a:lnTo>
                  <a:lnTo>
                    <a:pt x="22053" y="634"/>
                  </a:lnTo>
                  <a:lnTo>
                    <a:pt x="18504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14" name="Freeform: Shape 5713">
              <a:extLst>
                <a:ext uri="{FF2B5EF4-FFF2-40B4-BE49-F238E27FC236}">
                  <a16:creationId xmlns:a16="http://schemas.microsoft.com/office/drawing/2014/main" id="{66E2504E-EBA4-3E65-7F3F-8A6D37BB3DBC}"/>
                </a:ext>
              </a:extLst>
            </p:cNvPr>
            <p:cNvSpPr/>
            <p:nvPr/>
          </p:nvSpPr>
          <p:spPr>
            <a:xfrm>
              <a:off x="12139785" y="3118875"/>
              <a:ext cx="11406" cy="26107"/>
            </a:xfrm>
            <a:custGeom>
              <a:avLst/>
              <a:gdLst>
                <a:gd name="connsiteX0" fmla="*/ 0 w 11406"/>
                <a:gd name="connsiteY0" fmla="*/ 13054 h 26107"/>
                <a:gd name="connsiteX1" fmla="*/ 11407 w 11406"/>
                <a:gd name="connsiteY1" fmla="*/ 26108 h 26107"/>
                <a:gd name="connsiteX2" fmla="*/ 11407 w 11406"/>
                <a:gd name="connsiteY2" fmla="*/ 0 h 26107"/>
                <a:gd name="connsiteX3" fmla="*/ 0 w 11406"/>
                <a:gd name="connsiteY3" fmla="*/ 13054 h 2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06" h="26107">
                  <a:moveTo>
                    <a:pt x="0" y="13054"/>
                  </a:moveTo>
                  <a:cubicBezTo>
                    <a:pt x="0" y="19010"/>
                    <a:pt x="4816" y="24080"/>
                    <a:pt x="11407" y="26108"/>
                  </a:cubicBezTo>
                  <a:lnTo>
                    <a:pt x="11407" y="0"/>
                  </a:lnTo>
                  <a:cubicBezTo>
                    <a:pt x="4816" y="2028"/>
                    <a:pt x="0" y="7097"/>
                    <a:pt x="0" y="1305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15" name="Freeform: Shape 5714">
              <a:extLst>
                <a:ext uri="{FF2B5EF4-FFF2-40B4-BE49-F238E27FC236}">
                  <a16:creationId xmlns:a16="http://schemas.microsoft.com/office/drawing/2014/main" id="{EDE38BBB-BDCF-56B7-BF76-49A4C90E60F6}"/>
                </a:ext>
              </a:extLst>
            </p:cNvPr>
            <p:cNvSpPr/>
            <p:nvPr/>
          </p:nvSpPr>
          <p:spPr>
            <a:xfrm>
              <a:off x="12147516" y="3227488"/>
              <a:ext cx="3801" cy="16348"/>
            </a:xfrm>
            <a:custGeom>
              <a:avLst/>
              <a:gdLst>
                <a:gd name="connsiteX0" fmla="*/ 0 w 3801"/>
                <a:gd name="connsiteY0" fmla="*/ 8238 h 16348"/>
                <a:gd name="connsiteX1" fmla="*/ 3802 w 3801"/>
                <a:gd name="connsiteY1" fmla="*/ 16349 h 16348"/>
                <a:gd name="connsiteX2" fmla="*/ 3802 w 3801"/>
                <a:gd name="connsiteY2" fmla="*/ 0 h 16348"/>
                <a:gd name="connsiteX3" fmla="*/ 0 w 3801"/>
                <a:gd name="connsiteY3" fmla="*/ 8111 h 16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01" h="16348">
                  <a:moveTo>
                    <a:pt x="0" y="8238"/>
                  </a:moveTo>
                  <a:cubicBezTo>
                    <a:pt x="0" y="11279"/>
                    <a:pt x="1648" y="14068"/>
                    <a:pt x="3802" y="16349"/>
                  </a:cubicBezTo>
                  <a:lnTo>
                    <a:pt x="3802" y="0"/>
                  </a:lnTo>
                  <a:cubicBezTo>
                    <a:pt x="1648" y="2281"/>
                    <a:pt x="0" y="5069"/>
                    <a:pt x="0" y="811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16" name="Freeform: Shape 5715">
              <a:extLst>
                <a:ext uri="{FF2B5EF4-FFF2-40B4-BE49-F238E27FC236}">
                  <a16:creationId xmlns:a16="http://schemas.microsoft.com/office/drawing/2014/main" id="{23D41B73-3168-6DFD-731A-2F386E6957B4}"/>
                </a:ext>
              </a:extLst>
            </p:cNvPr>
            <p:cNvSpPr/>
            <p:nvPr/>
          </p:nvSpPr>
          <p:spPr>
            <a:xfrm>
              <a:off x="12143587" y="4467346"/>
              <a:ext cx="7604" cy="16729"/>
            </a:xfrm>
            <a:custGeom>
              <a:avLst/>
              <a:gdLst>
                <a:gd name="connsiteX0" fmla="*/ 0 w 7604"/>
                <a:gd name="connsiteY0" fmla="*/ 8365 h 16729"/>
                <a:gd name="connsiteX1" fmla="*/ 7605 w 7604"/>
                <a:gd name="connsiteY1" fmla="*/ 16729 h 16729"/>
                <a:gd name="connsiteX2" fmla="*/ 7605 w 7604"/>
                <a:gd name="connsiteY2" fmla="*/ 0 h 16729"/>
                <a:gd name="connsiteX3" fmla="*/ 0 w 7604"/>
                <a:gd name="connsiteY3" fmla="*/ 8365 h 16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04" h="16729">
                  <a:moveTo>
                    <a:pt x="0" y="8365"/>
                  </a:moveTo>
                  <a:cubicBezTo>
                    <a:pt x="0" y="12420"/>
                    <a:pt x="3422" y="15208"/>
                    <a:pt x="7605" y="16729"/>
                  </a:cubicBezTo>
                  <a:lnTo>
                    <a:pt x="7605" y="0"/>
                  </a:lnTo>
                  <a:cubicBezTo>
                    <a:pt x="3422" y="1648"/>
                    <a:pt x="0" y="4436"/>
                    <a:pt x="0" y="836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17" name="Freeform: Shape 5716">
              <a:extLst>
                <a:ext uri="{FF2B5EF4-FFF2-40B4-BE49-F238E27FC236}">
                  <a16:creationId xmlns:a16="http://schemas.microsoft.com/office/drawing/2014/main" id="{032E5E83-1AEA-8046-BF3A-696D6719E169}"/>
                </a:ext>
              </a:extLst>
            </p:cNvPr>
            <p:cNvSpPr/>
            <p:nvPr/>
          </p:nvSpPr>
          <p:spPr>
            <a:xfrm>
              <a:off x="12114818" y="4567467"/>
              <a:ext cx="24333" cy="19264"/>
            </a:xfrm>
            <a:custGeom>
              <a:avLst/>
              <a:gdLst>
                <a:gd name="connsiteX0" fmla="*/ 24334 w 24333"/>
                <a:gd name="connsiteY0" fmla="*/ 9632 h 19264"/>
                <a:gd name="connsiteX1" fmla="*/ 12167 w 24333"/>
                <a:gd name="connsiteY1" fmla="*/ 19264 h 19264"/>
                <a:gd name="connsiteX2" fmla="*/ 0 w 24333"/>
                <a:gd name="connsiteY2" fmla="*/ 9632 h 19264"/>
                <a:gd name="connsiteX3" fmla="*/ 12167 w 24333"/>
                <a:gd name="connsiteY3" fmla="*/ 0 h 19264"/>
                <a:gd name="connsiteX4" fmla="*/ 24334 w 24333"/>
                <a:gd name="connsiteY4" fmla="*/ 9632 h 19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33" h="19264">
                  <a:moveTo>
                    <a:pt x="24334" y="9632"/>
                  </a:moveTo>
                  <a:cubicBezTo>
                    <a:pt x="24334" y="14955"/>
                    <a:pt x="18884" y="19264"/>
                    <a:pt x="12167" y="19264"/>
                  </a:cubicBezTo>
                  <a:cubicBezTo>
                    <a:pt x="5450" y="19264"/>
                    <a:pt x="0" y="14955"/>
                    <a:pt x="0" y="9632"/>
                  </a:cubicBezTo>
                  <a:cubicBezTo>
                    <a:pt x="0" y="4309"/>
                    <a:pt x="5450" y="0"/>
                    <a:pt x="12167" y="0"/>
                  </a:cubicBezTo>
                  <a:cubicBezTo>
                    <a:pt x="18884" y="0"/>
                    <a:pt x="24334" y="4309"/>
                    <a:pt x="24334" y="963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18" name="Freeform: Shape 5717">
              <a:extLst>
                <a:ext uri="{FF2B5EF4-FFF2-40B4-BE49-F238E27FC236}">
                  <a16:creationId xmlns:a16="http://schemas.microsoft.com/office/drawing/2014/main" id="{95132729-8DF9-C620-C57F-FB814AC5B276}"/>
                </a:ext>
              </a:extLst>
            </p:cNvPr>
            <p:cNvSpPr/>
            <p:nvPr/>
          </p:nvSpPr>
          <p:spPr>
            <a:xfrm>
              <a:off x="12083641" y="4668983"/>
              <a:ext cx="22812" cy="17996"/>
            </a:xfrm>
            <a:custGeom>
              <a:avLst/>
              <a:gdLst>
                <a:gd name="connsiteX0" fmla="*/ 22812 w 22812"/>
                <a:gd name="connsiteY0" fmla="*/ 8998 h 17996"/>
                <a:gd name="connsiteX1" fmla="*/ 11406 w 22812"/>
                <a:gd name="connsiteY1" fmla="*/ 17997 h 17996"/>
                <a:gd name="connsiteX2" fmla="*/ 0 w 22812"/>
                <a:gd name="connsiteY2" fmla="*/ 8998 h 17996"/>
                <a:gd name="connsiteX3" fmla="*/ 11406 w 22812"/>
                <a:gd name="connsiteY3" fmla="*/ 0 h 17996"/>
                <a:gd name="connsiteX4" fmla="*/ 22812 w 22812"/>
                <a:gd name="connsiteY4" fmla="*/ 8998 h 17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12" h="17996">
                  <a:moveTo>
                    <a:pt x="22812" y="8998"/>
                  </a:moveTo>
                  <a:cubicBezTo>
                    <a:pt x="22812" y="13941"/>
                    <a:pt x="17743" y="17997"/>
                    <a:pt x="11406" y="17997"/>
                  </a:cubicBezTo>
                  <a:cubicBezTo>
                    <a:pt x="5069" y="17997"/>
                    <a:pt x="0" y="13941"/>
                    <a:pt x="0" y="8998"/>
                  </a:cubicBezTo>
                  <a:cubicBezTo>
                    <a:pt x="0" y="4056"/>
                    <a:pt x="5069" y="0"/>
                    <a:pt x="11406" y="0"/>
                  </a:cubicBezTo>
                  <a:cubicBezTo>
                    <a:pt x="17743" y="0"/>
                    <a:pt x="22812" y="4056"/>
                    <a:pt x="22812" y="89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19" name="Freeform: Shape 5718">
              <a:extLst>
                <a:ext uri="{FF2B5EF4-FFF2-40B4-BE49-F238E27FC236}">
                  <a16:creationId xmlns:a16="http://schemas.microsoft.com/office/drawing/2014/main" id="{5CA10142-BE2B-B540-BD0D-99F342993D66}"/>
                </a:ext>
              </a:extLst>
            </p:cNvPr>
            <p:cNvSpPr/>
            <p:nvPr/>
          </p:nvSpPr>
          <p:spPr>
            <a:xfrm>
              <a:off x="12049423" y="4769484"/>
              <a:ext cx="22051" cy="17489"/>
            </a:xfrm>
            <a:custGeom>
              <a:avLst/>
              <a:gdLst>
                <a:gd name="connsiteX0" fmla="*/ 22052 w 22051"/>
                <a:gd name="connsiteY0" fmla="*/ 8745 h 17489"/>
                <a:gd name="connsiteX1" fmla="*/ 11026 w 22051"/>
                <a:gd name="connsiteY1" fmla="*/ 17490 h 17489"/>
                <a:gd name="connsiteX2" fmla="*/ 0 w 22051"/>
                <a:gd name="connsiteY2" fmla="*/ 8745 h 17489"/>
                <a:gd name="connsiteX3" fmla="*/ 11026 w 22051"/>
                <a:gd name="connsiteY3" fmla="*/ 0 h 17489"/>
                <a:gd name="connsiteX4" fmla="*/ 22052 w 22051"/>
                <a:gd name="connsiteY4" fmla="*/ 8745 h 1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051" h="17489">
                  <a:moveTo>
                    <a:pt x="22052" y="8745"/>
                  </a:moveTo>
                  <a:cubicBezTo>
                    <a:pt x="22052" y="13561"/>
                    <a:pt x="17109" y="17490"/>
                    <a:pt x="11026" y="17490"/>
                  </a:cubicBezTo>
                  <a:cubicBezTo>
                    <a:pt x="4943" y="17490"/>
                    <a:pt x="0" y="13561"/>
                    <a:pt x="0" y="8745"/>
                  </a:cubicBezTo>
                  <a:cubicBezTo>
                    <a:pt x="0" y="3929"/>
                    <a:pt x="4943" y="0"/>
                    <a:pt x="11026" y="0"/>
                  </a:cubicBezTo>
                  <a:cubicBezTo>
                    <a:pt x="17109" y="0"/>
                    <a:pt x="22052" y="3929"/>
                    <a:pt x="22052" y="874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20" name="Freeform: Shape 5719">
              <a:extLst>
                <a:ext uri="{FF2B5EF4-FFF2-40B4-BE49-F238E27FC236}">
                  <a16:creationId xmlns:a16="http://schemas.microsoft.com/office/drawing/2014/main" id="{A024B130-6A6B-E125-5957-839DB338E54D}"/>
                </a:ext>
              </a:extLst>
            </p:cNvPr>
            <p:cNvSpPr/>
            <p:nvPr/>
          </p:nvSpPr>
          <p:spPr>
            <a:xfrm>
              <a:off x="12012416" y="4869479"/>
              <a:ext cx="21418" cy="16982"/>
            </a:xfrm>
            <a:custGeom>
              <a:avLst/>
              <a:gdLst>
                <a:gd name="connsiteX0" fmla="*/ 21418 w 21418"/>
                <a:gd name="connsiteY0" fmla="*/ 8491 h 16982"/>
                <a:gd name="connsiteX1" fmla="*/ 10772 w 21418"/>
                <a:gd name="connsiteY1" fmla="*/ 16983 h 16982"/>
                <a:gd name="connsiteX2" fmla="*/ 0 w 21418"/>
                <a:gd name="connsiteY2" fmla="*/ 8491 h 16982"/>
                <a:gd name="connsiteX3" fmla="*/ 10772 w 21418"/>
                <a:gd name="connsiteY3" fmla="*/ 0 h 16982"/>
                <a:gd name="connsiteX4" fmla="*/ 21418 w 21418"/>
                <a:gd name="connsiteY4" fmla="*/ 8491 h 1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18" h="16982">
                  <a:moveTo>
                    <a:pt x="21418" y="8491"/>
                  </a:moveTo>
                  <a:cubicBezTo>
                    <a:pt x="21418" y="13181"/>
                    <a:pt x="16602" y="16983"/>
                    <a:pt x="10772" y="16983"/>
                  </a:cubicBezTo>
                  <a:cubicBezTo>
                    <a:pt x="4942" y="16983"/>
                    <a:pt x="0" y="13181"/>
                    <a:pt x="0" y="8491"/>
                  </a:cubicBezTo>
                  <a:cubicBezTo>
                    <a:pt x="0" y="3802"/>
                    <a:pt x="4816" y="0"/>
                    <a:pt x="10772" y="0"/>
                  </a:cubicBezTo>
                  <a:cubicBezTo>
                    <a:pt x="16729" y="0"/>
                    <a:pt x="21418" y="3802"/>
                    <a:pt x="21418" y="84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21" name="Freeform: Shape 5720">
              <a:extLst>
                <a:ext uri="{FF2B5EF4-FFF2-40B4-BE49-F238E27FC236}">
                  <a16:creationId xmlns:a16="http://schemas.microsoft.com/office/drawing/2014/main" id="{B9A577DC-EDD8-7E2B-5762-53B3E834A97E}"/>
                </a:ext>
              </a:extLst>
            </p:cNvPr>
            <p:cNvSpPr/>
            <p:nvPr/>
          </p:nvSpPr>
          <p:spPr>
            <a:xfrm>
              <a:off x="11972874" y="4968713"/>
              <a:ext cx="20531" cy="16475"/>
            </a:xfrm>
            <a:custGeom>
              <a:avLst/>
              <a:gdLst>
                <a:gd name="connsiteX0" fmla="*/ 20531 w 20531"/>
                <a:gd name="connsiteY0" fmla="*/ 8238 h 16475"/>
                <a:gd name="connsiteX1" fmla="*/ 10266 w 20531"/>
                <a:gd name="connsiteY1" fmla="*/ 16476 h 16475"/>
                <a:gd name="connsiteX2" fmla="*/ 0 w 20531"/>
                <a:gd name="connsiteY2" fmla="*/ 8238 h 16475"/>
                <a:gd name="connsiteX3" fmla="*/ 10266 w 20531"/>
                <a:gd name="connsiteY3" fmla="*/ 0 h 16475"/>
                <a:gd name="connsiteX4" fmla="*/ 20531 w 20531"/>
                <a:gd name="connsiteY4" fmla="*/ 8238 h 16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31" h="16475">
                  <a:moveTo>
                    <a:pt x="20531" y="8238"/>
                  </a:moveTo>
                  <a:cubicBezTo>
                    <a:pt x="20531" y="12800"/>
                    <a:pt x="15968" y="16476"/>
                    <a:pt x="10266" y="16476"/>
                  </a:cubicBezTo>
                  <a:cubicBezTo>
                    <a:pt x="4562" y="16476"/>
                    <a:pt x="0" y="12800"/>
                    <a:pt x="0" y="8238"/>
                  </a:cubicBezTo>
                  <a:cubicBezTo>
                    <a:pt x="0" y="3675"/>
                    <a:pt x="4562" y="0"/>
                    <a:pt x="10266" y="0"/>
                  </a:cubicBezTo>
                  <a:cubicBezTo>
                    <a:pt x="15968" y="0"/>
                    <a:pt x="20531" y="3675"/>
                    <a:pt x="20531" y="823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22" name="Freeform: Shape 5721">
              <a:extLst>
                <a:ext uri="{FF2B5EF4-FFF2-40B4-BE49-F238E27FC236}">
                  <a16:creationId xmlns:a16="http://schemas.microsoft.com/office/drawing/2014/main" id="{03C258AB-DEFC-55EE-D44F-845A574AE865}"/>
                </a:ext>
              </a:extLst>
            </p:cNvPr>
            <p:cNvSpPr/>
            <p:nvPr/>
          </p:nvSpPr>
          <p:spPr>
            <a:xfrm>
              <a:off x="11931051" y="5067694"/>
              <a:ext cx="19010" cy="15208"/>
            </a:xfrm>
            <a:custGeom>
              <a:avLst/>
              <a:gdLst>
                <a:gd name="connsiteX0" fmla="*/ 19010 w 19010"/>
                <a:gd name="connsiteY0" fmla="*/ 7604 h 15208"/>
                <a:gd name="connsiteX1" fmla="*/ 9505 w 19010"/>
                <a:gd name="connsiteY1" fmla="*/ 15208 h 15208"/>
                <a:gd name="connsiteX2" fmla="*/ 0 w 19010"/>
                <a:gd name="connsiteY2" fmla="*/ 7604 h 15208"/>
                <a:gd name="connsiteX3" fmla="*/ 9505 w 19010"/>
                <a:gd name="connsiteY3" fmla="*/ 0 h 15208"/>
                <a:gd name="connsiteX4" fmla="*/ 19010 w 19010"/>
                <a:gd name="connsiteY4" fmla="*/ 7604 h 15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10" h="15208">
                  <a:moveTo>
                    <a:pt x="19010" y="7604"/>
                  </a:moveTo>
                  <a:cubicBezTo>
                    <a:pt x="19010" y="11787"/>
                    <a:pt x="14702" y="15208"/>
                    <a:pt x="9505" y="15208"/>
                  </a:cubicBezTo>
                  <a:cubicBezTo>
                    <a:pt x="4309" y="15208"/>
                    <a:pt x="0" y="11787"/>
                    <a:pt x="0" y="7604"/>
                  </a:cubicBezTo>
                  <a:cubicBezTo>
                    <a:pt x="0" y="3422"/>
                    <a:pt x="4309" y="0"/>
                    <a:pt x="9505" y="0"/>
                  </a:cubicBezTo>
                  <a:cubicBezTo>
                    <a:pt x="14702" y="0"/>
                    <a:pt x="19010" y="3422"/>
                    <a:pt x="19010" y="760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23" name="Freeform: Shape 5722">
              <a:extLst>
                <a:ext uri="{FF2B5EF4-FFF2-40B4-BE49-F238E27FC236}">
                  <a16:creationId xmlns:a16="http://schemas.microsoft.com/office/drawing/2014/main" id="{B0FF0C6E-F005-53BA-6D94-2E5EE8A6EF8E}"/>
                </a:ext>
              </a:extLst>
            </p:cNvPr>
            <p:cNvSpPr/>
            <p:nvPr/>
          </p:nvSpPr>
          <p:spPr>
            <a:xfrm>
              <a:off x="11886060" y="5165661"/>
              <a:ext cx="18250" cy="14448"/>
            </a:xfrm>
            <a:custGeom>
              <a:avLst/>
              <a:gdLst>
                <a:gd name="connsiteX0" fmla="*/ 18250 w 18250"/>
                <a:gd name="connsiteY0" fmla="*/ 7224 h 14448"/>
                <a:gd name="connsiteX1" fmla="*/ 9125 w 18250"/>
                <a:gd name="connsiteY1" fmla="*/ 14448 h 14448"/>
                <a:gd name="connsiteX2" fmla="*/ 0 w 18250"/>
                <a:gd name="connsiteY2" fmla="*/ 7224 h 14448"/>
                <a:gd name="connsiteX3" fmla="*/ 9125 w 18250"/>
                <a:gd name="connsiteY3" fmla="*/ 0 h 14448"/>
                <a:gd name="connsiteX4" fmla="*/ 18250 w 18250"/>
                <a:gd name="connsiteY4" fmla="*/ 7224 h 14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8">
                  <a:moveTo>
                    <a:pt x="18250" y="7224"/>
                  </a:moveTo>
                  <a:cubicBezTo>
                    <a:pt x="18250" y="11280"/>
                    <a:pt x="14194" y="14448"/>
                    <a:pt x="9125" y="14448"/>
                  </a:cubicBezTo>
                  <a:cubicBezTo>
                    <a:pt x="4056" y="14448"/>
                    <a:pt x="0" y="11280"/>
                    <a:pt x="0" y="7224"/>
                  </a:cubicBezTo>
                  <a:cubicBezTo>
                    <a:pt x="0" y="3168"/>
                    <a:pt x="4056" y="0"/>
                    <a:pt x="9125" y="0"/>
                  </a:cubicBezTo>
                  <a:cubicBezTo>
                    <a:pt x="14194" y="0"/>
                    <a:pt x="18250" y="3168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24" name="Freeform: Shape 5723">
              <a:extLst>
                <a:ext uri="{FF2B5EF4-FFF2-40B4-BE49-F238E27FC236}">
                  <a16:creationId xmlns:a16="http://schemas.microsoft.com/office/drawing/2014/main" id="{8305AF86-AA30-7A3A-D70B-517531124AAA}"/>
                </a:ext>
              </a:extLst>
            </p:cNvPr>
            <p:cNvSpPr/>
            <p:nvPr/>
          </p:nvSpPr>
          <p:spPr>
            <a:xfrm>
              <a:off x="11838914" y="5262994"/>
              <a:ext cx="16855" cy="13433"/>
            </a:xfrm>
            <a:custGeom>
              <a:avLst/>
              <a:gdLst>
                <a:gd name="connsiteX0" fmla="*/ 16855 w 16855"/>
                <a:gd name="connsiteY0" fmla="*/ 6717 h 13433"/>
                <a:gd name="connsiteX1" fmla="*/ 8491 w 16855"/>
                <a:gd name="connsiteY1" fmla="*/ 13434 h 13433"/>
                <a:gd name="connsiteX2" fmla="*/ 0 w 16855"/>
                <a:gd name="connsiteY2" fmla="*/ 6717 h 13433"/>
                <a:gd name="connsiteX3" fmla="*/ 8491 w 16855"/>
                <a:gd name="connsiteY3" fmla="*/ 0 h 13433"/>
                <a:gd name="connsiteX4" fmla="*/ 16855 w 16855"/>
                <a:gd name="connsiteY4" fmla="*/ 6717 h 13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55" h="13433">
                  <a:moveTo>
                    <a:pt x="16855" y="6717"/>
                  </a:moveTo>
                  <a:cubicBezTo>
                    <a:pt x="16855" y="10392"/>
                    <a:pt x="13053" y="13434"/>
                    <a:pt x="8491" y="13434"/>
                  </a:cubicBezTo>
                  <a:cubicBezTo>
                    <a:pt x="3929" y="13434"/>
                    <a:pt x="0" y="10392"/>
                    <a:pt x="0" y="6717"/>
                  </a:cubicBezTo>
                  <a:cubicBezTo>
                    <a:pt x="0" y="3042"/>
                    <a:pt x="3802" y="0"/>
                    <a:pt x="8491" y="0"/>
                  </a:cubicBezTo>
                  <a:cubicBezTo>
                    <a:pt x="13180" y="0"/>
                    <a:pt x="16855" y="3042"/>
                    <a:pt x="16855" y="671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25" name="Freeform: Shape 5724">
              <a:extLst>
                <a:ext uri="{FF2B5EF4-FFF2-40B4-BE49-F238E27FC236}">
                  <a16:creationId xmlns:a16="http://schemas.microsoft.com/office/drawing/2014/main" id="{D5B13CC7-C797-AF43-E484-FC39E8513942}"/>
                </a:ext>
              </a:extLst>
            </p:cNvPr>
            <p:cNvSpPr/>
            <p:nvPr/>
          </p:nvSpPr>
          <p:spPr>
            <a:xfrm>
              <a:off x="11788853" y="5359313"/>
              <a:ext cx="16095" cy="12673"/>
            </a:xfrm>
            <a:custGeom>
              <a:avLst/>
              <a:gdLst>
                <a:gd name="connsiteX0" fmla="*/ 16096 w 16095"/>
                <a:gd name="connsiteY0" fmla="*/ 6337 h 12673"/>
                <a:gd name="connsiteX1" fmla="*/ 7984 w 16095"/>
                <a:gd name="connsiteY1" fmla="*/ 12674 h 12673"/>
                <a:gd name="connsiteX2" fmla="*/ 0 w 16095"/>
                <a:gd name="connsiteY2" fmla="*/ 6337 h 12673"/>
                <a:gd name="connsiteX3" fmla="*/ 7984 w 16095"/>
                <a:gd name="connsiteY3" fmla="*/ 0 h 12673"/>
                <a:gd name="connsiteX4" fmla="*/ 16096 w 16095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95" h="12673">
                  <a:moveTo>
                    <a:pt x="16096" y="6337"/>
                  </a:moveTo>
                  <a:cubicBezTo>
                    <a:pt x="16096" y="9885"/>
                    <a:pt x="12420" y="12674"/>
                    <a:pt x="7984" y="12674"/>
                  </a:cubicBezTo>
                  <a:cubicBezTo>
                    <a:pt x="3548" y="12674"/>
                    <a:pt x="0" y="9759"/>
                    <a:pt x="0" y="6337"/>
                  </a:cubicBezTo>
                  <a:cubicBezTo>
                    <a:pt x="0" y="2915"/>
                    <a:pt x="3675" y="0"/>
                    <a:pt x="7984" y="0"/>
                  </a:cubicBezTo>
                  <a:cubicBezTo>
                    <a:pt x="12293" y="0"/>
                    <a:pt x="16096" y="2788"/>
                    <a:pt x="16096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26" name="Freeform: Shape 5725">
              <a:extLst>
                <a:ext uri="{FF2B5EF4-FFF2-40B4-BE49-F238E27FC236}">
                  <a16:creationId xmlns:a16="http://schemas.microsoft.com/office/drawing/2014/main" id="{AC7A21EA-276A-BB41-FAC0-EB091C17FC8B}"/>
                </a:ext>
              </a:extLst>
            </p:cNvPr>
            <p:cNvSpPr/>
            <p:nvPr/>
          </p:nvSpPr>
          <p:spPr>
            <a:xfrm>
              <a:off x="11736132" y="5454619"/>
              <a:ext cx="15461" cy="12420"/>
            </a:xfrm>
            <a:custGeom>
              <a:avLst/>
              <a:gdLst>
                <a:gd name="connsiteX0" fmla="*/ 15461 w 15461"/>
                <a:gd name="connsiteY0" fmla="*/ 6210 h 12420"/>
                <a:gd name="connsiteX1" fmla="*/ 7731 w 15461"/>
                <a:gd name="connsiteY1" fmla="*/ 12420 h 12420"/>
                <a:gd name="connsiteX2" fmla="*/ 0 w 15461"/>
                <a:gd name="connsiteY2" fmla="*/ 6210 h 12420"/>
                <a:gd name="connsiteX3" fmla="*/ 7731 w 15461"/>
                <a:gd name="connsiteY3" fmla="*/ 0 h 12420"/>
                <a:gd name="connsiteX4" fmla="*/ 15461 w 15461"/>
                <a:gd name="connsiteY4" fmla="*/ 6210 h 12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61" h="12420">
                  <a:moveTo>
                    <a:pt x="15461" y="6210"/>
                  </a:moveTo>
                  <a:cubicBezTo>
                    <a:pt x="15461" y="9632"/>
                    <a:pt x="11912" y="12420"/>
                    <a:pt x="7731" y="12420"/>
                  </a:cubicBezTo>
                  <a:cubicBezTo>
                    <a:pt x="3548" y="12420"/>
                    <a:pt x="0" y="9632"/>
                    <a:pt x="0" y="6210"/>
                  </a:cubicBezTo>
                  <a:cubicBezTo>
                    <a:pt x="0" y="2788"/>
                    <a:pt x="3421" y="0"/>
                    <a:pt x="7731" y="0"/>
                  </a:cubicBezTo>
                  <a:cubicBezTo>
                    <a:pt x="12039" y="0"/>
                    <a:pt x="15461" y="2788"/>
                    <a:pt x="15461" y="621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27" name="Freeform: Shape 5726">
              <a:extLst>
                <a:ext uri="{FF2B5EF4-FFF2-40B4-BE49-F238E27FC236}">
                  <a16:creationId xmlns:a16="http://schemas.microsoft.com/office/drawing/2014/main" id="{FBD53D9A-9073-8625-A22F-D70D5E29F594}"/>
                </a:ext>
              </a:extLst>
            </p:cNvPr>
            <p:cNvSpPr/>
            <p:nvPr/>
          </p:nvSpPr>
          <p:spPr>
            <a:xfrm>
              <a:off x="11681128" y="5549290"/>
              <a:ext cx="13940" cy="11152"/>
            </a:xfrm>
            <a:custGeom>
              <a:avLst/>
              <a:gdLst>
                <a:gd name="connsiteX0" fmla="*/ 13941 w 13940"/>
                <a:gd name="connsiteY0" fmla="*/ 5576 h 11152"/>
                <a:gd name="connsiteX1" fmla="*/ 6970 w 13940"/>
                <a:gd name="connsiteY1" fmla="*/ 11153 h 11152"/>
                <a:gd name="connsiteX2" fmla="*/ 0 w 13940"/>
                <a:gd name="connsiteY2" fmla="*/ 5576 h 11152"/>
                <a:gd name="connsiteX3" fmla="*/ 6970 w 13940"/>
                <a:gd name="connsiteY3" fmla="*/ 0 h 11152"/>
                <a:gd name="connsiteX4" fmla="*/ 13941 w 13940"/>
                <a:gd name="connsiteY4" fmla="*/ 5576 h 11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0" h="11152">
                  <a:moveTo>
                    <a:pt x="13941" y="5576"/>
                  </a:moveTo>
                  <a:cubicBezTo>
                    <a:pt x="13941" y="8618"/>
                    <a:pt x="10772" y="11153"/>
                    <a:pt x="6970" y="11153"/>
                  </a:cubicBezTo>
                  <a:cubicBezTo>
                    <a:pt x="3168" y="11153"/>
                    <a:pt x="0" y="8745"/>
                    <a:pt x="0" y="5576"/>
                  </a:cubicBezTo>
                  <a:cubicBezTo>
                    <a:pt x="0" y="2408"/>
                    <a:pt x="3168" y="0"/>
                    <a:pt x="6970" y="0"/>
                  </a:cubicBezTo>
                  <a:cubicBezTo>
                    <a:pt x="10772" y="0"/>
                    <a:pt x="13941" y="2535"/>
                    <a:pt x="13941" y="55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28" name="Freeform: Shape 5727">
              <a:extLst>
                <a:ext uri="{FF2B5EF4-FFF2-40B4-BE49-F238E27FC236}">
                  <a16:creationId xmlns:a16="http://schemas.microsoft.com/office/drawing/2014/main" id="{7A366BF5-B6CB-22DB-75C0-39BE301C7A7F}"/>
                </a:ext>
              </a:extLst>
            </p:cNvPr>
            <p:cNvSpPr/>
            <p:nvPr/>
          </p:nvSpPr>
          <p:spPr>
            <a:xfrm>
              <a:off x="11623209" y="5642822"/>
              <a:ext cx="13433" cy="10645"/>
            </a:xfrm>
            <a:custGeom>
              <a:avLst/>
              <a:gdLst>
                <a:gd name="connsiteX0" fmla="*/ 13434 w 13433"/>
                <a:gd name="connsiteY0" fmla="*/ 5323 h 10645"/>
                <a:gd name="connsiteX1" fmla="*/ 6717 w 13433"/>
                <a:gd name="connsiteY1" fmla="*/ 10646 h 10645"/>
                <a:gd name="connsiteX2" fmla="*/ 0 w 13433"/>
                <a:gd name="connsiteY2" fmla="*/ 5323 h 10645"/>
                <a:gd name="connsiteX3" fmla="*/ 6717 w 13433"/>
                <a:gd name="connsiteY3" fmla="*/ 0 h 10645"/>
                <a:gd name="connsiteX4" fmla="*/ 13434 w 13433"/>
                <a:gd name="connsiteY4" fmla="*/ 5323 h 1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33" h="10645">
                  <a:moveTo>
                    <a:pt x="13434" y="5323"/>
                  </a:moveTo>
                  <a:cubicBezTo>
                    <a:pt x="13434" y="8238"/>
                    <a:pt x="10392" y="10646"/>
                    <a:pt x="6717" y="10646"/>
                  </a:cubicBezTo>
                  <a:lnTo>
                    <a:pt x="0" y="5323"/>
                  </a:lnTo>
                  <a:cubicBezTo>
                    <a:pt x="0" y="2408"/>
                    <a:pt x="3042" y="0"/>
                    <a:pt x="6717" y="0"/>
                  </a:cubicBezTo>
                  <a:cubicBezTo>
                    <a:pt x="10392" y="0"/>
                    <a:pt x="13434" y="2408"/>
                    <a:pt x="13434" y="532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29" name="Freeform: Shape 5728">
              <a:extLst>
                <a:ext uri="{FF2B5EF4-FFF2-40B4-BE49-F238E27FC236}">
                  <a16:creationId xmlns:a16="http://schemas.microsoft.com/office/drawing/2014/main" id="{49B187FB-F297-C36C-3428-D7871ECC127A}"/>
                </a:ext>
              </a:extLst>
            </p:cNvPr>
            <p:cNvSpPr/>
            <p:nvPr/>
          </p:nvSpPr>
          <p:spPr>
            <a:xfrm>
              <a:off x="11563390" y="5735592"/>
              <a:ext cx="11913" cy="9505"/>
            </a:xfrm>
            <a:custGeom>
              <a:avLst/>
              <a:gdLst>
                <a:gd name="connsiteX0" fmla="*/ 11913 w 11913"/>
                <a:gd name="connsiteY0" fmla="*/ 4816 h 9505"/>
                <a:gd name="connsiteX1" fmla="*/ 5956 w 11913"/>
                <a:gd name="connsiteY1" fmla="*/ 9505 h 9505"/>
                <a:gd name="connsiteX2" fmla="*/ 0 w 11913"/>
                <a:gd name="connsiteY2" fmla="*/ 4816 h 9505"/>
                <a:gd name="connsiteX3" fmla="*/ 5956 w 11913"/>
                <a:gd name="connsiteY3" fmla="*/ 0 h 9505"/>
                <a:gd name="connsiteX4" fmla="*/ 11913 w 11913"/>
                <a:gd name="connsiteY4" fmla="*/ 4816 h 9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13" h="9505">
                  <a:moveTo>
                    <a:pt x="11913" y="4816"/>
                  </a:moveTo>
                  <a:lnTo>
                    <a:pt x="5956" y="9505"/>
                  </a:lnTo>
                  <a:lnTo>
                    <a:pt x="0" y="4816"/>
                  </a:lnTo>
                  <a:lnTo>
                    <a:pt x="5956" y="0"/>
                  </a:lnTo>
                  <a:lnTo>
                    <a:pt x="11913" y="481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30" name="Freeform: Shape 5729">
              <a:extLst>
                <a:ext uri="{FF2B5EF4-FFF2-40B4-BE49-F238E27FC236}">
                  <a16:creationId xmlns:a16="http://schemas.microsoft.com/office/drawing/2014/main" id="{F881C203-7904-2415-A7C0-A9437E89366A}"/>
                </a:ext>
              </a:extLst>
            </p:cNvPr>
            <p:cNvSpPr/>
            <p:nvPr/>
          </p:nvSpPr>
          <p:spPr>
            <a:xfrm>
              <a:off x="11500656" y="5827096"/>
              <a:ext cx="11152" cy="8871"/>
            </a:xfrm>
            <a:custGeom>
              <a:avLst/>
              <a:gdLst>
                <a:gd name="connsiteX0" fmla="*/ 11153 w 11152"/>
                <a:gd name="connsiteY0" fmla="*/ 4436 h 8871"/>
                <a:gd name="connsiteX1" fmla="*/ 5576 w 11152"/>
                <a:gd name="connsiteY1" fmla="*/ 8872 h 8871"/>
                <a:gd name="connsiteX2" fmla="*/ 0 w 11152"/>
                <a:gd name="connsiteY2" fmla="*/ 4436 h 8871"/>
                <a:gd name="connsiteX3" fmla="*/ 5576 w 11152"/>
                <a:gd name="connsiteY3" fmla="*/ 0 h 8871"/>
                <a:gd name="connsiteX4" fmla="*/ 11153 w 11152"/>
                <a:gd name="connsiteY4" fmla="*/ 4436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52" h="8871">
                  <a:moveTo>
                    <a:pt x="11153" y="4436"/>
                  </a:moveTo>
                  <a:lnTo>
                    <a:pt x="5576" y="8872"/>
                  </a:lnTo>
                  <a:lnTo>
                    <a:pt x="0" y="4436"/>
                  </a:lnTo>
                  <a:lnTo>
                    <a:pt x="5576" y="0"/>
                  </a:lnTo>
                  <a:lnTo>
                    <a:pt x="11153" y="44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31" name="Freeform: Shape 5730">
              <a:extLst>
                <a:ext uri="{FF2B5EF4-FFF2-40B4-BE49-F238E27FC236}">
                  <a16:creationId xmlns:a16="http://schemas.microsoft.com/office/drawing/2014/main" id="{C2726494-ABC8-199D-E8DC-AB76E9EF4420}"/>
                </a:ext>
              </a:extLst>
            </p:cNvPr>
            <p:cNvSpPr/>
            <p:nvPr/>
          </p:nvSpPr>
          <p:spPr>
            <a:xfrm>
              <a:off x="11435767" y="5917712"/>
              <a:ext cx="9758" cy="7731"/>
            </a:xfrm>
            <a:custGeom>
              <a:avLst/>
              <a:gdLst>
                <a:gd name="connsiteX0" fmla="*/ 9758 w 9758"/>
                <a:gd name="connsiteY0" fmla="*/ 3802 h 7731"/>
                <a:gd name="connsiteX1" fmla="*/ 4942 w 9758"/>
                <a:gd name="connsiteY1" fmla="*/ 7731 h 7731"/>
                <a:gd name="connsiteX2" fmla="*/ 0 w 9758"/>
                <a:gd name="connsiteY2" fmla="*/ 3802 h 7731"/>
                <a:gd name="connsiteX3" fmla="*/ 4942 w 9758"/>
                <a:gd name="connsiteY3" fmla="*/ 0 h 7731"/>
                <a:gd name="connsiteX4" fmla="*/ 9758 w 9758"/>
                <a:gd name="connsiteY4" fmla="*/ 3802 h 7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58" h="7731">
                  <a:moveTo>
                    <a:pt x="9758" y="3802"/>
                  </a:moveTo>
                  <a:lnTo>
                    <a:pt x="4942" y="7731"/>
                  </a:lnTo>
                  <a:lnTo>
                    <a:pt x="0" y="3802"/>
                  </a:lnTo>
                  <a:lnTo>
                    <a:pt x="4942" y="0"/>
                  </a:lnTo>
                  <a:lnTo>
                    <a:pt x="9758" y="380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32" name="Freeform: Shape 5731">
              <a:extLst>
                <a:ext uri="{FF2B5EF4-FFF2-40B4-BE49-F238E27FC236}">
                  <a16:creationId xmlns:a16="http://schemas.microsoft.com/office/drawing/2014/main" id="{BE06A604-FF7A-A97F-1EEE-590870956558}"/>
                </a:ext>
              </a:extLst>
            </p:cNvPr>
            <p:cNvSpPr/>
            <p:nvPr/>
          </p:nvSpPr>
          <p:spPr>
            <a:xfrm>
              <a:off x="11368090" y="6006807"/>
              <a:ext cx="9251" cy="7350"/>
            </a:xfrm>
            <a:custGeom>
              <a:avLst/>
              <a:gdLst>
                <a:gd name="connsiteX0" fmla="*/ 9251 w 9251"/>
                <a:gd name="connsiteY0" fmla="*/ 3675 h 7350"/>
                <a:gd name="connsiteX1" fmla="*/ 4562 w 9251"/>
                <a:gd name="connsiteY1" fmla="*/ 7351 h 7350"/>
                <a:gd name="connsiteX2" fmla="*/ 0 w 9251"/>
                <a:gd name="connsiteY2" fmla="*/ 3675 h 7350"/>
                <a:gd name="connsiteX3" fmla="*/ 4562 w 9251"/>
                <a:gd name="connsiteY3" fmla="*/ 0 h 7350"/>
                <a:gd name="connsiteX4" fmla="*/ 9251 w 9251"/>
                <a:gd name="connsiteY4" fmla="*/ 3675 h 7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51" h="7350">
                  <a:moveTo>
                    <a:pt x="9251" y="3675"/>
                  </a:moveTo>
                  <a:lnTo>
                    <a:pt x="4562" y="7351"/>
                  </a:lnTo>
                  <a:lnTo>
                    <a:pt x="0" y="3675"/>
                  </a:lnTo>
                  <a:lnTo>
                    <a:pt x="4562" y="0"/>
                  </a:lnTo>
                  <a:lnTo>
                    <a:pt x="9251" y="367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33" name="Freeform: Shape 5732">
              <a:extLst>
                <a:ext uri="{FF2B5EF4-FFF2-40B4-BE49-F238E27FC236}">
                  <a16:creationId xmlns:a16="http://schemas.microsoft.com/office/drawing/2014/main" id="{2A7B7D7C-7C9F-7DDC-E4EE-ADFC3F6EA688}"/>
                </a:ext>
              </a:extLst>
            </p:cNvPr>
            <p:cNvSpPr/>
            <p:nvPr/>
          </p:nvSpPr>
          <p:spPr>
            <a:xfrm>
              <a:off x="11298131" y="6094889"/>
              <a:ext cx="8491" cy="6716"/>
            </a:xfrm>
            <a:custGeom>
              <a:avLst/>
              <a:gdLst>
                <a:gd name="connsiteX0" fmla="*/ 8492 w 8491"/>
                <a:gd name="connsiteY0" fmla="*/ 3422 h 6716"/>
                <a:gd name="connsiteX1" fmla="*/ 4309 w 8491"/>
                <a:gd name="connsiteY1" fmla="*/ 6717 h 6716"/>
                <a:gd name="connsiteX2" fmla="*/ 0 w 8491"/>
                <a:gd name="connsiteY2" fmla="*/ 3422 h 6716"/>
                <a:gd name="connsiteX3" fmla="*/ 4309 w 8491"/>
                <a:gd name="connsiteY3" fmla="*/ 0 h 6716"/>
                <a:gd name="connsiteX4" fmla="*/ 8492 w 8491"/>
                <a:gd name="connsiteY4" fmla="*/ 3422 h 6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91" h="6716">
                  <a:moveTo>
                    <a:pt x="8492" y="3422"/>
                  </a:moveTo>
                  <a:lnTo>
                    <a:pt x="4309" y="6717"/>
                  </a:lnTo>
                  <a:lnTo>
                    <a:pt x="0" y="3422"/>
                  </a:lnTo>
                  <a:lnTo>
                    <a:pt x="4309" y="0"/>
                  </a:lnTo>
                  <a:lnTo>
                    <a:pt x="8492" y="342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34" name="Freeform: Shape 5733">
              <a:extLst>
                <a:ext uri="{FF2B5EF4-FFF2-40B4-BE49-F238E27FC236}">
                  <a16:creationId xmlns:a16="http://schemas.microsoft.com/office/drawing/2014/main" id="{4861268B-2918-5555-D1E9-95FB4E418051}"/>
                </a:ext>
              </a:extLst>
            </p:cNvPr>
            <p:cNvSpPr/>
            <p:nvPr/>
          </p:nvSpPr>
          <p:spPr>
            <a:xfrm>
              <a:off x="11226019" y="6181956"/>
              <a:ext cx="7223" cy="5703"/>
            </a:xfrm>
            <a:custGeom>
              <a:avLst/>
              <a:gdLst>
                <a:gd name="connsiteX0" fmla="*/ 7223 w 7223"/>
                <a:gd name="connsiteY0" fmla="*/ 2915 h 5703"/>
                <a:gd name="connsiteX1" fmla="*/ 3675 w 7223"/>
                <a:gd name="connsiteY1" fmla="*/ 5703 h 5703"/>
                <a:gd name="connsiteX2" fmla="*/ 0 w 7223"/>
                <a:gd name="connsiteY2" fmla="*/ 2915 h 5703"/>
                <a:gd name="connsiteX3" fmla="*/ 3675 w 7223"/>
                <a:gd name="connsiteY3" fmla="*/ 0 h 5703"/>
                <a:gd name="connsiteX4" fmla="*/ 7223 w 7223"/>
                <a:gd name="connsiteY4" fmla="*/ 2915 h 5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23" h="5703">
                  <a:moveTo>
                    <a:pt x="7223" y="2915"/>
                  </a:moveTo>
                  <a:lnTo>
                    <a:pt x="3675" y="5703"/>
                  </a:lnTo>
                  <a:lnTo>
                    <a:pt x="0" y="2915"/>
                  </a:lnTo>
                  <a:lnTo>
                    <a:pt x="3675" y="0"/>
                  </a:lnTo>
                  <a:lnTo>
                    <a:pt x="7223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35" name="Freeform: Shape 5734">
              <a:extLst>
                <a:ext uri="{FF2B5EF4-FFF2-40B4-BE49-F238E27FC236}">
                  <a16:creationId xmlns:a16="http://schemas.microsoft.com/office/drawing/2014/main" id="{0CE74E8F-E9B9-4ECF-3855-3BE67682F7FB}"/>
                </a:ext>
              </a:extLst>
            </p:cNvPr>
            <p:cNvSpPr/>
            <p:nvPr/>
          </p:nvSpPr>
          <p:spPr>
            <a:xfrm>
              <a:off x="11151372" y="6267503"/>
              <a:ext cx="6463" cy="5196"/>
            </a:xfrm>
            <a:custGeom>
              <a:avLst/>
              <a:gdLst>
                <a:gd name="connsiteX0" fmla="*/ 6464 w 6463"/>
                <a:gd name="connsiteY0" fmla="*/ 2661 h 5196"/>
                <a:gd name="connsiteX1" fmla="*/ 3295 w 6463"/>
                <a:gd name="connsiteY1" fmla="*/ 5196 h 5196"/>
                <a:gd name="connsiteX2" fmla="*/ 0 w 6463"/>
                <a:gd name="connsiteY2" fmla="*/ 2661 h 5196"/>
                <a:gd name="connsiteX3" fmla="*/ 3295 w 6463"/>
                <a:gd name="connsiteY3" fmla="*/ 0 h 5196"/>
                <a:gd name="connsiteX4" fmla="*/ 6464 w 6463"/>
                <a:gd name="connsiteY4" fmla="*/ 2661 h 5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196">
                  <a:moveTo>
                    <a:pt x="6464" y="2661"/>
                  </a:moveTo>
                  <a:lnTo>
                    <a:pt x="3295" y="5196"/>
                  </a:lnTo>
                  <a:lnTo>
                    <a:pt x="0" y="2661"/>
                  </a:lnTo>
                  <a:lnTo>
                    <a:pt x="3295" y="0"/>
                  </a:lnTo>
                  <a:lnTo>
                    <a:pt x="6464" y="266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36" name="Freeform: Shape 5735">
              <a:extLst>
                <a:ext uri="{FF2B5EF4-FFF2-40B4-BE49-F238E27FC236}">
                  <a16:creationId xmlns:a16="http://schemas.microsoft.com/office/drawing/2014/main" id="{88419552-259C-3467-6104-15B754551AD3}"/>
                </a:ext>
              </a:extLst>
            </p:cNvPr>
            <p:cNvSpPr/>
            <p:nvPr/>
          </p:nvSpPr>
          <p:spPr>
            <a:xfrm>
              <a:off x="11074697" y="6352036"/>
              <a:ext cx="5322" cy="4182"/>
            </a:xfrm>
            <a:custGeom>
              <a:avLst/>
              <a:gdLst>
                <a:gd name="connsiteX0" fmla="*/ 5323 w 5322"/>
                <a:gd name="connsiteY0" fmla="*/ 2027 h 4182"/>
                <a:gd name="connsiteX1" fmla="*/ 2661 w 5322"/>
                <a:gd name="connsiteY1" fmla="*/ 4182 h 4182"/>
                <a:gd name="connsiteX2" fmla="*/ 0 w 5322"/>
                <a:gd name="connsiteY2" fmla="*/ 2027 h 4182"/>
                <a:gd name="connsiteX3" fmla="*/ 2661 w 5322"/>
                <a:gd name="connsiteY3" fmla="*/ 0 h 4182"/>
                <a:gd name="connsiteX4" fmla="*/ 5323 w 5322"/>
                <a:gd name="connsiteY4" fmla="*/ 2027 h 4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22" h="4182">
                  <a:moveTo>
                    <a:pt x="5323" y="2027"/>
                  </a:moveTo>
                  <a:lnTo>
                    <a:pt x="2661" y="4182"/>
                  </a:lnTo>
                  <a:lnTo>
                    <a:pt x="0" y="2027"/>
                  </a:lnTo>
                  <a:lnTo>
                    <a:pt x="2661" y="0"/>
                  </a:lnTo>
                  <a:lnTo>
                    <a:pt x="5323" y="202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37" name="Freeform: Shape 5736">
              <a:extLst>
                <a:ext uri="{FF2B5EF4-FFF2-40B4-BE49-F238E27FC236}">
                  <a16:creationId xmlns:a16="http://schemas.microsoft.com/office/drawing/2014/main" id="{75AD8499-F85C-A0EC-103A-6E6ADB5F3362}"/>
                </a:ext>
              </a:extLst>
            </p:cNvPr>
            <p:cNvSpPr/>
            <p:nvPr/>
          </p:nvSpPr>
          <p:spPr>
            <a:xfrm>
              <a:off x="10995487" y="6434921"/>
              <a:ext cx="4689" cy="3675"/>
            </a:xfrm>
            <a:custGeom>
              <a:avLst/>
              <a:gdLst>
                <a:gd name="connsiteX0" fmla="*/ 4689 w 4689"/>
                <a:gd name="connsiteY0" fmla="*/ 1901 h 3675"/>
                <a:gd name="connsiteX1" fmla="*/ 2281 w 4689"/>
                <a:gd name="connsiteY1" fmla="*/ 3675 h 3675"/>
                <a:gd name="connsiteX2" fmla="*/ 0 w 4689"/>
                <a:gd name="connsiteY2" fmla="*/ 1901 h 3675"/>
                <a:gd name="connsiteX3" fmla="*/ 2281 w 4689"/>
                <a:gd name="connsiteY3" fmla="*/ 0 h 3675"/>
                <a:gd name="connsiteX4" fmla="*/ 4689 w 4689"/>
                <a:gd name="connsiteY4" fmla="*/ 1901 h 3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89" h="3675">
                  <a:moveTo>
                    <a:pt x="4689" y="1901"/>
                  </a:moveTo>
                  <a:lnTo>
                    <a:pt x="2281" y="3675"/>
                  </a:lnTo>
                  <a:lnTo>
                    <a:pt x="0" y="1901"/>
                  </a:lnTo>
                  <a:lnTo>
                    <a:pt x="2281" y="0"/>
                  </a:lnTo>
                  <a:lnTo>
                    <a:pt x="4689" y="190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38" name="Freeform: Shape 5737">
              <a:extLst>
                <a:ext uri="{FF2B5EF4-FFF2-40B4-BE49-F238E27FC236}">
                  <a16:creationId xmlns:a16="http://schemas.microsoft.com/office/drawing/2014/main" id="{02DE5BC3-3155-A4B9-C2E6-88E2BEE1A40A}"/>
                </a:ext>
              </a:extLst>
            </p:cNvPr>
            <p:cNvSpPr/>
            <p:nvPr/>
          </p:nvSpPr>
          <p:spPr>
            <a:xfrm>
              <a:off x="10914248" y="6516666"/>
              <a:ext cx="3548" cy="2787"/>
            </a:xfrm>
            <a:custGeom>
              <a:avLst/>
              <a:gdLst>
                <a:gd name="connsiteX0" fmla="*/ 3549 w 3548"/>
                <a:gd name="connsiteY0" fmla="*/ 1394 h 2787"/>
                <a:gd name="connsiteX1" fmla="*/ 1901 w 3548"/>
                <a:gd name="connsiteY1" fmla="*/ 2788 h 2787"/>
                <a:gd name="connsiteX2" fmla="*/ 0 w 3548"/>
                <a:gd name="connsiteY2" fmla="*/ 1394 h 2787"/>
                <a:gd name="connsiteX3" fmla="*/ 1901 w 3548"/>
                <a:gd name="connsiteY3" fmla="*/ 0 h 2787"/>
                <a:gd name="connsiteX4" fmla="*/ 3549 w 3548"/>
                <a:gd name="connsiteY4" fmla="*/ 1394 h 2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7">
                  <a:moveTo>
                    <a:pt x="3549" y="1394"/>
                  </a:moveTo>
                  <a:lnTo>
                    <a:pt x="1901" y="2788"/>
                  </a:lnTo>
                  <a:lnTo>
                    <a:pt x="0" y="1394"/>
                  </a:lnTo>
                  <a:lnTo>
                    <a:pt x="1901" y="0"/>
                  </a:lnTo>
                  <a:lnTo>
                    <a:pt x="3549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39" name="Freeform: Shape 5738">
              <a:extLst>
                <a:ext uri="{FF2B5EF4-FFF2-40B4-BE49-F238E27FC236}">
                  <a16:creationId xmlns:a16="http://schemas.microsoft.com/office/drawing/2014/main" id="{A9036404-854E-60D4-BA59-A05AF9C48A7E}"/>
                </a:ext>
              </a:extLst>
            </p:cNvPr>
            <p:cNvSpPr/>
            <p:nvPr/>
          </p:nvSpPr>
          <p:spPr>
            <a:xfrm>
              <a:off x="10830730" y="6596890"/>
              <a:ext cx="2914" cy="2281"/>
            </a:xfrm>
            <a:custGeom>
              <a:avLst/>
              <a:gdLst>
                <a:gd name="connsiteX0" fmla="*/ 2915 w 2914"/>
                <a:gd name="connsiteY0" fmla="*/ 1140 h 2281"/>
                <a:gd name="connsiteX1" fmla="*/ 1394 w 2914"/>
                <a:gd name="connsiteY1" fmla="*/ 2281 h 2281"/>
                <a:gd name="connsiteX2" fmla="*/ 0 w 2914"/>
                <a:gd name="connsiteY2" fmla="*/ 1140 h 2281"/>
                <a:gd name="connsiteX3" fmla="*/ 1394 w 2914"/>
                <a:gd name="connsiteY3" fmla="*/ 0 h 2281"/>
                <a:gd name="connsiteX4" fmla="*/ 2915 w 2914"/>
                <a:gd name="connsiteY4" fmla="*/ 1140 h 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" h="2281">
                  <a:moveTo>
                    <a:pt x="2915" y="1140"/>
                  </a:moveTo>
                  <a:lnTo>
                    <a:pt x="1394" y="2281"/>
                  </a:lnTo>
                  <a:lnTo>
                    <a:pt x="0" y="1140"/>
                  </a:lnTo>
                  <a:lnTo>
                    <a:pt x="1394" y="0"/>
                  </a:lnTo>
                  <a:lnTo>
                    <a:pt x="2915" y="114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40" name="Freeform: Shape 5739">
              <a:extLst>
                <a:ext uri="{FF2B5EF4-FFF2-40B4-BE49-F238E27FC236}">
                  <a16:creationId xmlns:a16="http://schemas.microsoft.com/office/drawing/2014/main" id="{76B3A7FF-E2AD-BAF7-EAF2-10609C35FD23}"/>
                </a:ext>
              </a:extLst>
            </p:cNvPr>
            <p:cNvSpPr/>
            <p:nvPr/>
          </p:nvSpPr>
          <p:spPr>
            <a:xfrm>
              <a:off x="10744929" y="6675593"/>
              <a:ext cx="2281" cy="1774"/>
            </a:xfrm>
            <a:custGeom>
              <a:avLst/>
              <a:gdLst>
                <a:gd name="connsiteX0" fmla="*/ 2281 w 2281"/>
                <a:gd name="connsiteY0" fmla="*/ 887 h 1774"/>
                <a:gd name="connsiteX1" fmla="*/ 1140 w 2281"/>
                <a:gd name="connsiteY1" fmla="*/ 1774 h 1774"/>
                <a:gd name="connsiteX2" fmla="*/ 0 w 2281"/>
                <a:gd name="connsiteY2" fmla="*/ 887 h 1774"/>
                <a:gd name="connsiteX3" fmla="*/ 1140 w 2281"/>
                <a:gd name="connsiteY3" fmla="*/ 0 h 1774"/>
                <a:gd name="connsiteX4" fmla="*/ 2281 w 2281"/>
                <a:gd name="connsiteY4" fmla="*/ 887 h 1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1" h="1774">
                  <a:moveTo>
                    <a:pt x="2281" y="887"/>
                  </a:moveTo>
                  <a:lnTo>
                    <a:pt x="1140" y="1774"/>
                  </a:lnTo>
                  <a:lnTo>
                    <a:pt x="0" y="887"/>
                  </a:lnTo>
                  <a:lnTo>
                    <a:pt x="1140" y="0"/>
                  </a:lnTo>
                  <a:lnTo>
                    <a:pt x="2281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41" name="Freeform: Shape 5740">
              <a:extLst>
                <a:ext uri="{FF2B5EF4-FFF2-40B4-BE49-F238E27FC236}">
                  <a16:creationId xmlns:a16="http://schemas.microsoft.com/office/drawing/2014/main" id="{17DAFDEA-0A12-B42A-0DDD-A51CF4547A5A}"/>
                </a:ext>
              </a:extLst>
            </p:cNvPr>
            <p:cNvSpPr/>
            <p:nvPr/>
          </p:nvSpPr>
          <p:spPr>
            <a:xfrm>
              <a:off x="10657228" y="6752902"/>
              <a:ext cx="1393" cy="1140"/>
            </a:xfrm>
            <a:custGeom>
              <a:avLst/>
              <a:gdLst>
                <a:gd name="connsiteX0" fmla="*/ 1394 w 1393"/>
                <a:gd name="connsiteY0" fmla="*/ 507 h 1140"/>
                <a:gd name="connsiteX1" fmla="*/ 634 w 1393"/>
                <a:gd name="connsiteY1" fmla="*/ 1140 h 1140"/>
                <a:gd name="connsiteX2" fmla="*/ 0 w 1393"/>
                <a:gd name="connsiteY2" fmla="*/ 507 h 1140"/>
                <a:gd name="connsiteX3" fmla="*/ 634 w 1393"/>
                <a:gd name="connsiteY3" fmla="*/ 0 h 1140"/>
                <a:gd name="connsiteX4" fmla="*/ 1394 w 1393"/>
                <a:gd name="connsiteY4" fmla="*/ 507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3" h="1140">
                  <a:moveTo>
                    <a:pt x="1394" y="507"/>
                  </a:moveTo>
                  <a:lnTo>
                    <a:pt x="634" y="1140"/>
                  </a:lnTo>
                  <a:lnTo>
                    <a:pt x="0" y="507"/>
                  </a:lnTo>
                  <a:lnTo>
                    <a:pt x="634" y="0"/>
                  </a:lnTo>
                  <a:lnTo>
                    <a:pt x="1394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42" name="Freeform: Shape 5741">
              <a:extLst>
                <a:ext uri="{FF2B5EF4-FFF2-40B4-BE49-F238E27FC236}">
                  <a16:creationId xmlns:a16="http://schemas.microsoft.com/office/drawing/2014/main" id="{86DA3E9A-D7A4-BA90-1866-549D046480ED}"/>
                </a:ext>
              </a:extLst>
            </p:cNvPr>
            <p:cNvSpPr/>
            <p:nvPr/>
          </p:nvSpPr>
          <p:spPr>
            <a:xfrm>
              <a:off x="1729566" y="6809046"/>
              <a:ext cx="48032" cy="15841"/>
            </a:xfrm>
            <a:custGeom>
              <a:avLst/>
              <a:gdLst>
                <a:gd name="connsiteX0" fmla="*/ 23953 w 48032"/>
                <a:gd name="connsiteY0" fmla="*/ 0 h 15841"/>
                <a:gd name="connsiteX1" fmla="*/ 0 w 48032"/>
                <a:gd name="connsiteY1" fmla="*/ 15842 h 15841"/>
                <a:gd name="connsiteX2" fmla="*/ 48033 w 48032"/>
                <a:gd name="connsiteY2" fmla="*/ 15842 h 15841"/>
                <a:gd name="connsiteX3" fmla="*/ 24080 w 48032"/>
                <a:gd name="connsiteY3" fmla="*/ 0 h 15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032" h="15841">
                  <a:moveTo>
                    <a:pt x="23953" y="0"/>
                  </a:moveTo>
                  <a:cubicBezTo>
                    <a:pt x="11913" y="0"/>
                    <a:pt x="2408" y="6843"/>
                    <a:pt x="0" y="15842"/>
                  </a:cubicBezTo>
                  <a:lnTo>
                    <a:pt x="48033" y="15842"/>
                  </a:lnTo>
                  <a:cubicBezTo>
                    <a:pt x="45625" y="6843"/>
                    <a:pt x="35993" y="0"/>
                    <a:pt x="24080" y="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43" name="Freeform: Shape 5742">
              <a:extLst>
                <a:ext uri="{FF2B5EF4-FFF2-40B4-BE49-F238E27FC236}">
                  <a16:creationId xmlns:a16="http://schemas.microsoft.com/office/drawing/2014/main" id="{3E566A3E-302F-6580-5B15-1A500BAC1070}"/>
                </a:ext>
              </a:extLst>
            </p:cNvPr>
            <p:cNvSpPr/>
            <p:nvPr/>
          </p:nvSpPr>
          <p:spPr>
            <a:xfrm>
              <a:off x="1638063" y="6733511"/>
              <a:ext cx="50187" cy="39795"/>
            </a:xfrm>
            <a:custGeom>
              <a:avLst/>
              <a:gdLst>
                <a:gd name="connsiteX0" fmla="*/ 50188 w 50187"/>
                <a:gd name="connsiteY0" fmla="*/ 19898 h 39795"/>
                <a:gd name="connsiteX1" fmla="*/ 25094 w 50187"/>
                <a:gd name="connsiteY1" fmla="*/ 39795 h 39795"/>
                <a:gd name="connsiteX2" fmla="*/ 0 w 50187"/>
                <a:gd name="connsiteY2" fmla="*/ 19898 h 39795"/>
                <a:gd name="connsiteX3" fmla="*/ 25094 w 50187"/>
                <a:gd name="connsiteY3" fmla="*/ 0 h 39795"/>
                <a:gd name="connsiteX4" fmla="*/ 50188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8" y="19898"/>
                  </a:moveTo>
                  <a:cubicBezTo>
                    <a:pt x="50188" y="30797"/>
                    <a:pt x="39035" y="39795"/>
                    <a:pt x="25094" y="39795"/>
                  </a:cubicBezTo>
                  <a:cubicBezTo>
                    <a:pt x="11153" y="39795"/>
                    <a:pt x="0" y="30924"/>
                    <a:pt x="0" y="19898"/>
                  </a:cubicBezTo>
                  <a:cubicBezTo>
                    <a:pt x="0" y="8872"/>
                    <a:pt x="11279" y="0"/>
                    <a:pt x="25094" y="0"/>
                  </a:cubicBezTo>
                  <a:cubicBezTo>
                    <a:pt x="38908" y="0"/>
                    <a:pt x="50188" y="8872"/>
                    <a:pt x="50188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44" name="Freeform: Shape 5743">
              <a:extLst>
                <a:ext uri="{FF2B5EF4-FFF2-40B4-BE49-F238E27FC236}">
                  <a16:creationId xmlns:a16="http://schemas.microsoft.com/office/drawing/2014/main" id="{F8BF86A0-F82B-696E-FF79-22C30789B9DD}"/>
                </a:ext>
              </a:extLst>
            </p:cNvPr>
            <p:cNvSpPr/>
            <p:nvPr/>
          </p:nvSpPr>
          <p:spPr>
            <a:xfrm>
              <a:off x="1549981" y="6656582"/>
              <a:ext cx="50187" cy="39795"/>
            </a:xfrm>
            <a:custGeom>
              <a:avLst/>
              <a:gdLst>
                <a:gd name="connsiteX0" fmla="*/ 50187 w 50187"/>
                <a:gd name="connsiteY0" fmla="*/ 19898 h 39795"/>
                <a:gd name="connsiteX1" fmla="*/ 25094 w 50187"/>
                <a:gd name="connsiteY1" fmla="*/ 39795 h 39795"/>
                <a:gd name="connsiteX2" fmla="*/ 0 w 50187"/>
                <a:gd name="connsiteY2" fmla="*/ 19898 h 39795"/>
                <a:gd name="connsiteX3" fmla="*/ 25094 w 50187"/>
                <a:gd name="connsiteY3" fmla="*/ 0 h 39795"/>
                <a:gd name="connsiteX4" fmla="*/ 50187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7" y="19898"/>
                  </a:moveTo>
                  <a:cubicBezTo>
                    <a:pt x="50187" y="30797"/>
                    <a:pt x="38908" y="39795"/>
                    <a:pt x="25094" y="39795"/>
                  </a:cubicBezTo>
                  <a:cubicBezTo>
                    <a:pt x="11279" y="39795"/>
                    <a:pt x="0" y="30924"/>
                    <a:pt x="0" y="19898"/>
                  </a:cubicBezTo>
                  <a:cubicBezTo>
                    <a:pt x="0" y="8872"/>
                    <a:pt x="11153" y="0"/>
                    <a:pt x="25094" y="0"/>
                  </a:cubicBezTo>
                  <a:cubicBezTo>
                    <a:pt x="39035" y="0"/>
                    <a:pt x="50187" y="8872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45" name="Freeform: Shape 5744">
              <a:extLst>
                <a:ext uri="{FF2B5EF4-FFF2-40B4-BE49-F238E27FC236}">
                  <a16:creationId xmlns:a16="http://schemas.microsoft.com/office/drawing/2014/main" id="{2C350426-953B-FFB2-8CD2-42F182558A98}"/>
                </a:ext>
              </a:extLst>
            </p:cNvPr>
            <p:cNvSpPr/>
            <p:nvPr/>
          </p:nvSpPr>
          <p:spPr>
            <a:xfrm>
              <a:off x="1464181" y="6578386"/>
              <a:ext cx="49680" cy="39287"/>
            </a:xfrm>
            <a:custGeom>
              <a:avLst/>
              <a:gdLst>
                <a:gd name="connsiteX0" fmla="*/ 49680 w 49680"/>
                <a:gd name="connsiteY0" fmla="*/ 19644 h 39287"/>
                <a:gd name="connsiteX1" fmla="*/ 24840 w 49680"/>
                <a:gd name="connsiteY1" fmla="*/ 39288 h 39287"/>
                <a:gd name="connsiteX2" fmla="*/ 0 w 49680"/>
                <a:gd name="connsiteY2" fmla="*/ 19644 h 39287"/>
                <a:gd name="connsiteX3" fmla="*/ 24840 w 49680"/>
                <a:gd name="connsiteY3" fmla="*/ 0 h 39287"/>
                <a:gd name="connsiteX4" fmla="*/ 49680 w 49680"/>
                <a:gd name="connsiteY4" fmla="*/ 19644 h 39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680" h="39287">
                  <a:moveTo>
                    <a:pt x="49680" y="19644"/>
                  </a:moveTo>
                  <a:cubicBezTo>
                    <a:pt x="49680" y="30543"/>
                    <a:pt x="38528" y="39288"/>
                    <a:pt x="24840" y="39288"/>
                  </a:cubicBezTo>
                  <a:cubicBezTo>
                    <a:pt x="11153" y="39288"/>
                    <a:pt x="0" y="30417"/>
                    <a:pt x="0" y="19644"/>
                  </a:cubicBezTo>
                  <a:cubicBezTo>
                    <a:pt x="0" y="8872"/>
                    <a:pt x="11153" y="0"/>
                    <a:pt x="24840" y="0"/>
                  </a:cubicBezTo>
                  <a:cubicBezTo>
                    <a:pt x="38528" y="0"/>
                    <a:pt x="49680" y="8872"/>
                    <a:pt x="49680" y="1964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46" name="Freeform: Shape 5745">
              <a:extLst>
                <a:ext uri="{FF2B5EF4-FFF2-40B4-BE49-F238E27FC236}">
                  <a16:creationId xmlns:a16="http://schemas.microsoft.com/office/drawing/2014/main" id="{DC7D54F1-AE04-BC0F-587F-916BBD57CF37}"/>
                </a:ext>
              </a:extLst>
            </p:cNvPr>
            <p:cNvSpPr/>
            <p:nvPr/>
          </p:nvSpPr>
          <p:spPr>
            <a:xfrm>
              <a:off x="1380028" y="6498162"/>
              <a:ext cx="50187" cy="39795"/>
            </a:xfrm>
            <a:custGeom>
              <a:avLst/>
              <a:gdLst>
                <a:gd name="connsiteX0" fmla="*/ 50187 w 50187"/>
                <a:gd name="connsiteY0" fmla="*/ 19898 h 39795"/>
                <a:gd name="connsiteX1" fmla="*/ 25094 w 50187"/>
                <a:gd name="connsiteY1" fmla="*/ 39795 h 39795"/>
                <a:gd name="connsiteX2" fmla="*/ 0 w 50187"/>
                <a:gd name="connsiteY2" fmla="*/ 19898 h 39795"/>
                <a:gd name="connsiteX3" fmla="*/ 25094 w 50187"/>
                <a:gd name="connsiteY3" fmla="*/ 0 h 39795"/>
                <a:gd name="connsiteX4" fmla="*/ 50187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7" y="19898"/>
                  </a:moveTo>
                  <a:cubicBezTo>
                    <a:pt x="50187" y="30924"/>
                    <a:pt x="38908" y="39795"/>
                    <a:pt x="25094" y="39795"/>
                  </a:cubicBezTo>
                  <a:cubicBezTo>
                    <a:pt x="11279" y="39795"/>
                    <a:pt x="0" y="30924"/>
                    <a:pt x="0" y="19898"/>
                  </a:cubicBezTo>
                  <a:cubicBezTo>
                    <a:pt x="0" y="8872"/>
                    <a:pt x="11279" y="0"/>
                    <a:pt x="25094" y="0"/>
                  </a:cubicBezTo>
                  <a:cubicBezTo>
                    <a:pt x="38908" y="0"/>
                    <a:pt x="50187" y="8872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47" name="Freeform: Shape 5746">
              <a:extLst>
                <a:ext uri="{FF2B5EF4-FFF2-40B4-BE49-F238E27FC236}">
                  <a16:creationId xmlns:a16="http://schemas.microsoft.com/office/drawing/2014/main" id="{8B91980D-0E5F-022D-7A94-65103AC14CB9}"/>
                </a:ext>
              </a:extLst>
            </p:cNvPr>
            <p:cNvSpPr/>
            <p:nvPr/>
          </p:nvSpPr>
          <p:spPr>
            <a:xfrm>
              <a:off x="1298410" y="6416925"/>
              <a:ext cx="50060" cy="39794"/>
            </a:xfrm>
            <a:custGeom>
              <a:avLst/>
              <a:gdLst>
                <a:gd name="connsiteX0" fmla="*/ 50061 w 50060"/>
                <a:gd name="connsiteY0" fmla="*/ 19897 h 39794"/>
                <a:gd name="connsiteX1" fmla="*/ 25094 w 50060"/>
                <a:gd name="connsiteY1" fmla="*/ 39795 h 39794"/>
                <a:gd name="connsiteX2" fmla="*/ 0 w 50060"/>
                <a:gd name="connsiteY2" fmla="*/ 19897 h 39794"/>
                <a:gd name="connsiteX3" fmla="*/ 25094 w 50060"/>
                <a:gd name="connsiteY3" fmla="*/ 0 h 39794"/>
                <a:gd name="connsiteX4" fmla="*/ 50061 w 50060"/>
                <a:gd name="connsiteY4" fmla="*/ 19897 h 39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60" h="39794">
                  <a:moveTo>
                    <a:pt x="50061" y="19897"/>
                  </a:moveTo>
                  <a:cubicBezTo>
                    <a:pt x="50061" y="30924"/>
                    <a:pt x="38908" y="39795"/>
                    <a:pt x="25094" y="39795"/>
                  </a:cubicBezTo>
                  <a:cubicBezTo>
                    <a:pt x="11279" y="39795"/>
                    <a:pt x="0" y="30924"/>
                    <a:pt x="0" y="19897"/>
                  </a:cubicBezTo>
                  <a:cubicBezTo>
                    <a:pt x="0" y="8871"/>
                    <a:pt x="11279" y="0"/>
                    <a:pt x="25094" y="0"/>
                  </a:cubicBezTo>
                  <a:cubicBezTo>
                    <a:pt x="38908" y="0"/>
                    <a:pt x="50061" y="8871"/>
                    <a:pt x="50061" y="198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48" name="Freeform: Shape 5747">
              <a:extLst>
                <a:ext uri="{FF2B5EF4-FFF2-40B4-BE49-F238E27FC236}">
                  <a16:creationId xmlns:a16="http://schemas.microsoft.com/office/drawing/2014/main" id="{125B4977-F2A5-3144-E703-5F544CDA3B01}"/>
                </a:ext>
              </a:extLst>
            </p:cNvPr>
            <p:cNvSpPr/>
            <p:nvPr/>
          </p:nvSpPr>
          <p:spPr>
            <a:xfrm>
              <a:off x="1219074" y="6334420"/>
              <a:ext cx="49680" cy="39288"/>
            </a:xfrm>
            <a:custGeom>
              <a:avLst/>
              <a:gdLst>
                <a:gd name="connsiteX0" fmla="*/ 49680 w 49680"/>
                <a:gd name="connsiteY0" fmla="*/ 19644 h 39288"/>
                <a:gd name="connsiteX1" fmla="*/ 24840 w 49680"/>
                <a:gd name="connsiteY1" fmla="*/ 39288 h 39288"/>
                <a:gd name="connsiteX2" fmla="*/ 0 w 49680"/>
                <a:gd name="connsiteY2" fmla="*/ 19644 h 39288"/>
                <a:gd name="connsiteX3" fmla="*/ 24840 w 49680"/>
                <a:gd name="connsiteY3" fmla="*/ 0 h 39288"/>
                <a:gd name="connsiteX4" fmla="*/ 49680 w 49680"/>
                <a:gd name="connsiteY4" fmla="*/ 19644 h 39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680" h="39288">
                  <a:moveTo>
                    <a:pt x="49680" y="19644"/>
                  </a:moveTo>
                  <a:cubicBezTo>
                    <a:pt x="49680" y="30543"/>
                    <a:pt x="38528" y="39288"/>
                    <a:pt x="24840" y="39288"/>
                  </a:cubicBezTo>
                  <a:cubicBezTo>
                    <a:pt x="11153" y="39288"/>
                    <a:pt x="0" y="30417"/>
                    <a:pt x="0" y="19644"/>
                  </a:cubicBezTo>
                  <a:cubicBezTo>
                    <a:pt x="0" y="8872"/>
                    <a:pt x="11153" y="0"/>
                    <a:pt x="24840" y="0"/>
                  </a:cubicBezTo>
                  <a:cubicBezTo>
                    <a:pt x="38528" y="0"/>
                    <a:pt x="49680" y="8872"/>
                    <a:pt x="49680" y="1964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49" name="Freeform: Shape 5748">
              <a:extLst>
                <a:ext uri="{FF2B5EF4-FFF2-40B4-BE49-F238E27FC236}">
                  <a16:creationId xmlns:a16="http://schemas.microsoft.com/office/drawing/2014/main" id="{D25ED607-A529-8838-EA4B-F7208489F86F}"/>
                </a:ext>
              </a:extLst>
            </p:cNvPr>
            <p:cNvSpPr/>
            <p:nvPr/>
          </p:nvSpPr>
          <p:spPr>
            <a:xfrm>
              <a:off x="1141765" y="6250521"/>
              <a:ext cx="49680" cy="39288"/>
            </a:xfrm>
            <a:custGeom>
              <a:avLst/>
              <a:gdLst>
                <a:gd name="connsiteX0" fmla="*/ 49681 w 49680"/>
                <a:gd name="connsiteY0" fmla="*/ 19644 h 39288"/>
                <a:gd name="connsiteX1" fmla="*/ 24840 w 49680"/>
                <a:gd name="connsiteY1" fmla="*/ 39288 h 39288"/>
                <a:gd name="connsiteX2" fmla="*/ 0 w 49680"/>
                <a:gd name="connsiteY2" fmla="*/ 19644 h 39288"/>
                <a:gd name="connsiteX3" fmla="*/ 24840 w 49680"/>
                <a:gd name="connsiteY3" fmla="*/ 0 h 39288"/>
                <a:gd name="connsiteX4" fmla="*/ 49681 w 49680"/>
                <a:gd name="connsiteY4" fmla="*/ 19644 h 39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680" h="39288">
                  <a:moveTo>
                    <a:pt x="49681" y="19644"/>
                  </a:moveTo>
                  <a:cubicBezTo>
                    <a:pt x="49681" y="30543"/>
                    <a:pt x="38528" y="39288"/>
                    <a:pt x="24840" y="39288"/>
                  </a:cubicBezTo>
                  <a:cubicBezTo>
                    <a:pt x="11153" y="39288"/>
                    <a:pt x="0" y="30417"/>
                    <a:pt x="0" y="19644"/>
                  </a:cubicBezTo>
                  <a:cubicBezTo>
                    <a:pt x="0" y="8871"/>
                    <a:pt x="11153" y="0"/>
                    <a:pt x="24840" y="0"/>
                  </a:cubicBezTo>
                  <a:cubicBezTo>
                    <a:pt x="38528" y="0"/>
                    <a:pt x="49681" y="8871"/>
                    <a:pt x="49681" y="1964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50" name="Freeform: Shape 5749">
              <a:extLst>
                <a:ext uri="{FF2B5EF4-FFF2-40B4-BE49-F238E27FC236}">
                  <a16:creationId xmlns:a16="http://schemas.microsoft.com/office/drawing/2014/main" id="{0D011ECC-3161-073D-1992-54C6C86EAC2B}"/>
                </a:ext>
              </a:extLst>
            </p:cNvPr>
            <p:cNvSpPr/>
            <p:nvPr/>
          </p:nvSpPr>
          <p:spPr>
            <a:xfrm>
              <a:off x="1067117" y="6165481"/>
              <a:ext cx="48920" cy="38781"/>
            </a:xfrm>
            <a:custGeom>
              <a:avLst/>
              <a:gdLst>
                <a:gd name="connsiteX0" fmla="*/ 48920 w 48920"/>
                <a:gd name="connsiteY0" fmla="*/ 19391 h 38781"/>
                <a:gd name="connsiteX1" fmla="*/ 24460 w 48920"/>
                <a:gd name="connsiteY1" fmla="*/ 38781 h 38781"/>
                <a:gd name="connsiteX2" fmla="*/ 0 w 48920"/>
                <a:gd name="connsiteY2" fmla="*/ 19391 h 38781"/>
                <a:gd name="connsiteX3" fmla="*/ 24460 w 48920"/>
                <a:gd name="connsiteY3" fmla="*/ 0 h 38781"/>
                <a:gd name="connsiteX4" fmla="*/ 48920 w 48920"/>
                <a:gd name="connsiteY4" fmla="*/ 19391 h 38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920" h="38781">
                  <a:moveTo>
                    <a:pt x="48920" y="19391"/>
                  </a:moveTo>
                  <a:cubicBezTo>
                    <a:pt x="48920" y="30036"/>
                    <a:pt x="38021" y="38781"/>
                    <a:pt x="24460" y="38781"/>
                  </a:cubicBezTo>
                  <a:cubicBezTo>
                    <a:pt x="10899" y="38781"/>
                    <a:pt x="0" y="30036"/>
                    <a:pt x="0" y="19391"/>
                  </a:cubicBezTo>
                  <a:cubicBezTo>
                    <a:pt x="0" y="8744"/>
                    <a:pt x="10899" y="0"/>
                    <a:pt x="24460" y="0"/>
                  </a:cubicBezTo>
                  <a:cubicBezTo>
                    <a:pt x="38021" y="0"/>
                    <a:pt x="48920" y="8744"/>
                    <a:pt x="48920" y="193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51" name="Freeform: Shape 5750">
              <a:extLst>
                <a:ext uri="{FF2B5EF4-FFF2-40B4-BE49-F238E27FC236}">
                  <a16:creationId xmlns:a16="http://schemas.microsoft.com/office/drawing/2014/main" id="{B767AF4A-A604-CE7B-C8C2-AFD725B1AED3}"/>
                </a:ext>
              </a:extLst>
            </p:cNvPr>
            <p:cNvSpPr/>
            <p:nvPr/>
          </p:nvSpPr>
          <p:spPr>
            <a:xfrm>
              <a:off x="994371" y="6078920"/>
              <a:ext cx="48920" cy="38781"/>
            </a:xfrm>
            <a:custGeom>
              <a:avLst/>
              <a:gdLst>
                <a:gd name="connsiteX0" fmla="*/ 48920 w 48920"/>
                <a:gd name="connsiteY0" fmla="*/ 19391 h 38781"/>
                <a:gd name="connsiteX1" fmla="*/ 24460 w 48920"/>
                <a:gd name="connsiteY1" fmla="*/ 38781 h 38781"/>
                <a:gd name="connsiteX2" fmla="*/ 0 w 48920"/>
                <a:gd name="connsiteY2" fmla="*/ 19391 h 38781"/>
                <a:gd name="connsiteX3" fmla="*/ 24460 w 48920"/>
                <a:gd name="connsiteY3" fmla="*/ 0 h 38781"/>
                <a:gd name="connsiteX4" fmla="*/ 48920 w 48920"/>
                <a:gd name="connsiteY4" fmla="*/ 19391 h 38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920" h="38781">
                  <a:moveTo>
                    <a:pt x="48920" y="19391"/>
                  </a:moveTo>
                  <a:cubicBezTo>
                    <a:pt x="48920" y="30036"/>
                    <a:pt x="38021" y="38781"/>
                    <a:pt x="24460" y="38781"/>
                  </a:cubicBezTo>
                  <a:cubicBezTo>
                    <a:pt x="10899" y="38781"/>
                    <a:pt x="0" y="30036"/>
                    <a:pt x="0" y="19391"/>
                  </a:cubicBezTo>
                  <a:cubicBezTo>
                    <a:pt x="0" y="8745"/>
                    <a:pt x="10899" y="0"/>
                    <a:pt x="24460" y="0"/>
                  </a:cubicBezTo>
                  <a:cubicBezTo>
                    <a:pt x="38021" y="0"/>
                    <a:pt x="48920" y="8745"/>
                    <a:pt x="48920" y="193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52" name="Freeform: Shape 5751">
              <a:extLst>
                <a:ext uri="{FF2B5EF4-FFF2-40B4-BE49-F238E27FC236}">
                  <a16:creationId xmlns:a16="http://schemas.microsoft.com/office/drawing/2014/main" id="{602D2F04-685E-553A-9D28-2BB42F1D5313}"/>
                </a:ext>
              </a:extLst>
            </p:cNvPr>
            <p:cNvSpPr/>
            <p:nvPr/>
          </p:nvSpPr>
          <p:spPr>
            <a:xfrm>
              <a:off x="923652" y="5990839"/>
              <a:ext cx="49680" cy="39287"/>
            </a:xfrm>
            <a:custGeom>
              <a:avLst/>
              <a:gdLst>
                <a:gd name="connsiteX0" fmla="*/ 49681 w 49680"/>
                <a:gd name="connsiteY0" fmla="*/ 19644 h 39287"/>
                <a:gd name="connsiteX1" fmla="*/ 24840 w 49680"/>
                <a:gd name="connsiteY1" fmla="*/ 39288 h 39287"/>
                <a:gd name="connsiteX2" fmla="*/ 0 w 49680"/>
                <a:gd name="connsiteY2" fmla="*/ 19644 h 39287"/>
                <a:gd name="connsiteX3" fmla="*/ 24840 w 49680"/>
                <a:gd name="connsiteY3" fmla="*/ 0 h 39287"/>
                <a:gd name="connsiteX4" fmla="*/ 49681 w 49680"/>
                <a:gd name="connsiteY4" fmla="*/ 19644 h 39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680" h="39287">
                  <a:moveTo>
                    <a:pt x="49681" y="19644"/>
                  </a:moveTo>
                  <a:cubicBezTo>
                    <a:pt x="49681" y="30543"/>
                    <a:pt x="38528" y="39288"/>
                    <a:pt x="24840" y="39288"/>
                  </a:cubicBezTo>
                  <a:cubicBezTo>
                    <a:pt x="11153" y="39288"/>
                    <a:pt x="0" y="30543"/>
                    <a:pt x="0" y="19644"/>
                  </a:cubicBezTo>
                  <a:cubicBezTo>
                    <a:pt x="0" y="8744"/>
                    <a:pt x="11153" y="0"/>
                    <a:pt x="24840" y="0"/>
                  </a:cubicBezTo>
                  <a:cubicBezTo>
                    <a:pt x="38528" y="0"/>
                    <a:pt x="49681" y="8871"/>
                    <a:pt x="49681" y="1964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53" name="Freeform: Shape 5752">
              <a:extLst>
                <a:ext uri="{FF2B5EF4-FFF2-40B4-BE49-F238E27FC236}">
                  <a16:creationId xmlns:a16="http://schemas.microsoft.com/office/drawing/2014/main" id="{C32B6C1C-0559-998A-9C5F-BDC1162197A2}"/>
                </a:ext>
              </a:extLst>
            </p:cNvPr>
            <p:cNvSpPr/>
            <p:nvPr/>
          </p:nvSpPr>
          <p:spPr>
            <a:xfrm>
              <a:off x="856102" y="5902250"/>
              <a:ext cx="48920" cy="38781"/>
            </a:xfrm>
            <a:custGeom>
              <a:avLst/>
              <a:gdLst>
                <a:gd name="connsiteX0" fmla="*/ 48920 w 48920"/>
                <a:gd name="connsiteY0" fmla="*/ 19391 h 38781"/>
                <a:gd name="connsiteX1" fmla="*/ 24460 w 48920"/>
                <a:gd name="connsiteY1" fmla="*/ 38781 h 38781"/>
                <a:gd name="connsiteX2" fmla="*/ 0 w 48920"/>
                <a:gd name="connsiteY2" fmla="*/ 19391 h 38781"/>
                <a:gd name="connsiteX3" fmla="*/ 24460 w 48920"/>
                <a:gd name="connsiteY3" fmla="*/ 0 h 38781"/>
                <a:gd name="connsiteX4" fmla="*/ 48920 w 48920"/>
                <a:gd name="connsiteY4" fmla="*/ 19391 h 38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920" h="38781">
                  <a:moveTo>
                    <a:pt x="48920" y="19391"/>
                  </a:moveTo>
                  <a:cubicBezTo>
                    <a:pt x="48920" y="30036"/>
                    <a:pt x="38021" y="38781"/>
                    <a:pt x="24460" y="38781"/>
                  </a:cubicBezTo>
                  <a:cubicBezTo>
                    <a:pt x="10899" y="38781"/>
                    <a:pt x="0" y="30036"/>
                    <a:pt x="0" y="19391"/>
                  </a:cubicBezTo>
                  <a:cubicBezTo>
                    <a:pt x="0" y="8745"/>
                    <a:pt x="10899" y="0"/>
                    <a:pt x="24460" y="0"/>
                  </a:cubicBezTo>
                  <a:cubicBezTo>
                    <a:pt x="38021" y="0"/>
                    <a:pt x="48920" y="8745"/>
                    <a:pt x="48920" y="193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54" name="Freeform: Shape 5753">
              <a:extLst>
                <a:ext uri="{FF2B5EF4-FFF2-40B4-BE49-F238E27FC236}">
                  <a16:creationId xmlns:a16="http://schemas.microsoft.com/office/drawing/2014/main" id="{DC886443-7B54-9A15-8AD9-16748F4D794E}"/>
                </a:ext>
              </a:extLst>
            </p:cNvPr>
            <p:cNvSpPr/>
            <p:nvPr/>
          </p:nvSpPr>
          <p:spPr>
            <a:xfrm>
              <a:off x="790579" y="5812141"/>
              <a:ext cx="48920" cy="38781"/>
            </a:xfrm>
            <a:custGeom>
              <a:avLst/>
              <a:gdLst>
                <a:gd name="connsiteX0" fmla="*/ 48920 w 48920"/>
                <a:gd name="connsiteY0" fmla="*/ 19391 h 38781"/>
                <a:gd name="connsiteX1" fmla="*/ 24460 w 48920"/>
                <a:gd name="connsiteY1" fmla="*/ 38781 h 38781"/>
                <a:gd name="connsiteX2" fmla="*/ 0 w 48920"/>
                <a:gd name="connsiteY2" fmla="*/ 19391 h 38781"/>
                <a:gd name="connsiteX3" fmla="*/ 24460 w 48920"/>
                <a:gd name="connsiteY3" fmla="*/ 0 h 38781"/>
                <a:gd name="connsiteX4" fmla="*/ 48920 w 48920"/>
                <a:gd name="connsiteY4" fmla="*/ 19391 h 38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920" h="38781">
                  <a:moveTo>
                    <a:pt x="48920" y="19391"/>
                  </a:moveTo>
                  <a:cubicBezTo>
                    <a:pt x="48920" y="30163"/>
                    <a:pt x="38021" y="38781"/>
                    <a:pt x="24460" y="38781"/>
                  </a:cubicBezTo>
                  <a:cubicBezTo>
                    <a:pt x="10899" y="38781"/>
                    <a:pt x="0" y="30163"/>
                    <a:pt x="0" y="19391"/>
                  </a:cubicBezTo>
                  <a:cubicBezTo>
                    <a:pt x="0" y="8618"/>
                    <a:pt x="10899" y="0"/>
                    <a:pt x="24460" y="0"/>
                  </a:cubicBezTo>
                  <a:cubicBezTo>
                    <a:pt x="38021" y="0"/>
                    <a:pt x="48920" y="8745"/>
                    <a:pt x="48920" y="193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55" name="Freeform: Shape 5754">
              <a:extLst>
                <a:ext uri="{FF2B5EF4-FFF2-40B4-BE49-F238E27FC236}">
                  <a16:creationId xmlns:a16="http://schemas.microsoft.com/office/drawing/2014/main" id="{2DEDFCB3-E8F8-0F55-293B-B2B5836A2F16}"/>
                </a:ext>
              </a:extLst>
            </p:cNvPr>
            <p:cNvSpPr/>
            <p:nvPr/>
          </p:nvSpPr>
          <p:spPr>
            <a:xfrm>
              <a:off x="727718" y="5721271"/>
              <a:ext cx="48159" cy="38274"/>
            </a:xfrm>
            <a:custGeom>
              <a:avLst/>
              <a:gdLst>
                <a:gd name="connsiteX0" fmla="*/ 48160 w 48159"/>
                <a:gd name="connsiteY0" fmla="*/ 19137 h 38274"/>
                <a:gd name="connsiteX1" fmla="*/ 24080 w 48159"/>
                <a:gd name="connsiteY1" fmla="*/ 38275 h 38274"/>
                <a:gd name="connsiteX2" fmla="*/ 0 w 48159"/>
                <a:gd name="connsiteY2" fmla="*/ 19137 h 38274"/>
                <a:gd name="connsiteX3" fmla="*/ 24080 w 48159"/>
                <a:gd name="connsiteY3" fmla="*/ 0 h 38274"/>
                <a:gd name="connsiteX4" fmla="*/ 48160 w 48159"/>
                <a:gd name="connsiteY4" fmla="*/ 19137 h 382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159" h="38274">
                  <a:moveTo>
                    <a:pt x="48160" y="19137"/>
                  </a:moveTo>
                  <a:cubicBezTo>
                    <a:pt x="48160" y="29656"/>
                    <a:pt x="37387" y="38275"/>
                    <a:pt x="24080" y="38275"/>
                  </a:cubicBezTo>
                  <a:cubicBezTo>
                    <a:pt x="10773" y="38275"/>
                    <a:pt x="0" y="29783"/>
                    <a:pt x="0" y="19137"/>
                  </a:cubicBezTo>
                  <a:cubicBezTo>
                    <a:pt x="0" y="8491"/>
                    <a:pt x="10773" y="0"/>
                    <a:pt x="24080" y="0"/>
                  </a:cubicBezTo>
                  <a:cubicBezTo>
                    <a:pt x="37387" y="0"/>
                    <a:pt x="48160" y="8618"/>
                    <a:pt x="48160" y="191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56" name="Freeform: Shape 5755">
              <a:extLst>
                <a:ext uri="{FF2B5EF4-FFF2-40B4-BE49-F238E27FC236}">
                  <a16:creationId xmlns:a16="http://schemas.microsoft.com/office/drawing/2014/main" id="{7C4C1C05-EBC7-D4EF-4CB2-E56C0C46FD17}"/>
                </a:ext>
              </a:extLst>
            </p:cNvPr>
            <p:cNvSpPr/>
            <p:nvPr/>
          </p:nvSpPr>
          <p:spPr>
            <a:xfrm>
              <a:off x="667139" y="5629007"/>
              <a:ext cx="48159" cy="38274"/>
            </a:xfrm>
            <a:custGeom>
              <a:avLst/>
              <a:gdLst>
                <a:gd name="connsiteX0" fmla="*/ 48160 w 48159"/>
                <a:gd name="connsiteY0" fmla="*/ 19137 h 38274"/>
                <a:gd name="connsiteX1" fmla="*/ 24080 w 48159"/>
                <a:gd name="connsiteY1" fmla="*/ 38274 h 38274"/>
                <a:gd name="connsiteX2" fmla="*/ 0 w 48159"/>
                <a:gd name="connsiteY2" fmla="*/ 19137 h 38274"/>
                <a:gd name="connsiteX3" fmla="*/ 24080 w 48159"/>
                <a:gd name="connsiteY3" fmla="*/ 0 h 38274"/>
                <a:gd name="connsiteX4" fmla="*/ 48160 w 48159"/>
                <a:gd name="connsiteY4" fmla="*/ 19137 h 382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159" h="38274">
                  <a:moveTo>
                    <a:pt x="48160" y="19137"/>
                  </a:moveTo>
                  <a:cubicBezTo>
                    <a:pt x="48160" y="29656"/>
                    <a:pt x="37387" y="38274"/>
                    <a:pt x="24080" y="38274"/>
                  </a:cubicBezTo>
                  <a:cubicBezTo>
                    <a:pt x="10773" y="38274"/>
                    <a:pt x="0" y="29656"/>
                    <a:pt x="0" y="19137"/>
                  </a:cubicBezTo>
                  <a:cubicBezTo>
                    <a:pt x="0" y="8618"/>
                    <a:pt x="10773" y="0"/>
                    <a:pt x="24080" y="0"/>
                  </a:cubicBezTo>
                  <a:cubicBezTo>
                    <a:pt x="37387" y="0"/>
                    <a:pt x="48160" y="8618"/>
                    <a:pt x="48160" y="191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57" name="Freeform: Shape 5756">
              <a:extLst>
                <a:ext uri="{FF2B5EF4-FFF2-40B4-BE49-F238E27FC236}">
                  <a16:creationId xmlns:a16="http://schemas.microsoft.com/office/drawing/2014/main" id="{4D8B10C6-AF9A-D356-2943-D5ECA17D4467}"/>
                </a:ext>
              </a:extLst>
            </p:cNvPr>
            <p:cNvSpPr/>
            <p:nvPr/>
          </p:nvSpPr>
          <p:spPr>
            <a:xfrm>
              <a:off x="609347" y="5536237"/>
              <a:ext cx="47399" cy="37514"/>
            </a:xfrm>
            <a:custGeom>
              <a:avLst/>
              <a:gdLst>
                <a:gd name="connsiteX0" fmla="*/ 47399 w 47399"/>
                <a:gd name="connsiteY0" fmla="*/ 18757 h 37514"/>
                <a:gd name="connsiteX1" fmla="*/ 23700 w 47399"/>
                <a:gd name="connsiteY1" fmla="*/ 37514 h 37514"/>
                <a:gd name="connsiteX2" fmla="*/ 0 w 47399"/>
                <a:gd name="connsiteY2" fmla="*/ 18757 h 37514"/>
                <a:gd name="connsiteX3" fmla="*/ 23700 w 47399"/>
                <a:gd name="connsiteY3" fmla="*/ 0 h 37514"/>
                <a:gd name="connsiteX4" fmla="*/ 47399 w 47399"/>
                <a:gd name="connsiteY4" fmla="*/ 18757 h 37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399" h="37514">
                  <a:moveTo>
                    <a:pt x="47399" y="18757"/>
                  </a:moveTo>
                  <a:cubicBezTo>
                    <a:pt x="47399" y="29150"/>
                    <a:pt x="36753" y="37514"/>
                    <a:pt x="23700" y="37514"/>
                  </a:cubicBezTo>
                  <a:cubicBezTo>
                    <a:pt x="10646" y="37514"/>
                    <a:pt x="0" y="29150"/>
                    <a:pt x="0" y="18757"/>
                  </a:cubicBezTo>
                  <a:cubicBezTo>
                    <a:pt x="0" y="8365"/>
                    <a:pt x="10646" y="0"/>
                    <a:pt x="23700" y="0"/>
                  </a:cubicBezTo>
                  <a:cubicBezTo>
                    <a:pt x="36753" y="0"/>
                    <a:pt x="47399" y="8365"/>
                    <a:pt x="47399" y="1875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58" name="Freeform: Shape 5757">
              <a:extLst>
                <a:ext uri="{FF2B5EF4-FFF2-40B4-BE49-F238E27FC236}">
                  <a16:creationId xmlns:a16="http://schemas.microsoft.com/office/drawing/2014/main" id="{06885164-D886-1AC6-22D7-540610E4C298}"/>
                </a:ext>
              </a:extLst>
            </p:cNvPr>
            <p:cNvSpPr/>
            <p:nvPr/>
          </p:nvSpPr>
          <p:spPr>
            <a:xfrm>
              <a:off x="553710" y="5442072"/>
              <a:ext cx="47399" cy="37513"/>
            </a:xfrm>
            <a:custGeom>
              <a:avLst/>
              <a:gdLst>
                <a:gd name="connsiteX0" fmla="*/ 47399 w 47399"/>
                <a:gd name="connsiteY0" fmla="*/ 18757 h 37513"/>
                <a:gd name="connsiteX1" fmla="*/ 23700 w 47399"/>
                <a:gd name="connsiteY1" fmla="*/ 37514 h 37513"/>
                <a:gd name="connsiteX2" fmla="*/ 0 w 47399"/>
                <a:gd name="connsiteY2" fmla="*/ 18757 h 37513"/>
                <a:gd name="connsiteX3" fmla="*/ 23700 w 47399"/>
                <a:gd name="connsiteY3" fmla="*/ 0 h 37513"/>
                <a:gd name="connsiteX4" fmla="*/ 47399 w 47399"/>
                <a:gd name="connsiteY4" fmla="*/ 18757 h 37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399" h="37513">
                  <a:moveTo>
                    <a:pt x="47399" y="18757"/>
                  </a:moveTo>
                  <a:cubicBezTo>
                    <a:pt x="47399" y="29150"/>
                    <a:pt x="36753" y="37514"/>
                    <a:pt x="23700" y="37514"/>
                  </a:cubicBezTo>
                  <a:cubicBezTo>
                    <a:pt x="10646" y="37514"/>
                    <a:pt x="0" y="29150"/>
                    <a:pt x="0" y="18757"/>
                  </a:cubicBezTo>
                  <a:cubicBezTo>
                    <a:pt x="0" y="8365"/>
                    <a:pt x="10646" y="0"/>
                    <a:pt x="23700" y="0"/>
                  </a:cubicBezTo>
                  <a:cubicBezTo>
                    <a:pt x="36753" y="0"/>
                    <a:pt x="47399" y="8365"/>
                    <a:pt x="47399" y="1875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59" name="Freeform: Shape 5758">
              <a:extLst>
                <a:ext uri="{FF2B5EF4-FFF2-40B4-BE49-F238E27FC236}">
                  <a16:creationId xmlns:a16="http://schemas.microsoft.com/office/drawing/2014/main" id="{6B4E895F-673B-2931-955A-E3278BEBE651}"/>
                </a:ext>
              </a:extLst>
            </p:cNvPr>
            <p:cNvSpPr/>
            <p:nvPr/>
          </p:nvSpPr>
          <p:spPr>
            <a:xfrm>
              <a:off x="501115" y="5347147"/>
              <a:ext cx="46638" cy="37006"/>
            </a:xfrm>
            <a:custGeom>
              <a:avLst/>
              <a:gdLst>
                <a:gd name="connsiteX0" fmla="*/ 46639 w 46638"/>
                <a:gd name="connsiteY0" fmla="*/ 18503 h 37006"/>
                <a:gd name="connsiteX1" fmla="*/ 23319 w 46638"/>
                <a:gd name="connsiteY1" fmla="*/ 37007 h 37006"/>
                <a:gd name="connsiteX2" fmla="*/ 0 w 46638"/>
                <a:gd name="connsiteY2" fmla="*/ 18503 h 37006"/>
                <a:gd name="connsiteX3" fmla="*/ 23319 w 46638"/>
                <a:gd name="connsiteY3" fmla="*/ 0 h 37006"/>
                <a:gd name="connsiteX4" fmla="*/ 46639 w 46638"/>
                <a:gd name="connsiteY4" fmla="*/ 18503 h 37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37006">
                  <a:moveTo>
                    <a:pt x="46639" y="18503"/>
                  </a:moveTo>
                  <a:cubicBezTo>
                    <a:pt x="46639" y="28769"/>
                    <a:pt x="36246" y="37007"/>
                    <a:pt x="23319" y="37007"/>
                  </a:cubicBezTo>
                  <a:cubicBezTo>
                    <a:pt x="10392" y="37007"/>
                    <a:pt x="0" y="28642"/>
                    <a:pt x="0" y="18503"/>
                  </a:cubicBezTo>
                  <a:cubicBezTo>
                    <a:pt x="0" y="8365"/>
                    <a:pt x="10519" y="0"/>
                    <a:pt x="23319" y="0"/>
                  </a:cubicBezTo>
                  <a:cubicBezTo>
                    <a:pt x="36120" y="0"/>
                    <a:pt x="46639" y="8365"/>
                    <a:pt x="46639" y="1850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60" name="Freeform: Shape 5759">
              <a:extLst>
                <a:ext uri="{FF2B5EF4-FFF2-40B4-BE49-F238E27FC236}">
                  <a16:creationId xmlns:a16="http://schemas.microsoft.com/office/drawing/2014/main" id="{E992D6A2-B866-3836-51F0-FAADCAAC37DB}"/>
                </a:ext>
              </a:extLst>
            </p:cNvPr>
            <p:cNvSpPr/>
            <p:nvPr/>
          </p:nvSpPr>
          <p:spPr>
            <a:xfrm>
              <a:off x="451054" y="5251461"/>
              <a:ext cx="45878" cy="36500"/>
            </a:xfrm>
            <a:custGeom>
              <a:avLst/>
              <a:gdLst>
                <a:gd name="connsiteX0" fmla="*/ 45878 w 45878"/>
                <a:gd name="connsiteY0" fmla="*/ 18250 h 36500"/>
                <a:gd name="connsiteX1" fmla="*/ 22939 w 45878"/>
                <a:gd name="connsiteY1" fmla="*/ 36500 h 36500"/>
                <a:gd name="connsiteX2" fmla="*/ 0 w 45878"/>
                <a:gd name="connsiteY2" fmla="*/ 18250 h 36500"/>
                <a:gd name="connsiteX3" fmla="*/ 22939 w 45878"/>
                <a:gd name="connsiteY3" fmla="*/ 0 h 36500"/>
                <a:gd name="connsiteX4" fmla="*/ 45878 w 45878"/>
                <a:gd name="connsiteY4" fmla="*/ 18250 h 36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878" h="36500">
                  <a:moveTo>
                    <a:pt x="45878" y="18250"/>
                  </a:moveTo>
                  <a:cubicBezTo>
                    <a:pt x="45878" y="28262"/>
                    <a:pt x="35613" y="36500"/>
                    <a:pt x="22939" y="36500"/>
                  </a:cubicBezTo>
                  <a:cubicBezTo>
                    <a:pt x="10266" y="36500"/>
                    <a:pt x="0" y="28262"/>
                    <a:pt x="0" y="18250"/>
                  </a:cubicBezTo>
                  <a:cubicBezTo>
                    <a:pt x="0" y="8238"/>
                    <a:pt x="10266" y="0"/>
                    <a:pt x="22939" y="0"/>
                  </a:cubicBezTo>
                  <a:cubicBezTo>
                    <a:pt x="35613" y="0"/>
                    <a:pt x="45878" y="8238"/>
                    <a:pt x="45878" y="1825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61" name="Freeform: Shape 5760">
              <a:extLst>
                <a:ext uri="{FF2B5EF4-FFF2-40B4-BE49-F238E27FC236}">
                  <a16:creationId xmlns:a16="http://schemas.microsoft.com/office/drawing/2014/main" id="{3011813B-A389-C071-2F17-42E9B5D278CC}"/>
                </a:ext>
              </a:extLst>
            </p:cNvPr>
            <p:cNvSpPr/>
            <p:nvPr/>
          </p:nvSpPr>
          <p:spPr>
            <a:xfrm>
              <a:off x="403148" y="5154635"/>
              <a:ext cx="45878" cy="36500"/>
            </a:xfrm>
            <a:custGeom>
              <a:avLst/>
              <a:gdLst>
                <a:gd name="connsiteX0" fmla="*/ 45878 w 45878"/>
                <a:gd name="connsiteY0" fmla="*/ 18250 h 36500"/>
                <a:gd name="connsiteX1" fmla="*/ 22939 w 45878"/>
                <a:gd name="connsiteY1" fmla="*/ 36500 h 36500"/>
                <a:gd name="connsiteX2" fmla="*/ 0 w 45878"/>
                <a:gd name="connsiteY2" fmla="*/ 18250 h 36500"/>
                <a:gd name="connsiteX3" fmla="*/ 22939 w 45878"/>
                <a:gd name="connsiteY3" fmla="*/ 0 h 36500"/>
                <a:gd name="connsiteX4" fmla="*/ 45878 w 45878"/>
                <a:gd name="connsiteY4" fmla="*/ 18250 h 36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878" h="36500">
                  <a:moveTo>
                    <a:pt x="45878" y="18250"/>
                  </a:moveTo>
                  <a:cubicBezTo>
                    <a:pt x="45878" y="28389"/>
                    <a:pt x="35613" y="36500"/>
                    <a:pt x="22939" y="36500"/>
                  </a:cubicBezTo>
                  <a:cubicBezTo>
                    <a:pt x="10266" y="36500"/>
                    <a:pt x="0" y="28262"/>
                    <a:pt x="0" y="18250"/>
                  </a:cubicBezTo>
                  <a:cubicBezTo>
                    <a:pt x="0" y="8238"/>
                    <a:pt x="10266" y="0"/>
                    <a:pt x="22939" y="0"/>
                  </a:cubicBezTo>
                  <a:cubicBezTo>
                    <a:pt x="35613" y="0"/>
                    <a:pt x="45878" y="8238"/>
                    <a:pt x="45878" y="1825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62" name="Freeform: Shape 5761">
              <a:extLst>
                <a:ext uri="{FF2B5EF4-FFF2-40B4-BE49-F238E27FC236}">
                  <a16:creationId xmlns:a16="http://schemas.microsoft.com/office/drawing/2014/main" id="{EA74736C-94B9-C827-DD5C-5105BB24D01D}"/>
                </a:ext>
              </a:extLst>
            </p:cNvPr>
            <p:cNvSpPr/>
            <p:nvPr/>
          </p:nvSpPr>
          <p:spPr>
            <a:xfrm>
              <a:off x="358156" y="5057428"/>
              <a:ext cx="45117" cy="35739"/>
            </a:xfrm>
            <a:custGeom>
              <a:avLst/>
              <a:gdLst>
                <a:gd name="connsiteX0" fmla="*/ 45118 w 45117"/>
                <a:gd name="connsiteY0" fmla="*/ 17870 h 35739"/>
                <a:gd name="connsiteX1" fmla="*/ 22559 w 45117"/>
                <a:gd name="connsiteY1" fmla="*/ 35740 h 35739"/>
                <a:gd name="connsiteX2" fmla="*/ 0 w 45117"/>
                <a:gd name="connsiteY2" fmla="*/ 17870 h 35739"/>
                <a:gd name="connsiteX3" fmla="*/ 22559 w 45117"/>
                <a:gd name="connsiteY3" fmla="*/ 0 h 35739"/>
                <a:gd name="connsiteX4" fmla="*/ 45118 w 45117"/>
                <a:gd name="connsiteY4" fmla="*/ 17870 h 35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17" h="35739">
                  <a:moveTo>
                    <a:pt x="45118" y="17870"/>
                  </a:moveTo>
                  <a:cubicBezTo>
                    <a:pt x="45118" y="27755"/>
                    <a:pt x="34979" y="35740"/>
                    <a:pt x="22559" y="35740"/>
                  </a:cubicBezTo>
                  <a:cubicBezTo>
                    <a:pt x="10139" y="35740"/>
                    <a:pt x="0" y="27755"/>
                    <a:pt x="0" y="17870"/>
                  </a:cubicBezTo>
                  <a:cubicBezTo>
                    <a:pt x="0" y="7984"/>
                    <a:pt x="10139" y="0"/>
                    <a:pt x="22559" y="0"/>
                  </a:cubicBezTo>
                  <a:cubicBezTo>
                    <a:pt x="34979" y="0"/>
                    <a:pt x="45118" y="7984"/>
                    <a:pt x="45118" y="178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63" name="Freeform: Shape 5762">
              <a:extLst>
                <a:ext uri="{FF2B5EF4-FFF2-40B4-BE49-F238E27FC236}">
                  <a16:creationId xmlns:a16="http://schemas.microsoft.com/office/drawing/2014/main" id="{A6B7F9FF-F18C-D6BE-8654-13C863792B0E}"/>
                </a:ext>
              </a:extLst>
            </p:cNvPr>
            <p:cNvSpPr/>
            <p:nvPr/>
          </p:nvSpPr>
          <p:spPr>
            <a:xfrm>
              <a:off x="315573" y="4959081"/>
              <a:ext cx="45117" cy="35739"/>
            </a:xfrm>
            <a:custGeom>
              <a:avLst/>
              <a:gdLst>
                <a:gd name="connsiteX0" fmla="*/ 45118 w 45117"/>
                <a:gd name="connsiteY0" fmla="*/ 17870 h 35739"/>
                <a:gd name="connsiteX1" fmla="*/ 22559 w 45117"/>
                <a:gd name="connsiteY1" fmla="*/ 35739 h 35739"/>
                <a:gd name="connsiteX2" fmla="*/ 0 w 45117"/>
                <a:gd name="connsiteY2" fmla="*/ 17870 h 35739"/>
                <a:gd name="connsiteX3" fmla="*/ 22559 w 45117"/>
                <a:gd name="connsiteY3" fmla="*/ 0 h 35739"/>
                <a:gd name="connsiteX4" fmla="*/ 45118 w 45117"/>
                <a:gd name="connsiteY4" fmla="*/ 17870 h 35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17" h="35739">
                  <a:moveTo>
                    <a:pt x="45118" y="17870"/>
                  </a:moveTo>
                  <a:cubicBezTo>
                    <a:pt x="45118" y="27755"/>
                    <a:pt x="34979" y="35739"/>
                    <a:pt x="22559" y="35739"/>
                  </a:cubicBezTo>
                  <a:cubicBezTo>
                    <a:pt x="10139" y="35739"/>
                    <a:pt x="0" y="27755"/>
                    <a:pt x="0" y="17870"/>
                  </a:cubicBezTo>
                  <a:cubicBezTo>
                    <a:pt x="0" y="7984"/>
                    <a:pt x="10139" y="0"/>
                    <a:pt x="22559" y="0"/>
                  </a:cubicBezTo>
                  <a:cubicBezTo>
                    <a:pt x="34979" y="0"/>
                    <a:pt x="45118" y="7984"/>
                    <a:pt x="45118" y="178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64" name="Freeform: Shape 5763">
              <a:extLst>
                <a:ext uri="{FF2B5EF4-FFF2-40B4-BE49-F238E27FC236}">
                  <a16:creationId xmlns:a16="http://schemas.microsoft.com/office/drawing/2014/main" id="{22E11895-6251-382D-BC51-E257934BAEED}"/>
                </a:ext>
              </a:extLst>
            </p:cNvPr>
            <p:cNvSpPr/>
            <p:nvPr/>
          </p:nvSpPr>
          <p:spPr>
            <a:xfrm>
              <a:off x="275778" y="4860227"/>
              <a:ext cx="44611" cy="35359"/>
            </a:xfrm>
            <a:custGeom>
              <a:avLst/>
              <a:gdLst>
                <a:gd name="connsiteX0" fmla="*/ 44611 w 44611"/>
                <a:gd name="connsiteY0" fmla="*/ 17743 h 35359"/>
                <a:gd name="connsiteX1" fmla="*/ 22306 w 44611"/>
                <a:gd name="connsiteY1" fmla="*/ 35359 h 35359"/>
                <a:gd name="connsiteX2" fmla="*/ 0 w 44611"/>
                <a:gd name="connsiteY2" fmla="*/ 17743 h 35359"/>
                <a:gd name="connsiteX3" fmla="*/ 22306 w 44611"/>
                <a:gd name="connsiteY3" fmla="*/ 0 h 35359"/>
                <a:gd name="connsiteX4" fmla="*/ 44611 w 44611"/>
                <a:gd name="connsiteY4" fmla="*/ 17743 h 35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611" h="35359">
                  <a:moveTo>
                    <a:pt x="44611" y="17743"/>
                  </a:moveTo>
                  <a:cubicBezTo>
                    <a:pt x="44611" y="27502"/>
                    <a:pt x="34599" y="35359"/>
                    <a:pt x="22306" y="35359"/>
                  </a:cubicBezTo>
                  <a:cubicBezTo>
                    <a:pt x="10012" y="35359"/>
                    <a:pt x="0" y="27502"/>
                    <a:pt x="0" y="17743"/>
                  </a:cubicBezTo>
                  <a:cubicBezTo>
                    <a:pt x="0" y="7984"/>
                    <a:pt x="10012" y="0"/>
                    <a:pt x="22306" y="0"/>
                  </a:cubicBezTo>
                  <a:cubicBezTo>
                    <a:pt x="34599" y="0"/>
                    <a:pt x="44611" y="7984"/>
                    <a:pt x="44611" y="1774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65" name="Freeform: Shape 5764">
              <a:extLst>
                <a:ext uri="{FF2B5EF4-FFF2-40B4-BE49-F238E27FC236}">
                  <a16:creationId xmlns:a16="http://schemas.microsoft.com/office/drawing/2014/main" id="{AE01DEE6-5E92-1041-D7E1-12761C6CFFC3}"/>
                </a:ext>
              </a:extLst>
            </p:cNvPr>
            <p:cNvSpPr/>
            <p:nvPr/>
          </p:nvSpPr>
          <p:spPr>
            <a:xfrm>
              <a:off x="238771" y="4760866"/>
              <a:ext cx="43850" cy="34725"/>
            </a:xfrm>
            <a:custGeom>
              <a:avLst/>
              <a:gdLst>
                <a:gd name="connsiteX0" fmla="*/ 43851 w 43850"/>
                <a:gd name="connsiteY0" fmla="*/ 17363 h 34725"/>
                <a:gd name="connsiteX1" fmla="*/ 21925 w 43850"/>
                <a:gd name="connsiteY1" fmla="*/ 34726 h 34725"/>
                <a:gd name="connsiteX2" fmla="*/ 0 w 43850"/>
                <a:gd name="connsiteY2" fmla="*/ 17363 h 34725"/>
                <a:gd name="connsiteX3" fmla="*/ 21925 w 43850"/>
                <a:gd name="connsiteY3" fmla="*/ 0 h 34725"/>
                <a:gd name="connsiteX4" fmla="*/ 43851 w 43850"/>
                <a:gd name="connsiteY4" fmla="*/ 17363 h 34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850" h="34725">
                  <a:moveTo>
                    <a:pt x="43851" y="17363"/>
                  </a:moveTo>
                  <a:cubicBezTo>
                    <a:pt x="43851" y="26995"/>
                    <a:pt x="34092" y="34726"/>
                    <a:pt x="21925" y="34726"/>
                  </a:cubicBezTo>
                  <a:cubicBezTo>
                    <a:pt x="9759" y="34726"/>
                    <a:pt x="0" y="26868"/>
                    <a:pt x="0" y="17363"/>
                  </a:cubicBezTo>
                  <a:cubicBezTo>
                    <a:pt x="0" y="7858"/>
                    <a:pt x="9759" y="0"/>
                    <a:pt x="21925" y="0"/>
                  </a:cubicBezTo>
                  <a:cubicBezTo>
                    <a:pt x="34092" y="0"/>
                    <a:pt x="43851" y="7731"/>
                    <a:pt x="43851" y="1736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66" name="Freeform: Shape 5765">
              <a:extLst>
                <a:ext uri="{FF2B5EF4-FFF2-40B4-BE49-F238E27FC236}">
                  <a16:creationId xmlns:a16="http://schemas.microsoft.com/office/drawing/2014/main" id="{235CDD2C-28C6-BEEA-730B-F9115EB7CB4F}"/>
                </a:ext>
              </a:extLst>
            </p:cNvPr>
            <p:cNvSpPr/>
            <p:nvPr/>
          </p:nvSpPr>
          <p:spPr>
            <a:xfrm>
              <a:off x="204552" y="4660872"/>
              <a:ext cx="43090" cy="34218"/>
            </a:xfrm>
            <a:custGeom>
              <a:avLst/>
              <a:gdLst>
                <a:gd name="connsiteX0" fmla="*/ 43090 w 43090"/>
                <a:gd name="connsiteY0" fmla="*/ 17109 h 34218"/>
                <a:gd name="connsiteX1" fmla="*/ 21545 w 43090"/>
                <a:gd name="connsiteY1" fmla="*/ 34218 h 34218"/>
                <a:gd name="connsiteX2" fmla="*/ 0 w 43090"/>
                <a:gd name="connsiteY2" fmla="*/ 17109 h 34218"/>
                <a:gd name="connsiteX3" fmla="*/ 21545 w 43090"/>
                <a:gd name="connsiteY3" fmla="*/ 0 h 34218"/>
                <a:gd name="connsiteX4" fmla="*/ 43090 w 43090"/>
                <a:gd name="connsiteY4" fmla="*/ 17109 h 34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90" h="34218">
                  <a:moveTo>
                    <a:pt x="43090" y="17109"/>
                  </a:moveTo>
                  <a:cubicBezTo>
                    <a:pt x="43090" y="26488"/>
                    <a:pt x="33458" y="34218"/>
                    <a:pt x="21545" y="34218"/>
                  </a:cubicBezTo>
                  <a:cubicBezTo>
                    <a:pt x="9632" y="34218"/>
                    <a:pt x="0" y="26614"/>
                    <a:pt x="0" y="17109"/>
                  </a:cubicBezTo>
                  <a:cubicBezTo>
                    <a:pt x="0" y="7604"/>
                    <a:pt x="9632" y="0"/>
                    <a:pt x="21545" y="0"/>
                  </a:cubicBezTo>
                  <a:cubicBezTo>
                    <a:pt x="33458" y="0"/>
                    <a:pt x="43090" y="7604"/>
                    <a:pt x="43090" y="1710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67" name="Freeform: Shape 5766">
              <a:extLst>
                <a:ext uri="{FF2B5EF4-FFF2-40B4-BE49-F238E27FC236}">
                  <a16:creationId xmlns:a16="http://schemas.microsoft.com/office/drawing/2014/main" id="{F3168D1C-2446-5CA9-2710-E1C69668DCB3}"/>
                </a:ext>
              </a:extLst>
            </p:cNvPr>
            <p:cNvSpPr/>
            <p:nvPr/>
          </p:nvSpPr>
          <p:spPr>
            <a:xfrm>
              <a:off x="172742" y="4560116"/>
              <a:ext cx="43090" cy="34092"/>
            </a:xfrm>
            <a:custGeom>
              <a:avLst/>
              <a:gdLst>
                <a:gd name="connsiteX0" fmla="*/ 43090 w 43090"/>
                <a:gd name="connsiteY0" fmla="*/ 16983 h 34092"/>
                <a:gd name="connsiteX1" fmla="*/ 21545 w 43090"/>
                <a:gd name="connsiteY1" fmla="*/ 34092 h 34092"/>
                <a:gd name="connsiteX2" fmla="*/ 0 w 43090"/>
                <a:gd name="connsiteY2" fmla="*/ 16983 h 34092"/>
                <a:gd name="connsiteX3" fmla="*/ 21545 w 43090"/>
                <a:gd name="connsiteY3" fmla="*/ 0 h 34092"/>
                <a:gd name="connsiteX4" fmla="*/ 43090 w 43090"/>
                <a:gd name="connsiteY4" fmla="*/ 16983 h 34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90" h="34092">
                  <a:moveTo>
                    <a:pt x="43090" y="16983"/>
                  </a:moveTo>
                  <a:cubicBezTo>
                    <a:pt x="43090" y="26361"/>
                    <a:pt x="33458" y="34092"/>
                    <a:pt x="21545" y="34092"/>
                  </a:cubicBezTo>
                  <a:cubicBezTo>
                    <a:pt x="9632" y="34092"/>
                    <a:pt x="0" y="26488"/>
                    <a:pt x="0" y="16983"/>
                  </a:cubicBezTo>
                  <a:cubicBezTo>
                    <a:pt x="0" y="7477"/>
                    <a:pt x="9632" y="0"/>
                    <a:pt x="21545" y="0"/>
                  </a:cubicBezTo>
                  <a:cubicBezTo>
                    <a:pt x="33458" y="0"/>
                    <a:pt x="43090" y="7604"/>
                    <a:pt x="43090" y="169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68" name="Freeform: Shape 5767">
              <a:extLst>
                <a:ext uri="{FF2B5EF4-FFF2-40B4-BE49-F238E27FC236}">
                  <a16:creationId xmlns:a16="http://schemas.microsoft.com/office/drawing/2014/main" id="{74C00F9D-212B-E815-A49D-5C5AE61BC202}"/>
                </a:ext>
              </a:extLst>
            </p:cNvPr>
            <p:cNvSpPr/>
            <p:nvPr/>
          </p:nvSpPr>
          <p:spPr>
            <a:xfrm>
              <a:off x="143973" y="4458981"/>
              <a:ext cx="42203" cy="33458"/>
            </a:xfrm>
            <a:custGeom>
              <a:avLst/>
              <a:gdLst>
                <a:gd name="connsiteX0" fmla="*/ 42203 w 42203"/>
                <a:gd name="connsiteY0" fmla="*/ 16729 h 33458"/>
                <a:gd name="connsiteX1" fmla="*/ 21165 w 42203"/>
                <a:gd name="connsiteY1" fmla="*/ 33458 h 33458"/>
                <a:gd name="connsiteX2" fmla="*/ 0 w 42203"/>
                <a:gd name="connsiteY2" fmla="*/ 16729 h 33458"/>
                <a:gd name="connsiteX3" fmla="*/ 21165 w 42203"/>
                <a:gd name="connsiteY3" fmla="*/ 0 h 33458"/>
                <a:gd name="connsiteX4" fmla="*/ 42203 w 42203"/>
                <a:gd name="connsiteY4" fmla="*/ 16729 h 33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203" h="33458">
                  <a:moveTo>
                    <a:pt x="42203" y="16729"/>
                  </a:moveTo>
                  <a:cubicBezTo>
                    <a:pt x="42203" y="25981"/>
                    <a:pt x="32825" y="33458"/>
                    <a:pt x="21165" y="33458"/>
                  </a:cubicBezTo>
                  <a:cubicBezTo>
                    <a:pt x="9505" y="33458"/>
                    <a:pt x="0" y="25981"/>
                    <a:pt x="0" y="16729"/>
                  </a:cubicBezTo>
                  <a:cubicBezTo>
                    <a:pt x="0" y="7477"/>
                    <a:pt x="9505" y="0"/>
                    <a:pt x="21165" y="0"/>
                  </a:cubicBezTo>
                  <a:cubicBezTo>
                    <a:pt x="32825" y="0"/>
                    <a:pt x="42203" y="7477"/>
                    <a:pt x="42203" y="1672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69" name="Freeform: Shape 5768">
              <a:extLst>
                <a:ext uri="{FF2B5EF4-FFF2-40B4-BE49-F238E27FC236}">
                  <a16:creationId xmlns:a16="http://schemas.microsoft.com/office/drawing/2014/main" id="{8F5E1976-B6E8-4A31-4501-1010B182DC78}"/>
                </a:ext>
              </a:extLst>
            </p:cNvPr>
            <p:cNvSpPr/>
            <p:nvPr/>
          </p:nvSpPr>
          <p:spPr>
            <a:xfrm>
              <a:off x="117865" y="4357339"/>
              <a:ext cx="41569" cy="32951"/>
            </a:xfrm>
            <a:custGeom>
              <a:avLst/>
              <a:gdLst>
                <a:gd name="connsiteX0" fmla="*/ 41569 w 41569"/>
                <a:gd name="connsiteY0" fmla="*/ 16476 h 32951"/>
                <a:gd name="connsiteX1" fmla="*/ 20785 w 41569"/>
                <a:gd name="connsiteY1" fmla="*/ 32951 h 32951"/>
                <a:gd name="connsiteX2" fmla="*/ 0 w 41569"/>
                <a:gd name="connsiteY2" fmla="*/ 16476 h 32951"/>
                <a:gd name="connsiteX3" fmla="*/ 20785 w 41569"/>
                <a:gd name="connsiteY3" fmla="*/ 0 h 32951"/>
                <a:gd name="connsiteX4" fmla="*/ 41569 w 41569"/>
                <a:gd name="connsiteY4" fmla="*/ 16476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569" h="32951">
                  <a:moveTo>
                    <a:pt x="41569" y="16476"/>
                  </a:moveTo>
                  <a:cubicBezTo>
                    <a:pt x="41569" y="25601"/>
                    <a:pt x="32191" y="32951"/>
                    <a:pt x="20785" y="32951"/>
                  </a:cubicBezTo>
                  <a:cubicBezTo>
                    <a:pt x="9378" y="32951"/>
                    <a:pt x="0" y="25601"/>
                    <a:pt x="0" y="16476"/>
                  </a:cubicBezTo>
                  <a:cubicBezTo>
                    <a:pt x="0" y="7351"/>
                    <a:pt x="9378" y="0"/>
                    <a:pt x="20785" y="0"/>
                  </a:cubicBezTo>
                  <a:cubicBezTo>
                    <a:pt x="32191" y="0"/>
                    <a:pt x="41569" y="7477"/>
                    <a:pt x="41569" y="164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70" name="Freeform: Shape 5769">
              <a:extLst>
                <a:ext uri="{FF2B5EF4-FFF2-40B4-BE49-F238E27FC236}">
                  <a16:creationId xmlns:a16="http://schemas.microsoft.com/office/drawing/2014/main" id="{18F38599-EB00-79AA-E78F-25FA1B3FCF0A}"/>
                </a:ext>
              </a:extLst>
            </p:cNvPr>
            <p:cNvSpPr/>
            <p:nvPr/>
          </p:nvSpPr>
          <p:spPr>
            <a:xfrm>
              <a:off x="94546" y="4255317"/>
              <a:ext cx="40808" cy="32444"/>
            </a:xfrm>
            <a:custGeom>
              <a:avLst/>
              <a:gdLst>
                <a:gd name="connsiteX0" fmla="*/ 40809 w 40808"/>
                <a:gd name="connsiteY0" fmla="*/ 16222 h 32444"/>
                <a:gd name="connsiteX1" fmla="*/ 20404 w 40808"/>
                <a:gd name="connsiteY1" fmla="*/ 32444 h 32444"/>
                <a:gd name="connsiteX2" fmla="*/ 0 w 40808"/>
                <a:gd name="connsiteY2" fmla="*/ 16222 h 32444"/>
                <a:gd name="connsiteX3" fmla="*/ 20404 w 40808"/>
                <a:gd name="connsiteY3" fmla="*/ 0 h 32444"/>
                <a:gd name="connsiteX4" fmla="*/ 40809 w 40808"/>
                <a:gd name="connsiteY4" fmla="*/ 16222 h 32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08" h="32444">
                  <a:moveTo>
                    <a:pt x="40809" y="16222"/>
                  </a:moveTo>
                  <a:cubicBezTo>
                    <a:pt x="40809" y="25093"/>
                    <a:pt x="31684" y="32444"/>
                    <a:pt x="20404" y="32444"/>
                  </a:cubicBezTo>
                  <a:cubicBezTo>
                    <a:pt x="9125" y="32444"/>
                    <a:pt x="0" y="25220"/>
                    <a:pt x="0" y="16222"/>
                  </a:cubicBezTo>
                  <a:cubicBezTo>
                    <a:pt x="0" y="7224"/>
                    <a:pt x="9125" y="0"/>
                    <a:pt x="20404" y="0"/>
                  </a:cubicBezTo>
                  <a:cubicBezTo>
                    <a:pt x="31684" y="0"/>
                    <a:pt x="40809" y="7224"/>
                    <a:pt x="40809" y="1622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71" name="Freeform: Shape 5770">
              <a:extLst>
                <a:ext uri="{FF2B5EF4-FFF2-40B4-BE49-F238E27FC236}">
                  <a16:creationId xmlns:a16="http://schemas.microsoft.com/office/drawing/2014/main" id="{E8F4E2F3-002A-1E60-BCC8-2F178798C4E4}"/>
                </a:ext>
              </a:extLst>
            </p:cNvPr>
            <p:cNvSpPr/>
            <p:nvPr/>
          </p:nvSpPr>
          <p:spPr>
            <a:xfrm>
              <a:off x="74014" y="4153041"/>
              <a:ext cx="40048" cy="31683"/>
            </a:xfrm>
            <a:custGeom>
              <a:avLst/>
              <a:gdLst>
                <a:gd name="connsiteX0" fmla="*/ 40049 w 40048"/>
                <a:gd name="connsiteY0" fmla="*/ 15842 h 31683"/>
                <a:gd name="connsiteX1" fmla="*/ 20024 w 40048"/>
                <a:gd name="connsiteY1" fmla="*/ 31684 h 31683"/>
                <a:gd name="connsiteX2" fmla="*/ 0 w 40048"/>
                <a:gd name="connsiteY2" fmla="*/ 15842 h 31683"/>
                <a:gd name="connsiteX3" fmla="*/ 20024 w 40048"/>
                <a:gd name="connsiteY3" fmla="*/ 0 h 31683"/>
                <a:gd name="connsiteX4" fmla="*/ 40049 w 40048"/>
                <a:gd name="connsiteY4" fmla="*/ 15842 h 31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048" h="31683">
                  <a:moveTo>
                    <a:pt x="40049" y="15842"/>
                  </a:moveTo>
                  <a:cubicBezTo>
                    <a:pt x="40049" y="24587"/>
                    <a:pt x="31050" y="31684"/>
                    <a:pt x="20024" y="31684"/>
                  </a:cubicBezTo>
                  <a:cubicBezTo>
                    <a:pt x="8998" y="31684"/>
                    <a:pt x="0" y="24587"/>
                    <a:pt x="0" y="15842"/>
                  </a:cubicBezTo>
                  <a:cubicBezTo>
                    <a:pt x="0" y="7097"/>
                    <a:pt x="8998" y="0"/>
                    <a:pt x="20024" y="0"/>
                  </a:cubicBezTo>
                  <a:cubicBezTo>
                    <a:pt x="31050" y="0"/>
                    <a:pt x="40049" y="7097"/>
                    <a:pt x="40049" y="1584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72" name="Freeform: Shape 5771">
              <a:extLst>
                <a:ext uri="{FF2B5EF4-FFF2-40B4-BE49-F238E27FC236}">
                  <a16:creationId xmlns:a16="http://schemas.microsoft.com/office/drawing/2014/main" id="{B75D4CF0-9EBF-C31C-6B33-052C4459C5FC}"/>
                </a:ext>
              </a:extLst>
            </p:cNvPr>
            <p:cNvSpPr/>
            <p:nvPr/>
          </p:nvSpPr>
          <p:spPr>
            <a:xfrm>
              <a:off x="55891" y="4050004"/>
              <a:ext cx="40048" cy="31810"/>
            </a:xfrm>
            <a:custGeom>
              <a:avLst/>
              <a:gdLst>
                <a:gd name="connsiteX0" fmla="*/ 40049 w 40048"/>
                <a:gd name="connsiteY0" fmla="*/ 15969 h 31810"/>
                <a:gd name="connsiteX1" fmla="*/ 20024 w 40048"/>
                <a:gd name="connsiteY1" fmla="*/ 31811 h 31810"/>
                <a:gd name="connsiteX2" fmla="*/ 0 w 40048"/>
                <a:gd name="connsiteY2" fmla="*/ 15969 h 31810"/>
                <a:gd name="connsiteX3" fmla="*/ 20024 w 40048"/>
                <a:gd name="connsiteY3" fmla="*/ 0 h 31810"/>
                <a:gd name="connsiteX4" fmla="*/ 40049 w 40048"/>
                <a:gd name="connsiteY4" fmla="*/ 15969 h 31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048" h="31810">
                  <a:moveTo>
                    <a:pt x="40049" y="15969"/>
                  </a:moveTo>
                  <a:cubicBezTo>
                    <a:pt x="40049" y="24714"/>
                    <a:pt x="31050" y="31811"/>
                    <a:pt x="20024" y="31811"/>
                  </a:cubicBezTo>
                  <a:cubicBezTo>
                    <a:pt x="8998" y="31811"/>
                    <a:pt x="0" y="24714"/>
                    <a:pt x="0" y="15969"/>
                  </a:cubicBezTo>
                  <a:cubicBezTo>
                    <a:pt x="0" y="7224"/>
                    <a:pt x="8998" y="0"/>
                    <a:pt x="20024" y="0"/>
                  </a:cubicBezTo>
                  <a:cubicBezTo>
                    <a:pt x="31050" y="0"/>
                    <a:pt x="40049" y="7097"/>
                    <a:pt x="40049" y="1596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73" name="Freeform: Shape 5772">
              <a:extLst>
                <a:ext uri="{FF2B5EF4-FFF2-40B4-BE49-F238E27FC236}">
                  <a16:creationId xmlns:a16="http://schemas.microsoft.com/office/drawing/2014/main" id="{683AA3C4-86A9-C236-0351-12B55D3F193B}"/>
                </a:ext>
              </a:extLst>
            </p:cNvPr>
            <p:cNvSpPr/>
            <p:nvPr/>
          </p:nvSpPr>
          <p:spPr>
            <a:xfrm>
              <a:off x="40683" y="3946841"/>
              <a:ext cx="39541" cy="31430"/>
            </a:xfrm>
            <a:custGeom>
              <a:avLst/>
              <a:gdLst>
                <a:gd name="connsiteX0" fmla="*/ 39542 w 39541"/>
                <a:gd name="connsiteY0" fmla="*/ 15716 h 31430"/>
                <a:gd name="connsiteX1" fmla="*/ 19771 w 39541"/>
                <a:gd name="connsiteY1" fmla="*/ 31431 h 31430"/>
                <a:gd name="connsiteX2" fmla="*/ 0 w 39541"/>
                <a:gd name="connsiteY2" fmla="*/ 15716 h 31430"/>
                <a:gd name="connsiteX3" fmla="*/ 19771 w 39541"/>
                <a:gd name="connsiteY3" fmla="*/ 0 h 31430"/>
                <a:gd name="connsiteX4" fmla="*/ 39542 w 39541"/>
                <a:gd name="connsiteY4" fmla="*/ 15716 h 31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541" h="31430">
                  <a:moveTo>
                    <a:pt x="39542" y="15716"/>
                  </a:moveTo>
                  <a:cubicBezTo>
                    <a:pt x="39542" y="24333"/>
                    <a:pt x="30670" y="31431"/>
                    <a:pt x="19771" y="31431"/>
                  </a:cubicBezTo>
                  <a:cubicBezTo>
                    <a:pt x="8872" y="31431"/>
                    <a:pt x="0" y="24460"/>
                    <a:pt x="0" y="15716"/>
                  </a:cubicBezTo>
                  <a:cubicBezTo>
                    <a:pt x="0" y="6971"/>
                    <a:pt x="8872" y="0"/>
                    <a:pt x="19771" y="0"/>
                  </a:cubicBezTo>
                  <a:cubicBezTo>
                    <a:pt x="30670" y="0"/>
                    <a:pt x="39542" y="7098"/>
                    <a:pt x="39542" y="1571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74" name="Freeform: Shape 5773">
              <a:extLst>
                <a:ext uri="{FF2B5EF4-FFF2-40B4-BE49-F238E27FC236}">
                  <a16:creationId xmlns:a16="http://schemas.microsoft.com/office/drawing/2014/main" id="{67BA755F-B94E-7D1B-6F6D-B85509626E46}"/>
                </a:ext>
              </a:extLst>
            </p:cNvPr>
            <p:cNvSpPr/>
            <p:nvPr/>
          </p:nvSpPr>
          <p:spPr>
            <a:xfrm>
              <a:off x="41190" y="3843805"/>
              <a:ext cx="26107" cy="30796"/>
            </a:xfrm>
            <a:custGeom>
              <a:avLst/>
              <a:gdLst>
                <a:gd name="connsiteX0" fmla="*/ 26108 w 26107"/>
                <a:gd name="connsiteY0" fmla="*/ 15335 h 30796"/>
                <a:gd name="connsiteX1" fmla="*/ 6844 w 26107"/>
                <a:gd name="connsiteY1" fmla="*/ 0 h 30796"/>
                <a:gd name="connsiteX2" fmla="*/ 0 w 26107"/>
                <a:gd name="connsiteY2" fmla="*/ 1141 h 30796"/>
                <a:gd name="connsiteX3" fmla="*/ 0 w 26107"/>
                <a:gd name="connsiteY3" fmla="*/ 29656 h 30796"/>
                <a:gd name="connsiteX4" fmla="*/ 6844 w 26107"/>
                <a:gd name="connsiteY4" fmla="*/ 30797 h 30796"/>
                <a:gd name="connsiteX5" fmla="*/ 26108 w 26107"/>
                <a:gd name="connsiteY5" fmla="*/ 15462 h 30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07" h="30796">
                  <a:moveTo>
                    <a:pt x="26108" y="15335"/>
                  </a:moveTo>
                  <a:cubicBezTo>
                    <a:pt x="26108" y="6843"/>
                    <a:pt x="17490" y="0"/>
                    <a:pt x="6844" y="0"/>
                  </a:cubicBezTo>
                  <a:lnTo>
                    <a:pt x="0" y="1141"/>
                  </a:lnTo>
                  <a:lnTo>
                    <a:pt x="0" y="29656"/>
                  </a:lnTo>
                  <a:lnTo>
                    <a:pt x="6844" y="30797"/>
                  </a:lnTo>
                  <a:cubicBezTo>
                    <a:pt x="17490" y="30797"/>
                    <a:pt x="26108" y="23953"/>
                    <a:pt x="26108" y="1546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75" name="Freeform: Shape 5774">
              <a:extLst>
                <a:ext uri="{FF2B5EF4-FFF2-40B4-BE49-F238E27FC236}">
                  <a16:creationId xmlns:a16="http://schemas.microsoft.com/office/drawing/2014/main" id="{3F8D791D-310F-AD9C-08D1-CD3ECFF915F3}"/>
                </a:ext>
              </a:extLst>
            </p:cNvPr>
            <p:cNvSpPr/>
            <p:nvPr/>
          </p:nvSpPr>
          <p:spPr>
            <a:xfrm>
              <a:off x="41063" y="3740769"/>
              <a:ext cx="15968" cy="29149"/>
            </a:xfrm>
            <a:custGeom>
              <a:avLst/>
              <a:gdLst>
                <a:gd name="connsiteX0" fmla="*/ 15969 w 15968"/>
                <a:gd name="connsiteY0" fmla="*/ 14575 h 29149"/>
                <a:gd name="connsiteX1" fmla="*/ 0 w 15968"/>
                <a:gd name="connsiteY1" fmla="*/ 0 h 29149"/>
                <a:gd name="connsiteX2" fmla="*/ 0 w 15968"/>
                <a:gd name="connsiteY2" fmla="*/ 29149 h 29149"/>
                <a:gd name="connsiteX3" fmla="*/ 15969 w 15968"/>
                <a:gd name="connsiteY3" fmla="*/ 14575 h 29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68" h="29149">
                  <a:moveTo>
                    <a:pt x="15969" y="14575"/>
                  </a:moveTo>
                  <a:cubicBezTo>
                    <a:pt x="15969" y="7097"/>
                    <a:pt x="8998" y="1141"/>
                    <a:pt x="0" y="0"/>
                  </a:cubicBezTo>
                  <a:lnTo>
                    <a:pt x="0" y="29149"/>
                  </a:lnTo>
                  <a:cubicBezTo>
                    <a:pt x="8998" y="28009"/>
                    <a:pt x="15969" y="22052"/>
                    <a:pt x="15969" y="1457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76" name="Freeform: Shape 5775">
              <a:extLst>
                <a:ext uri="{FF2B5EF4-FFF2-40B4-BE49-F238E27FC236}">
                  <a16:creationId xmlns:a16="http://schemas.microsoft.com/office/drawing/2014/main" id="{6182EFC8-3547-84B7-D6EF-C03E36A0277A}"/>
                </a:ext>
              </a:extLst>
            </p:cNvPr>
            <p:cNvSpPr/>
            <p:nvPr/>
          </p:nvSpPr>
          <p:spPr>
            <a:xfrm>
              <a:off x="41063" y="3639380"/>
              <a:ext cx="8618" cy="24206"/>
            </a:xfrm>
            <a:custGeom>
              <a:avLst/>
              <a:gdLst>
                <a:gd name="connsiteX0" fmla="*/ 8618 w 8618"/>
                <a:gd name="connsiteY0" fmla="*/ 12167 h 24206"/>
                <a:gd name="connsiteX1" fmla="*/ 0 w 8618"/>
                <a:gd name="connsiteY1" fmla="*/ 0 h 24206"/>
                <a:gd name="connsiteX2" fmla="*/ 0 w 8618"/>
                <a:gd name="connsiteY2" fmla="*/ 24207 h 24206"/>
                <a:gd name="connsiteX3" fmla="*/ 8618 w 8618"/>
                <a:gd name="connsiteY3" fmla="*/ 12040 h 24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18" h="24206">
                  <a:moveTo>
                    <a:pt x="8618" y="12167"/>
                  </a:moveTo>
                  <a:cubicBezTo>
                    <a:pt x="8618" y="6970"/>
                    <a:pt x="5069" y="2661"/>
                    <a:pt x="0" y="0"/>
                  </a:cubicBezTo>
                  <a:lnTo>
                    <a:pt x="0" y="24207"/>
                  </a:lnTo>
                  <a:cubicBezTo>
                    <a:pt x="5069" y="21545"/>
                    <a:pt x="8618" y="17236"/>
                    <a:pt x="8618" y="1204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77" name="Freeform: Shape 5776">
              <a:extLst>
                <a:ext uri="{FF2B5EF4-FFF2-40B4-BE49-F238E27FC236}">
                  <a16:creationId xmlns:a16="http://schemas.microsoft.com/office/drawing/2014/main" id="{AEACB974-C3F0-0872-2A3B-1206BCF3EB95}"/>
                </a:ext>
              </a:extLst>
            </p:cNvPr>
            <p:cNvSpPr/>
            <p:nvPr/>
          </p:nvSpPr>
          <p:spPr>
            <a:xfrm>
              <a:off x="41063" y="3538751"/>
              <a:ext cx="4182" cy="17742"/>
            </a:xfrm>
            <a:custGeom>
              <a:avLst/>
              <a:gdLst>
                <a:gd name="connsiteX0" fmla="*/ 0 w 4182"/>
                <a:gd name="connsiteY0" fmla="*/ 127 h 17742"/>
                <a:gd name="connsiteX1" fmla="*/ 0 w 4182"/>
                <a:gd name="connsiteY1" fmla="*/ 17743 h 17742"/>
                <a:gd name="connsiteX2" fmla="*/ 4182 w 4182"/>
                <a:gd name="connsiteY2" fmla="*/ 8871 h 17742"/>
                <a:gd name="connsiteX3" fmla="*/ 0 w 4182"/>
                <a:gd name="connsiteY3" fmla="*/ 0 h 17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82" h="17742">
                  <a:moveTo>
                    <a:pt x="0" y="127"/>
                  </a:moveTo>
                  <a:lnTo>
                    <a:pt x="0" y="17743"/>
                  </a:lnTo>
                  <a:cubicBezTo>
                    <a:pt x="2408" y="15335"/>
                    <a:pt x="4182" y="12293"/>
                    <a:pt x="4182" y="8871"/>
                  </a:cubicBezTo>
                  <a:cubicBezTo>
                    <a:pt x="4182" y="5450"/>
                    <a:pt x="2535" y="2534"/>
                    <a:pt x="0" y="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78" name="Freeform: Shape 5777">
              <a:extLst>
                <a:ext uri="{FF2B5EF4-FFF2-40B4-BE49-F238E27FC236}">
                  <a16:creationId xmlns:a16="http://schemas.microsoft.com/office/drawing/2014/main" id="{C86E27BC-7261-66DB-6A22-B7F2973B6A87}"/>
                </a:ext>
              </a:extLst>
            </p:cNvPr>
            <p:cNvSpPr/>
            <p:nvPr/>
          </p:nvSpPr>
          <p:spPr>
            <a:xfrm>
              <a:off x="41063" y="3436982"/>
              <a:ext cx="2281" cy="13307"/>
            </a:xfrm>
            <a:custGeom>
              <a:avLst/>
              <a:gdLst>
                <a:gd name="connsiteX0" fmla="*/ 0 w 2281"/>
                <a:gd name="connsiteY0" fmla="*/ 0 h 13307"/>
                <a:gd name="connsiteX1" fmla="*/ 0 w 2281"/>
                <a:gd name="connsiteY1" fmla="*/ 13307 h 13307"/>
                <a:gd name="connsiteX2" fmla="*/ 2281 w 2281"/>
                <a:gd name="connsiteY2" fmla="*/ 6590 h 13307"/>
                <a:gd name="connsiteX3" fmla="*/ 0 w 2281"/>
                <a:gd name="connsiteY3" fmla="*/ 0 h 13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1" h="13307">
                  <a:moveTo>
                    <a:pt x="0" y="0"/>
                  </a:moveTo>
                  <a:lnTo>
                    <a:pt x="0" y="13307"/>
                  </a:lnTo>
                  <a:lnTo>
                    <a:pt x="2281" y="659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79" name="Freeform: Shape 5778">
              <a:extLst>
                <a:ext uri="{FF2B5EF4-FFF2-40B4-BE49-F238E27FC236}">
                  <a16:creationId xmlns:a16="http://schemas.microsoft.com/office/drawing/2014/main" id="{D8C4142C-F509-B89D-B92D-D9D726EABC30}"/>
                </a:ext>
              </a:extLst>
            </p:cNvPr>
            <p:cNvSpPr/>
            <p:nvPr/>
          </p:nvSpPr>
          <p:spPr>
            <a:xfrm>
              <a:off x="41063" y="3331918"/>
              <a:ext cx="3295" cy="15461"/>
            </a:xfrm>
            <a:custGeom>
              <a:avLst/>
              <a:gdLst>
                <a:gd name="connsiteX0" fmla="*/ 0 w 3295"/>
                <a:gd name="connsiteY0" fmla="*/ 0 h 15461"/>
                <a:gd name="connsiteX1" fmla="*/ 0 w 3295"/>
                <a:gd name="connsiteY1" fmla="*/ 15462 h 15461"/>
                <a:gd name="connsiteX2" fmla="*/ 3295 w 3295"/>
                <a:gd name="connsiteY2" fmla="*/ 7731 h 15461"/>
                <a:gd name="connsiteX3" fmla="*/ 0 w 3295"/>
                <a:gd name="connsiteY3" fmla="*/ 0 h 15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5" h="15461">
                  <a:moveTo>
                    <a:pt x="0" y="0"/>
                  </a:moveTo>
                  <a:lnTo>
                    <a:pt x="0" y="15462"/>
                  </a:lnTo>
                  <a:lnTo>
                    <a:pt x="3295" y="773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80" name="Freeform: Shape 5779">
              <a:extLst>
                <a:ext uri="{FF2B5EF4-FFF2-40B4-BE49-F238E27FC236}">
                  <a16:creationId xmlns:a16="http://schemas.microsoft.com/office/drawing/2014/main" id="{AB37F03B-7841-A779-3221-60F3E9748898}"/>
                </a:ext>
              </a:extLst>
            </p:cNvPr>
            <p:cNvSpPr/>
            <p:nvPr/>
          </p:nvSpPr>
          <p:spPr>
            <a:xfrm>
              <a:off x="40936" y="3224953"/>
              <a:ext cx="7223" cy="21418"/>
            </a:xfrm>
            <a:custGeom>
              <a:avLst/>
              <a:gdLst>
                <a:gd name="connsiteX0" fmla="*/ 7224 w 7223"/>
                <a:gd name="connsiteY0" fmla="*/ 10773 h 21418"/>
                <a:gd name="connsiteX1" fmla="*/ 0 w 7223"/>
                <a:gd name="connsiteY1" fmla="*/ 0 h 21418"/>
                <a:gd name="connsiteX2" fmla="*/ 0 w 7223"/>
                <a:gd name="connsiteY2" fmla="*/ 21418 h 21418"/>
                <a:gd name="connsiteX3" fmla="*/ 7224 w 7223"/>
                <a:gd name="connsiteY3" fmla="*/ 10646 h 21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23" h="21418">
                  <a:moveTo>
                    <a:pt x="7224" y="10773"/>
                  </a:moveTo>
                  <a:cubicBezTo>
                    <a:pt x="7224" y="6337"/>
                    <a:pt x="4309" y="2535"/>
                    <a:pt x="0" y="0"/>
                  </a:cubicBezTo>
                  <a:lnTo>
                    <a:pt x="0" y="21418"/>
                  </a:lnTo>
                  <a:cubicBezTo>
                    <a:pt x="4309" y="19010"/>
                    <a:pt x="7224" y="15208"/>
                    <a:pt x="7224" y="1064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81" name="Freeform: Shape 5780">
              <a:extLst>
                <a:ext uri="{FF2B5EF4-FFF2-40B4-BE49-F238E27FC236}">
                  <a16:creationId xmlns:a16="http://schemas.microsoft.com/office/drawing/2014/main" id="{305C2354-D5BD-9F3C-1379-3B44CEAC6C9E}"/>
                </a:ext>
              </a:extLst>
            </p:cNvPr>
            <p:cNvSpPr/>
            <p:nvPr/>
          </p:nvSpPr>
          <p:spPr>
            <a:xfrm>
              <a:off x="41063" y="3119002"/>
              <a:ext cx="13814" cy="25727"/>
            </a:xfrm>
            <a:custGeom>
              <a:avLst/>
              <a:gdLst>
                <a:gd name="connsiteX0" fmla="*/ 13814 w 13814"/>
                <a:gd name="connsiteY0" fmla="*/ 12800 h 25727"/>
                <a:gd name="connsiteX1" fmla="*/ 0 w 13814"/>
                <a:gd name="connsiteY1" fmla="*/ 0 h 25727"/>
                <a:gd name="connsiteX2" fmla="*/ 0 w 13814"/>
                <a:gd name="connsiteY2" fmla="*/ 25728 h 25727"/>
                <a:gd name="connsiteX3" fmla="*/ 13814 w 13814"/>
                <a:gd name="connsiteY3" fmla="*/ 12927 h 25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14" h="25727">
                  <a:moveTo>
                    <a:pt x="13814" y="12800"/>
                  </a:moveTo>
                  <a:cubicBezTo>
                    <a:pt x="13814" y="6337"/>
                    <a:pt x="7858" y="1141"/>
                    <a:pt x="0" y="0"/>
                  </a:cubicBezTo>
                  <a:lnTo>
                    <a:pt x="0" y="25728"/>
                  </a:lnTo>
                  <a:cubicBezTo>
                    <a:pt x="7858" y="24587"/>
                    <a:pt x="13814" y="19391"/>
                    <a:pt x="13814" y="129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82" name="Freeform: Shape 5781">
              <a:extLst>
                <a:ext uri="{FF2B5EF4-FFF2-40B4-BE49-F238E27FC236}">
                  <a16:creationId xmlns:a16="http://schemas.microsoft.com/office/drawing/2014/main" id="{E9A75B5B-4F4A-B9D3-5A9D-6D5D96447C99}"/>
                </a:ext>
              </a:extLst>
            </p:cNvPr>
            <p:cNvSpPr/>
            <p:nvPr/>
          </p:nvSpPr>
          <p:spPr>
            <a:xfrm>
              <a:off x="41190" y="3015459"/>
              <a:ext cx="22812" cy="25474"/>
            </a:xfrm>
            <a:custGeom>
              <a:avLst/>
              <a:gdLst>
                <a:gd name="connsiteX0" fmla="*/ 22812 w 22812"/>
                <a:gd name="connsiteY0" fmla="*/ 12674 h 25474"/>
                <a:gd name="connsiteX1" fmla="*/ 6844 w 22812"/>
                <a:gd name="connsiteY1" fmla="*/ 0 h 25474"/>
                <a:gd name="connsiteX2" fmla="*/ 0 w 22812"/>
                <a:gd name="connsiteY2" fmla="*/ 1394 h 25474"/>
                <a:gd name="connsiteX3" fmla="*/ 0 w 22812"/>
                <a:gd name="connsiteY3" fmla="*/ 24080 h 25474"/>
                <a:gd name="connsiteX4" fmla="*/ 6844 w 22812"/>
                <a:gd name="connsiteY4" fmla="*/ 25474 h 25474"/>
                <a:gd name="connsiteX5" fmla="*/ 22812 w 22812"/>
                <a:gd name="connsiteY5" fmla="*/ 12800 h 25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812" h="25474">
                  <a:moveTo>
                    <a:pt x="22812" y="12674"/>
                  </a:moveTo>
                  <a:cubicBezTo>
                    <a:pt x="22812" y="5703"/>
                    <a:pt x="15589" y="0"/>
                    <a:pt x="6844" y="0"/>
                  </a:cubicBezTo>
                  <a:lnTo>
                    <a:pt x="0" y="1394"/>
                  </a:lnTo>
                  <a:lnTo>
                    <a:pt x="0" y="24080"/>
                  </a:lnTo>
                  <a:lnTo>
                    <a:pt x="6844" y="25474"/>
                  </a:lnTo>
                  <a:cubicBezTo>
                    <a:pt x="15715" y="25474"/>
                    <a:pt x="22812" y="19771"/>
                    <a:pt x="22812" y="1280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83" name="Freeform: Shape 5782">
              <a:extLst>
                <a:ext uri="{FF2B5EF4-FFF2-40B4-BE49-F238E27FC236}">
                  <a16:creationId xmlns:a16="http://schemas.microsoft.com/office/drawing/2014/main" id="{91C7C295-9B48-D5E8-1E95-3B8636B6979F}"/>
                </a:ext>
              </a:extLst>
            </p:cNvPr>
            <p:cNvSpPr/>
            <p:nvPr/>
          </p:nvSpPr>
          <p:spPr>
            <a:xfrm>
              <a:off x="44738" y="2912169"/>
              <a:ext cx="31430" cy="24840"/>
            </a:xfrm>
            <a:custGeom>
              <a:avLst/>
              <a:gdLst>
                <a:gd name="connsiteX0" fmla="*/ 31431 w 31430"/>
                <a:gd name="connsiteY0" fmla="*/ 12420 h 24840"/>
                <a:gd name="connsiteX1" fmla="*/ 15715 w 31430"/>
                <a:gd name="connsiteY1" fmla="*/ 24840 h 24840"/>
                <a:gd name="connsiteX2" fmla="*/ 0 w 31430"/>
                <a:gd name="connsiteY2" fmla="*/ 12420 h 24840"/>
                <a:gd name="connsiteX3" fmla="*/ 15715 w 31430"/>
                <a:gd name="connsiteY3" fmla="*/ 0 h 24840"/>
                <a:gd name="connsiteX4" fmla="*/ 31431 w 31430"/>
                <a:gd name="connsiteY4" fmla="*/ 12420 h 2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30" h="24840">
                  <a:moveTo>
                    <a:pt x="31431" y="12420"/>
                  </a:moveTo>
                  <a:cubicBezTo>
                    <a:pt x="31431" y="19264"/>
                    <a:pt x="24460" y="24840"/>
                    <a:pt x="15715" y="24840"/>
                  </a:cubicBezTo>
                  <a:cubicBezTo>
                    <a:pt x="6970" y="24840"/>
                    <a:pt x="0" y="19264"/>
                    <a:pt x="0" y="12420"/>
                  </a:cubicBezTo>
                  <a:cubicBezTo>
                    <a:pt x="0" y="5576"/>
                    <a:pt x="7097" y="0"/>
                    <a:pt x="15715" y="0"/>
                  </a:cubicBezTo>
                  <a:cubicBezTo>
                    <a:pt x="24333" y="0"/>
                    <a:pt x="31431" y="5576"/>
                    <a:pt x="31431" y="1242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84" name="Freeform: Shape 5783">
              <a:extLst>
                <a:ext uri="{FF2B5EF4-FFF2-40B4-BE49-F238E27FC236}">
                  <a16:creationId xmlns:a16="http://schemas.microsoft.com/office/drawing/2014/main" id="{A4B19D91-672D-579A-4BE6-5B6F0309C0AA}"/>
                </a:ext>
              </a:extLst>
            </p:cNvPr>
            <p:cNvSpPr/>
            <p:nvPr/>
          </p:nvSpPr>
          <p:spPr>
            <a:xfrm>
              <a:off x="60454" y="2809132"/>
              <a:ext cx="30670" cy="24333"/>
            </a:xfrm>
            <a:custGeom>
              <a:avLst/>
              <a:gdLst>
                <a:gd name="connsiteX0" fmla="*/ 30670 w 30670"/>
                <a:gd name="connsiteY0" fmla="*/ 12167 h 24333"/>
                <a:gd name="connsiteX1" fmla="*/ 15335 w 30670"/>
                <a:gd name="connsiteY1" fmla="*/ 24333 h 24333"/>
                <a:gd name="connsiteX2" fmla="*/ 0 w 30670"/>
                <a:gd name="connsiteY2" fmla="*/ 12167 h 24333"/>
                <a:gd name="connsiteX3" fmla="*/ 15335 w 30670"/>
                <a:gd name="connsiteY3" fmla="*/ 0 h 24333"/>
                <a:gd name="connsiteX4" fmla="*/ 30670 w 30670"/>
                <a:gd name="connsiteY4" fmla="*/ 12167 h 2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70" h="24333">
                  <a:moveTo>
                    <a:pt x="30670" y="12167"/>
                  </a:moveTo>
                  <a:cubicBezTo>
                    <a:pt x="30670" y="18884"/>
                    <a:pt x="23826" y="24333"/>
                    <a:pt x="15335" y="24333"/>
                  </a:cubicBezTo>
                  <a:cubicBezTo>
                    <a:pt x="6844" y="24333"/>
                    <a:pt x="0" y="18884"/>
                    <a:pt x="0" y="12167"/>
                  </a:cubicBezTo>
                  <a:cubicBezTo>
                    <a:pt x="0" y="5450"/>
                    <a:pt x="6844" y="0"/>
                    <a:pt x="15335" y="0"/>
                  </a:cubicBezTo>
                  <a:cubicBezTo>
                    <a:pt x="23826" y="0"/>
                    <a:pt x="30670" y="5450"/>
                    <a:pt x="30670" y="121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85" name="Freeform: Shape 5784">
              <a:extLst>
                <a:ext uri="{FF2B5EF4-FFF2-40B4-BE49-F238E27FC236}">
                  <a16:creationId xmlns:a16="http://schemas.microsoft.com/office/drawing/2014/main" id="{6D78FD51-C03C-8BA0-1888-DC2E7CAFD0AA}"/>
                </a:ext>
              </a:extLst>
            </p:cNvPr>
            <p:cNvSpPr/>
            <p:nvPr/>
          </p:nvSpPr>
          <p:spPr>
            <a:xfrm>
              <a:off x="79337" y="2706603"/>
              <a:ext cx="29276" cy="23319"/>
            </a:xfrm>
            <a:custGeom>
              <a:avLst/>
              <a:gdLst>
                <a:gd name="connsiteX0" fmla="*/ 29276 w 29276"/>
                <a:gd name="connsiteY0" fmla="*/ 11660 h 23319"/>
                <a:gd name="connsiteX1" fmla="*/ 14701 w 29276"/>
                <a:gd name="connsiteY1" fmla="*/ 23319 h 23319"/>
                <a:gd name="connsiteX2" fmla="*/ 0 w 29276"/>
                <a:gd name="connsiteY2" fmla="*/ 11660 h 23319"/>
                <a:gd name="connsiteX3" fmla="*/ 14701 w 29276"/>
                <a:gd name="connsiteY3" fmla="*/ 0 h 23319"/>
                <a:gd name="connsiteX4" fmla="*/ 29276 w 29276"/>
                <a:gd name="connsiteY4" fmla="*/ 11660 h 23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276" h="23319">
                  <a:moveTo>
                    <a:pt x="29276" y="11660"/>
                  </a:moveTo>
                  <a:cubicBezTo>
                    <a:pt x="29276" y="18123"/>
                    <a:pt x="22686" y="23319"/>
                    <a:pt x="14701" y="23319"/>
                  </a:cubicBezTo>
                  <a:cubicBezTo>
                    <a:pt x="6717" y="23319"/>
                    <a:pt x="0" y="18123"/>
                    <a:pt x="0" y="11660"/>
                  </a:cubicBezTo>
                  <a:cubicBezTo>
                    <a:pt x="0" y="5196"/>
                    <a:pt x="6590" y="0"/>
                    <a:pt x="14701" y="0"/>
                  </a:cubicBezTo>
                  <a:cubicBezTo>
                    <a:pt x="22812" y="0"/>
                    <a:pt x="29276" y="5196"/>
                    <a:pt x="29276" y="1166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86" name="Freeform: Shape 5785">
              <a:extLst>
                <a:ext uri="{FF2B5EF4-FFF2-40B4-BE49-F238E27FC236}">
                  <a16:creationId xmlns:a16="http://schemas.microsoft.com/office/drawing/2014/main" id="{B3706CB7-9CFB-5834-870B-ED74E6AE7168}"/>
                </a:ext>
              </a:extLst>
            </p:cNvPr>
            <p:cNvSpPr/>
            <p:nvPr/>
          </p:nvSpPr>
          <p:spPr>
            <a:xfrm>
              <a:off x="100756" y="2604454"/>
              <a:ext cx="28515" cy="22558"/>
            </a:xfrm>
            <a:custGeom>
              <a:avLst/>
              <a:gdLst>
                <a:gd name="connsiteX0" fmla="*/ 28516 w 28515"/>
                <a:gd name="connsiteY0" fmla="*/ 11279 h 22558"/>
                <a:gd name="connsiteX1" fmla="*/ 14194 w 28515"/>
                <a:gd name="connsiteY1" fmla="*/ 22559 h 22558"/>
                <a:gd name="connsiteX2" fmla="*/ 0 w 28515"/>
                <a:gd name="connsiteY2" fmla="*/ 11279 h 22558"/>
                <a:gd name="connsiteX3" fmla="*/ 14194 w 28515"/>
                <a:gd name="connsiteY3" fmla="*/ 0 h 22558"/>
                <a:gd name="connsiteX4" fmla="*/ 28516 w 28515"/>
                <a:gd name="connsiteY4" fmla="*/ 11279 h 22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15" h="22558">
                  <a:moveTo>
                    <a:pt x="28516" y="11279"/>
                  </a:moveTo>
                  <a:cubicBezTo>
                    <a:pt x="28516" y="17490"/>
                    <a:pt x="22179" y="22559"/>
                    <a:pt x="14194" y="22559"/>
                  </a:cubicBezTo>
                  <a:cubicBezTo>
                    <a:pt x="6210" y="22559"/>
                    <a:pt x="0" y="17490"/>
                    <a:pt x="0" y="11279"/>
                  </a:cubicBezTo>
                  <a:cubicBezTo>
                    <a:pt x="0" y="5069"/>
                    <a:pt x="6337" y="0"/>
                    <a:pt x="14194" y="0"/>
                  </a:cubicBezTo>
                  <a:cubicBezTo>
                    <a:pt x="22052" y="0"/>
                    <a:pt x="28516" y="5069"/>
                    <a:pt x="28516" y="1127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87" name="Freeform: Shape 5786">
              <a:extLst>
                <a:ext uri="{FF2B5EF4-FFF2-40B4-BE49-F238E27FC236}">
                  <a16:creationId xmlns:a16="http://schemas.microsoft.com/office/drawing/2014/main" id="{2319CBB7-6226-B00B-9F08-F373AADBCE65}"/>
                </a:ext>
              </a:extLst>
            </p:cNvPr>
            <p:cNvSpPr/>
            <p:nvPr/>
          </p:nvSpPr>
          <p:spPr>
            <a:xfrm>
              <a:off x="124835" y="2502431"/>
              <a:ext cx="27628" cy="21925"/>
            </a:xfrm>
            <a:custGeom>
              <a:avLst/>
              <a:gdLst>
                <a:gd name="connsiteX0" fmla="*/ 27628 w 27628"/>
                <a:gd name="connsiteY0" fmla="*/ 10899 h 21925"/>
                <a:gd name="connsiteX1" fmla="*/ 13814 w 27628"/>
                <a:gd name="connsiteY1" fmla="*/ 21925 h 21925"/>
                <a:gd name="connsiteX2" fmla="*/ 0 w 27628"/>
                <a:gd name="connsiteY2" fmla="*/ 10899 h 21925"/>
                <a:gd name="connsiteX3" fmla="*/ 13814 w 27628"/>
                <a:gd name="connsiteY3" fmla="*/ 0 h 21925"/>
                <a:gd name="connsiteX4" fmla="*/ 27628 w 27628"/>
                <a:gd name="connsiteY4" fmla="*/ 10899 h 2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28" h="21925">
                  <a:moveTo>
                    <a:pt x="27628" y="10899"/>
                  </a:moveTo>
                  <a:cubicBezTo>
                    <a:pt x="27628" y="16983"/>
                    <a:pt x="21418" y="21925"/>
                    <a:pt x="13814" y="21925"/>
                  </a:cubicBezTo>
                  <a:cubicBezTo>
                    <a:pt x="6210" y="21925"/>
                    <a:pt x="0" y="16983"/>
                    <a:pt x="0" y="10899"/>
                  </a:cubicBezTo>
                  <a:cubicBezTo>
                    <a:pt x="0" y="4816"/>
                    <a:pt x="6210" y="0"/>
                    <a:pt x="13814" y="0"/>
                  </a:cubicBezTo>
                  <a:cubicBezTo>
                    <a:pt x="21418" y="0"/>
                    <a:pt x="27628" y="4943"/>
                    <a:pt x="27628" y="1089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88" name="Freeform: Shape 5787">
              <a:extLst>
                <a:ext uri="{FF2B5EF4-FFF2-40B4-BE49-F238E27FC236}">
                  <a16:creationId xmlns:a16="http://schemas.microsoft.com/office/drawing/2014/main" id="{3EDB3299-818D-D033-135B-2E5D9C7BC651}"/>
                </a:ext>
              </a:extLst>
            </p:cNvPr>
            <p:cNvSpPr/>
            <p:nvPr/>
          </p:nvSpPr>
          <p:spPr>
            <a:xfrm>
              <a:off x="151703" y="2400916"/>
              <a:ext cx="26868" cy="21291"/>
            </a:xfrm>
            <a:custGeom>
              <a:avLst/>
              <a:gdLst>
                <a:gd name="connsiteX0" fmla="*/ 26868 w 26868"/>
                <a:gd name="connsiteY0" fmla="*/ 10646 h 21291"/>
                <a:gd name="connsiteX1" fmla="*/ 13434 w 26868"/>
                <a:gd name="connsiteY1" fmla="*/ 21292 h 21291"/>
                <a:gd name="connsiteX2" fmla="*/ 0 w 26868"/>
                <a:gd name="connsiteY2" fmla="*/ 10646 h 21291"/>
                <a:gd name="connsiteX3" fmla="*/ 13434 w 26868"/>
                <a:gd name="connsiteY3" fmla="*/ 0 h 21291"/>
                <a:gd name="connsiteX4" fmla="*/ 26868 w 26868"/>
                <a:gd name="connsiteY4" fmla="*/ 10646 h 2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68" h="21291">
                  <a:moveTo>
                    <a:pt x="26868" y="10646"/>
                  </a:moveTo>
                  <a:cubicBezTo>
                    <a:pt x="26868" y="16602"/>
                    <a:pt x="20911" y="21292"/>
                    <a:pt x="13434" y="21292"/>
                  </a:cubicBezTo>
                  <a:cubicBezTo>
                    <a:pt x="5957" y="21292"/>
                    <a:pt x="0" y="16476"/>
                    <a:pt x="0" y="10646"/>
                  </a:cubicBezTo>
                  <a:cubicBezTo>
                    <a:pt x="0" y="4816"/>
                    <a:pt x="5957" y="0"/>
                    <a:pt x="13434" y="0"/>
                  </a:cubicBezTo>
                  <a:cubicBezTo>
                    <a:pt x="20911" y="0"/>
                    <a:pt x="26868" y="4816"/>
                    <a:pt x="26868" y="1064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89" name="Freeform: Shape 5788">
              <a:extLst>
                <a:ext uri="{FF2B5EF4-FFF2-40B4-BE49-F238E27FC236}">
                  <a16:creationId xmlns:a16="http://schemas.microsoft.com/office/drawing/2014/main" id="{B4DAE71F-846E-5CA9-6C78-FD7730C0B714}"/>
                </a:ext>
              </a:extLst>
            </p:cNvPr>
            <p:cNvSpPr/>
            <p:nvPr/>
          </p:nvSpPr>
          <p:spPr>
            <a:xfrm>
              <a:off x="181106" y="2299781"/>
              <a:ext cx="26361" cy="20784"/>
            </a:xfrm>
            <a:custGeom>
              <a:avLst/>
              <a:gdLst>
                <a:gd name="connsiteX0" fmla="*/ 26361 w 26361"/>
                <a:gd name="connsiteY0" fmla="*/ 10392 h 20784"/>
                <a:gd name="connsiteX1" fmla="*/ 13181 w 26361"/>
                <a:gd name="connsiteY1" fmla="*/ 20785 h 20784"/>
                <a:gd name="connsiteX2" fmla="*/ 0 w 26361"/>
                <a:gd name="connsiteY2" fmla="*/ 10392 h 20784"/>
                <a:gd name="connsiteX3" fmla="*/ 13181 w 26361"/>
                <a:gd name="connsiteY3" fmla="*/ 0 h 20784"/>
                <a:gd name="connsiteX4" fmla="*/ 26361 w 26361"/>
                <a:gd name="connsiteY4" fmla="*/ 10392 h 20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61" h="20784">
                  <a:moveTo>
                    <a:pt x="26361" y="10392"/>
                  </a:moveTo>
                  <a:cubicBezTo>
                    <a:pt x="26361" y="16222"/>
                    <a:pt x="20404" y="20785"/>
                    <a:pt x="13181" y="20785"/>
                  </a:cubicBezTo>
                  <a:cubicBezTo>
                    <a:pt x="5957" y="20785"/>
                    <a:pt x="0" y="16096"/>
                    <a:pt x="0" y="10392"/>
                  </a:cubicBezTo>
                  <a:cubicBezTo>
                    <a:pt x="0" y="4689"/>
                    <a:pt x="5830" y="0"/>
                    <a:pt x="13181" y="0"/>
                  </a:cubicBezTo>
                  <a:cubicBezTo>
                    <a:pt x="20531" y="0"/>
                    <a:pt x="26361" y="4689"/>
                    <a:pt x="26361" y="1039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90" name="Freeform: Shape 5789">
              <a:extLst>
                <a:ext uri="{FF2B5EF4-FFF2-40B4-BE49-F238E27FC236}">
                  <a16:creationId xmlns:a16="http://schemas.microsoft.com/office/drawing/2014/main" id="{C1D5FB87-EA8F-CECE-44DF-91485207EDFB}"/>
                </a:ext>
              </a:extLst>
            </p:cNvPr>
            <p:cNvSpPr/>
            <p:nvPr/>
          </p:nvSpPr>
          <p:spPr>
            <a:xfrm>
              <a:off x="213804" y="2199406"/>
              <a:ext cx="24713" cy="19644"/>
            </a:xfrm>
            <a:custGeom>
              <a:avLst/>
              <a:gdLst>
                <a:gd name="connsiteX0" fmla="*/ 24713 w 24713"/>
                <a:gd name="connsiteY0" fmla="*/ 9885 h 19644"/>
                <a:gd name="connsiteX1" fmla="*/ 12420 w 24713"/>
                <a:gd name="connsiteY1" fmla="*/ 19644 h 19644"/>
                <a:gd name="connsiteX2" fmla="*/ 0 w 24713"/>
                <a:gd name="connsiteY2" fmla="*/ 9885 h 19644"/>
                <a:gd name="connsiteX3" fmla="*/ 12420 w 24713"/>
                <a:gd name="connsiteY3" fmla="*/ 0 h 19644"/>
                <a:gd name="connsiteX4" fmla="*/ 24713 w 24713"/>
                <a:gd name="connsiteY4" fmla="*/ 9885 h 19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713" h="19644">
                  <a:moveTo>
                    <a:pt x="24713" y="9885"/>
                  </a:moveTo>
                  <a:cubicBezTo>
                    <a:pt x="24713" y="15335"/>
                    <a:pt x="19137" y="19644"/>
                    <a:pt x="12420" y="19644"/>
                  </a:cubicBezTo>
                  <a:cubicBezTo>
                    <a:pt x="5703" y="19644"/>
                    <a:pt x="0" y="15208"/>
                    <a:pt x="0" y="9885"/>
                  </a:cubicBezTo>
                  <a:cubicBezTo>
                    <a:pt x="0" y="4563"/>
                    <a:pt x="5576" y="0"/>
                    <a:pt x="12420" y="0"/>
                  </a:cubicBezTo>
                  <a:cubicBezTo>
                    <a:pt x="19264" y="0"/>
                    <a:pt x="24713" y="4436"/>
                    <a:pt x="24713" y="988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91" name="Freeform: Shape 5790">
              <a:extLst>
                <a:ext uri="{FF2B5EF4-FFF2-40B4-BE49-F238E27FC236}">
                  <a16:creationId xmlns:a16="http://schemas.microsoft.com/office/drawing/2014/main" id="{64A673F2-1AD8-3214-81AD-FF868BC8ECEF}"/>
                </a:ext>
              </a:extLst>
            </p:cNvPr>
            <p:cNvSpPr/>
            <p:nvPr/>
          </p:nvSpPr>
          <p:spPr>
            <a:xfrm>
              <a:off x="248656" y="2099538"/>
              <a:ext cx="24079" cy="19010"/>
            </a:xfrm>
            <a:custGeom>
              <a:avLst/>
              <a:gdLst>
                <a:gd name="connsiteX0" fmla="*/ 24080 w 24079"/>
                <a:gd name="connsiteY0" fmla="*/ 9505 h 19010"/>
                <a:gd name="connsiteX1" fmla="*/ 12040 w 24079"/>
                <a:gd name="connsiteY1" fmla="*/ 19010 h 19010"/>
                <a:gd name="connsiteX2" fmla="*/ 0 w 24079"/>
                <a:gd name="connsiteY2" fmla="*/ 9505 h 19010"/>
                <a:gd name="connsiteX3" fmla="*/ 12040 w 24079"/>
                <a:gd name="connsiteY3" fmla="*/ 0 h 19010"/>
                <a:gd name="connsiteX4" fmla="*/ 24080 w 24079"/>
                <a:gd name="connsiteY4" fmla="*/ 9505 h 19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79" h="19010">
                  <a:moveTo>
                    <a:pt x="24080" y="9505"/>
                  </a:moveTo>
                  <a:cubicBezTo>
                    <a:pt x="24080" y="14701"/>
                    <a:pt x="18757" y="19010"/>
                    <a:pt x="12040" y="19010"/>
                  </a:cubicBezTo>
                  <a:cubicBezTo>
                    <a:pt x="5323" y="19010"/>
                    <a:pt x="0" y="14828"/>
                    <a:pt x="0" y="9505"/>
                  </a:cubicBezTo>
                  <a:cubicBezTo>
                    <a:pt x="0" y="4182"/>
                    <a:pt x="5323" y="0"/>
                    <a:pt x="12040" y="0"/>
                  </a:cubicBezTo>
                  <a:cubicBezTo>
                    <a:pt x="18757" y="0"/>
                    <a:pt x="24080" y="4182"/>
                    <a:pt x="24080" y="950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92" name="Freeform: Shape 5791">
              <a:extLst>
                <a:ext uri="{FF2B5EF4-FFF2-40B4-BE49-F238E27FC236}">
                  <a16:creationId xmlns:a16="http://schemas.microsoft.com/office/drawing/2014/main" id="{CB9CC5A1-9C10-72AE-840B-4DE1776C6DE6}"/>
                </a:ext>
              </a:extLst>
            </p:cNvPr>
            <p:cNvSpPr/>
            <p:nvPr/>
          </p:nvSpPr>
          <p:spPr>
            <a:xfrm>
              <a:off x="286424" y="2000050"/>
              <a:ext cx="23319" cy="18503"/>
            </a:xfrm>
            <a:custGeom>
              <a:avLst/>
              <a:gdLst>
                <a:gd name="connsiteX0" fmla="*/ 23319 w 23319"/>
                <a:gd name="connsiteY0" fmla="*/ 9252 h 18503"/>
                <a:gd name="connsiteX1" fmla="*/ 11660 w 23319"/>
                <a:gd name="connsiteY1" fmla="*/ 18504 h 18503"/>
                <a:gd name="connsiteX2" fmla="*/ 0 w 23319"/>
                <a:gd name="connsiteY2" fmla="*/ 9252 h 18503"/>
                <a:gd name="connsiteX3" fmla="*/ 11660 w 23319"/>
                <a:gd name="connsiteY3" fmla="*/ 0 h 18503"/>
                <a:gd name="connsiteX4" fmla="*/ 23319 w 23319"/>
                <a:gd name="connsiteY4" fmla="*/ 9252 h 18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319" h="18503">
                  <a:moveTo>
                    <a:pt x="23319" y="9252"/>
                  </a:moveTo>
                  <a:cubicBezTo>
                    <a:pt x="23319" y="14321"/>
                    <a:pt x="18123" y="18504"/>
                    <a:pt x="11660" y="18504"/>
                  </a:cubicBezTo>
                  <a:cubicBezTo>
                    <a:pt x="5196" y="18504"/>
                    <a:pt x="0" y="14321"/>
                    <a:pt x="0" y="9252"/>
                  </a:cubicBezTo>
                  <a:cubicBezTo>
                    <a:pt x="0" y="4182"/>
                    <a:pt x="5196" y="0"/>
                    <a:pt x="11660" y="0"/>
                  </a:cubicBezTo>
                  <a:cubicBezTo>
                    <a:pt x="18123" y="0"/>
                    <a:pt x="23319" y="4182"/>
                    <a:pt x="23319" y="925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93" name="Freeform: Shape 5792">
              <a:extLst>
                <a:ext uri="{FF2B5EF4-FFF2-40B4-BE49-F238E27FC236}">
                  <a16:creationId xmlns:a16="http://schemas.microsoft.com/office/drawing/2014/main" id="{8F51469F-8B05-17A4-B998-002B335C7290}"/>
                </a:ext>
              </a:extLst>
            </p:cNvPr>
            <p:cNvSpPr/>
            <p:nvPr/>
          </p:nvSpPr>
          <p:spPr>
            <a:xfrm>
              <a:off x="326726" y="1901323"/>
              <a:ext cx="22558" cy="17869"/>
            </a:xfrm>
            <a:custGeom>
              <a:avLst/>
              <a:gdLst>
                <a:gd name="connsiteX0" fmla="*/ 22559 w 22558"/>
                <a:gd name="connsiteY0" fmla="*/ 8871 h 17869"/>
                <a:gd name="connsiteX1" fmla="*/ 11279 w 22558"/>
                <a:gd name="connsiteY1" fmla="*/ 17870 h 17869"/>
                <a:gd name="connsiteX2" fmla="*/ 0 w 22558"/>
                <a:gd name="connsiteY2" fmla="*/ 8871 h 17869"/>
                <a:gd name="connsiteX3" fmla="*/ 11279 w 22558"/>
                <a:gd name="connsiteY3" fmla="*/ 0 h 17869"/>
                <a:gd name="connsiteX4" fmla="*/ 22559 w 22558"/>
                <a:gd name="connsiteY4" fmla="*/ 8871 h 1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8" h="17869">
                  <a:moveTo>
                    <a:pt x="22559" y="8871"/>
                  </a:moveTo>
                  <a:cubicBezTo>
                    <a:pt x="22559" y="13814"/>
                    <a:pt x="17490" y="17870"/>
                    <a:pt x="11279" y="17870"/>
                  </a:cubicBezTo>
                  <a:cubicBezTo>
                    <a:pt x="5069" y="17870"/>
                    <a:pt x="0" y="13814"/>
                    <a:pt x="0" y="8871"/>
                  </a:cubicBezTo>
                  <a:cubicBezTo>
                    <a:pt x="0" y="3929"/>
                    <a:pt x="5069" y="0"/>
                    <a:pt x="11279" y="0"/>
                  </a:cubicBezTo>
                  <a:cubicBezTo>
                    <a:pt x="17490" y="0"/>
                    <a:pt x="22559" y="4055"/>
                    <a:pt x="22559" y="887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94" name="Freeform: Shape 5793">
              <a:extLst>
                <a:ext uri="{FF2B5EF4-FFF2-40B4-BE49-F238E27FC236}">
                  <a16:creationId xmlns:a16="http://schemas.microsoft.com/office/drawing/2014/main" id="{C83F27C1-7B4D-7443-BAD9-A21456D125BC}"/>
                </a:ext>
              </a:extLst>
            </p:cNvPr>
            <p:cNvSpPr/>
            <p:nvPr/>
          </p:nvSpPr>
          <p:spPr>
            <a:xfrm>
              <a:off x="370070" y="1803483"/>
              <a:ext cx="21291" cy="16855"/>
            </a:xfrm>
            <a:custGeom>
              <a:avLst/>
              <a:gdLst>
                <a:gd name="connsiteX0" fmla="*/ 21292 w 21291"/>
                <a:gd name="connsiteY0" fmla="*/ 8491 h 16855"/>
                <a:gd name="connsiteX1" fmla="*/ 10646 w 21291"/>
                <a:gd name="connsiteY1" fmla="*/ 16856 h 16855"/>
                <a:gd name="connsiteX2" fmla="*/ 0 w 21291"/>
                <a:gd name="connsiteY2" fmla="*/ 8491 h 16855"/>
                <a:gd name="connsiteX3" fmla="*/ 10646 w 21291"/>
                <a:gd name="connsiteY3" fmla="*/ 0 h 16855"/>
                <a:gd name="connsiteX4" fmla="*/ 21292 w 21291"/>
                <a:gd name="connsiteY4" fmla="*/ 8491 h 16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291" h="16855">
                  <a:moveTo>
                    <a:pt x="21292" y="8491"/>
                  </a:moveTo>
                  <a:cubicBezTo>
                    <a:pt x="21292" y="13180"/>
                    <a:pt x="16602" y="16856"/>
                    <a:pt x="10646" y="16856"/>
                  </a:cubicBezTo>
                  <a:cubicBezTo>
                    <a:pt x="4689" y="16856"/>
                    <a:pt x="0" y="13054"/>
                    <a:pt x="0" y="8491"/>
                  </a:cubicBezTo>
                  <a:cubicBezTo>
                    <a:pt x="0" y="3929"/>
                    <a:pt x="4816" y="0"/>
                    <a:pt x="10646" y="0"/>
                  </a:cubicBezTo>
                  <a:cubicBezTo>
                    <a:pt x="16476" y="0"/>
                    <a:pt x="21292" y="3802"/>
                    <a:pt x="21292" y="84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95" name="Freeform: Shape 5794">
              <a:extLst>
                <a:ext uri="{FF2B5EF4-FFF2-40B4-BE49-F238E27FC236}">
                  <a16:creationId xmlns:a16="http://schemas.microsoft.com/office/drawing/2014/main" id="{D05A6FC3-5E02-9F1D-A31C-9E46D1F0AA8C}"/>
                </a:ext>
              </a:extLst>
            </p:cNvPr>
            <p:cNvSpPr/>
            <p:nvPr/>
          </p:nvSpPr>
          <p:spPr>
            <a:xfrm>
              <a:off x="415948" y="1706276"/>
              <a:ext cx="20277" cy="16222"/>
            </a:xfrm>
            <a:custGeom>
              <a:avLst/>
              <a:gdLst>
                <a:gd name="connsiteX0" fmla="*/ 20278 w 20277"/>
                <a:gd name="connsiteY0" fmla="*/ 8111 h 16222"/>
                <a:gd name="connsiteX1" fmla="*/ 10139 w 20277"/>
                <a:gd name="connsiteY1" fmla="*/ 16222 h 16222"/>
                <a:gd name="connsiteX2" fmla="*/ 0 w 20277"/>
                <a:gd name="connsiteY2" fmla="*/ 8111 h 16222"/>
                <a:gd name="connsiteX3" fmla="*/ 10139 w 20277"/>
                <a:gd name="connsiteY3" fmla="*/ 0 h 16222"/>
                <a:gd name="connsiteX4" fmla="*/ 20278 w 20277"/>
                <a:gd name="connsiteY4" fmla="*/ 8111 h 1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277" h="16222">
                  <a:moveTo>
                    <a:pt x="20278" y="8111"/>
                  </a:moveTo>
                  <a:cubicBezTo>
                    <a:pt x="20278" y="12547"/>
                    <a:pt x="15715" y="16222"/>
                    <a:pt x="10139" y="16222"/>
                  </a:cubicBezTo>
                  <a:cubicBezTo>
                    <a:pt x="4563" y="16222"/>
                    <a:pt x="0" y="12547"/>
                    <a:pt x="0" y="8111"/>
                  </a:cubicBezTo>
                  <a:cubicBezTo>
                    <a:pt x="0" y="3675"/>
                    <a:pt x="4563" y="0"/>
                    <a:pt x="10139" y="0"/>
                  </a:cubicBezTo>
                  <a:cubicBezTo>
                    <a:pt x="15715" y="0"/>
                    <a:pt x="20278" y="3675"/>
                    <a:pt x="20278" y="811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96" name="Freeform: Shape 5795">
              <a:extLst>
                <a:ext uri="{FF2B5EF4-FFF2-40B4-BE49-F238E27FC236}">
                  <a16:creationId xmlns:a16="http://schemas.microsoft.com/office/drawing/2014/main" id="{779B7521-FF7A-D805-983E-D6660A6564A6}"/>
                </a:ext>
              </a:extLst>
            </p:cNvPr>
            <p:cNvSpPr/>
            <p:nvPr/>
          </p:nvSpPr>
          <p:spPr>
            <a:xfrm>
              <a:off x="464488" y="1609957"/>
              <a:ext cx="18883" cy="14954"/>
            </a:xfrm>
            <a:custGeom>
              <a:avLst/>
              <a:gdLst>
                <a:gd name="connsiteX0" fmla="*/ 18884 w 18883"/>
                <a:gd name="connsiteY0" fmla="*/ 7477 h 14954"/>
                <a:gd name="connsiteX1" fmla="*/ 9505 w 18883"/>
                <a:gd name="connsiteY1" fmla="*/ 14955 h 14954"/>
                <a:gd name="connsiteX2" fmla="*/ 0 w 18883"/>
                <a:gd name="connsiteY2" fmla="*/ 7477 h 14954"/>
                <a:gd name="connsiteX3" fmla="*/ 9505 w 18883"/>
                <a:gd name="connsiteY3" fmla="*/ 0 h 14954"/>
                <a:gd name="connsiteX4" fmla="*/ 18884 w 18883"/>
                <a:gd name="connsiteY4" fmla="*/ 7477 h 14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83" h="14954">
                  <a:moveTo>
                    <a:pt x="18884" y="7477"/>
                  </a:moveTo>
                  <a:cubicBezTo>
                    <a:pt x="18884" y="11660"/>
                    <a:pt x="14701" y="14955"/>
                    <a:pt x="9505" y="14955"/>
                  </a:cubicBezTo>
                  <a:cubicBezTo>
                    <a:pt x="4309" y="14955"/>
                    <a:pt x="0" y="11660"/>
                    <a:pt x="0" y="7477"/>
                  </a:cubicBezTo>
                  <a:cubicBezTo>
                    <a:pt x="0" y="3295"/>
                    <a:pt x="4182" y="0"/>
                    <a:pt x="9505" y="0"/>
                  </a:cubicBezTo>
                  <a:cubicBezTo>
                    <a:pt x="14828" y="0"/>
                    <a:pt x="18884" y="3295"/>
                    <a:pt x="18884" y="747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97" name="Freeform: Shape 5796">
              <a:extLst>
                <a:ext uri="{FF2B5EF4-FFF2-40B4-BE49-F238E27FC236}">
                  <a16:creationId xmlns:a16="http://schemas.microsoft.com/office/drawing/2014/main" id="{303D859C-B92D-8F90-5F63-B98FADA763C4}"/>
                </a:ext>
              </a:extLst>
            </p:cNvPr>
            <p:cNvSpPr/>
            <p:nvPr/>
          </p:nvSpPr>
          <p:spPr>
            <a:xfrm>
              <a:off x="515309" y="1514271"/>
              <a:ext cx="18249" cy="14447"/>
            </a:xfrm>
            <a:custGeom>
              <a:avLst/>
              <a:gdLst>
                <a:gd name="connsiteX0" fmla="*/ 18250 w 18249"/>
                <a:gd name="connsiteY0" fmla="*/ 7224 h 14447"/>
                <a:gd name="connsiteX1" fmla="*/ 9125 w 18249"/>
                <a:gd name="connsiteY1" fmla="*/ 14448 h 14447"/>
                <a:gd name="connsiteX2" fmla="*/ 0 w 18249"/>
                <a:gd name="connsiteY2" fmla="*/ 7224 h 14447"/>
                <a:gd name="connsiteX3" fmla="*/ 9125 w 18249"/>
                <a:gd name="connsiteY3" fmla="*/ 0 h 14447"/>
                <a:gd name="connsiteX4" fmla="*/ 18250 w 18249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49" h="14447">
                  <a:moveTo>
                    <a:pt x="18250" y="7224"/>
                  </a:moveTo>
                  <a:cubicBezTo>
                    <a:pt x="18250" y="11153"/>
                    <a:pt x="14194" y="14448"/>
                    <a:pt x="9125" y="14448"/>
                  </a:cubicBezTo>
                  <a:cubicBezTo>
                    <a:pt x="4056" y="14448"/>
                    <a:pt x="0" y="11153"/>
                    <a:pt x="0" y="7224"/>
                  </a:cubicBezTo>
                  <a:cubicBezTo>
                    <a:pt x="0" y="3295"/>
                    <a:pt x="4056" y="0"/>
                    <a:pt x="9125" y="0"/>
                  </a:cubicBezTo>
                  <a:cubicBezTo>
                    <a:pt x="14194" y="0"/>
                    <a:pt x="18250" y="3295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98" name="Freeform: Shape 5797">
              <a:extLst>
                <a:ext uri="{FF2B5EF4-FFF2-40B4-BE49-F238E27FC236}">
                  <a16:creationId xmlns:a16="http://schemas.microsoft.com/office/drawing/2014/main" id="{42BAF31F-773A-4071-A5F5-65CCFE2CDDD9}"/>
                </a:ext>
              </a:extLst>
            </p:cNvPr>
            <p:cNvSpPr/>
            <p:nvPr/>
          </p:nvSpPr>
          <p:spPr>
            <a:xfrm>
              <a:off x="568665" y="1419473"/>
              <a:ext cx="17489" cy="13940"/>
            </a:xfrm>
            <a:custGeom>
              <a:avLst/>
              <a:gdLst>
                <a:gd name="connsiteX0" fmla="*/ 17490 w 17489"/>
                <a:gd name="connsiteY0" fmla="*/ 6970 h 13940"/>
                <a:gd name="connsiteX1" fmla="*/ 8745 w 17489"/>
                <a:gd name="connsiteY1" fmla="*/ 13941 h 13940"/>
                <a:gd name="connsiteX2" fmla="*/ 0 w 17489"/>
                <a:gd name="connsiteY2" fmla="*/ 6970 h 13940"/>
                <a:gd name="connsiteX3" fmla="*/ 8745 w 17489"/>
                <a:gd name="connsiteY3" fmla="*/ 0 h 13940"/>
                <a:gd name="connsiteX4" fmla="*/ 17490 w 17489"/>
                <a:gd name="connsiteY4" fmla="*/ 6970 h 13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89" h="13940">
                  <a:moveTo>
                    <a:pt x="17490" y="6970"/>
                  </a:moveTo>
                  <a:cubicBezTo>
                    <a:pt x="17490" y="10773"/>
                    <a:pt x="13561" y="13941"/>
                    <a:pt x="8745" y="13941"/>
                  </a:cubicBezTo>
                  <a:cubicBezTo>
                    <a:pt x="3929" y="13941"/>
                    <a:pt x="0" y="10899"/>
                    <a:pt x="0" y="6970"/>
                  </a:cubicBezTo>
                  <a:cubicBezTo>
                    <a:pt x="0" y="3042"/>
                    <a:pt x="3929" y="0"/>
                    <a:pt x="8745" y="0"/>
                  </a:cubicBezTo>
                  <a:cubicBezTo>
                    <a:pt x="13561" y="0"/>
                    <a:pt x="17490" y="3168"/>
                    <a:pt x="17490" y="69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99" name="Freeform: Shape 5798">
              <a:extLst>
                <a:ext uri="{FF2B5EF4-FFF2-40B4-BE49-F238E27FC236}">
                  <a16:creationId xmlns:a16="http://schemas.microsoft.com/office/drawing/2014/main" id="{91FEF658-60F2-7E87-F6F8-D45B8C368D53}"/>
                </a:ext>
              </a:extLst>
            </p:cNvPr>
            <p:cNvSpPr/>
            <p:nvPr/>
          </p:nvSpPr>
          <p:spPr>
            <a:xfrm>
              <a:off x="625062" y="1325942"/>
              <a:ext cx="15968" cy="12673"/>
            </a:xfrm>
            <a:custGeom>
              <a:avLst/>
              <a:gdLst>
                <a:gd name="connsiteX0" fmla="*/ 15969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9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9" y="6337"/>
                  </a:moveTo>
                  <a:cubicBezTo>
                    <a:pt x="15969" y="9885"/>
                    <a:pt x="12420" y="12674"/>
                    <a:pt x="7984" y="12674"/>
                  </a:cubicBezTo>
                  <a:cubicBezTo>
                    <a:pt x="3549" y="12674"/>
                    <a:pt x="0" y="9885"/>
                    <a:pt x="0" y="6337"/>
                  </a:cubicBezTo>
                  <a:cubicBezTo>
                    <a:pt x="0" y="2788"/>
                    <a:pt x="3549" y="0"/>
                    <a:pt x="7984" y="0"/>
                  </a:cubicBezTo>
                  <a:cubicBezTo>
                    <a:pt x="12420" y="0"/>
                    <a:pt x="15969" y="2788"/>
                    <a:pt x="15969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00" name="Freeform: Shape 5799">
              <a:extLst>
                <a:ext uri="{FF2B5EF4-FFF2-40B4-BE49-F238E27FC236}">
                  <a16:creationId xmlns:a16="http://schemas.microsoft.com/office/drawing/2014/main" id="{8330192C-9EB7-0059-8825-CB9AF113EEDA}"/>
                </a:ext>
              </a:extLst>
            </p:cNvPr>
            <p:cNvSpPr/>
            <p:nvPr/>
          </p:nvSpPr>
          <p:spPr>
            <a:xfrm>
              <a:off x="683614" y="1232917"/>
              <a:ext cx="15208" cy="12166"/>
            </a:xfrm>
            <a:custGeom>
              <a:avLst/>
              <a:gdLst>
                <a:gd name="connsiteX0" fmla="*/ 15208 w 15208"/>
                <a:gd name="connsiteY0" fmla="*/ 6083 h 12166"/>
                <a:gd name="connsiteX1" fmla="*/ 7604 w 15208"/>
                <a:gd name="connsiteY1" fmla="*/ 12167 h 12166"/>
                <a:gd name="connsiteX2" fmla="*/ 0 w 15208"/>
                <a:gd name="connsiteY2" fmla="*/ 6083 h 12166"/>
                <a:gd name="connsiteX3" fmla="*/ 7604 w 15208"/>
                <a:gd name="connsiteY3" fmla="*/ 0 h 12166"/>
                <a:gd name="connsiteX4" fmla="*/ 15208 w 15208"/>
                <a:gd name="connsiteY4" fmla="*/ 6083 h 1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08" h="12166">
                  <a:moveTo>
                    <a:pt x="15208" y="6083"/>
                  </a:moveTo>
                  <a:cubicBezTo>
                    <a:pt x="15208" y="9378"/>
                    <a:pt x="11786" y="12167"/>
                    <a:pt x="7604" y="12167"/>
                  </a:cubicBezTo>
                  <a:cubicBezTo>
                    <a:pt x="3422" y="12167"/>
                    <a:pt x="0" y="9505"/>
                    <a:pt x="0" y="6083"/>
                  </a:cubicBezTo>
                  <a:cubicBezTo>
                    <a:pt x="0" y="2661"/>
                    <a:pt x="3422" y="0"/>
                    <a:pt x="7604" y="0"/>
                  </a:cubicBezTo>
                  <a:cubicBezTo>
                    <a:pt x="11786" y="0"/>
                    <a:pt x="15208" y="2788"/>
                    <a:pt x="15208" y="60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01" name="Freeform: Shape 5800">
              <a:extLst>
                <a:ext uri="{FF2B5EF4-FFF2-40B4-BE49-F238E27FC236}">
                  <a16:creationId xmlns:a16="http://schemas.microsoft.com/office/drawing/2014/main" id="{10A3A5CB-C60E-0722-D29B-9454A52819D9}"/>
                </a:ext>
              </a:extLst>
            </p:cNvPr>
            <p:cNvSpPr/>
            <p:nvPr/>
          </p:nvSpPr>
          <p:spPr>
            <a:xfrm>
              <a:off x="744701" y="1141034"/>
              <a:ext cx="14447" cy="11532"/>
            </a:xfrm>
            <a:custGeom>
              <a:avLst/>
              <a:gdLst>
                <a:gd name="connsiteX0" fmla="*/ 14448 w 14447"/>
                <a:gd name="connsiteY0" fmla="*/ 5830 h 11532"/>
                <a:gd name="connsiteX1" fmla="*/ 7224 w 14447"/>
                <a:gd name="connsiteY1" fmla="*/ 11533 h 11532"/>
                <a:gd name="connsiteX2" fmla="*/ 0 w 14447"/>
                <a:gd name="connsiteY2" fmla="*/ 5830 h 11532"/>
                <a:gd name="connsiteX3" fmla="*/ 7224 w 14447"/>
                <a:gd name="connsiteY3" fmla="*/ 0 h 11532"/>
                <a:gd name="connsiteX4" fmla="*/ 14448 w 14447"/>
                <a:gd name="connsiteY4" fmla="*/ 5830 h 11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47" h="11532">
                  <a:moveTo>
                    <a:pt x="14448" y="5830"/>
                  </a:moveTo>
                  <a:cubicBezTo>
                    <a:pt x="14448" y="8998"/>
                    <a:pt x="11280" y="11533"/>
                    <a:pt x="7224" y="11533"/>
                  </a:cubicBezTo>
                  <a:cubicBezTo>
                    <a:pt x="3168" y="11533"/>
                    <a:pt x="0" y="8998"/>
                    <a:pt x="0" y="5830"/>
                  </a:cubicBezTo>
                  <a:cubicBezTo>
                    <a:pt x="0" y="2661"/>
                    <a:pt x="3295" y="0"/>
                    <a:pt x="7224" y="0"/>
                  </a:cubicBezTo>
                  <a:cubicBezTo>
                    <a:pt x="11153" y="0"/>
                    <a:pt x="14448" y="2535"/>
                    <a:pt x="14448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02" name="Freeform: Shape 5801">
              <a:extLst>
                <a:ext uri="{FF2B5EF4-FFF2-40B4-BE49-F238E27FC236}">
                  <a16:creationId xmlns:a16="http://schemas.microsoft.com/office/drawing/2014/main" id="{6130D4AD-0904-B87C-C898-758ADC70E5E7}"/>
                </a:ext>
              </a:extLst>
            </p:cNvPr>
            <p:cNvSpPr/>
            <p:nvPr/>
          </p:nvSpPr>
          <p:spPr>
            <a:xfrm>
              <a:off x="808196" y="1050291"/>
              <a:ext cx="13687" cy="10899"/>
            </a:xfrm>
            <a:custGeom>
              <a:avLst/>
              <a:gdLst>
                <a:gd name="connsiteX0" fmla="*/ 13687 w 13687"/>
                <a:gd name="connsiteY0" fmla="*/ 5450 h 10899"/>
                <a:gd name="connsiteX1" fmla="*/ 6844 w 13687"/>
                <a:gd name="connsiteY1" fmla="*/ 10899 h 10899"/>
                <a:gd name="connsiteX2" fmla="*/ 0 w 13687"/>
                <a:gd name="connsiteY2" fmla="*/ 5450 h 10899"/>
                <a:gd name="connsiteX3" fmla="*/ 6844 w 13687"/>
                <a:gd name="connsiteY3" fmla="*/ 0 h 10899"/>
                <a:gd name="connsiteX4" fmla="*/ 13687 w 13687"/>
                <a:gd name="connsiteY4" fmla="*/ 5450 h 10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87" h="10899">
                  <a:moveTo>
                    <a:pt x="13687" y="5450"/>
                  </a:moveTo>
                  <a:cubicBezTo>
                    <a:pt x="13687" y="8491"/>
                    <a:pt x="10519" y="10899"/>
                    <a:pt x="6844" y="10899"/>
                  </a:cubicBezTo>
                  <a:cubicBezTo>
                    <a:pt x="3168" y="10899"/>
                    <a:pt x="0" y="8491"/>
                    <a:pt x="0" y="5450"/>
                  </a:cubicBezTo>
                  <a:cubicBezTo>
                    <a:pt x="0" y="2408"/>
                    <a:pt x="3042" y="0"/>
                    <a:pt x="6844" y="0"/>
                  </a:cubicBezTo>
                  <a:cubicBezTo>
                    <a:pt x="10646" y="0"/>
                    <a:pt x="13687" y="2408"/>
                    <a:pt x="13687" y="545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03" name="Freeform: Shape 5802">
              <a:extLst>
                <a:ext uri="{FF2B5EF4-FFF2-40B4-BE49-F238E27FC236}">
                  <a16:creationId xmlns:a16="http://schemas.microsoft.com/office/drawing/2014/main" id="{5973DC89-90D9-BDAD-7603-B6DE0E734EC3}"/>
                </a:ext>
              </a:extLst>
            </p:cNvPr>
            <p:cNvSpPr/>
            <p:nvPr/>
          </p:nvSpPr>
          <p:spPr>
            <a:xfrm>
              <a:off x="874352" y="960815"/>
              <a:ext cx="12420" cy="9758"/>
            </a:xfrm>
            <a:custGeom>
              <a:avLst/>
              <a:gdLst>
                <a:gd name="connsiteX0" fmla="*/ 12420 w 12420"/>
                <a:gd name="connsiteY0" fmla="*/ 4816 h 9758"/>
                <a:gd name="connsiteX1" fmla="*/ 6210 w 12420"/>
                <a:gd name="connsiteY1" fmla="*/ 9759 h 9758"/>
                <a:gd name="connsiteX2" fmla="*/ 0 w 12420"/>
                <a:gd name="connsiteY2" fmla="*/ 4816 h 9758"/>
                <a:gd name="connsiteX3" fmla="*/ 6210 w 12420"/>
                <a:gd name="connsiteY3" fmla="*/ 0 h 9758"/>
                <a:gd name="connsiteX4" fmla="*/ 12420 w 12420"/>
                <a:gd name="connsiteY4" fmla="*/ 4816 h 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20" h="9758">
                  <a:moveTo>
                    <a:pt x="12420" y="4816"/>
                  </a:moveTo>
                  <a:lnTo>
                    <a:pt x="6210" y="9759"/>
                  </a:lnTo>
                  <a:lnTo>
                    <a:pt x="0" y="4816"/>
                  </a:lnTo>
                  <a:lnTo>
                    <a:pt x="6210" y="0"/>
                  </a:lnTo>
                  <a:lnTo>
                    <a:pt x="12420" y="481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04" name="Freeform: Shape 5803">
              <a:extLst>
                <a:ext uri="{FF2B5EF4-FFF2-40B4-BE49-F238E27FC236}">
                  <a16:creationId xmlns:a16="http://schemas.microsoft.com/office/drawing/2014/main" id="{1D81B6B8-6278-A453-3859-3EF256E06A2B}"/>
                </a:ext>
              </a:extLst>
            </p:cNvPr>
            <p:cNvSpPr/>
            <p:nvPr/>
          </p:nvSpPr>
          <p:spPr>
            <a:xfrm>
              <a:off x="942789" y="872100"/>
              <a:ext cx="11533" cy="9251"/>
            </a:xfrm>
            <a:custGeom>
              <a:avLst/>
              <a:gdLst>
                <a:gd name="connsiteX0" fmla="*/ 11533 w 11533"/>
                <a:gd name="connsiteY0" fmla="*/ 4563 h 9251"/>
                <a:gd name="connsiteX1" fmla="*/ 5703 w 11533"/>
                <a:gd name="connsiteY1" fmla="*/ 9252 h 9251"/>
                <a:gd name="connsiteX2" fmla="*/ 0 w 11533"/>
                <a:gd name="connsiteY2" fmla="*/ 4563 h 9251"/>
                <a:gd name="connsiteX3" fmla="*/ 5703 w 11533"/>
                <a:gd name="connsiteY3" fmla="*/ 0 h 9251"/>
                <a:gd name="connsiteX4" fmla="*/ 11533 w 11533"/>
                <a:gd name="connsiteY4" fmla="*/ 4563 h 9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33" h="9251">
                  <a:moveTo>
                    <a:pt x="11533" y="4563"/>
                  </a:moveTo>
                  <a:lnTo>
                    <a:pt x="5703" y="9252"/>
                  </a:lnTo>
                  <a:lnTo>
                    <a:pt x="0" y="4563"/>
                  </a:lnTo>
                  <a:lnTo>
                    <a:pt x="5703" y="0"/>
                  </a:lnTo>
                  <a:lnTo>
                    <a:pt x="11533" y="456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05" name="Freeform: Shape 5804">
              <a:extLst>
                <a:ext uri="{FF2B5EF4-FFF2-40B4-BE49-F238E27FC236}">
                  <a16:creationId xmlns:a16="http://schemas.microsoft.com/office/drawing/2014/main" id="{BF781E65-5742-B468-6BD2-AB5C94129E1F}"/>
                </a:ext>
              </a:extLst>
            </p:cNvPr>
            <p:cNvSpPr/>
            <p:nvPr/>
          </p:nvSpPr>
          <p:spPr>
            <a:xfrm>
              <a:off x="1013761" y="784906"/>
              <a:ext cx="10265" cy="8111"/>
            </a:xfrm>
            <a:custGeom>
              <a:avLst/>
              <a:gdLst>
                <a:gd name="connsiteX0" fmla="*/ 10266 w 10265"/>
                <a:gd name="connsiteY0" fmla="*/ 4056 h 8111"/>
                <a:gd name="connsiteX1" fmla="*/ 5069 w 10265"/>
                <a:gd name="connsiteY1" fmla="*/ 8111 h 8111"/>
                <a:gd name="connsiteX2" fmla="*/ 0 w 10265"/>
                <a:gd name="connsiteY2" fmla="*/ 4056 h 8111"/>
                <a:gd name="connsiteX3" fmla="*/ 5069 w 10265"/>
                <a:gd name="connsiteY3" fmla="*/ 0 h 8111"/>
                <a:gd name="connsiteX4" fmla="*/ 10266 w 10265"/>
                <a:gd name="connsiteY4" fmla="*/ 4056 h 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5" h="8111">
                  <a:moveTo>
                    <a:pt x="10266" y="4056"/>
                  </a:moveTo>
                  <a:lnTo>
                    <a:pt x="5069" y="8111"/>
                  </a:lnTo>
                  <a:lnTo>
                    <a:pt x="0" y="4056"/>
                  </a:lnTo>
                  <a:lnTo>
                    <a:pt x="5069" y="0"/>
                  </a:lnTo>
                  <a:lnTo>
                    <a:pt x="10266" y="405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06" name="Freeform: Shape 5805">
              <a:extLst>
                <a:ext uri="{FF2B5EF4-FFF2-40B4-BE49-F238E27FC236}">
                  <a16:creationId xmlns:a16="http://schemas.microsoft.com/office/drawing/2014/main" id="{E75C4A9A-5C2E-D962-614B-CA8218AD4F1C}"/>
                </a:ext>
              </a:extLst>
            </p:cNvPr>
            <p:cNvSpPr/>
            <p:nvPr/>
          </p:nvSpPr>
          <p:spPr>
            <a:xfrm>
              <a:off x="1087268" y="698979"/>
              <a:ext cx="8618" cy="6843"/>
            </a:xfrm>
            <a:custGeom>
              <a:avLst/>
              <a:gdLst>
                <a:gd name="connsiteX0" fmla="*/ 8618 w 8618"/>
                <a:gd name="connsiteY0" fmla="*/ 3422 h 6843"/>
                <a:gd name="connsiteX1" fmla="*/ 4309 w 8618"/>
                <a:gd name="connsiteY1" fmla="*/ 6844 h 6843"/>
                <a:gd name="connsiteX2" fmla="*/ 0 w 8618"/>
                <a:gd name="connsiteY2" fmla="*/ 3422 h 6843"/>
                <a:gd name="connsiteX3" fmla="*/ 4309 w 8618"/>
                <a:gd name="connsiteY3" fmla="*/ 0 h 6843"/>
                <a:gd name="connsiteX4" fmla="*/ 8618 w 8618"/>
                <a:gd name="connsiteY4" fmla="*/ 3422 h 6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8" h="6843">
                  <a:moveTo>
                    <a:pt x="8618" y="3422"/>
                  </a:moveTo>
                  <a:lnTo>
                    <a:pt x="4309" y="6844"/>
                  </a:lnTo>
                  <a:lnTo>
                    <a:pt x="0" y="3422"/>
                  </a:lnTo>
                  <a:lnTo>
                    <a:pt x="4309" y="0"/>
                  </a:lnTo>
                  <a:lnTo>
                    <a:pt x="8618" y="342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07" name="Freeform: Shape 5806">
              <a:extLst>
                <a:ext uri="{FF2B5EF4-FFF2-40B4-BE49-F238E27FC236}">
                  <a16:creationId xmlns:a16="http://schemas.microsoft.com/office/drawing/2014/main" id="{D3278B64-C3DB-8E71-9CCC-372B79E87665}"/>
                </a:ext>
              </a:extLst>
            </p:cNvPr>
            <p:cNvSpPr/>
            <p:nvPr/>
          </p:nvSpPr>
          <p:spPr>
            <a:xfrm>
              <a:off x="1162550" y="613939"/>
              <a:ext cx="7984" cy="6336"/>
            </a:xfrm>
            <a:custGeom>
              <a:avLst/>
              <a:gdLst>
                <a:gd name="connsiteX0" fmla="*/ 7984 w 7984"/>
                <a:gd name="connsiteY0" fmla="*/ 3168 h 6336"/>
                <a:gd name="connsiteX1" fmla="*/ 4056 w 7984"/>
                <a:gd name="connsiteY1" fmla="*/ 6337 h 6336"/>
                <a:gd name="connsiteX2" fmla="*/ 0 w 7984"/>
                <a:gd name="connsiteY2" fmla="*/ 3168 h 6336"/>
                <a:gd name="connsiteX3" fmla="*/ 4056 w 7984"/>
                <a:gd name="connsiteY3" fmla="*/ 0 h 6336"/>
                <a:gd name="connsiteX4" fmla="*/ 7984 w 7984"/>
                <a:gd name="connsiteY4" fmla="*/ 3168 h 6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84" h="6336">
                  <a:moveTo>
                    <a:pt x="7984" y="3168"/>
                  </a:moveTo>
                  <a:lnTo>
                    <a:pt x="4056" y="6337"/>
                  </a:lnTo>
                  <a:lnTo>
                    <a:pt x="0" y="3168"/>
                  </a:lnTo>
                  <a:lnTo>
                    <a:pt x="4056" y="0"/>
                  </a:lnTo>
                  <a:lnTo>
                    <a:pt x="7984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08" name="Freeform: Shape 5807">
              <a:extLst>
                <a:ext uri="{FF2B5EF4-FFF2-40B4-BE49-F238E27FC236}">
                  <a16:creationId xmlns:a16="http://schemas.microsoft.com/office/drawing/2014/main" id="{6613AF92-837D-5498-197C-3D8A59574915}"/>
                </a:ext>
              </a:extLst>
            </p:cNvPr>
            <p:cNvSpPr/>
            <p:nvPr/>
          </p:nvSpPr>
          <p:spPr>
            <a:xfrm>
              <a:off x="1240619" y="530547"/>
              <a:ext cx="6463" cy="5196"/>
            </a:xfrm>
            <a:custGeom>
              <a:avLst/>
              <a:gdLst>
                <a:gd name="connsiteX0" fmla="*/ 6464 w 6463"/>
                <a:gd name="connsiteY0" fmla="*/ 2535 h 5196"/>
                <a:gd name="connsiteX1" fmla="*/ 3295 w 6463"/>
                <a:gd name="connsiteY1" fmla="*/ 5196 h 5196"/>
                <a:gd name="connsiteX2" fmla="*/ 0 w 6463"/>
                <a:gd name="connsiteY2" fmla="*/ 2535 h 5196"/>
                <a:gd name="connsiteX3" fmla="*/ 3295 w 6463"/>
                <a:gd name="connsiteY3" fmla="*/ 0 h 5196"/>
                <a:gd name="connsiteX4" fmla="*/ 6464 w 6463"/>
                <a:gd name="connsiteY4" fmla="*/ 2535 h 5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196">
                  <a:moveTo>
                    <a:pt x="6464" y="2535"/>
                  </a:moveTo>
                  <a:lnTo>
                    <a:pt x="3295" y="5196"/>
                  </a:lnTo>
                  <a:lnTo>
                    <a:pt x="0" y="2535"/>
                  </a:lnTo>
                  <a:lnTo>
                    <a:pt x="3295" y="0"/>
                  </a:lnTo>
                  <a:lnTo>
                    <a:pt x="6464" y="253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09" name="Freeform: Shape 5808">
              <a:extLst>
                <a:ext uri="{FF2B5EF4-FFF2-40B4-BE49-F238E27FC236}">
                  <a16:creationId xmlns:a16="http://schemas.microsoft.com/office/drawing/2014/main" id="{9DBC488A-7150-AD2B-85DD-D108D85E6B47}"/>
                </a:ext>
              </a:extLst>
            </p:cNvPr>
            <p:cNvSpPr/>
            <p:nvPr/>
          </p:nvSpPr>
          <p:spPr>
            <a:xfrm>
              <a:off x="1320209" y="447915"/>
              <a:ext cx="6463" cy="5069"/>
            </a:xfrm>
            <a:custGeom>
              <a:avLst/>
              <a:gdLst>
                <a:gd name="connsiteX0" fmla="*/ 6464 w 6463"/>
                <a:gd name="connsiteY0" fmla="*/ 2535 h 5069"/>
                <a:gd name="connsiteX1" fmla="*/ 3168 w 6463"/>
                <a:gd name="connsiteY1" fmla="*/ 5069 h 5069"/>
                <a:gd name="connsiteX2" fmla="*/ 0 w 6463"/>
                <a:gd name="connsiteY2" fmla="*/ 2535 h 5069"/>
                <a:gd name="connsiteX3" fmla="*/ 3168 w 6463"/>
                <a:gd name="connsiteY3" fmla="*/ 0 h 5069"/>
                <a:gd name="connsiteX4" fmla="*/ 6464 w 6463"/>
                <a:gd name="connsiteY4" fmla="*/ 2535 h 5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069">
                  <a:moveTo>
                    <a:pt x="6464" y="2535"/>
                  </a:moveTo>
                  <a:lnTo>
                    <a:pt x="3168" y="5069"/>
                  </a:lnTo>
                  <a:lnTo>
                    <a:pt x="0" y="2535"/>
                  </a:lnTo>
                  <a:lnTo>
                    <a:pt x="3168" y="0"/>
                  </a:lnTo>
                  <a:lnTo>
                    <a:pt x="6464" y="253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10" name="Freeform: Shape 5809">
              <a:extLst>
                <a:ext uri="{FF2B5EF4-FFF2-40B4-BE49-F238E27FC236}">
                  <a16:creationId xmlns:a16="http://schemas.microsoft.com/office/drawing/2014/main" id="{30073032-3143-F18E-1282-1206C3FFBE91}"/>
                </a:ext>
              </a:extLst>
            </p:cNvPr>
            <p:cNvSpPr/>
            <p:nvPr/>
          </p:nvSpPr>
          <p:spPr>
            <a:xfrm>
              <a:off x="1402587" y="367057"/>
              <a:ext cx="5069" cy="4182"/>
            </a:xfrm>
            <a:custGeom>
              <a:avLst/>
              <a:gdLst>
                <a:gd name="connsiteX0" fmla="*/ 5069 w 5069"/>
                <a:gd name="connsiteY0" fmla="*/ 2028 h 4182"/>
                <a:gd name="connsiteX1" fmla="*/ 2535 w 5069"/>
                <a:gd name="connsiteY1" fmla="*/ 4182 h 4182"/>
                <a:gd name="connsiteX2" fmla="*/ 0 w 5069"/>
                <a:gd name="connsiteY2" fmla="*/ 2028 h 4182"/>
                <a:gd name="connsiteX3" fmla="*/ 2535 w 5069"/>
                <a:gd name="connsiteY3" fmla="*/ 0 h 4182"/>
                <a:gd name="connsiteX4" fmla="*/ 5069 w 5069"/>
                <a:gd name="connsiteY4" fmla="*/ 2028 h 4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9" h="4182">
                  <a:moveTo>
                    <a:pt x="5069" y="2028"/>
                  </a:moveTo>
                  <a:lnTo>
                    <a:pt x="2535" y="4182"/>
                  </a:lnTo>
                  <a:lnTo>
                    <a:pt x="0" y="2028"/>
                  </a:lnTo>
                  <a:lnTo>
                    <a:pt x="2535" y="0"/>
                  </a:lnTo>
                  <a:lnTo>
                    <a:pt x="5069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11" name="Freeform: Shape 5810">
              <a:extLst>
                <a:ext uri="{FF2B5EF4-FFF2-40B4-BE49-F238E27FC236}">
                  <a16:creationId xmlns:a16="http://schemas.microsoft.com/office/drawing/2014/main" id="{57BADF6D-B101-D32A-991B-2B57F5456781}"/>
                </a:ext>
              </a:extLst>
            </p:cNvPr>
            <p:cNvSpPr/>
            <p:nvPr/>
          </p:nvSpPr>
          <p:spPr>
            <a:xfrm>
              <a:off x="1487247" y="287847"/>
              <a:ext cx="3548" cy="2788"/>
            </a:xfrm>
            <a:custGeom>
              <a:avLst/>
              <a:gdLst>
                <a:gd name="connsiteX0" fmla="*/ 3549 w 3548"/>
                <a:gd name="connsiteY0" fmla="*/ 1394 h 2788"/>
                <a:gd name="connsiteX1" fmla="*/ 1774 w 3548"/>
                <a:gd name="connsiteY1" fmla="*/ 2788 h 2788"/>
                <a:gd name="connsiteX2" fmla="*/ 0 w 3548"/>
                <a:gd name="connsiteY2" fmla="*/ 1394 h 2788"/>
                <a:gd name="connsiteX3" fmla="*/ 1774 w 3548"/>
                <a:gd name="connsiteY3" fmla="*/ 0 h 2788"/>
                <a:gd name="connsiteX4" fmla="*/ 3549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9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9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12" name="Freeform: Shape 5811">
              <a:extLst>
                <a:ext uri="{FF2B5EF4-FFF2-40B4-BE49-F238E27FC236}">
                  <a16:creationId xmlns:a16="http://schemas.microsoft.com/office/drawing/2014/main" id="{8C9BF336-14E2-AC7E-5A16-E684AB87E332}"/>
                </a:ext>
              </a:extLst>
            </p:cNvPr>
            <p:cNvSpPr/>
            <p:nvPr/>
          </p:nvSpPr>
          <p:spPr>
            <a:xfrm>
              <a:off x="1573554" y="209651"/>
              <a:ext cx="3041" cy="2281"/>
            </a:xfrm>
            <a:custGeom>
              <a:avLst/>
              <a:gdLst>
                <a:gd name="connsiteX0" fmla="*/ 3042 w 3041"/>
                <a:gd name="connsiteY0" fmla="*/ 1141 h 2281"/>
                <a:gd name="connsiteX1" fmla="*/ 1521 w 3041"/>
                <a:gd name="connsiteY1" fmla="*/ 2281 h 2281"/>
                <a:gd name="connsiteX2" fmla="*/ 0 w 3041"/>
                <a:gd name="connsiteY2" fmla="*/ 1141 h 2281"/>
                <a:gd name="connsiteX3" fmla="*/ 1521 w 3041"/>
                <a:gd name="connsiteY3" fmla="*/ 0 h 2281"/>
                <a:gd name="connsiteX4" fmla="*/ 3042 w 3041"/>
                <a:gd name="connsiteY4" fmla="*/ 1141 h 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1" h="2281">
                  <a:moveTo>
                    <a:pt x="3042" y="1141"/>
                  </a:moveTo>
                  <a:lnTo>
                    <a:pt x="1521" y="2281"/>
                  </a:lnTo>
                  <a:lnTo>
                    <a:pt x="0" y="1141"/>
                  </a:lnTo>
                  <a:lnTo>
                    <a:pt x="1521" y="0"/>
                  </a:lnTo>
                  <a:lnTo>
                    <a:pt x="3042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13" name="Freeform: Shape 5812">
              <a:extLst>
                <a:ext uri="{FF2B5EF4-FFF2-40B4-BE49-F238E27FC236}">
                  <a16:creationId xmlns:a16="http://schemas.microsoft.com/office/drawing/2014/main" id="{15AF6210-39EE-11C1-A77C-292341F078BC}"/>
                </a:ext>
              </a:extLst>
            </p:cNvPr>
            <p:cNvSpPr/>
            <p:nvPr/>
          </p:nvSpPr>
          <p:spPr>
            <a:xfrm>
              <a:off x="1662523" y="133230"/>
              <a:ext cx="1394" cy="1140"/>
            </a:xfrm>
            <a:custGeom>
              <a:avLst/>
              <a:gdLst>
                <a:gd name="connsiteX0" fmla="*/ 1394 w 1394"/>
                <a:gd name="connsiteY0" fmla="*/ 507 h 1140"/>
                <a:gd name="connsiteX1" fmla="*/ 761 w 1394"/>
                <a:gd name="connsiteY1" fmla="*/ 1141 h 1140"/>
                <a:gd name="connsiteX2" fmla="*/ 0 w 1394"/>
                <a:gd name="connsiteY2" fmla="*/ 507 h 1140"/>
                <a:gd name="connsiteX3" fmla="*/ 761 w 1394"/>
                <a:gd name="connsiteY3" fmla="*/ 0 h 1140"/>
                <a:gd name="connsiteX4" fmla="*/ 1394 w 1394"/>
                <a:gd name="connsiteY4" fmla="*/ 507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" h="1140">
                  <a:moveTo>
                    <a:pt x="1394" y="507"/>
                  </a:moveTo>
                  <a:lnTo>
                    <a:pt x="761" y="1141"/>
                  </a:lnTo>
                  <a:lnTo>
                    <a:pt x="0" y="507"/>
                  </a:lnTo>
                  <a:lnTo>
                    <a:pt x="761" y="0"/>
                  </a:lnTo>
                  <a:lnTo>
                    <a:pt x="1394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14" name="Freeform: Shape 5813">
              <a:extLst>
                <a:ext uri="{FF2B5EF4-FFF2-40B4-BE49-F238E27FC236}">
                  <a16:creationId xmlns:a16="http://schemas.microsoft.com/office/drawing/2014/main" id="{C7764590-A8EB-F7CC-7429-519455C187EB}"/>
                </a:ext>
              </a:extLst>
            </p:cNvPr>
            <p:cNvSpPr/>
            <p:nvPr/>
          </p:nvSpPr>
          <p:spPr>
            <a:xfrm>
              <a:off x="1753139" y="58075"/>
              <a:ext cx="633" cy="506"/>
            </a:xfrm>
            <a:custGeom>
              <a:avLst/>
              <a:gdLst>
                <a:gd name="connsiteX0" fmla="*/ 634 w 633"/>
                <a:gd name="connsiteY0" fmla="*/ 253 h 506"/>
                <a:gd name="connsiteX1" fmla="*/ 254 w 633"/>
                <a:gd name="connsiteY1" fmla="*/ 507 h 506"/>
                <a:gd name="connsiteX2" fmla="*/ 0 w 633"/>
                <a:gd name="connsiteY2" fmla="*/ 253 h 506"/>
                <a:gd name="connsiteX3" fmla="*/ 254 w 633"/>
                <a:gd name="connsiteY3" fmla="*/ 0 h 506"/>
                <a:gd name="connsiteX4" fmla="*/ 634 w 633"/>
                <a:gd name="connsiteY4" fmla="*/ 253 h 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" h="506">
                  <a:moveTo>
                    <a:pt x="634" y="253"/>
                  </a:moveTo>
                  <a:lnTo>
                    <a:pt x="254" y="507"/>
                  </a:lnTo>
                  <a:lnTo>
                    <a:pt x="0" y="253"/>
                  </a:lnTo>
                  <a:lnTo>
                    <a:pt x="254" y="0"/>
                  </a:lnTo>
                  <a:lnTo>
                    <a:pt x="634" y="25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15" name="Freeform: Shape 5814">
              <a:extLst>
                <a:ext uri="{FF2B5EF4-FFF2-40B4-BE49-F238E27FC236}">
                  <a16:creationId xmlns:a16="http://schemas.microsoft.com/office/drawing/2014/main" id="{48841A1D-8915-EA3E-45BC-F1C052DC89D8}"/>
                </a:ext>
              </a:extLst>
            </p:cNvPr>
            <p:cNvSpPr/>
            <p:nvPr/>
          </p:nvSpPr>
          <p:spPr>
            <a:xfrm>
              <a:off x="10542658" y="38431"/>
              <a:ext cx="50187" cy="39795"/>
            </a:xfrm>
            <a:custGeom>
              <a:avLst/>
              <a:gdLst>
                <a:gd name="connsiteX0" fmla="*/ 50188 w 50187"/>
                <a:gd name="connsiteY0" fmla="*/ 19898 h 39795"/>
                <a:gd name="connsiteX1" fmla="*/ 25094 w 50187"/>
                <a:gd name="connsiteY1" fmla="*/ 39795 h 39795"/>
                <a:gd name="connsiteX2" fmla="*/ 0 w 50187"/>
                <a:gd name="connsiteY2" fmla="*/ 19898 h 39795"/>
                <a:gd name="connsiteX3" fmla="*/ 25094 w 50187"/>
                <a:gd name="connsiteY3" fmla="*/ 0 h 39795"/>
                <a:gd name="connsiteX4" fmla="*/ 50188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8" y="19898"/>
                  </a:moveTo>
                  <a:cubicBezTo>
                    <a:pt x="50188" y="30924"/>
                    <a:pt x="38908" y="39795"/>
                    <a:pt x="25094" y="39795"/>
                  </a:cubicBezTo>
                  <a:cubicBezTo>
                    <a:pt x="11280" y="39795"/>
                    <a:pt x="0" y="30924"/>
                    <a:pt x="0" y="19898"/>
                  </a:cubicBezTo>
                  <a:cubicBezTo>
                    <a:pt x="0" y="8872"/>
                    <a:pt x="11153" y="0"/>
                    <a:pt x="25094" y="0"/>
                  </a:cubicBezTo>
                  <a:cubicBezTo>
                    <a:pt x="39035" y="0"/>
                    <a:pt x="50188" y="8872"/>
                    <a:pt x="50188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16" name="Freeform: Shape 5815">
              <a:extLst>
                <a:ext uri="{FF2B5EF4-FFF2-40B4-BE49-F238E27FC236}">
                  <a16:creationId xmlns:a16="http://schemas.microsoft.com/office/drawing/2014/main" id="{1575691B-950B-83AC-A24D-3CD29D6A8341}"/>
                </a:ext>
              </a:extLst>
            </p:cNvPr>
            <p:cNvSpPr/>
            <p:nvPr/>
          </p:nvSpPr>
          <p:spPr>
            <a:xfrm>
              <a:off x="10632768" y="113839"/>
              <a:ext cx="50187" cy="39795"/>
            </a:xfrm>
            <a:custGeom>
              <a:avLst/>
              <a:gdLst>
                <a:gd name="connsiteX0" fmla="*/ 50188 w 50187"/>
                <a:gd name="connsiteY0" fmla="*/ 19898 h 39795"/>
                <a:gd name="connsiteX1" fmla="*/ 25094 w 50187"/>
                <a:gd name="connsiteY1" fmla="*/ 39795 h 39795"/>
                <a:gd name="connsiteX2" fmla="*/ 0 w 50187"/>
                <a:gd name="connsiteY2" fmla="*/ 19898 h 39795"/>
                <a:gd name="connsiteX3" fmla="*/ 25094 w 50187"/>
                <a:gd name="connsiteY3" fmla="*/ 0 h 39795"/>
                <a:gd name="connsiteX4" fmla="*/ 50188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8" y="19898"/>
                  </a:moveTo>
                  <a:cubicBezTo>
                    <a:pt x="50188" y="30797"/>
                    <a:pt x="38908" y="39795"/>
                    <a:pt x="25094" y="39795"/>
                  </a:cubicBezTo>
                  <a:cubicBezTo>
                    <a:pt x="11280" y="39795"/>
                    <a:pt x="0" y="30924"/>
                    <a:pt x="0" y="19898"/>
                  </a:cubicBezTo>
                  <a:cubicBezTo>
                    <a:pt x="0" y="8872"/>
                    <a:pt x="11153" y="0"/>
                    <a:pt x="25094" y="0"/>
                  </a:cubicBezTo>
                  <a:cubicBezTo>
                    <a:pt x="39035" y="0"/>
                    <a:pt x="50188" y="8872"/>
                    <a:pt x="50188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17" name="Freeform: Shape 5816">
              <a:extLst>
                <a:ext uri="{FF2B5EF4-FFF2-40B4-BE49-F238E27FC236}">
                  <a16:creationId xmlns:a16="http://schemas.microsoft.com/office/drawing/2014/main" id="{DF527840-2914-8977-258B-B9BEE44D8593}"/>
                </a:ext>
              </a:extLst>
            </p:cNvPr>
            <p:cNvSpPr/>
            <p:nvPr/>
          </p:nvSpPr>
          <p:spPr>
            <a:xfrm>
              <a:off x="10720849" y="190894"/>
              <a:ext cx="50187" cy="39795"/>
            </a:xfrm>
            <a:custGeom>
              <a:avLst/>
              <a:gdLst>
                <a:gd name="connsiteX0" fmla="*/ 50188 w 50187"/>
                <a:gd name="connsiteY0" fmla="*/ 19898 h 39795"/>
                <a:gd name="connsiteX1" fmla="*/ 25094 w 50187"/>
                <a:gd name="connsiteY1" fmla="*/ 39795 h 39795"/>
                <a:gd name="connsiteX2" fmla="*/ 0 w 50187"/>
                <a:gd name="connsiteY2" fmla="*/ 19898 h 39795"/>
                <a:gd name="connsiteX3" fmla="*/ 25094 w 50187"/>
                <a:gd name="connsiteY3" fmla="*/ 0 h 39795"/>
                <a:gd name="connsiteX4" fmla="*/ 50188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8" y="19898"/>
                  </a:moveTo>
                  <a:cubicBezTo>
                    <a:pt x="50188" y="30797"/>
                    <a:pt x="39035" y="39795"/>
                    <a:pt x="25094" y="39795"/>
                  </a:cubicBezTo>
                  <a:cubicBezTo>
                    <a:pt x="11153" y="39795"/>
                    <a:pt x="0" y="30924"/>
                    <a:pt x="0" y="19898"/>
                  </a:cubicBezTo>
                  <a:cubicBezTo>
                    <a:pt x="0" y="8872"/>
                    <a:pt x="11280" y="0"/>
                    <a:pt x="25094" y="0"/>
                  </a:cubicBezTo>
                  <a:cubicBezTo>
                    <a:pt x="38908" y="0"/>
                    <a:pt x="50188" y="8872"/>
                    <a:pt x="50188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18" name="Freeform: Shape 5817">
              <a:extLst>
                <a:ext uri="{FF2B5EF4-FFF2-40B4-BE49-F238E27FC236}">
                  <a16:creationId xmlns:a16="http://schemas.microsoft.com/office/drawing/2014/main" id="{FC161CED-EE21-65BE-69AE-4A7605A5448E}"/>
                </a:ext>
              </a:extLst>
            </p:cNvPr>
            <p:cNvSpPr/>
            <p:nvPr/>
          </p:nvSpPr>
          <p:spPr>
            <a:xfrm>
              <a:off x="10807029" y="269344"/>
              <a:ext cx="50060" cy="39795"/>
            </a:xfrm>
            <a:custGeom>
              <a:avLst/>
              <a:gdLst>
                <a:gd name="connsiteX0" fmla="*/ 50061 w 50060"/>
                <a:gd name="connsiteY0" fmla="*/ 19898 h 39795"/>
                <a:gd name="connsiteX1" fmla="*/ 25094 w 50060"/>
                <a:gd name="connsiteY1" fmla="*/ 39795 h 39795"/>
                <a:gd name="connsiteX2" fmla="*/ 0 w 50060"/>
                <a:gd name="connsiteY2" fmla="*/ 19898 h 39795"/>
                <a:gd name="connsiteX3" fmla="*/ 25094 w 50060"/>
                <a:gd name="connsiteY3" fmla="*/ 0 h 39795"/>
                <a:gd name="connsiteX4" fmla="*/ 50061 w 50060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60" h="39795">
                  <a:moveTo>
                    <a:pt x="50061" y="19898"/>
                  </a:moveTo>
                  <a:cubicBezTo>
                    <a:pt x="50061" y="30797"/>
                    <a:pt x="38908" y="39795"/>
                    <a:pt x="25094" y="39795"/>
                  </a:cubicBezTo>
                  <a:cubicBezTo>
                    <a:pt x="11280" y="39795"/>
                    <a:pt x="0" y="30924"/>
                    <a:pt x="0" y="19898"/>
                  </a:cubicBezTo>
                  <a:cubicBezTo>
                    <a:pt x="0" y="8872"/>
                    <a:pt x="11153" y="0"/>
                    <a:pt x="25094" y="0"/>
                  </a:cubicBezTo>
                  <a:cubicBezTo>
                    <a:pt x="39035" y="0"/>
                    <a:pt x="50061" y="8872"/>
                    <a:pt x="50061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19" name="Freeform: Shape 5818">
              <a:extLst>
                <a:ext uri="{FF2B5EF4-FFF2-40B4-BE49-F238E27FC236}">
                  <a16:creationId xmlns:a16="http://schemas.microsoft.com/office/drawing/2014/main" id="{8EDEE032-B828-042F-3C35-F1298C4943ED}"/>
                </a:ext>
              </a:extLst>
            </p:cNvPr>
            <p:cNvSpPr/>
            <p:nvPr/>
          </p:nvSpPr>
          <p:spPr>
            <a:xfrm>
              <a:off x="10890929" y="349188"/>
              <a:ext cx="50186" cy="39795"/>
            </a:xfrm>
            <a:custGeom>
              <a:avLst/>
              <a:gdLst>
                <a:gd name="connsiteX0" fmla="*/ 50187 w 50186"/>
                <a:gd name="connsiteY0" fmla="*/ 19898 h 39795"/>
                <a:gd name="connsiteX1" fmla="*/ 25093 w 50186"/>
                <a:gd name="connsiteY1" fmla="*/ 39795 h 39795"/>
                <a:gd name="connsiteX2" fmla="*/ 0 w 50186"/>
                <a:gd name="connsiteY2" fmla="*/ 19898 h 39795"/>
                <a:gd name="connsiteX3" fmla="*/ 25093 w 50186"/>
                <a:gd name="connsiteY3" fmla="*/ 0 h 39795"/>
                <a:gd name="connsiteX4" fmla="*/ 50187 w 50186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6" h="39795">
                  <a:moveTo>
                    <a:pt x="50187" y="19898"/>
                  </a:moveTo>
                  <a:cubicBezTo>
                    <a:pt x="50187" y="30797"/>
                    <a:pt x="38907" y="39795"/>
                    <a:pt x="25093" y="39795"/>
                  </a:cubicBezTo>
                  <a:cubicBezTo>
                    <a:pt x="11279" y="39795"/>
                    <a:pt x="0" y="30924"/>
                    <a:pt x="0" y="19898"/>
                  </a:cubicBezTo>
                  <a:cubicBezTo>
                    <a:pt x="0" y="8872"/>
                    <a:pt x="11279" y="0"/>
                    <a:pt x="25093" y="0"/>
                  </a:cubicBezTo>
                  <a:cubicBezTo>
                    <a:pt x="38907" y="0"/>
                    <a:pt x="50187" y="8872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20" name="Freeform: Shape 5819">
              <a:extLst>
                <a:ext uri="{FF2B5EF4-FFF2-40B4-BE49-F238E27FC236}">
                  <a16:creationId xmlns:a16="http://schemas.microsoft.com/office/drawing/2014/main" id="{AF88B121-76D8-832A-3D70-0F53E5AF7274}"/>
                </a:ext>
              </a:extLst>
            </p:cNvPr>
            <p:cNvSpPr/>
            <p:nvPr/>
          </p:nvSpPr>
          <p:spPr>
            <a:xfrm>
              <a:off x="10972673" y="430552"/>
              <a:ext cx="50187" cy="39795"/>
            </a:xfrm>
            <a:custGeom>
              <a:avLst/>
              <a:gdLst>
                <a:gd name="connsiteX0" fmla="*/ 50188 w 50187"/>
                <a:gd name="connsiteY0" fmla="*/ 19898 h 39795"/>
                <a:gd name="connsiteX1" fmla="*/ 25094 w 50187"/>
                <a:gd name="connsiteY1" fmla="*/ 39795 h 39795"/>
                <a:gd name="connsiteX2" fmla="*/ 0 w 50187"/>
                <a:gd name="connsiteY2" fmla="*/ 19898 h 39795"/>
                <a:gd name="connsiteX3" fmla="*/ 25094 w 50187"/>
                <a:gd name="connsiteY3" fmla="*/ 0 h 39795"/>
                <a:gd name="connsiteX4" fmla="*/ 50188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8" y="19898"/>
                  </a:moveTo>
                  <a:cubicBezTo>
                    <a:pt x="50188" y="30797"/>
                    <a:pt x="39035" y="39795"/>
                    <a:pt x="25094" y="39795"/>
                  </a:cubicBezTo>
                  <a:cubicBezTo>
                    <a:pt x="11153" y="39795"/>
                    <a:pt x="0" y="30924"/>
                    <a:pt x="0" y="19898"/>
                  </a:cubicBezTo>
                  <a:cubicBezTo>
                    <a:pt x="0" y="8872"/>
                    <a:pt x="11280" y="0"/>
                    <a:pt x="25094" y="0"/>
                  </a:cubicBezTo>
                  <a:cubicBezTo>
                    <a:pt x="38908" y="0"/>
                    <a:pt x="50188" y="8872"/>
                    <a:pt x="50188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21" name="Freeform: Shape 5820">
              <a:extLst>
                <a:ext uri="{FF2B5EF4-FFF2-40B4-BE49-F238E27FC236}">
                  <a16:creationId xmlns:a16="http://schemas.microsoft.com/office/drawing/2014/main" id="{63B19D52-7A18-138C-2DDB-3E2F2BC156BA}"/>
                </a:ext>
              </a:extLst>
            </p:cNvPr>
            <p:cNvSpPr/>
            <p:nvPr/>
          </p:nvSpPr>
          <p:spPr>
            <a:xfrm>
              <a:off x="11052264" y="513184"/>
              <a:ext cx="50187" cy="39795"/>
            </a:xfrm>
            <a:custGeom>
              <a:avLst/>
              <a:gdLst>
                <a:gd name="connsiteX0" fmla="*/ 50188 w 50187"/>
                <a:gd name="connsiteY0" fmla="*/ 19898 h 39795"/>
                <a:gd name="connsiteX1" fmla="*/ 25093 w 50187"/>
                <a:gd name="connsiteY1" fmla="*/ 39795 h 39795"/>
                <a:gd name="connsiteX2" fmla="*/ 0 w 50187"/>
                <a:gd name="connsiteY2" fmla="*/ 19898 h 39795"/>
                <a:gd name="connsiteX3" fmla="*/ 25093 w 50187"/>
                <a:gd name="connsiteY3" fmla="*/ 0 h 39795"/>
                <a:gd name="connsiteX4" fmla="*/ 50188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8" y="19898"/>
                  </a:moveTo>
                  <a:cubicBezTo>
                    <a:pt x="50188" y="30797"/>
                    <a:pt x="38908" y="39795"/>
                    <a:pt x="25093" y="39795"/>
                  </a:cubicBezTo>
                  <a:cubicBezTo>
                    <a:pt x="11280" y="39795"/>
                    <a:pt x="0" y="30924"/>
                    <a:pt x="0" y="19898"/>
                  </a:cubicBezTo>
                  <a:cubicBezTo>
                    <a:pt x="0" y="8872"/>
                    <a:pt x="11153" y="0"/>
                    <a:pt x="25093" y="0"/>
                  </a:cubicBezTo>
                  <a:cubicBezTo>
                    <a:pt x="39035" y="0"/>
                    <a:pt x="50188" y="8872"/>
                    <a:pt x="50188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22" name="Freeform: Shape 5821">
              <a:extLst>
                <a:ext uri="{FF2B5EF4-FFF2-40B4-BE49-F238E27FC236}">
                  <a16:creationId xmlns:a16="http://schemas.microsoft.com/office/drawing/2014/main" id="{052877E9-2977-0DA6-B0D4-28CA8E17A3C8}"/>
                </a:ext>
              </a:extLst>
            </p:cNvPr>
            <p:cNvSpPr/>
            <p:nvPr/>
          </p:nvSpPr>
          <p:spPr>
            <a:xfrm>
              <a:off x="11129446" y="597210"/>
              <a:ext cx="50187" cy="39795"/>
            </a:xfrm>
            <a:custGeom>
              <a:avLst/>
              <a:gdLst>
                <a:gd name="connsiteX0" fmla="*/ 50188 w 50187"/>
                <a:gd name="connsiteY0" fmla="*/ 19898 h 39795"/>
                <a:gd name="connsiteX1" fmla="*/ 25094 w 50187"/>
                <a:gd name="connsiteY1" fmla="*/ 39795 h 39795"/>
                <a:gd name="connsiteX2" fmla="*/ 0 w 50187"/>
                <a:gd name="connsiteY2" fmla="*/ 19898 h 39795"/>
                <a:gd name="connsiteX3" fmla="*/ 25094 w 50187"/>
                <a:gd name="connsiteY3" fmla="*/ 0 h 39795"/>
                <a:gd name="connsiteX4" fmla="*/ 50188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8" y="19898"/>
                  </a:moveTo>
                  <a:cubicBezTo>
                    <a:pt x="50188" y="30924"/>
                    <a:pt x="38908" y="39795"/>
                    <a:pt x="25094" y="39795"/>
                  </a:cubicBezTo>
                  <a:cubicBezTo>
                    <a:pt x="11280" y="39795"/>
                    <a:pt x="0" y="30924"/>
                    <a:pt x="0" y="19898"/>
                  </a:cubicBezTo>
                  <a:cubicBezTo>
                    <a:pt x="0" y="8871"/>
                    <a:pt x="11153" y="0"/>
                    <a:pt x="25094" y="0"/>
                  </a:cubicBezTo>
                  <a:cubicBezTo>
                    <a:pt x="39035" y="0"/>
                    <a:pt x="50188" y="8871"/>
                    <a:pt x="50188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23" name="Freeform: Shape 5822">
              <a:extLst>
                <a:ext uri="{FF2B5EF4-FFF2-40B4-BE49-F238E27FC236}">
                  <a16:creationId xmlns:a16="http://schemas.microsoft.com/office/drawing/2014/main" id="{595B86AD-D8B3-BE16-4FF0-096941D0DC81}"/>
                </a:ext>
              </a:extLst>
            </p:cNvPr>
            <p:cNvSpPr/>
            <p:nvPr/>
          </p:nvSpPr>
          <p:spPr>
            <a:xfrm>
              <a:off x="11204854" y="682757"/>
              <a:ext cx="49681" cy="39288"/>
            </a:xfrm>
            <a:custGeom>
              <a:avLst/>
              <a:gdLst>
                <a:gd name="connsiteX0" fmla="*/ 49681 w 49681"/>
                <a:gd name="connsiteY0" fmla="*/ 19644 h 39288"/>
                <a:gd name="connsiteX1" fmla="*/ 24841 w 49681"/>
                <a:gd name="connsiteY1" fmla="*/ 39288 h 39288"/>
                <a:gd name="connsiteX2" fmla="*/ 0 w 49681"/>
                <a:gd name="connsiteY2" fmla="*/ 19644 h 39288"/>
                <a:gd name="connsiteX3" fmla="*/ 24841 w 49681"/>
                <a:gd name="connsiteY3" fmla="*/ 0 h 39288"/>
                <a:gd name="connsiteX4" fmla="*/ 49681 w 49681"/>
                <a:gd name="connsiteY4" fmla="*/ 19644 h 39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681" h="39288">
                  <a:moveTo>
                    <a:pt x="49681" y="19644"/>
                  </a:moveTo>
                  <a:cubicBezTo>
                    <a:pt x="49681" y="30543"/>
                    <a:pt x="38528" y="39288"/>
                    <a:pt x="24841" y="39288"/>
                  </a:cubicBezTo>
                  <a:cubicBezTo>
                    <a:pt x="11153" y="39288"/>
                    <a:pt x="0" y="30417"/>
                    <a:pt x="0" y="19644"/>
                  </a:cubicBezTo>
                  <a:cubicBezTo>
                    <a:pt x="0" y="8871"/>
                    <a:pt x="11153" y="0"/>
                    <a:pt x="24841" y="0"/>
                  </a:cubicBezTo>
                  <a:cubicBezTo>
                    <a:pt x="38528" y="0"/>
                    <a:pt x="49681" y="8871"/>
                    <a:pt x="49681" y="1964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24" name="Freeform: Shape 5823">
              <a:extLst>
                <a:ext uri="{FF2B5EF4-FFF2-40B4-BE49-F238E27FC236}">
                  <a16:creationId xmlns:a16="http://schemas.microsoft.com/office/drawing/2014/main" id="{659C9C37-B9C4-8746-EE34-FC08C20F06F6}"/>
                </a:ext>
              </a:extLst>
            </p:cNvPr>
            <p:cNvSpPr/>
            <p:nvPr/>
          </p:nvSpPr>
          <p:spPr>
            <a:xfrm>
              <a:off x="11277474" y="769317"/>
              <a:ext cx="49680" cy="39288"/>
            </a:xfrm>
            <a:custGeom>
              <a:avLst/>
              <a:gdLst>
                <a:gd name="connsiteX0" fmla="*/ 49680 w 49680"/>
                <a:gd name="connsiteY0" fmla="*/ 19644 h 39288"/>
                <a:gd name="connsiteX1" fmla="*/ 24840 w 49680"/>
                <a:gd name="connsiteY1" fmla="*/ 39288 h 39288"/>
                <a:gd name="connsiteX2" fmla="*/ 0 w 49680"/>
                <a:gd name="connsiteY2" fmla="*/ 19644 h 39288"/>
                <a:gd name="connsiteX3" fmla="*/ 24840 w 49680"/>
                <a:gd name="connsiteY3" fmla="*/ 0 h 39288"/>
                <a:gd name="connsiteX4" fmla="*/ 49680 w 49680"/>
                <a:gd name="connsiteY4" fmla="*/ 19644 h 39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680" h="39288">
                  <a:moveTo>
                    <a:pt x="49680" y="19644"/>
                  </a:moveTo>
                  <a:cubicBezTo>
                    <a:pt x="49680" y="30543"/>
                    <a:pt x="38527" y="39288"/>
                    <a:pt x="24840" y="39288"/>
                  </a:cubicBezTo>
                  <a:cubicBezTo>
                    <a:pt x="11152" y="39288"/>
                    <a:pt x="0" y="30417"/>
                    <a:pt x="0" y="19644"/>
                  </a:cubicBezTo>
                  <a:cubicBezTo>
                    <a:pt x="0" y="8872"/>
                    <a:pt x="11152" y="0"/>
                    <a:pt x="24840" y="0"/>
                  </a:cubicBezTo>
                  <a:cubicBezTo>
                    <a:pt x="38527" y="0"/>
                    <a:pt x="49680" y="8872"/>
                    <a:pt x="49680" y="1964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25" name="Freeform: Shape 5824">
              <a:extLst>
                <a:ext uri="{FF2B5EF4-FFF2-40B4-BE49-F238E27FC236}">
                  <a16:creationId xmlns:a16="http://schemas.microsoft.com/office/drawing/2014/main" id="{3F0711E5-0EDA-9D98-FB25-E2A63311351E}"/>
                </a:ext>
              </a:extLst>
            </p:cNvPr>
            <p:cNvSpPr/>
            <p:nvPr/>
          </p:nvSpPr>
          <p:spPr>
            <a:xfrm>
              <a:off x="11347812" y="857019"/>
              <a:ext cx="49680" cy="39288"/>
            </a:xfrm>
            <a:custGeom>
              <a:avLst/>
              <a:gdLst>
                <a:gd name="connsiteX0" fmla="*/ 49680 w 49680"/>
                <a:gd name="connsiteY0" fmla="*/ 19644 h 39288"/>
                <a:gd name="connsiteX1" fmla="*/ 24840 w 49680"/>
                <a:gd name="connsiteY1" fmla="*/ 39288 h 39288"/>
                <a:gd name="connsiteX2" fmla="*/ 0 w 49680"/>
                <a:gd name="connsiteY2" fmla="*/ 19644 h 39288"/>
                <a:gd name="connsiteX3" fmla="*/ 24840 w 49680"/>
                <a:gd name="connsiteY3" fmla="*/ 0 h 39288"/>
                <a:gd name="connsiteX4" fmla="*/ 49680 w 49680"/>
                <a:gd name="connsiteY4" fmla="*/ 19644 h 39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680" h="39288">
                  <a:moveTo>
                    <a:pt x="49680" y="19644"/>
                  </a:moveTo>
                  <a:cubicBezTo>
                    <a:pt x="49680" y="30543"/>
                    <a:pt x="38527" y="39288"/>
                    <a:pt x="24840" y="39288"/>
                  </a:cubicBezTo>
                  <a:cubicBezTo>
                    <a:pt x="11153" y="39288"/>
                    <a:pt x="0" y="30417"/>
                    <a:pt x="0" y="19644"/>
                  </a:cubicBezTo>
                  <a:cubicBezTo>
                    <a:pt x="0" y="8872"/>
                    <a:pt x="11153" y="0"/>
                    <a:pt x="24840" y="0"/>
                  </a:cubicBezTo>
                  <a:cubicBezTo>
                    <a:pt x="38527" y="0"/>
                    <a:pt x="49680" y="8745"/>
                    <a:pt x="49680" y="1964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26" name="Freeform: Shape 5825">
              <a:extLst>
                <a:ext uri="{FF2B5EF4-FFF2-40B4-BE49-F238E27FC236}">
                  <a16:creationId xmlns:a16="http://schemas.microsoft.com/office/drawing/2014/main" id="{5CB3BED5-A0A5-5C1B-575E-657C97E065B5}"/>
                </a:ext>
              </a:extLst>
            </p:cNvPr>
            <p:cNvSpPr/>
            <p:nvPr/>
          </p:nvSpPr>
          <p:spPr>
            <a:xfrm>
              <a:off x="11416249" y="946241"/>
              <a:ext cx="48920" cy="38781"/>
            </a:xfrm>
            <a:custGeom>
              <a:avLst/>
              <a:gdLst>
                <a:gd name="connsiteX0" fmla="*/ 48921 w 48920"/>
                <a:gd name="connsiteY0" fmla="*/ 19391 h 38781"/>
                <a:gd name="connsiteX1" fmla="*/ 24460 w 48920"/>
                <a:gd name="connsiteY1" fmla="*/ 38781 h 38781"/>
                <a:gd name="connsiteX2" fmla="*/ 0 w 48920"/>
                <a:gd name="connsiteY2" fmla="*/ 19391 h 38781"/>
                <a:gd name="connsiteX3" fmla="*/ 24460 w 48920"/>
                <a:gd name="connsiteY3" fmla="*/ 0 h 38781"/>
                <a:gd name="connsiteX4" fmla="*/ 48921 w 48920"/>
                <a:gd name="connsiteY4" fmla="*/ 19391 h 38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920" h="38781">
                  <a:moveTo>
                    <a:pt x="48921" y="19391"/>
                  </a:moveTo>
                  <a:cubicBezTo>
                    <a:pt x="48921" y="30036"/>
                    <a:pt x="38021" y="38781"/>
                    <a:pt x="24460" y="38781"/>
                  </a:cubicBezTo>
                  <a:cubicBezTo>
                    <a:pt x="10900" y="38781"/>
                    <a:pt x="0" y="30036"/>
                    <a:pt x="0" y="19391"/>
                  </a:cubicBezTo>
                  <a:cubicBezTo>
                    <a:pt x="0" y="8745"/>
                    <a:pt x="10900" y="0"/>
                    <a:pt x="24460" y="0"/>
                  </a:cubicBezTo>
                  <a:cubicBezTo>
                    <a:pt x="38021" y="0"/>
                    <a:pt x="48921" y="8745"/>
                    <a:pt x="48921" y="193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27" name="Freeform: Shape 5826">
              <a:extLst>
                <a:ext uri="{FF2B5EF4-FFF2-40B4-BE49-F238E27FC236}">
                  <a16:creationId xmlns:a16="http://schemas.microsoft.com/office/drawing/2014/main" id="{13F91D18-0AEB-5FDF-ECFF-CB6D9AE7854F}"/>
                </a:ext>
              </a:extLst>
            </p:cNvPr>
            <p:cNvSpPr/>
            <p:nvPr/>
          </p:nvSpPr>
          <p:spPr>
            <a:xfrm>
              <a:off x="11481772" y="1036223"/>
              <a:ext cx="48919" cy="38781"/>
            </a:xfrm>
            <a:custGeom>
              <a:avLst/>
              <a:gdLst>
                <a:gd name="connsiteX0" fmla="*/ 48920 w 48919"/>
                <a:gd name="connsiteY0" fmla="*/ 19391 h 38781"/>
                <a:gd name="connsiteX1" fmla="*/ 24460 w 48919"/>
                <a:gd name="connsiteY1" fmla="*/ 38781 h 38781"/>
                <a:gd name="connsiteX2" fmla="*/ 0 w 48919"/>
                <a:gd name="connsiteY2" fmla="*/ 19391 h 38781"/>
                <a:gd name="connsiteX3" fmla="*/ 24460 w 48919"/>
                <a:gd name="connsiteY3" fmla="*/ 0 h 38781"/>
                <a:gd name="connsiteX4" fmla="*/ 48920 w 48919"/>
                <a:gd name="connsiteY4" fmla="*/ 19391 h 38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919" h="38781">
                  <a:moveTo>
                    <a:pt x="48920" y="19391"/>
                  </a:moveTo>
                  <a:cubicBezTo>
                    <a:pt x="48920" y="30036"/>
                    <a:pt x="38021" y="38781"/>
                    <a:pt x="24460" y="38781"/>
                  </a:cubicBezTo>
                  <a:cubicBezTo>
                    <a:pt x="10899" y="38781"/>
                    <a:pt x="0" y="30036"/>
                    <a:pt x="0" y="19391"/>
                  </a:cubicBezTo>
                  <a:cubicBezTo>
                    <a:pt x="0" y="8745"/>
                    <a:pt x="10899" y="0"/>
                    <a:pt x="24460" y="0"/>
                  </a:cubicBezTo>
                  <a:cubicBezTo>
                    <a:pt x="38021" y="0"/>
                    <a:pt x="48920" y="8745"/>
                    <a:pt x="48920" y="193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28" name="Freeform: Shape 5827">
              <a:extLst>
                <a:ext uri="{FF2B5EF4-FFF2-40B4-BE49-F238E27FC236}">
                  <a16:creationId xmlns:a16="http://schemas.microsoft.com/office/drawing/2014/main" id="{82F39368-7D54-2147-811B-13A424D7A8AC}"/>
                </a:ext>
              </a:extLst>
            </p:cNvPr>
            <p:cNvSpPr/>
            <p:nvPr/>
          </p:nvSpPr>
          <p:spPr>
            <a:xfrm>
              <a:off x="11545393" y="1127853"/>
              <a:ext cx="47906" cy="38020"/>
            </a:xfrm>
            <a:custGeom>
              <a:avLst/>
              <a:gdLst>
                <a:gd name="connsiteX0" fmla="*/ 47907 w 47906"/>
                <a:gd name="connsiteY0" fmla="*/ 19010 h 38020"/>
                <a:gd name="connsiteX1" fmla="*/ 23953 w 47906"/>
                <a:gd name="connsiteY1" fmla="*/ 38021 h 38020"/>
                <a:gd name="connsiteX2" fmla="*/ 0 w 47906"/>
                <a:gd name="connsiteY2" fmla="*/ 19010 h 38020"/>
                <a:gd name="connsiteX3" fmla="*/ 23953 w 47906"/>
                <a:gd name="connsiteY3" fmla="*/ 0 h 38020"/>
                <a:gd name="connsiteX4" fmla="*/ 47907 w 47906"/>
                <a:gd name="connsiteY4" fmla="*/ 19010 h 38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906" h="38020">
                  <a:moveTo>
                    <a:pt x="47907" y="19010"/>
                  </a:moveTo>
                  <a:cubicBezTo>
                    <a:pt x="47907" y="29530"/>
                    <a:pt x="37134" y="38021"/>
                    <a:pt x="23953" y="38021"/>
                  </a:cubicBezTo>
                  <a:cubicBezTo>
                    <a:pt x="10773" y="38021"/>
                    <a:pt x="0" y="29530"/>
                    <a:pt x="0" y="19010"/>
                  </a:cubicBezTo>
                  <a:cubicBezTo>
                    <a:pt x="0" y="8491"/>
                    <a:pt x="10773" y="0"/>
                    <a:pt x="23953" y="0"/>
                  </a:cubicBezTo>
                  <a:cubicBezTo>
                    <a:pt x="37134" y="0"/>
                    <a:pt x="47907" y="8491"/>
                    <a:pt x="47907" y="1901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29" name="Freeform: Shape 5828">
              <a:extLst>
                <a:ext uri="{FF2B5EF4-FFF2-40B4-BE49-F238E27FC236}">
                  <a16:creationId xmlns:a16="http://schemas.microsoft.com/office/drawing/2014/main" id="{DE7BF976-FD8E-0AC8-7D5F-C3FF7AFE1A10}"/>
                </a:ext>
              </a:extLst>
            </p:cNvPr>
            <p:cNvSpPr/>
            <p:nvPr/>
          </p:nvSpPr>
          <p:spPr>
            <a:xfrm>
              <a:off x="11605466" y="1219610"/>
              <a:ext cx="48920" cy="38781"/>
            </a:xfrm>
            <a:custGeom>
              <a:avLst/>
              <a:gdLst>
                <a:gd name="connsiteX0" fmla="*/ 48921 w 48920"/>
                <a:gd name="connsiteY0" fmla="*/ 19391 h 38781"/>
                <a:gd name="connsiteX1" fmla="*/ 24461 w 48920"/>
                <a:gd name="connsiteY1" fmla="*/ 38781 h 38781"/>
                <a:gd name="connsiteX2" fmla="*/ 0 w 48920"/>
                <a:gd name="connsiteY2" fmla="*/ 19391 h 38781"/>
                <a:gd name="connsiteX3" fmla="*/ 24461 w 48920"/>
                <a:gd name="connsiteY3" fmla="*/ 0 h 38781"/>
                <a:gd name="connsiteX4" fmla="*/ 48921 w 48920"/>
                <a:gd name="connsiteY4" fmla="*/ 19391 h 38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920" h="38781">
                  <a:moveTo>
                    <a:pt x="48921" y="19391"/>
                  </a:moveTo>
                  <a:cubicBezTo>
                    <a:pt x="48921" y="30036"/>
                    <a:pt x="38021" y="38781"/>
                    <a:pt x="24461" y="38781"/>
                  </a:cubicBezTo>
                  <a:cubicBezTo>
                    <a:pt x="10900" y="38781"/>
                    <a:pt x="0" y="30036"/>
                    <a:pt x="0" y="19391"/>
                  </a:cubicBezTo>
                  <a:cubicBezTo>
                    <a:pt x="0" y="8745"/>
                    <a:pt x="10900" y="0"/>
                    <a:pt x="24461" y="0"/>
                  </a:cubicBezTo>
                  <a:cubicBezTo>
                    <a:pt x="38021" y="0"/>
                    <a:pt x="48921" y="8745"/>
                    <a:pt x="48921" y="193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30" name="Freeform: Shape 5829">
              <a:extLst>
                <a:ext uri="{FF2B5EF4-FFF2-40B4-BE49-F238E27FC236}">
                  <a16:creationId xmlns:a16="http://schemas.microsoft.com/office/drawing/2014/main" id="{A348EA38-DF5D-DCC7-1148-8E56D321A553}"/>
                </a:ext>
              </a:extLst>
            </p:cNvPr>
            <p:cNvSpPr/>
            <p:nvPr/>
          </p:nvSpPr>
          <p:spPr>
            <a:xfrm>
              <a:off x="11664145" y="1313268"/>
              <a:ext cx="47906" cy="38020"/>
            </a:xfrm>
            <a:custGeom>
              <a:avLst/>
              <a:gdLst>
                <a:gd name="connsiteX0" fmla="*/ 47907 w 47906"/>
                <a:gd name="connsiteY0" fmla="*/ 19010 h 38020"/>
                <a:gd name="connsiteX1" fmla="*/ 23953 w 47906"/>
                <a:gd name="connsiteY1" fmla="*/ 38021 h 38020"/>
                <a:gd name="connsiteX2" fmla="*/ 0 w 47906"/>
                <a:gd name="connsiteY2" fmla="*/ 19010 h 38020"/>
                <a:gd name="connsiteX3" fmla="*/ 23953 w 47906"/>
                <a:gd name="connsiteY3" fmla="*/ 0 h 38020"/>
                <a:gd name="connsiteX4" fmla="*/ 47907 w 47906"/>
                <a:gd name="connsiteY4" fmla="*/ 19010 h 38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906" h="38020">
                  <a:moveTo>
                    <a:pt x="47907" y="19010"/>
                  </a:moveTo>
                  <a:cubicBezTo>
                    <a:pt x="47907" y="29530"/>
                    <a:pt x="37134" y="38021"/>
                    <a:pt x="23953" y="38021"/>
                  </a:cubicBezTo>
                  <a:cubicBezTo>
                    <a:pt x="10773" y="38021"/>
                    <a:pt x="0" y="29530"/>
                    <a:pt x="0" y="19010"/>
                  </a:cubicBezTo>
                  <a:cubicBezTo>
                    <a:pt x="0" y="8491"/>
                    <a:pt x="10773" y="0"/>
                    <a:pt x="23953" y="0"/>
                  </a:cubicBezTo>
                  <a:cubicBezTo>
                    <a:pt x="37134" y="0"/>
                    <a:pt x="47907" y="8491"/>
                    <a:pt x="47907" y="1901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31" name="Freeform: Shape 5830">
              <a:extLst>
                <a:ext uri="{FF2B5EF4-FFF2-40B4-BE49-F238E27FC236}">
                  <a16:creationId xmlns:a16="http://schemas.microsoft.com/office/drawing/2014/main" id="{ECE5779E-8B1A-AA8A-E755-D08A9E76F826}"/>
                </a:ext>
              </a:extLst>
            </p:cNvPr>
            <p:cNvSpPr/>
            <p:nvPr/>
          </p:nvSpPr>
          <p:spPr>
            <a:xfrm>
              <a:off x="11719782" y="1407433"/>
              <a:ext cx="47906" cy="38020"/>
            </a:xfrm>
            <a:custGeom>
              <a:avLst/>
              <a:gdLst>
                <a:gd name="connsiteX0" fmla="*/ 47907 w 47906"/>
                <a:gd name="connsiteY0" fmla="*/ 19010 h 38020"/>
                <a:gd name="connsiteX1" fmla="*/ 23953 w 47906"/>
                <a:gd name="connsiteY1" fmla="*/ 38021 h 38020"/>
                <a:gd name="connsiteX2" fmla="*/ 0 w 47906"/>
                <a:gd name="connsiteY2" fmla="*/ 19010 h 38020"/>
                <a:gd name="connsiteX3" fmla="*/ 23953 w 47906"/>
                <a:gd name="connsiteY3" fmla="*/ 0 h 38020"/>
                <a:gd name="connsiteX4" fmla="*/ 47907 w 47906"/>
                <a:gd name="connsiteY4" fmla="*/ 19010 h 38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906" h="38020">
                  <a:moveTo>
                    <a:pt x="47907" y="19010"/>
                  </a:moveTo>
                  <a:cubicBezTo>
                    <a:pt x="47907" y="29530"/>
                    <a:pt x="37134" y="38021"/>
                    <a:pt x="23953" y="38021"/>
                  </a:cubicBezTo>
                  <a:cubicBezTo>
                    <a:pt x="10773" y="38021"/>
                    <a:pt x="0" y="29530"/>
                    <a:pt x="0" y="19010"/>
                  </a:cubicBezTo>
                  <a:cubicBezTo>
                    <a:pt x="0" y="8491"/>
                    <a:pt x="10773" y="0"/>
                    <a:pt x="23953" y="0"/>
                  </a:cubicBezTo>
                  <a:cubicBezTo>
                    <a:pt x="37134" y="0"/>
                    <a:pt x="47907" y="8491"/>
                    <a:pt x="47907" y="1901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32" name="Freeform: Shape 5831">
              <a:extLst>
                <a:ext uri="{FF2B5EF4-FFF2-40B4-BE49-F238E27FC236}">
                  <a16:creationId xmlns:a16="http://schemas.microsoft.com/office/drawing/2014/main" id="{4B5D76BF-BEF5-1E57-10AE-DA8E2054BFC1}"/>
                </a:ext>
              </a:extLst>
            </p:cNvPr>
            <p:cNvSpPr/>
            <p:nvPr/>
          </p:nvSpPr>
          <p:spPr>
            <a:xfrm>
              <a:off x="11773265" y="1502738"/>
              <a:ext cx="47145" cy="37513"/>
            </a:xfrm>
            <a:custGeom>
              <a:avLst/>
              <a:gdLst>
                <a:gd name="connsiteX0" fmla="*/ 47145 w 47145"/>
                <a:gd name="connsiteY0" fmla="*/ 18757 h 37513"/>
                <a:gd name="connsiteX1" fmla="*/ 23573 w 47145"/>
                <a:gd name="connsiteY1" fmla="*/ 37514 h 37513"/>
                <a:gd name="connsiteX2" fmla="*/ 0 w 47145"/>
                <a:gd name="connsiteY2" fmla="*/ 18757 h 37513"/>
                <a:gd name="connsiteX3" fmla="*/ 23573 w 47145"/>
                <a:gd name="connsiteY3" fmla="*/ 0 h 37513"/>
                <a:gd name="connsiteX4" fmla="*/ 47145 w 47145"/>
                <a:gd name="connsiteY4" fmla="*/ 18757 h 37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145" h="37513">
                  <a:moveTo>
                    <a:pt x="47145" y="18757"/>
                  </a:moveTo>
                  <a:cubicBezTo>
                    <a:pt x="47145" y="29149"/>
                    <a:pt x="36626" y="37514"/>
                    <a:pt x="23573" y="37514"/>
                  </a:cubicBezTo>
                  <a:cubicBezTo>
                    <a:pt x="10519" y="37514"/>
                    <a:pt x="0" y="29149"/>
                    <a:pt x="0" y="18757"/>
                  </a:cubicBezTo>
                  <a:cubicBezTo>
                    <a:pt x="0" y="8365"/>
                    <a:pt x="10519" y="0"/>
                    <a:pt x="23573" y="0"/>
                  </a:cubicBezTo>
                  <a:cubicBezTo>
                    <a:pt x="36626" y="0"/>
                    <a:pt x="47145" y="8365"/>
                    <a:pt x="47145" y="1875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33" name="Freeform: Shape 5832">
              <a:extLst>
                <a:ext uri="{FF2B5EF4-FFF2-40B4-BE49-F238E27FC236}">
                  <a16:creationId xmlns:a16="http://schemas.microsoft.com/office/drawing/2014/main" id="{8BDF0E84-681E-D8FA-9715-2F5C5D69FC59}"/>
                </a:ext>
              </a:extLst>
            </p:cNvPr>
            <p:cNvSpPr/>
            <p:nvPr/>
          </p:nvSpPr>
          <p:spPr>
            <a:xfrm>
              <a:off x="11824086" y="1599058"/>
              <a:ext cx="46385" cy="36753"/>
            </a:xfrm>
            <a:custGeom>
              <a:avLst/>
              <a:gdLst>
                <a:gd name="connsiteX0" fmla="*/ 46386 w 46385"/>
                <a:gd name="connsiteY0" fmla="*/ 18377 h 36753"/>
                <a:gd name="connsiteX1" fmla="*/ 23193 w 46385"/>
                <a:gd name="connsiteY1" fmla="*/ 36753 h 36753"/>
                <a:gd name="connsiteX2" fmla="*/ 0 w 46385"/>
                <a:gd name="connsiteY2" fmla="*/ 18377 h 36753"/>
                <a:gd name="connsiteX3" fmla="*/ 23193 w 46385"/>
                <a:gd name="connsiteY3" fmla="*/ 0 h 36753"/>
                <a:gd name="connsiteX4" fmla="*/ 46386 w 46385"/>
                <a:gd name="connsiteY4" fmla="*/ 18377 h 36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85" h="36753">
                  <a:moveTo>
                    <a:pt x="46386" y="18377"/>
                  </a:moveTo>
                  <a:cubicBezTo>
                    <a:pt x="46386" y="28516"/>
                    <a:pt x="35993" y="36753"/>
                    <a:pt x="23193" y="36753"/>
                  </a:cubicBezTo>
                  <a:cubicBezTo>
                    <a:pt x="10392" y="36753"/>
                    <a:pt x="0" y="28516"/>
                    <a:pt x="0" y="18377"/>
                  </a:cubicBezTo>
                  <a:cubicBezTo>
                    <a:pt x="0" y="8238"/>
                    <a:pt x="10392" y="0"/>
                    <a:pt x="23193" y="0"/>
                  </a:cubicBezTo>
                  <a:cubicBezTo>
                    <a:pt x="35993" y="0"/>
                    <a:pt x="46386" y="8238"/>
                    <a:pt x="46386" y="1837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34" name="Freeform: Shape 5833">
              <a:extLst>
                <a:ext uri="{FF2B5EF4-FFF2-40B4-BE49-F238E27FC236}">
                  <a16:creationId xmlns:a16="http://schemas.microsoft.com/office/drawing/2014/main" id="{F932F8E4-C560-B993-A51D-C2D1E90A3C86}"/>
                </a:ext>
              </a:extLst>
            </p:cNvPr>
            <p:cNvSpPr/>
            <p:nvPr/>
          </p:nvSpPr>
          <p:spPr>
            <a:xfrm>
              <a:off x="11871992" y="1695884"/>
              <a:ext cx="46385" cy="36753"/>
            </a:xfrm>
            <a:custGeom>
              <a:avLst/>
              <a:gdLst>
                <a:gd name="connsiteX0" fmla="*/ 46385 w 46385"/>
                <a:gd name="connsiteY0" fmla="*/ 18377 h 36753"/>
                <a:gd name="connsiteX1" fmla="*/ 23193 w 46385"/>
                <a:gd name="connsiteY1" fmla="*/ 36753 h 36753"/>
                <a:gd name="connsiteX2" fmla="*/ 0 w 46385"/>
                <a:gd name="connsiteY2" fmla="*/ 18377 h 36753"/>
                <a:gd name="connsiteX3" fmla="*/ 23193 w 46385"/>
                <a:gd name="connsiteY3" fmla="*/ 0 h 36753"/>
                <a:gd name="connsiteX4" fmla="*/ 46385 w 46385"/>
                <a:gd name="connsiteY4" fmla="*/ 18377 h 36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85" h="36753">
                  <a:moveTo>
                    <a:pt x="46385" y="18377"/>
                  </a:moveTo>
                  <a:cubicBezTo>
                    <a:pt x="46385" y="28516"/>
                    <a:pt x="35993" y="36753"/>
                    <a:pt x="23193" y="36753"/>
                  </a:cubicBezTo>
                  <a:cubicBezTo>
                    <a:pt x="10392" y="36753"/>
                    <a:pt x="0" y="28516"/>
                    <a:pt x="0" y="18377"/>
                  </a:cubicBezTo>
                  <a:cubicBezTo>
                    <a:pt x="0" y="8238"/>
                    <a:pt x="10392" y="0"/>
                    <a:pt x="23193" y="0"/>
                  </a:cubicBezTo>
                  <a:cubicBezTo>
                    <a:pt x="35993" y="0"/>
                    <a:pt x="46385" y="8238"/>
                    <a:pt x="46385" y="1837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35" name="Freeform: Shape 5834">
              <a:extLst>
                <a:ext uri="{FF2B5EF4-FFF2-40B4-BE49-F238E27FC236}">
                  <a16:creationId xmlns:a16="http://schemas.microsoft.com/office/drawing/2014/main" id="{86BA2E4B-109E-BE0C-47AE-C510BA8E1DFB}"/>
                </a:ext>
              </a:extLst>
            </p:cNvPr>
            <p:cNvSpPr/>
            <p:nvPr/>
          </p:nvSpPr>
          <p:spPr>
            <a:xfrm>
              <a:off x="11917871" y="1793851"/>
              <a:ext cx="45371" cy="35993"/>
            </a:xfrm>
            <a:custGeom>
              <a:avLst/>
              <a:gdLst>
                <a:gd name="connsiteX0" fmla="*/ 45372 w 45371"/>
                <a:gd name="connsiteY0" fmla="*/ 17996 h 35993"/>
                <a:gd name="connsiteX1" fmla="*/ 22685 w 45371"/>
                <a:gd name="connsiteY1" fmla="*/ 35993 h 35993"/>
                <a:gd name="connsiteX2" fmla="*/ 0 w 45371"/>
                <a:gd name="connsiteY2" fmla="*/ 17996 h 35993"/>
                <a:gd name="connsiteX3" fmla="*/ 22685 w 45371"/>
                <a:gd name="connsiteY3" fmla="*/ 0 h 35993"/>
                <a:gd name="connsiteX4" fmla="*/ 45372 w 45371"/>
                <a:gd name="connsiteY4" fmla="*/ 17996 h 35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371" h="35993">
                  <a:moveTo>
                    <a:pt x="45372" y="17996"/>
                  </a:moveTo>
                  <a:cubicBezTo>
                    <a:pt x="45372" y="27882"/>
                    <a:pt x="35233" y="35993"/>
                    <a:pt x="22685" y="35993"/>
                  </a:cubicBezTo>
                  <a:cubicBezTo>
                    <a:pt x="10139" y="35993"/>
                    <a:pt x="0" y="27882"/>
                    <a:pt x="0" y="17996"/>
                  </a:cubicBezTo>
                  <a:cubicBezTo>
                    <a:pt x="0" y="8111"/>
                    <a:pt x="10139" y="0"/>
                    <a:pt x="22685" y="0"/>
                  </a:cubicBezTo>
                  <a:cubicBezTo>
                    <a:pt x="35233" y="0"/>
                    <a:pt x="45372" y="8111"/>
                    <a:pt x="45372" y="1799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36" name="Freeform: Shape 5835">
              <a:extLst>
                <a:ext uri="{FF2B5EF4-FFF2-40B4-BE49-F238E27FC236}">
                  <a16:creationId xmlns:a16="http://schemas.microsoft.com/office/drawing/2014/main" id="{325E2D6D-A155-CD44-A547-45F86A971843}"/>
                </a:ext>
              </a:extLst>
            </p:cNvPr>
            <p:cNvSpPr/>
            <p:nvPr/>
          </p:nvSpPr>
          <p:spPr>
            <a:xfrm>
              <a:off x="11960454" y="1892198"/>
              <a:ext cx="45371" cy="35992"/>
            </a:xfrm>
            <a:custGeom>
              <a:avLst/>
              <a:gdLst>
                <a:gd name="connsiteX0" fmla="*/ 45372 w 45371"/>
                <a:gd name="connsiteY0" fmla="*/ 17996 h 35992"/>
                <a:gd name="connsiteX1" fmla="*/ 22686 w 45371"/>
                <a:gd name="connsiteY1" fmla="*/ 35993 h 35992"/>
                <a:gd name="connsiteX2" fmla="*/ 0 w 45371"/>
                <a:gd name="connsiteY2" fmla="*/ 17996 h 35992"/>
                <a:gd name="connsiteX3" fmla="*/ 22686 w 45371"/>
                <a:gd name="connsiteY3" fmla="*/ 0 h 35992"/>
                <a:gd name="connsiteX4" fmla="*/ 45372 w 45371"/>
                <a:gd name="connsiteY4" fmla="*/ 17996 h 35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371" h="35992">
                  <a:moveTo>
                    <a:pt x="45372" y="17996"/>
                  </a:moveTo>
                  <a:cubicBezTo>
                    <a:pt x="45372" y="27882"/>
                    <a:pt x="35233" y="35993"/>
                    <a:pt x="22686" y="35993"/>
                  </a:cubicBezTo>
                  <a:cubicBezTo>
                    <a:pt x="10139" y="35993"/>
                    <a:pt x="0" y="27882"/>
                    <a:pt x="0" y="17996"/>
                  </a:cubicBezTo>
                  <a:cubicBezTo>
                    <a:pt x="0" y="8111"/>
                    <a:pt x="10139" y="0"/>
                    <a:pt x="22686" y="0"/>
                  </a:cubicBezTo>
                  <a:cubicBezTo>
                    <a:pt x="35233" y="0"/>
                    <a:pt x="45372" y="8111"/>
                    <a:pt x="45372" y="1799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37" name="Freeform: Shape 5836">
              <a:extLst>
                <a:ext uri="{FF2B5EF4-FFF2-40B4-BE49-F238E27FC236}">
                  <a16:creationId xmlns:a16="http://schemas.microsoft.com/office/drawing/2014/main" id="{31126E56-E5EA-2BFA-B810-F7D8AC860E5E}"/>
                </a:ext>
              </a:extLst>
            </p:cNvPr>
            <p:cNvSpPr/>
            <p:nvPr/>
          </p:nvSpPr>
          <p:spPr>
            <a:xfrm>
              <a:off x="12000882" y="1991559"/>
              <a:ext cx="44611" cy="35486"/>
            </a:xfrm>
            <a:custGeom>
              <a:avLst/>
              <a:gdLst>
                <a:gd name="connsiteX0" fmla="*/ 44611 w 44611"/>
                <a:gd name="connsiteY0" fmla="*/ 17743 h 35486"/>
                <a:gd name="connsiteX1" fmla="*/ 22306 w 44611"/>
                <a:gd name="connsiteY1" fmla="*/ 35486 h 35486"/>
                <a:gd name="connsiteX2" fmla="*/ 0 w 44611"/>
                <a:gd name="connsiteY2" fmla="*/ 17743 h 35486"/>
                <a:gd name="connsiteX3" fmla="*/ 22306 w 44611"/>
                <a:gd name="connsiteY3" fmla="*/ 0 h 35486"/>
                <a:gd name="connsiteX4" fmla="*/ 44611 w 44611"/>
                <a:gd name="connsiteY4" fmla="*/ 17743 h 35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611" h="35486">
                  <a:moveTo>
                    <a:pt x="44611" y="17743"/>
                  </a:moveTo>
                  <a:cubicBezTo>
                    <a:pt x="44611" y="27502"/>
                    <a:pt x="34599" y="35486"/>
                    <a:pt x="22306" y="35486"/>
                  </a:cubicBezTo>
                  <a:cubicBezTo>
                    <a:pt x="10013" y="35486"/>
                    <a:pt x="0" y="27502"/>
                    <a:pt x="0" y="17743"/>
                  </a:cubicBezTo>
                  <a:cubicBezTo>
                    <a:pt x="0" y="7984"/>
                    <a:pt x="10013" y="0"/>
                    <a:pt x="22306" y="0"/>
                  </a:cubicBezTo>
                  <a:cubicBezTo>
                    <a:pt x="34599" y="0"/>
                    <a:pt x="44611" y="7984"/>
                    <a:pt x="44611" y="1774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38" name="Freeform: Shape 5837">
              <a:extLst>
                <a:ext uri="{FF2B5EF4-FFF2-40B4-BE49-F238E27FC236}">
                  <a16:creationId xmlns:a16="http://schemas.microsoft.com/office/drawing/2014/main" id="{7CB1F42E-865D-3E4B-0477-3B17D39178E7}"/>
                </a:ext>
              </a:extLst>
            </p:cNvPr>
            <p:cNvSpPr/>
            <p:nvPr/>
          </p:nvSpPr>
          <p:spPr>
            <a:xfrm>
              <a:off x="12038523" y="2091554"/>
              <a:ext cx="43850" cy="34725"/>
            </a:xfrm>
            <a:custGeom>
              <a:avLst/>
              <a:gdLst>
                <a:gd name="connsiteX0" fmla="*/ 43850 w 43850"/>
                <a:gd name="connsiteY0" fmla="*/ 17363 h 34725"/>
                <a:gd name="connsiteX1" fmla="*/ 21925 w 43850"/>
                <a:gd name="connsiteY1" fmla="*/ 34726 h 34725"/>
                <a:gd name="connsiteX2" fmla="*/ 0 w 43850"/>
                <a:gd name="connsiteY2" fmla="*/ 17363 h 34725"/>
                <a:gd name="connsiteX3" fmla="*/ 21925 w 43850"/>
                <a:gd name="connsiteY3" fmla="*/ 0 h 34725"/>
                <a:gd name="connsiteX4" fmla="*/ 43850 w 43850"/>
                <a:gd name="connsiteY4" fmla="*/ 17363 h 34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850" h="34725">
                  <a:moveTo>
                    <a:pt x="43850" y="17363"/>
                  </a:moveTo>
                  <a:cubicBezTo>
                    <a:pt x="43850" y="26995"/>
                    <a:pt x="34092" y="34726"/>
                    <a:pt x="21925" y="34726"/>
                  </a:cubicBezTo>
                  <a:cubicBezTo>
                    <a:pt x="9758" y="34726"/>
                    <a:pt x="0" y="26995"/>
                    <a:pt x="0" y="17363"/>
                  </a:cubicBezTo>
                  <a:cubicBezTo>
                    <a:pt x="0" y="7731"/>
                    <a:pt x="9885" y="0"/>
                    <a:pt x="21925" y="0"/>
                  </a:cubicBezTo>
                  <a:cubicBezTo>
                    <a:pt x="33965" y="0"/>
                    <a:pt x="43850" y="7731"/>
                    <a:pt x="43850" y="1736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39" name="Freeform: Shape 5838">
              <a:extLst>
                <a:ext uri="{FF2B5EF4-FFF2-40B4-BE49-F238E27FC236}">
                  <a16:creationId xmlns:a16="http://schemas.microsoft.com/office/drawing/2014/main" id="{C707EE59-C10F-D324-F7F5-DDDD5327FB7F}"/>
                </a:ext>
              </a:extLst>
            </p:cNvPr>
            <p:cNvSpPr/>
            <p:nvPr/>
          </p:nvSpPr>
          <p:spPr>
            <a:xfrm>
              <a:off x="12073629" y="2192309"/>
              <a:ext cx="42836" cy="33965"/>
            </a:xfrm>
            <a:custGeom>
              <a:avLst/>
              <a:gdLst>
                <a:gd name="connsiteX0" fmla="*/ 42837 w 42836"/>
                <a:gd name="connsiteY0" fmla="*/ 16983 h 33965"/>
                <a:gd name="connsiteX1" fmla="*/ 21418 w 42836"/>
                <a:gd name="connsiteY1" fmla="*/ 33965 h 33965"/>
                <a:gd name="connsiteX2" fmla="*/ 0 w 42836"/>
                <a:gd name="connsiteY2" fmla="*/ 16983 h 33965"/>
                <a:gd name="connsiteX3" fmla="*/ 21418 w 42836"/>
                <a:gd name="connsiteY3" fmla="*/ 0 h 33965"/>
                <a:gd name="connsiteX4" fmla="*/ 42837 w 42836"/>
                <a:gd name="connsiteY4" fmla="*/ 16983 h 33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836" h="33965">
                  <a:moveTo>
                    <a:pt x="42837" y="16983"/>
                  </a:moveTo>
                  <a:cubicBezTo>
                    <a:pt x="42837" y="26361"/>
                    <a:pt x="33206" y="33965"/>
                    <a:pt x="21418" y="33965"/>
                  </a:cubicBezTo>
                  <a:cubicBezTo>
                    <a:pt x="9632" y="33965"/>
                    <a:pt x="0" y="26361"/>
                    <a:pt x="0" y="16983"/>
                  </a:cubicBezTo>
                  <a:cubicBezTo>
                    <a:pt x="0" y="7604"/>
                    <a:pt x="9632" y="0"/>
                    <a:pt x="21418" y="0"/>
                  </a:cubicBezTo>
                  <a:cubicBezTo>
                    <a:pt x="33206" y="0"/>
                    <a:pt x="42837" y="7604"/>
                    <a:pt x="42837" y="169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40" name="Freeform: Shape 5839">
              <a:extLst>
                <a:ext uri="{FF2B5EF4-FFF2-40B4-BE49-F238E27FC236}">
                  <a16:creationId xmlns:a16="http://schemas.microsoft.com/office/drawing/2014/main" id="{EFA8A694-FA17-DBD4-4A28-6982268AD76E}"/>
                </a:ext>
              </a:extLst>
            </p:cNvPr>
            <p:cNvSpPr/>
            <p:nvPr/>
          </p:nvSpPr>
          <p:spPr>
            <a:xfrm>
              <a:off x="12105566" y="2293190"/>
              <a:ext cx="42836" cy="33965"/>
            </a:xfrm>
            <a:custGeom>
              <a:avLst/>
              <a:gdLst>
                <a:gd name="connsiteX0" fmla="*/ 42837 w 42836"/>
                <a:gd name="connsiteY0" fmla="*/ 16983 h 33965"/>
                <a:gd name="connsiteX1" fmla="*/ 21418 w 42836"/>
                <a:gd name="connsiteY1" fmla="*/ 33965 h 33965"/>
                <a:gd name="connsiteX2" fmla="*/ 0 w 42836"/>
                <a:gd name="connsiteY2" fmla="*/ 16983 h 33965"/>
                <a:gd name="connsiteX3" fmla="*/ 21418 w 42836"/>
                <a:gd name="connsiteY3" fmla="*/ 0 h 33965"/>
                <a:gd name="connsiteX4" fmla="*/ 42837 w 42836"/>
                <a:gd name="connsiteY4" fmla="*/ 16983 h 33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836" h="33965">
                  <a:moveTo>
                    <a:pt x="42837" y="16983"/>
                  </a:moveTo>
                  <a:cubicBezTo>
                    <a:pt x="42837" y="26361"/>
                    <a:pt x="33205" y="33965"/>
                    <a:pt x="21418" y="33965"/>
                  </a:cubicBezTo>
                  <a:cubicBezTo>
                    <a:pt x="9632" y="33965"/>
                    <a:pt x="0" y="26361"/>
                    <a:pt x="0" y="16983"/>
                  </a:cubicBezTo>
                  <a:cubicBezTo>
                    <a:pt x="0" y="7604"/>
                    <a:pt x="9632" y="0"/>
                    <a:pt x="21418" y="0"/>
                  </a:cubicBezTo>
                  <a:cubicBezTo>
                    <a:pt x="33205" y="0"/>
                    <a:pt x="42837" y="7604"/>
                    <a:pt x="42837" y="169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41" name="Freeform: Shape 5840">
              <a:extLst>
                <a:ext uri="{FF2B5EF4-FFF2-40B4-BE49-F238E27FC236}">
                  <a16:creationId xmlns:a16="http://schemas.microsoft.com/office/drawing/2014/main" id="{848F20B2-6FA3-C145-215D-029D232D81B7}"/>
                </a:ext>
              </a:extLst>
            </p:cNvPr>
            <p:cNvSpPr/>
            <p:nvPr/>
          </p:nvSpPr>
          <p:spPr>
            <a:xfrm>
              <a:off x="12135096" y="2395593"/>
              <a:ext cx="16095" cy="31810"/>
            </a:xfrm>
            <a:custGeom>
              <a:avLst/>
              <a:gdLst>
                <a:gd name="connsiteX0" fmla="*/ 0 w 16095"/>
                <a:gd name="connsiteY0" fmla="*/ 15969 h 31810"/>
                <a:gd name="connsiteX1" fmla="*/ 16096 w 16095"/>
                <a:gd name="connsiteY1" fmla="*/ 31811 h 31810"/>
                <a:gd name="connsiteX2" fmla="*/ 16096 w 16095"/>
                <a:gd name="connsiteY2" fmla="*/ 0 h 31810"/>
                <a:gd name="connsiteX3" fmla="*/ 0 w 16095"/>
                <a:gd name="connsiteY3" fmla="*/ 15842 h 31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095" h="31810">
                  <a:moveTo>
                    <a:pt x="0" y="15969"/>
                  </a:moveTo>
                  <a:cubicBezTo>
                    <a:pt x="0" y="23826"/>
                    <a:pt x="6970" y="30036"/>
                    <a:pt x="16096" y="31811"/>
                  </a:cubicBezTo>
                  <a:lnTo>
                    <a:pt x="16096" y="0"/>
                  </a:lnTo>
                  <a:cubicBezTo>
                    <a:pt x="6970" y="1774"/>
                    <a:pt x="0" y="8111"/>
                    <a:pt x="0" y="1584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42" name="Freeform: Shape 5841">
              <a:extLst>
                <a:ext uri="{FF2B5EF4-FFF2-40B4-BE49-F238E27FC236}">
                  <a16:creationId xmlns:a16="http://schemas.microsoft.com/office/drawing/2014/main" id="{35F4E9ED-9538-4E7E-0A4B-E3B3814E81F8}"/>
                </a:ext>
              </a:extLst>
            </p:cNvPr>
            <p:cNvSpPr/>
            <p:nvPr/>
          </p:nvSpPr>
          <p:spPr>
            <a:xfrm>
              <a:off x="12142700" y="4870873"/>
              <a:ext cx="8491" cy="15841"/>
            </a:xfrm>
            <a:custGeom>
              <a:avLst/>
              <a:gdLst>
                <a:gd name="connsiteX0" fmla="*/ 0 w 8491"/>
                <a:gd name="connsiteY0" fmla="*/ 7984 h 15841"/>
                <a:gd name="connsiteX1" fmla="*/ 8492 w 8491"/>
                <a:gd name="connsiteY1" fmla="*/ 15842 h 15841"/>
                <a:gd name="connsiteX2" fmla="*/ 8492 w 8491"/>
                <a:gd name="connsiteY2" fmla="*/ 0 h 15841"/>
                <a:gd name="connsiteX3" fmla="*/ 0 w 8491"/>
                <a:gd name="connsiteY3" fmla="*/ 7984 h 15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91" h="15841">
                  <a:moveTo>
                    <a:pt x="0" y="7984"/>
                  </a:moveTo>
                  <a:cubicBezTo>
                    <a:pt x="0" y="12040"/>
                    <a:pt x="3802" y="14955"/>
                    <a:pt x="8492" y="15842"/>
                  </a:cubicBezTo>
                  <a:lnTo>
                    <a:pt x="8492" y="0"/>
                  </a:lnTo>
                  <a:cubicBezTo>
                    <a:pt x="3802" y="1014"/>
                    <a:pt x="0" y="3802"/>
                    <a:pt x="0" y="798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43" name="Freeform: Shape 5842">
              <a:extLst>
                <a:ext uri="{FF2B5EF4-FFF2-40B4-BE49-F238E27FC236}">
                  <a16:creationId xmlns:a16="http://schemas.microsoft.com/office/drawing/2014/main" id="{090E896C-AAC6-4174-6927-1783BC7C2543}"/>
                </a:ext>
              </a:extLst>
            </p:cNvPr>
            <p:cNvSpPr/>
            <p:nvPr/>
          </p:nvSpPr>
          <p:spPr>
            <a:xfrm>
              <a:off x="12103792" y="4969600"/>
              <a:ext cx="21418" cy="16982"/>
            </a:xfrm>
            <a:custGeom>
              <a:avLst/>
              <a:gdLst>
                <a:gd name="connsiteX0" fmla="*/ 21418 w 21418"/>
                <a:gd name="connsiteY0" fmla="*/ 8491 h 16982"/>
                <a:gd name="connsiteX1" fmla="*/ 10646 w 21418"/>
                <a:gd name="connsiteY1" fmla="*/ 16983 h 16982"/>
                <a:gd name="connsiteX2" fmla="*/ 0 w 21418"/>
                <a:gd name="connsiteY2" fmla="*/ 8491 h 16982"/>
                <a:gd name="connsiteX3" fmla="*/ 10646 w 21418"/>
                <a:gd name="connsiteY3" fmla="*/ 0 h 16982"/>
                <a:gd name="connsiteX4" fmla="*/ 21418 w 21418"/>
                <a:gd name="connsiteY4" fmla="*/ 8491 h 1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18" h="16982">
                  <a:moveTo>
                    <a:pt x="21418" y="8491"/>
                  </a:moveTo>
                  <a:cubicBezTo>
                    <a:pt x="21418" y="13181"/>
                    <a:pt x="16602" y="16983"/>
                    <a:pt x="10646" y="16983"/>
                  </a:cubicBezTo>
                  <a:cubicBezTo>
                    <a:pt x="4689" y="16983"/>
                    <a:pt x="0" y="13181"/>
                    <a:pt x="0" y="8491"/>
                  </a:cubicBezTo>
                  <a:cubicBezTo>
                    <a:pt x="0" y="3802"/>
                    <a:pt x="4816" y="0"/>
                    <a:pt x="10646" y="0"/>
                  </a:cubicBezTo>
                  <a:cubicBezTo>
                    <a:pt x="16476" y="0"/>
                    <a:pt x="21418" y="3802"/>
                    <a:pt x="21418" y="84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44" name="Freeform: Shape 5843">
              <a:extLst>
                <a:ext uri="{FF2B5EF4-FFF2-40B4-BE49-F238E27FC236}">
                  <a16:creationId xmlns:a16="http://schemas.microsoft.com/office/drawing/2014/main" id="{CD142A89-C542-4869-9E8B-5910DF77DC83}"/>
                </a:ext>
              </a:extLst>
            </p:cNvPr>
            <p:cNvSpPr/>
            <p:nvPr/>
          </p:nvSpPr>
          <p:spPr>
            <a:xfrm>
              <a:off x="12062857" y="5068708"/>
              <a:ext cx="19770" cy="15715"/>
            </a:xfrm>
            <a:custGeom>
              <a:avLst/>
              <a:gdLst>
                <a:gd name="connsiteX0" fmla="*/ 19771 w 19770"/>
                <a:gd name="connsiteY0" fmla="*/ 7858 h 15715"/>
                <a:gd name="connsiteX1" fmla="*/ 9886 w 19770"/>
                <a:gd name="connsiteY1" fmla="*/ 15715 h 15715"/>
                <a:gd name="connsiteX2" fmla="*/ 0 w 19770"/>
                <a:gd name="connsiteY2" fmla="*/ 7858 h 15715"/>
                <a:gd name="connsiteX3" fmla="*/ 9886 w 19770"/>
                <a:gd name="connsiteY3" fmla="*/ 0 h 15715"/>
                <a:gd name="connsiteX4" fmla="*/ 19771 w 19770"/>
                <a:gd name="connsiteY4" fmla="*/ 7858 h 1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70" h="15715">
                  <a:moveTo>
                    <a:pt x="19771" y="7858"/>
                  </a:moveTo>
                  <a:cubicBezTo>
                    <a:pt x="19771" y="12167"/>
                    <a:pt x="15335" y="15715"/>
                    <a:pt x="9886" y="15715"/>
                  </a:cubicBezTo>
                  <a:cubicBezTo>
                    <a:pt x="4435" y="15715"/>
                    <a:pt x="0" y="12167"/>
                    <a:pt x="0" y="7858"/>
                  </a:cubicBezTo>
                  <a:cubicBezTo>
                    <a:pt x="0" y="3549"/>
                    <a:pt x="4435" y="0"/>
                    <a:pt x="9886" y="0"/>
                  </a:cubicBezTo>
                  <a:cubicBezTo>
                    <a:pt x="15335" y="0"/>
                    <a:pt x="19771" y="3549"/>
                    <a:pt x="19771" y="785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45" name="Freeform: Shape 5844">
              <a:extLst>
                <a:ext uri="{FF2B5EF4-FFF2-40B4-BE49-F238E27FC236}">
                  <a16:creationId xmlns:a16="http://schemas.microsoft.com/office/drawing/2014/main" id="{684ECEDD-076C-14AA-F1EE-5EA654E5200C}"/>
                </a:ext>
              </a:extLst>
            </p:cNvPr>
            <p:cNvSpPr/>
            <p:nvPr/>
          </p:nvSpPr>
          <p:spPr>
            <a:xfrm>
              <a:off x="12018753" y="5166801"/>
              <a:ext cx="19010" cy="15208"/>
            </a:xfrm>
            <a:custGeom>
              <a:avLst/>
              <a:gdLst>
                <a:gd name="connsiteX0" fmla="*/ 19010 w 19010"/>
                <a:gd name="connsiteY0" fmla="*/ 7604 h 15208"/>
                <a:gd name="connsiteX1" fmla="*/ 9505 w 19010"/>
                <a:gd name="connsiteY1" fmla="*/ 15208 h 15208"/>
                <a:gd name="connsiteX2" fmla="*/ 0 w 19010"/>
                <a:gd name="connsiteY2" fmla="*/ 7604 h 15208"/>
                <a:gd name="connsiteX3" fmla="*/ 9505 w 19010"/>
                <a:gd name="connsiteY3" fmla="*/ 0 h 15208"/>
                <a:gd name="connsiteX4" fmla="*/ 19010 w 19010"/>
                <a:gd name="connsiteY4" fmla="*/ 7604 h 15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10" h="15208">
                  <a:moveTo>
                    <a:pt x="19010" y="7604"/>
                  </a:moveTo>
                  <a:cubicBezTo>
                    <a:pt x="19010" y="11786"/>
                    <a:pt x="14701" y="15208"/>
                    <a:pt x="9505" y="15208"/>
                  </a:cubicBezTo>
                  <a:cubicBezTo>
                    <a:pt x="4309" y="15208"/>
                    <a:pt x="0" y="11786"/>
                    <a:pt x="0" y="7604"/>
                  </a:cubicBezTo>
                  <a:cubicBezTo>
                    <a:pt x="0" y="3422"/>
                    <a:pt x="4309" y="0"/>
                    <a:pt x="9505" y="0"/>
                  </a:cubicBezTo>
                  <a:cubicBezTo>
                    <a:pt x="14701" y="0"/>
                    <a:pt x="19010" y="3422"/>
                    <a:pt x="19010" y="760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46" name="Freeform: Shape 5845">
              <a:extLst>
                <a:ext uri="{FF2B5EF4-FFF2-40B4-BE49-F238E27FC236}">
                  <a16:creationId xmlns:a16="http://schemas.microsoft.com/office/drawing/2014/main" id="{482D7000-EDE3-D9D5-C2A5-F78C8C30EDCA}"/>
                </a:ext>
              </a:extLst>
            </p:cNvPr>
            <p:cNvSpPr/>
            <p:nvPr/>
          </p:nvSpPr>
          <p:spPr>
            <a:xfrm>
              <a:off x="11972367" y="5264515"/>
              <a:ext cx="17743" cy="13941"/>
            </a:xfrm>
            <a:custGeom>
              <a:avLst/>
              <a:gdLst>
                <a:gd name="connsiteX0" fmla="*/ 17743 w 17743"/>
                <a:gd name="connsiteY0" fmla="*/ 6971 h 13941"/>
                <a:gd name="connsiteX1" fmla="*/ 8872 w 17743"/>
                <a:gd name="connsiteY1" fmla="*/ 13941 h 13941"/>
                <a:gd name="connsiteX2" fmla="*/ 0 w 17743"/>
                <a:gd name="connsiteY2" fmla="*/ 6971 h 13941"/>
                <a:gd name="connsiteX3" fmla="*/ 8872 w 17743"/>
                <a:gd name="connsiteY3" fmla="*/ 0 h 13941"/>
                <a:gd name="connsiteX4" fmla="*/ 17743 w 17743"/>
                <a:gd name="connsiteY4" fmla="*/ 6971 h 1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3" h="13941">
                  <a:moveTo>
                    <a:pt x="17743" y="6971"/>
                  </a:moveTo>
                  <a:cubicBezTo>
                    <a:pt x="17743" y="10899"/>
                    <a:pt x="13815" y="13941"/>
                    <a:pt x="8872" y="13941"/>
                  </a:cubicBezTo>
                  <a:cubicBezTo>
                    <a:pt x="3929" y="13941"/>
                    <a:pt x="0" y="10773"/>
                    <a:pt x="0" y="6971"/>
                  </a:cubicBezTo>
                  <a:cubicBezTo>
                    <a:pt x="0" y="3168"/>
                    <a:pt x="3929" y="0"/>
                    <a:pt x="8872" y="0"/>
                  </a:cubicBezTo>
                  <a:cubicBezTo>
                    <a:pt x="13815" y="0"/>
                    <a:pt x="17743" y="3168"/>
                    <a:pt x="17743" y="697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47" name="Freeform: Shape 5846">
              <a:extLst>
                <a:ext uri="{FF2B5EF4-FFF2-40B4-BE49-F238E27FC236}">
                  <a16:creationId xmlns:a16="http://schemas.microsoft.com/office/drawing/2014/main" id="{E3AC124D-F364-3B60-F0D3-0774FF5D0561}"/>
                </a:ext>
              </a:extLst>
            </p:cNvPr>
            <p:cNvSpPr/>
            <p:nvPr/>
          </p:nvSpPr>
          <p:spPr>
            <a:xfrm>
              <a:off x="11923193" y="5361088"/>
              <a:ext cx="16982" cy="13433"/>
            </a:xfrm>
            <a:custGeom>
              <a:avLst/>
              <a:gdLst>
                <a:gd name="connsiteX0" fmla="*/ 16983 w 16982"/>
                <a:gd name="connsiteY0" fmla="*/ 6717 h 13433"/>
                <a:gd name="connsiteX1" fmla="*/ 8492 w 16982"/>
                <a:gd name="connsiteY1" fmla="*/ 13434 h 13433"/>
                <a:gd name="connsiteX2" fmla="*/ 0 w 16982"/>
                <a:gd name="connsiteY2" fmla="*/ 6717 h 13433"/>
                <a:gd name="connsiteX3" fmla="*/ 8492 w 16982"/>
                <a:gd name="connsiteY3" fmla="*/ 0 h 13433"/>
                <a:gd name="connsiteX4" fmla="*/ 16983 w 16982"/>
                <a:gd name="connsiteY4" fmla="*/ 6717 h 13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82" h="13433">
                  <a:moveTo>
                    <a:pt x="16983" y="6717"/>
                  </a:moveTo>
                  <a:cubicBezTo>
                    <a:pt x="16983" y="10392"/>
                    <a:pt x="13181" y="13434"/>
                    <a:pt x="8492" y="13434"/>
                  </a:cubicBezTo>
                  <a:cubicBezTo>
                    <a:pt x="3803" y="13434"/>
                    <a:pt x="0" y="10392"/>
                    <a:pt x="0" y="6717"/>
                  </a:cubicBezTo>
                  <a:cubicBezTo>
                    <a:pt x="0" y="3042"/>
                    <a:pt x="3803" y="0"/>
                    <a:pt x="8492" y="0"/>
                  </a:cubicBezTo>
                  <a:cubicBezTo>
                    <a:pt x="13181" y="0"/>
                    <a:pt x="16983" y="3042"/>
                    <a:pt x="16983" y="671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48" name="Freeform: Shape 5847">
              <a:extLst>
                <a:ext uri="{FF2B5EF4-FFF2-40B4-BE49-F238E27FC236}">
                  <a16:creationId xmlns:a16="http://schemas.microsoft.com/office/drawing/2014/main" id="{74775D39-196F-98E9-920A-3496504C9EF3}"/>
                </a:ext>
              </a:extLst>
            </p:cNvPr>
            <p:cNvSpPr/>
            <p:nvPr/>
          </p:nvSpPr>
          <p:spPr>
            <a:xfrm>
              <a:off x="11871738" y="5456900"/>
              <a:ext cx="15968" cy="12800"/>
            </a:xfrm>
            <a:custGeom>
              <a:avLst/>
              <a:gdLst>
                <a:gd name="connsiteX0" fmla="*/ 15969 w 15968"/>
                <a:gd name="connsiteY0" fmla="*/ 6337 h 12800"/>
                <a:gd name="connsiteX1" fmla="*/ 7984 w 15968"/>
                <a:gd name="connsiteY1" fmla="*/ 12800 h 12800"/>
                <a:gd name="connsiteX2" fmla="*/ 0 w 15968"/>
                <a:gd name="connsiteY2" fmla="*/ 6337 h 12800"/>
                <a:gd name="connsiteX3" fmla="*/ 7984 w 15968"/>
                <a:gd name="connsiteY3" fmla="*/ 0 h 12800"/>
                <a:gd name="connsiteX4" fmla="*/ 15969 w 15968"/>
                <a:gd name="connsiteY4" fmla="*/ 6337 h 1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800">
                  <a:moveTo>
                    <a:pt x="15969" y="6337"/>
                  </a:moveTo>
                  <a:cubicBezTo>
                    <a:pt x="15969" y="9885"/>
                    <a:pt x="12294" y="12800"/>
                    <a:pt x="7984" y="12800"/>
                  </a:cubicBezTo>
                  <a:cubicBezTo>
                    <a:pt x="3676" y="12800"/>
                    <a:pt x="0" y="9885"/>
                    <a:pt x="0" y="6337"/>
                  </a:cubicBezTo>
                  <a:cubicBezTo>
                    <a:pt x="0" y="2788"/>
                    <a:pt x="3549" y="0"/>
                    <a:pt x="7984" y="0"/>
                  </a:cubicBezTo>
                  <a:cubicBezTo>
                    <a:pt x="12421" y="0"/>
                    <a:pt x="15969" y="2915"/>
                    <a:pt x="15969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49" name="Freeform: Shape 5848">
              <a:extLst>
                <a:ext uri="{FF2B5EF4-FFF2-40B4-BE49-F238E27FC236}">
                  <a16:creationId xmlns:a16="http://schemas.microsoft.com/office/drawing/2014/main" id="{CACAA31C-80F1-A5FB-4682-2DD88A1CEB0D}"/>
                </a:ext>
              </a:extLst>
            </p:cNvPr>
            <p:cNvSpPr/>
            <p:nvPr/>
          </p:nvSpPr>
          <p:spPr>
            <a:xfrm>
              <a:off x="11817749" y="5551952"/>
              <a:ext cx="14701" cy="11659"/>
            </a:xfrm>
            <a:custGeom>
              <a:avLst/>
              <a:gdLst>
                <a:gd name="connsiteX0" fmla="*/ 14702 w 14701"/>
                <a:gd name="connsiteY0" fmla="*/ 5830 h 11659"/>
                <a:gd name="connsiteX1" fmla="*/ 7351 w 14701"/>
                <a:gd name="connsiteY1" fmla="*/ 11659 h 11659"/>
                <a:gd name="connsiteX2" fmla="*/ 0 w 14701"/>
                <a:gd name="connsiteY2" fmla="*/ 5830 h 11659"/>
                <a:gd name="connsiteX3" fmla="*/ 7351 w 14701"/>
                <a:gd name="connsiteY3" fmla="*/ 0 h 11659"/>
                <a:gd name="connsiteX4" fmla="*/ 14702 w 14701"/>
                <a:gd name="connsiteY4" fmla="*/ 5830 h 11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01" h="11659">
                  <a:moveTo>
                    <a:pt x="14702" y="5830"/>
                  </a:moveTo>
                  <a:cubicBezTo>
                    <a:pt x="14702" y="9125"/>
                    <a:pt x="11407" y="11659"/>
                    <a:pt x="7351" y="11659"/>
                  </a:cubicBezTo>
                  <a:cubicBezTo>
                    <a:pt x="3295" y="11659"/>
                    <a:pt x="0" y="9125"/>
                    <a:pt x="0" y="5830"/>
                  </a:cubicBezTo>
                  <a:cubicBezTo>
                    <a:pt x="0" y="2534"/>
                    <a:pt x="3295" y="0"/>
                    <a:pt x="7351" y="0"/>
                  </a:cubicBezTo>
                  <a:cubicBezTo>
                    <a:pt x="11407" y="0"/>
                    <a:pt x="14702" y="2534"/>
                    <a:pt x="14702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50" name="Freeform: Shape 5849">
              <a:extLst>
                <a:ext uri="{FF2B5EF4-FFF2-40B4-BE49-F238E27FC236}">
                  <a16:creationId xmlns:a16="http://schemas.microsoft.com/office/drawing/2014/main" id="{689926D0-35D8-5389-B0A3-F8B52C12D998}"/>
                </a:ext>
              </a:extLst>
            </p:cNvPr>
            <p:cNvSpPr/>
            <p:nvPr/>
          </p:nvSpPr>
          <p:spPr>
            <a:xfrm>
              <a:off x="11761098" y="5645863"/>
              <a:ext cx="13940" cy="11152"/>
            </a:xfrm>
            <a:custGeom>
              <a:avLst/>
              <a:gdLst>
                <a:gd name="connsiteX0" fmla="*/ 13941 w 13940"/>
                <a:gd name="connsiteY0" fmla="*/ 5576 h 11152"/>
                <a:gd name="connsiteX1" fmla="*/ 6970 w 13940"/>
                <a:gd name="connsiteY1" fmla="*/ 11152 h 11152"/>
                <a:gd name="connsiteX2" fmla="*/ 0 w 13940"/>
                <a:gd name="connsiteY2" fmla="*/ 5576 h 11152"/>
                <a:gd name="connsiteX3" fmla="*/ 6970 w 13940"/>
                <a:gd name="connsiteY3" fmla="*/ 0 h 11152"/>
                <a:gd name="connsiteX4" fmla="*/ 13941 w 13940"/>
                <a:gd name="connsiteY4" fmla="*/ 5576 h 11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0" h="11152">
                  <a:moveTo>
                    <a:pt x="13941" y="5576"/>
                  </a:moveTo>
                  <a:cubicBezTo>
                    <a:pt x="13941" y="8618"/>
                    <a:pt x="10772" y="11152"/>
                    <a:pt x="6970" y="11152"/>
                  </a:cubicBezTo>
                  <a:cubicBezTo>
                    <a:pt x="3168" y="11152"/>
                    <a:pt x="0" y="8744"/>
                    <a:pt x="0" y="5576"/>
                  </a:cubicBezTo>
                  <a:cubicBezTo>
                    <a:pt x="0" y="2408"/>
                    <a:pt x="3168" y="0"/>
                    <a:pt x="6970" y="0"/>
                  </a:cubicBezTo>
                  <a:cubicBezTo>
                    <a:pt x="10772" y="0"/>
                    <a:pt x="13941" y="2408"/>
                    <a:pt x="13941" y="55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51" name="Freeform: Shape 5850">
              <a:extLst>
                <a:ext uri="{FF2B5EF4-FFF2-40B4-BE49-F238E27FC236}">
                  <a16:creationId xmlns:a16="http://schemas.microsoft.com/office/drawing/2014/main" id="{62BA1F6C-2FCB-DFE0-057D-43CFED6044DE}"/>
                </a:ext>
              </a:extLst>
            </p:cNvPr>
            <p:cNvSpPr/>
            <p:nvPr/>
          </p:nvSpPr>
          <p:spPr>
            <a:xfrm>
              <a:off x="11702293" y="5739141"/>
              <a:ext cx="12546" cy="9885"/>
            </a:xfrm>
            <a:custGeom>
              <a:avLst/>
              <a:gdLst>
                <a:gd name="connsiteX0" fmla="*/ 12547 w 12546"/>
                <a:gd name="connsiteY0" fmla="*/ 4943 h 9885"/>
                <a:gd name="connsiteX1" fmla="*/ 6210 w 12546"/>
                <a:gd name="connsiteY1" fmla="*/ 9885 h 9885"/>
                <a:gd name="connsiteX2" fmla="*/ 0 w 12546"/>
                <a:gd name="connsiteY2" fmla="*/ 4943 h 9885"/>
                <a:gd name="connsiteX3" fmla="*/ 6210 w 12546"/>
                <a:gd name="connsiteY3" fmla="*/ 0 h 9885"/>
                <a:gd name="connsiteX4" fmla="*/ 12547 w 12546"/>
                <a:gd name="connsiteY4" fmla="*/ 4943 h 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46" h="9885">
                  <a:moveTo>
                    <a:pt x="12547" y="4943"/>
                  </a:moveTo>
                  <a:lnTo>
                    <a:pt x="6210" y="9885"/>
                  </a:lnTo>
                  <a:lnTo>
                    <a:pt x="0" y="4943"/>
                  </a:lnTo>
                  <a:lnTo>
                    <a:pt x="6210" y="0"/>
                  </a:lnTo>
                  <a:lnTo>
                    <a:pt x="12547" y="494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52" name="Freeform: Shape 5851">
              <a:extLst>
                <a:ext uri="{FF2B5EF4-FFF2-40B4-BE49-F238E27FC236}">
                  <a16:creationId xmlns:a16="http://schemas.microsoft.com/office/drawing/2014/main" id="{C8ADCEC1-CB78-961D-4AF5-BE195ED92383}"/>
                </a:ext>
              </a:extLst>
            </p:cNvPr>
            <p:cNvSpPr/>
            <p:nvPr/>
          </p:nvSpPr>
          <p:spPr>
            <a:xfrm>
              <a:off x="11640572" y="5831024"/>
              <a:ext cx="11913" cy="9505"/>
            </a:xfrm>
            <a:custGeom>
              <a:avLst/>
              <a:gdLst>
                <a:gd name="connsiteX0" fmla="*/ 11913 w 11913"/>
                <a:gd name="connsiteY0" fmla="*/ 4689 h 9505"/>
                <a:gd name="connsiteX1" fmla="*/ 5957 w 11913"/>
                <a:gd name="connsiteY1" fmla="*/ 9505 h 9505"/>
                <a:gd name="connsiteX2" fmla="*/ 0 w 11913"/>
                <a:gd name="connsiteY2" fmla="*/ 4689 h 9505"/>
                <a:gd name="connsiteX3" fmla="*/ 5957 w 11913"/>
                <a:gd name="connsiteY3" fmla="*/ 0 h 9505"/>
                <a:gd name="connsiteX4" fmla="*/ 11913 w 11913"/>
                <a:gd name="connsiteY4" fmla="*/ 4689 h 9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13" h="9505">
                  <a:moveTo>
                    <a:pt x="11913" y="4689"/>
                  </a:moveTo>
                  <a:lnTo>
                    <a:pt x="5957" y="9505"/>
                  </a:lnTo>
                  <a:lnTo>
                    <a:pt x="0" y="4689"/>
                  </a:lnTo>
                  <a:lnTo>
                    <a:pt x="5957" y="0"/>
                  </a:lnTo>
                  <a:lnTo>
                    <a:pt x="11913" y="468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53" name="Freeform: Shape 5852">
              <a:extLst>
                <a:ext uri="{FF2B5EF4-FFF2-40B4-BE49-F238E27FC236}">
                  <a16:creationId xmlns:a16="http://schemas.microsoft.com/office/drawing/2014/main" id="{E8217A79-5320-0E63-4247-7A2CDF3F3140}"/>
                </a:ext>
              </a:extLst>
            </p:cNvPr>
            <p:cNvSpPr/>
            <p:nvPr/>
          </p:nvSpPr>
          <p:spPr>
            <a:xfrm>
              <a:off x="11576950" y="5922148"/>
              <a:ext cx="10519" cy="8364"/>
            </a:xfrm>
            <a:custGeom>
              <a:avLst/>
              <a:gdLst>
                <a:gd name="connsiteX0" fmla="*/ 10519 w 10519"/>
                <a:gd name="connsiteY0" fmla="*/ 4182 h 8364"/>
                <a:gd name="connsiteX1" fmla="*/ 5197 w 10519"/>
                <a:gd name="connsiteY1" fmla="*/ 8365 h 8364"/>
                <a:gd name="connsiteX2" fmla="*/ 0 w 10519"/>
                <a:gd name="connsiteY2" fmla="*/ 4182 h 8364"/>
                <a:gd name="connsiteX3" fmla="*/ 5197 w 10519"/>
                <a:gd name="connsiteY3" fmla="*/ 0 h 8364"/>
                <a:gd name="connsiteX4" fmla="*/ 10519 w 10519"/>
                <a:gd name="connsiteY4" fmla="*/ 4182 h 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19" h="8364">
                  <a:moveTo>
                    <a:pt x="10519" y="4182"/>
                  </a:moveTo>
                  <a:lnTo>
                    <a:pt x="5197" y="8365"/>
                  </a:lnTo>
                  <a:lnTo>
                    <a:pt x="0" y="4182"/>
                  </a:lnTo>
                  <a:lnTo>
                    <a:pt x="5197" y="0"/>
                  </a:lnTo>
                  <a:lnTo>
                    <a:pt x="10519" y="41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54" name="Freeform: Shape 5853">
              <a:extLst>
                <a:ext uri="{FF2B5EF4-FFF2-40B4-BE49-F238E27FC236}">
                  <a16:creationId xmlns:a16="http://schemas.microsoft.com/office/drawing/2014/main" id="{14EEFCDE-34AC-E01C-F6FB-E207EF470E26}"/>
                </a:ext>
              </a:extLst>
            </p:cNvPr>
            <p:cNvSpPr/>
            <p:nvPr/>
          </p:nvSpPr>
          <p:spPr>
            <a:xfrm>
              <a:off x="11510541" y="6012003"/>
              <a:ext cx="9758" cy="7731"/>
            </a:xfrm>
            <a:custGeom>
              <a:avLst/>
              <a:gdLst>
                <a:gd name="connsiteX0" fmla="*/ 9759 w 9758"/>
                <a:gd name="connsiteY0" fmla="*/ 3929 h 7731"/>
                <a:gd name="connsiteX1" fmla="*/ 4943 w 9758"/>
                <a:gd name="connsiteY1" fmla="*/ 7731 h 7731"/>
                <a:gd name="connsiteX2" fmla="*/ 0 w 9758"/>
                <a:gd name="connsiteY2" fmla="*/ 3929 h 7731"/>
                <a:gd name="connsiteX3" fmla="*/ 4943 w 9758"/>
                <a:gd name="connsiteY3" fmla="*/ 0 h 7731"/>
                <a:gd name="connsiteX4" fmla="*/ 9759 w 9758"/>
                <a:gd name="connsiteY4" fmla="*/ 3929 h 7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58" h="7731">
                  <a:moveTo>
                    <a:pt x="9759" y="3929"/>
                  </a:moveTo>
                  <a:lnTo>
                    <a:pt x="4943" y="7731"/>
                  </a:lnTo>
                  <a:lnTo>
                    <a:pt x="0" y="3929"/>
                  </a:lnTo>
                  <a:lnTo>
                    <a:pt x="4943" y="0"/>
                  </a:lnTo>
                  <a:lnTo>
                    <a:pt x="9759" y="392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55" name="Freeform: Shape 5854">
              <a:extLst>
                <a:ext uri="{FF2B5EF4-FFF2-40B4-BE49-F238E27FC236}">
                  <a16:creationId xmlns:a16="http://schemas.microsoft.com/office/drawing/2014/main" id="{FC788A59-8E58-FDE8-715A-EB14800A4A15}"/>
                </a:ext>
              </a:extLst>
            </p:cNvPr>
            <p:cNvSpPr/>
            <p:nvPr/>
          </p:nvSpPr>
          <p:spPr>
            <a:xfrm>
              <a:off x="11441723" y="6100592"/>
              <a:ext cx="9252" cy="7350"/>
            </a:xfrm>
            <a:custGeom>
              <a:avLst/>
              <a:gdLst>
                <a:gd name="connsiteX0" fmla="*/ 9252 w 9252"/>
                <a:gd name="connsiteY0" fmla="*/ 3675 h 7350"/>
                <a:gd name="connsiteX1" fmla="*/ 4689 w 9252"/>
                <a:gd name="connsiteY1" fmla="*/ 7351 h 7350"/>
                <a:gd name="connsiteX2" fmla="*/ 0 w 9252"/>
                <a:gd name="connsiteY2" fmla="*/ 3675 h 7350"/>
                <a:gd name="connsiteX3" fmla="*/ 4689 w 9252"/>
                <a:gd name="connsiteY3" fmla="*/ 0 h 7350"/>
                <a:gd name="connsiteX4" fmla="*/ 9252 w 9252"/>
                <a:gd name="connsiteY4" fmla="*/ 3675 h 7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52" h="7350">
                  <a:moveTo>
                    <a:pt x="9252" y="3675"/>
                  </a:moveTo>
                  <a:lnTo>
                    <a:pt x="4689" y="7351"/>
                  </a:lnTo>
                  <a:lnTo>
                    <a:pt x="0" y="3675"/>
                  </a:lnTo>
                  <a:lnTo>
                    <a:pt x="4689" y="0"/>
                  </a:lnTo>
                  <a:lnTo>
                    <a:pt x="9252" y="367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56" name="Freeform: Shape 5855">
              <a:extLst>
                <a:ext uri="{FF2B5EF4-FFF2-40B4-BE49-F238E27FC236}">
                  <a16:creationId xmlns:a16="http://schemas.microsoft.com/office/drawing/2014/main" id="{140604A5-31AC-381C-B5A8-CF8E716FB152}"/>
                </a:ext>
              </a:extLst>
            </p:cNvPr>
            <p:cNvSpPr/>
            <p:nvPr/>
          </p:nvSpPr>
          <p:spPr>
            <a:xfrm>
              <a:off x="11370752" y="6188166"/>
              <a:ext cx="8364" cy="6590"/>
            </a:xfrm>
            <a:custGeom>
              <a:avLst/>
              <a:gdLst>
                <a:gd name="connsiteX0" fmla="*/ 8364 w 8364"/>
                <a:gd name="connsiteY0" fmla="*/ 3295 h 6590"/>
                <a:gd name="connsiteX1" fmla="*/ 4183 w 8364"/>
                <a:gd name="connsiteY1" fmla="*/ 6591 h 6590"/>
                <a:gd name="connsiteX2" fmla="*/ 0 w 8364"/>
                <a:gd name="connsiteY2" fmla="*/ 3295 h 6590"/>
                <a:gd name="connsiteX3" fmla="*/ 4183 w 8364"/>
                <a:gd name="connsiteY3" fmla="*/ 0 h 6590"/>
                <a:gd name="connsiteX4" fmla="*/ 8364 w 8364"/>
                <a:gd name="connsiteY4" fmla="*/ 3295 h 6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64" h="6590">
                  <a:moveTo>
                    <a:pt x="8364" y="3295"/>
                  </a:moveTo>
                  <a:lnTo>
                    <a:pt x="4183" y="6591"/>
                  </a:lnTo>
                  <a:lnTo>
                    <a:pt x="0" y="3295"/>
                  </a:lnTo>
                  <a:lnTo>
                    <a:pt x="4183" y="0"/>
                  </a:lnTo>
                  <a:lnTo>
                    <a:pt x="8364" y="32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57" name="Freeform: Shape 5856">
              <a:extLst>
                <a:ext uri="{FF2B5EF4-FFF2-40B4-BE49-F238E27FC236}">
                  <a16:creationId xmlns:a16="http://schemas.microsoft.com/office/drawing/2014/main" id="{0F6ABE12-DC21-0FCE-8636-E6A4260EAD15}"/>
                </a:ext>
              </a:extLst>
            </p:cNvPr>
            <p:cNvSpPr/>
            <p:nvPr/>
          </p:nvSpPr>
          <p:spPr>
            <a:xfrm>
              <a:off x="11297625" y="6274600"/>
              <a:ext cx="7224" cy="5703"/>
            </a:xfrm>
            <a:custGeom>
              <a:avLst/>
              <a:gdLst>
                <a:gd name="connsiteX0" fmla="*/ 7224 w 7224"/>
                <a:gd name="connsiteY0" fmla="*/ 2915 h 5703"/>
                <a:gd name="connsiteX1" fmla="*/ 3675 w 7224"/>
                <a:gd name="connsiteY1" fmla="*/ 5703 h 5703"/>
                <a:gd name="connsiteX2" fmla="*/ 0 w 7224"/>
                <a:gd name="connsiteY2" fmla="*/ 2915 h 5703"/>
                <a:gd name="connsiteX3" fmla="*/ 3675 w 7224"/>
                <a:gd name="connsiteY3" fmla="*/ 0 h 5703"/>
                <a:gd name="connsiteX4" fmla="*/ 7224 w 7224"/>
                <a:gd name="connsiteY4" fmla="*/ 2915 h 5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24" h="5703">
                  <a:moveTo>
                    <a:pt x="7224" y="2915"/>
                  </a:moveTo>
                  <a:lnTo>
                    <a:pt x="3675" y="5703"/>
                  </a:lnTo>
                  <a:lnTo>
                    <a:pt x="0" y="2915"/>
                  </a:lnTo>
                  <a:lnTo>
                    <a:pt x="3675" y="0"/>
                  </a:lnTo>
                  <a:lnTo>
                    <a:pt x="7224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58" name="Freeform: Shape 5857">
              <a:extLst>
                <a:ext uri="{FF2B5EF4-FFF2-40B4-BE49-F238E27FC236}">
                  <a16:creationId xmlns:a16="http://schemas.microsoft.com/office/drawing/2014/main" id="{7AB97C91-C97B-96CF-0369-461F89133376}"/>
                </a:ext>
              </a:extLst>
            </p:cNvPr>
            <p:cNvSpPr/>
            <p:nvPr/>
          </p:nvSpPr>
          <p:spPr>
            <a:xfrm>
              <a:off x="11222343" y="6359894"/>
              <a:ext cx="5830" cy="4689"/>
            </a:xfrm>
            <a:custGeom>
              <a:avLst/>
              <a:gdLst>
                <a:gd name="connsiteX0" fmla="*/ 5830 w 5830"/>
                <a:gd name="connsiteY0" fmla="*/ 2408 h 4689"/>
                <a:gd name="connsiteX1" fmla="*/ 2915 w 5830"/>
                <a:gd name="connsiteY1" fmla="*/ 4689 h 4689"/>
                <a:gd name="connsiteX2" fmla="*/ 0 w 5830"/>
                <a:gd name="connsiteY2" fmla="*/ 2408 h 4689"/>
                <a:gd name="connsiteX3" fmla="*/ 2915 w 5830"/>
                <a:gd name="connsiteY3" fmla="*/ 0 h 4689"/>
                <a:gd name="connsiteX4" fmla="*/ 5830 w 5830"/>
                <a:gd name="connsiteY4" fmla="*/ 2408 h 4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30" h="4689">
                  <a:moveTo>
                    <a:pt x="5830" y="2408"/>
                  </a:moveTo>
                  <a:lnTo>
                    <a:pt x="2915" y="4689"/>
                  </a:lnTo>
                  <a:lnTo>
                    <a:pt x="0" y="2408"/>
                  </a:lnTo>
                  <a:lnTo>
                    <a:pt x="2915" y="0"/>
                  </a:lnTo>
                  <a:lnTo>
                    <a:pt x="5830" y="240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59" name="Freeform: Shape 5858">
              <a:extLst>
                <a:ext uri="{FF2B5EF4-FFF2-40B4-BE49-F238E27FC236}">
                  <a16:creationId xmlns:a16="http://schemas.microsoft.com/office/drawing/2014/main" id="{F0C64A96-715F-E766-DD14-DE250DE544BA}"/>
                </a:ext>
              </a:extLst>
            </p:cNvPr>
            <p:cNvSpPr/>
            <p:nvPr/>
          </p:nvSpPr>
          <p:spPr>
            <a:xfrm>
              <a:off x="11144401" y="6443666"/>
              <a:ext cx="5449" cy="4182"/>
            </a:xfrm>
            <a:custGeom>
              <a:avLst/>
              <a:gdLst>
                <a:gd name="connsiteX0" fmla="*/ 5450 w 5449"/>
                <a:gd name="connsiteY0" fmla="*/ 2028 h 4182"/>
                <a:gd name="connsiteX1" fmla="*/ 2661 w 5449"/>
                <a:gd name="connsiteY1" fmla="*/ 4183 h 4182"/>
                <a:gd name="connsiteX2" fmla="*/ 0 w 5449"/>
                <a:gd name="connsiteY2" fmla="*/ 2028 h 4182"/>
                <a:gd name="connsiteX3" fmla="*/ 2661 w 5449"/>
                <a:gd name="connsiteY3" fmla="*/ 0 h 4182"/>
                <a:gd name="connsiteX4" fmla="*/ 5450 w 5449"/>
                <a:gd name="connsiteY4" fmla="*/ 2028 h 4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49" h="4182">
                  <a:moveTo>
                    <a:pt x="5450" y="2028"/>
                  </a:moveTo>
                  <a:lnTo>
                    <a:pt x="2661" y="4183"/>
                  </a:lnTo>
                  <a:lnTo>
                    <a:pt x="0" y="2028"/>
                  </a:lnTo>
                  <a:lnTo>
                    <a:pt x="2661" y="0"/>
                  </a:lnTo>
                  <a:lnTo>
                    <a:pt x="5450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60" name="Freeform: Shape 5859">
              <a:extLst>
                <a:ext uri="{FF2B5EF4-FFF2-40B4-BE49-F238E27FC236}">
                  <a16:creationId xmlns:a16="http://schemas.microsoft.com/office/drawing/2014/main" id="{FDD19938-8265-70A2-EE48-EA52F12B22FF}"/>
                </a:ext>
              </a:extLst>
            </p:cNvPr>
            <p:cNvSpPr/>
            <p:nvPr/>
          </p:nvSpPr>
          <p:spPr>
            <a:xfrm>
              <a:off x="11064684" y="6526298"/>
              <a:ext cx="4182" cy="3295"/>
            </a:xfrm>
            <a:custGeom>
              <a:avLst/>
              <a:gdLst>
                <a:gd name="connsiteX0" fmla="*/ 4183 w 4182"/>
                <a:gd name="connsiteY0" fmla="*/ 1648 h 3295"/>
                <a:gd name="connsiteX1" fmla="*/ 2028 w 4182"/>
                <a:gd name="connsiteY1" fmla="*/ 3295 h 3295"/>
                <a:gd name="connsiteX2" fmla="*/ 0 w 4182"/>
                <a:gd name="connsiteY2" fmla="*/ 1648 h 3295"/>
                <a:gd name="connsiteX3" fmla="*/ 2028 w 4182"/>
                <a:gd name="connsiteY3" fmla="*/ 0 h 3295"/>
                <a:gd name="connsiteX4" fmla="*/ 4183 w 4182"/>
                <a:gd name="connsiteY4" fmla="*/ 1648 h 3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2" h="3295">
                  <a:moveTo>
                    <a:pt x="4183" y="1648"/>
                  </a:moveTo>
                  <a:lnTo>
                    <a:pt x="2028" y="3295"/>
                  </a:lnTo>
                  <a:lnTo>
                    <a:pt x="0" y="1648"/>
                  </a:lnTo>
                  <a:lnTo>
                    <a:pt x="2028" y="0"/>
                  </a:lnTo>
                  <a:lnTo>
                    <a:pt x="4183" y="164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61" name="Freeform: Shape 5860">
              <a:extLst>
                <a:ext uri="{FF2B5EF4-FFF2-40B4-BE49-F238E27FC236}">
                  <a16:creationId xmlns:a16="http://schemas.microsoft.com/office/drawing/2014/main" id="{5F4E9E23-27C3-617F-FFA6-04D75119567A}"/>
                </a:ext>
              </a:extLst>
            </p:cNvPr>
            <p:cNvSpPr/>
            <p:nvPr/>
          </p:nvSpPr>
          <p:spPr>
            <a:xfrm>
              <a:off x="10982432" y="6607283"/>
              <a:ext cx="3548" cy="2787"/>
            </a:xfrm>
            <a:custGeom>
              <a:avLst/>
              <a:gdLst>
                <a:gd name="connsiteX0" fmla="*/ 3549 w 3548"/>
                <a:gd name="connsiteY0" fmla="*/ 1394 h 2787"/>
                <a:gd name="connsiteX1" fmla="*/ 1774 w 3548"/>
                <a:gd name="connsiteY1" fmla="*/ 2788 h 2787"/>
                <a:gd name="connsiteX2" fmla="*/ 0 w 3548"/>
                <a:gd name="connsiteY2" fmla="*/ 1394 h 2787"/>
                <a:gd name="connsiteX3" fmla="*/ 1774 w 3548"/>
                <a:gd name="connsiteY3" fmla="*/ 0 h 2787"/>
                <a:gd name="connsiteX4" fmla="*/ 3549 w 3548"/>
                <a:gd name="connsiteY4" fmla="*/ 1394 h 2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7">
                  <a:moveTo>
                    <a:pt x="3549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9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62" name="Freeform: Shape 5861">
              <a:extLst>
                <a:ext uri="{FF2B5EF4-FFF2-40B4-BE49-F238E27FC236}">
                  <a16:creationId xmlns:a16="http://schemas.microsoft.com/office/drawing/2014/main" id="{2E97B873-B949-3C46-D66D-54C43A156C19}"/>
                </a:ext>
              </a:extLst>
            </p:cNvPr>
            <p:cNvSpPr/>
            <p:nvPr/>
          </p:nvSpPr>
          <p:spPr>
            <a:xfrm>
              <a:off x="10898153" y="6686999"/>
              <a:ext cx="2915" cy="2281"/>
            </a:xfrm>
            <a:custGeom>
              <a:avLst/>
              <a:gdLst>
                <a:gd name="connsiteX0" fmla="*/ 2915 w 2915"/>
                <a:gd name="connsiteY0" fmla="*/ 1140 h 2281"/>
                <a:gd name="connsiteX1" fmla="*/ 1395 w 2915"/>
                <a:gd name="connsiteY1" fmla="*/ 2281 h 2281"/>
                <a:gd name="connsiteX2" fmla="*/ 0 w 2915"/>
                <a:gd name="connsiteY2" fmla="*/ 1140 h 2281"/>
                <a:gd name="connsiteX3" fmla="*/ 1395 w 2915"/>
                <a:gd name="connsiteY3" fmla="*/ 0 h 2281"/>
                <a:gd name="connsiteX4" fmla="*/ 2915 w 2915"/>
                <a:gd name="connsiteY4" fmla="*/ 1140 h 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5" h="2281">
                  <a:moveTo>
                    <a:pt x="2915" y="1140"/>
                  </a:moveTo>
                  <a:lnTo>
                    <a:pt x="1395" y="2281"/>
                  </a:lnTo>
                  <a:lnTo>
                    <a:pt x="0" y="1140"/>
                  </a:lnTo>
                  <a:lnTo>
                    <a:pt x="1395" y="0"/>
                  </a:lnTo>
                  <a:lnTo>
                    <a:pt x="2915" y="114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63" name="Freeform: Shape 5862">
              <a:extLst>
                <a:ext uri="{FF2B5EF4-FFF2-40B4-BE49-F238E27FC236}">
                  <a16:creationId xmlns:a16="http://schemas.microsoft.com/office/drawing/2014/main" id="{EB268104-028D-DD46-E4C3-7BF64A07DB87}"/>
                </a:ext>
              </a:extLst>
            </p:cNvPr>
            <p:cNvSpPr/>
            <p:nvPr/>
          </p:nvSpPr>
          <p:spPr>
            <a:xfrm>
              <a:off x="10812099" y="6765449"/>
              <a:ext cx="1647" cy="1393"/>
            </a:xfrm>
            <a:custGeom>
              <a:avLst/>
              <a:gdLst>
                <a:gd name="connsiteX0" fmla="*/ 1648 w 1647"/>
                <a:gd name="connsiteY0" fmla="*/ 760 h 1393"/>
                <a:gd name="connsiteX1" fmla="*/ 760 w 1647"/>
                <a:gd name="connsiteY1" fmla="*/ 1394 h 1393"/>
                <a:gd name="connsiteX2" fmla="*/ 0 w 1647"/>
                <a:gd name="connsiteY2" fmla="*/ 760 h 1393"/>
                <a:gd name="connsiteX3" fmla="*/ 760 w 1647"/>
                <a:gd name="connsiteY3" fmla="*/ 0 h 1393"/>
                <a:gd name="connsiteX4" fmla="*/ 1648 w 1647"/>
                <a:gd name="connsiteY4" fmla="*/ 760 h 1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7" h="1393">
                  <a:moveTo>
                    <a:pt x="1648" y="760"/>
                  </a:moveTo>
                  <a:lnTo>
                    <a:pt x="760" y="1394"/>
                  </a:lnTo>
                  <a:lnTo>
                    <a:pt x="0" y="760"/>
                  </a:lnTo>
                  <a:lnTo>
                    <a:pt x="760" y="0"/>
                  </a:lnTo>
                  <a:lnTo>
                    <a:pt x="1648" y="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64" name="Freeform: Shape 5863">
              <a:extLst>
                <a:ext uri="{FF2B5EF4-FFF2-40B4-BE49-F238E27FC236}">
                  <a16:creationId xmlns:a16="http://schemas.microsoft.com/office/drawing/2014/main" id="{D9F04D9E-4864-EA81-BFA9-D3711086DE34}"/>
                </a:ext>
              </a:extLst>
            </p:cNvPr>
            <p:cNvSpPr/>
            <p:nvPr/>
          </p:nvSpPr>
          <p:spPr>
            <a:xfrm>
              <a:off x="1483192" y="6746312"/>
              <a:ext cx="50187" cy="39795"/>
            </a:xfrm>
            <a:custGeom>
              <a:avLst/>
              <a:gdLst>
                <a:gd name="connsiteX0" fmla="*/ 50187 w 50187"/>
                <a:gd name="connsiteY0" fmla="*/ 19898 h 39795"/>
                <a:gd name="connsiteX1" fmla="*/ 25094 w 50187"/>
                <a:gd name="connsiteY1" fmla="*/ 39795 h 39795"/>
                <a:gd name="connsiteX2" fmla="*/ 0 w 50187"/>
                <a:gd name="connsiteY2" fmla="*/ 19898 h 39795"/>
                <a:gd name="connsiteX3" fmla="*/ 25094 w 50187"/>
                <a:gd name="connsiteY3" fmla="*/ 0 h 39795"/>
                <a:gd name="connsiteX4" fmla="*/ 50187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7" y="19898"/>
                  </a:moveTo>
                  <a:cubicBezTo>
                    <a:pt x="50187" y="30797"/>
                    <a:pt x="38908" y="39795"/>
                    <a:pt x="25094" y="39795"/>
                  </a:cubicBezTo>
                  <a:cubicBezTo>
                    <a:pt x="11279" y="39795"/>
                    <a:pt x="0" y="30924"/>
                    <a:pt x="0" y="19898"/>
                  </a:cubicBezTo>
                  <a:cubicBezTo>
                    <a:pt x="0" y="8872"/>
                    <a:pt x="11153" y="0"/>
                    <a:pt x="25094" y="0"/>
                  </a:cubicBezTo>
                  <a:cubicBezTo>
                    <a:pt x="39035" y="0"/>
                    <a:pt x="50187" y="8872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65" name="Freeform: Shape 5864">
              <a:extLst>
                <a:ext uri="{FF2B5EF4-FFF2-40B4-BE49-F238E27FC236}">
                  <a16:creationId xmlns:a16="http://schemas.microsoft.com/office/drawing/2014/main" id="{7DA91414-6E97-EAAA-8F65-14C091B1298C}"/>
                </a:ext>
              </a:extLst>
            </p:cNvPr>
            <p:cNvSpPr/>
            <p:nvPr/>
          </p:nvSpPr>
          <p:spPr>
            <a:xfrm>
              <a:off x="1396377" y="6668243"/>
              <a:ext cx="50187" cy="39794"/>
            </a:xfrm>
            <a:custGeom>
              <a:avLst/>
              <a:gdLst>
                <a:gd name="connsiteX0" fmla="*/ 50187 w 50187"/>
                <a:gd name="connsiteY0" fmla="*/ 19897 h 39794"/>
                <a:gd name="connsiteX1" fmla="*/ 25094 w 50187"/>
                <a:gd name="connsiteY1" fmla="*/ 39795 h 39794"/>
                <a:gd name="connsiteX2" fmla="*/ 0 w 50187"/>
                <a:gd name="connsiteY2" fmla="*/ 19897 h 39794"/>
                <a:gd name="connsiteX3" fmla="*/ 25094 w 50187"/>
                <a:gd name="connsiteY3" fmla="*/ 0 h 39794"/>
                <a:gd name="connsiteX4" fmla="*/ 50187 w 50187"/>
                <a:gd name="connsiteY4" fmla="*/ 19897 h 39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4">
                  <a:moveTo>
                    <a:pt x="50187" y="19897"/>
                  </a:moveTo>
                  <a:cubicBezTo>
                    <a:pt x="50187" y="30797"/>
                    <a:pt x="38908" y="39795"/>
                    <a:pt x="25094" y="39795"/>
                  </a:cubicBezTo>
                  <a:cubicBezTo>
                    <a:pt x="11279" y="39795"/>
                    <a:pt x="0" y="30924"/>
                    <a:pt x="0" y="19897"/>
                  </a:cubicBezTo>
                  <a:cubicBezTo>
                    <a:pt x="0" y="8871"/>
                    <a:pt x="11279" y="0"/>
                    <a:pt x="25094" y="0"/>
                  </a:cubicBezTo>
                  <a:cubicBezTo>
                    <a:pt x="38908" y="0"/>
                    <a:pt x="50187" y="8871"/>
                    <a:pt x="50187" y="198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66" name="Freeform: Shape 5865">
              <a:extLst>
                <a:ext uri="{FF2B5EF4-FFF2-40B4-BE49-F238E27FC236}">
                  <a16:creationId xmlns:a16="http://schemas.microsoft.com/office/drawing/2014/main" id="{BFD48252-25C5-8B44-3004-DC5BB7EE850B}"/>
                </a:ext>
              </a:extLst>
            </p:cNvPr>
            <p:cNvSpPr/>
            <p:nvPr/>
          </p:nvSpPr>
          <p:spPr>
            <a:xfrm>
              <a:off x="1311971" y="6588779"/>
              <a:ext cx="50060" cy="39795"/>
            </a:xfrm>
            <a:custGeom>
              <a:avLst/>
              <a:gdLst>
                <a:gd name="connsiteX0" fmla="*/ 50061 w 50060"/>
                <a:gd name="connsiteY0" fmla="*/ 19898 h 39795"/>
                <a:gd name="connsiteX1" fmla="*/ 25094 w 50060"/>
                <a:gd name="connsiteY1" fmla="*/ 39795 h 39795"/>
                <a:gd name="connsiteX2" fmla="*/ 0 w 50060"/>
                <a:gd name="connsiteY2" fmla="*/ 19898 h 39795"/>
                <a:gd name="connsiteX3" fmla="*/ 25094 w 50060"/>
                <a:gd name="connsiteY3" fmla="*/ 0 h 39795"/>
                <a:gd name="connsiteX4" fmla="*/ 50061 w 50060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60" h="39795">
                  <a:moveTo>
                    <a:pt x="50061" y="19898"/>
                  </a:moveTo>
                  <a:cubicBezTo>
                    <a:pt x="50061" y="30797"/>
                    <a:pt x="38781" y="39795"/>
                    <a:pt x="25094" y="39795"/>
                  </a:cubicBezTo>
                  <a:cubicBezTo>
                    <a:pt x="11406" y="39795"/>
                    <a:pt x="0" y="30924"/>
                    <a:pt x="0" y="19898"/>
                  </a:cubicBezTo>
                  <a:cubicBezTo>
                    <a:pt x="0" y="8872"/>
                    <a:pt x="11153" y="0"/>
                    <a:pt x="25094" y="0"/>
                  </a:cubicBezTo>
                  <a:cubicBezTo>
                    <a:pt x="39035" y="0"/>
                    <a:pt x="50061" y="8872"/>
                    <a:pt x="50061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67" name="Freeform: Shape 5866">
              <a:extLst>
                <a:ext uri="{FF2B5EF4-FFF2-40B4-BE49-F238E27FC236}">
                  <a16:creationId xmlns:a16="http://schemas.microsoft.com/office/drawing/2014/main" id="{ACBB0D9C-E064-5DAB-C903-004061821112}"/>
                </a:ext>
              </a:extLst>
            </p:cNvPr>
            <p:cNvSpPr/>
            <p:nvPr/>
          </p:nvSpPr>
          <p:spPr>
            <a:xfrm>
              <a:off x="1229339" y="6508048"/>
              <a:ext cx="50187" cy="39795"/>
            </a:xfrm>
            <a:custGeom>
              <a:avLst/>
              <a:gdLst>
                <a:gd name="connsiteX0" fmla="*/ 50187 w 50187"/>
                <a:gd name="connsiteY0" fmla="*/ 19898 h 39795"/>
                <a:gd name="connsiteX1" fmla="*/ 25094 w 50187"/>
                <a:gd name="connsiteY1" fmla="*/ 39795 h 39795"/>
                <a:gd name="connsiteX2" fmla="*/ 0 w 50187"/>
                <a:gd name="connsiteY2" fmla="*/ 19898 h 39795"/>
                <a:gd name="connsiteX3" fmla="*/ 25094 w 50187"/>
                <a:gd name="connsiteY3" fmla="*/ 0 h 39795"/>
                <a:gd name="connsiteX4" fmla="*/ 50187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7" y="19898"/>
                  </a:moveTo>
                  <a:cubicBezTo>
                    <a:pt x="50187" y="30797"/>
                    <a:pt x="38908" y="39795"/>
                    <a:pt x="25094" y="39795"/>
                  </a:cubicBezTo>
                  <a:cubicBezTo>
                    <a:pt x="11279" y="39795"/>
                    <a:pt x="0" y="30924"/>
                    <a:pt x="0" y="19898"/>
                  </a:cubicBezTo>
                  <a:cubicBezTo>
                    <a:pt x="0" y="8872"/>
                    <a:pt x="11153" y="0"/>
                    <a:pt x="25094" y="0"/>
                  </a:cubicBezTo>
                  <a:cubicBezTo>
                    <a:pt x="39035" y="0"/>
                    <a:pt x="50187" y="8872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68" name="Freeform: Shape 5867">
              <a:extLst>
                <a:ext uri="{FF2B5EF4-FFF2-40B4-BE49-F238E27FC236}">
                  <a16:creationId xmlns:a16="http://schemas.microsoft.com/office/drawing/2014/main" id="{520E684F-A64E-199B-DB67-4C5FB3E20278}"/>
                </a:ext>
              </a:extLst>
            </p:cNvPr>
            <p:cNvSpPr/>
            <p:nvPr/>
          </p:nvSpPr>
          <p:spPr>
            <a:xfrm>
              <a:off x="1149115" y="6425796"/>
              <a:ext cx="50060" cy="39795"/>
            </a:xfrm>
            <a:custGeom>
              <a:avLst/>
              <a:gdLst>
                <a:gd name="connsiteX0" fmla="*/ 50061 w 50060"/>
                <a:gd name="connsiteY0" fmla="*/ 19898 h 39795"/>
                <a:gd name="connsiteX1" fmla="*/ 24967 w 50060"/>
                <a:gd name="connsiteY1" fmla="*/ 39795 h 39795"/>
                <a:gd name="connsiteX2" fmla="*/ 0 w 50060"/>
                <a:gd name="connsiteY2" fmla="*/ 19898 h 39795"/>
                <a:gd name="connsiteX3" fmla="*/ 24967 w 50060"/>
                <a:gd name="connsiteY3" fmla="*/ 0 h 39795"/>
                <a:gd name="connsiteX4" fmla="*/ 50061 w 50060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60" h="39795">
                  <a:moveTo>
                    <a:pt x="50061" y="19898"/>
                  </a:moveTo>
                  <a:cubicBezTo>
                    <a:pt x="50061" y="30924"/>
                    <a:pt x="38908" y="39795"/>
                    <a:pt x="24967" y="39795"/>
                  </a:cubicBezTo>
                  <a:cubicBezTo>
                    <a:pt x="11026" y="39795"/>
                    <a:pt x="0" y="30924"/>
                    <a:pt x="0" y="19898"/>
                  </a:cubicBezTo>
                  <a:cubicBezTo>
                    <a:pt x="0" y="8872"/>
                    <a:pt x="11153" y="0"/>
                    <a:pt x="24967" y="0"/>
                  </a:cubicBezTo>
                  <a:cubicBezTo>
                    <a:pt x="38781" y="0"/>
                    <a:pt x="50061" y="8872"/>
                    <a:pt x="50061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69" name="Freeform: Shape 5868">
              <a:extLst>
                <a:ext uri="{FF2B5EF4-FFF2-40B4-BE49-F238E27FC236}">
                  <a16:creationId xmlns:a16="http://schemas.microsoft.com/office/drawing/2014/main" id="{7CB72443-0D70-0EE8-A957-2B6E50622232}"/>
                </a:ext>
              </a:extLst>
            </p:cNvPr>
            <p:cNvSpPr/>
            <p:nvPr/>
          </p:nvSpPr>
          <p:spPr>
            <a:xfrm>
              <a:off x="1070793" y="6342404"/>
              <a:ext cx="50187" cy="39794"/>
            </a:xfrm>
            <a:custGeom>
              <a:avLst/>
              <a:gdLst>
                <a:gd name="connsiteX0" fmla="*/ 50187 w 50187"/>
                <a:gd name="connsiteY0" fmla="*/ 19898 h 39794"/>
                <a:gd name="connsiteX1" fmla="*/ 25094 w 50187"/>
                <a:gd name="connsiteY1" fmla="*/ 39795 h 39794"/>
                <a:gd name="connsiteX2" fmla="*/ 0 w 50187"/>
                <a:gd name="connsiteY2" fmla="*/ 19898 h 39794"/>
                <a:gd name="connsiteX3" fmla="*/ 25094 w 50187"/>
                <a:gd name="connsiteY3" fmla="*/ 0 h 39794"/>
                <a:gd name="connsiteX4" fmla="*/ 50187 w 50187"/>
                <a:gd name="connsiteY4" fmla="*/ 19898 h 39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4">
                  <a:moveTo>
                    <a:pt x="50187" y="19898"/>
                  </a:moveTo>
                  <a:cubicBezTo>
                    <a:pt x="50187" y="30797"/>
                    <a:pt x="39035" y="39795"/>
                    <a:pt x="25094" y="39795"/>
                  </a:cubicBezTo>
                  <a:cubicBezTo>
                    <a:pt x="11153" y="39795"/>
                    <a:pt x="0" y="30924"/>
                    <a:pt x="0" y="19898"/>
                  </a:cubicBezTo>
                  <a:cubicBezTo>
                    <a:pt x="0" y="8871"/>
                    <a:pt x="11279" y="0"/>
                    <a:pt x="25094" y="0"/>
                  </a:cubicBezTo>
                  <a:cubicBezTo>
                    <a:pt x="38908" y="0"/>
                    <a:pt x="50187" y="8871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70" name="Freeform: Shape 5869">
              <a:extLst>
                <a:ext uri="{FF2B5EF4-FFF2-40B4-BE49-F238E27FC236}">
                  <a16:creationId xmlns:a16="http://schemas.microsoft.com/office/drawing/2014/main" id="{28388E10-9558-C510-71BD-74DDBFED6EF4}"/>
                </a:ext>
              </a:extLst>
            </p:cNvPr>
            <p:cNvSpPr/>
            <p:nvPr/>
          </p:nvSpPr>
          <p:spPr>
            <a:xfrm>
              <a:off x="994878" y="6257618"/>
              <a:ext cx="50187" cy="39794"/>
            </a:xfrm>
            <a:custGeom>
              <a:avLst/>
              <a:gdLst>
                <a:gd name="connsiteX0" fmla="*/ 50187 w 50187"/>
                <a:gd name="connsiteY0" fmla="*/ 19898 h 39794"/>
                <a:gd name="connsiteX1" fmla="*/ 25094 w 50187"/>
                <a:gd name="connsiteY1" fmla="*/ 39795 h 39794"/>
                <a:gd name="connsiteX2" fmla="*/ 0 w 50187"/>
                <a:gd name="connsiteY2" fmla="*/ 19898 h 39794"/>
                <a:gd name="connsiteX3" fmla="*/ 25094 w 50187"/>
                <a:gd name="connsiteY3" fmla="*/ 0 h 39794"/>
                <a:gd name="connsiteX4" fmla="*/ 50187 w 50187"/>
                <a:gd name="connsiteY4" fmla="*/ 19898 h 39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4">
                  <a:moveTo>
                    <a:pt x="50187" y="19898"/>
                  </a:moveTo>
                  <a:cubicBezTo>
                    <a:pt x="50187" y="30797"/>
                    <a:pt x="38908" y="39795"/>
                    <a:pt x="25094" y="39795"/>
                  </a:cubicBezTo>
                  <a:cubicBezTo>
                    <a:pt x="11279" y="39795"/>
                    <a:pt x="0" y="30924"/>
                    <a:pt x="0" y="19898"/>
                  </a:cubicBezTo>
                  <a:cubicBezTo>
                    <a:pt x="0" y="8872"/>
                    <a:pt x="11279" y="0"/>
                    <a:pt x="25094" y="0"/>
                  </a:cubicBezTo>
                  <a:cubicBezTo>
                    <a:pt x="38908" y="0"/>
                    <a:pt x="50187" y="8872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71" name="Freeform: Shape 5870">
              <a:extLst>
                <a:ext uri="{FF2B5EF4-FFF2-40B4-BE49-F238E27FC236}">
                  <a16:creationId xmlns:a16="http://schemas.microsoft.com/office/drawing/2014/main" id="{5796D0FB-7B7B-0507-7F47-A3E07B38A7FE}"/>
                </a:ext>
              </a:extLst>
            </p:cNvPr>
            <p:cNvSpPr/>
            <p:nvPr/>
          </p:nvSpPr>
          <p:spPr>
            <a:xfrm>
              <a:off x="921118" y="6171564"/>
              <a:ext cx="50187" cy="39795"/>
            </a:xfrm>
            <a:custGeom>
              <a:avLst/>
              <a:gdLst>
                <a:gd name="connsiteX0" fmla="*/ 50187 w 50187"/>
                <a:gd name="connsiteY0" fmla="*/ 19898 h 39795"/>
                <a:gd name="connsiteX1" fmla="*/ 25094 w 50187"/>
                <a:gd name="connsiteY1" fmla="*/ 39795 h 39795"/>
                <a:gd name="connsiteX2" fmla="*/ 0 w 50187"/>
                <a:gd name="connsiteY2" fmla="*/ 19898 h 39795"/>
                <a:gd name="connsiteX3" fmla="*/ 25094 w 50187"/>
                <a:gd name="connsiteY3" fmla="*/ 0 h 39795"/>
                <a:gd name="connsiteX4" fmla="*/ 50187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7" y="19898"/>
                  </a:moveTo>
                  <a:cubicBezTo>
                    <a:pt x="50187" y="30924"/>
                    <a:pt x="38908" y="39795"/>
                    <a:pt x="25094" y="39795"/>
                  </a:cubicBezTo>
                  <a:cubicBezTo>
                    <a:pt x="11279" y="39795"/>
                    <a:pt x="0" y="30924"/>
                    <a:pt x="0" y="19898"/>
                  </a:cubicBezTo>
                  <a:cubicBezTo>
                    <a:pt x="0" y="8872"/>
                    <a:pt x="11279" y="0"/>
                    <a:pt x="25094" y="0"/>
                  </a:cubicBezTo>
                  <a:cubicBezTo>
                    <a:pt x="38908" y="0"/>
                    <a:pt x="50187" y="8872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72" name="Freeform: Shape 5871">
              <a:extLst>
                <a:ext uri="{FF2B5EF4-FFF2-40B4-BE49-F238E27FC236}">
                  <a16:creationId xmlns:a16="http://schemas.microsoft.com/office/drawing/2014/main" id="{557CD96F-9784-27FC-F0ED-472C2D456019}"/>
                </a:ext>
              </a:extLst>
            </p:cNvPr>
            <p:cNvSpPr/>
            <p:nvPr/>
          </p:nvSpPr>
          <p:spPr>
            <a:xfrm>
              <a:off x="850019" y="6084623"/>
              <a:ext cx="49680" cy="39288"/>
            </a:xfrm>
            <a:custGeom>
              <a:avLst/>
              <a:gdLst>
                <a:gd name="connsiteX0" fmla="*/ 49680 w 49680"/>
                <a:gd name="connsiteY0" fmla="*/ 19644 h 39288"/>
                <a:gd name="connsiteX1" fmla="*/ 24840 w 49680"/>
                <a:gd name="connsiteY1" fmla="*/ 39288 h 39288"/>
                <a:gd name="connsiteX2" fmla="*/ 0 w 49680"/>
                <a:gd name="connsiteY2" fmla="*/ 19644 h 39288"/>
                <a:gd name="connsiteX3" fmla="*/ 24840 w 49680"/>
                <a:gd name="connsiteY3" fmla="*/ 0 h 39288"/>
                <a:gd name="connsiteX4" fmla="*/ 49680 w 49680"/>
                <a:gd name="connsiteY4" fmla="*/ 19644 h 39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680" h="39288">
                  <a:moveTo>
                    <a:pt x="49680" y="19644"/>
                  </a:moveTo>
                  <a:cubicBezTo>
                    <a:pt x="49680" y="30543"/>
                    <a:pt x="38528" y="39288"/>
                    <a:pt x="24840" y="39288"/>
                  </a:cubicBezTo>
                  <a:cubicBezTo>
                    <a:pt x="11153" y="39288"/>
                    <a:pt x="0" y="30417"/>
                    <a:pt x="0" y="19644"/>
                  </a:cubicBezTo>
                  <a:cubicBezTo>
                    <a:pt x="0" y="8871"/>
                    <a:pt x="11153" y="0"/>
                    <a:pt x="24840" y="0"/>
                  </a:cubicBezTo>
                  <a:cubicBezTo>
                    <a:pt x="38528" y="0"/>
                    <a:pt x="49680" y="8871"/>
                    <a:pt x="49680" y="1964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73" name="Freeform: Shape 5872">
              <a:extLst>
                <a:ext uri="{FF2B5EF4-FFF2-40B4-BE49-F238E27FC236}">
                  <a16:creationId xmlns:a16="http://schemas.microsoft.com/office/drawing/2014/main" id="{ED2A31E3-18CD-1E22-17B8-0241379F89CA}"/>
                </a:ext>
              </a:extLst>
            </p:cNvPr>
            <p:cNvSpPr/>
            <p:nvPr/>
          </p:nvSpPr>
          <p:spPr>
            <a:xfrm>
              <a:off x="780694" y="5996035"/>
              <a:ext cx="50187" cy="39795"/>
            </a:xfrm>
            <a:custGeom>
              <a:avLst/>
              <a:gdLst>
                <a:gd name="connsiteX0" fmla="*/ 50187 w 50187"/>
                <a:gd name="connsiteY0" fmla="*/ 19898 h 39795"/>
                <a:gd name="connsiteX1" fmla="*/ 25094 w 50187"/>
                <a:gd name="connsiteY1" fmla="*/ 39795 h 39795"/>
                <a:gd name="connsiteX2" fmla="*/ 0 w 50187"/>
                <a:gd name="connsiteY2" fmla="*/ 19898 h 39795"/>
                <a:gd name="connsiteX3" fmla="*/ 25094 w 50187"/>
                <a:gd name="connsiteY3" fmla="*/ 0 h 39795"/>
                <a:gd name="connsiteX4" fmla="*/ 50187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7" y="19898"/>
                  </a:moveTo>
                  <a:cubicBezTo>
                    <a:pt x="50187" y="30797"/>
                    <a:pt x="38908" y="39795"/>
                    <a:pt x="25094" y="39795"/>
                  </a:cubicBezTo>
                  <a:cubicBezTo>
                    <a:pt x="11280" y="39795"/>
                    <a:pt x="0" y="30924"/>
                    <a:pt x="0" y="19898"/>
                  </a:cubicBezTo>
                  <a:cubicBezTo>
                    <a:pt x="0" y="8872"/>
                    <a:pt x="11153" y="0"/>
                    <a:pt x="25094" y="0"/>
                  </a:cubicBezTo>
                  <a:cubicBezTo>
                    <a:pt x="39035" y="0"/>
                    <a:pt x="50187" y="8872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74" name="Freeform: Shape 5873">
              <a:extLst>
                <a:ext uri="{FF2B5EF4-FFF2-40B4-BE49-F238E27FC236}">
                  <a16:creationId xmlns:a16="http://schemas.microsoft.com/office/drawing/2014/main" id="{F6D015F0-2971-0DBC-2394-5FBBCEE1213F}"/>
                </a:ext>
              </a:extLst>
            </p:cNvPr>
            <p:cNvSpPr/>
            <p:nvPr/>
          </p:nvSpPr>
          <p:spPr>
            <a:xfrm>
              <a:off x="714158" y="5906686"/>
              <a:ext cx="49680" cy="39288"/>
            </a:xfrm>
            <a:custGeom>
              <a:avLst/>
              <a:gdLst>
                <a:gd name="connsiteX0" fmla="*/ 49681 w 49680"/>
                <a:gd name="connsiteY0" fmla="*/ 19644 h 39288"/>
                <a:gd name="connsiteX1" fmla="*/ 24840 w 49680"/>
                <a:gd name="connsiteY1" fmla="*/ 39288 h 39288"/>
                <a:gd name="connsiteX2" fmla="*/ 0 w 49680"/>
                <a:gd name="connsiteY2" fmla="*/ 19644 h 39288"/>
                <a:gd name="connsiteX3" fmla="*/ 24840 w 49680"/>
                <a:gd name="connsiteY3" fmla="*/ 0 h 39288"/>
                <a:gd name="connsiteX4" fmla="*/ 49681 w 49680"/>
                <a:gd name="connsiteY4" fmla="*/ 19644 h 39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680" h="39288">
                  <a:moveTo>
                    <a:pt x="49681" y="19644"/>
                  </a:moveTo>
                  <a:cubicBezTo>
                    <a:pt x="49681" y="30543"/>
                    <a:pt x="38528" y="39288"/>
                    <a:pt x="24840" y="39288"/>
                  </a:cubicBezTo>
                  <a:cubicBezTo>
                    <a:pt x="11153" y="39288"/>
                    <a:pt x="0" y="30417"/>
                    <a:pt x="0" y="19644"/>
                  </a:cubicBezTo>
                  <a:cubicBezTo>
                    <a:pt x="0" y="8872"/>
                    <a:pt x="11153" y="0"/>
                    <a:pt x="24840" y="0"/>
                  </a:cubicBezTo>
                  <a:cubicBezTo>
                    <a:pt x="38528" y="0"/>
                    <a:pt x="49681" y="8872"/>
                    <a:pt x="49681" y="1964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75" name="Freeform: Shape 5874">
              <a:extLst>
                <a:ext uri="{FF2B5EF4-FFF2-40B4-BE49-F238E27FC236}">
                  <a16:creationId xmlns:a16="http://schemas.microsoft.com/office/drawing/2014/main" id="{C28B7BEC-7154-6588-7C19-F1CEEF4A96CF}"/>
                </a:ext>
              </a:extLst>
            </p:cNvPr>
            <p:cNvSpPr/>
            <p:nvPr/>
          </p:nvSpPr>
          <p:spPr>
            <a:xfrm>
              <a:off x="649776" y="5816070"/>
              <a:ext cx="49680" cy="39288"/>
            </a:xfrm>
            <a:custGeom>
              <a:avLst/>
              <a:gdLst>
                <a:gd name="connsiteX0" fmla="*/ 49680 w 49680"/>
                <a:gd name="connsiteY0" fmla="*/ 19644 h 39288"/>
                <a:gd name="connsiteX1" fmla="*/ 24840 w 49680"/>
                <a:gd name="connsiteY1" fmla="*/ 39288 h 39288"/>
                <a:gd name="connsiteX2" fmla="*/ 0 w 49680"/>
                <a:gd name="connsiteY2" fmla="*/ 19644 h 39288"/>
                <a:gd name="connsiteX3" fmla="*/ 24840 w 49680"/>
                <a:gd name="connsiteY3" fmla="*/ 0 h 39288"/>
                <a:gd name="connsiteX4" fmla="*/ 49680 w 49680"/>
                <a:gd name="connsiteY4" fmla="*/ 19644 h 39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680" h="39288">
                  <a:moveTo>
                    <a:pt x="49680" y="19644"/>
                  </a:moveTo>
                  <a:cubicBezTo>
                    <a:pt x="49680" y="30543"/>
                    <a:pt x="38528" y="39288"/>
                    <a:pt x="24840" y="39288"/>
                  </a:cubicBezTo>
                  <a:cubicBezTo>
                    <a:pt x="11153" y="39288"/>
                    <a:pt x="0" y="30417"/>
                    <a:pt x="0" y="19644"/>
                  </a:cubicBezTo>
                  <a:cubicBezTo>
                    <a:pt x="0" y="8871"/>
                    <a:pt x="11153" y="0"/>
                    <a:pt x="24840" y="0"/>
                  </a:cubicBezTo>
                  <a:cubicBezTo>
                    <a:pt x="38528" y="0"/>
                    <a:pt x="49680" y="8871"/>
                    <a:pt x="49680" y="1964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76" name="Freeform: Shape 5875">
              <a:extLst>
                <a:ext uri="{FF2B5EF4-FFF2-40B4-BE49-F238E27FC236}">
                  <a16:creationId xmlns:a16="http://schemas.microsoft.com/office/drawing/2014/main" id="{DB48D445-287E-03DD-0836-1205861E8832}"/>
                </a:ext>
              </a:extLst>
            </p:cNvPr>
            <p:cNvSpPr/>
            <p:nvPr/>
          </p:nvSpPr>
          <p:spPr>
            <a:xfrm>
              <a:off x="588309" y="5724693"/>
              <a:ext cx="48920" cy="38781"/>
            </a:xfrm>
            <a:custGeom>
              <a:avLst/>
              <a:gdLst>
                <a:gd name="connsiteX0" fmla="*/ 48920 w 48920"/>
                <a:gd name="connsiteY0" fmla="*/ 19391 h 38781"/>
                <a:gd name="connsiteX1" fmla="*/ 24460 w 48920"/>
                <a:gd name="connsiteY1" fmla="*/ 38781 h 38781"/>
                <a:gd name="connsiteX2" fmla="*/ 0 w 48920"/>
                <a:gd name="connsiteY2" fmla="*/ 19391 h 38781"/>
                <a:gd name="connsiteX3" fmla="*/ 24460 w 48920"/>
                <a:gd name="connsiteY3" fmla="*/ 0 h 38781"/>
                <a:gd name="connsiteX4" fmla="*/ 48920 w 48920"/>
                <a:gd name="connsiteY4" fmla="*/ 19391 h 38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920" h="38781">
                  <a:moveTo>
                    <a:pt x="48920" y="19391"/>
                  </a:moveTo>
                  <a:cubicBezTo>
                    <a:pt x="48920" y="30036"/>
                    <a:pt x="37894" y="38781"/>
                    <a:pt x="24460" y="38781"/>
                  </a:cubicBezTo>
                  <a:cubicBezTo>
                    <a:pt x="11026" y="38781"/>
                    <a:pt x="0" y="30036"/>
                    <a:pt x="0" y="19391"/>
                  </a:cubicBezTo>
                  <a:cubicBezTo>
                    <a:pt x="0" y="8744"/>
                    <a:pt x="10899" y="0"/>
                    <a:pt x="24460" y="0"/>
                  </a:cubicBezTo>
                  <a:cubicBezTo>
                    <a:pt x="38021" y="0"/>
                    <a:pt x="48920" y="8744"/>
                    <a:pt x="48920" y="193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77" name="Freeform: Shape 5876">
              <a:extLst>
                <a:ext uri="{FF2B5EF4-FFF2-40B4-BE49-F238E27FC236}">
                  <a16:creationId xmlns:a16="http://schemas.microsoft.com/office/drawing/2014/main" id="{F378CB57-D57A-236A-594A-48231452DCB1}"/>
                </a:ext>
              </a:extLst>
            </p:cNvPr>
            <p:cNvSpPr/>
            <p:nvPr/>
          </p:nvSpPr>
          <p:spPr>
            <a:xfrm>
              <a:off x="528743" y="5632049"/>
              <a:ext cx="48920" cy="38781"/>
            </a:xfrm>
            <a:custGeom>
              <a:avLst/>
              <a:gdLst>
                <a:gd name="connsiteX0" fmla="*/ 48920 w 48920"/>
                <a:gd name="connsiteY0" fmla="*/ 19391 h 38781"/>
                <a:gd name="connsiteX1" fmla="*/ 24460 w 48920"/>
                <a:gd name="connsiteY1" fmla="*/ 38782 h 38781"/>
                <a:gd name="connsiteX2" fmla="*/ 0 w 48920"/>
                <a:gd name="connsiteY2" fmla="*/ 19391 h 38781"/>
                <a:gd name="connsiteX3" fmla="*/ 24460 w 48920"/>
                <a:gd name="connsiteY3" fmla="*/ 0 h 38781"/>
                <a:gd name="connsiteX4" fmla="*/ 48920 w 48920"/>
                <a:gd name="connsiteY4" fmla="*/ 19391 h 38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920" h="38781">
                  <a:moveTo>
                    <a:pt x="48920" y="19391"/>
                  </a:moveTo>
                  <a:cubicBezTo>
                    <a:pt x="48920" y="30037"/>
                    <a:pt x="38021" y="38782"/>
                    <a:pt x="24460" y="38782"/>
                  </a:cubicBezTo>
                  <a:cubicBezTo>
                    <a:pt x="10899" y="38782"/>
                    <a:pt x="0" y="30037"/>
                    <a:pt x="0" y="19391"/>
                  </a:cubicBezTo>
                  <a:cubicBezTo>
                    <a:pt x="0" y="8745"/>
                    <a:pt x="10899" y="0"/>
                    <a:pt x="24460" y="0"/>
                  </a:cubicBezTo>
                  <a:cubicBezTo>
                    <a:pt x="38021" y="0"/>
                    <a:pt x="48920" y="8745"/>
                    <a:pt x="48920" y="193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78" name="Freeform: Shape 5877">
              <a:extLst>
                <a:ext uri="{FF2B5EF4-FFF2-40B4-BE49-F238E27FC236}">
                  <a16:creationId xmlns:a16="http://schemas.microsoft.com/office/drawing/2014/main" id="{C6E2B53C-4508-C0E8-DF16-0E1DCC46AB1A}"/>
                </a:ext>
              </a:extLst>
            </p:cNvPr>
            <p:cNvSpPr/>
            <p:nvPr/>
          </p:nvSpPr>
          <p:spPr>
            <a:xfrm>
              <a:off x="471965" y="5538645"/>
              <a:ext cx="48159" cy="38274"/>
            </a:xfrm>
            <a:custGeom>
              <a:avLst/>
              <a:gdLst>
                <a:gd name="connsiteX0" fmla="*/ 48160 w 48159"/>
                <a:gd name="connsiteY0" fmla="*/ 19137 h 38274"/>
                <a:gd name="connsiteX1" fmla="*/ 24080 w 48159"/>
                <a:gd name="connsiteY1" fmla="*/ 38275 h 38274"/>
                <a:gd name="connsiteX2" fmla="*/ 0 w 48159"/>
                <a:gd name="connsiteY2" fmla="*/ 19137 h 38274"/>
                <a:gd name="connsiteX3" fmla="*/ 24080 w 48159"/>
                <a:gd name="connsiteY3" fmla="*/ 0 h 38274"/>
                <a:gd name="connsiteX4" fmla="*/ 48160 w 48159"/>
                <a:gd name="connsiteY4" fmla="*/ 19137 h 382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159" h="38274">
                  <a:moveTo>
                    <a:pt x="48160" y="19137"/>
                  </a:moveTo>
                  <a:cubicBezTo>
                    <a:pt x="48160" y="29656"/>
                    <a:pt x="37387" y="38275"/>
                    <a:pt x="24080" y="38275"/>
                  </a:cubicBezTo>
                  <a:cubicBezTo>
                    <a:pt x="10773" y="38275"/>
                    <a:pt x="0" y="29783"/>
                    <a:pt x="0" y="19137"/>
                  </a:cubicBezTo>
                  <a:cubicBezTo>
                    <a:pt x="0" y="8491"/>
                    <a:pt x="10773" y="0"/>
                    <a:pt x="24080" y="0"/>
                  </a:cubicBezTo>
                  <a:cubicBezTo>
                    <a:pt x="37387" y="0"/>
                    <a:pt x="48160" y="8491"/>
                    <a:pt x="48160" y="191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79" name="Freeform: Shape 5878">
              <a:extLst>
                <a:ext uri="{FF2B5EF4-FFF2-40B4-BE49-F238E27FC236}">
                  <a16:creationId xmlns:a16="http://schemas.microsoft.com/office/drawing/2014/main" id="{57C8CC50-A438-6BBD-7573-4B264D5C57BA}"/>
                </a:ext>
              </a:extLst>
            </p:cNvPr>
            <p:cNvSpPr/>
            <p:nvPr/>
          </p:nvSpPr>
          <p:spPr>
            <a:xfrm>
              <a:off x="417469" y="5444100"/>
              <a:ext cx="48159" cy="38274"/>
            </a:xfrm>
            <a:custGeom>
              <a:avLst/>
              <a:gdLst>
                <a:gd name="connsiteX0" fmla="*/ 48160 w 48159"/>
                <a:gd name="connsiteY0" fmla="*/ 19137 h 38274"/>
                <a:gd name="connsiteX1" fmla="*/ 24080 w 48159"/>
                <a:gd name="connsiteY1" fmla="*/ 38274 h 38274"/>
                <a:gd name="connsiteX2" fmla="*/ 0 w 48159"/>
                <a:gd name="connsiteY2" fmla="*/ 19137 h 38274"/>
                <a:gd name="connsiteX3" fmla="*/ 24080 w 48159"/>
                <a:gd name="connsiteY3" fmla="*/ 0 h 38274"/>
                <a:gd name="connsiteX4" fmla="*/ 48160 w 48159"/>
                <a:gd name="connsiteY4" fmla="*/ 19137 h 382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159" h="38274">
                  <a:moveTo>
                    <a:pt x="48160" y="19137"/>
                  </a:moveTo>
                  <a:cubicBezTo>
                    <a:pt x="48160" y="29656"/>
                    <a:pt x="37387" y="38274"/>
                    <a:pt x="24080" y="38274"/>
                  </a:cubicBezTo>
                  <a:cubicBezTo>
                    <a:pt x="10773" y="38274"/>
                    <a:pt x="0" y="29783"/>
                    <a:pt x="0" y="19137"/>
                  </a:cubicBezTo>
                  <a:cubicBezTo>
                    <a:pt x="0" y="8491"/>
                    <a:pt x="10773" y="0"/>
                    <a:pt x="24080" y="0"/>
                  </a:cubicBezTo>
                  <a:cubicBezTo>
                    <a:pt x="37387" y="0"/>
                    <a:pt x="48160" y="8491"/>
                    <a:pt x="48160" y="191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80" name="Freeform: Shape 5879">
              <a:extLst>
                <a:ext uri="{FF2B5EF4-FFF2-40B4-BE49-F238E27FC236}">
                  <a16:creationId xmlns:a16="http://schemas.microsoft.com/office/drawing/2014/main" id="{BEE52391-2B64-228A-2708-E7E84FE7C679}"/>
                </a:ext>
              </a:extLst>
            </p:cNvPr>
            <p:cNvSpPr/>
            <p:nvPr/>
          </p:nvSpPr>
          <p:spPr>
            <a:xfrm>
              <a:off x="365761" y="5349048"/>
              <a:ext cx="47399" cy="37513"/>
            </a:xfrm>
            <a:custGeom>
              <a:avLst/>
              <a:gdLst>
                <a:gd name="connsiteX0" fmla="*/ 47399 w 47399"/>
                <a:gd name="connsiteY0" fmla="*/ 18757 h 37513"/>
                <a:gd name="connsiteX1" fmla="*/ 23700 w 47399"/>
                <a:gd name="connsiteY1" fmla="*/ 37514 h 37513"/>
                <a:gd name="connsiteX2" fmla="*/ 0 w 47399"/>
                <a:gd name="connsiteY2" fmla="*/ 18757 h 37513"/>
                <a:gd name="connsiteX3" fmla="*/ 23700 w 47399"/>
                <a:gd name="connsiteY3" fmla="*/ 0 h 37513"/>
                <a:gd name="connsiteX4" fmla="*/ 47399 w 47399"/>
                <a:gd name="connsiteY4" fmla="*/ 18757 h 37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399" h="37513">
                  <a:moveTo>
                    <a:pt x="47399" y="18757"/>
                  </a:moveTo>
                  <a:cubicBezTo>
                    <a:pt x="47399" y="29149"/>
                    <a:pt x="36753" y="37514"/>
                    <a:pt x="23700" y="37514"/>
                  </a:cubicBezTo>
                  <a:cubicBezTo>
                    <a:pt x="10646" y="37514"/>
                    <a:pt x="0" y="29149"/>
                    <a:pt x="0" y="18757"/>
                  </a:cubicBezTo>
                  <a:cubicBezTo>
                    <a:pt x="0" y="8365"/>
                    <a:pt x="10646" y="0"/>
                    <a:pt x="23700" y="0"/>
                  </a:cubicBezTo>
                  <a:cubicBezTo>
                    <a:pt x="36753" y="0"/>
                    <a:pt x="47399" y="8365"/>
                    <a:pt x="47399" y="1875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81" name="Freeform: Shape 5880">
              <a:extLst>
                <a:ext uri="{FF2B5EF4-FFF2-40B4-BE49-F238E27FC236}">
                  <a16:creationId xmlns:a16="http://schemas.microsoft.com/office/drawing/2014/main" id="{3E07B0FA-5FF0-C3F5-A6E5-27C01BB9880D}"/>
                </a:ext>
              </a:extLst>
            </p:cNvPr>
            <p:cNvSpPr/>
            <p:nvPr/>
          </p:nvSpPr>
          <p:spPr>
            <a:xfrm>
              <a:off x="316714" y="5252982"/>
              <a:ext cx="46638" cy="37006"/>
            </a:xfrm>
            <a:custGeom>
              <a:avLst/>
              <a:gdLst>
                <a:gd name="connsiteX0" fmla="*/ 46639 w 46638"/>
                <a:gd name="connsiteY0" fmla="*/ 18503 h 37006"/>
                <a:gd name="connsiteX1" fmla="*/ 23319 w 46638"/>
                <a:gd name="connsiteY1" fmla="*/ 37007 h 37006"/>
                <a:gd name="connsiteX2" fmla="*/ 0 w 46638"/>
                <a:gd name="connsiteY2" fmla="*/ 18503 h 37006"/>
                <a:gd name="connsiteX3" fmla="*/ 23319 w 46638"/>
                <a:gd name="connsiteY3" fmla="*/ 0 h 37006"/>
                <a:gd name="connsiteX4" fmla="*/ 46639 w 46638"/>
                <a:gd name="connsiteY4" fmla="*/ 18503 h 37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37006">
                  <a:moveTo>
                    <a:pt x="46639" y="18503"/>
                  </a:moveTo>
                  <a:cubicBezTo>
                    <a:pt x="46639" y="28769"/>
                    <a:pt x="36120" y="37007"/>
                    <a:pt x="23319" y="37007"/>
                  </a:cubicBezTo>
                  <a:cubicBezTo>
                    <a:pt x="10519" y="37007"/>
                    <a:pt x="0" y="28642"/>
                    <a:pt x="0" y="18503"/>
                  </a:cubicBezTo>
                  <a:cubicBezTo>
                    <a:pt x="0" y="8364"/>
                    <a:pt x="10519" y="0"/>
                    <a:pt x="23319" y="0"/>
                  </a:cubicBezTo>
                  <a:cubicBezTo>
                    <a:pt x="36120" y="0"/>
                    <a:pt x="46639" y="8364"/>
                    <a:pt x="46639" y="1850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82" name="Freeform: Shape 5881">
              <a:extLst>
                <a:ext uri="{FF2B5EF4-FFF2-40B4-BE49-F238E27FC236}">
                  <a16:creationId xmlns:a16="http://schemas.microsoft.com/office/drawing/2014/main" id="{C1C346ED-445A-316D-85C7-D2368132AE11}"/>
                </a:ext>
              </a:extLst>
            </p:cNvPr>
            <p:cNvSpPr/>
            <p:nvPr/>
          </p:nvSpPr>
          <p:spPr>
            <a:xfrm>
              <a:off x="269695" y="5156029"/>
              <a:ext cx="46638" cy="37007"/>
            </a:xfrm>
            <a:custGeom>
              <a:avLst/>
              <a:gdLst>
                <a:gd name="connsiteX0" fmla="*/ 46639 w 46638"/>
                <a:gd name="connsiteY0" fmla="*/ 18504 h 37007"/>
                <a:gd name="connsiteX1" fmla="*/ 23319 w 46638"/>
                <a:gd name="connsiteY1" fmla="*/ 37007 h 37007"/>
                <a:gd name="connsiteX2" fmla="*/ 0 w 46638"/>
                <a:gd name="connsiteY2" fmla="*/ 18504 h 37007"/>
                <a:gd name="connsiteX3" fmla="*/ 23319 w 46638"/>
                <a:gd name="connsiteY3" fmla="*/ 0 h 37007"/>
                <a:gd name="connsiteX4" fmla="*/ 46639 w 46638"/>
                <a:gd name="connsiteY4" fmla="*/ 18504 h 37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37007">
                  <a:moveTo>
                    <a:pt x="46639" y="18504"/>
                  </a:moveTo>
                  <a:cubicBezTo>
                    <a:pt x="46639" y="28769"/>
                    <a:pt x="36120" y="37007"/>
                    <a:pt x="23319" y="37007"/>
                  </a:cubicBezTo>
                  <a:cubicBezTo>
                    <a:pt x="10519" y="37007"/>
                    <a:pt x="0" y="28642"/>
                    <a:pt x="0" y="18504"/>
                  </a:cubicBezTo>
                  <a:cubicBezTo>
                    <a:pt x="0" y="8365"/>
                    <a:pt x="10519" y="0"/>
                    <a:pt x="23319" y="0"/>
                  </a:cubicBezTo>
                  <a:cubicBezTo>
                    <a:pt x="36120" y="0"/>
                    <a:pt x="46639" y="8365"/>
                    <a:pt x="46639" y="1850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83" name="Freeform: Shape 5882">
              <a:extLst>
                <a:ext uri="{FF2B5EF4-FFF2-40B4-BE49-F238E27FC236}">
                  <a16:creationId xmlns:a16="http://schemas.microsoft.com/office/drawing/2014/main" id="{D77DFF66-A55C-D9BD-8AF6-EFB707AA59CF}"/>
                </a:ext>
              </a:extLst>
            </p:cNvPr>
            <p:cNvSpPr/>
            <p:nvPr/>
          </p:nvSpPr>
          <p:spPr>
            <a:xfrm>
              <a:off x="225591" y="5058315"/>
              <a:ext cx="45878" cy="36500"/>
            </a:xfrm>
            <a:custGeom>
              <a:avLst/>
              <a:gdLst>
                <a:gd name="connsiteX0" fmla="*/ 45878 w 45878"/>
                <a:gd name="connsiteY0" fmla="*/ 18250 h 36500"/>
                <a:gd name="connsiteX1" fmla="*/ 22939 w 45878"/>
                <a:gd name="connsiteY1" fmla="*/ 36500 h 36500"/>
                <a:gd name="connsiteX2" fmla="*/ 0 w 45878"/>
                <a:gd name="connsiteY2" fmla="*/ 18250 h 36500"/>
                <a:gd name="connsiteX3" fmla="*/ 22939 w 45878"/>
                <a:gd name="connsiteY3" fmla="*/ 0 h 36500"/>
                <a:gd name="connsiteX4" fmla="*/ 45878 w 45878"/>
                <a:gd name="connsiteY4" fmla="*/ 18250 h 36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878" h="36500">
                  <a:moveTo>
                    <a:pt x="45878" y="18250"/>
                  </a:moveTo>
                  <a:cubicBezTo>
                    <a:pt x="45878" y="28262"/>
                    <a:pt x="35613" y="36500"/>
                    <a:pt x="22939" y="36500"/>
                  </a:cubicBezTo>
                  <a:cubicBezTo>
                    <a:pt x="10266" y="36500"/>
                    <a:pt x="0" y="28262"/>
                    <a:pt x="0" y="18250"/>
                  </a:cubicBezTo>
                  <a:cubicBezTo>
                    <a:pt x="0" y="8238"/>
                    <a:pt x="10266" y="0"/>
                    <a:pt x="22939" y="0"/>
                  </a:cubicBezTo>
                  <a:cubicBezTo>
                    <a:pt x="35613" y="0"/>
                    <a:pt x="45878" y="8111"/>
                    <a:pt x="45878" y="1825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84" name="Freeform: Shape 5883">
              <a:extLst>
                <a:ext uri="{FF2B5EF4-FFF2-40B4-BE49-F238E27FC236}">
                  <a16:creationId xmlns:a16="http://schemas.microsoft.com/office/drawing/2014/main" id="{BC71FAD6-2A92-01E1-0C35-A82406FB3BC9}"/>
                </a:ext>
              </a:extLst>
            </p:cNvPr>
            <p:cNvSpPr/>
            <p:nvPr/>
          </p:nvSpPr>
          <p:spPr>
            <a:xfrm>
              <a:off x="183768" y="4959842"/>
              <a:ext cx="45878" cy="36500"/>
            </a:xfrm>
            <a:custGeom>
              <a:avLst/>
              <a:gdLst>
                <a:gd name="connsiteX0" fmla="*/ 45878 w 45878"/>
                <a:gd name="connsiteY0" fmla="*/ 18250 h 36500"/>
                <a:gd name="connsiteX1" fmla="*/ 22939 w 45878"/>
                <a:gd name="connsiteY1" fmla="*/ 36500 h 36500"/>
                <a:gd name="connsiteX2" fmla="*/ 0 w 45878"/>
                <a:gd name="connsiteY2" fmla="*/ 18250 h 36500"/>
                <a:gd name="connsiteX3" fmla="*/ 22939 w 45878"/>
                <a:gd name="connsiteY3" fmla="*/ 0 h 36500"/>
                <a:gd name="connsiteX4" fmla="*/ 45878 w 45878"/>
                <a:gd name="connsiteY4" fmla="*/ 18250 h 36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878" h="36500">
                  <a:moveTo>
                    <a:pt x="45878" y="18250"/>
                  </a:moveTo>
                  <a:cubicBezTo>
                    <a:pt x="45878" y="28262"/>
                    <a:pt x="35613" y="36500"/>
                    <a:pt x="22939" y="36500"/>
                  </a:cubicBezTo>
                  <a:cubicBezTo>
                    <a:pt x="10266" y="36500"/>
                    <a:pt x="0" y="28262"/>
                    <a:pt x="0" y="18250"/>
                  </a:cubicBezTo>
                  <a:cubicBezTo>
                    <a:pt x="0" y="8238"/>
                    <a:pt x="10266" y="0"/>
                    <a:pt x="22939" y="0"/>
                  </a:cubicBezTo>
                  <a:cubicBezTo>
                    <a:pt x="35613" y="0"/>
                    <a:pt x="45878" y="8238"/>
                    <a:pt x="45878" y="1825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85" name="Freeform: Shape 5884">
              <a:extLst>
                <a:ext uri="{FF2B5EF4-FFF2-40B4-BE49-F238E27FC236}">
                  <a16:creationId xmlns:a16="http://schemas.microsoft.com/office/drawing/2014/main" id="{2811E85B-0D7C-2825-D07C-51B63184276D}"/>
                </a:ext>
              </a:extLst>
            </p:cNvPr>
            <p:cNvSpPr/>
            <p:nvPr/>
          </p:nvSpPr>
          <p:spPr>
            <a:xfrm>
              <a:off x="144986" y="4860987"/>
              <a:ext cx="45118" cy="35739"/>
            </a:xfrm>
            <a:custGeom>
              <a:avLst/>
              <a:gdLst>
                <a:gd name="connsiteX0" fmla="*/ 45118 w 45118"/>
                <a:gd name="connsiteY0" fmla="*/ 17870 h 35739"/>
                <a:gd name="connsiteX1" fmla="*/ 22559 w 45118"/>
                <a:gd name="connsiteY1" fmla="*/ 35740 h 35739"/>
                <a:gd name="connsiteX2" fmla="*/ 0 w 45118"/>
                <a:gd name="connsiteY2" fmla="*/ 17870 h 35739"/>
                <a:gd name="connsiteX3" fmla="*/ 22559 w 45118"/>
                <a:gd name="connsiteY3" fmla="*/ 0 h 35739"/>
                <a:gd name="connsiteX4" fmla="*/ 45118 w 45118"/>
                <a:gd name="connsiteY4" fmla="*/ 17870 h 35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18" h="35739">
                  <a:moveTo>
                    <a:pt x="45118" y="17870"/>
                  </a:moveTo>
                  <a:cubicBezTo>
                    <a:pt x="45118" y="27755"/>
                    <a:pt x="34979" y="35740"/>
                    <a:pt x="22559" y="35740"/>
                  </a:cubicBezTo>
                  <a:cubicBezTo>
                    <a:pt x="10139" y="35740"/>
                    <a:pt x="0" y="27755"/>
                    <a:pt x="0" y="17870"/>
                  </a:cubicBezTo>
                  <a:cubicBezTo>
                    <a:pt x="0" y="7984"/>
                    <a:pt x="10139" y="0"/>
                    <a:pt x="22559" y="0"/>
                  </a:cubicBezTo>
                  <a:cubicBezTo>
                    <a:pt x="34979" y="0"/>
                    <a:pt x="45118" y="7984"/>
                    <a:pt x="45118" y="178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86" name="Freeform: Shape 5885">
              <a:extLst>
                <a:ext uri="{FF2B5EF4-FFF2-40B4-BE49-F238E27FC236}">
                  <a16:creationId xmlns:a16="http://schemas.microsoft.com/office/drawing/2014/main" id="{1A61ACF8-3F71-8D8D-9241-9E4BEEE5C43F}"/>
                </a:ext>
              </a:extLst>
            </p:cNvPr>
            <p:cNvSpPr/>
            <p:nvPr/>
          </p:nvSpPr>
          <p:spPr>
            <a:xfrm>
              <a:off x="108613" y="4761246"/>
              <a:ext cx="44611" cy="35359"/>
            </a:xfrm>
            <a:custGeom>
              <a:avLst/>
              <a:gdLst>
                <a:gd name="connsiteX0" fmla="*/ 44611 w 44611"/>
                <a:gd name="connsiteY0" fmla="*/ 17616 h 35359"/>
                <a:gd name="connsiteX1" fmla="*/ 22306 w 44611"/>
                <a:gd name="connsiteY1" fmla="*/ 35359 h 35359"/>
                <a:gd name="connsiteX2" fmla="*/ 0 w 44611"/>
                <a:gd name="connsiteY2" fmla="*/ 17616 h 35359"/>
                <a:gd name="connsiteX3" fmla="*/ 22306 w 44611"/>
                <a:gd name="connsiteY3" fmla="*/ 0 h 35359"/>
                <a:gd name="connsiteX4" fmla="*/ 44611 w 44611"/>
                <a:gd name="connsiteY4" fmla="*/ 17616 h 35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611" h="35359">
                  <a:moveTo>
                    <a:pt x="44611" y="17616"/>
                  </a:moveTo>
                  <a:cubicBezTo>
                    <a:pt x="44611" y="27375"/>
                    <a:pt x="34599" y="35359"/>
                    <a:pt x="22306" y="35359"/>
                  </a:cubicBezTo>
                  <a:cubicBezTo>
                    <a:pt x="10012" y="35359"/>
                    <a:pt x="0" y="27502"/>
                    <a:pt x="0" y="17616"/>
                  </a:cubicBezTo>
                  <a:cubicBezTo>
                    <a:pt x="0" y="7731"/>
                    <a:pt x="10012" y="0"/>
                    <a:pt x="22306" y="0"/>
                  </a:cubicBezTo>
                  <a:cubicBezTo>
                    <a:pt x="34599" y="0"/>
                    <a:pt x="44611" y="7858"/>
                    <a:pt x="44611" y="1761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87" name="Freeform: Shape 5886">
              <a:extLst>
                <a:ext uri="{FF2B5EF4-FFF2-40B4-BE49-F238E27FC236}">
                  <a16:creationId xmlns:a16="http://schemas.microsoft.com/office/drawing/2014/main" id="{3145485E-ED17-8F6D-D8BA-B8119507A0B6}"/>
                </a:ext>
              </a:extLst>
            </p:cNvPr>
            <p:cNvSpPr/>
            <p:nvPr/>
          </p:nvSpPr>
          <p:spPr>
            <a:xfrm>
              <a:off x="75028" y="4661125"/>
              <a:ext cx="43850" cy="34725"/>
            </a:xfrm>
            <a:custGeom>
              <a:avLst/>
              <a:gdLst>
                <a:gd name="connsiteX0" fmla="*/ 43851 w 43850"/>
                <a:gd name="connsiteY0" fmla="*/ 17363 h 34725"/>
                <a:gd name="connsiteX1" fmla="*/ 21925 w 43850"/>
                <a:gd name="connsiteY1" fmla="*/ 34726 h 34725"/>
                <a:gd name="connsiteX2" fmla="*/ 0 w 43850"/>
                <a:gd name="connsiteY2" fmla="*/ 17363 h 34725"/>
                <a:gd name="connsiteX3" fmla="*/ 21925 w 43850"/>
                <a:gd name="connsiteY3" fmla="*/ 0 h 34725"/>
                <a:gd name="connsiteX4" fmla="*/ 43851 w 43850"/>
                <a:gd name="connsiteY4" fmla="*/ 17363 h 34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850" h="34725">
                  <a:moveTo>
                    <a:pt x="43851" y="17363"/>
                  </a:moveTo>
                  <a:cubicBezTo>
                    <a:pt x="43851" y="26995"/>
                    <a:pt x="34092" y="34726"/>
                    <a:pt x="21925" y="34726"/>
                  </a:cubicBezTo>
                  <a:cubicBezTo>
                    <a:pt x="9759" y="34726"/>
                    <a:pt x="0" y="26995"/>
                    <a:pt x="0" y="17363"/>
                  </a:cubicBezTo>
                  <a:cubicBezTo>
                    <a:pt x="0" y="7731"/>
                    <a:pt x="9759" y="0"/>
                    <a:pt x="21925" y="0"/>
                  </a:cubicBezTo>
                  <a:cubicBezTo>
                    <a:pt x="34092" y="0"/>
                    <a:pt x="43851" y="7858"/>
                    <a:pt x="43851" y="1736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88" name="Freeform: Shape 5887">
              <a:extLst>
                <a:ext uri="{FF2B5EF4-FFF2-40B4-BE49-F238E27FC236}">
                  <a16:creationId xmlns:a16="http://schemas.microsoft.com/office/drawing/2014/main" id="{87823B26-F163-B518-01EE-FF46C7E3F52D}"/>
                </a:ext>
              </a:extLst>
            </p:cNvPr>
            <p:cNvSpPr/>
            <p:nvPr/>
          </p:nvSpPr>
          <p:spPr>
            <a:xfrm>
              <a:off x="43724" y="4560116"/>
              <a:ext cx="43850" cy="34725"/>
            </a:xfrm>
            <a:custGeom>
              <a:avLst/>
              <a:gdLst>
                <a:gd name="connsiteX0" fmla="*/ 43851 w 43850"/>
                <a:gd name="connsiteY0" fmla="*/ 17363 h 34725"/>
                <a:gd name="connsiteX1" fmla="*/ 21925 w 43850"/>
                <a:gd name="connsiteY1" fmla="*/ 34726 h 34725"/>
                <a:gd name="connsiteX2" fmla="*/ 0 w 43850"/>
                <a:gd name="connsiteY2" fmla="*/ 17363 h 34725"/>
                <a:gd name="connsiteX3" fmla="*/ 21925 w 43850"/>
                <a:gd name="connsiteY3" fmla="*/ 0 h 34725"/>
                <a:gd name="connsiteX4" fmla="*/ 43851 w 43850"/>
                <a:gd name="connsiteY4" fmla="*/ 17363 h 34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850" h="34725">
                  <a:moveTo>
                    <a:pt x="43851" y="17363"/>
                  </a:moveTo>
                  <a:cubicBezTo>
                    <a:pt x="43851" y="26995"/>
                    <a:pt x="34092" y="34726"/>
                    <a:pt x="21925" y="34726"/>
                  </a:cubicBezTo>
                  <a:cubicBezTo>
                    <a:pt x="9759" y="34726"/>
                    <a:pt x="0" y="26868"/>
                    <a:pt x="0" y="17363"/>
                  </a:cubicBezTo>
                  <a:cubicBezTo>
                    <a:pt x="0" y="7858"/>
                    <a:pt x="9885" y="0"/>
                    <a:pt x="21925" y="0"/>
                  </a:cubicBezTo>
                  <a:cubicBezTo>
                    <a:pt x="33965" y="0"/>
                    <a:pt x="43851" y="7731"/>
                    <a:pt x="43851" y="1736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89" name="Freeform: Shape 5888">
              <a:extLst>
                <a:ext uri="{FF2B5EF4-FFF2-40B4-BE49-F238E27FC236}">
                  <a16:creationId xmlns:a16="http://schemas.microsoft.com/office/drawing/2014/main" id="{037C22B2-80F2-7941-BFF7-6A5CCBD230C8}"/>
                </a:ext>
              </a:extLst>
            </p:cNvPr>
            <p:cNvSpPr/>
            <p:nvPr/>
          </p:nvSpPr>
          <p:spPr>
            <a:xfrm>
              <a:off x="40936" y="4459488"/>
              <a:ext cx="17616" cy="32824"/>
            </a:xfrm>
            <a:custGeom>
              <a:avLst/>
              <a:gdLst>
                <a:gd name="connsiteX0" fmla="*/ 17616 w 17616"/>
                <a:gd name="connsiteY0" fmla="*/ 16476 h 32824"/>
                <a:gd name="connsiteX1" fmla="*/ 0 w 17616"/>
                <a:gd name="connsiteY1" fmla="*/ 0 h 32824"/>
                <a:gd name="connsiteX2" fmla="*/ 0 w 17616"/>
                <a:gd name="connsiteY2" fmla="*/ 32825 h 32824"/>
                <a:gd name="connsiteX3" fmla="*/ 17616 w 17616"/>
                <a:gd name="connsiteY3" fmla="*/ 16349 h 32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616" h="32824">
                  <a:moveTo>
                    <a:pt x="17616" y="16476"/>
                  </a:moveTo>
                  <a:cubicBezTo>
                    <a:pt x="17616" y="8111"/>
                    <a:pt x="10012" y="1521"/>
                    <a:pt x="0" y="0"/>
                  </a:cubicBezTo>
                  <a:lnTo>
                    <a:pt x="0" y="32825"/>
                  </a:lnTo>
                  <a:cubicBezTo>
                    <a:pt x="9885" y="31304"/>
                    <a:pt x="17616" y="24714"/>
                    <a:pt x="17616" y="1634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90" name="Freeform: Shape 5889">
              <a:extLst>
                <a:ext uri="{FF2B5EF4-FFF2-40B4-BE49-F238E27FC236}">
                  <a16:creationId xmlns:a16="http://schemas.microsoft.com/office/drawing/2014/main" id="{C79F1967-963D-F4E5-40C3-A65288912C27}"/>
                </a:ext>
              </a:extLst>
            </p:cNvPr>
            <p:cNvSpPr/>
            <p:nvPr/>
          </p:nvSpPr>
          <p:spPr>
            <a:xfrm>
              <a:off x="41063" y="2400789"/>
              <a:ext cx="9885" cy="20658"/>
            </a:xfrm>
            <a:custGeom>
              <a:avLst/>
              <a:gdLst>
                <a:gd name="connsiteX0" fmla="*/ 9885 w 9885"/>
                <a:gd name="connsiteY0" fmla="*/ 10392 h 20658"/>
                <a:gd name="connsiteX1" fmla="*/ 0 w 9885"/>
                <a:gd name="connsiteY1" fmla="*/ 0 h 20658"/>
                <a:gd name="connsiteX2" fmla="*/ 0 w 9885"/>
                <a:gd name="connsiteY2" fmla="*/ 20658 h 20658"/>
                <a:gd name="connsiteX3" fmla="*/ 9885 w 9885"/>
                <a:gd name="connsiteY3" fmla="*/ 10266 h 20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85" h="20658">
                  <a:moveTo>
                    <a:pt x="9885" y="10392"/>
                  </a:moveTo>
                  <a:cubicBezTo>
                    <a:pt x="9885" y="5450"/>
                    <a:pt x="5703" y="1394"/>
                    <a:pt x="0" y="0"/>
                  </a:cubicBezTo>
                  <a:lnTo>
                    <a:pt x="0" y="20658"/>
                  </a:lnTo>
                  <a:cubicBezTo>
                    <a:pt x="5703" y="19264"/>
                    <a:pt x="9885" y="15335"/>
                    <a:pt x="9885" y="1026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91" name="Freeform: Shape 5890">
              <a:extLst>
                <a:ext uri="{FF2B5EF4-FFF2-40B4-BE49-F238E27FC236}">
                  <a16:creationId xmlns:a16="http://schemas.microsoft.com/office/drawing/2014/main" id="{4E828CF3-37A8-9114-160F-A8FB30A79563}"/>
                </a:ext>
              </a:extLst>
            </p:cNvPr>
            <p:cNvSpPr/>
            <p:nvPr/>
          </p:nvSpPr>
          <p:spPr>
            <a:xfrm>
              <a:off x="52342" y="2299147"/>
              <a:ext cx="26868" cy="21291"/>
            </a:xfrm>
            <a:custGeom>
              <a:avLst/>
              <a:gdLst>
                <a:gd name="connsiteX0" fmla="*/ 26868 w 26868"/>
                <a:gd name="connsiteY0" fmla="*/ 10646 h 21291"/>
                <a:gd name="connsiteX1" fmla="*/ 13434 w 26868"/>
                <a:gd name="connsiteY1" fmla="*/ 21292 h 21291"/>
                <a:gd name="connsiteX2" fmla="*/ 0 w 26868"/>
                <a:gd name="connsiteY2" fmla="*/ 10646 h 21291"/>
                <a:gd name="connsiteX3" fmla="*/ 13434 w 26868"/>
                <a:gd name="connsiteY3" fmla="*/ 0 h 21291"/>
                <a:gd name="connsiteX4" fmla="*/ 26868 w 26868"/>
                <a:gd name="connsiteY4" fmla="*/ 10646 h 2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68" h="21291">
                  <a:moveTo>
                    <a:pt x="26868" y="10646"/>
                  </a:moveTo>
                  <a:cubicBezTo>
                    <a:pt x="26868" y="16602"/>
                    <a:pt x="20911" y="21292"/>
                    <a:pt x="13434" y="21292"/>
                  </a:cubicBezTo>
                  <a:cubicBezTo>
                    <a:pt x="5957" y="21292"/>
                    <a:pt x="0" y="16476"/>
                    <a:pt x="0" y="10646"/>
                  </a:cubicBezTo>
                  <a:cubicBezTo>
                    <a:pt x="0" y="4816"/>
                    <a:pt x="6083" y="0"/>
                    <a:pt x="13434" y="0"/>
                  </a:cubicBezTo>
                  <a:cubicBezTo>
                    <a:pt x="20785" y="0"/>
                    <a:pt x="26868" y="4816"/>
                    <a:pt x="26868" y="1064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92" name="Freeform: Shape 5891">
              <a:extLst>
                <a:ext uri="{FF2B5EF4-FFF2-40B4-BE49-F238E27FC236}">
                  <a16:creationId xmlns:a16="http://schemas.microsoft.com/office/drawing/2014/main" id="{A6E317EE-17E2-866F-9D67-605043007FFA}"/>
                </a:ext>
              </a:extLst>
            </p:cNvPr>
            <p:cNvSpPr/>
            <p:nvPr/>
          </p:nvSpPr>
          <p:spPr>
            <a:xfrm>
              <a:off x="84280" y="2198645"/>
              <a:ext cx="25473" cy="20277"/>
            </a:xfrm>
            <a:custGeom>
              <a:avLst/>
              <a:gdLst>
                <a:gd name="connsiteX0" fmla="*/ 25474 w 25473"/>
                <a:gd name="connsiteY0" fmla="*/ 10139 h 20277"/>
                <a:gd name="connsiteX1" fmla="*/ 12800 w 25473"/>
                <a:gd name="connsiteY1" fmla="*/ 20278 h 20277"/>
                <a:gd name="connsiteX2" fmla="*/ 0 w 25473"/>
                <a:gd name="connsiteY2" fmla="*/ 10139 h 20277"/>
                <a:gd name="connsiteX3" fmla="*/ 12800 w 25473"/>
                <a:gd name="connsiteY3" fmla="*/ 0 h 20277"/>
                <a:gd name="connsiteX4" fmla="*/ 25474 w 25473"/>
                <a:gd name="connsiteY4" fmla="*/ 10139 h 2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73" h="20277">
                  <a:moveTo>
                    <a:pt x="25474" y="10139"/>
                  </a:moveTo>
                  <a:cubicBezTo>
                    <a:pt x="25474" y="15715"/>
                    <a:pt x="19771" y="20278"/>
                    <a:pt x="12800" y="20278"/>
                  </a:cubicBezTo>
                  <a:cubicBezTo>
                    <a:pt x="5830" y="20278"/>
                    <a:pt x="0" y="15715"/>
                    <a:pt x="0" y="10139"/>
                  </a:cubicBezTo>
                  <a:cubicBezTo>
                    <a:pt x="0" y="4563"/>
                    <a:pt x="5703" y="0"/>
                    <a:pt x="12800" y="0"/>
                  </a:cubicBezTo>
                  <a:cubicBezTo>
                    <a:pt x="19898" y="0"/>
                    <a:pt x="25474" y="4563"/>
                    <a:pt x="25474" y="1013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93" name="Freeform: Shape 5892">
              <a:extLst>
                <a:ext uri="{FF2B5EF4-FFF2-40B4-BE49-F238E27FC236}">
                  <a16:creationId xmlns:a16="http://schemas.microsoft.com/office/drawing/2014/main" id="{93D34E21-CF35-7EE5-F09A-65CEEB6527B5}"/>
                </a:ext>
              </a:extLst>
            </p:cNvPr>
            <p:cNvSpPr/>
            <p:nvPr/>
          </p:nvSpPr>
          <p:spPr>
            <a:xfrm>
              <a:off x="118499" y="2098397"/>
              <a:ext cx="24713" cy="19770"/>
            </a:xfrm>
            <a:custGeom>
              <a:avLst/>
              <a:gdLst>
                <a:gd name="connsiteX0" fmla="*/ 24714 w 24713"/>
                <a:gd name="connsiteY0" fmla="*/ 9885 h 19770"/>
                <a:gd name="connsiteX1" fmla="*/ 12420 w 24713"/>
                <a:gd name="connsiteY1" fmla="*/ 19771 h 19770"/>
                <a:gd name="connsiteX2" fmla="*/ 0 w 24713"/>
                <a:gd name="connsiteY2" fmla="*/ 9885 h 19770"/>
                <a:gd name="connsiteX3" fmla="*/ 12420 w 24713"/>
                <a:gd name="connsiteY3" fmla="*/ 0 h 19770"/>
                <a:gd name="connsiteX4" fmla="*/ 24714 w 24713"/>
                <a:gd name="connsiteY4" fmla="*/ 9885 h 19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713" h="19770">
                  <a:moveTo>
                    <a:pt x="24714" y="9885"/>
                  </a:moveTo>
                  <a:cubicBezTo>
                    <a:pt x="24714" y="15335"/>
                    <a:pt x="19137" y="19771"/>
                    <a:pt x="12420" y="19771"/>
                  </a:cubicBezTo>
                  <a:cubicBezTo>
                    <a:pt x="5703" y="19771"/>
                    <a:pt x="0" y="15335"/>
                    <a:pt x="0" y="9885"/>
                  </a:cubicBezTo>
                  <a:cubicBezTo>
                    <a:pt x="0" y="4436"/>
                    <a:pt x="5576" y="0"/>
                    <a:pt x="12420" y="0"/>
                  </a:cubicBezTo>
                  <a:cubicBezTo>
                    <a:pt x="19264" y="0"/>
                    <a:pt x="24714" y="4436"/>
                    <a:pt x="24714" y="988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94" name="Freeform: Shape 5893">
              <a:extLst>
                <a:ext uri="{FF2B5EF4-FFF2-40B4-BE49-F238E27FC236}">
                  <a16:creationId xmlns:a16="http://schemas.microsoft.com/office/drawing/2014/main" id="{9D73761D-A9A6-DEFA-D164-4BDAE09DC7E9}"/>
                </a:ext>
              </a:extLst>
            </p:cNvPr>
            <p:cNvSpPr/>
            <p:nvPr/>
          </p:nvSpPr>
          <p:spPr>
            <a:xfrm>
              <a:off x="155379" y="1998910"/>
              <a:ext cx="24079" cy="19010"/>
            </a:xfrm>
            <a:custGeom>
              <a:avLst/>
              <a:gdLst>
                <a:gd name="connsiteX0" fmla="*/ 24080 w 24079"/>
                <a:gd name="connsiteY0" fmla="*/ 9505 h 19010"/>
                <a:gd name="connsiteX1" fmla="*/ 12040 w 24079"/>
                <a:gd name="connsiteY1" fmla="*/ 19010 h 19010"/>
                <a:gd name="connsiteX2" fmla="*/ 0 w 24079"/>
                <a:gd name="connsiteY2" fmla="*/ 9505 h 19010"/>
                <a:gd name="connsiteX3" fmla="*/ 12040 w 24079"/>
                <a:gd name="connsiteY3" fmla="*/ 0 h 19010"/>
                <a:gd name="connsiteX4" fmla="*/ 24080 w 24079"/>
                <a:gd name="connsiteY4" fmla="*/ 9505 h 19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79" h="19010">
                  <a:moveTo>
                    <a:pt x="24080" y="9505"/>
                  </a:moveTo>
                  <a:cubicBezTo>
                    <a:pt x="24080" y="14701"/>
                    <a:pt x="18757" y="19010"/>
                    <a:pt x="12040" y="19010"/>
                  </a:cubicBezTo>
                  <a:cubicBezTo>
                    <a:pt x="5323" y="19010"/>
                    <a:pt x="0" y="14701"/>
                    <a:pt x="0" y="9505"/>
                  </a:cubicBezTo>
                  <a:cubicBezTo>
                    <a:pt x="0" y="4309"/>
                    <a:pt x="5323" y="0"/>
                    <a:pt x="12040" y="0"/>
                  </a:cubicBezTo>
                  <a:cubicBezTo>
                    <a:pt x="18757" y="0"/>
                    <a:pt x="24080" y="4309"/>
                    <a:pt x="24080" y="950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95" name="Freeform: Shape 5894">
              <a:extLst>
                <a:ext uri="{FF2B5EF4-FFF2-40B4-BE49-F238E27FC236}">
                  <a16:creationId xmlns:a16="http://schemas.microsoft.com/office/drawing/2014/main" id="{94E78414-5BF2-531B-9CBA-FCDAE45DE231}"/>
                </a:ext>
              </a:extLst>
            </p:cNvPr>
            <p:cNvSpPr/>
            <p:nvPr/>
          </p:nvSpPr>
          <p:spPr>
            <a:xfrm>
              <a:off x="195047" y="1899929"/>
              <a:ext cx="23319" cy="18503"/>
            </a:xfrm>
            <a:custGeom>
              <a:avLst/>
              <a:gdLst>
                <a:gd name="connsiteX0" fmla="*/ 23319 w 23319"/>
                <a:gd name="connsiteY0" fmla="*/ 9252 h 18503"/>
                <a:gd name="connsiteX1" fmla="*/ 11660 w 23319"/>
                <a:gd name="connsiteY1" fmla="*/ 18503 h 18503"/>
                <a:gd name="connsiteX2" fmla="*/ 0 w 23319"/>
                <a:gd name="connsiteY2" fmla="*/ 9252 h 18503"/>
                <a:gd name="connsiteX3" fmla="*/ 11660 w 23319"/>
                <a:gd name="connsiteY3" fmla="*/ 0 h 18503"/>
                <a:gd name="connsiteX4" fmla="*/ 23319 w 23319"/>
                <a:gd name="connsiteY4" fmla="*/ 9252 h 18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319" h="18503">
                  <a:moveTo>
                    <a:pt x="23319" y="9252"/>
                  </a:moveTo>
                  <a:cubicBezTo>
                    <a:pt x="23319" y="14321"/>
                    <a:pt x="18123" y="18503"/>
                    <a:pt x="11660" y="18503"/>
                  </a:cubicBezTo>
                  <a:cubicBezTo>
                    <a:pt x="5196" y="18503"/>
                    <a:pt x="0" y="14321"/>
                    <a:pt x="0" y="9252"/>
                  </a:cubicBezTo>
                  <a:cubicBezTo>
                    <a:pt x="0" y="4182"/>
                    <a:pt x="5196" y="0"/>
                    <a:pt x="11660" y="0"/>
                  </a:cubicBezTo>
                  <a:cubicBezTo>
                    <a:pt x="18123" y="0"/>
                    <a:pt x="23319" y="4182"/>
                    <a:pt x="23319" y="925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96" name="Freeform: Shape 5895">
              <a:extLst>
                <a:ext uri="{FF2B5EF4-FFF2-40B4-BE49-F238E27FC236}">
                  <a16:creationId xmlns:a16="http://schemas.microsoft.com/office/drawing/2014/main" id="{8426936C-FCD0-17C3-0886-B6709054358F}"/>
                </a:ext>
              </a:extLst>
            </p:cNvPr>
            <p:cNvSpPr/>
            <p:nvPr/>
          </p:nvSpPr>
          <p:spPr>
            <a:xfrm>
              <a:off x="237630" y="1801962"/>
              <a:ext cx="21798" cy="17236"/>
            </a:xfrm>
            <a:custGeom>
              <a:avLst/>
              <a:gdLst>
                <a:gd name="connsiteX0" fmla="*/ 21799 w 21798"/>
                <a:gd name="connsiteY0" fmla="*/ 8618 h 17236"/>
                <a:gd name="connsiteX1" fmla="*/ 10899 w 21798"/>
                <a:gd name="connsiteY1" fmla="*/ 17236 h 17236"/>
                <a:gd name="connsiteX2" fmla="*/ 0 w 21798"/>
                <a:gd name="connsiteY2" fmla="*/ 8618 h 17236"/>
                <a:gd name="connsiteX3" fmla="*/ 10899 w 21798"/>
                <a:gd name="connsiteY3" fmla="*/ 0 h 17236"/>
                <a:gd name="connsiteX4" fmla="*/ 21799 w 21798"/>
                <a:gd name="connsiteY4" fmla="*/ 8618 h 17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798" h="17236">
                  <a:moveTo>
                    <a:pt x="21799" y="8618"/>
                  </a:moveTo>
                  <a:cubicBezTo>
                    <a:pt x="21799" y="13434"/>
                    <a:pt x="16983" y="17236"/>
                    <a:pt x="10899" y="17236"/>
                  </a:cubicBezTo>
                  <a:cubicBezTo>
                    <a:pt x="4816" y="17236"/>
                    <a:pt x="0" y="13434"/>
                    <a:pt x="0" y="8618"/>
                  </a:cubicBezTo>
                  <a:cubicBezTo>
                    <a:pt x="0" y="3802"/>
                    <a:pt x="4816" y="0"/>
                    <a:pt x="10899" y="0"/>
                  </a:cubicBezTo>
                  <a:cubicBezTo>
                    <a:pt x="16983" y="0"/>
                    <a:pt x="21799" y="3802"/>
                    <a:pt x="21799" y="86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97" name="Freeform: Shape 5896">
              <a:extLst>
                <a:ext uri="{FF2B5EF4-FFF2-40B4-BE49-F238E27FC236}">
                  <a16:creationId xmlns:a16="http://schemas.microsoft.com/office/drawing/2014/main" id="{40541565-B466-60F5-A7F3-6ED11EDC90AA}"/>
                </a:ext>
              </a:extLst>
            </p:cNvPr>
            <p:cNvSpPr/>
            <p:nvPr/>
          </p:nvSpPr>
          <p:spPr>
            <a:xfrm>
              <a:off x="282242" y="1704375"/>
              <a:ext cx="21291" cy="16855"/>
            </a:xfrm>
            <a:custGeom>
              <a:avLst/>
              <a:gdLst>
                <a:gd name="connsiteX0" fmla="*/ 21292 w 21291"/>
                <a:gd name="connsiteY0" fmla="*/ 8365 h 16855"/>
                <a:gd name="connsiteX1" fmla="*/ 10646 w 21291"/>
                <a:gd name="connsiteY1" fmla="*/ 16856 h 16855"/>
                <a:gd name="connsiteX2" fmla="*/ 0 w 21291"/>
                <a:gd name="connsiteY2" fmla="*/ 8365 h 16855"/>
                <a:gd name="connsiteX3" fmla="*/ 10646 w 21291"/>
                <a:gd name="connsiteY3" fmla="*/ 0 h 16855"/>
                <a:gd name="connsiteX4" fmla="*/ 21292 w 21291"/>
                <a:gd name="connsiteY4" fmla="*/ 8365 h 16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291" h="16855">
                  <a:moveTo>
                    <a:pt x="21292" y="8365"/>
                  </a:moveTo>
                  <a:cubicBezTo>
                    <a:pt x="21292" y="13054"/>
                    <a:pt x="16602" y="16856"/>
                    <a:pt x="10646" y="16856"/>
                  </a:cubicBezTo>
                  <a:cubicBezTo>
                    <a:pt x="4689" y="16856"/>
                    <a:pt x="0" y="13054"/>
                    <a:pt x="0" y="8365"/>
                  </a:cubicBezTo>
                  <a:cubicBezTo>
                    <a:pt x="0" y="3675"/>
                    <a:pt x="4689" y="0"/>
                    <a:pt x="10646" y="0"/>
                  </a:cubicBezTo>
                  <a:cubicBezTo>
                    <a:pt x="16602" y="0"/>
                    <a:pt x="21292" y="3802"/>
                    <a:pt x="21292" y="836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98" name="Freeform: Shape 5897">
              <a:extLst>
                <a:ext uri="{FF2B5EF4-FFF2-40B4-BE49-F238E27FC236}">
                  <a16:creationId xmlns:a16="http://schemas.microsoft.com/office/drawing/2014/main" id="{1AF83D54-F421-52CA-A84B-985CB98EE972}"/>
                </a:ext>
              </a:extLst>
            </p:cNvPr>
            <p:cNvSpPr/>
            <p:nvPr/>
          </p:nvSpPr>
          <p:spPr>
            <a:xfrm>
              <a:off x="330148" y="1607929"/>
              <a:ext cx="19644" cy="15588"/>
            </a:xfrm>
            <a:custGeom>
              <a:avLst/>
              <a:gdLst>
                <a:gd name="connsiteX0" fmla="*/ 19644 w 19644"/>
                <a:gd name="connsiteY0" fmla="*/ 7731 h 15588"/>
                <a:gd name="connsiteX1" fmla="*/ 9885 w 19644"/>
                <a:gd name="connsiteY1" fmla="*/ 15588 h 15588"/>
                <a:gd name="connsiteX2" fmla="*/ 0 w 19644"/>
                <a:gd name="connsiteY2" fmla="*/ 7731 h 15588"/>
                <a:gd name="connsiteX3" fmla="*/ 9885 w 19644"/>
                <a:gd name="connsiteY3" fmla="*/ 0 h 15588"/>
                <a:gd name="connsiteX4" fmla="*/ 19644 w 19644"/>
                <a:gd name="connsiteY4" fmla="*/ 7731 h 1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44" h="15588">
                  <a:moveTo>
                    <a:pt x="19644" y="7731"/>
                  </a:moveTo>
                  <a:cubicBezTo>
                    <a:pt x="19644" y="12040"/>
                    <a:pt x="15208" y="15588"/>
                    <a:pt x="9885" y="15588"/>
                  </a:cubicBezTo>
                  <a:cubicBezTo>
                    <a:pt x="4563" y="15588"/>
                    <a:pt x="0" y="12167"/>
                    <a:pt x="0" y="7731"/>
                  </a:cubicBezTo>
                  <a:cubicBezTo>
                    <a:pt x="0" y="3295"/>
                    <a:pt x="4436" y="0"/>
                    <a:pt x="9885" y="0"/>
                  </a:cubicBezTo>
                  <a:cubicBezTo>
                    <a:pt x="15335" y="0"/>
                    <a:pt x="19644" y="3422"/>
                    <a:pt x="19644" y="773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99" name="Freeform: Shape 5898">
              <a:extLst>
                <a:ext uri="{FF2B5EF4-FFF2-40B4-BE49-F238E27FC236}">
                  <a16:creationId xmlns:a16="http://schemas.microsoft.com/office/drawing/2014/main" id="{A5A0555E-1ECE-0152-9DAA-5C7842EB6C57}"/>
                </a:ext>
              </a:extLst>
            </p:cNvPr>
            <p:cNvSpPr/>
            <p:nvPr/>
          </p:nvSpPr>
          <p:spPr>
            <a:xfrm>
              <a:off x="380082" y="1511990"/>
              <a:ext cx="18883" cy="14954"/>
            </a:xfrm>
            <a:custGeom>
              <a:avLst/>
              <a:gdLst>
                <a:gd name="connsiteX0" fmla="*/ 18884 w 18883"/>
                <a:gd name="connsiteY0" fmla="*/ 7477 h 14954"/>
                <a:gd name="connsiteX1" fmla="*/ 9505 w 18883"/>
                <a:gd name="connsiteY1" fmla="*/ 14955 h 14954"/>
                <a:gd name="connsiteX2" fmla="*/ 0 w 18883"/>
                <a:gd name="connsiteY2" fmla="*/ 7477 h 14954"/>
                <a:gd name="connsiteX3" fmla="*/ 9505 w 18883"/>
                <a:gd name="connsiteY3" fmla="*/ 0 h 14954"/>
                <a:gd name="connsiteX4" fmla="*/ 18884 w 18883"/>
                <a:gd name="connsiteY4" fmla="*/ 7477 h 14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83" h="14954">
                  <a:moveTo>
                    <a:pt x="18884" y="7477"/>
                  </a:moveTo>
                  <a:cubicBezTo>
                    <a:pt x="18884" y="11660"/>
                    <a:pt x="14701" y="14955"/>
                    <a:pt x="9505" y="14955"/>
                  </a:cubicBezTo>
                  <a:cubicBezTo>
                    <a:pt x="4309" y="14955"/>
                    <a:pt x="0" y="11660"/>
                    <a:pt x="0" y="7477"/>
                  </a:cubicBezTo>
                  <a:cubicBezTo>
                    <a:pt x="0" y="3295"/>
                    <a:pt x="4182" y="0"/>
                    <a:pt x="9505" y="0"/>
                  </a:cubicBezTo>
                  <a:cubicBezTo>
                    <a:pt x="14828" y="0"/>
                    <a:pt x="18884" y="3295"/>
                    <a:pt x="18884" y="747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00" name="Freeform: Shape 5899">
              <a:extLst>
                <a:ext uri="{FF2B5EF4-FFF2-40B4-BE49-F238E27FC236}">
                  <a16:creationId xmlns:a16="http://schemas.microsoft.com/office/drawing/2014/main" id="{1DA494BE-A7AF-51F5-D31A-6402952E3CF0}"/>
                </a:ext>
              </a:extLst>
            </p:cNvPr>
            <p:cNvSpPr/>
            <p:nvPr/>
          </p:nvSpPr>
          <p:spPr>
            <a:xfrm>
              <a:off x="432424" y="1416811"/>
              <a:ext cx="18250" cy="14447"/>
            </a:xfrm>
            <a:custGeom>
              <a:avLst/>
              <a:gdLst>
                <a:gd name="connsiteX0" fmla="*/ 18250 w 18250"/>
                <a:gd name="connsiteY0" fmla="*/ 7224 h 14447"/>
                <a:gd name="connsiteX1" fmla="*/ 9125 w 18250"/>
                <a:gd name="connsiteY1" fmla="*/ 14448 h 14447"/>
                <a:gd name="connsiteX2" fmla="*/ 0 w 18250"/>
                <a:gd name="connsiteY2" fmla="*/ 7224 h 14447"/>
                <a:gd name="connsiteX3" fmla="*/ 9125 w 18250"/>
                <a:gd name="connsiteY3" fmla="*/ 0 h 14447"/>
                <a:gd name="connsiteX4" fmla="*/ 18250 w 18250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0" h="14447">
                  <a:moveTo>
                    <a:pt x="18250" y="7224"/>
                  </a:moveTo>
                  <a:cubicBezTo>
                    <a:pt x="18250" y="11279"/>
                    <a:pt x="14194" y="14448"/>
                    <a:pt x="9125" y="14448"/>
                  </a:cubicBezTo>
                  <a:cubicBezTo>
                    <a:pt x="4056" y="14448"/>
                    <a:pt x="0" y="11279"/>
                    <a:pt x="0" y="7224"/>
                  </a:cubicBezTo>
                  <a:cubicBezTo>
                    <a:pt x="0" y="3168"/>
                    <a:pt x="4056" y="0"/>
                    <a:pt x="9125" y="0"/>
                  </a:cubicBezTo>
                  <a:cubicBezTo>
                    <a:pt x="14194" y="0"/>
                    <a:pt x="18250" y="3168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01" name="Freeform: Shape 5900">
              <a:extLst>
                <a:ext uri="{FF2B5EF4-FFF2-40B4-BE49-F238E27FC236}">
                  <a16:creationId xmlns:a16="http://schemas.microsoft.com/office/drawing/2014/main" id="{EC2FEF24-8109-6A1A-2CC6-9AEBF3D1E02F}"/>
                </a:ext>
              </a:extLst>
            </p:cNvPr>
            <p:cNvSpPr/>
            <p:nvPr/>
          </p:nvSpPr>
          <p:spPr>
            <a:xfrm>
              <a:off x="487807" y="1322773"/>
              <a:ext cx="16729" cy="13180"/>
            </a:xfrm>
            <a:custGeom>
              <a:avLst/>
              <a:gdLst>
                <a:gd name="connsiteX0" fmla="*/ 16729 w 16729"/>
                <a:gd name="connsiteY0" fmla="*/ 6590 h 13180"/>
                <a:gd name="connsiteX1" fmla="*/ 8365 w 16729"/>
                <a:gd name="connsiteY1" fmla="*/ 13181 h 13180"/>
                <a:gd name="connsiteX2" fmla="*/ 0 w 16729"/>
                <a:gd name="connsiteY2" fmla="*/ 6590 h 13180"/>
                <a:gd name="connsiteX3" fmla="*/ 8365 w 16729"/>
                <a:gd name="connsiteY3" fmla="*/ 0 h 13180"/>
                <a:gd name="connsiteX4" fmla="*/ 16729 w 16729"/>
                <a:gd name="connsiteY4" fmla="*/ 6590 h 13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9" h="13180">
                  <a:moveTo>
                    <a:pt x="16729" y="6590"/>
                  </a:moveTo>
                  <a:cubicBezTo>
                    <a:pt x="16729" y="10266"/>
                    <a:pt x="12927" y="13181"/>
                    <a:pt x="8365" y="13181"/>
                  </a:cubicBezTo>
                  <a:cubicBezTo>
                    <a:pt x="3802" y="13181"/>
                    <a:pt x="0" y="10266"/>
                    <a:pt x="0" y="6590"/>
                  </a:cubicBezTo>
                  <a:cubicBezTo>
                    <a:pt x="0" y="2915"/>
                    <a:pt x="3802" y="0"/>
                    <a:pt x="8365" y="0"/>
                  </a:cubicBezTo>
                  <a:cubicBezTo>
                    <a:pt x="12927" y="0"/>
                    <a:pt x="16729" y="2915"/>
                    <a:pt x="16729" y="659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02" name="Freeform: Shape 5901">
              <a:extLst>
                <a:ext uri="{FF2B5EF4-FFF2-40B4-BE49-F238E27FC236}">
                  <a16:creationId xmlns:a16="http://schemas.microsoft.com/office/drawing/2014/main" id="{2AB418CA-765F-E4A6-B564-AC25C774282F}"/>
                </a:ext>
              </a:extLst>
            </p:cNvPr>
            <p:cNvSpPr/>
            <p:nvPr/>
          </p:nvSpPr>
          <p:spPr>
            <a:xfrm>
              <a:off x="545219" y="1229496"/>
              <a:ext cx="15968" cy="12673"/>
            </a:xfrm>
            <a:custGeom>
              <a:avLst/>
              <a:gdLst>
                <a:gd name="connsiteX0" fmla="*/ 15969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9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9" y="6337"/>
                  </a:moveTo>
                  <a:cubicBezTo>
                    <a:pt x="15969" y="9759"/>
                    <a:pt x="12420" y="12674"/>
                    <a:pt x="7984" y="12674"/>
                  </a:cubicBezTo>
                  <a:cubicBezTo>
                    <a:pt x="3549" y="12674"/>
                    <a:pt x="0" y="9885"/>
                    <a:pt x="0" y="6337"/>
                  </a:cubicBezTo>
                  <a:cubicBezTo>
                    <a:pt x="0" y="2788"/>
                    <a:pt x="3549" y="0"/>
                    <a:pt x="7984" y="0"/>
                  </a:cubicBezTo>
                  <a:cubicBezTo>
                    <a:pt x="12420" y="0"/>
                    <a:pt x="15969" y="2788"/>
                    <a:pt x="15969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03" name="Freeform: Shape 5902">
              <a:extLst>
                <a:ext uri="{FF2B5EF4-FFF2-40B4-BE49-F238E27FC236}">
                  <a16:creationId xmlns:a16="http://schemas.microsoft.com/office/drawing/2014/main" id="{20C88DA2-DE78-9C71-0517-1C2249732565}"/>
                </a:ext>
              </a:extLst>
            </p:cNvPr>
            <p:cNvSpPr/>
            <p:nvPr/>
          </p:nvSpPr>
          <p:spPr>
            <a:xfrm>
              <a:off x="605038" y="1137105"/>
              <a:ext cx="15335" cy="12166"/>
            </a:xfrm>
            <a:custGeom>
              <a:avLst/>
              <a:gdLst>
                <a:gd name="connsiteX0" fmla="*/ 15335 w 15335"/>
                <a:gd name="connsiteY0" fmla="*/ 6083 h 12166"/>
                <a:gd name="connsiteX1" fmla="*/ 7604 w 15335"/>
                <a:gd name="connsiteY1" fmla="*/ 12167 h 12166"/>
                <a:gd name="connsiteX2" fmla="*/ 0 w 15335"/>
                <a:gd name="connsiteY2" fmla="*/ 6083 h 12166"/>
                <a:gd name="connsiteX3" fmla="*/ 7604 w 15335"/>
                <a:gd name="connsiteY3" fmla="*/ 0 h 12166"/>
                <a:gd name="connsiteX4" fmla="*/ 15335 w 15335"/>
                <a:gd name="connsiteY4" fmla="*/ 6083 h 1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35" h="12166">
                  <a:moveTo>
                    <a:pt x="15335" y="6083"/>
                  </a:moveTo>
                  <a:cubicBezTo>
                    <a:pt x="15335" y="9378"/>
                    <a:pt x="11913" y="12167"/>
                    <a:pt x="7604" y="12167"/>
                  </a:cubicBezTo>
                  <a:cubicBezTo>
                    <a:pt x="3295" y="12167"/>
                    <a:pt x="0" y="9505"/>
                    <a:pt x="0" y="6083"/>
                  </a:cubicBezTo>
                  <a:cubicBezTo>
                    <a:pt x="0" y="2661"/>
                    <a:pt x="3422" y="0"/>
                    <a:pt x="7604" y="0"/>
                  </a:cubicBezTo>
                  <a:cubicBezTo>
                    <a:pt x="11786" y="0"/>
                    <a:pt x="15335" y="2661"/>
                    <a:pt x="15335" y="60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04" name="Freeform: Shape 5903">
              <a:extLst>
                <a:ext uri="{FF2B5EF4-FFF2-40B4-BE49-F238E27FC236}">
                  <a16:creationId xmlns:a16="http://schemas.microsoft.com/office/drawing/2014/main" id="{C463B71F-ECD3-5453-6143-E992017D3FB9}"/>
                </a:ext>
              </a:extLst>
            </p:cNvPr>
            <p:cNvSpPr/>
            <p:nvPr/>
          </p:nvSpPr>
          <p:spPr>
            <a:xfrm>
              <a:off x="667392" y="1045728"/>
              <a:ext cx="14574" cy="11406"/>
            </a:xfrm>
            <a:custGeom>
              <a:avLst/>
              <a:gdLst>
                <a:gd name="connsiteX0" fmla="*/ 14575 w 14574"/>
                <a:gd name="connsiteY0" fmla="*/ 5703 h 11406"/>
                <a:gd name="connsiteX1" fmla="*/ 7351 w 14574"/>
                <a:gd name="connsiteY1" fmla="*/ 11406 h 11406"/>
                <a:gd name="connsiteX2" fmla="*/ 0 w 14574"/>
                <a:gd name="connsiteY2" fmla="*/ 5703 h 11406"/>
                <a:gd name="connsiteX3" fmla="*/ 7351 w 14574"/>
                <a:gd name="connsiteY3" fmla="*/ 0 h 11406"/>
                <a:gd name="connsiteX4" fmla="*/ 14575 w 14574"/>
                <a:gd name="connsiteY4" fmla="*/ 5703 h 11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574" h="11406">
                  <a:moveTo>
                    <a:pt x="14575" y="5703"/>
                  </a:moveTo>
                  <a:cubicBezTo>
                    <a:pt x="14575" y="8872"/>
                    <a:pt x="11406" y="11406"/>
                    <a:pt x="7351" y="11406"/>
                  </a:cubicBezTo>
                  <a:cubicBezTo>
                    <a:pt x="3295" y="11406"/>
                    <a:pt x="0" y="8872"/>
                    <a:pt x="0" y="5703"/>
                  </a:cubicBezTo>
                  <a:cubicBezTo>
                    <a:pt x="0" y="2535"/>
                    <a:pt x="3295" y="0"/>
                    <a:pt x="7351" y="0"/>
                  </a:cubicBezTo>
                  <a:cubicBezTo>
                    <a:pt x="11406" y="0"/>
                    <a:pt x="14575" y="2535"/>
                    <a:pt x="14575" y="570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05" name="Freeform: Shape 5904">
              <a:extLst>
                <a:ext uri="{FF2B5EF4-FFF2-40B4-BE49-F238E27FC236}">
                  <a16:creationId xmlns:a16="http://schemas.microsoft.com/office/drawing/2014/main" id="{895DF4C7-C3D8-58F4-1A73-B480B3CE7E1F}"/>
                </a:ext>
              </a:extLst>
            </p:cNvPr>
            <p:cNvSpPr/>
            <p:nvPr/>
          </p:nvSpPr>
          <p:spPr>
            <a:xfrm>
              <a:off x="732408" y="955619"/>
              <a:ext cx="13180" cy="10519"/>
            </a:xfrm>
            <a:custGeom>
              <a:avLst/>
              <a:gdLst>
                <a:gd name="connsiteX0" fmla="*/ 13181 w 13180"/>
                <a:gd name="connsiteY0" fmla="*/ 5323 h 10519"/>
                <a:gd name="connsiteX1" fmla="*/ 6590 w 13180"/>
                <a:gd name="connsiteY1" fmla="*/ 10519 h 10519"/>
                <a:gd name="connsiteX2" fmla="*/ 0 w 13180"/>
                <a:gd name="connsiteY2" fmla="*/ 5323 h 10519"/>
                <a:gd name="connsiteX3" fmla="*/ 6590 w 13180"/>
                <a:gd name="connsiteY3" fmla="*/ 0 h 10519"/>
                <a:gd name="connsiteX4" fmla="*/ 13181 w 13180"/>
                <a:gd name="connsiteY4" fmla="*/ 5323 h 10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80" h="10519">
                  <a:moveTo>
                    <a:pt x="13181" y="5323"/>
                  </a:moveTo>
                  <a:lnTo>
                    <a:pt x="6590" y="10519"/>
                  </a:lnTo>
                  <a:lnTo>
                    <a:pt x="0" y="5323"/>
                  </a:lnTo>
                  <a:lnTo>
                    <a:pt x="6590" y="0"/>
                  </a:lnTo>
                  <a:lnTo>
                    <a:pt x="13181" y="532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06" name="Freeform: Shape 5905">
              <a:extLst>
                <a:ext uri="{FF2B5EF4-FFF2-40B4-BE49-F238E27FC236}">
                  <a16:creationId xmlns:a16="http://schemas.microsoft.com/office/drawing/2014/main" id="{D9A433DE-0CDD-4540-8C39-A4EE9E59D4A5}"/>
                </a:ext>
              </a:extLst>
            </p:cNvPr>
            <p:cNvSpPr/>
            <p:nvPr/>
          </p:nvSpPr>
          <p:spPr>
            <a:xfrm>
              <a:off x="799578" y="866524"/>
              <a:ext cx="12420" cy="9758"/>
            </a:xfrm>
            <a:custGeom>
              <a:avLst/>
              <a:gdLst>
                <a:gd name="connsiteX0" fmla="*/ 12420 w 12420"/>
                <a:gd name="connsiteY0" fmla="*/ 4816 h 9758"/>
                <a:gd name="connsiteX1" fmla="*/ 6210 w 12420"/>
                <a:gd name="connsiteY1" fmla="*/ 9759 h 9758"/>
                <a:gd name="connsiteX2" fmla="*/ 0 w 12420"/>
                <a:gd name="connsiteY2" fmla="*/ 4816 h 9758"/>
                <a:gd name="connsiteX3" fmla="*/ 6210 w 12420"/>
                <a:gd name="connsiteY3" fmla="*/ 0 h 9758"/>
                <a:gd name="connsiteX4" fmla="*/ 12420 w 12420"/>
                <a:gd name="connsiteY4" fmla="*/ 4816 h 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20" h="9758">
                  <a:moveTo>
                    <a:pt x="12420" y="4816"/>
                  </a:moveTo>
                  <a:lnTo>
                    <a:pt x="6210" y="9759"/>
                  </a:lnTo>
                  <a:lnTo>
                    <a:pt x="0" y="4816"/>
                  </a:lnTo>
                  <a:lnTo>
                    <a:pt x="6210" y="0"/>
                  </a:lnTo>
                  <a:lnTo>
                    <a:pt x="12420" y="481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07" name="Freeform: Shape 5906">
              <a:extLst>
                <a:ext uri="{FF2B5EF4-FFF2-40B4-BE49-F238E27FC236}">
                  <a16:creationId xmlns:a16="http://schemas.microsoft.com/office/drawing/2014/main" id="{2CB11DB2-A9F8-1772-797B-F2C4B7C864CF}"/>
                </a:ext>
              </a:extLst>
            </p:cNvPr>
            <p:cNvSpPr/>
            <p:nvPr/>
          </p:nvSpPr>
          <p:spPr>
            <a:xfrm>
              <a:off x="869409" y="778696"/>
              <a:ext cx="11026" cy="8618"/>
            </a:xfrm>
            <a:custGeom>
              <a:avLst/>
              <a:gdLst>
                <a:gd name="connsiteX0" fmla="*/ 11026 w 11026"/>
                <a:gd name="connsiteY0" fmla="*/ 4309 h 8618"/>
                <a:gd name="connsiteX1" fmla="*/ 5450 w 11026"/>
                <a:gd name="connsiteY1" fmla="*/ 8618 h 8618"/>
                <a:gd name="connsiteX2" fmla="*/ 0 w 11026"/>
                <a:gd name="connsiteY2" fmla="*/ 4309 h 8618"/>
                <a:gd name="connsiteX3" fmla="*/ 5450 w 11026"/>
                <a:gd name="connsiteY3" fmla="*/ 0 h 8618"/>
                <a:gd name="connsiteX4" fmla="*/ 11026 w 11026"/>
                <a:gd name="connsiteY4" fmla="*/ 4309 h 8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26" h="8618">
                  <a:moveTo>
                    <a:pt x="11026" y="4309"/>
                  </a:moveTo>
                  <a:lnTo>
                    <a:pt x="5450" y="8618"/>
                  </a:lnTo>
                  <a:lnTo>
                    <a:pt x="0" y="4309"/>
                  </a:lnTo>
                  <a:lnTo>
                    <a:pt x="5450" y="0"/>
                  </a:lnTo>
                  <a:lnTo>
                    <a:pt x="11026" y="430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08" name="Freeform: Shape 5907">
              <a:extLst>
                <a:ext uri="{FF2B5EF4-FFF2-40B4-BE49-F238E27FC236}">
                  <a16:creationId xmlns:a16="http://schemas.microsoft.com/office/drawing/2014/main" id="{0F837C1C-EE5B-944F-13D2-F8F0F6A08E38}"/>
                </a:ext>
              </a:extLst>
            </p:cNvPr>
            <p:cNvSpPr/>
            <p:nvPr/>
          </p:nvSpPr>
          <p:spPr>
            <a:xfrm>
              <a:off x="941142" y="691755"/>
              <a:ext cx="10265" cy="8111"/>
            </a:xfrm>
            <a:custGeom>
              <a:avLst/>
              <a:gdLst>
                <a:gd name="connsiteX0" fmla="*/ 10266 w 10265"/>
                <a:gd name="connsiteY0" fmla="*/ 4056 h 8111"/>
                <a:gd name="connsiteX1" fmla="*/ 5196 w 10265"/>
                <a:gd name="connsiteY1" fmla="*/ 8111 h 8111"/>
                <a:gd name="connsiteX2" fmla="*/ 0 w 10265"/>
                <a:gd name="connsiteY2" fmla="*/ 4056 h 8111"/>
                <a:gd name="connsiteX3" fmla="*/ 5196 w 10265"/>
                <a:gd name="connsiteY3" fmla="*/ 0 h 8111"/>
                <a:gd name="connsiteX4" fmla="*/ 10266 w 10265"/>
                <a:gd name="connsiteY4" fmla="*/ 4056 h 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5" h="8111">
                  <a:moveTo>
                    <a:pt x="10266" y="4056"/>
                  </a:moveTo>
                  <a:lnTo>
                    <a:pt x="5196" y="8111"/>
                  </a:lnTo>
                  <a:lnTo>
                    <a:pt x="0" y="4056"/>
                  </a:lnTo>
                  <a:lnTo>
                    <a:pt x="5196" y="0"/>
                  </a:lnTo>
                  <a:lnTo>
                    <a:pt x="10266" y="405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09" name="Freeform: Shape 5908">
              <a:extLst>
                <a:ext uri="{FF2B5EF4-FFF2-40B4-BE49-F238E27FC236}">
                  <a16:creationId xmlns:a16="http://schemas.microsoft.com/office/drawing/2014/main" id="{097319C2-C883-F7AC-9615-992287D5CAFA}"/>
                </a:ext>
              </a:extLst>
            </p:cNvPr>
            <p:cNvSpPr/>
            <p:nvPr/>
          </p:nvSpPr>
          <p:spPr>
            <a:xfrm>
              <a:off x="1015663" y="606335"/>
              <a:ext cx="8618" cy="6843"/>
            </a:xfrm>
            <a:custGeom>
              <a:avLst/>
              <a:gdLst>
                <a:gd name="connsiteX0" fmla="*/ 8618 w 8618"/>
                <a:gd name="connsiteY0" fmla="*/ 3422 h 6843"/>
                <a:gd name="connsiteX1" fmla="*/ 4309 w 8618"/>
                <a:gd name="connsiteY1" fmla="*/ 6844 h 6843"/>
                <a:gd name="connsiteX2" fmla="*/ 0 w 8618"/>
                <a:gd name="connsiteY2" fmla="*/ 3422 h 6843"/>
                <a:gd name="connsiteX3" fmla="*/ 4309 w 8618"/>
                <a:gd name="connsiteY3" fmla="*/ 0 h 6843"/>
                <a:gd name="connsiteX4" fmla="*/ 8618 w 8618"/>
                <a:gd name="connsiteY4" fmla="*/ 3422 h 6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8" h="6843">
                  <a:moveTo>
                    <a:pt x="8618" y="3422"/>
                  </a:moveTo>
                  <a:lnTo>
                    <a:pt x="4309" y="6844"/>
                  </a:lnTo>
                  <a:lnTo>
                    <a:pt x="0" y="3422"/>
                  </a:lnTo>
                  <a:lnTo>
                    <a:pt x="4309" y="0"/>
                  </a:lnTo>
                  <a:lnTo>
                    <a:pt x="8618" y="342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10" name="Freeform: Shape 5909">
              <a:extLst>
                <a:ext uri="{FF2B5EF4-FFF2-40B4-BE49-F238E27FC236}">
                  <a16:creationId xmlns:a16="http://schemas.microsoft.com/office/drawing/2014/main" id="{22C324F3-D8B0-0E00-EBA0-C7537E723FC2}"/>
                </a:ext>
              </a:extLst>
            </p:cNvPr>
            <p:cNvSpPr/>
            <p:nvPr/>
          </p:nvSpPr>
          <p:spPr>
            <a:xfrm>
              <a:off x="1092338" y="522182"/>
              <a:ext cx="7223" cy="5703"/>
            </a:xfrm>
            <a:custGeom>
              <a:avLst/>
              <a:gdLst>
                <a:gd name="connsiteX0" fmla="*/ 7224 w 7223"/>
                <a:gd name="connsiteY0" fmla="*/ 2788 h 5703"/>
                <a:gd name="connsiteX1" fmla="*/ 3549 w 7223"/>
                <a:gd name="connsiteY1" fmla="*/ 5703 h 5703"/>
                <a:gd name="connsiteX2" fmla="*/ 0 w 7223"/>
                <a:gd name="connsiteY2" fmla="*/ 2788 h 5703"/>
                <a:gd name="connsiteX3" fmla="*/ 3549 w 7223"/>
                <a:gd name="connsiteY3" fmla="*/ 0 h 5703"/>
                <a:gd name="connsiteX4" fmla="*/ 7224 w 7223"/>
                <a:gd name="connsiteY4" fmla="*/ 2788 h 5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23" h="5703">
                  <a:moveTo>
                    <a:pt x="7224" y="2788"/>
                  </a:moveTo>
                  <a:lnTo>
                    <a:pt x="3549" y="5703"/>
                  </a:lnTo>
                  <a:lnTo>
                    <a:pt x="0" y="2788"/>
                  </a:lnTo>
                  <a:lnTo>
                    <a:pt x="3549" y="0"/>
                  </a:lnTo>
                  <a:lnTo>
                    <a:pt x="7224" y="278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11" name="Freeform: Shape 5910">
              <a:extLst>
                <a:ext uri="{FF2B5EF4-FFF2-40B4-BE49-F238E27FC236}">
                  <a16:creationId xmlns:a16="http://schemas.microsoft.com/office/drawing/2014/main" id="{ED53C167-8727-8367-70C3-ECA8B421EFEA}"/>
                </a:ext>
              </a:extLst>
            </p:cNvPr>
            <p:cNvSpPr/>
            <p:nvPr/>
          </p:nvSpPr>
          <p:spPr>
            <a:xfrm>
              <a:off x="1170914" y="438917"/>
              <a:ext cx="6463" cy="5196"/>
            </a:xfrm>
            <a:custGeom>
              <a:avLst/>
              <a:gdLst>
                <a:gd name="connsiteX0" fmla="*/ 6464 w 6463"/>
                <a:gd name="connsiteY0" fmla="*/ 2661 h 5196"/>
                <a:gd name="connsiteX1" fmla="*/ 3168 w 6463"/>
                <a:gd name="connsiteY1" fmla="*/ 5196 h 5196"/>
                <a:gd name="connsiteX2" fmla="*/ 0 w 6463"/>
                <a:gd name="connsiteY2" fmla="*/ 2661 h 5196"/>
                <a:gd name="connsiteX3" fmla="*/ 3168 w 6463"/>
                <a:gd name="connsiteY3" fmla="*/ 0 h 5196"/>
                <a:gd name="connsiteX4" fmla="*/ 6464 w 6463"/>
                <a:gd name="connsiteY4" fmla="*/ 2661 h 5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196">
                  <a:moveTo>
                    <a:pt x="6464" y="2661"/>
                  </a:moveTo>
                  <a:lnTo>
                    <a:pt x="3168" y="5196"/>
                  </a:lnTo>
                  <a:lnTo>
                    <a:pt x="0" y="2661"/>
                  </a:lnTo>
                  <a:lnTo>
                    <a:pt x="3168" y="0"/>
                  </a:lnTo>
                  <a:lnTo>
                    <a:pt x="6464" y="266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12" name="Freeform: Shape 5911">
              <a:extLst>
                <a:ext uri="{FF2B5EF4-FFF2-40B4-BE49-F238E27FC236}">
                  <a16:creationId xmlns:a16="http://schemas.microsoft.com/office/drawing/2014/main" id="{2F1CF426-1543-E3ED-B29B-E5098BBED74B}"/>
                </a:ext>
              </a:extLst>
            </p:cNvPr>
            <p:cNvSpPr/>
            <p:nvPr/>
          </p:nvSpPr>
          <p:spPr>
            <a:xfrm>
              <a:off x="1251645" y="357045"/>
              <a:ext cx="5703" cy="4562"/>
            </a:xfrm>
            <a:custGeom>
              <a:avLst/>
              <a:gdLst>
                <a:gd name="connsiteX0" fmla="*/ 5703 w 5703"/>
                <a:gd name="connsiteY0" fmla="*/ 2281 h 4562"/>
                <a:gd name="connsiteX1" fmla="*/ 2788 w 5703"/>
                <a:gd name="connsiteY1" fmla="*/ 4562 h 4562"/>
                <a:gd name="connsiteX2" fmla="*/ 0 w 5703"/>
                <a:gd name="connsiteY2" fmla="*/ 2281 h 4562"/>
                <a:gd name="connsiteX3" fmla="*/ 2788 w 5703"/>
                <a:gd name="connsiteY3" fmla="*/ 0 h 4562"/>
                <a:gd name="connsiteX4" fmla="*/ 5703 w 5703"/>
                <a:gd name="connsiteY4" fmla="*/ 2281 h 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03" h="4562">
                  <a:moveTo>
                    <a:pt x="5703" y="2281"/>
                  </a:moveTo>
                  <a:lnTo>
                    <a:pt x="2788" y="4562"/>
                  </a:lnTo>
                  <a:lnTo>
                    <a:pt x="0" y="2281"/>
                  </a:lnTo>
                  <a:lnTo>
                    <a:pt x="2788" y="0"/>
                  </a:lnTo>
                  <a:lnTo>
                    <a:pt x="5703" y="22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13" name="Freeform: Shape 5912">
              <a:extLst>
                <a:ext uri="{FF2B5EF4-FFF2-40B4-BE49-F238E27FC236}">
                  <a16:creationId xmlns:a16="http://schemas.microsoft.com/office/drawing/2014/main" id="{6AB9CC21-7646-5BD2-7851-6AF7E3DD24F9}"/>
                </a:ext>
              </a:extLst>
            </p:cNvPr>
            <p:cNvSpPr/>
            <p:nvPr/>
          </p:nvSpPr>
          <p:spPr>
            <a:xfrm>
              <a:off x="1334404" y="276441"/>
              <a:ext cx="5196" cy="4055"/>
            </a:xfrm>
            <a:custGeom>
              <a:avLst/>
              <a:gdLst>
                <a:gd name="connsiteX0" fmla="*/ 5196 w 5196"/>
                <a:gd name="connsiteY0" fmla="*/ 2028 h 4055"/>
                <a:gd name="connsiteX1" fmla="*/ 2535 w 5196"/>
                <a:gd name="connsiteY1" fmla="*/ 4056 h 4055"/>
                <a:gd name="connsiteX2" fmla="*/ 0 w 5196"/>
                <a:gd name="connsiteY2" fmla="*/ 2028 h 4055"/>
                <a:gd name="connsiteX3" fmla="*/ 2535 w 5196"/>
                <a:gd name="connsiteY3" fmla="*/ 0 h 4055"/>
                <a:gd name="connsiteX4" fmla="*/ 5196 w 5196"/>
                <a:gd name="connsiteY4" fmla="*/ 2028 h 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96" h="4055">
                  <a:moveTo>
                    <a:pt x="5196" y="2028"/>
                  </a:moveTo>
                  <a:lnTo>
                    <a:pt x="2535" y="4056"/>
                  </a:lnTo>
                  <a:lnTo>
                    <a:pt x="0" y="2028"/>
                  </a:lnTo>
                  <a:lnTo>
                    <a:pt x="2535" y="0"/>
                  </a:lnTo>
                  <a:lnTo>
                    <a:pt x="5196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14" name="Freeform: Shape 5913">
              <a:extLst>
                <a:ext uri="{FF2B5EF4-FFF2-40B4-BE49-F238E27FC236}">
                  <a16:creationId xmlns:a16="http://schemas.microsoft.com/office/drawing/2014/main" id="{2FB45619-CAE4-F9A6-363D-5B8B28C7916A}"/>
                </a:ext>
              </a:extLst>
            </p:cNvPr>
            <p:cNvSpPr/>
            <p:nvPr/>
          </p:nvSpPr>
          <p:spPr>
            <a:xfrm>
              <a:off x="1419824" y="197738"/>
              <a:ext cx="3548" cy="2788"/>
            </a:xfrm>
            <a:custGeom>
              <a:avLst/>
              <a:gdLst>
                <a:gd name="connsiteX0" fmla="*/ 3549 w 3548"/>
                <a:gd name="connsiteY0" fmla="*/ 1394 h 2788"/>
                <a:gd name="connsiteX1" fmla="*/ 1774 w 3548"/>
                <a:gd name="connsiteY1" fmla="*/ 2788 h 2788"/>
                <a:gd name="connsiteX2" fmla="*/ 0 w 3548"/>
                <a:gd name="connsiteY2" fmla="*/ 1394 h 2788"/>
                <a:gd name="connsiteX3" fmla="*/ 1774 w 3548"/>
                <a:gd name="connsiteY3" fmla="*/ 0 h 2788"/>
                <a:gd name="connsiteX4" fmla="*/ 3549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9" y="1394"/>
                  </a:moveTo>
                  <a:lnTo>
                    <a:pt x="1774" y="2788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9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15" name="Freeform: Shape 5914">
              <a:extLst>
                <a:ext uri="{FF2B5EF4-FFF2-40B4-BE49-F238E27FC236}">
                  <a16:creationId xmlns:a16="http://schemas.microsoft.com/office/drawing/2014/main" id="{B93D9F7D-5F69-E553-A117-10E681EEB582}"/>
                </a:ext>
              </a:extLst>
            </p:cNvPr>
            <p:cNvSpPr/>
            <p:nvPr/>
          </p:nvSpPr>
          <p:spPr>
            <a:xfrm>
              <a:off x="1507145" y="120176"/>
              <a:ext cx="2154" cy="1774"/>
            </a:xfrm>
            <a:custGeom>
              <a:avLst/>
              <a:gdLst>
                <a:gd name="connsiteX0" fmla="*/ 2154 w 2154"/>
                <a:gd name="connsiteY0" fmla="*/ 887 h 1774"/>
                <a:gd name="connsiteX1" fmla="*/ 1141 w 2154"/>
                <a:gd name="connsiteY1" fmla="*/ 1774 h 1774"/>
                <a:gd name="connsiteX2" fmla="*/ 0 w 2154"/>
                <a:gd name="connsiteY2" fmla="*/ 887 h 1774"/>
                <a:gd name="connsiteX3" fmla="*/ 1141 w 2154"/>
                <a:gd name="connsiteY3" fmla="*/ 0 h 1774"/>
                <a:gd name="connsiteX4" fmla="*/ 2154 w 2154"/>
                <a:gd name="connsiteY4" fmla="*/ 887 h 1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4" h="1774">
                  <a:moveTo>
                    <a:pt x="2154" y="887"/>
                  </a:moveTo>
                  <a:lnTo>
                    <a:pt x="1141" y="1774"/>
                  </a:lnTo>
                  <a:lnTo>
                    <a:pt x="0" y="887"/>
                  </a:lnTo>
                  <a:lnTo>
                    <a:pt x="1141" y="0"/>
                  </a:lnTo>
                  <a:lnTo>
                    <a:pt x="2154" y="88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16" name="Freeform: Shape 5915">
              <a:extLst>
                <a:ext uri="{FF2B5EF4-FFF2-40B4-BE49-F238E27FC236}">
                  <a16:creationId xmlns:a16="http://schemas.microsoft.com/office/drawing/2014/main" id="{8487080F-B895-97EF-4A67-C08E71486489}"/>
                </a:ext>
              </a:extLst>
            </p:cNvPr>
            <p:cNvSpPr/>
            <p:nvPr/>
          </p:nvSpPr>
          <p:spPr>
            <a:xfrm>
              <a:off x="1596367" y="44007"/>
              <a:ext cx="1394" cy="1013"/>
            </a:xfrm>
            <a:custGeom>
              <a:avLst/>
              <a:gdLst>
                <a:gd name="connsiteX0" fmla="*/ 1394 w 1394"/>
                <a:gd name="connsiteY0" fmla="*/ 507 h 1013"/>
                <a:gd name="connsiteX1" fmla="*/ 634 w 1394"/>
                <a:gd name="connsiteY1" fmla="*/ 1014 h 1013"/>
                <a:gd name="connsiteX2" fmla="*/ 0 w 1394"/>
                <a:gd name="connsiteY2" fmla="*/ 507 h 1013"/>
                <a:gd name="connsiteX3" fmla="*/ 634 w 1394"/>
                <a:gd name="connsiteY3" fmla="*/ 0 h 1013"/>
                <a:gd name="connsiteX4" fmla="*/ 1394 w 1394"/>
                <a:gd name="connsiteY4" fmla="*/ 507 h 1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" h="1013">
                  <a:moveTo>
                    <a:pt x="1394" y="507"/>
                  </a:moveTo>
                  <a:lnTo>
                    <a:pt x="634" y="1014"/>
                  </a:lnTo>
                  <a:lnTo>
                    <a:pt x="0" y="507"/>
                  </a:lnTo>
                  <a:lnTo>
                    <a:pt x="634" y="0"/>
                  </a:lnTo>
                  <a:lnTo>
                    <a:pt x="1394" y="50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17" name="Freeform: Shape 5916">
              <a:extLst>
                <a:ext uri="{FF2B5EF4-FFF2-40B4-BE49-F238E27FC236}">
                  <a16:creationId xmlns:a16="http://schemas.microsoft.com/office/drawing/2014/main" id="{E5AE5D01-31D1-DFCA-8320-73B14D18A748}"/>
                </a:ext>
              </a:extLst>
            </p:cNvPr>
            <p:cNvSpPr/>
            <p:nvPr/>
          </p:nvSpPr>
          <p:spPr>
            <a:xfrm>
              <a:off x="10699178" y="33108"/>
              <a:ext cx="50060" cy="31303"/>
            </a:xfrm>
            <a:custGeom>
              <a:avLst/>
              <a:gdLst>
                <a:gd name="connsiteX0" fmla="*/ 24967 w 50060"/>
                <a:gd name="connsiteY0" fmla="*/ 31304 h 31303"/>
                <a:gd name="connsiteX1" fmla="*/ 50060 w 50060"/>
                <a:gd name="connsiteY1" fmla="*/ 11406 h 31303"/>
                <a:gd name="connsiteX2" fmla="*/ 44991 w 50060"/>
                <a:gd name="connsiteY2" fmla="*/ 0 h 31303"/>
                <a:gd name="connsiteX3" fmla="*/ 5069 w 50060"/>
                <a:gd name="connsiteY3" fmla="*/ 0 h 31303"/>
                <a:gd name="connsiteX4" fmla="*/ 0 w 50060"/>
                <a:gd name="connsiteY4" fmla="*/ 11406 h 31303"/>
                <a:gd name="connsiteX5" fmla="*/ 25093 w 50060"/>
                <a:gd name="connsiteY5" fmla="*/ 31304 h 31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060" h="31303">
                  <a:moveTo>
                    <a:pt x="24967" y="31304"/>
                  </a:moveTo>
                  <a:cubicBezTo>
                    <a:pt x="38781" y="31304"/>
                    <a:pt x="50060" y="22432"/>
                    <a:pt x="50060" y="11406"/>
                  </a:cubicBezTo>
                  <a:cubicBezTo>
                    <a:pt x="50060" y="7097"/>
                    <a:pt x="47906" y="3295"/>
                    <a:pt x="44991" y="0"/>
                  </a:cubicBezTo>
                  <a:lnTo>
                    <a:pt x="5069" y="0"/>
                  </a:lnTo>
                  <a:cubicBezTo>
                    <a:pt x="2027" y="3295"/>
                    <a:pt x="0" y="7097"/>
                    <a:pt x="0" y="11406"/>
                  </a:cubicBezTo>
                  <a:cubicBezTo>
                    <a:pt x="0" y="22306"/>
                    <a:pt x="11279" y="31304"/>
                    <a:pt x="25093" y="3130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18" name="Freeform: Shape 5917">
              <a:extLst>
                <a:ext uri="{FF2B5EF4-FFF2-40B4-BE49-F238E27FC236}">
                  <a16:creationId xmlns:a16="http://schemas.microsoft.com/office/drawing/2014/main" id="{5BB97412-EEAA-9F03-ED8C-BAC00E1A7081}"/>
                </a:ext>
              </a:extLst>
            </p:cNvPr>
            <p:cNvSpPr/>
            <p:nvPr/>
          </p:nvSpPr>
          <p:spPr>
            <a:xfrm>
              <a:off x="10787766" y="101165"/>
              <a:ext cx="50186" cy="39795"/>
            </a:xfrm>
            <a:custGeom>
              <a:avLst/>
              <a:gdLst>
                <a:gd name="connsiteX0" fmla="*/ 50187 w 50186"/>
                <a:gd name="connsiteY0" fmla="*/ 19898 h 39795"/>
                <a:gd name="connsiteX1" fmla="*/ 25093 w 50186"/>
                <a:gd name="connsiteY1" fmla="*/ 39795 h 39795"/>
                <a:gd name="connsiteX2" fmla="*/ 0 w 50186"/>
                <a:gd name="connsiteY2" fmla="*/ 19898 h 39795"/>
                <a:gd name="connsiteX3" fmla="*/ 25093 w 50186"/>
                <a:gd name="connsiteY3" fmla="*/ 0 h 39795"/>
                <a:gd name="connsiteX4" fmla="*/ 50187 w 50186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6" h="39795">
                  <a:moveTo>
                    <a:pt x="50187" y="19898"/>
                  </a:moveTo>
                  <a:cubicBezTo>
                    <a:pt x="50187" y="30797"/>
                    <a:pt x="38908" y="39795"/>
                    <a:pt x="25093" y="39795"/>
                  </a:cubicBezTo>
                  <a:cubicBezTo>
                    <a:pt x="11280" y="39795"/>
                    <a:pt x="0" y="30924"/>
                    <a:pt x="0" y="19898"/>
                  </a:cubicBezTo>
                  <a:cubicBezTo>
                    <a:pt x="0" y="8872"/>
                    <a:pt x="11153" y="0"/>
                    <a:pt x="25093" y="0"/>
                  </a:cubicBezTo>
                  <a:cubicBezTo>
                    <a:pt x="39035" y="0"/>
                    <a:pt x="50187" y="8872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19" name="Freeform: Shape 5918">
              <a:extLst>
                <a:ext uri="{FF2B5EF4-FFF2-40B4-BE49-F238E27FC236}">
                  <a16:creationId xmlns:a16="http://schemas.microsoft.com/office/drawing/2014/main" id="{A90634B6-1B02-D68D-0024-C55202AED45E}"/>
                </a:ext>
              </a:extLst>
            </p:cNvPr>
            <p:cNvSpPr/>
            <p:nvPr/>
          </p:nvSpPr>
          <p:spPr>
            <a:xfrm>
              <a:off x="10874453" y="179235"/>
              <a:ext cx="50187" cy="39795"/>
            </a:xfrm>
            <a:custGeom>
              <a:avLst/>
              <a:gdLst>
                <a:gd name="connsiteX0" fmla="*/ 50188 w 50187"/>
                <a:gd name="connsiteY0" fmla="*/ 19898 h 39795"/>
                <a:gd name="connsiteX1" fmla="*/ 25094 w 50187"/>
                <a:gd name="connsiteY1" fmla="*/ 39795 h 39795"/>
                <a:gd name="connsiteX2" fmla="*/ 0 w 50187"/>
                <a:gd name="connsiteY2" fmla="*/ 19898 h 39795"/>
                <a:gd name="connsiteX3" fmla="*/ 25094 w 50187"/>
                <a:gd name="connsiteY3" fmla="*/ 0 h 39795"/>
                <a:gd name="connsiteX4" fmla="*/ 50188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8" y="19898"/>
                  </a:moveTo>
                  <a:cubicBezTo>
                    <a:pt x="50188" y="30797"/>
                    <a:pt x="38908" y="39795"/>
                    <a:pt x="25094" y="39795"/>
                  </a:cubicBezTo>
                  <a:cubicBezTo>
                    <a:pt x="11280" y="39795"/>
                    <a:pt x="0" y="30924"/>
                    <a:pt x="0" y="19898"/>
                  </a:cubicBezTo>
                  <a:cubicBezTo>
                    <a:pt x="0" y="8872"/>
                    <a:pt x="11280" y="0"/>
                    <a:pt x="25094" y="0"/>
                  </a:cubicBezTo>
                  <a:cubicBezTo>
                    <a:pt x="38908" y="0"/>
                    <a:pt x="50188" y="8872"/>
                    <a:pt x="50188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20" name="Freeform: Shape 5919">
              <a:extLst>
                <a:ext uri="{FF2B5EF4-FFF2-40B4-BE49-F238E27FC236}">
                  <a16:creationId xmlns:a16="http://schemas.microsoft.com/office/drawing/2014/main" id="{B740D13A-4CAA-CB9C-1610-29780AEE985F}"/>
                </a:ext>
              </a:extLst>
            </p:cNvPr>
            <p:cNvSpPr/>
            <p:nvPr/>
          </p:nvSpPr>
          <p:spPr>
            <a:xfrm>
              <a:off x="10959113" y="258571"/>
              <a:ext cx="50187" cy="39795"/>
            </a:xfrm>
            <a:custGeom>
              <a:avLst/>
              <a:gdLst>
                <a:gd name="connsiteX0" fmla="*/ 50188 w 50187"/>
                <a:gd name="connsiteY0" fmla="*/ 19898 h 39795"/>
                <a:gd name="connsiteX1" fmla="*/ 25094 w 50187"/>
                <a:gd name="connsiteY1" fmla="*/ 39795 h 39795"/>
                <a:gd name="connsiteX2" fmla="*/ 0 w 50187"/>
                <a:gd name="connsiteY2" fmla="*/ 19898 h 39795"/>
                <a:gd name="connsiteX3" fmla="*/ 25094 w 50187"/>
                <a:gd name="connsiteY3" fmla="*/ 0 h 39795"/>
                <a:gd name="connsiteX4" fmla="*/ 50188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8" y="19898"/>
                  </a:moveTo>
                  <a:cubicBezTo>
                    <a:pt x="50188" y="30924"/>
                    <a:pt x="39035" y="39795"/>
                    <a:pt x="25094" y="39795"/>
                  </a:cubicBezTo>
                  <a:cubicBezTo>
                    <a:pt x="11153" y="39795"/>
                    <a:pt x="0" y="30924"/>
                    <a:pt x="0" y="19898"/>
                  </a:cubicBezTo>
                  <a:cubicBezTo>
                    <a:pt x="0" y="8872"/>
                    <a:pt x="11280" y="0"/>
                    <a:pt x="25094" y="0"/>
                  </a:cubicBezTo>
                  <a:cubicBezTo>
                    <a:pt x="38908" y="0"/>
                    <a:pt x="50188" y="8872"/>
                    <a:pt x="50188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21" name="Freeform: Shape 5920">
              <a:extLst>
                <a:ext uri="{FF2B5EF4-FFF2-40B4-BE49-F238E27FC236}">
                  <a16:creationId xmlns:a16="http://schemas.microsoft.com/office/drawing/2014/main" id="{384A1848-55BC-7089-B08F-4EC61D006838}"/>
                </a:ext>
              </a:extLst>
            </p:cNvPr>
            <p:cNvSpPr/>
            <p:nvPr/>
          </p:nvSpPr>
          <p:spPr>
            <a:xfrm>
              <a:off x="11041618" y="339429"/>
              <a:ext cx="50187" cy="39795"/>
            </a:xfrm>
            <a:custGeom>
              <a:avLst/>
              <a:gdLst>
                <a:gd name="connsiteX0" fmla="*/ 50188 w 50187"/>
                <a:gd name="connsiteY0" fmla="*/ 19898 h 39795"/>
                <a:gd name="connsiteX1" fmla="*/ 25094 w 50187"/>
                <a:gd name="connsiteY1" fmla="*/ 39795 h 39795"/>
                <a:gd name="connsiteX2" fmla="*/ 0 w 50187"/>
                <a:gd name="connsiteY2" fmla="*/ 19898 h 39795"/>
                <a:gd name="connsiteX3" fmla="*/ 25094 w 50187"/>
                <a:gd name="connsiteY3" fmla="*/ 0 h 39795"/>
                <a:gd name="connsiteX4" fmla="*/ 50188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8" y="19898"/>
                  </a:moveTo>
                  <a:cubicBezTo>
                    <a:pt x="50188" y="30797"/>
                    <a:pt x="38908" y="39795"/>
                    <a:pt x="25094" y="39795"/>
                  </a:cubicBezTo>
                  <a:cubicBezTo>
                    <a:pt x="11280" y="39795"/>
                    <a:pt x="0" y="30924"/>
                    <a:pt x="0" y="19898"/>
                  </a:cubicBezTo>
                  <a:cubicBezTo>
                    <a:pt x="0" y="8872"/>
                    <a:pt x="11153" y="0"/>
                    <a:pt x="25094" y="0"/>
                  </a:cubicBezTo>
                  <a:cubicBezTo>
                    <a:pt x="39035" y="0"/>
                    <a:pt x="50188" y="8872"/>
                    <a:pt x="50188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22" name="Freeform: Shape 5921">
              <a:extLst>
                <a:ext uri="{FF2B5EF4-FFF2-40B4-BE49-F238E27FC236}">
                  <a16:creationId xmlns:a16="http://schemas.microsoft.com/office/drawing/2014/main" id="{B2439DB5-27FC-4ED5-BE80-EBD9F371376E}"/>
                </a:ext>
              </a:extLst>
            </p:cNvPr>
            <p:cNvSpPr/>
            <p:nvPr/>
          </p:nvSpPr>
          <p:spPr>
            <a:xfrm>
              <a:off x="11121969" y="421681"/>
              <a:ext cx="50187" cy="39795"/>
            </a:xfrm>
            <a:custGeom>
              <a:avLst/>
              <a:gdLst>
                <a:gd name="connsiteX0" fmla="*/ 50188 w 50187"/>
                <a:gd name="connsiteY0" fmla="*/ 19898 h 39795"/>
                <a:gd name="connsiteX1" fmla="*/ 25093 w 50187"/>
                <a:gd name="connsiteY1" fmla="*/ 39795 h 39795"/>
                <a:gd name="connsiteX2" fmla="*/ 0 w 50187"/>
                <a:gd name="connsiteY2" fmla="*/ 19898 h 39795"/>
                <a:gd name="connsiteX3" fmla="*/ 25093 w 50187"/>
                <a:gd name="connsiteY3" fmla="*/ 0 h 39795"/>
                <a:gd name="connsiteX4" fmla="*/ 50188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8" y="19898"/>
                  </a:moveTo>
                  <a:cubicBezTo>
                    <a:pt x="50188" y="30797"/>
                    <a:pt x="38908" y="39795"/>
                    <a:pt x="25093" y="39795"/>
                  </a:cubicBezTo>
                  <a:cubicBezTo>
                    <a:pt x="11280" y="39795"/>
                    <a:pt x="0" y="30924"/>
                    <a:pt x="0" y="19898"/>
                  </a:cubicBezTo>
                  <a:cubicBezTo>
                    <a:pt x="0" y="8872"/>
                    <a:pt x="11280" y="0"/>
                    <a:pt x="25093" y="0"/>
                  </a:cubicBezTo>
                  <a:cubicBezTo>
                    <a:pt x="38908" y="0"/>
                    <a:pt x="50188" y="8872"/>
                    <a:pt x="50188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23" name="Freeform: Shape 5922">
              <a:extLst>
                <a:ext uri="{FF2B5EF4-FFF2-40B4-BE49-F238E27FC236}">
                  <a16:creationId xmlns:a16="http://schemas.microsoft.com/office/drawing/2014/main" id="{AD68D970-5928-C632-BF42-267148D8F459}"/>
                </a:ext>
              </a:extLst>
            </p:cNvPr>
            <p:cNvSpPr/>
            <p:nvPr/>
          </p:nvSpPr>
          <p:spPr>
            <a:xfrm>
              <a:off x="11200165" y="505073"/>
              <a:ext cx="50187" cy="39795"/>
            </a:xfrm>
            <a:custGeom>
              <a:avLst/>
              <a:gdLst>
                <a:gd name="connsiteX0" fmla="*/ 50188 w 50187"/>
                <a:gd name="connsiteY0" fmla="*/ 19898 h 39795"/>
                <a:gd name="connsiteX1" fmla="*/ 25093 w 50187"/>
                <a:gd name="connsiteY1" fmla="*/ 39795 h 39795"/>
                <a:gd name="connsiteX2" fmla="*/ 0 w 50187"/>
                <a:gd name="connsiteY2" fmla="*/ 19898 h 39795"/>
                <a:gd name="connsiteX3" fmla="*/ 25093 w 50187"/>
                <a:gd name="connsiteY3" fmla="*/ 0 h 39795"/>
                <a:gd name="connsiteX4" fmla="*/ 50188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8" y="19898"/>
                  </a:moveTo>
                  <a:cubicBezTo>
                    <a:pt x="50188" y="30797"/>
                    <a:pt x="39035" y="39795"/>
                    <a:pt x="25093" y="39795"/>
                  </a:cubicBezTo>
                  <a:cubicBezTo>
                    <a:pt x="11153" y="39795"/>
                    <a:pt x="0" y="30924"/>
                    <a:pt x="0" y="19898"/>
                  </a:cubicBezTo>
                  <a:cubicBezTo>
                    <a:pt x="0" y="8872"/>
                    <a:pt x="11280" y="0"/>
                    <a:pt x="25093" y="0"/>
                  </a:cubicBezTo>
                  <a:cubicBezTo>
                    <a:pt x="38908" y="0"/>
                    <a:pt x="50188" y="8872"/>
                    <a:pt x="50188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24" name="Freeform: Shape 5923">
              <a:extLst>
                <a:ext uri="{FF2B5EF4-FFF2-40B4-BE49-F238E27FC236}">
                  <a16:creationId xmlns:a16="http://schemas.microsoft.com/office/drawing/2014/main" id="{E60E8CBE-4110-E941-BF5C-FF5509CBC819}"/>
                </a:ext>
              </a:extLst>
            </p:cNvPr>
            <p:cNvSpPr/>
            <p:nvPr/>
          </p:nvSpPr>
          <p:spPr>
            <a:xfrm>
              <a:off x="11276206" y="589859"/>
              <a:ext cx="50187" cy="39795"/>
            </a:xfrm>
            <a:custGeom>
              <a:avLst/>
              <a:gdLst>
                <a:gd name="connsiteX0" fmla="*/ 50188 w 50187"/>
                <a:gd name="connsiteY0" fmla="*/ 19898 h 39795"/>
                <a:gd name="connsiteX1" fmla="*/ 25093 w 50187"/>
                <a:gd name="connsiteY1" fmla="*/ 39795 h 39795"/>
                <a:gd name="connsiteX2" fmla="*/ 0 w 50187"/>
                <a:gd name="connsiteY2" fmla="*/ 19898 h 39795"/>
                <a:gd name="connsiteX3" fmla="*/ 25093 w 50187"/>
                <a:gd name="connsiteY3" fmla="*/ 0 h 39795"/>
                <a:gd name="connsiteX4" fmla="*/ 50188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8" y="19898"/>
                  </a:moveTo>
                  <a:cubicBezTo>
                    <a:pt x="50188" y="30797"/>
                    <a:pt x="38908" y="39795"/>
                    <a:pt x="25093" y="39795"/>
                  </a:cubicBezTo>
                  <a:cubicBezTo>
                    <a:pt x="11280" y="39795"/>
                    <a:pt x="0" y="30924"/>
                    <a:pt x="0" y="19898"/>
                  </a:cubicBezTo>
                  <a:cubicBezTo>
                    <a:pt x="0" y="8872"/>
                    <a:pt x="11153" y="0"/>
                    <a:pt x="25093" y="0"/>
                  </a:cubicBezTo>
                  <a:cubicBezTo>
                    <a:pt x="39035" y="0"/>
                    <a:pt x="50188" y="8872"/>
                    <a:pt x="50188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25" name="Freeform: Shape 5924">
              <a:extLst>
                <a:ext uri="{FF2B5EF4-FFF2-40B4-BE49-F238E27FC236}">
                  <a16:creationId xmlns:a16="http://schemas.microsoft.com/office/drawing/2014/main" id="{57B80F3D-6C86-8C6C-89FF-2989AC62DE98}"/>
                </a:ext>
              </a:extLst>
            </p:cNvPr>
            <p:cNvSpPr/>
            <p:nvPr/>
          </p:nvSpPr>
          <p:spPr>
            <a:xfrm>
              <a:off x="11349840" y="675913"/>
              <a:ext cx="50187" cy="39795"/>
            </a:xfrm>
            <a:custGeom>
              <a:avLst/>
              <a:gdLst>
                <a:gd name="connsiteX0" fmla="*/ 50188 w 50187"/>
                <a:gd name="connsiteY0" fmla="*/ 19898 h 39795"/>
                <a:gd name="connsiteX1" fmla="*/ 25094 w 50187"/>
                <a:gd name="connsiteY1" fmla="*/ 39795 h 39795"/>
                <a:gd name="connsiteX2" fmla="*/ 0 w 50187"/>
                <a:gd name="connsiteY2" fmla="*/ 19898 h 39795"/>
                <a:gd name="connsiteX3" fmla="*/ 25094 w 50187"/>
                <a:gd name="connsiteY3" fmla="*/ 0 h 39795"/>
                <a:gd name="connsiteX4" fmla="*/ 50188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8" y="19898"/>
                  </a:moveTo>
                  <a:cubicBezTo>
                    <a:pt x="50188" y="30797"/>
                    <a:pt x="39035" y="39795"/>
                    <a:pt x="25094" y="39795"/>
                  </a:cubicBezTo>
                  <a:cubicBezTo>
                    <a:pt x="11153" y="39795"/>
                    <a:pt x="0" y="30924"/>
                    <a:pt x="0" y="19898"/>
                  </a:cubicBezTo>
                  <a:cubicBezTo>
                    <a:pt x="0" y="8872"/>
                    <a:pt x="11280" y="0"/>
                    <a:pt x="25094" y="0"/>
                  </a:cubicBezTo>
                  <a:cubicBezTo>
                    <a:pt x="38908" y="0"/>
                    <a:pt x="50188" y="8872"/>
                    <a:pt x="50188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26" name="Freeform: Shape 5925">
              <a:extLst>
                <a:ext uri="{FF2B5EF4-FFF2-40B4-BE49-F238E27FC236}">
                  <a16:creationId xmlns:a16="http://schemas.microsoft.com/office/drawing/2014/main" id="{FC48DE94-450F-8067-BB0D-02AE3F2812C2}"/>
                </a:ext>
              </a:extLst>
            </p:cNvPr>
            <p:cNvSpPr/>
            <p:nvPr/>
          </p:nvSpPr>
          <p:spPr>
            <a:xfrm>
              <a:off x="11421192" y="763107"/>
              <a:ext cx="50187" cy="39795"/>
            </a:xfrm>
            <a:custGeom>
              <a:avLst/>
              <a:gdLst>
                <a:gd name="connsiteX0" fmla="*/ 50188 w 50187"/>
                <a:gd name="connsiteY0" fmla="*/ 19898 h 39795"/>
                <a:gd name="connsiteX1" fmla="*/ 25093 w 50187"/>
                <a:gd name="connsiteY1" fmla="*/ 39795 h 39795"/>
                <a:gd name="connsiteX2" fmla="*/ 0 w 50187"/>
                <a:gd name="connsiteY2" fmla="*/ 19898 h 39795"/>
                <a:gd name="connsiteX3" fmla="*/ 25093 w 50187"/>
                <a:gd name="connsiteY3" fmla="*/ 0 h 39795"/>
                <a:gd name="connsiteX4" fmla="*/ 50188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8" y="19898"/>
                  </a:moveTo>
                  <a:cubicBezTo>
                    <a:pt x="50188" y="30797"/>
                    <a:pt x="39035" y="39795"/>
                    <a:pt x="25093" y="39795"/>
                  </a:cubicBezTo>
                  <a:cubicBezTo>
                    <a:pt x="11153" y="39795"/>
                    <a:pt x="0" y="30924"/>
                    <a:pt x="0" y="19898"/>
                  </a:cubicBezTo>
                  <a:cubicBezTo>
                    <a:pt x="0" y="8871"/>
                    <a:pt x="11280" y="0"/>
                    <a:pt x="25093" y="0"/>
                  </a:cubicBezTo>
                  <a:cubicBezTo>
                    <a:pt x="38908" y="0"/>
                    <a:pt x="50188" y="8871"/>
                    <a:pt x="50188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27" name="Freeform: Shape 5926">
              <a:extLst>
                <a:ext uri="{FF2B5EF4-FFF2-40B4-BE49-F238E27FC236}">
                  <a16:creationId xmlns:a16="http://schemas.microsoft.com/office/drawing/2014/main" id="{22332829-3E45-2FE2-DA6E-F9A68E874961}"/>
                </a:ext>
              </a:extLst>
            </p:cNvPr>
            <p:cNvSpPr/>
            <p:nvPr/>
          </p:nvSpPr>
          <p:spPr>
            <a:xfrm>
              <a:off x="11490264" y="851569"/>
              <a:ext cx="50187" cy="39795"/>
            </a:xfrm>
            <a:custGeom>
              <a:avLst/>
              <a:gdLst>
                <a:gd name="connsiteX0" fmla="*/ 50188 w 50187"/>
                <a:gd name="connsiteY0" fmla="*/ 19898 h 39795"/>
                <a:gd name="connsiteX1" fmla="*/ 25093 w 50187"/>
                <a:gd name="connsiteY1" fmla="*/ 39795 h 39795"/>
                <a:gd name="connsiteX2" fmla="*/ 0 w 50187"/>
                <a:gd name="connsiteY2" fmla="*/ 19898 h 39795"/>
                <a:gd name="connsiteX3" fmla="*/ 25093 w 50187"/>
                <a:gd name="connsiteY3" fmla="*/ 0 h 39795"/>
                <a:gd name="connsiteX4" fmla="*/ 50188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8" y="19898"/>
                  </a:moveTo>
                  <a:cubicBezTo>
                    <a:pt x="50188" y="30797"/>
                    <a:pt x="39035" y="39795"/>
                    <a:pt x="25093" y="39795"/>
                  </a:cubicBezTo>
                  <a:cubicBezTo>
                    <a:pt x="11153" y="39795"/>
                    <a:pt x="0" y="30924"/>
                    <a:pt x="0" y="19898"/>
                  </a:cubicBezTo>
                  <a:cubicBezTo>
                    <a:pt x="0" y="8872"/>
                    <a:pt x="11280" y="0"/>
                    <a:pt x="25093" y="0"/>
                  </a:cubicBezTo>
                  <a:cubicBezTo>
                    <a:pt x="38908" y="0"/>
                    <a:pt x="50188" y="8872"/>
                    <a:pt x="50188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28" name="Freeform: Shape 5927">
              <a:extLst>
                <a:ext uri="{FF2B5EF4-FFF2-40B4-BE49-F238E27FC236}">
                  <a16:creationId xmlns:a16="http://schemas.microsoft.com/office/drawing/2014/main" id="{14892EC2-AF2A-D763-75E5-0C6935ECFE8E}"/>
                </a:ext>
              </a:extLst>
            </p:cNvPr>
            <p:cNvSpPr/>
            <p:nvPr/>
          </p:nvSpPr>
          <p:spPr>
            <a:xfrm>
              <a:off x="11557307" y="941298"/>
              <a:ext cx="49681" cy="39288"/>
            </a:xfrm>
            <a:custGeom>
              <a:avLst/>
              <a:gdLst>
                <a:gd name="connsiteX0" fmla="*/ 49681 w 49681"/>
                <a:gd name="connsiteY0" fmla="*/ 19644 h 39288"/>
                <a:gd name="connsiteX1" fmla="*/ 24841 w 49681"/>
                <a:gd name="connsiteY1" fmla="*/ 39288 h 39288"/>
                <a:gd name="connsiteX2" fmla="*/ 0 w 49681"/>
                <a:gd name="connsiteY2" fmla="*/ 19644 h 39288"/>
                <a:gd name="connsiteX3" fmla="*/ 24841 w 49681"/>
                <a:gd name="connsiteY3" fmla="*/ 0 h 39288"/>
                <a:gd name="connsiteX4" fmla="*/ 49681 w 49681"/>
                <a:gd name="connsiteY4" fmla="*/ 19644 h 39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681" h="39288">
                  <a:moveTo>
                    <a:pt x="49681" y="19644"/>
                  </a:moveTo>
                  <a:cubicBezTo>
                    <a:pt x="49681" y="30543"/>
                    <a:pt x="38528" y="39288"/>
                    <a:pt x="24841" y="39288"/>
                  </a:cubicBezTo>
                  <a:cubicBezTo>
                    <a:pt x="11153" y="39288"/>
                    <a:pt x="0" y="30417"/>
                    <a:pt x="0" y="19644"/>
                  </a:cubicBezTo>
                  <a:cubicBezTo>
                    <a:pt x="0" y="8872"/>
                    <a:pt x="11153" y="0"/>
                    <a:pt x="24841" y="0"/>
                  </a:cubicBezTo>
                  <a:cubicBezTo>
                    <a:pt x="38528" y="0"/>
                    <a:pt x="49681" y="8872"/>
                    <a:pt x="49681" y="1964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29" name="Freeform: Shape 5928">
              <a:extLst>
                <a:ext uri="{FF2B5EF4-FFF2-40B4-BE49-F238E27FC236}">
                  <a16:creationId xmlns:a16="http://schemas.microsoft.com/office/drawing/2014/main" id="{C18745A8-A78F-643F-5854-139513F58C21}"/>
                </a:ext>
              </a:extLst>
            </p:cNvPr>
            <p:cNvSpPr/>
            <p:nvPr/>
          </p:nvSpPr>
          <p:spPr>
            <a:xfrm>
              <a:off x="11621816" y="1031914"/>
              <a:ext cx="49680" cy="39288"/>
            </a:xfrm>
            <a:custGeom>
              <a:avLst/>
              <a:gdLst>
                <a:gd name="connsiteX0" fmla="*/ 49680 w 49680"/>
                <a:gd name="connsiteY0" fmla="*/ 19644 h 39288"/>
                <a:gd name="connsiteX1" fmla="*/ 24840 w 49680"/>
                <a:gd name="connsiteY1" fmla="*/ 39288 h 39288"/>
                <a:gd name="connsiteX2" fmla="*/ 0 w 49680"/>
                <a:gd name="connsiteY2" fmla="*/ 19644 h 39288"/>
                <a:gd name="connsiteX3" fmla="*/ 24840 w 49680"/>
                <a:gd name="connsiteY3" fmla="*/ 0 h 39288"/>
                <a:gd name="connsiteX4" fmla="*/ 49680 w 49680"/>
                <a:gd name="connsiteY4" fmla="*/ 19644 h 39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680" h="39288">
                  <a:moveTo>
                    <a:pt x="49680" y="19644"/>
                  </a:moveTo>
                  <a:cubicBezTo>
                    <a:pt x="49680" y="30543"/>
                    <a:pt x="38527" y="39288"/>
                    <a:pt x="24840" y="39288"/>
                  </a:cubicBezTo>
                  <a:cubicBezTo>
                    <a:pt x="11153" y="39288"/>
                    <a:pt x="0" y="30417"/>
                    <a:pt x="0" y="19644"/>
                  </a:cubicBezTo>
                  <a:cubicBezTo>
                    <a:pt x="0" y="8871"/>
                    <a:pt x="11153" y="0"/>
                    <a:pt x="24840" y="0"/>
                  </a:cubicBezTo>
                  <a:cubicBezTo>
                    <a:pt x="38527" y="0"/>
                    <a:pt x="49680" y="8745"/>
                    <a:pt x="49680" y="1964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30" name="Freeform: Shape 5929">
              <a:extLst>
                <a:ext uri="{FF2B5EF4-FFF2-40B4-BE49-F238E27FC236}">
                  <a16:creationId xmlns:a16="http://schemas.microsoft.com/office/drawing/2014/main" id="{C5010BE0-8103-C3BF-6536-8C8BC3602819}"/>
                </a:ext>
              </a:extLst>
            </p:cNvPr>
            <p:cNvSpPr/>
            <p:nvPr/>
          </p:nvSpPr>
          <p:spPr>
            <a:xfrm>
              <a:off x="11684043" y="1123798"/>
              <a:ext cx="48920" cy="38781"/>
            </a:xfrm>
            <a:custGeom>
              <a:avLst/>
              <a:gdLst>
                <a:gd name="connsiteX0" fmla="*/ 48921 w 48920"/>
                <a:gd name="connsiteY0" fmla="*/ 19391 h 38781"/>
                <a:gd name="connsiteX1" fmla="*/ 24460 w 48920"/>
                <a:gd name="connsiteY1" fmla="*/ 38781 h 38781"/>
                <a:gd name="connsiteX2" fmla="*/ 0 w 48920"/>
                <a:gd name="connsiteY2" fmla="*/ 19391 h 38781"/>
                <a:gd name="connsiteX3" fmla="*/ 24460 w 48920"/>
                <a:gd name="connsiteY3" fmla="*/ 0 h 38781"/>
                <a:gd name="connsiteX4" fmla="*/ 48921 w 48920"/>
                <a:gd name="connsiteY4" fmla="*/ 19391 h 38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920" h="38781">
                  <a:moveTo>
                    <a:pt x="48921" y="19391"/>
                  </a:moveTo>
                  <a:cubicBezTo>
                    <a:pt x="48921" y="30036"/>
                    <a:pt x="38021" y="38781"/>
                    <a:pt x="24460" y="38781"/>
                  </a:cubicBezTo>
                  <a:cubicBezTo>
                    <a:pt x="10900" y="38781"/>
                    <a:pt x="0" y="30036"/>
                    <a:pt x="0" y="19391"/>
                  </a:cubicBezTo>
                  <a:cubicBezTo>
                    <a:pt x="0" y="8745"/>
                    <a:pt x="10900" y="0"/>
                    <a:pt x="24460" y="0"/>
                  </a:cubicBezTo>
                  <a:cubicBezTo>
                    <a:pt x="38021" y="0"/>
                    <a:pt x="48921" y="8745"/>
                    <a:pt x="48921" y="193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31" name="Freeform: Shape 5930">
              <a:extLst>
                <a:ext uri="{FF2B5EF4-FFF2-40B4-BE49-F238E27FC236}">
                  <a16:creationId xmlns:a16="http://schemas.microsoft.com/office/drawing/2014/main" id="{A6027E5B-BF24-7B6C-E0F0-CA68459AE34F}"/>
                </a:ext>
              </a:extLst>
            </p:cNvPr>
            <p:cNvSpPr/>
            <p:nvPr/>
          </p:nvSpPr>
          <p:spPr>
            <a:xfrm>
              <a:off x="11743229" y="1216188"/>
              <a:ext cx="49680" cy="39288"/>
            </a:xfrm>
            <a:custGeom>
              <a:avLst/>
              <a:gdLst>
                <a:gd name="connsiteX0" fmla="*/ 49680 w 49680"/>
                <a:gd name="connsiteY0" fmla="*/ 19644 h 39288"/>
                <a:gd name="connsiteX1" fmla="*/ 24840 w 49680"/>
                <a:gd name="connsiteY1" fmla="*/ 39288 h 39288"/>
                <a:gd name="connsiteX2" fmla="*/ 0 w 49680"/>
                <a:gd name="connsiteY2" fmla="*/ 19644 h 39288"/>
                <a:gd name="connsiteX3" fmla="*/ 24840 w 49680"/>
                <a:gd name="connsiteY3" fmla="*/ 0 h 39288"/>
                <a:gd name="connsiteX4" fmla="*/ 49680 w 49680"/>
                <a:gd name="connsiteY4" fmla="*/ 19644 h 39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680" h="39288">
                  <a:moveTo>
                    <a:pt x="49680" y="19644"/>
                  </a:moveTo>
                  <a:cubicBezTo>
                    <a:pt x="49680" y="30543"/>
                    <a:pt x="38527" y="39288"/>
                    <a:pt x="24840" y="39288"/>
                  </a:cubicBezTo>
                  <a:cubicBezTo>
                    <a:pt x="11152" y="39288"/>
                    <a:pt x="0" y="30417"/>
                    <a:pt x="0" y="19644"/>
                  </a:cubicBezTo>
                  <a:cubicBezTo>
                    <a:pt x="0" y="8871"/>
                    <a:pt x="11152" y="0"/>
                    <a:pt x="24840" y="0"/>
                  </a:cubicBezTo>
                  <a:cubicBezTo>
                    <a:pt x="38527" y="0"/>
                    <a:pt x="49680" y="8871"/>
                    <a:pt x="49680" y="1964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32" name="Freeform: Shape 5931">
              <a:extLst>
                <a:ext uri="{FF2B5EF4-FFF2-40B4-BE49-F238E27FC236}">
                  <a16:creationId xmlns:a16="http://schemas.microsoft.com/office/drawing/2014/main" id="{4E06CFD8-8D5D-9201-C774-65280969D94A}"/>
                </a:ext>
              </a:extLst>
            </p:cNvPr>
            <p:cNvSpPr/>
            <p:nvPr/>
          </p:nvSpPr>
          <p:spPr>
            <a:xfrm>
              <a:off x="11800640" y="1310100"/>
              <a:ext cx="48919" cy="38781"/>
            </a:xfrm>
            <a:custGeom>
              <a:avLst/>
              <a:gdLst>
                <a:gd name="connsiteX0" fmla="*/ 48920 w 48919"/>
                <a:gd name="connsiteY0" fmla="*/ 19391 h 38781"/>
                <a:gd name="connsiteX1" fmla="*/ 24460 w 48919"/>
                <a:gd name="connsiteY1" fmla="*/ 38781 h 38781"/>
                <a:gd name="connsiteX2" fmla="*/ 0 w 48919"/>
                <a:gd name="connsiteY2" fmla="*/ 19391 h 38781"/>
                <a:gd name="connsiteX3" fmla="*/ 24460 w 48919"/>
                <a:gd name="connsiteY3" fmla="*/ 0 h 38781"/>
                <a:gd name="connsiteX4" fmla="*/ 48920 w 48919"/>
                <a:gd name="connsiteY4" fmla="*/ 19391 h 38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919" h="38781">
                  <a:moveTo>
                    <a:pt x="48920" y="19391"/>
                  </a:moveTo>
                  <a:cubicBezTo>
                    <a:pt x="48920" y="30036"/>
                    <a:pt x="38021" y="38781"/>
                    <a:pt x="24460" y="38781"/>
                  </a:cubicBezTo>
                  <a:cubicBezTo>
                    <a:pt x="10899" y="38781"/>
                    <a:pt x="0" y="30036"/>
                    <a:pt x="0" y="19391"/>
                  </a:cubicBezTo>
                  <a:cubicBezTo>
                    <a:pt x="0" y="8745"/>
                    <a:pt x="10899" y="0"/>
                    <a:pt x="24460" y="0"/>
                  </a:cubicBezTo>
                  <a:cubicBezTo>
                    <a:pt x="38021" y="0"/>
                    <a:pt x="48920" y="8745"/>
                    <a:pt x="48920" y="193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33" name="Freeform: Shape 5932">
              <a:extLst>
                <a:ext uri="{FF2B5EF4-FFF2-40B4-BE49-F238E27FC236}">
                  <a16:creationId xmlns:a16="http://schemas.microsoft.com/office/drawing/2014/main" id="{1B20AE7A-47D6-40F7-2152-BE0778A1D3EB}"/>
                </a:ext>
              </a:extLst>
            </p:cNvPr>
            <p:cNvSpPr/>
            <p:nvPr/>
          </p:nvSpPr>
          <p:spPr>
            <a:xfrm>
              <a:off x="11855263" y="1404645"/>
              <a:ext cx="48919" cy="38781"/>
            </a:xfrm>
            <a:custGeom>
              <a:avLst/>
              <a:gdLst>
                <a:gd name="connsiteX0" fmla="*/ 48920 w 48919"/>
                <a:gd name="connsiteY0" fmla="*/ 19391 h 38781"/>
                <a:gd name="connsiteX1" fmla="*/ 24460 w 48919"/>
                <a:gd name="connsiteY1" fmla="*/ 38781 h 38781"/>
                <a:gd name="connsiteX2" fmla="*/ 0 w 48919"/>
                <a:gd name="connsiteY2" fmla="*/ 19391 h 38781"/>
                <a:gd name="connsiteX3" fmla="*/ 24460 w 48919"/>
                <a:gd name="connsiteY3" fmla="*/ 0 h 38781"/>
                <a:gd name="connsiteX4" fmla="*/ 48920 w 48919"/>
                <a:gd name="connsiteY4" fmla="*/ 19391 h 38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919" h="38781">
                  <a:moveTo>
                    <a:pt x="48920" y="19391"/>
                  </a:moveTo>
                  <a:cubicBezTo>
                    <a:pt x="48920" y="30036"/>
                    <a:pt x="38021" y="38781"/>
                    <a:pt x="24460" y="38781"/>
                  </a:cubicBezTo>
                  <a:cubicBezTo>
                    <a:pt x="10899" y="38781"/>
                    <a:pt x="0" y="30036"/>
                    <a:pt x="0" y="19391"/>
                  </a:cubicBezTo>
                  <a:cubicBezTo>
                    <a:pt x="0" y="8745"/>
                    <a:pt x="10899" y="0"/>
                    <a:pt x="24460" y="0"/>
                  </a:cubicBezTo>
                  <a:cubicBezTo>
                    <a:pt x="38021" y="0"/>
                    <a:pt x="48920" y="8745"/>
                    <a:pt x="48920" y="193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34" name="Freeform: Shape 5933">
              <a:extLst>
                <a:ext uri="{FF2B5EF4-FFF2-40B4-BE49-F238E27FC236}">
                  <a16:creationId xmlns:a16="http://schemas.microsoft.com/office/drawing/2014/main" id="{1ABA0587-A648-360F-C9BE-5E943F956A86}"/>
                </a:ext>
              </a:extLst>
            </p:cNvPr>
            <p:cNvSpPr/>
            <p:nvPr/>
          </p:nvSpPr>
          <p:spPr>
            <a:xfrm>
              <a:off x="11907859" y="1500457"/>
              <a:ext cx="47905" cy="38020"/>
            </a:xfrm>
            <a:custGeom>
              <a:avLst/>
              <a:gdLst>
                <a:gd name="connsiteX0" fmla="*/ 47906 w 47905"/>
                <a:gd name="connsiteY0" fmla="*/ 19010 h 38020"/>
                <a:gd name="connsiteX1" fmla="*/ 23953 w 47905"/>
                <a:gd name="connsiteY1" fmla="*/ 38021 h 38020"/>
                <a:gd name="connsiteX2" fmla="*/ 0 w 47905"/>
                <a:gd name="connsiteY2" fmla="*/ 19010 h 38020"/>
                <a:gd name="connsiteX3" fmla="*/ 23953 w 47905"/>
                <a:gd name="connsiteY3" fmla="*/ 0 h 38020"/>
                <a:gd name="connsiteX4" fmla="*/ 47906 w 47905"/>
                <a:gd name="connsiteY4" fmla="*/ 19010 h 38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905" h="38020">
                  <a:moveTo>
                    <a:pt x="47906" y="19010"/>
                  </a:moveTo>
                  <a:cubicBezTo>
                    <a:pt x="47906" y="29530"/>
                    <a:pt x="37134" y="38021"/>
                    <a:pt x="23953" y="38021"/>
                  </a:cubicBezTo>
                  <a:cubicBezTo>
                    <a:pt x="10772" y="38021"/>
                    <a:pt x="0" y="29530"/>
                    <a:pt x="0" y="19010"/>
                  </a:cubicBezTo>
                  <a:cubicBezTo>
                    <a:pt x="0" y="8491"/>
                    <a:pt x="10772" y="0"/>
                    <a:pt x="23953" y="0"/>
                  </a:cubicBezTo>
                  <a:cubicBezTo>
                    <a:pt x="37134" y="0"/>
                    <a:pt x="47906" y="8491"/>
                    <a:pt x="47906" y="1901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35" name="Freeform: Shape 5934">
              <a:extLst>
                <a:ext uri="{FF2B5EF4-FFF2-40B4-BE49-F238E27FC236}">
                  <a16:creationId xmlns:a16="http://schemas.microsoft.com/office/drawing/2014/main" id="{299E11B6-EFDD-4808-4C18-53D7DC5B62BE}"/>
                </a:ext>
              </a:extLst>
            </p:cNvPr>
            <p:cNvSpPr/>
            <p:nvPr/>
          </p:nvSpPr>
          <p:spPr>
            <a:xfrm>
              <a:off x="11957793" y="1597030"/>
              <a:ext cx="47145" cy="37387"/>
            </a:xfrm>
            <a:custGeom>
              <a:avLst/>
              <a:gdLst>
                <a:gd name="connsiteX0" fmla="*/ 47145 w 47145"/>
                <a:gd name="connsiteY0" fmla="*/ 18757 h 37387"/>
                <a:gd name="connsiteX1" fmla="*/ 23573 w 47145"/>
                <a:gd name="connsiteY1" fmla="*/ 37387 h 37387"/>
                <a:gd name="connsiteX2" fmla="*/ 0 w 47145"/>
                <a:gd name="connsiteY2" fmla="*/ 18757 h 37387"/>
                <a:gd name="connsiteX3" fmla="*/ 23573 w 47145"/>
                <a:gd name="connsiteY3" fmla="*/ 0 h 37387"/>
                <a:gd name="connsiteX4" fmla="*/ 47145 w 47145"/>
                <a:gd name="connsiteY4" fmla="*/ 18757 h 37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145" h="37387">
                  <a:moveTo>
                    <a:pt x="47145" y="18757"/>
                  </a:moveTo>
                  <a:cubicBezTo>
                    <a:pt x="47145" y="29023"/>
                    <a:pt x="36626" y="37387"/>
                    <a:pt x="23573" y="37387"/>
                  </a:cubicBezTo>
                  <a:cubicBezTo>
                    <a:pt x="10519" y="37387"/>
                    <a:pt x="0" y="29023"/>
                    <a:pt x="0" y="18757"/>
                  </a:cubicBezTo>
                  <a:cubicBezTo>
                    <a:pt x="0" y="8491"/>
                    <a:pt x="10519" y="0"/>
                    <a:pt x="23573" y="0"/>
                  </a:cubicBezTo>
                  <a:cubicBezTo>
                    <a:pt x="36626" y="0"/>
                    <a:pt x="47145" y="8365"/>
                    <a:pt x="47145" y="1875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36" name="Freeform: Shape 5935">
              <a:extLst>
                <a:ext uri="{FF2B5EF4-FFF2-40B4-BE49-F238E27FC236}">
                  <a16:creationId xmlns:a16="http://schemas.microsoft.com/office/drawing/2014/main" id="{81303F5E-A2B3-027B-1A07-117D66942623}"/>
                </a:ext>
              </a:extLst>
            </p:cNvPr>
            <p:cNvSpPr/>
            <p:nvPr/>
          </p:nvSpPr>
          <p:spPr>
            <a:xfrm>
              <a:off x="12004684" y="1694236"/>
              <a:ext cx="47146" cy="37387"/>
            </a:xfrm>
            <a:custGeom>
              <a:avLst/>
              <a:gdLst>
                <a:gd name="connsiteX0" fmla="*/ 47146 w 47146"/>
                <a:gd name="connsiteY0" fmla="*/ 18630 h 37387"/>
                <a:gd name="connsiteX1" fmla="*/ 23573 w 47146"/>
                <a:gd name="connsiteY1" fmla="*/ 37387 h 37387"/>
                <a:gd name="connsiteX2" fmla="*/ 0 w 47146"/>
                <a:gd name="connsiteY2" fmla="*/ 18630 h 37387"/>
                <a:gd name="connsiteX3" fmla="*/ 23573 w 47146"/>
                <a:gd name="connsiteY3" fmla="*/ 0 h 37387"/>
                <a:gd name="connsiteX4" fmla="*/ 47146 w 47146"/>
                <a:gd name="connsiteY4" fmla="*/ 18630 h 37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146" h="37387">
                  <a:moveTo>
                    <a:pt x="47146" y="18630"/>
                  </a:moveTo>
                  <a:cubicBezTo>
                    <a:pt x="47146" y="29023"/>
                    <a:pt x="36627" y="37387"/>
                    <a:pt x="23573" y="37387"/>
                  </a:cubicBezTo>
                  <a:cubicBezTo>
                    <a:pt x="10519" y="37387"/>
                    <a:pt x="0" y="29023"/>
                    <a:pt x="0" y="18630"/>
                  </a:cubicBezTo>
                  <a:cubicBezTo>
                    <a:pt x="0" y="8238"/>
                    <a:pt x="10519" y="0"/>
                    <a:pt x="23573" y="0"/>
                  </a:cubicBezTo>
                  <a:cubicBezTo>
                    <a:pt x="36627" y="0"/>
                    <a:pt x="47146" y="8365"/>
                    <a:pt x="47146" y="18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37" name="Freeform: Shape 5936">
              <a:extLst>
                <a:ext uri="{FF2B5EF4-FFF2-40B4-BE49-F238E27FC236}">
                  <a16:creationId xmlns:a16="http://schemas.microsoft.com/office/drawing/2014/main" id="{84AA17D3-09C8-BB00-8367-748236D7F519}"/>
                </a:ext>
              </a:extLst>
            </p:cNvPr>
            <p:cNvSpPr/>
            <p:nvPr/>
          </p:nvSpPr>
          <p:spPr>
            <a:xfrm>
              <a:off x="12049549" y="1792330"/>
              <a:ext cx="46385" cy="36753"/>
            </a:xfrm>
            <a:custGeom>
              <a:avLst/>
              <a:gdLst>
                <a:gd name="connsiteX0" fmla="*/ 46385 w 46385"/>
                <a:gd name="connsiteY0" fmla="*/ 18377 h 36753"/>
                <a:gd name="connsiteX1" fmla="*/ 23193 w 46385"/>
                <a:gd name="connsiteY1" fmla="*/ 36753 h 36753"/>
                <a:gd name="connsiteX2" fmla="*/ 0 w 46385"/>
                <a:gd name="connsiteY2" fmla="*/ 18377 h 36753"/>
                <a:gd name="connsiteX3" fmla="*/ 23193 w 46385"/>
                <a:gd name="connsiteY3" fmla="*/ 0 h 36753"/>
                <a:gd name="connsiteX4" fmla="*/ 46385 w 46385"/>
                <a:gd name="connsiteY4" fmla="*/ 18377 h 36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85" h="36753">
                  <a:moveTo>
                    <a:pt x="46385" y="18377"/>
                  </a:moveTo>
                  <a:cubicBezTo>
                    <a:pt x="46385" y="28516"/>
                    <a:pt x="35993" y="36753"/>
                    <a:pt x="23193" y="36753"/>
                  </a:cubicBezTo>
                  <a:cubicBezTo>
                    <a:pt x="10392" y="36753"/>
                    <a:pt x="0" y="28516"/>
                    <a:pt x="0" y="18377"/>
                  </a:cubicBezTo>
                  <a:cubicBezTo>
                    <a:pt x="0" y="8238"/>
                    <a:pt x="10392" y="0"/>
                    <a:pt x="23193" y="0"/>
                  </a:cubicBezTo>
                  <a:cubicBezTo>
                    <a:pt x="35993" y="0"/>
                    <a:pt x="46385" y="8238"/>
                    <a:pt x="46385" y="1837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38" name="Freeform: Shape 5937">
              <a:extLst>
                <a:ext uri="{FF2B5EF4-FFF2-40B4-BE49-F238E27FC236}">
                  <a16:creationId xmlns:a16="http://schemas.microsoft.com/office/drawing/2014/main" id="{0BBF980B-846F-4A90-8167-4110BC2870CB}"/>
                </a:ext>
              </a:extLst>
            </p:cNvPr>
            <p:cNvSpPr/>
            <p:nvPr/>
          </p:nvSpPr>
          <p:spPr>
            <a:xfrm>
              <a:off x="12091245" y="1890804"/>
              <a:ext cx="46385" cy="36753"/>
            </a:xfrm>
            <a:custGeom>
              <a:avLst/>
              <a:gdLst>
                <a:gd name="connsiteX0" fmla="*/ 46386 w 46385"/>
                <a:gd name="connsiteY0" fmla="*/ 18377 h 36753"/>
                <a:gd name="connsiteX1" fmla="*/ 23193 w 46385"/>
                <a:gd name="connsiteY1" fmla="*/ 36753 h 36753"/>
                <a:gd name="connsiteX2" fmla="*/ 0 w 46385"/>
                <a:gd name="connsiteY2" fmla="*/ 18377 h 36753"/>
                <a:gd name="connsiteX3" fmla="*/ 23193 w 46385"/>
                <a:gd name="connsiteY3" fmla="*/ 0 h 36753"/>
                <a:gd name="connsiteX4" fmla="*/ 46386 w 46385"/>
                <a:gd name="connsiteY4" fmla="*/ 18377 h 36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85" h="36753">
                  <a:moveTo>
                    <a:pt x="46386" y="18377"/>
                  </a:moveTo>
                  <a:cubicBezTo>
                    <a:pt x="46386" y="28516"/>
                    <a:pt x="35993" y="36753"/>
                    <a:pt x="23193" y="36753"/>
                  </a:cubicBezTo>
                  <a:cubicBezTo>
                    <a:pt x="10392" y="36753"/>
                    <a:pt x="0" y="28516"/>
                    <a:pt x="0" y="18377"/>
                  </a:cubicBezTo>
                  <a:cubicBezTo>
                    <a:pt x="0" y="8238"/>
                    <a:pt x="10392" y="0"/>
                    <a:pt x="23193" y="0"/>
                  </a:cubicBezTo>
                  <a:cubicBezTo>
                    <a:pt x="35993" y="0"/>
                    <a:pt x="46386" y="8238"/>
                    <a:pt x="46386" y="1837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39" name="Freeform: Shape 5938">
              <a:extLst>
                <a:ext uri="{FF2B5EF4-FFF2-40B4-BE49-F238E27FC236}">
                  <a16:creationId xmlns:a16="http://schemas.microsoft.com/office/drawing/2014/main" id="{6F2CB800-FDE2-FE44-E817-CB5BB5B36208}"/>
                </a:ext>
              </a:extLst>
            </p:cNvPr>
            <p:cNvSpPr/>
            <p:nvPr/>
          </p:nvSpPr>
          <p:spPr>
            <a:xfrm>
              <a:off x="12131041" y="1990798"/>
              <a:ext cx="20151" cy="35232"/>
            </a:xfrm>
            <a:custGeom>
              <a:avLst/>
              <a:gdLst>
                <a:gd name="connsiteX0" fmla="*/ 0 w 20151"/>
                <a:gd name="connsiteY0" fmla="*/ 17616 h 35232"/>
                <a:gd name="connsiteX1" fmla="*/ 20151 w 20151"/>
                <a:gd name="connsiteY1" fmla="*/ 35233 h 35232"/>
                <a:gd name="connsiteX2" fmla="*/ 20151 w 20151"/>
                <a:gd name="connsiteY2" fmla="*/ 0 h 35232"/>
                <a:gd name="connsiteX3" fmla="*/ 0 w 20151"/>
                <a:gd name="connsiteY3" fmla="*/ 17616 h 35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151" h="35232">
                  <a:moveTo>
                    <a:pt x="0" y="17616"/>
                  </a:moveTo>
                  <a:cubicBezTo>
                    <a:pt x="0" y="26868"/>
                    <a:pt x="8872" y="34219"/>
                    <a:pt x="20151" y="35233"/>
                  </a:cubicBezTo>
                  <a:lnTo>
                    <a:pt x="20151" y="0"/>
                  </a:lnTo>
                  <a:cubicBezTo>
                    <a:pt x="8872" y="1014"/>
                    <a:pt x="0" y="8364"/>
                    <a:pt x="0" y="1761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40" name="Freeform: Shape 5939">
              <a:extLst>
                <a:ext uri="{FF2B5EF4-FFF2-40B4-BE49-F238E27FC236}">
                  <a16:creationId xmlns:a16="http://schemas.microsoft.com/office/drawing/2014/main" id="{1438A9F4-5A73-9688-0DE9-6EADAEF41CBD}"/>
                </a:ext>
              </a:extLst>
            </p:cNvPr>
            <p:cNvSpPr/>
            <p:nvPr/>
          </p:nvSpPr>
          <p:spPr>
            <a:xfrm>
              <a:off x="12105440" y="5265656"/>
              <a:ext cx="19010" cy="15208"/>
            </a:xfrm>
            <a:custGeom>
              <a:avLst/>
              <a:gdLst>
                <a:gd name="connsiteX0" fmla="*/ 19010 w 19010"/>
                <a:gd name="connsiteY0" fmla="*/ 7604 h 15208"/>
                <a:gd name="connsiteX1" fmla="*/ 9505 w 19010"/>
                <a:gd name="connsiteY1" fmla="*/ 15208 h 15208"/>
                <a:gd name="connsiteX2" fmla="*/ 0 w 19010"/>
                <a:gd name="connsiteY2" fmla="*/ 7604 h 15208"/>
                <a:gd name="connsiteX3" fmla="*/ 9505 w 19010"/>
                <a:gd name="connsiteY3" fmla="*/ 0 h 15208"/>
                <a:gd name="connsiteX4" fmla="*/ 19010 w 19010"/>
                <a:gd name="connsiteY4" fmla="*/ 7604 h 15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10" h="15208">
                  <a:moveTo>
                    <a:pt x="19010" y="7604"/>
                  </a:moveTo>
                  <a:cubicBezTo>
                    <a:pt x="19010" y="11786"/>
                    <a:pt x="14702" y="15208"/>
                    <a:pt x="9505" y="15208"/>
                  </a:cubicBezTo>
                  <a:cubicBezTo>
                    <a:pt x="4309" y="15208"/>
                    <a:pt x="0" y="11786"/>
                    <a:pt x="0" y="7604"/>
                  </a:cubicBezTo>
                  <a:cubicBezTo>
                    <a:pt x="0" y="3422"/>
                    <a:pt x="4309" y="0"/>
                    <a:pt x="9505" y="0"/>
                  </a:cubicBezTo>
                  <a:cubicBezTo>
                    <a:pt x="14702" y="0"/>
                    <a:pt x="19010" y="3422"/>
                    <a:pt x="19010" y="760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41" name="Freeform: Shape 5940">
              <a:extLst>
                <a:ext uri="{FF2B5EF4-FFF2-40B4-BE49-F238E27FC236}">
                  <a16:creationId xmlns:a16="http://schemas.microsoft.com/office/drawing/2014/main" id="{3912D8EC-8ABF-581F-4830-87D035FA5557}"/>
                </a:ext>
              </a:extLst>
            </p:cNvPr>
            <p:cNvSpPr/>
            <p:nvPr/>
          </p:nvSpPr>
          <p:spPr>
            <a:xfrm>
              <a:off x="12057407" y="5362862"/>
              <a:ext cx="17743" cy="13941"/>
            </a:xfrm>
            <a:custGeom>
              <a:avLst/>
              <a:gdLst>
                <a:gd name="connsiteX0" fmla="*/ 17743 w 17743"/>
                <a:gd name="connsiteY0" fmla="*/ 6971 h 13941"/>
                <a:gd name="connsiteX1" fmla="*/ 8872 w 17743"/>
                <a:gd name="connsiteY1" fmla="*/ 13941 h 13941"/>
                <a:gd name="connsiteX2" fmla="*/ 0 w 17743"/>
                <a:gd name="connsiteY2" fmla="*/ 6971 h 13941"/>
                <a:gd name="connsiteX3" fmla="*/ 8872 w 17743"/>
                <a:gd name="connsiteY3" fmla="*/ 0 h 13941"/>
                <a:gd name="connsiteX4" fmla="*/ 17743 w 17743"/>
                <a:gd name="connsiteY4" fmla="*/ 6971 h 1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3" h="13941">
                  <a:moveTo>
                    <a:pt x="17743" y="6971"/>
                  </a:moveTo>
                  <a:cubicBezTo>
                    <a:pt x="17743" y="10899"/>
                    <a:pt x="13814" y="13941"/>
                    <a:pt x="8872" y="13941"/>
                  </a:cubicBezTo>
                  <a:cubicBezTo>
                    <a:pt x="3929" y="13941"/>
                    <a:pt x="0" y="10773"/>
                    <a:pt x="0" y="6971"/>
                  </a:cubicBezTo>
                  <a:cubicBezTo>
                    <a:pt x="0" y="3168"/>
                    <a:pt x="3929" y="0"/>
                    <a:pt x="8872" y="0"/>
                  </a:cubicBezTo>
                  <a:cubicBezTo>
                    <a:pt x="13814" y="0"/>
                    <a:pt x="17743" y="3168"/>
                    <a:pt x="17743" y="697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42" name="Freeform: Shape 5941">
              <a:extLst>
                <a:ext uri="{FF2B5EF4-FFF2-40B4-BE49-F238E27FC236}">
                  <a16:creationId xmlns:a16="http://schemas.microsoft.com/office/drawing/2014/main" id="{033D53D6-8FC6-A695-2053-18E0583D7102}"/>
                </a:ext>
              </a:extLst>
            </p:cNvPr>
            <p:cNvSpPr/>
            <p:nvPr/>
          </p:nvSpPr>
          <p:spPr>
            <a:xfrm>
              <a:off x="12006713" y="5458801"/>
              <a:ext cx="16982" cy="13433"/>
            </a:xfrm>
            <a:custGeom>
              <a:avLst/>
              <a:gdLst>
                <a:gd name="connsiteX0" fmla="*/ 16982 w 16982"/>
                <a:gd name="connsiteY0" fmla="*/ 6717 h 13433"/>
                <a:gd name="connsiteX1" fmla="*/ 8491 w 16982"/>
                <a:gd name="connsiteY1" fmla="*/ 13434 h 13433"/>
                <a:gd name="connsiteX2" fmla="*/ 0 w 16982"/>
                <a:gd name="connsiteY2" fmla="*/ 6717 h 13433"/>
                <a:gd name="connsiteX3" fmla="*/ 8491 w 16982"/>
                <a:gd name="connsiteY3" fmla="*/ 0 h 13433"/>
                <a:gd name="connsiteX4" fmla="*/ 16982 w 16982"/>
                <a:gd name="connsiteY4" fmla="*/ 6717 h 13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82" h="13433">
                  <a:moveTo>
                    <a:pt x="16982" y="6717"/>
                  </a:moveTo>
                  <a:cubicBezTo>
                    <a:pt x="16982" y="10392"/>
                    <a:pt x="13180" y="13434"/>
                    <a:pt x="8491" y="13434"/>
                  </a:cubicBezTo>
                  <a:cubicBezTo>
                    <a:pt x="3802" y="13434"/>
                    <a:pt x="0" y="10392"/>
                    <a:pt x="0" y="6717"/>
                  </a:cubicBezTo>
                  <a:cubicBezTo>
                    <a:pt x="0" y="3042"/>
                    <a:pt x="3802" y="0"/>
                    <a:pt x="8491" y="0"/>
                  </a:cubicBezTo>
                  <a:cubicBezTo>
                    <a:pt x="13180" y="0"/>
                    <a:pt x="16982" y="3042"/>
                    <a:pt x="16982" y="671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43" name="Freeform: Shape 5942">
              <a:extLst>
                <a:ext uri="{FF2B5EF4-FFF2-40B4-BE49-F238E27FC236}">
                  <a16:creationId xmlns:a16="http://schemas.microsoft.com/office/drawing/2014/main" id="{F742334C-4888-D305-BDAF-DA68076BF0CD}"/>
                </a:ext>
              </a:extLst>
            </p:cNvPr>
            <p:cNvSpPr/>
            <p:nvPr/>
          </p:nvSpPr>
          <p:spPr>
            <a:xfrm>
              <a:off x="11953990" y="5554233"/>
              <a:ext cx="15462" cy="12420"/>
            </a:xfrm>
            <a:custGeom>
              <a:avLst/>
              <a:gdLst>
                <a:gd name="connsiteX0" fmla="*/ 15462 w 15462"/>
                <a:gd name="connsiteY0" fmla="*/ 6210 h 12420"/>
                <a:gd name="connsiteX1" fmla="*/ 7731 w 15462"/>
                <a:gd name="connsiteY1" fmla="*/ 12420 h 12420"/>
                <a:gd name="connsiteX2" fmla="*/ 0 w 15462"/>
                <a:gd name="connsiteY2" fmla="*/ 6210 h 12420"/>
                <a:gd name="connsiteX3" fmla="*/ 7731 w 15462"/>
                <a:gd name="connsiteY3" fmla="*/ 0 h 12420"/>
                <a:gd name="connsiteX4" fmla="*/ 15462 w 15462"/>
                <a:gd name="connsiteY4" fmla="*/ 6210 h 12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62" h="12420">
                  <a:moveTo>
                    <a:pt x="15462" y="6210"/>
                  </a:moveTo>
                  <a:cubicBezTo>
                    <a:pt x="15462" y="9632"/>
                    <a:pt x="11913" y="12420"/>
                    <a:pt x="7731" y="12420"/>
                  </a:cubicBezTo>
                  <a:cubicBezTo>
                    <a:pt x="3549" y="12420"/>
                    <a:pt x="0" y="9632"/>
                    <a:pt x="0" y="6210"/>
                  </a:cubicBezTo>
                  <a:cubicBezTo>
                    <a:pt x="0" y="2788"/>
                    <a:pt x="3422" y="0"/>
                    <a:pt x="7731" y="0"/>
                  </a:cubicBezTo>
                  <a:cubicBezTo>
                    <a:pt x="12040" y="0"/>
                    <a:pt x="15462" y="2788"/>
                    <a:pt x="15462" y="621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44" name="Freeform: Shape 5943">
              <a:extLst>
                <a:ext uri="{FF2B5EF4-FFF2-40B4-BE49-F238E27FC236}">
                  <a16:creationId xmlns:a16="http://schemas.microsoft.com/office/drawing/2014/main" id="{873CE05F-DB2D-F361-25AB-958461502666}"/>
                </a:ext>
              </a:extLst>
            </p:cNvPr>
            <p:cNvSpPr/>
            <p:nvPr/>
          </p:nvSpPr>
          <p:spPr>
            <a:xfrm>
              <a:off x="11898227" y="5648652"/>
              <a:ext cx="14701" cy="11659"/>
            </a:xfrm>
            <a:custGeom>
              <a:avLst/>
              <a:gdLst>
                <a:gd name="connsiteX0" fmla="*/ 14701 w 14701"/>
                <a:gd name="connsiteY0" fmla="*/ 5830 h 11659"/>
                <a:gd name="connsiteX1" fmla="*/ 7351 w 14701"/>
                <a:gd name="connsiteY1" fmla="*/ 11659 h 11659"/>
                <a:gd name="connsiteX2" fmla="*/ 0 w 14701"/>
                <a:gd name="connsiteY2" fmla="*/ 5830 h 11659"/>
                <a:gd name="connsiteX3" fmla="*/ 7351 w 14701"/>
                <a:gd name="connsiteY3" fmla="*/ 0 h 11659"/>
                <a:gd name="connsiteX4" fmla="*/ 14701 w 14701"/>
                <a:gd name="connsiteY4" fmla="*/ 5830 h 11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01" h="11659">
                  <a:moveTo>
                    <a:pt x="14701" y="5830"/>
                  </a:moveTo>
                  <a:cubicBezTo>
                    <a:pt x="14701" y="9125"/>
                    <a:pt x="11406" y="11659"/>
                    <a:pt x="7351" y="11659"/>
                  </a:cubicBezTo>
                  <a:cubicBezTo>
                    <a:pt x="3295" y="11659"/>
                    <a:pt x="0" y="9125"/>
                    <a:pt x="0" y="5830"/>
                  </a:cubicBezTo>
                  <a:cubicBezTo>
                    <a:pt x="0" y="2534"/>
                    <a:pt x="3295" y="0"/>
                    <a:pt x="7351" y="0"/>
                  </a:cubicBezTo>
                  <a:cubicBezTo>
                    <a:pt x="11406" y="0"/>
                    <a:pt x="14701" y="2534"/>
                    <a:pt x="14701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45" name="Freeform: Shape 5944">
              <a:extLst>
                <a:ext uri="{FF2B5EF4-FFF2-40B4-BE49-F238E27FC236}">
                  <a16:creationId xmlns:a16="http://schemas.microsoft.com/office/drawing/2014/main" id="{C74CCB4D-6AEC-8E64-BBE0-67BD05EA18F0}"/>
                </a:ext>
              </a:extLst>
            </p:cNvPr>
            <p:cNvSpPr/>
            <p:nvPr/>
          </p:nvSpPr>
          <p:spPr>
            <a:xfrm>
              <a:off x="11840435" y="5742309"/>
              <a:ext cx="13433" cy="10645"/>
            </a:xfrm>
            <a:custGeom>
              <a:avLst/>
              <a:gdLst>
                <a:gd name="connsiteX0" fmla="*/ 13434 w 13433"/>
                <a:gd name="connsiteY0" fmla="*/ 5323 h 10645"/>
                <a:gd name="connsiteX1" fmla="*/ 6717 w 13433"/>
                <a:gd name="connsiteY1" fmla="*/ 10646 h 10645"/>
                <a:gd name="connsiteX2" fmla="*/ 0 w 13433"/>
                <a:gd name="connsiteY2" fmla="*/ 5323 h 10645"/>
                <a:gd name="connsiteX3" fmla="*/ 6717 w 13433"/>
                <a:gd name="connsiteY3" fmla="*/ 0 h 10645"/>
                <a:gd name="connsiteX4" fmla="*/ 13434 w 13433"/>
                <a:gd name="connsiteY4" fmla="*/ 5323 h 1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33" h="10645">
                  <a:moveTo>
                    <a:pt x="13434" y="5323"/>
                  </a:moveTo>
                  <a:cubicBezTo>
                    <a:pt x="13434" y="8238"/>
                    <a:pt x="10392" y="10646"/>
                    <a:pt x="6717" y="10646"/>
                  </a:cubicBezTo>
                  <a:cubicBezTo>
                    <a:pt x="3042" y="10646"/>
                    <a:pt x="0" y="8238"/>
                    <a:pt x="0" y="5323"/>
                  </a:cubicBezTo>
                  <a:cubicBezTo>
                    <a:pt x="0" y="2408"/>
                    <a:pt x="3042" y="0"/>
                    <a:pt x="6717" y="0"/>
                  </a:cubicBezTo>
                  <a:cubicBezTo>
                    <a:pt x="10392" y="0"/>
                    <a:pt x="13434" y="2408"/>
                    <a:pt x="13434" y="532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46" name="Freeform: Shape 5945">
              <a:extLst>
                <a:ext uri="{FF2B5EF4-FFF2-40B4-BE49-F238E27FC236}">
                  <a16:creationId xmlns:a16="http://schemas.microsoft.com/office/drawing/2014/main" id="{1756F653-60C4-527D-F21C-4444B5771267}"/>
                </a:ext>
              </a:extLst>
            </p:cNvPr>
            <p:cNvSpPr/>
            <p:nvPr/>
          </p:nvSpPr>
          <p:spPr>
            <a:xfrm>
              <a:off x="11780109" y="5834700"/>
              <a:ext cx="12546" cy="10011"/>
            </a:xfrm>
            <a:custGeom>
              <a:avLst/>
              <a:gdLst>
                <a:gd name="connsiteX0" fmla="*/ 12547 w 12546"/>
                <a:gd name="connsiteY0" fmla="*/ 5069 h 10011"/>
                <a:gd name="connsiteX1" fmla="*/ 6210 w 12546"/>
                <a:gd name="connsiteY1" fmla="*/ 10012 h 10011"/>
                <a:gd name="connsiteX2" fmla="*/ 0 w 12546"/>
                <a:gd name="connsiteY2" fmla="*/ 5069 h 10011"/>
                <a:gd name="connsiteX3" fmla="*/ 6210 w 12546"/>
                <a:gd name="connsiteY3" fmla="*/ 0 h 10011"/>
                <a:gd name="connsiteX4" fmla="*/ 12547 w 12546"/>
                <a:gd name="connsiteY4" fmla="*/ 5069 h 10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46" h="10011">
                  <a:moveTo>
                    <a:pt x="12547" y="5069"/>
                  </a:moveTo>
                  <a:lnTo>
                    <a:pt x="6210" y="10012"/>
                  </a:lnTo>
                  <a:lnTo>
                    <a:pt x="0" y="5069"/>
                  </a:lnTo>
                  <a:lnTo>
                    <a:pt x="6210" y="0"/>
                  </a:lnTo>
                  <a:lnTo>
                    <a:pt x="12547" y="506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47" name="Freeform: Shape 5946">
              <a:extLst>
                <a:ext uri="{FF2B5EF4-FFF2-40B4-BE49-F238E27FC236}">
                  <a16:creationId xmlns:a16="http://schemas.microsoft.com/office/drawing/2014/main" id="{B4261DAF-8807-DCC2-8E18-2129422ECEAE}"/>
                </a:ext>
              </a:extLst>
            </p:cNvPr>
            <p:cNvSpPr/>
            <p:nvPr/>
          </p:nvSpPr>
          <p:spPr>
            <a:xfrm>
              <a:off x="11717501" y="5926330"/>
              <a:ext cx="11279" cy="8998"/>
            </a:xfrm>
            <a:custGeom>
              <a:avLst/>
              <a:gdLst>
                <a:gd name="connsiteX0" fmla="*/ 11280 w 11279"/>
                <a:gd name="connsiteY0" fmla="*/ 4563 h 8998"/>
                <a:gd name="connsiteX1" fmla="*/ 5576 w 11279"/>
                <a:gd name="connsiteY1" fmla="*/ 8999 h 8998"/>
                <a:gd name="connsiteX2" fmla="*/ 0 w 11279"/>
                <a:gd name="connsiteY2" fmla="*/ 4563 h 8998"/>
                <a:gd name="connsiteX3" fmla="*/ 5576 w 11279"/>
                <a:gd name="connsiteY3" fmla="*/ 0 h 8998"/>
                <a:gd name="connsiteX4" fmla="*/ 11280 w 11279"/>
                <a:gd name="connsiteY4" fmla="*/ 4563 h 8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79" h="8998">
                  <a:moveTo>
                    <a:pt x="11280" y="4563"/>
                  </a:moveTo>
                  <a:lnTo>
                    <a:pt x="5576" y="8999"/>
                  </a:lnTo>
                  <a:lnTo>
                    <a:pt x="0" y="4563"/>
                  </a:lnTo>
                  <a:lnTo>
                    <a:pt x="5576" y="0"/>
                  </a:lnTo>
                  <a:lnTo>
                    <a:pt x="11280" y="456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48" name="Freeform: Shape 5947">
              <a:extLst>
                <a:ext uri="{FF2B5EF4-FFF2-40B4-BE49-F238E27FC236}">
                  <a16:creationId xmlns:a16="http://schemas.microsoft.com/office/drawing/2014/main" id="{F7B20DC0-2304-5117-129C-B1C579EE6394}"/>
                </a:ext>
              </a:extLst>
            </p:cNvPr>
            <p:cNvSpPr/>
            <p:nvPr/>
          </p:nvSpPr>
          <p:spPr>
            <a:xfrm>
              <a:off x="11652232" y="6016693"/>
              <a:ext cx="10646" cy="8364"/>
            </a:xfrm>
            <a:custGeom>
              <a:avLst/>
              <a:gdLst>
                <a:gd name="connsiteX0" fmla="*/ 10646 w 10646"/>
                <a:gd name="connsiteY0" fmla="*/ 4183 h 8364"/>
                <a:gd name="connsiteX1" fmla="*/ 5323 w 10646"/>
                <a:gd name="connsiteY1" fmla="*/ 8365 h 8364"/>
                <a:gd name="connsiteX2" fmla="*/ 0 w 10646"/>
                <a:gd name="connsiteY2" fmla="*/ 4183 h 8364"/>
                <a:gd name="connsiteX3" fmla="*/ 5323 w 10646"/>
                <a:gd name="connsiteY3" fmla="*/ 0 h 8364"/>
                <a:gd name="connsiteX4" fmla="*/ 10646 w 10646"/>
                <a:gd name="connsiteY4" fmla="*/ 4183 h 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46" h="8364">
                  <a:moveTo>
                    <a:pt x="10646" y="4183"/>
                  </a:moveTo>
                  <a:lnTo>
                    <a:pt x="5323" y="8365"/>
                  </a:lnTo>
                  <a:lnTo>
                    <a:pt x="0" y="4183"/>
                  </a:lnTo>
                  <a:lnTo>
                    <a:pt x="5323" y="0"/>
                  </a:lnTo>
                  <a:lnTo>
                    <a:pt x="10646" y="418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49" name="Freeform: Shape 5948">
              <a:extLst>
                <a:ext uri="{FF2B5EF4-FFF2-40B4-BE49-F238E27FC236}">
                  <a16:creationId xmlns:a16="http://schemas.microsoft.com/office/drawing/2014/main" id="{9C1241A3-6807-6020-3E91-3E20C38BC9FA}"/>
                </a:ext>
              </a:extLst>
            </p:cNvPr>
            <p:cNvSpPr/>
            <p:nvPr/>
          </p:nvSpPr>
          <p:spPr>
            <a:xfrm>
              <a:off x="11585062" y="6106168"/>
              <a:ext cx="9252" cy="7350"/>
            </a:xfrm>
            <a:custGeom>
              <a:avLst/>
              <a:gdLst>
                <a:gd name="connsiteX0" fmla="*/ 9252 w 9252"/>
                <a:gd name="connsiteY0" fmla="*/ 3675 h 7350"/>
                <a:gd name="connsiteX1" fmla="*/ 4562 w 9252"/>
                <a:gd name="connsiteY1" fmla="*/ 7351 h 7350"/>
                <a:gd name="connsiteX2" fmla="*/ 0 w 9252"/>
                <a:gd name="connsiteY2" fmla="*/ 3675 h 7350"/>
                <a:gd name="connsiteX3" fmla="*/ 4562 w 9252"/>
                <a:gd name="connsiteY3" fmla="*/ 0 h 7350"/>
                <a:gd name="connsiteX4" fmla="*/ 9252 w 9252"/>
                <a:gd name="connsiteY4" fmla="*/ 3675 h 7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52" h="7350">
                  <a:moveTo>
                    <a:pt x="9252" y="3675"/>
                  </a:moveTo>
                  <a:lnTo>
                    <a:pt x="4562" y="7351"/>
                  </a:lnTo>
                  <a:lnTo>
                    <a:pt x="0" y="3675"/>
                  </a:lnTo>
                  <a:lnTo>
                    <a:pt x="4562" y="0"/>
                  </a:lnTo>
                  <a:lnTo>
                    <a:pt x="9252" y="367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50" name="Freeform: Shape 5949">
              <a:extLst>
                <a:ext uri="{FF2B5EF4-FFF2-40B4-BE49-F238E27FC236}">
                  <a16:creationId xmlns:a16="http://schemas.microsoft.com/office/drawing/2014/main" id="{733E3C82-9CE2-72E3-6F6A-CD11FFCCBAC1}"/>
                </a:ext>
              </a:extLst>
            </p:cNvPr>
            <p:cNvSpPr/>
            <p:nvPr/>
          </p:nvSpPr>
          <p:spPr>
            <a:xfrm>
              <a:off x="11514850" y="6194123"/>
              <a:ext cx="9251" cy="7224"/>
            </a:xfrm>
            <a:custGeom>
              <a:avLst/>
              <a:gdLst>
                <a:gd name="connsiteX0" fmla="*/ 9251 w 9251"/>
                <a:gd name="connsiteY0" fmla="*/ 3549 h 7224"/>
                <a:gd name="connsiteX1" fmla="*/ 4689 w 9251"/>
                <a:gd name="connsiteY1" fmla="*/ 7224 h 7224"/>
                <a:gd name="connsiteX2" fmla="*/ 0 w 9251"/>
                <a:gd name="connsiteY2" fmla="*/ 3549 h 7224"/>
                <a:gd name="connsiteX3" fmla="*/ 4689 w 9251"/>
                <a:gd name="connsiteY3" fmla="*/ 0 h 7224"/>
                <a:gd name="connsiteX4" fmla="*/ 9251 w 9251"/>
                <a:gd name="connsiteY4" fmla="*/ 3549 h 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51" h="7224">
                  <a:moveTo>
                    <a:pt x="9251" y="3549"/>
                  </a:moveTo>
                  <a:lnTo>
                    <a:pt x="4689" y="7224"/>
                  </a:lnTo>
                  <a:lnTo>
                    <a:pt x="0" y="3549"/>
                  </a:lnTo>
                  <a:lnTo>
                    <a:pt x="4689" y="0"/>
                  </a:lnTo>
                  <a:lnTo>
                    <a:pt x="9251" y="354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51" name="Freeform: Shape 5950">
              <a:extLst>
                <a:ext uri="{FF2B5EF4-FFF2-40B4-BE49-F238E27FC236}">
                  <a16:creationId xmlns:a16="http://schemas.microsoft.com/office/drawing/2014/main" id="{5E461FEC-28B9-001C-B9CD-8A8948B856D2}"/>
                </a:ext>
              </a:extLst>
            </p:cNvPr>
            <p:cNvSpPr/>
            <p:nvPr/>
          </p:nvSpPr>
          <p:spPr>
            <a:xfrm>
              <a:off x="11443244" y="6281317"/>
              <a:ext cx="7731" cy="6209"/>
            </a:xfrm>
            <a:custGeom>
              <a:avLst/>
              <a:gdLst>
                <a:gd name="connsiteX0" fmla="*/ 7731 w 7731"/>
                <a:gd name="connsiteY0" fmla="*/ 3168 h 6209"/>
                <a:gd name="connsiteX1" fmla="*/ 3802 w 7731"/>
                <a:gd name="connsiteY1" fmla="*/ 6210 h 6209"/>
                <a:gd name="connsiteX2" fmla="*/ 0 w 7731"/>
                <a:gd name="connsiteY2" fmla="*/ 3168 h 6209"/>
                <a:gd name="connsiteX3" fmla="*/ 3802 w 7731"/>
                <a:gd name="connsiteY3" fmla="*/ 0 h 6209"/>
                <a:gd name="connsiteX4" fmla="*/ 7731 w 7731"/>
                <a:gd name="connsiteY4" fmla="*/ 3168 h 6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1" h="6209">
                  <a:moveTo>
                    <a:pt x="7731" y="3168"/>
                  </a:moveTo>
                  <a:lnTo>
                    <a:pt x="3802" y="6210"/>
                  </a:lnTo>
                  <a:lnTo>
                    <a:pt x="0" y="3168"/>
                  </a:lnTo>
                  <a:lnTo>
                    <a:pt x="3802" y="0"/>
                  </a:lnTo>
                  <a:lnTo>
                    <a:pt x="7731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52" name="Freeform: Shape 5951">
              <a:extLst>
                <a:ext uri="{FF2B5EF4-FFF2-40B4-BE49-F238E27FC236}">
                  <a16:creationId xmlns:a16="http://schemas.microsoft.com/office/drawing/2014/main" id="{7302C501-F7C9-D014-5C12-F91AFE08CAAD}"/>
                </a:ext>
              </a:extLst>
            </p:cNvPr>
            <p:cNvSpPr/>
            <p:nvPr/>
          </p:nvSpPr>
          <p:spPr>
            <a:xfrm>
              <a:off x="11368850" y="6366991"/>
              <a:ext cx="7224" cy="5829"/>
            </a:xfrm>
            <a:custGeom>
              <a:avLst/>
              <a:gdLst>
                <a:gd name="connsiteX0" fmla="*/ 7224 w 7224"/>
                <a:gd name="connsiteY0" fmla="*/ 2915 h 5829"/>
                <a:gd name="connsiteX1" fmla="*/ 3549 w 7224"/>
                <a:gd name="connsiteY1" fmla="*/ 5830 h 5829"/>
                <a:gd name="connsiteX2" fmla="*/ 0 w 7224"/>
                <a:gd name="connsiteY2" fmla="*/ 2915 h 5829"/>
                <a:gd name="connsiteX3" fmla="*/ 3549 w 7224"/>
                <a:gd name="connsiteY3" fmla="*/ 0 h 5829"/>
                <a:gd name="connsiteX4" fmla="*/ 7224 w 7224"/>
                <a:gd name="connsiteY4" fmla="*/ 2915 h 5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24" h="5829">
                  <a:moveTo>
                    <a:pt x="7224" y="2915"/>
                  </a:moveTo>
                  <a:lnTo>
                    <a:pt x="3549" y="5830"/>
                  </a:lnTo>
                  <a:lnTo>
                    <a:pt x="0" y="2915"/>
                  </a:lnTo>
                  <a:lnTo>
                    <a:pt x="3549" y="0"/>
                  </a:lnTo>
                  <a:lnTo>
                    <a:pt x="7224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53" name="Freeform: Shape 5952">
              <a:extLst>
                <a:ext uri="{FF2B5EF4-FFF2-40B4-BE49-F238E27FC236}">
                  <a16:creationId xmlns:a16="http://schemas.microsoft.com/office/drawing/2014/main" id="{E107A664-A15E-253B-A4AF-399077014A02}"/>
                </a:ext>
              </a:extLst>
            </p:cNvPr>
            <p:cNvSpPr/>
            <p:nvPr/>
          </p:nvSpPr>
          <p:spPr>
            <a:xfrm>
              <a:off x="11292682" y="6451777"/>
              <a:ext cx="5830" cy="4689"/>
            </a:xfrm>
            <a:custGeom>
              <a:avLst/>
              <a:gdLst>
                <a:gd name="connsiteX0" fmla="*/ 5830 w 5830"/>
                <a:gd name="connsiteY0" fmla="*/ 2408 h 4689"/>
                <a:gd name="connsiteX1" fmla="*/ 2915 w 5830"/>
                <a:gd name="connsiteY1" fmla="*/ 4689 h 4689"/>
                <a:gd name="connsiteX2" fmla="*/ 0 w 5830"/>
                <a:gd name="connsiteY2" fmla="*/ 2408 h 4689"/>
                <a:gd name="connsiteX3" fmla="*/ 2915 w 5830"/>
                <a:gd name="connsiteY3" fmla="*/ 0 h 4689"/>
                <a:gd name="connsiteX4" fmla="*/ 5830 w 5830"/>
                <a:gd name="connsiteY4" fmla="*/ 2408 h 4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30" h="4689">
                  <a:moveTo>
                    <a:pt x="5830" y="2408"/>
                  </a:moveTo>
                  <a:lnTo>
                    <a:pt x="2915" y="4689"/>
                  </a:lnTo>
                  <a:lnTo>
                    <a:pt x="0" y="2408"/>
                  </a:lnTo>
                  <a:lnTo>
                    <a:pt x="2915" y="0"/>
                  </a:lnTo>
                  <a:lnTo>
                    <a:pt x="5830" y="240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54" name="Freeform: Shape 5953">
              <a:extLst>
                <a:ext uri="{FF2B5EF4-FFF2-40B4-BE49-F238E27FC236}">
                  <a16:creationId xmlns:a16="http://schemas.microsoft.com/office/drawing/2014/main" id="{61589BF1-76A9-D050-9112-E26441798207}"/>
                </a:ext>
              </a:extLst>
            </p:cNvPr>
            <p:cNvSpPr/>
            <p:nvPr/>
          </p:nvSpPr>
          <p:spPr>
            <a:xfrm>
              <a:off x="11214232" y="6535296"/>
              <a:ext cx="4689" cy="3675"/>
            </a:xfrm>
            <a:custGeom>
              <a:avLst/>
              <a:gdLst>
                <a:gd name="connsiteX0" fmla="*/ 4689 w 4689"/>
                <a:gd name="connsiteY0" fmla="*/ 1901 h 3675"/>
                <a:gd name="connsiteX1" fmla="*/ 2282 w 4689"/>
                <a:gd name="connsiteY1" fmla="*/ 3676 h 3675"/>
                <a:gd name="connsiteX2" fmla="*/ 0 w 4689"/>
                <a:gd name="connsiteY2" fmla="*/ 1901 h 3675"/>
                <a:gd name="connsiteX3" fmla="*/ 2282 w 4689"/>
                <a:gd name="connsiteY3" fmla="*/ 0 h 3675"/>
                <a:gd name="connsiteX4" fmla="*/ 4689 w 4689"/>
                <a:gd name="connsiteY4" fmla="*/ 1901 h 3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89" h="3675">
                  <a:moveTo>
                    <a:pt x="4689" y="1901"/>
                  </a:moveTo>
                  <a:lnTo>
                    <a:pt x="2282" y="3676"/>
                  </a:lnTo>
                  <a:lnTo>
                    <a:pt x="0" y="1901"/>
                  </a:lnTo>
                  <a:lnTo>
                    <a:pt x="2282" y="0"/>
                  </a:lnTo>
                  <a:lnTo>
                    <a:pt x="4689" y="190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55" name="Freeform: Shape 5954">
              <a:extLst>
                <a:ext uri="{FF2B5EF4-FFF2-40B4-BE49-F238E27FC236}">
                  <a16:creationId xmlns:a16="http://schemas.microsoft.com/office/drawing/2014/main" id="{61DE30C7-FC21-4B65-AF73-132B9625F7DC}"/>
                </a:ext>
              </a:extLst>
            </p:cNvPr>
            <p:cNvSpPr/>
            <p:nvPr/>
          </p:nvSpPr>
          <p:spPr>
            <a:xfrm>
              <a:off x="11133375" y="6617294"/>
              <a:ext cx="4055" cy="3168"/>
            </a:xfrm>
            <a:custGeom>
              <a:avLst/>
              <a:gdLst>
                <a:gd name="connsiteX0" fmla="*/ 4056 w 4055"/>
                <a:gd name="connsiteY0" fmla="*/ 1521 h 3168"/>
                <a:gd name="connsiteX1" fmla="*/ 2028 w 4055"/>
                <a:gd name="connsiteY1" fmla="*/ 3168 h 3168"/>
                <a:gd name="connsiteX2" fmla="*/ 0 w 4055"/>
                <a:gd name="connsiteY2" fmla="*/ 1521 h 3168"/>
                <a:gd name="connsiteX3" fmla="*/ 2028 w 4055"/>
                <a:gd name="connsiteY3" fmla="*/ 0 h 3168"/>
                <a:gd name="connsiteX4" fmla="*/ 4056 w 4055"/>
                <a:gd name="connsiteY4" fmla="*/ 1521 h 3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5" h="3168">
                  <a:moveTo>
                    <a:pt x="4056" y="1521"/>
                  </a:moveTo>
                  <a:lnTo>
                    <a:pt x="2028" y="3168"/>
                  </a:lnTo>
                  <a:lnTo>
                    <a:pt x="0" y="1521"/>
                  </a:lnTo>
                  <a:lnTo>
                    <a:pt x="2028" y="0"/>
                  </a:lnTo>
                  <a:lnTo>
                    <a:pt x="4056" y="152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56" name="Freeform: Shape 5955">
              <a:extLst>
                <a:ext uri="{FF2B5EF4-FFF2-40B4-BE49-F238E27FC236}">
                  <a16:creationId xmlns:a16="http://schemas.microsoft.com/office/drawing/2014/main" id="{D29B3E41-C39F-D47C-82E2-EC71C50563C0}"/>
                </a:ext>
              </a:extLst>
            </p:cNvPr>
            <p:cNvSpPr/>
            <p:nvPr/>
          </p:nvSpPr>
          <p:spPr>
            <a:xfrm>
              <a:off x="11050363" y="6697771"/>
              <a:ext cx="3548" cy="2788"/>
            </a:xfrm>
            <a:custGeom>
              <a:avLst/>
              <a:gdLst>
                <a:gd name="connsiteX0" fmla="*/ 3549 w 3548"/>
                <a:gd name="connsiteY0" fmla="*/ 1395 h 2788"/>
                <a:gd name="connsiteX1" fmla="*/ 1774 w 3548"/>
                <a:gd name="connsiteY1" fmla="*/ 2789 h 2788"/>
                <a:gd name="connsiteX2" fmla="*/ 0 w 3548"/>
                <a:gd name="connsiteY2" fmla="*/ 1395 h 2788"/>
                <a:gd name="connsiteX3" fmla="*/ 1774 w 3548"/>
                <a:gd name="connsiteY3" fmla="*/ 0 h 2788"/>
                <a:gd name="connsiteX4" fmla="*/ 3549 w 3548"/>
                <a:gd name="connsiteY4" fmla="*/ 1395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9" y="1395"/>
                  </a:moveTo>
                  <a:lnTo>
                    <a:pt x="1774" y="2789"/>
                  </a:lnTo>
                  <a:lnTo>
                    <a:pt x="0" y="1395"/>
                  </a:lnTo>
                  <a:lnTo>
                    <a:pt x="1774" y="0"/>
                  </a:lnTo>
                  <a:lnTo>
                    <a:pt x="3549" y="13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57" name="Freeform: Shape 5956">
              <a:extLst>
                <a:ext uri="{FF2B5EF4-FFF2-40B4-BE49-F238E27FC236}">
                  <a16:creationId xmlns:a16="http://schemas.microsoft.com/office/drawing/2014/main" id="{D5A1DFD3-9705-F7C0-ED8C-07B6A74E3473}"/>
                </a:ext>
              </a:extLst>
            </p:cNvPr>
            <p:cNvSpPr/>
            <p:nvPr/>
          </p:nvSpPr>
          <p:spPr>
            <a:xfrm>
              <a:off x="10965703" y="6777235"/>
              <a:ext cx="2408" cy="1901"/>
            </a:xfrm>
            <a:custGeom>
              <a:avLst/>
              <a:gdLst>
                <a:gd name="connsiteX0" fmla="*/ 2408 w 2408"/>
                <a:gd name="connsiteY0" fmla="*/ 1014 h 1901"/>
                <a:gd name="connsiteX1" fmla="*/ 1141 w 2408"/>
                <a:gd name="connsiteY1" fmla="*/ 1901 h 1901"/>
                <a:gd name="connsiteX2" fmla="*/ 0 w 2408"/>
                <a:gd name="connsiteY2" fmla="*/ 1014 h 1901"/>
                <a:gd name="connsiteX3" fmla="*/ 1141 w 2408"/>
                <a:gd name="connsiteY3" fmla="*/ 0 h 1901"/>
                <a:gd name="connsiteX4" fmla="*/ 2408 w 2408"/>
                <a:gd name="connsiteY4" fmla="*/ 1014 h 1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8" h="1901">
                  <a:moveTo>
                    <a:pt x="2408" y="1014"/>
                  </a:moveTo>
                  <a:lnTo>
                    <a:pt x="1141" y="1901"/>
                  </a:lnTo>
                  <a:lnTo>
                    <a:pt x="0" y="1014"/>
                  </a:lnTo>
                  <a:lnTo>
                    <a:pt x="1141" y="0"/>
                  </a:lnTo>
                  <a:lnTo>
                    <a:pt x="2408" y="101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58" name="Freeform: Shape 5957">
              <a:extLst>
                <a:ext uri="{FF2B5EF4-FFF2-40B4-BE49-F238E27FC236}">
                  <a16:creationId xmlns:a16="http://schemas.microsoft.com/office/drawing/2014/main" id="{F713170A-C5DD-1F9B-C458-54462A5DFA49}"/>
                </a:ext>
              </a:extLst>
            </p:cNvPr>
            <p:cNvSpPr/>
            <p:nvPr/>
          </p:nvSpPr>
          <p:spPr>
            <a:xfrm>
              <a:off x="1329334" y="6758225"/>
              <a:ext cx="50060" cy="39795"/>
            </a:xfrm>
            <a:custGeom>
              <a:avLst/>
              <a:gdLst>
                <a:gd name="connsiteX0" fmla="*/ 50061 w 50060"/>
                <a:gd name="connsiteY0" fmla="*/ 19898 h 39795"/>
                <a:gd name="connsiteX1" fmla="*/ 24967 w 50060"/>
                <a:gd name="connsiteY1" fmla="*/ 39795 h 39795"/>
                <a:gd name="connsiteX2" fmla="*/ 0 w 50060"/>
                <a:gd name="connsiteY2" fmla="*/ 19898 h 39795"/>
                <a:gd name="connsiteX3" fmla="*/ 24967 w 50060"/>
                <a:gd name="connsiteY3" fmla="*/ 0 h 39795"/>
                <a:gd name="connsiteX4" fmla="*/ 50061 w 50060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60" h="39795">
                  <a:moveTo>
                    <a:pt x="50061" y="19898"/>
                  </a:moveTo>
                  <a:cubicBezTo>
                    <a:pt x="50061" y="30924"/>
                    <a:pt x="38781" y="39795"/>
                    <a:pt x="24967" y="39795"/>
                  </a:cubicBezTo>
                  <a:cubicBezTo>
                    <a:pt x="11153" y="39795"/>
                    <a:pt x="0" y="30924"/>
                    <a:pt x="0" y="19898"/>
                  </a:cubicBezTo>
                  <a:cubicBezTo>
                    <a:pt x="0" y="8872"/>
                    <a:pt x="11153" y="0"/>
                    <a:pt x="24967" y="0"/>
                  </a:cubicBezTo>
                  <a:cubicBezTo>
                    <a:pt x="38781" y="0"/>
                    <a:pt x="50061" y="8872"/>
                    <a:pt x="50061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59" name="Freeform: Shape 5958">
              <a:extLst>
                <a:ext uri="{FF2B5EF4-FFF2-40B4-BE49-F238E27FC236}">
                  <a16:creationId xmlns:a16="http://schemas.microsoft.com/office/drawing/2014/main" id="{42D0216B-30F7-2154-E6AA-B3E99C596FF4}"/>
                </a:ext>
              </a:extLst>
            </p:cNvPr>
            <p:cNvSpPr/>
            <p:nvPr/>
          </p:nvSpPr>
          <p:spPr>
            <a:xfrm>
              <a:off x="1243914" y="6679269"/>
              <a:ext cx="50187" cy="39794"/>
            </a:xfrm>
            <a:custGeom>
              <a:avLst/>
              <a:gdLst>
                <a:gd name="connsiteX0" fmla="*/ 50187 w 50187"/>
                <a:gd name="connsiteY0" fmla="*/ 19898 h 39794"/>
                <a:gd name="connsiteX1" fmla="*/ 25094 w 50187"/>
                <a:gd name="connsiteY1" fmla="*/ 39795 h 39794"/>
                <a:gd name="connsiteX2" fmla="*/ 0 w 50187"/>
                <a:gd name="connsiteY2" fmla="*/ 19898 h 39794"/>
                <a:gd name="connsiteX3" fmla="*/ 25094 w 50187"/>
                <a:gd name="connsiteY3" fmla="*/ 0 h 39794"/>
                <a:gd name="connsiteX4" fmla="*/ 50187 w 50187"/>
                <a:gd name="connsiteY4" fmla="*/ 19898 h 39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4">
                  <a:moveTo>
                    <a:pt x="50187" y="19898"/>
                  </a:moveTo>
                  <a:cubicBezTo>
                    <a:pt x="50187" y="30797"/>
                    <a:pt x="39035" y="39795"/>
                    <a:pt x="25094" y="39795"/>
                  </a:cubicBezTo>
                  <a:cubicBezTo>
                    <a:pt x="11153" y="39795"/>
                    <a:pt x="0" y="30924"/>
                    <a:pt x="0" y="19898"/>
                  </a:cubicBezTo>
                  <a:cubicBezTo>
                    <a:pt x="0" y="8871"/>
                    <a:pt x="11279" y="0"/>
                    <a:pt x="25094" y="0"/>
                  </a:cubicBezTo>
                  <a:cubicBezTo>
                    <a:pt x="38908" y="0"/>
                    <a:pt x="50187" y="8871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60" name="Freeform: Shape 5959">
              <a:extLst>
                <a:ext uri="{FF2B5EF4-FFF2-40B4-BE49-F238E27FC236}">
                  <a16:creationId xmlns:a16="http://schemas.microsoft.com/office/drawing/2014/main" id="{6757EE2E-4B28-FC5E-36FC-89D1C6FC646D}"/>
                </a:ext>
              </a:extLst>
            </p:cNvPr>
            <p:cNvSpPr/>
            <p:nvPr/>
          </p:nvSpPr>
          <p:spPr>
            <a:xfrm>
              <a:off x="1160649" y="6598918"/>
              <a:ext cx="50187" cy="39795"/>
            </a:xfrm>
            <a:custGeom>
              <a:avLst/>
              <a:gdLst>
                <a:gd name="connsiteX0" fmla="*/ 50187 w 50187"/>
                <a:gd name="connsiteY0" fmla="*/ 19898 h 39795"/>
                <a:gd name="connsiteX1" fmla="*/ 25094 w 50187"/>
                <a:gd name="connsiteY1" fmla="*/ 39795 h 39795"/>
                <a:gd name="connsiteX2" fmla="*/ 0 w 50187"/>
                <a:gd name="connsiteY2" fmla="*/ 19898 h 39795"/>
                <a:gd name="connsiteX3" fmla="*/ 25094 w 50187"/>
                <a:gd name="connsiteY3" fmla="*/ 0 h 39795"/>
                <a:gd name="connsiteX4" fmla="*/ 50187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7" y="19898"/>
                  </a:moveTo>
                  <a:cubicBezTo>
                    <a:pt x="50187" y="30797"/>
                    <a:pt x="38908" y="39795"/>
                    <a:pt x="25094" y="39795"/>
                  </a:cubicBezTo>
                  <a:cubicBezTo>
                    <a:pt x="11279" y="39795"/>
                    <a:pt x="0" y="30924"/>
                    <a:pt x="0" y="19898"/>
                  </a:cubicBezTo>
                  <a:cubicBezTo>
                    <a:pt x="0" y="8872"/>
                    <a:pt x="11279" y="0"/>
                    <a:pt x="25094" y="0"/>
                  </a:cubicBezTo>
                  <a:cubicBezTo>
                    <a:pt x="38908" y="0"/>
                    <a:pt x="50187" y="8872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61" name="Freeform: Shape 5960">
              <a:extLst>
                <a:ext uri="{FF2B5EF4-FFF2-40B4-BE49-F238E27FC236}">
                  <a16:creationId xmlns:a16="http://schemas.microsoft.com/office/drawing/2014/main" id="{64CE7F03-A3F9-1C9F-ED2B-47EABC7ED694}"/>
                </a:ext>
              </a:extLst>
            </p:cNvPr>
            <p:cNvSpPr/>
            <p:nvPr/>
          </p:nvSpPr>
          <p:spPr>
            <a:xfrm>
              <a:off x="1079537" y="6517300"/>
              <a:ext cx="50187" cy="39795"/>
            </a:xfrm>
            <a:custGeom>
              <a:avLst/>
              <a:gdLst>
                <a:gd name="connsiteX0" fmla="*/ 50187 w 50187"/>
                <a:gd name="connsiteY0" fmla="*/ 19898 h 39795"/>
                <a:gd name="connsiteX1" fmla="*/ 25094 w 50187"/>
                <a:gd name="connsiteY1" fmla="*/ 39795 h 39795"/>
                <a:gd name="connsiteX2" fmla="*/ 0 w 50187"/>
                <a:gd name="connsiteY2" fmla="*/ 19898 h 39795"/>
                <a:gd name="connsiteX3" fmla="*/ 25094 w 50187"/>
                <a:gd name="connsiteY3" fmla="*/ 0 h 39795"/>
                <a:gd name="connsiteX4" fmla="*/ 50187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7" y="19898"/>
                  </a:moveTo>
                  <a:cubicBezTo>
                    <a:pt x="50187" y="30797"/>
                    <a:pt x="38908" y="39795"/>
                    <a:pt x="25094" y="39795"/>
                  </a:cubicBezTo>
                  <a:cubicBezTo>
                    <a:pt x="11279" y="39795"/>
                    <a:pt x="0" y="30924"/>
                    <a:pt x="0" y="19898"/>
                  </a:cubicBezTo>
                  <a:cubicBezTo>
                    <a:pt x="0" y="8872"/>
                    <a:pt x="11279" y="0"/>
                    <a:pt x="25094" y="0"/>
                  </a:cubicBezTo>
                  <a:cubicBezTo>
                    <a:pt x="38908" y="0"/>
                    <a:pt x="50187" y="8872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62" name="Freeform: Shape 5961">
              <a:extLst>
                <a:ext uri="{FF2B5EF4-FFF2-40B4-BE49-F238E27FC236}">
                  <a16:creationId xmlns:a16="http://schemas.microsoft.com/office/drawing/2014/main" id="{191E0A14-3C9F-5F2E-4DE5-968724AB63B0}"/>
                </a:ext>
              </a:extLst>
            </p:cNvPr>
            <p:cNvSpPr/>
            <p:nvPr/>
          </p:nvSpPr>
          <p:spPr>
            <a:xfrm>
              <a:off x="1000454" y="6434288"/>
              <a:ext cx="50187" cy="39794"/>
            </a:xfrm>
            <a:custGeom>
              <a:avLst/>
              <a:gdLst>
                <a:gd name="connsiteX0" fmla="*/ 50187 w 50187"/>
                <a:gd name="connsiteY0" fmla="*/ 19898 h 39794"/>
                <a:gd name="connsiteX1" fmla="*/ 25094 w 50187"/>
                <a:gd name="connsiteY1" fmla="*/ 39795 h 39794"/>
                <a:gd name="connsiteX2" fmla="*/ 0 w 50187"/>
                <a:gd name="connsiteY2" fmla="*/ 19898 h 39794"/>
                <a:gd name="connsiteX3" fmla="*/ 25094 w 50187"/>
                <a:gd name="connsiteY3" fmla="*/ 0 h 39794"/>
                <a:gd name="connsiteX4" fmla="*/ 50187 w 50187"/>
                <a:gd name="connsiteY4" fmla="*/ 19898 h 39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4">
                  <a:moveTo>
                    <a:pt x="50187" y="19898"/>
                  </a:moveTo>
                  <a:cubicBezTo>
                    <a:pt x="50187" y="30797"/>
                    <a:pt x="38908" y="39795"/>
                    <a:pt x="25094" y="39795"/>
                  </a:cubicBezTo>
                  <a:cubicBezTo>
                    <a:pt x="11279" y="39795"/>
                    <a:pt x="0" y="30924"/>
                    <a:pt x="0" y="19898"/>
                  </a:cubicBezTo>
                  <a:cubicBezTo>
                    <a:pt x="0" y="8871"/>
                    <a:pt x="11153" y="0"/>
                    <a:pt x="25094" y="0"/>
                  </a:cubicBezTo>
                  <a:cubicBezTo>
                    <a:pt x="39035" y="0"/>
                    <a:pt x="50187" y="8871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63" name="Freeform: Shape 5962">
              <a:extLst>
                <a:ext uri="{FF2B5EF4-FFF2-40B4-BE49-F238E27FC236}">
                  <a16:creationId xmlns:a16="http://schemas.microsoft.com/office/drawing/2014/main" id="{5B3AE212-56CF-2821-29FA-216B4B467CCE}"/>
                </a:ext>
              </a:extLst>
            </p:cNvPr>
            <p:cNvSpPr/>
            <p:nvPr/>
          </p:nvSpPr>
          <p:spPr>
            <a:xfrm>
              <a:off x="923652" y="6350008"/>
              <a:ext cx="50187" cy="39794"/>
            </a:xfrm>
            <a:custGeom>
              <a:avLst/>
              <a:gdLst>
                <a:gd name="connsiteX0" fmla="*/ 50187 w 50187"/>
                <a:gd name="connsiteY0" fmla="*/ 19897 h 39794"/>
                <a:gd name="connsiteX1" fmla="*/ 25094 w 50187"/>
                <a:gd name="connsiteY1" fmla="*/ 39795 h 39794"/>
                <a:gd name="connsiteX2" fmla="*/ 0 w 50187"/>
                <a:gd name="connsiteY2" fmla="*/ 19897 h 39794"/>
                <a:gd name="connsiteX3" fmla="*/ 25094 w 50187"/>
                <a:gd name="connsiteY3" fmla="*/ 0 h 39794"/>
                <a:gd name="connsiteX4" fmla="*/ 50187 w 50187"/>
                <a:gd name="connsiteY4" fmla="*/ 19897 h 39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4">
                  <a:moveTo>
                    <a:pt x="50187" y="19897"/>
                  </a:moveTo>
                  <a:cubicBezTo>
                    <a:pt x="50187" y="30797"/>
                    <a:pt x="38908" y="39795"/>
                    <a:pt x="25094" y="39795"/>
                  </a:cubicBezTo>
                  <a:cubicBezTo>
                    <a:pt x="11279" y="39795"/>
                    <a:pt x="0" y="30924"/>
                    <a:pt x="0" y="19897"/>
                  </a:cubicBezTo>
                  <a:cubicBezTo>
                    <a:pt x="0" y="8871"/>
                    <a:pt x="11279" y="0"/>
                    <a:pt x="25094" y="0"/>
                  </a:cubicBezTo>
                  <a:cubicBezTo>
                    <a:pt x="38908" y="0"/>
                    <a:pt x="50187" y="8871"/>
                    <a:pt x="50187" y="198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64" name="Freeform: Shape 5963">
              <a:extLst>
                <a:ext uri="{FF2B5EF4-FFF2-40B4-BE49-F238E27FC236}">
                  <a16:creationId xmlns:a16="http://schemas.microsoft.com/office/drawing/2014/main" id="{551CE806-9BEA-D530-E0FE-778BF70685E4}"/>
                </a:ext>
              </a:extLst>
            </p:cNvPr>
            <p:cNvSpPr/>
            <p:nvPr/>
          </p:nvSpPr>
          <p:spPr>
            <a:xfrm>
              <a:off x="849005" y="6264462"/>
              <a:ext cx="50187" cy="39794"/>
            </a:xfrm>
            <a:custGeom>
              <a:avLst/>
              <a:gdLst>
                <a:gd name="connsiteX0" fmla="*/ 50187 w 50187"/>
                <a:gd name="connsiteY0" fmla="*/ 19897 h 39794"/>
                <a:gd name="connsiteX1" fmla="*/ 25094 w 50187"/>
                <a:gd name="connsiteY1" fmla="*/ 39795 h 39794"/>
                <a:gd name="connsiteX2" fmla="*/ 0 w 50187"/>
                <a:gd name="connsiteY2" fmla="*/ 19897 h 39794"/>
                <a:gd name="connsiteX3" fmla="*/ 25094 w 50187"/>
                <a:gd name="connsiteY3" fmla="*/ 0 h 39794"/>
                <a:gd name="connsiteX4" fmla="*/ 50187 w 50187"/>
                <a:gd name="connsiteY4" fmla="*/ 19897 h 39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4">
                  <a:moveTo>
                    <a:pt x="50187" y="19897"/>
                  </a:moveTo>
                  <a:cubicBezTo>
                    <a:pt x="50187" y="30924"/>
                    <a:pt x="38908" y="39795"/>
                    <a:pt x="25094" y="39795"/>
                  </a:cubicBezTo>
                  <a:cubicBezTo>
                    <a:pt x="11279" y="39795"/>
                    <a:pt x="0" y="30924"/>
                    <a:pt x="0" y="19897"/>
                  </a:cubicBezTo>
                  <a:cubicBezTo>
                    <a:pt x="0" y="8871"/>
                    <a:pt x="11279" y="0"/>
                    <a:pt x="25094" y="0"/>
                  </a:cubicBezTo>
                  <a:cubicBezTo>
                    <a:pt x="38908" y="0"/>
                    <a:pt x="50187" y="8871"/>
                    <a:pt x="50187" y="198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65" name="Freeform: Shape 5964">
              <a:extLst>
                <a:ext uri="{FF2B5EF4-FFF2-40B4-BE49-F238E27FC236}">
                  <a16:creationId xmlns:a16="http://schemas.microsoft.com/office/drawing/2014/main" id="{4BC12728-C200-2F4B-269C-3BC52D9490FD}"/>
                </a:ext>
              </a:extLst>
            </p:cNvPr>
            <p:cNvSpPr/>
            <p:nvPr/>
          </p:nvSpPr>
          <p:spPr>
            <a:xfrm>
              <a:off x="776512" y="6177774"/>
              <a:ext cx="50187" cy="39794"/>
            </a:xfrm>
            <a:custGeom>
              <a:avLst/>
              <a:gdLst>
                <a:gd name="connsiteX0" fmla="*/ 50187 w 50187"/>
                <a:gd name="connsiteY0" fmla="*/ 19897 h 39794"/>
                <a:gd name="connsiteX1" fmla="*/ 25094 w 50187"/>
                <a:gd name="connsiteY1" fmla="*/ 39795 h 39794"/>
                <a:gd name="connsiteX2" fmla="*/ 0 w 50187"/>
                <a:gd name="connsiteY2" fmla="*/ 19897 h 39794"/>
                <a:gd name="connsiteX3" fmla="*/ 25094 w 50187"/>
                <a:gd name="connsiteY3" fmla="*/ 0 h 39794"/>
                <a:gd name="connsiteX4" fmla="*/ 50187 w 50187"/>
                <a:gd name="connsiteY4" fmla="*/ 19897 h 39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4">
                  <a:moveTo>
                    <a:pt x="50187" y="19897"/>
                  </a:moveTo>
                  <a:cubicBezTo>
                    <a:pt x="50187" y="30797"/>
                    <a:pt x="39035" y="39795"/>
                    <a:pt x="25094" y="39795"/>
                  </a:cubicBezTo>
                  <a:cubicBezTo>
                    <a:pt x="11153" y="39795"/>
                    <a:pt x="0" y="30923"/>
                    <a:pt x="0" y="19897"/>
                  </a:cubicBezTo>
                  <a:cubicBezTo>
                    <a:pt x="0" y="8871"/>
                    <a:pt x="11279" y="0"/>
                    <a:pt x="25094" y="0"/>
                  </a:cubicBezTo>
                  <a:cubicBezTo>
                    <a:pt x="38908" y="0"/>
                    <a:pt x="50187" y="8871"/>
                    <a:pt x="50187" y="198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66" name="Freeform: Shape 5965">
              <a:extLst>
                <a:ext uri="{FF2B5EF4-FFF2-40B4-BE49-F238E27FC236}">
                  <a16:creationId xmlns:a16="http://schemas.microsoft.com/office/drawing/2014/main" id="{F2F94246-7310-696B-472E-9292B9CC0A2A}"/>
                </a:ext>
              </a:extLst>
            </p:cNvPr>
            <p:cNvSpPr/>
            <p:nvPr/>
          </p:nvSpPr>
          <p:spPr>
            <a:xfrm>
              <a:off x="706427" y="6089946"/>
              <a:ext cx="50187" cy="39795"/>
            </a:xfrm>
            <a:custGeom>
              <a:avLst/>
              <a:gdLst>
                <a:gd name="connsiteX0" fmla="*/ 50187 w 50187"/>
                <a:gd name="connsiteY0" fmla="*/ 19898 h 39795"/>
                <a:gd name="connsiteX1" fmla="*/ 25094 w 50187"/>
                <a:gd name="connsiteY1" fmla="*/ 39795 h 39795"/>
                <a:gd name="connsiteX2" fmla="*/ 0 w 50187"/>
                <a:gd name="connsiteY2" fmla="*/ 19898 h 39795"/>
                <a:gd name="connsiteX3" fmla="*/ 25094 w 50187"/>
                <a:gd name="connsiteY3" fmla="*/ 0 h 39795"/>
                <a:gd name="connsiteX4" fmla="*/ 50187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7" y="19898"/>
                  </a:moveTo>
                  <a:cubicBezTo>
                    <a:pt x="50187" y="30924"/>
                    <a:pt x="39035" y="39795"/>
                    <a:pt x="25094" y="39795"/>
                  </a:cubicBezTo>
                  <a:cubicBezTo>
                    <a:pt x="11153" y="39795"/>
                    <a:pt x="0" y="30924"/>
                    <a:pt x="0" y="19898"/>
                  </a:cubicBezTo>
                  <a:cubicBezTo>
                    <a:pt x="0" y="8872"/>
                    <a:pt x="11279" y="0"/>
                    <a:pt x="25094" y="0"/>
                  </a:cubicBezTo>
                  <a:cubicBezTo>
                    <a:pt x="38908" y="0"/>
                    <a:pt x="50187" y="8872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67" name="Freeform: Shape 5966">
              <a:extLst>
                <a:ext uri="{FF2B5EF4-FFF2-40B4-BE49-F238E27FC236}">
                  <a16:creationId xmlns:a16="http://schemas.microsoft.com/office/drawing/2014/main" id="{DC1285CD-E822-DD72-9034-B3D6413FCAAA}"/>
                </a:ext>
              </a:extLst>
            </p:cNvPr>
            <p:cNvSpPr/>
            <p:nvPr/>
          </p:nvSpPr>
          <p:spPr>
            <a:xfrm>
              <a:off x="638496" y="6000977"/>
              <a:ext cx="50187" cy="39794"/>
            </a:xfrm>
            <a:custGeom>
              <a:avLst/>
              <a:gdLst>
                <a:gd name="connsiteX0" fmla="*/ 50187 w 50187"/>
                <a:gd name="connsiteY0" fmla="*/ 19898 h 39794"/>
                <a:gd name="connsiteX1" fmla="*/ 25094 w 50187"/>
                <a:gd name="connsiteY1" fmla="*/ 39795 h 39794"/>
                <a:gd name="connsiteX2" fmla="*/ 0 w 50187"/>
                <a:gd name="connsiteY2" fmla="*/ 19898 h 39794"/>
                <a:gd name="connsiteX3" fmla="*/ 25094 w 50187"/>
                <a:gd name="connsiteY3" fmla="*/ 0 h 39794"/>
                <a:gd name="connsiteX4" fmla="*/ 50187 w 50187"/>
                <a:gd name="connsiteY4" fmla="*/ 19898 h 39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4">
                  <a:moveTo>
                    <a:pt x="50187" y="19898"/>
                  </a:moveTo>
                  <a:cubicBezTo>
                    <a:pt x="50187" y="30797"/>
                    <a:pt x="38908" y="39795"/>
                    <a:pt x="25094" y="39795"/>
                  </a:cubicBezTo>
                  <a:cubicBezTo>
                    <a:pt x="11279" y="39795"/>
                    <a:pt x="0" y="30924"/>
                    <a:pt x="0" y="19898"/>
                  </a:cubicBezTo>
                  <a:cubicBezTo>
                    <a:pt x="0" y="8872"/>
                    <a:pt x="11279" y="0"/>
                    <a:pt x="25094" y="0"/>
                  </a:cubicBezTo>
                  <a:cubicBezTo>
                    <a:pt x="38908" y="0"/>
                    <a:pt x="50187" y="8872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68" name="Freeform: Shape 5967">
              <a:extLst>
                <a:ext uri="{FF2B5EF4-FFF2-40B4-BE49-F238E27FC236}">
                  <a16:creationId xmlns:a16="http://schemas.microsoft.com/office/drawing/2014/main" id="{70CDA964-BD84-AEFC-66F9-A093E19ADCEE}"/>
                </a:ext>
              </a:extLst>
            </p:cNvPr>
            <p:cNvSpPr/>
            <p:nvPr/>
          </p:nvSpPr>
          <p:spPr>
            <a:xfrm>
              <a:off x="572974" y="5910868"/>
              <a:ext cx="50187" cy="39795"/>
            </a:xfrm>
            <a:custGeom>
              <a:avLst/>
              <a:gdLst>
                <a:gd name="connsiteX0" fmla="*/ 50187 w 50187"/>
                <a:gd name="connsiteY0" fmla="*/ 19898 h 39795"/>
                <a:gd name="connsiteX1" fmla="*/ 25094 w 50187"/>
                <a:gd name="connsiteY1" fmla="*/ 39795 h 39795"/>
                <a:gd name="connsiteX2" fmla="*/ 0 w 50187"/>
                <a:gd name="connsiteY2" fmla="*/ 19898 h 39795"/>
                <a:gd name="connsiteX3" fmla="*/ 25094 w 50187"/>
                <a:gd name="connsiteY3" fmla="*/ 0 h 39795"/>
                <a:gd name="connsiteX4" fmla="*/ 50187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7" y="19898"/>
                  </a:moveTo>
                  <a:cubicBezTo>
                    <a:pt x="50187" y="30924"/>
                    <a:pt x="39035" y="39795"/>
                    <a:pt x="25094" y="39795"/>
                  </a:cubicBezTo>
                  <a:cubicBezTo>
                    <a:pt x="11153" y="39795"/>
                    <a:pt x="0" y="30924"/>
                    <a:pt x="0" y="19898"/>
                  </a:cubicBezTo>
                  <a:cubicBezTo>
                    <a:pt x="0" y="8872"/>
                    <a:pt x="11279" y="0"/>
                    <a:pt x="25094" y="0"/>
                  </a:cubicBezTo>
                  <a:cubicBezTo>
                    <a:pt x="38908" y="0"/>
                    <a:pt x="50187" y="8872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69" name="Freeform: Shape 5968">
              <a:extLst>
                <a:ext uri="{FF2B5EF4-FFF2-40B4-BE49-F238E27FC236}">
                  <a16:creationId xmlns:a16="http://schemas.microsoft.com/office/drawing/2014/main" id="{030E58D6-FE84-2CB3-E486-A443B49B0EE0}"/>
                </a:ext>
              </a:extLst>
            </p:cNvPr>
            <p:cNvSpPr/>
            <p:nvPr/>
          </p:nvSpPr>
          <p:spPr>
            <a:xfrm>
              <a:off x="509733" y="5819745"/>
              <a:ext cx="50187" cy="39794"/>
            </a:xfrm>
            <a:custGeom>
              <a:avLst/>
              <a:gdLst>
                <a:gd name="connsiteX0" fmla="*/ 50187 w 50187"/>
                <a:gd name="connsiteY0" fmla="*/ 19897 h 39794"/>
                <a:gd name="connsiteX1" fmla="*/ 25094 w 50187"/>
                <a:gd name="connsiteY1" fmla="*/ 39795 h 39794"/>
                <a:gd name="connsiteX2" fmla="*/ 0 w 50187"/>
                <a:gd name="connsiteY2" fmla="*/ 19897 h 39794"/>
                <a:gd name="connsiteX3" fmla="*/ 25094 w 50187"/>
                <a:gd name="connsiteY3" fmla="*/ 0 h 39794"/>
                <a:gd name="connsiteX4" fmla="*/ 50187 w 50187"/>
                <a:gd name="connsiteY4" fmla="*/ 19897 h 39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4">
                  <a:moveTo>
                    <a:pt x="50187" y="19897"/>
                  </a:moveTo>
                  <a:cubicBezTo>
                    <a:pt x="50187" y="30923"/>
                    <a:pt x="38908" y="39795"/>
                    <a:pt x="25094" y="39795"/>
                  </a:cubicBezTo>
                  <a:cubicBezTo>
                    <a:pt x="11279" y="39795"/>
                    <a:pt x="0" y="30923"/>
                    <a:pt x="0" y="19897"/>
                  </a:cubicBezTo>
                  <a:cubicBezTo>
                    <a:pt x="0" y="8871"/>
                    <a:pt x="11279" y="0"/>
                    <a:pt x="25094" y="0"/>
                  </a:cubicBezTo>
                  <a:cubicBezTo>
                    <a:pt x="38908" y="0"/>
                    <a:pt x="50187" y="8871"/>
                    <a:pt x="50187" y="198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70" name="Freeform: Shape 5969">
              <a:extLst>
                <a:ext uri="{FF2B5EF4-FFF2-40B4-BE49-F238E27FC236}">
                  <a16:creationId xmlns:a16="http://schemas.microsoft.com/office/drawing/2014/main" id="{CF550F69-5FEB-E888-CA4D-98D74E1282F5}"/>
                </a:ext>
              </a:extLst>
            </p:cNvPr>
            <p:cNvSpPr/>
            <p:nvPr/>
          </p:nvSpPr>
          <p:spPr>
            <a:xfrm>
              <a:off x="449280" y="5727988"/>
              <a:ext cx="49680" cy="39288"/>
            </a:xfrm>
            <a:custGeom>
              <a:avLst/>
              <a:gdLst>
                <a:gd name="connsiteX0" fmla="*/ 49680 w 49680"/>
                <a:gd name="connsiteY0" fmla="*/ 19644 h 39288"/>
                <a:gd name="connsiteX1" fmla="*/ 24840 w 49680"/>
                <a:gd name="connsiteY1" fmla="*/ 39288 h 39288"/>
                <a:gd name="connsiteX2" fmla="*/ 0 w 49680"/>
                <a:gd name="connsiteY2" fmla="*/ 19644 h 39288"/>
                <a:gd name="connsiteX3" fmla="*/ 24840 w 49680"/>
                <a:gd name="connsiteY3" fmla="*/ 0 h 39288"/>
                <a:gd name="connsiteX4" fmla="*/ 49680 w 49680"/>
                <a:gd name="connsiteY4" fmla="*/ 19644 h 39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680" h="39288">
                  <a:moveTo>
                    <a:pt x="49680" y="19644"/>
                  </a:moveTo>
                  <a:cubicBezTo>
                    <a:pt x="49680" y="30543"/>
                    <a:pt x="38528" y="39288"/>
                    <a:pt x="24840" y="39288"/>
                  </a:cubicBezTo>
                  <a:cubicBezTo>
                    <a:pt x="11153" y="39288"/>
                    <a:pt x="0" y="30417"/>
                    <a:pt x="0" y="19644"/>
                  </a:cubicBezTo>
                  <a:cubicBezTo>
                    <a:pt x="0" y="8872"/>
                    <a:pt x="11153" y="0"/>
                    <a:pt x="24840" y="0"/>
                  </a:cubicBezTo>
                  <a:cubicBezTo>
                    <a:pt x="38528" y="0"/>
                    <a:pt x="49680" y="8745"/>
                    <a:pt x="49680" y="1964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71" name="Freeform: Shape 5970">
              <a:extLst>
                <a:ext uri="{FF2B5EF4-FFF2-40B4-BE49-F238E27FC236}">
                  <a16:creationId xmlns:a16="http://schemas.microsoft.com/office/drawing/2014/main" id="{F2E2F0DB-DE26-11D7-BF4B-90EF812C462F}"/>
                </a:ext>
              </a:extLst>
            </p:cNvPr>
            <p:cNvSpPr/>
            <p:nvPr/>
          </p:nvSpPr>
          <p:spPr>
            <a:xfrm>
              <a:off x="390727" y="5634837"/>
              <a:ext cx="49680" cy="39288"/>
            </a:xfrm>
            <a:custGeom>
              <a:avLst/>
              <a:gdLst>
                <a:gd name="connsiteX0" fmla="*/ 49681 w 49680"/>
                <a:gd name="connsiteY0" fmla="*/ 19644 h 39288"/>
                <a:gd name="connsiteX1" fmla="*/ 24840 w 49680"/>
                <a:gd name="connsiteY1" fmla="*/ 39288 h 39288"/>
                <a:gd name="connsiteX2" fmla="*/ 0 w 49680"/>
                <a:gd name="connsiteY2" fmla="*/ 19644 h 39288"/>
                <a:gd name="connsiteX3" fmla="*/ 24840 w 49680"/>
                <a:gd name="connsiteY3" fmla="*/ 0 h 39288"/>
                <a:gd name="connsiteX4" fmla="*/ 49681 w 49680"/>
                <a:gd name="connsiteY4" fmla="*/ 19644 h 39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680" h="39288">
                  <a:moveTo>
                    <a:pt x="49681" y="19644"/>
                  </a:moveTo>
                  <a:cubicBezTo>
                    <a:pt x="49681" y="30543"/>
                    <a:pt x="38528" y="39288"/>
                    <a:pt x="24840" y="39288"/>
                  </a:cubicBezTo>
                  <a:cubicBezTo>
                    <a:pt x="11153" y="39288"/>
                    <a:pt x="0" y="30417"/>
                    <a:pt x="0" y="19644"/>
                  </a:cubicBezTo>
                  <a:cubicBezTo>
                    <a:pt x="0" y="8872"/>
                    <a:pt x="11153" y="0"/>
                    <a:pt x="24840" y="0"/>
                  </a:cubicBezTo>
                  <a:cubicBezTo>
                    <a:pt x="38528" y="0"/>
                    <a:pt x="49681" y="8872"/>
                    <a:pt x="49681" y="1964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72" name="Freeform: Shape 5971">
              <a:extLst>
                <a:ext uri="{FF2B5EF4-FFF2-40B4-BE49-F238E27FC236}">
                  <a16:creationId xmlns:a16="http://schemas.microsoft.com/office/drawing/2014/main" id="{581D3542-97E5-1F11-D95D-4BEB43D0B6F2}"/>
                </a:ext>
              </a:extLst>
            </p:cNvPr>
            <p:cNvSpPr/>
            <p:nvPr/>
          </p:nvSpPr>
          <p:spPr>
            <a:xfrm>
              <a:off x="335090" y="5541053"/>
              <a:ext cx="48920" cy="38781"/>
            </a:xfrm>
            <a:custGeom>
              <a:avLst/>
              <a:gdLst>
                <a:gd name="connsiteX0" fmla="*/ 48920 w 48920"/>
                <a:gd name="connsiteY0" fmla="*/ 19391 h 38781"/>
                <a:gd name="connsiteX1" fmla="*/ 24460 w 48920"/>
                <a:gd name="connsiteY1" fmla="*/ 38781 h 38781"/>
                <a:gd name="connsiteX2" fmla="*/ 0 w 48920"/>
                <a:gd name="connsiteY2" fmla="*/ 19391 h 38781"/>
                <a:gd name="connsiteX3" fmla="*/ 24460 w 48920"/>
                <a:gd name="connsiteY3" fmla="*/ 0 h 38781"/>
                <a:gd name="connsiteX4" fmla="*/ 48920 w 48920"/>
                <a:gd name="connsiteY4" fmla="*/ 19391 h 38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920" h="38781">
                  <a:moveTo>
                    <a:pt x="48920" y="19391"/>
                  </a:moveTo>
                  <a:cubicBezTo>
                    <a:pt x="48920" y="30163"/>
                    <a:pt x="38021" y="38781"/>
                    <a:pt x="24460" y="38781"/>
                  </a:cubicBezTo>
                  <a:cubicBezTo>
                    <a:pt x="10899" y="38781"/>
                    <a:pt x="0" y="30163"/>
                    <a:pt x="0" y="19391"/>
                  </a:cubicBezTo>
                  <a:cubicBezTo>
                    <a:pt x="0" y="8618"/>
                    <a:pt x="10899" y="0"/>
                    <a:pt x="24460" y="0"/>
                  </a:cubicBezTo>
                  <a:cubicBezTo>
                    <a:pt x="38021" y="0"/>
                    <a:pt x="48920" y="8745"/>
                    <a:pt x="48920" y="193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73" name="Freeform: Shape 5972">
              <a:extLst>
                <a:ext uri="{FF2B5EF4-FFF2-40B4-BE49-F238E27FC236}">
                  <a16:creationId xmlns:a16="http://schemas.microsoft.com/office/drawing/2014/main" id="{794A7F84-7162-0C69-446E-7F22D3C8A4C5}"/>
                </a:ext>
              </a:extLst>
            </p:cNvPr>
            <p:cNvSpPr/>
            <p:nvPr/>
          </p:nvSpPr>
          <p:spPr>
            <a:xfrm>
              <a:off x="281481" y="5446127"/>
              <a:ext cx="48920" cy="38781"/>
            </a:xfrm>
            <a:custGeom>
              <a:avLst/>
              <a:gdLst>
                <a:gd name="connsiteX0" fmla="*/ 48920 w 48920"/>
                <a:gd name="connsiteY0" fmla="*/ 19391 h 38781"/>
                <a:gd name="connsiteX1" fmla="*/ 24460 w 48920"/>
                <a:gd name="connsiteY1" fmla="*/ 38781 h 38781"/>
                <a:gd name="connsiteX2" fmla="*/ 0 w 48920"/>
                <a:gd name="connsiteY2" fmla="*/ 19391 h 38781"/>
                <a:gd name="connsiteX3" fmla="*/ 24460 w 48920"/>
                <a:gd name="connsiteY3" fmla="*/ 0 h 38781"/>
                <a:gd name="connsiteX4" fmla="*/ 48920 w 48920"/>
                <a:gd name="connsiteY4" fmla="*/ 19391 h 38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920" h="38781">
                  <a:moveTo>
                    <a:pt x="48920" y="19391"/>
                  </a:moveTo>
                  <a:cubicBezTo>
                    <a:pt x="48920" y="30036"/>
                    <a:pt x="38021" y="38781"/>
                    <a:pt x="24460" y="38781"/>
                  </a:cubicBezTo>
                  <a:cubicBezTo>
                    <a:pt x="10899" y="38781"/>
                    <a:pt x="0" y="30163"/>
                    <a:pt x="0" y="19391"/>
                  </a:cubicBezTo>
                  <a:cubicBezTo>
                    <a:pt x="0" y="8618"/>
                    <a:pt x="10899" y="0"/>
                    <a:pt x="24460" y="0"/>
                  </a:cubicBezTo>
                  <a:cubicBezTo>
                    <a:pt x="38021" y="0"/>
                    <a:pt x="48920" y="8618"/>
                    <a:pt x="48920" y="193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74" name="Freeform: Shape 5973">
              <a:extLst>
                <a:ext uri="{FF2B5EF4-FFF2-40B4-BE49-F238E27FC236}">
                  <a16:creationId xmlns:a16="http://schemas.microsoft.com/office/drawing/2014/main" id="{E9E3DBE9-E3F3-E799-E5B3-B7763C445EF6}"/>
                </a:ext>
              </a:extLst>
            </p:cNvPr>
            <p:cNvSpPr/>
            <p:nvPr/>
          </p:nvSpPr>
          <p:spPr>
            <a:xfrm>
              <a:off x="230787" y="5350695"/>
              <a:ext cx="48159" cy="38274"/>
            </a:xfrm>
            <a:custGeom>
              <a:avLst/>
              <a:gdLst>
                <a:gd name="connsiteX0" fmla="*/ 48160 w 48159"/>
                <a:gd name="connsiteY0" fmla="*/ 19137 h 38274"/>
                <a:gd name="connsiteX1" fmla="*/ 24080 w 48159"/>
                <a:gd name="connsiteY1" fmla="*/ 38274 h 38274"/>
                <a:gd name="connsiteX2" fmla="*/ 0 w 48159"/>
                <a:gd name="connsiteY2" fmla="*/ 19137 h 38274"/>
                <a:gd name="connsiteX3" fmla="*/ 24080 w 48159"/>
                <a:gd name="connsiteY3" fmla="*/ 0 h 38274"/>
                <a:gd name="connsiteX4" fmla="*/ 48160 w 48159"/>
                <a:gd name="connsiteY4" fmla="*/ 19137 h 382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159" h="38274">
                  <a:moveTo>
                    <a:pt x="48160" y="19137"/>
                  </a:moveTo>
                  <a:cubicBezTo>
                    <a:pt x="48160" y="29656"/>
                    <a:pt x="37387" y="38274"/>
                    <a:pt x="24080" y="38274"/>
                  </a:cubicBezTo>
                  <a:cubicBezTo>
                    <a:pt x="10773" y="38274"/>
                    <a:pt x="0" y="29656"/>
                    <a:pt x="0" y="19137"/>
                  </a:cubicBezTo>
                  <a:cubicBezTo>
                    <a:pt x="0" y="8618"/>
                    <a:pt x="10773" y="0"/>
                    <a:pt x="24080" y="0"/>
                  </a:cubicBezTo>
                  <a:cubicBezTo>
                    <a:pt x="37387" y="0"/>
                    <a:pt x="48160" y="8618"/>
                    <a:pt x="48160" y="191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75" name="Freeform: Shape 5974">
              <a:extLst>
                <a:ext uri="{FF2B5EF4-FFF2-40B4-BE49-F238E27FC236}">
                  <a16:creationId xmlns:a16="http://schemas.microsoft.com/office/drawing/2014/main" id="{CB13C9CF-F9C2-208E-BCD3-C1543D08CC38}"/>
                </a:ext>
              </a:extLst>
            </p:cNvPr>
            <p:cNvSpPr/>
            <p:nvPr/>
          </p:nvSpPr>
          <p:spPr>
            <a:xfrm>
              <a:off x="182247" y="5254123"/>
              <a:ext cx="48159" cy="38274"/>
            </a:xfrm>
            <a:custGeom>
              <a:avLst/>
              <a:gdLst>
                <a:gd name="connsiteX0" fmla="*/ 48160 w 48159"/>
                <a:gd name="connsiteY0" fmla="*/ 19137 h 38274"/>
                <a:gd name="connsiteX1" fmla="*/ 24080 w 48159"/>
                <a:gd name="connsiteY1" fmla="*/ 38274 h 38274"/>
                <a:gd name="connsiteX2" fmla="*/ 0 w 48159"/>
                <a:gd name="connsiteY2" fmla="*/ 19137 h 38274"/>
                <a:gd name="connsiteX3" fmla="*/ 24080 w 48159"/>
                <a:gd name="connsiteY3" fmla="*/ 0 h 38274"/>
                <a:gd name="connsiteX4" fmla="*/ 48160 w 48159"/>
                <a:gd name="connsiteY4" fmla="*/ 19137 h 382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159" h="38274">
                  <a:moveTo>
                    <a:pt x="48160" y="19137"/>
                  </a:moveTo>
                  <a:cubicBezTo>
                    <a:pt x="48160" y="29656"/>
                    <a:pt x="37387" y="38274"/>
                    <a:pt x="24080" y="38274"/>
                  </a:cubicBezTo>
                  <a:cubicBezTo>
                    <a:pt x="10773" y="38274"/>
                    <a:pt x="0" y="29656"/>
                    <a:pt x="0" y="19137"/>
                  </a:cubicBezTo>
                  <a:cubicBezTo>
                    <a:pt x="0" y="8618"/>
                    <a:pt x="10773" y="0"/>
                    <a:pt x="24080" y="0"/>
                  </a:cubicBezTo>
                  <a:cubicBezTo>
                    <a:pt x="37387" y="0"/>
                    <a:pt x="48160" y="8618"/>
                    <a:pt x="48160" y="191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76" name="Freeform: Shape 5975">
              <a:extLst>
                <a:ext uri="{FF2B5EF4-FFF2-40B4-BE49-F238E27FC236}">
                  <a16:creationId xmlns:a16="http://schemas.microsoft.com/office/drawing/2014/main" id="{212235D5-5F91-B7EC-F111-8E7E8B3BDA5A}"/>
                </a:ext>
              </a:extLst>
            </p:cNvPr>
            <p:cNvSpPr/>
            <p:nvPr/>
          </p:nvSpPr>
          <p:spPr>
            <a:xfrm>
              <a:off x="136495" y="5157043"/>
              <a:ext cx="47399" cy="37513"/>
            </a:xfrm>
            <a:custGeom>
              <a:avLst/>
              <a:gdLst>
                <a:gd name="connsiteX0" fmla="*/ 47399 w 47399"/>
                <a:gd name="connsiteY0" fmla="*/ 18757 h 37513"/>
                <a:gd name="connsiteX1" fmla="*/ 23700 w 47399"/>
                <a:gd name="connsiteY1" fmla="*/ 37514 h 37513"/>
                <a:gd name="connsiteX2" fmla="*/ 0 w 47399"/>
                <a:gd name="connsiteY2" fmla="*/ 18757 h 37513"/>
                <a:gd name="connsiteX3" fmla="*/ 23700 w 47399"/>
                <a:gd name="connsiteY3" fmla="*/ 0 h 37513"/>
                <a:gd name="connsiteX4" fmla="*/ 47399 w 47399"/>
                <a:gd name="connsiteY4" fmla="*/ 18757 h 37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399" h="37513">
                  <a:moveTo>
                    <a:pt x="47399" y="18757"/>
                  </a:moveTo>
                  <a:cubicBezTo>
                    <a:pt x="47399" y="29149"/>
                    <a:pt x="36753" y="37514"/>
                    <a:pt x="23700" y="37514"/>
                  </a:cubicBezTo>
                  <a:cubicBezTo>
                    <a:pt x="10646" y="37514"/>
                    <a:pt x="0" y="29149"/>
                    <a:pt x="0" y="18757"/>
                  </a:cubicBezTo>
                  <a:cubicBezTo>
                    <a:pt x="0" y="8365"/>
                    <a:pt x="10646" y="0"/>
                    <a:pt x="23700" y="0"/>
                  </a:cubicBezTo>
                  <a:cubicBezTo>
                    <a:pt x="36753" y="0"/>
                    <a:pt x="47399" y="8365"/>
                    <a:pt x="47399" y="1875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77" name="Freeform: Shape 5976">
              <a:extLst>
                <a:ext uri="{FF2B5EF4-FFF2-40B4-BE49-F238E27FC236}">
                  <a16:creationId xmlns:a16="http://schemas.microsoft.com/office/drawing/2014/main" id="{72F2A438-2714-C08E-84F8-3F531719E827}"/>
                </a:ext>
              </a:extLst>
            </p:cNvPr>
            <p:cNvSpPr/>
            <p:nvPr/>
          </p:nvSpPr>
          <p:spPr>
            <a:xfrm>
              <a:off x="93405" y="5059329"/>
              <a:ext cx="46638" cy="37006"/>
            </a:xfrm>
            <a:custGeom>
              <a:avLst/>
              <a:gdLst>
                <a:gd name="connsiteX0" fmla="*/ 46639 w 46638"/>
                <a:gd name="connsiteY0" fmla="*/ 18503 h 37006"/>
                <a:gd name="connsiteX1" fmla="*/ 23319 w 46638"/>
                <a:gd name="connsiteY1" fmla="*/ 37007 h 37006"/>
                <a:gd name="connsiteX2" fmla="*/ 0 w 46638"/>
                <a:gd name="connsiteY2" fmla="*/ 18503 h 37006"/>
                <a:gd name="connsiteX3" fmla="*/ 23319 w 46638"/>
                <a:gd name="connsiteY3" fmla="*/ 0 h 37006"/>
                <a:gd name="connsiteX4" fmla="*/ 46639 w 46638"/>
                <a:gd name="connsiteY4" fmla="*/ 18503 h 37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37006">
                  <a:moveTo>
                    <a:pt x="46639" y="18503"/>
                  </a:moveTo>
                  <a:cubicBezTo>
                    <a:pt x="46639" y="28769"/>
                    <a:pt x="36120" y="37007"/>
                    <a:pt x="23319" y="37007"/>
                  </a:cubicBezTo>
                  <a:cubicBezTo>
                    <a:pt x="10519" y="37007"/>
                    <a:pt x="0" y="28642"/>
                    <a:pt x="0" y="18503"/>
                  </a:cubicBezTo>
                  <a:cubicBezTo>
                    <a:pt x="0" y="8364"/>
                    <a:pt x="10519" y="0"/>
                    <a:pt x="23319" y="0"/>
                  </a:cubicBezTo>
                  <a:cubicBezTo>
                    <a:pt x="36120" y="0"/>
                    <a:pt x="46639" y="8364"/>
                    <a:pt x="46639" y="1850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78" name="Freeform: Shape 5977">
              <a:extLst>
                <a:ext uri="{FF2B5EF4-FFF2-40B4-BE49-F238E27FC236}">
                  <a16:creationId xmlns:a16="http://schemas.microsoft.com/office/drawing/2014/main" id="{1EAF825D-9791-9D34-E834-0E3031BDF688}"/>
                </a:ext>
              </a:extLst>
            </p:cNvPr>
            <p:cNvSpPr/>
            <p:nvPr/>
          </p:nvSpPr>
          <p:spPr>
            <a:xfrm>
              <a:off x="52342" y="4960475"/>
              <a:ext cx="46638" cy="37007"/>
            </a:xfrm>
            <a:custGeom>
              <a:avLst/>
              <a:gdLst>
                <a:gd name="connsiteX0" fmla="*/ 46639 w 46638"/>
                <a:gd name="connsiteY0" fmla="*/ 18503 h 37007"/>
                <a:gd name="connsiteX1" fmla="*/ 23319 w 46638"/>
                <a:gd name="connsiteY1" fmla="*/ 37007 h 37007"/>
                <a:gd name="connsiteX2" fmla="*/ 0 w 46638"/>
                <a:gd name="connsiteY2" fmla="*/ 18503 h 37007"/>
                <a:gd name="connsiteX3" fmla="*/ 23319 w 46638"/>
                <a:gd name="connsiteY3" fmla="*/ 0 h 37007"/>
                <a:gd name="connsiteX4" fmla="*/ 46639 w 46638"/>
                <a:gd name="connsiteY4" fmla="*/ 18503 h 37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37007">
                  <a:moveTo>
                    <a:pt x="46639" y="18503"/>
                  </a:moveTo>
                  <a:cubicBezTo>
                    <a:pt x="46639" y="28769"/>
                    <a:pt x="36120" y="37007"/>
                    <a:pt x="23319" y="37007"/>
                  </a:cubicBezTo>
                  <a:cubicBezTo>
                    <a:pt x="10519" y="37007"/>
                    <a:pt x="0" y="28642"/>
                    <a:pt x="0" y="18503"/>
                  </a:cubicBezTo>
                  <a:cubicBezTo>
                    <a:pt x="0" y="8365"/>
                    <a:pt x="10519" y="0"/>
                    <a:pt x="23319" y="0"/>
                  </a:cubicBezTo>
                  <a:cubicBezTo>
                    <a:pt x="36120" y="0"/>
                    <a:pt x="46639" y="8365"/>
                    <a:pt x="46639" y="1850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79" name="Freeform: Shape 5978">
              <a:extLst>
                <a:ext uri="{FF2B5EF4-FFF2-40B4-BE49-F238E27FC236}">
                  <a16:creationId xmlns:a16="http://schemas.microsoft.com/office/drawing/2014/main" id="{2909D6D7-D573-031F-740B-C5A1C0F7BFA6}"/>
                </a:ext>
              </a:extLst>
            </p:cNvPr>
            <p:cNvSpPr/>
            <p:nvPr/>
          </p:nvSpPr>
          <p:spPr>
            <a:xfrm>
              <a:off x="41063" y="4862002"/>
              <a:ext cx="19010" cy="35232"/>
            </a:xfrm>
            <a:custGeom>
              <a:avLst/>
              <a:gdLst>
                <a:gd name="connsiteX0" fmla="*/ 19010 w 19010"/>
                <a:gd name="connsiteY0" fmla="*/ 17616 h 35232"/>
                <a:gd name="connsiteX1" fmla="*/ 0 w 19010"/>
                <a:gd name="connsiteY1" fmla="*/ 0 h 35232"/>
                <a:gd name="connsiteX2" fmla="*/ 0 w 19010"/>
                <a:gd name="connsiteY2" fmla="*/ 35233 h 35232"/>
                <a:gd name="connsiteX3" fmla="*/ 19010 w 19010"/>
                <a:gd name="connsiteY3" fmla="*/ 17616 h 35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10" h="35232">
                  <a:moveTo>
                    <a:pt x="19010" y="17616"/>
                  </a:moveTo>
                  <a:cubicBezTo>
                    <a:pt x="19010" y="8618"/>
                    <a:pt x="10773" y="1521"/>
                    <a:pt x="0" y="0"/>
                  </a:cubicBezTo>
                  <a:lnTo>
                    <a:pt x="0" y="35233"/>
                  </a:lnTo>
                  <a:cubicBezTo>
                    <a:pt x="10773" y="33712"/>
                    <a:pt x="19010" y="26615"/>
                    <a:pt x="19010" y="1761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80" name="Freeform: Shape 5979">
              <a:extLst>
                <a:ext uri="{FF2B5EF4-FFF2-40B4-BE49-F238E27FC236}">
                  <a16:creationId xmlns:a16="http://schemas.microsoft.com/office/drawing/2014/main" id="{3CE435A0-C546-D76E-7B77-F3B14CFC9A34}"/>
                </a:ext>
              </a:extLst>
            </p:cNvPr>
            <p:cNvSpPr/>
            <p:nvPr/>
          </p:nvSpPr>
          <p:spPr>
            <a:xfrm>
              <a:off x="41063" y="1999036"/>
              <a:ext cx="8491" cy="17109"/>
            </a:xfrm>
            <a:custGeom>
              <a:avLst/>
              <a:gdLst>
                <a:gd name="connsiteX0" fmla="*/ 8491 w 8491"/>
                <a:gd name="connsiteY0" fmla="*/ 8618 h 17109"/>
                <a:gd name="connsiteX1" fmla="*/ 0 w 8491"/>
                <a:gd name="connsiteY1" fmla="*/ 0 h 17109"/>
                <a:gd name="connsiteX2" fmla="*/ 0 w 8491"/>
                <a:gd name="connsiteY2" fmla="*/ 17109 h 17109"/>
                <a:gd name="connsiteX3" fmla="*/ 8491 w 8491"/>
                <a:gd name="connsiteY3" fmla="*/ 8618 h 17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91" h="17109">
                  <a:moveTo>
                    <a:pt x="8491" y="8618"/>
                  </a:moveTo>
                  <a:cubicBezTo>
                    <a:pt x="8491" y="4436"/>
                    <a:pt x="4689" y="1394"/>
                    <a:pt x="0" y="0"/>
                  </a:cubicBezTo>
                  <a:lnTo>
                    <a:pt x="0" y="17109"/>
                  </a:lnTo>
                  <a:cubicBezTo>
                    <a:pt x="4689" y="15715"/>
                    <a:pt x="8491" y="12800"/>
                    <a:pt x="8491" y="86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81" name="Freeform: Shape 5980">
              <a:extLst>
                <a:ext uri="{FF2B5EF4-FFF2-40B4-BE49-F238E27FC236}">
                  <a16:creationId xmlns:a16="http://schemas.microsoft.com/office/drawing/2014/main" id="{8E8C236E-4ABA-EA74-1193-BB47671E16BE}"/>
                </a:ext>
              </a:extLst>
            </p:cNvPr>
            <p:cNvSpPr/>
            <p:nvPr/>
          </p:nvSpPr>
          <p:spPr>
            <a:xfrm>
              <a:off x="63622" y="1898661"/>
              <a:ext cx="23953" cy="19010"/>
            </a:xfrm>
            <a:custGeom>
              <a:avLst/>
              <a:gdLst>
                <a:gd name="connsiteX0" fmla="*/ 23953 w 23953"/>
                <a:gd name="connsiteY0" fmla="*/ 9505 h 19010"/>
                <a:gd name="connsiteX1" fmla="*/ 12040 w 23953"/>
                <a:gd name="connsiteY1" fmla="*/ 19010 h 19010"/>
                <a:gd name="connsiteX2" fmla="*/ 0 w 23953"/>
                <a:gd name="connsiteY2" fmla="*/ 9505 h 19010"/>
                <a:gd name="connsiteX3" fmla="*/ 12040 w 23953"/>
                <a:gd name="connsiteY3" fmla="*/ 0 h 19010"/>
                <a:gd name="connsiteX4" fmla="*/ 23953 w 23953"/>
                <a:gd name="connsiteY4" fmla="*/ 9505 h 19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53" h="19010">
                  <a:moveTo>
                    <a:pt x="23953" y="9505"/>
                  </a:moveTo>
                  <a:cubicBezTo>
                    <a:pt x="23953" y="14701"/>
                    <a:pt x="18630" y="19010"/>
                    <a:pt x="12040" y="19010"/>
                  </a:cubicBezTo>
                  <a:cubicBezTo>
                    <a:pt x="5450" y="19010"/>
                    <a:pt x="0" y="14701"/>
                    <a:pt x="0" y="9505"/>
                  </a:cubicBezTo>
                  <a:cubicBezTo>
                    <a:pt x="0" y="4309"/>
                    <a:pt x="5323" y="0"/>
                    <a:pt x="12040" y="0"/>
                  </a:cubicBezTo>
                  <a:cubicBezTo>
                    <a:pt x="18757" y="0"/>
                    <a:pt x="23953" y="4309"/>
                    <a:pt x="23953" y="950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82" name="Freeform: Shape 5981">
              <a:extLst>
                <a:ext uri="{FF2B5EF4-FFF2-40B4-BE49-F238E27FC236}">
                  <a16:creationId xmlns:a16="http://schemas.microsoft.com/office/drawing/2014/main" id="{35725520-A6FC-2FC7-9E62-91C6FBDB08EF}"/>
                </a:ext>
              </a:extLst>
            </p:cNvPr>
            <p:cNvSpPr/>
            <p:nvPr/>
          </p:nvSpPr>
          <p:spPr>
            <a:xfrm>
              <a:off x="105318" y="1800441"/>
              <a:ext cx="22558" cy="17869"/>
            </a:xfrm>
            <a:custGeom>
              <a:avLst/>
              <a:gdLst>
                <a:gd name="connsiteX0" fmla="*/ 22559 w 22558"/>
                <a:gd name="connsiteY0" fmla="*/ 8998 h 17869"/>
                <a:gd name="connsiteX1" fmla="*/ 11279 w 22558"/>
                <a:gd name="connsiteY1" fmla="*/ 17870 h 17869"/>
                <a:gd name="connsiteX2" fmla="*/ 0 w 22558"/>
                <a:gd name="connsiteY2" fmla="*/ 8998 h 17869"/>
                <a:gd name="connsiteX3" fmla="*/ 11279 w 22558"/>
                <a:gd name="connsiteY3" fmla="*/ 0 h 17869"/>
                <a:gd name="connsiteX4" fmla="*/ 22559 w 22558"/>
                <a:gd name="connsiteY4" fmla="*/ 8998 h 1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8" h="17869">
                  <a:moveTo>
                    <a:pt x="22559" y="8998"/>
                  </a:moveTo>
                  <a:cubicBezTo>
                    <a:pt x="22559" y="13941"/>
                    <a:pt x="17490" y="17870"/>
                    <a:pt x="11279" y="17870"/>
                  </a:cubicBezTo>
                  <a:cubicBezTo>
                    <a:pt x="5069" y="17870"/>
                    <a:pt x="0" y="13814"/>
                    <a:pt x="0" y="8998"/>
                  </a:cubicBezTo>
                  <a:cubicBezTo>
                    <a:pt x="0" y="4182"/>
                    <a:pt x="5069" y="0"/>
                    <a:pt x="11279" y="0"/>
                  </a:cubicBezTo>
                  <a:cubicBezTo>
                    <a:pt x="17490" y="0"/>
                    <a:pt x="22559" y="4056"/>
                    <a:pt x="22559" y="89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83" name="Freeform: Shape 5982">
              <a:extLst>
                <a:ext uri="{FF2B5EF4-FFF2-40B4-BE49-F238E27FC236}">
                  <a16:creationId xmlns:a16="http://schemas.microsoft.com/office/drawing/2014/main" id="{B6BD8DC4-90C9-4F0F-8AA7-02D0D89C8183}"/>
                </a:ext>
              </a:extLst>
            </p:cNvPr>
            <p:cNvSpPr/>
            <p:nvPr/>
          </p:nvSpPr>
          <p:spPr>
            <a:xfrm>
              <a:off x="149295" y="1702728"/>
              <a:ext cx="21798" cy="17236"/>
            </a:xfrm>
            <a:custGeom>
              <a:avLst/>
              <a:gdLst>
                <a:gd name="connsiteX0" fmla="*/ 21799 w 21798"/>
                <a:gd name="connsiteY0" fmla="*/ 8618 h 17236"/>
                <a:gd name="connsiteX1" fmla="*/ 10899 w 21798"/>
                <a:gd name="connsiteY1" fmla="*/ 17236 h 17236"/>
                <a:gd name="connsiteX2" fmla="*/ 0 w 21798"/>
                <a:gd name="connsiteY2" fmla="*/ 8618 h 17236"/>
                <a:gd name="connsiteX3" fmla="*/ 10899 w 21798"/>
                <a:gd name="connsiteY3" fmla="*/ 0 h 17236"/>
                <a:gd name="connsiteX4" fmla="*/ 21799 w 21798"/>
                <a:gd name="connsiteY4" fmla="*/ 8618 h 17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798" h="17236">
                  <a:moveTo>
                    <a:pt x="21799" y="8618"/>
                  </a:moveTo>
                  <a:cubicBezTo>
                    <a:pt x="21799" y="13434"/>
                    <a:pt x="16983" y="17236"/>
                    <a:pt x="10899" y="17236"/>
                  </a:cubicBezTo>
                  <a:cubicBezTo>
                    <a:pt x="4816" y="17236"/>
                    <a:pt x="0" y="13307"/>
                    <a:pt x="0" y="8618"/>
                  </a:cubicBezTo>
                  <a:cubicBezTo>
                    <a:pt x="0" y="3929"/>
                    <a:pt x="4816" y="0"/>
                    <a:pt x="10899" y="0"/>
                  </a:cubicBezTo>
                  <a:cubicBezTo>
                    <a:pt x="16983" y="0"/>
                    <a:pt x="21799" y="3929"/>
                    <a:pt x="21799" y="86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84" name="Freeform: Shape 5983">
              <a:extLst>
                <a:ext uri="{FF2B5EF4-FFF2-40B4-BE49-F238E27FC236}">
                  <a16:creationId xmlns:a16="http://schemas.microsoft.com/office/drawing/2014/main" id="{3F332CD8-7801-F39F-7313-B949224C7610}"/>
                </a:ext>
              </a:extLst>
            </p:cNvPr>
            <p:cNvSpPr/>
            <p:nvPr/>
          </p:nvSpPr>
          <p:spPr>
            <a:xfrm>
              <a:off x="195681" y="1605521"/>
              <a:ext cx="21291" cy="16855"/>
            </a:xfrm>
            <a:custGeom>
              <a:avLst/>
              <a:gdLst>
                <a:gd name="connsiteX0" fmla="*/ 21292 w 21291"/>
                <a:gd name="connsiteY0" fmla="*/ 8491 h 16855"/>
                <a:gd name="connsiteX1" fmla="*/ 10646 w 21291"/>
                <a:gd name="connsiteY1" fmla="*/ 16856 h 16855"/>
                <a:gd name="connsiteX2" fmla="*/ 0 w 21291"/>
                <a:gd name="connsiteY2" fmla="*/ 8491 h 16855"/>
                <a:gd name="connsiteX3" fmla="*/ 10646 w 21291"/>
                <a:gd name="connsiteY3" fmla="*/ 0 h 16855"/>
                <a:gd name="connsiteX4" fmla="*/ 21292 w 21291"/>
                <a:gd name="connsiteY4" fmla="*/ 8491 h 16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291" h="16855">
                  <a:moveTo>
                    <a:pt x="21292" y="8491"/>
                  </a:moveTo>
                  <a:cubicBezTo>
                    <a:pt x="21292" y="13181"/>
                    <a:pt x="16476" y="16856"/>
                    <a:pt x="10646" y="16856"/>
                  </a:cubicBezTo>
                  <a:cubicBezTo>
                    <a:pt x="4816" y="16856"/>
                    <a:pt x="0" y="13054"/>
                    <a:pt x="0" y="8491"/>
                  </a:cubicBezTo>
                  <a:cubicBezTo>
                    <a:pt x="0" y="3929"/>
                    <a:pt x="4689" y="0"/>
                    <a:pt x="10646" y="0"/>
                  </a:cubicBezTo>
                  <a:cubicBezTo>
                    <a:pt x="16602" y="0"/>
                    <a:pt x="21292" y="3802"/>
                    <a:pt x="21292" y="84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85" name="Freeform: Shape 5984">
              <a:extLst>
                <a:ext uri="{FF2B5EF4-FFF2-40B4-BE49-F238E27FC236}">
                  <a16:creationId xmlns:a16="http://schemas.microsoft.com/office/drawing/2014/main" id="{6526DDDF-C695-766A-989B-57819BFA1BBA}"/>
                </a:ext>
              </a:extLst>
            </p:cNvPr>
            <p:cNvSpPr/>
            <p:nvPr/>
          </p:nvSpPr>
          <p:spPr>
            <a:xfrm>
              <a:off x="244981" y="1509582"/>
              <a:ext cx="19770" cy="15588"/>
            </a:xfrm>
            <a:custGeom>
              <a:avLst/>
              <a:gdLst>
                <a:gd name="connsiteX0" fmla="*/ 19771 w 19770"/>
                <a:gd name="connsiteY0" fmla="*/ 7858 h 15588"/>
                <a:gd name="connsiteX1" fmla="*/ 9885 w 19770"/>
                <a:gd name="connsiteY1" fmla="*/ 15588 h 15588"/>
                <a:gd name="connsiteX2" fmla="*/ 0 w 19770"/>
                <a:gd name="connsiteY2" fmla="*/ 7858 h 15588"/>
                <a:gd name="connsiteX3" fmla="*/ 9885 w 19770"/>
                <a:gd name="connsiteY3" fmla="*/ 0 h 15588"/>
                <a:gd name="connsiteX4" fmla="*/ 19771 w 19770"/>
                <a:gd name="connsiteY4" fmla="*/ 7858 h 1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70" h="15588">
                  <a:moveTo>
                    <a:pt x="19771" y="7858"/>
                  </a:moveTo>
                  <a:cubicBezTo>
                    <a:pt x="19771" y="12167"/>
                    <a:pt x="15335" y="15588"/>
                    <a:pt x="9885" y="15588"/>
                  </a:cubicBezTo>
                  <a:cubicBezTo>
                    <a:pt x="4436" y="15588"/>
                    <a:pt x="0" y="12167"/>
                    <a:pt x="0" y="7858"/>
                  </a:cubicBezTo>
                  <a:cubicBezTo>
                    <a:pt x="0" y="3549"/>
                    <a:pt x="4436" y="0"/>
                    <a:pt x="9885" y="0"/>
                  </a:cubicBezTo>
                  <a:cubicBezTo>
                    <a:pt x="15335" y="0"/>
                    <a:pt x="19771" y="3422"/>
                    <a:pt x="19771" y="785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86" name="Freeform: Shape 5985">
              <a:extLst>
                <a:ext uri="{FF2B5EF4-FFF2-40B4-BE49-F238E27FC236}">
                  <a16:creationId xmlns:a16="http://schemas.microsoft.com/office/drawing/2014/main" id="{0BE7F1CC-FA32-EBA2-AC73-2A1BE4A15777}"/>
                </a:ext>
              </a:extLst>
            </p:cNvPr>
            <p:cNvSpPr/>
            <p:nvPr/>
          </p:nvSpPr>
          <p:spPr>
            <a:xfrm>
              <a:off x="296563" y="1414150"/>
              <a:ext cx="18883" cy="14954"/>
            </a:xfrm>
            <a:custGeom>
              <a:avLst/>
              <a:gdLst>
                <a:gd name="connsiteX0" fmla="*/ 18884 w 18883"/>
                <a:gd name="connsiteY0" fmla="*/ 7477 h 14954"/>
                <a:gd name="connsiteX1" fmla="*/ 9505 w 18883"/>
                <a:gd name="connsiteY1" fmla="*/ 14955 h 14954"/>
                <a:gd name="connsiteX2" fmla="*/ 0 w 18883"/>
                <a:gd name="connsiteY2" fmla="*/ 7477 h 14954"/>
                <a:gd name="connsiteX3" fmla="*/ 9505 w 18883"/>
                <a:gd name="connsiteY3" fmla="*/ 0 h 14954"/>
                <a:gd name="connsiteX4" fmla="*/ 18884 w 18883"/>
                <a:gd name="connsiteY4" fmla="*/ 7477 h 14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83" h="14954">
                  <a:moveTo>
                    <a:pt x="18884" y="7477"/>
                  </a:moveTo>
                  <a:cubicBezTo>
                    <a:pt x="18884" y="11660"/>
                    <a:pt x="14701" y="14955"/>
                    <a:pt x="9505" y="14955"/>
                  </a:cubicBezTo>
                  <a:cubicBezTo>
                    <a:pt x="4309" y="14955"/>
                    <a:pt x="0" y="11660"/>
                    <a:pt x="0" y="7477"/>
                  </a:cubicBezTo>
                  <a:cubicBezTo>
                    <a:pt x="0" y="3295"/>
                    <a:pt x="4182" y="0"/>
                    <a:pt x="9505" y="0"/>
                  </a:cubicBezTo>
                  <a:cubicBezTo>
                    <a:pt x="14828" y="0"/>
                    <a:pt x="18884" y="3295"/>
                    <a:pt x="18884" y="747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87" name="Freeform: Shape 5986">
              <a:extLst>
                <a:ext uri="{FF2B5EF4-FFF2-40B4-BE49-F238E27FC236}">
                  <a16:creationId xmlns:a16="http://schemas.microsoft.com/office/drawing/2014/main" id="{47BFB8C5-815D-4B79-387B-A4EFD936E0B7}"/>
                </a:ext>
              </a:extLst>
            </p:cNvPr>
            <p:cNvSpPr/>
            <p:nvPr/>
          </p:nvSpPr>
          <p:spPr>
            <a:xfrm>
              <a:off x="350932" y="1319732"/>
              <a:ext cx="17489" cy="13940"/>
            </a:xfrm>
            <a:custGeom>
              <a:avLst/>
              <a:gdLst>
                <a:gd name="connsiteX0" fmla="*/ 17490 w 17489"/>
                <a:gd name="connsiteY0" fmla="*/ 6971 h 13940"/>
                <a:gd name="connsiteX1" fmla="*/ 8745 w 17489"/>
                <a:gd name="connsiteY1" fmla="*/ 13941 h 13940"/>
                <a:gd name="connsiteX2" fmla="*/ 0 w 17489"/>
                <a:gd name="connsiteY2" fmla="*/ 6971 h 13940"/>
                <a:gd name="connsiteX3" fmla="*/ 8745 w 17489"/>
                <a:gd name="connsiteY3" fmla="*/ 0 h 13940"/>
                <a:gd name="connsiteX4" fmla="*/ 17490 w 17489"/>
                <a:gd name="connsiteY4" fmla="*/ 6971 h 13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89" h="13940">
                  <a:moveTo>
                    <a:pt x="17490" y="6971"/>
                  </a:moveTo>
                  <a:cubicBezTo>
                    <a:pt x="17490" y="10773"/>
                    <a:pt x="13561" y="13941"/>
                    <a:pt x="8745" y="13941"/>
                  </a:cubicBezTo>
                  <a:cubicBezTo>
                    <a:pt x="3929" y="13941"/>
                    <a:pt x="0" y="10899"/>
                    <a:pt x="0" y="6971"/>
                  </a:cubicBezTo>
                  <a:cubicBezTo>
                    <a:pt x="0" y="3042"/>
                    <a:pt x="3929" y="0"/>
                    <a:pt x="8745" y="0"/>
                  </a:cubicBezTo>
                  <a:cubicBezTo>
                    <a:pt x="13561" y="0"/>
                    <a:pt x="17490" y="3042"/>
                    <a:pt x="17490" y="697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88" name="Freeform: Shape 5987">
              <a:extLst>
                <a:ext uri="{FF2B5EF4-FFF2-40B4-BE49-F238E27FC236}">
                  <a16:creationId xmlns:a16="http://schemas.microsoft.com/office/drawing/2014/main" id="{271903A8-F55C-2E27-0AAC-F803ACF3539D}"/>
                </a:ext>
              </a:extLst>
            </p:cNvPr>
            <p:cNvSpPr/>
            <p:nvPr/>
          </p:nvSpPr>
          <p:spPr>
            <a:xfrm>
              <a:off x="407330" y="1226074"/>
              <a:ext cx="16729" cy="13180"/>
            </a:xfrm>
            <a:custGeom>
              <a:avLst/>
              <a:gdLst>
                <a:gd name="connsiteX0" fmla="*/ 16729 w 16729"/>
                <a:gd name="connsiteY0" fmla="*/ 6590 h 13180"/>
                <a:gd name="connsiteX1" fmla="*/ 8365 w 16729"/>
                <a:gd name="connsiteY1" fmla="*/ 13181 h 13180"/>
                <a:gd name="connsiteX2" fmla="*/ 0 w 16729"/>
                <a:gd name="connsiteY2" fmla="*/ 6590 h 13180"/>
                <a:gd name="connsiteX3" fmla="*/ 8365 w 16729"/>
                <a:gd name="connsiteY3" fmla="*/ 0 h 13180"/>
                <a:gd name="connsiteX4" fmla="*/ 16729 w 16729"/>
                <a:gd name="connsiteY4" fmla="*/ 6590 h 13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9" h="13180">
                  <a:moveTo>
                    <a:pt x="16729" y="6590"/>
                  </a:moveTo>
                  <a:cubicBezTo>
                    <a:pt x="16729" y="10266"/>
                    <a:pt x="12927" y="13181"/>
                    <a:pt x="8365" y="13181"/>
                  </a:cubicBezTo>
                  <a:cubicBezTo>
                    <a:pt x="3802" y="13181"/>
                    <a:pt x="0" y="10266"/>
                    <a:pt x="0" y="6590"/>
                  </a:cubicBezTo>
                  <a:cubicBezTo>
                    <a:pt x="0" y="2915"/>
                    <a:pt x="3802" y="0"/>
                    <a:pt x="8365" y="0"/>
                  </a:cubicBezTo>
                  <a:cubicBezTo>
                    <a:pt x="12927" y="0"/>
                    <a:pt x="16729" y="2915"/>
                    <a:pt x="16729" y="659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89" name="Freeform: Shape 5988">
              <a:extLst>
                <a:ext uri="{FF2B5EF4-FFF2-40B4-BE49-F238E27FC236}">
                  <a16:creationId xmlns:a16="http://schemas.microsoft.com/office/drawing/2014/main" id="{8CC36AE6-1A0E-7800-0DFD-E0F79C3A6A58}"/>
                </a:ext>
              </a:extLst>
            </p:cNvPr>
            <p:cNvSpPr/>
            <p:nvPr/>
          </p:nvSpPr>
          <p:spPr>
            <a:xfrm>
              <a:off x="466389" y="1133556"/>
              <a:ext cx="15335" cy="12166"/>
            </a:xfrm>
            <a:custGeom>
              <a:avLst/>
              <a:gdLst>
                <a:gd name="connsiteX0" fmla="*/ 15335 w 15335"/>
                <a:gd name="connsiteY0" fmla="*/ 6083 h 12166"/>
                <a:gd name="connsiteX1" fmla="*/ 7731 w 15335"/>
                <a:gd name="connsiteY1" fmla="*/ 12167 h 12166"/>
                <a:gd name="connsiteX2" fmla="*/ 0 w 15335"/>
                <a:gd name="connsiteY2" fmla="*/ 6083 h 12166"/>
                <a:gd name="connsiteX3" fmla="*/ 7731 w 15335"/>
                <a:gd name="connsiteY3" fmla="*/ 0 h 12166"/>
                <a:gd name="connsiteX4" fmla="*/ 15335 w 15335"/>
                <a:gd name="connsiteY4" fmla="*/ 6083 h 1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35" h="12166">
                  <a:moveTo>
                    <a:pt x="15335" y="6083"/>
                  </a:moveTo>
                  <a:cubicBezTo>
                    <a:pt x="15335" y="9379"/>
                    <a:pt x="11913" y="12167"/>
                    <a:pt x="7731" y="12167"/>
                  </a:cubicBezTo>
                  <a:cubicBezTo>
                    <a:pt x="3549" y="12167"/>
                    <a:pt x="0" y="9505"/>
                    <a:pt x="0" y="6083"/>
                  </a:cubicBezTo>
                  <a:cubicBezTo>
                    <a:pt x="0" y="2661"/>
                    <a:pt x="3422" y="0"/>
                    <a:pt x="7731" y="0"/>
                  </a:cubicBezTo>
                  <a:cubicBezTo>
                    <a:pt x="12040" y="0"/>
                    <a:pt x="15335" y="2661"/>
                    <a:pt x="15335" y="60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90" name="Freeform: Shape 5989">
              <a:extLst>
                <a:ext uri="{FF2B5EF4-FFF2-40B4-BE49-F238E27FC236}">
                  <a16:creationId xmlns:a16="http://schemas.microsoft.com/office/drawing/2014/main" id="{415F799E-7D42-A53C-EA75-FD4352CB9C11}"/>
                </a:ext>
              </a:extLst>
            </p:cNvPr>
            <p:cNvSpPr/>
            <p:nvPr/>
          </p:nvSpPr>
          <p:spPr>
            <a:xfrm>
              <a:off x="527222" y="1041419"/>
              <a:ext cx="15335" cy="12166"/>
            </a:xfrm>
            <a:custGeom>
              <a:avLst/>
              <a:gdLst>
                <a:gd name="connsiteX0" fmla="*/ 15335 w 15335"/>
                <a:gd name="connsiteY0" fmla="*/ 6083 h 12166"/>
                <a:gd name="connsiteX1" fmla="*/ 7731 w 15335"/>
                <a:gd name="connsiteY1" fmla="*/ 12167 h 12166"/>
                <a:gd name="connsiteX2" fmla="*/ 0 w 15335"/>
                <a:gd name="connsiteY2" fmla="*/ 6083 h 12166"/>
                <a:gd name="connsiteX3" fmla="*/ 7731 w 15335"/>
                <a:gd name="connsiteY3" fmla="*/ 0 h 12166"/>
                <a:gd name="connsiteX4" fmla="*/ 15335 w 15335"/>
                <a:gd name="connsiteY4" fmla="*/ 6083 h 1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35" h="12166">
                  <a:moveTo>
                    <a:pt x="15335" y="6083"/>
                  </a:moveTo>
                  <a:cubicBezTo>
                    <a:pt x="15335" y="9378"/>
                    <a:pt x="11913" y="12167"/>
                    <a:pt x="7731" y="12167"/>
                  </a:cubicBezTo>
                  <a:cubicBezTo>
                    <a:pt x="3549" y="12167"/>
                    <a:pt x="0" y="9505"/>
                    <a:pt x="0" y="6083"/>
                  </a:cubicBezTo>
                  <a:cubicBezTo>
                    <a:pt x="0" y="2661"/>
                    <a:pt x="3422" y="0"/>
                    <a:pt x="7731" y="0"/>
                  </a:cubicBezTo>
                  <a:cubicBezTo>
                    <a:pt x="12040" y="0"/>
                    <a:pt x="15335" y="2661"/>
                    <a:pt x="15335" y="60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91" name="Freeform: Shape 5990">
              <a:extLst>
                <a:ext uri="{FF2B5EF4-FFF2-40B4-BE49-F238E27FC236}">
                  <a16:creationId xmlns:a16="http://schemas.microsoft.com/office/drawing/2014/main" id="{E6F4625A-9542-98C8-AB10-FA36614346AD}"/>
                </a:ext>
              </a:extLst>
            </p:cNvPr>
            <p:cNvSpPr/>
            <p:nvPr/>
          </p:nvSpPr>
          <p:spPr>
            <a:xfrm>
              <a:off x="591351" y="950930"/>
              <a:ext cx="13687" cy="10899"/>
            </a:xfrm>
            <a:custGeom>
              <a:avLst/>
              <a:gdLst>
                <a:gd name="connsiteX0" fmla="*/ 13688 w 13687"/>
                <a:gd name="connsiteY0" fmla="*/ 5450 h 10899"/>
                <a:gd name="connsiteX1" fmla="*/ 6844 w 13687"/>
                <a:gd name="connsiteY1" fmla="*/ 10899 h 10899"/>
                <a:gd name="connsiteX2" fmla="*/ 0 w 13687"/>
                <a:gd name="connsiteY2" fmla="*/ 5450 h 10899"/>
                <a:gd name="connsiteX3" fmla="*/ 6844 w 13687"/>
                <a:gd name="connsiteY3" fmla="*/ 0 h 10899"/>
                <a:gd name="connsiteX4" fmla="*/ 13688 w 13687"/>
                <a:gd name="connsiteY4" fmla="*/ 5450 h 10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87" h="10899">
                  <a:moveTo>
                    <a:pt x="13688" y="5450"/>
                  </a:moveTo>
                  <a:cubicBezTo>
                    <a:pt x="13688" y="8491"/>
                    <a:pt x="10519" y="10899"/>
                    <a:pt x="6844" y="10899"/>
                  </a:cubicBezTo>
                  <a:cubicBezTo>
                    <a:pt x="3168" y="10899"/>
                    <a:pt x="0" y="8491"/>
                    <a:pt x="0" y="5450"/>
                  </a:cubicBezTo>
                  <a:cubicBezTo>
                    <a:pt x="0" y="2408"/>
                    <a:pt x="3168" y="0"/>
                    <a:pt x="6844" y="0"/>
                  </a:cubicBezTo>
                  <a:cubicBezTo>
                    <a:pt x="10519" y="0"/>
                    <a:pt x="13688" y="2408"/>
                    <a:pt x="13688" y="545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92" name="Freeform: Shape 5991">
              <a:extLst>
                <a:ext uri="{FF2B5EF4-FFF2-40B4-BE49-F238E27FC236}">
                  <a16:creationId xmlns:a16="http://schemas.microsoft.com/office/drawing/2014/main" id="{B9BFA3AB-1511-CB2B-CAC6-115724EFC6CF}"/>
                </a:ext>
              </a:extLst>
            </p:cNvPr>
            <p:cNvSpPr/>
            <p:nvPr/>
          </p:nvSpPr>
          <p:spPr>
            <a:xfrm>
              <a:off x="657126" y="861074"/>
              <a:ext cx="13180" cy="10519"/>
            </a:xfrm>
            <a:custGeom>
              <a:avLst/>
              <a:gdLst>
                <a:gd name="connsiteX0" fmla="*/ 13181 w 13180"/>
                <a:gd name="connsiteY0" fmla="*/ 5196 h 10519"/>
                <a:gd name="connsiteX1" fmla="*/ 6590 w 13180"/>
                <a:gd name="connsiteY1" fmla="*/ 10519 h 10519"/>
                <a:gd name="connsiteX2" fmla="*/ 0 w 13180"/>
                <a:gd name="connsiteY2" fmla="*/ 5196 h 10519"/>
                <a:gd name="connsiteX3" fmla="*/ 6590 w 13180"/>
                <a:gd name="connsiteY3" fmla="*/ 0 h 10519"/>
                <a:gd name="connsiteX4" fmla="*/ 13181 w 13180"/>
                <a:gd name="connsiteY4" fmla="*/ 5196 h 10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80" h="10519">
                  <a:moveTo>
                    <a:pt x="13181" y="5196"/>
                  </a:moveTo>
                  <a:lnTo>
                    <a:pt x="6590" y="10519"/>
                  </a:lnTo>
                  <a:lnTo>
                    <a:pt x="0" y="5196"/>
                  </a:lnTo>
                  <a:lnTo>
                    <a:pt x="6590" y="0"/>
                  </a:lnTo>
                  <a:lnTo>
                    <a:pt x="13181" y="519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93" name="Freeform: Shape 5992">
              <a:extLst>
                <a:ext uri="{FF2B5EF4-FFF2-40B4-BE49-F238E27FC236}">
                  <a16:creationId xmlns:a16="http://schemas.microsoft.com/office/drawing/2014/main" id="{07C4D275-10CC-AD14-D4B5-89DBB44F84D0}"/>
                </a:ext>
              </a:extLst>
            </p:cNvPr>
            <p:cNvSpPr/>
            <p:nvPr/>
          </p:nvSpPr>
          <p:spPr>
            <a:xfrm>
              <a:off x="725817" y="772739"/>
              <a:ext cx="11532" cy="9251"/>
            </a:xfrm>
            <a:custGeom>
              <a:avLst/>
              <a:gdLst>
                <a:gd name="connsiteX0" fmla="*/ 11533 w 11532"/>
                <a:gd name="connsiteY0" fmla="*/ 4563 h 9251"/>
                <a:gd name="connsiteX1" fmla="*/ 5703 w 11532"/>
                <a:gd name="connsiteY1" fmla="*/ 9252 h 9251"/>
                <a:gd name="connsiteX2" fmla="*/ 0 w 11532"/>
                <a:gd name="connsiteY2" fmla="*/ 4563 h 9251"/>
                <a:gd name="connsiteX3" fmla="*/ 5703 w 11532"/>
                <a:gd name="connsiteY3" fmla="*/ 0 h 9251"/>
                <a:gd name="connsiteX4" fmla="*/ 11533 w 11532"/>
                <a:gd name="connsiteY4" fmla="*/ 4563 h 9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32" h="9251">
                  <a:moveTo>
                    <a:pt x="11533" y="4563"/>
                  </a:moveTo>
                  <a:lnTo>
                    <a:pt x="5703" y="9252"/>
                  </a:lnTo>
                  <a:lnTo>
                    <a:pt x="0" y="4563"/>
                  </a:lnTo>
                  <a:lnTo>
                    <a:pt x="5703" y="0"/>
                  </a:lnTo>
                  <a:lnTo>
                    <a:pt x="11533" y="456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94" name="Freeform: Shape 5993">
              <a:extLst>
                <a:ext uri="{FF2B5EF4-FFF2-40B4-BE49-F238E27FC236}">
                  <a16:creationId xmlns:a16="http://schemas.microsoft.com/office/drawing/2014/main" id="{6D831ECC-E64B-4206-3FA1-3410086C4A04}"/>
                </a:ext>
              </a:extLst>
            </p:cNvPr>
            <p:cNvSpPr/>
            <p:nvPr/>
          </p:nvSpPr>
          <p:spPr>
            <a:xfrm>
              <a:off x="796283" y="685165"/>
              <a:ext cx="10899" cy="8618"/>
            </a:xfrm>
            <a:custGeom>
              <a:avLst/>
              <a:gdLst>
                <a:gd name="connsiteX0" fmla="*/ 10899 w 10899"/>
                <a:gd name="connsiteY0" fmla="*/ 4309 h 8618"/>
                <a:gd name="connsiteX1" fmla="*/ 5450 w 10899"/>
                <a:gd name="connsiteY1" fmla="*/ 8618 h 8618"/>
                <a:gd name="connsiteX2" fmla="*/ 0 w 10899"/>
                <a:gd name="connsiteY2" fmla="*/ 4309 h 8618"/>
                <a:gd name="connsiteX3" fmla="*/ 5450 w 10899"/>
                <a:gd name="connsiteY3" fmla="*/ 0 h 8618"/>
                <a:gd name="connsiteX4" fmla="*/ 10899 w 10899"/>
                <a:gd name="connsiteY4" fmla="*/ 4309 h 8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899" h="8618">
                  <a:moveTo>
                    <a:pt x="10899" y="4309"/>
                  </a:moveTo>
                  <a:lnTo>
                    <a:pt x="5450" y="8618"/>
                  </a:lnTo>
                  <a:lnTo>
                    <a:pt x="0" y="4309"/>
                  </a:lnTo>
                  <a:lnTo>
                    <a:pt x="5450" y="0"/>
                  </a:lnTo>
                  <a:lnTo>
                    <a:pt x="10899" y="430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95" name="Freeform: Shape 5994">
              <a:extLst>
                <a:ext uri="{FF2B5EF4-FFF2-40B4-BE49-F238E27FC236}">
                  <a16:creationId xmlns:a16="http://schemas.microsoft.com/office/drawing/2014/main" id="{D50F2CED-73A7-A230-D555-5040EE07F371}"/>
                </a:ext>
              </a:extLst>
            </p:cNvPr>
            <p:cNvSpPr/>
            <p:nvPr/>
          </p:nvSpPr>
          <p:spPr>
            <a:xfrm>
              <a:off x="869409" y="599111"/>
              <a:ext cx="9505" cy="7477"/>
            </a:xfrm>
            <a:custGeom>
              <a:avLst/>
              <a:gdLst>
                <a:gd name="connsiteX0" fmla="*/ 9505 w 9505"/>
                <a:gd name="connsiteY0" fmla="*/ 3675 h 7477"/>
                <a:gd name="connsiteX1" fmla="*/ 4816 w 9505"/>
                <a:gd name="connsiteY1" fmla="*/ 7477 h 7477"/>
                <a:gd name="connsiteX2" fmla="*/ 0 w 9505"/>
                <a:gd name="connsiteY2" fmla="*/ 3675 h 7477"/>
                <a:gd name="connsiteX3" fmla="*/ 4816 w 9505"/>
                <a:gd name="connsiteY3" fmla="*/ 0 h 7477"/>
                <a:gd name="connsiteX4" fmla="*/ 9505 w 9505"/>
                <a:gd name="connsiteY4" fmla="*/ 3675 h 7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05" h="7477">
                  <a:moveTo>
                    <a:pt x="9505" y="3675"/>
                  </a:moveTo>
                  <a:lnTo>
                    <a:pt x="4816" y="7477"/>
                  </a:lnTo>
                  <a:lnTo>
                    <a:pt x="0" y="3675"/>
                  </a:lnTo>
                  <a:lnTo>
                    <a:pt x="4816" y="0"/>
                  </a:lnTo>
                  <a:lnTo>
                    <a:pt x="9505" y="367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96" name="Freeform: Shape 5995">
              <a:extLst>
                <a:ext uri="{FF2B5EF4-FFF2-40B4-BE49-F238E27FC236}">
                  <a16:creationId xmlns:a16="http://schemas.microsoft.com/office/drawing/2014/main" id="{9CB64878-F4E0-F2CA-0A9E-33FDD83A2854}"/>
                </a:ext>
              </a:extLst>
            </p:cNvPr>
            <p:cNvSpPr/>
            <p:nvPr/>
          </p:nvSpPr>
          <p:spPr>
            <a:xfrm>
              <a:off x="944437" y="513818"/>
              <a:ext cx="8744" cy="6970"/>
            </a:xfrm>
            <a:custGeom>
              <a:avLst/>
              <a:gdLst>
                <a:gd name="connsiteX0" fmla="*/ 8745 w 8744"/>
                <a:gd name="connsiteY0" fmla="*/ 3422 h 6970"/>
                <a:gd name="connsiteX1" fmla="*/ 4436 w 8744"/>
                <a:gd name="connsiteY1" fmla="*/ 6970 h 6970"/>
                <a:gd name="connsiteX2" fmla="*/ 0 w 8744"/>
                <a:gd name="connsiteY2" fmla="*/ 3422 h 6970"/>
                <a:gd name="connsiteX3" fmla="*/ 4436 w 8744"/>
                <a:gd name="connsiteY3" fmla="*/ 0 h 6970"/>
                <a:gd name="connsiteX4" fmla="*/ 8745 w 8744"/>
                <a:gd name="connsiteY4" fmla="*/ 3422 h 6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44" h="6970">
                  <a:moveTo>
                    <a:pt x="8745" y="3422"/>
                  </a:moveTo>
                  <a:lnTo>
                    <a:pt x="4436" y="6970"/>
                  </a:lnTo>
                  <a:lnTo>
                    <a:pt x="0" y="3422"/>
                  </a:lnTo>
                  <a:lnTo>
                    <a:pt x="4436" y="0"/>
                  </a:lnTo>
                  <a:lnTo>
                    <a:pt x="8745" y="342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97" name="Freeform: Shape 5996">
              <a:extLst>
                <a:ext uri="{FF2B5EF4-FFF2-40B4-BE49-F238E27FC236}">
                  <a16:creationId xmlns:a16="http://schemas.microsoft.com/office/drawing/2014/main" id="{741C2C91-29A0-1E46-D3B1-8B3FC0C1B5AB}"/>
                </a:ext>
              </a:extLst>
            </p:cNvPr>
            <p:cNvSpPr/>
            <p:nvPr/>
          </p:nvSpPr>
          <p:spPr>
            <a:xfrm>
              <a:off x="1021999" y="430172"/>
              <a:ext cx="7350" cy="5703"/>
            </a:xfrm>
            <a:custGeom>
              <a:avLst/>
              <a:gdLst>
                <a:gd name="connsiteX0" fmla="*/ 7351 w 7350"/>
                <a:gd name="connsiteY0" fmla="*/ 2788 h 5703"/>
                <a:gd name="connsiteX1" fmla="*/ 3675 w 7350"/>
                <a:gd name="connsiteY1" fmla="*/ 5703 h 5703"/>
                <a:gd name="connsiteX2" fmla="*/ 0 w 7350"/>
                <a:gd name="connsiteY2" fmla="*/ 2788 h 5703"/>
                <a:gd name="connsiteX3" fmla="*/ 3675 w 7350"/>
                <a:gd name="connsiteY3" fmla="*/ 0 h 5703"/>
                <a:gd name="connsiteX4" fmla="*/ 7351 w 7350"/>
                <a:gd name="connsiteY4" fmla="*/ 2788 h 5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0" h="5703">
                  <a:moveTo>
                    <a:pt x="7351" y="2788"/>
                  </a:moveTo>
                  <a:lnTo>
                    <a:pt x="3675" y="5703"/>
                  </a:lnTo>
                  <a:lnTo>
                    <a:pt x="0" y="2788"/>
                  </a:lnTo>
                  <a:lnTo>
                    <a:pt x="3675" y="0"/>
                  </a:lnTo>
                  <a:lnTo>
                    <a:pt x="7351" y="278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98" name="Freeform: Shape 5997">
              <a:extLst>
                <a:ext uri="{FF2B5EF4-FFF2-40B4-BE49-F238E27FC236}">
                  <a16:creationId xmlns:a16="http://schemas.microsoft.com/office/drawing/2014/main" id="{854A09EB-16A0-C794-770B-5069C79C7D2A}"/>
                </a:ext>
              </a:extLst>
            </p:cNvPr>
            <p:cNvSpPr/>
            <p:nvPr/>
          </p:nvSpPr>
          <p:spPr>
            <a:xfrm>
              <a:off x="1101463" y="347413"/>
              <a:ext cx="6463" cy="5196"/>
            </a:xfrm>
            <a:custGeom>
              <a:avLst/>
              <a:gdLst>
                <a:gd name="connsiteX0" fmla="*/ 6463 w 6463"/>
                <a:gd name="connsiteY0" fmla="*/ 2661 h 5196"/>
                <a:gd name="connsiteX1" fmla="*/ 3168 w 6463"/>
                <a:gd name="connsiteY1" fmla="*/ 5196 h 5196"/>
                <a:gd name="connsiteX2" fmla="*/ 0 w 6463"/>
                <a:gd name="connsiteY2" fmla="*/ 2661 h 5196"/>
                <a:gd name="connsiteX3" fmla="*/ 3168 w 6463"/>
                <a:gd name="connsiteY3" fmla="*/ 0 h 5196"/>
                <a:gd name="connsiteX4" fmla="*/ 6463 w 6463"/>
                <a:gd name="connsiteY4" fmla="*/ 2661 h 5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196">
                  <a:moveTo>
                    <a:pt x="6463" y="2661"/>
                  </a:moveTo>
                  <a:lnTo>
                    <a:pt x="3168" y="5196"/>
                  </a:lnTo>
                  <a:lnTo>
                    <a:pt x="0" y="2661"/>
                  </a:lnTo>
                  <a:lnTo>
                    <a:pt x="3168" y="0"/>
                  </a:lnTo>
                  <a:lnTo>
                    <a:pt x="6463" y="266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99" name="Freeform: Shape 5998">
              <a:extLst>
                <a:ext uri="{FF2B5EF4-FFF2-40B4-BE49-F238E27FC236}">
                  <a16:creationId xmlns:a16="http://schemas.microsoft.com/office/drawing/2014/main" id="{72A6EEC0-DEEE-F0E7-2EF0-19DFAFDF3AE1}"/>
                </a:ext>
              </a:extLst>
            </p:cNvPr>
            <p:cNvSpPr/>
            <p:nvPr/>
          </p:nvSpPr>
          <p:spPr>
            <a:xfrm>
              <a:off x="1182954" y="266049"/>
              <a:ext cx="5703" cy="4562"/>
            </a:xfrm>
            <a:custGeom>
              <a:avLst/>
              <a:gdLst>
                <a:gd name="connsiteX0" fmla="*/ 5703 w 5703"/>
                <a:gd name="connsiteY0" fmla="*/ 2281 h 4562"/>
                <a:gd name="connsiteX1" fmla="*/ 2915 w 5703"/>
                <a:gd name="connsiteY1" fmla="*/ 4563 h 4562"/>
                <a:gd name="connsiteX2" fmla="*/ 0 w 5703"/>
                <a:gd name="connsiteY2" fmla="*/ 2281 h 4562"/>
                <a:gd name="connsiteX3" fmla="*/ 2915 w 5703"/>
                <a:gd name="connsiteY3" fmla="*/ 0 h 4562"/>
                <a:gd name="connsiteX4" fmla="*/ 5703 w 5703"/>
                <a:gd name="connsiteY4" fmla="*/ 2281 h 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03" h="4562">
                  <a:moveTo>
                    <a:pt x="5703" y="2281"/>
                  </a:moveTo>
                  <a:lnTo>
                    <a:pt x="2915" y="4563"/>
                  </a:lnTo>
                  <a:lnTo>
                    <a:pt x="0" y="2281"/>
                  </a:lnTo>
                  <a:lnTo>
                    <a:pt x="2915" y="0"/>
                  </a:lnTo>
                  <a:lnTo>
                    <a:pt x="5703" y="22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00" name="Freeform: Shape 5999">
              <a:extLst>
                <a:ext uri="{FF2B5EF4-FFF2-40B4-BE49-F238E27FC236}">
                  <a16:creationId xmlns:a16="http://schemas.microsoft.com/office/drawing/2014/main" id="{1BEC51A3-DB9C-E60C-28FA-A73F1C0506E2}"/>
                </a:ext>
              </a:extLst>
            </p:cNvPr>
            <p:cNvSpPr/>
            <p:nvPr/>
          </p:nvSpPr>
          <p:spPr>
            <a:xfrm>
              <a:off x="1266980" y="186332"/>
              <a:ext cx="4182" cy="3421"/>
            </a:xfrm>
            <a:custGeom>
              <a:avLst/>
              <a:gdLst>
                <a:gd name="connsiteX0" fmla="*/ 4182 w 4182"/>
                <a:gd name="connsiteY0" fmla="*/ 1648 h 3421"/>
                <a:gd name="connsiteX1" fmla="*/ 2028 w 4182"/>
                <a:gd name="connsiteY1" fmla="*/ 3422 h 3421"/>
                <a:gd name="connsiteX2" fmla="*/ 0 w 4182"/>
                <a:gd name="connsiteY2" fmla="*/ 1648 h 3421"/>
                <a:gd name="connsiteX3" fmla="*/ 2028 w 4182"/>
                <a:gd name="connsiteY3" fmla="*/ 0 h 3421"/>
                <a:gd name="connsiteX4" fmla="*/ 4182 w 4182"/>
                <a:gd name="connsiteY4" fmla="*/ 1648 h 3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2" h="3421">
                  <a:moveTo>
                    <a:pt x="4182" y="1648"/>
                  </a:moveTo>
                  <a:lnTo>
                    <a:pt x="2028" y="3422"/>
                  </a:lnTo>
                  <a:lnTo>
                    <a:pt x="0" y="1648"/>
                  </a:lnTo>
                  <a:lnTo>
                    <a:pt x="2028" y="0"/>
                  </a:lnTo>
                  <a:lnTo>
                    <a:pt x="4182" y="164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01" name="Freeform: Shape 6000">
              <a:extLst>
                <a:ext uri="{FF2B5EF4-FFF2-40B4-BE49-F238E27FC236}">
                  <a16:creationId xmlns:a16="http://schemas.microsoft.com/office/drawing/2014/main" id="{44294795-2F52-2447-C33A-B6A3F47188B9}"/>
                </a:ext>
              </a:extLst>
            </p:cNvPr>
            <p:cNvSpPr/>
            <p:nvPr/>
          </p:nvSpPr>
          <p:spPr>
            <a:xfrm>
              <a:off x="1352780" y="107882"/>
              <a:ext cx="3041" cy="2281"/>
            </a:xfrm>
            <a:custGeom>
              <a:avLst/>
              <a:gdLst>
                <a:gd name="connsiteX0" fmla="*/ 3042 w 3041"/>
                <a:gd name="connsiteY0" fmla="*/ 1141 h 2281"/>
                <a:gd name="connsiteX1" fmla="*/ 1521 w 3041"/>
                <a:gd name="connsiteY1" fmla="*/ 2281 h 2281"/>
                <a:gd name="connsiteX2" fmla="*/ 0 w 3041"/>
                <a:gd name="connsiteY2" fmla="*/ 1141 h 2281"/>
                <a:gd name="connsiteX3" fmla="*/ 1521 w 3041"/>
                <a:gd name="connsiteY3" fmla="*/ 0 h 2281"/>
                <a:gd name="connsiteX4" fmla="*/ 3042 w 3041"/>
                <a:gd name="connsiteY4" fmla="*/ 1141 h 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1" h="2281">
                  <a:moveTo>
                    <a:pt x="3042" y="1141"/>
                  </a:moveTo>
                  <a:lnTo>
                    <a:pt x="1521" y="2281"/>
                  </a:lnTo>
                  <a:lnTo>
                    <a:pt x="0" y="1141"/>
                  </a:lnTo>
                  <a:lnTo>
                    <a:pt x="1521" y="0"/>
                  </a:lnTo>
                  <a:lnTo>
                    <a:pt x="3042" y="11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02" name="Freeform: Shape 6001">
              <a:extLst>
                <a:ext uri="{FF2B5EF4-FFF2-40B4-BE49-F238E27FC236}">
                  <a16:creationId xmlns:a16="http://schemas.microsoft.com/office/drawing/2014/main" id="{5C14690B-2AA7-ADA2-471C-0CAB507CD4F9}"/>
                </a:ext>
              </a:extLst>
            </p:cNvPr>
            <p:cNvSpPr/>
            <p:nvPr/>
          </p:nvSpPr>
          <p:spPr>
            <a:xfrm>
              <a:off x="10854936" y="33108"/>
              <a:ext cx="49173" cy="18123"/>
            </a:xfrm>
            <a:custGeom>
              <a:avLst/>
              <a:gdLst>
                <a:gd name="connsiteX0" fmla="*/ 24587 w 49173"/>
                <a:gd name="connsiteY0" fmla="*/ 18123 h 18123"/>
                <a:gd name="connsiteX1" fmla="*/ 49174 w 49173"/>
                <a:gd name="connsiteY1" fmla="*/ 0 h 18123"/>
                <a:gd name="connsiteX2" fmla="*/ 0 w 49173"/>
                <a:gd name="connsiteY2" fmla="*/ 0 h 18123"/>
                <a:gd name="connsiteX3" fmla="*/ 24587 w 49173"/>
                <a:gd name="connsiteY3" fmla="*/ 18123 h 18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173" h="18123">
                  <a:moveTo>
                    <a:pt x="24587" y="18123"/>
                  </a:moveTo>
                  <a:cubicBezTo>
                    <a:pt x="37640" y="18123"/>
                    <a:pt x="48033" y="10139"/>
                    <a:pt x="49174" y="0"/>
                  </a:cubicBezTo>
                  <a:lnTo>
                    <a:pt x="0" y="0"/>
                  </a:lnTo>
                  <a:cubicBezTo>
                    <a:pt x="1141" y="10139"/>
                    <a:pt x="11533" y="18123"/>
                    <a:pt x="24587" y="1812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03" name="Freeform: Shape 6002">
              <a:extLst>
                <a:ext uri="{FF2B5EF4-FFF2-40B4-BE49-F238E27FC236}">
                  <a16:creationId xmlns:a16="http://schemas.microsoft.com/office/drawing/2014/main" id="{7C4E8B13-34F2-A44B-CF21-73EB60A2FA9A}"/>
                </a:ext>
              </a:extLst>
            </p:cNvPr>
            <p:cNvSpPr/>
            <p:nvPr/>
          </p:nvSpPr>
          <p:spPr>
            <a:xfrm>
              <a:off x="10941624" y="89125"/>
              <a:ext cx="50186" cy="39795"/>
            </a:xfrm>
            <a:custGeom>
              <a:avLst/>
              <a:gdLst>
                <a:gd name="connsiteX0" fmla="*/ 50187 w 50186"/>
                <a:gd name="connsiteY0" fmla="*/ 19898 h 39795"/>
                <a:gd name="connsiteX1" fmla="*/ 25093 w 50186"/>
                <a:gd name="connsiteY1" fmla="*/ 39795 h 39795"/>
                <a:gd name="connsiteX2" fmla="*/ 0 w 50186"/>
                <a:gd name="connsiteY2" fmla="*/ 19898 h 39795"/>
                <a:gd name="connsiteX3" fmla="*/ 25093 w 50186"/>
                <a:gd name="connsiteY3" fmla="*/ 0 h 39795"/>
                <a:gd name="connsiteX4" fmla="*/ 50187 w 50186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6" h="39795">
                  <a:moveTo>
                    <a:pt x="50187" y="19898"/>
                  </a:moveTo>
                  <a:cubicBezTo>
                    <a:pt x="50187" y="30924"/>
                    <a:pt x="39034" y="39795"/>
                    <a:pt x="25093" y="39795"/>
                  </a:cubicBezTo>
                  <a:cubicBezTo>
                    <a:pt x="11152" y="39795"/>
                    <a:pt x="0" y="30924"/>
                    <a:pt x="0" y="19898"/>
                  </a:cubicBezTo>
                  <a:cubicBezTo>
                    <a:pt x="0" y="8872"/>
                    <a:pt x="11279" y="0"/>
                    <a:pt x="25093" y="0"/>
                  </a:cubicBezTo>
                  <a:cubicBezTo>
                    <a:pt x="38907" y="0"/>
                    <a:pt x="50187" y="8872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04" name="Freeform: Shape 6003">
              <a:extLst>
                <a:ext uri="{FF2B5EF4-FFF2-40B4-BE49-F238E27FC236}">
                  <a16:creationId xmlns:a16="http://schemas.microsoft.com/office/drawing/2014/main" id="{E9D99061-B6A4-0A09-60A3-B53B5D8697C5}"/>
                </a:ext>
              </a:extLst>
            </p:cNvPr>
            <p:cNvSpPr/>
            <p:nvPr/>
          </p:nvSpPr>
          <p:spPr>
            <a:xfrm>
              <a:off x="11027044" y="168082"/>
              <a:ext cx="50186" cy="39795"/>
            </a:xfrm>
            <a:custGeom>
              <a:avLst/>
              <a:gdLst>
                <a:gd name="connsiteX0" fmla="*/ 50187 w 50186"/>
                <a:gd name="connsiteY0" fmla="*/ 19898 h 39795"/>
                <a:gd name="connsiteX1" fmla="*/ 25093 w 50186"/>
                <a:gd name="connsiteY1" fmla="*/ 39795 h 39795"/>
                <a:gd name="connsiteX2" fmla="*/ 0 w 50186"/>
                <a:gd name="connsiteY2" fmla="*/ 19898 h 39795"/>
                <a:gd name="connsiteX3" fmla="*/ 25093 w 50186"/>
                <a:gd name="connsiteY3" fmla="*/ 0 h 39795"/>
                <a:gd name="connsiteX4" fmla="*/ 50187 w 50186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6" h="39795">
                  <a:moveTo>
                    <a:pt x="50187" y="19898"/>
                  </a:moveTo>
                  <a:cubicBezTo>
                    <a:pt x="50187" y="30797"/>
                    <a:pt x="38908" y="39795"/>
                    <a:pt x="25093" y="39795"/>
                  </a:cubicBezTo>
                  <a:cubicBezTo>
                    <a:pt x="11279" y="39795"/>
                    <a:pt x="0" y="30924"/>
                    <a:pt x="0" y="19898"/>
                  </a:cubicBezTo>
                  <a:cubicBezTo>
                    <a:pt x="0" y="8872"/>
                    <a:pt x="11153" y="0"/>
                    <a:pt x="25093" y="0"/>
                  </a:cubicBezTo>
                  <a:cubicBezTo>
                    <a:pt x="39034" y="0"/>
                    <a:pt x="50187" y="8872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05" name="Freeform: Shape 6004">
              <a:extLst>
                <a:ext uri="{FF2B5EF4-FFF2-40B4-BE49-F238E27FC236}">
                  <a16:creationId xmlns:a16="http://schemas.microsoft.com/office/drawing/2014/main" id="{FD9F6906-75A8-DF0B-F025-29CA98CDC101}"/>
                </a:ext>
              </a:extLst>
            </p:cNvPr>
            <p:cNvSpPr/>
            <p:nvPr/>
          </p:nvSpPr>
          <p:spPr>
            <a:xfrm>
              <a:off x="11110182" y="248433"/>
              <a:ext cx="50186" cy="39795"/>
            </a:xfrm>
            <a:custGeom>
              <a:avLst/>
              <a:gdLst>
                <a:gd name="connsiteX0" fmla="*/ 50187 w 50186"/>
                <a:gd name="connsiteY0" fmla="*/ 19898 h 39795"/>
                <a:gd name="connsiteX1" fmla="*/ 25093 w 50186"/>
                <a:gd name="connsiteY1" fmla="*/ 39795 h 39795"/>
                <a:gd name="connsiteX2" fmla="*/ 0 w 50186"/>
                <a:gd name="connsiteY2" fmla="*/ 19898 h 39795"/>
                <a:gd name="connsiteX3" fmla="*/ 25093 w 50186"/>
                <a:gd name="connsiteY3" fmla="*/ 0 h 39795"/>
                <a:gd name="connsiteX4" fmla="*/ 50187 w 50186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6" h="39795">
                  <a:moveTo>
                    <a:pt x="50187" y="19898"/>
                  </a:moveTo>
                  <a:cubicBezTo>
                    <a:pt x="50187" y="30797"/>
                    <a:pt x="39034" y="39795"/>
                    <a:pt x="25093" y="39795"/>
                  </a:cubicBezTo>
                  <a:cubicBezTo>
                    <a:pt x="11153" y="39795"/>
                    <a:pt x="0" y="30924"/>
                    <a:pt x="0" y="19898"/>
                  </a:cubicBezTo>
                  <a:cubicBezTo>
                    <a:pt x="0" y="8872"/>
                    <a:pt x="11280" y="0"/>
                    <a:pt x="25093" y="0"/>
                  </a:cubicBezTo>
                  <a:cubicBezTo>
                    <a:pt x="38908" y="0"/>
                    <a:pt x="50187" y="8872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06" name="Freeform: Shape 6005">
              <a:extLst>
                <a:ext uri="{FF2B5EF4-FFF2-40B4-BE49-F238E27FC236}">
                  <a16:creationId xmlns:a16="http://schemas.microsoft.com/office/drawing/2014/main" id="{F3B6A039-8E4A-7CE3-16D6-4919201BF498}"/>
                </a:ext>
              </a:extLst>
            </p:cNvPr>
            <p:cNvSpPr/>
            <p:nvPr/>
          </p:nvSpPr>
          <p:spPr>
            <a:xfrm>
              <a:off x="11191420" y="330177"/>
              <a:ext cx="50187" cy="39795"/>
            </a:xfrm>
            <a:custGeom>
              <a:avLst/>
              <a:gdLst>
                <a:gd name="connsiteX0" fmla="*/ 50188 w 50187"/>
                <a:gd name="connsiteY0" fmla="*/ 19898 h 39795"/>
                <a:gd name="connsiteX1" fmla="*/ 25094 w 50187"/>
                <a:gd name="connsiteY1" fmla="*/ 39795 h 39795"/>
                <a:gd name="connsiteX2" fmla="*/ 0 w 50187"/>
                <a:gd name="connsiteY2" fmla="*/ 19898 h 39795"/>
                <a:gd name="connsiteX3" fmla="*/ 25094 w 50187"/>
                <a:gd name="connsiteY3" fmla="*/ 0 h 39795"/>
                <a:gd name="connsiteX4" fmla="*/ 50188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8" y="19898"/>
                  </a:moveTo>
                  <a:cubicBezTo>
                    <a:pt x="50188" y="30797"/>
                    <a:pt x="39035" y="39795"/>
                    <a:pt x="25094" y="39795"/>
                  </a:cubicBezTo>
                  <a:cubicBezTo>
                    <a:pt x="11153" y="39795"/>
                    <a:pt x="0" y="30924"/>
                    <a:pt x="0" y="19898"/>
                  </a:cubicBezTo>
                  <a:cubicBezTo>
                    <a:pt x="0" y="8872"/>
                    <a:pt x="11280" y="0"/>
                    <a:pt x="25094" y="0"/>
                  </a:cubicBezTo>
                  <a:cubicBezTo>
                    <a:pt x="38908" y="0"/>
                    <a:pt x="50188" y="8872"/>
                    <a:pt x="50188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07" name="Freeform: Shape 6006">
              <a:extLst>
                <a:ext uri="{FF2B5EF4-FFF2-40B4-BE49-F238E27FC236}">
                  <a16:creationId xmlns:a16="http://schemas.microsoft.com/office/drawing/2014/main" id="{EBCC845E-61BA-ECB8-9079-6764FA771406}"/>
                </a:ext>
              </a:extLst>
            </p:cNvPr>
            <p:cNvSpPr/>
            <p:nvPr/>
          </p:nvSpPr>
          <p:spPr>
            <a:xfrm>
              <a:off x="11270377" y="413063"/>
              <a:ext cx="50186" cy="39795"/>
            </a:xfrm>
            <a:custGeom>
              <a:avLst/>
              <a:gdLst>
                <a:gd name="connsiteX0" fmla="*/ 50187 w 50186"/>
                <a:gd name="connsiteY0" fmla="*/ 19898 h 39795"/>
                <a:gd name="connsiteX1" fmla="*/ 25093 w 50186"/>
                <a:gd name="connsiteY1" fmla="*/ 39795 h 39795"/>
                <a:gd name="connsiteX2" fmla="*/ 0 w 50186"/>
                <a:gd name="connsiteY2" fmla="*/ 19898 h 39795"/>
                <a:gd name="connsiteX3" fmla="*/ 25093 w 50186"/>
                <a:gd name="connsiteY3" fmla="*/ 0 h 39795"/>
                <a:gd name="connsiteX4" fmla="*/ 50187 w 50186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6" h="39795">
                  <a:moveTo>
                    <a:pt x="50187" y="19898"/>
                  </a:moveTo>
                  <a:cubicBezTo>
                    <a:pt x="50187" y="30797"/>
                    <a:pt x="39034" y="39795"/>
                    <a:pt x="25093" y="39795"/>
                  </a:cubicBezTo>
                  <a:cubicBezTo>
                    <a:pt x="11152" y="39795"/>
                    <a:pt x="0" y="30924"/>
                    <a:pt x="0" y="19898"/>
                  </a:cubicBezTo>
                  <a:cubicBezTo>
                    <a:pt x="0" y="8872"/>
                    <a:pt x="11279" y="0"/>
                    <a:pt x="25093" y="0"/>
                  </a:cubicBezTo>
                  <a:cubicBezTo>
                    <a:pt x="38907" y="0"/>
                    <a:pt x="50187" y="8872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08" name="Freeform: Shape 6007">
              <a:extLst>
                <a:ext uri="{FF2B5EF4-FFF2-40B4-BE49-F238E27FC236}">
                  <a16:creationId xmlns:a16="http://schemas.microsoft.com/office/drawing/2014/main" id="{A85B3068-0FE9-5FF0-E165-1AF46CA301E7}"/>
                </a:ext>
              </a:extLst>
            </p:cNvPr>
            <p:cNvSpPr/>
            <p:nvPr/>
          </p:nvSpPr>
          <p:spPr>
            <a:xfrm>
              <a:off x="11347305" y="497342"/>
              <a:ext cx="50187" cy="39795"/>
            </a:xfrm>
            <a:custGeom>
              <a:avLst/>
              <a:gdLst>
                <a:gd name="connsiteX0" fmla="*/ 50188 w 50187"/>
                <a:gd name="connsiteY0" fmla="*/ 19898 h 39795"/>
                <a:gd name="connsiteX1" fmla="*/ 25094 w 50187"/>
                <a:gd name="connsiteY1" fmla="*/ 39795 h 39795"/>
                <a:gd name="connsiteX2" fmla="*/ 0 w 50187"/>
                <a:gd name="connsiteY2" fmla="*/ 19898 h 39795"/>
                <a:gd name="connsiteX3" fmla="*/ 25094 w 50187"/>
                <a:gd name="connsiteY3" fmla="*/ 0 h 39795"/>
                <a:gd name="connsiteX4" fmla="*/ 50188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8" y="19898"/>
                  </a:moveTo>
                  <a:cubicBezTo>
                    <a:pt x="50188" y="30924"/>
                    <a:pt x="39035" y="39795"/>
                    <a:pt x="25094" y="39795"/>
                  </a:cubicBezTo>
                  <a:cubicBezTo>
                    <a:pt x="11153" y="39795"/>
                    <a:pt x="0" y="30924"/>
                    <a:pt x="0" y="19898"/>
                  </a:cubicBezTo>
                  <a:cubicBezTo>
                    <a:pt x="0" y="8872"/>
                    <a:pt x="11280" y="0"/>
                    <a:pt x="25094" y="0"/>
                  </a:cubicBezTo>
                  <a:cubicBezTo>
                    <a:pt x="38908" y="0"/>
                    <a:pt x="50188" y="8872"/>
                    <a:pt x="50188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09" name="Freeform: Shape 6008">
              <a:extLst>
                <a:ext uri="{FF2B5EF4-FFF2-40B4-BE49-F238E27FC236}">
                  <a16:creationId xmlns:a16="http://schemas.microsoft.com/office/drawing/2014/main" id="{1DF55C0B-C64B-9DCA-7083-461752221DF5}"/>
                </a:ext>
              </a:extLst>
            </p:cNvPr>
            <p:cNvSpPr/>
            <p:nvPr/>
          </p:nvSpPr>
          <p:spPr>
            <a:xfrm>
              <a:off x="11421953" y="582889"/>
              <a:ext cx="50187" cy="39795"/>
            </a:xfrm>
            <a:custGeom>
              <a:avLst/>
              <a:gdLst>
                <a:gd name="connsiteX0" fmla="*/ 50188 w 50187"/>
                <a:gd name="connsiteY0" fmla="*/ 19898 h 39795"/>
                <a:gd name="connsiteX1" fmla="*/ 25093 w 50187"/>
                <a:gd name="connsiteY1" fmla="*/ 39795 h 39795"/>
                <a:gd name="connsiteX2" fmla="*/ 0 w 50187"/>
                <a:gd name="connsiteY2" fmla="*/ 19898 h 39795"/>
                <a:gd name="connsiteX3" fmla="*/ 25093 w 50187"/>
                <a:gd name="connsiteY3" fmla="*/ 0 h 39795"/>
                <a:gd name="connsiteX4" fmla="*/ 50188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8" y="19898"/>
                  </a:moveTo>
                  <a:cubicBezTo>
                    <a:pt x="50188" y="30797"/>
                    <a:pt x="39035" y="39795"/>
                    <a:pt x="25093" y="39795"/>
                  </a:cubicBezTo>
                  <a:cubicBezTo>
                    <a:pt x="11153" y="39795"/>
                    <a:pt x="0" y="30924"/>
                    <a:pt x="0" y="19898"/>
                  </a:cubicBezTo>
                  <a:cubicBezTo>
                    <a:pt x="0" y="8872"/>
                    <a:pt x="11280" y="0"/>
                    <a:pt x="25093" y="0"/>
                  </a:cubicBezTo>
                  <a:cubicBezTo>
                    <a:pt x="38908" y="0"/>
                    <a:pt x="50188" y="8872"/>
                    <a:pt x="50188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10" name="Freeform: Shape 6009">
              <a:extLst>
                <a:ext uri="{FF2B5EF4-FFF2-40B4-BE49-F238E27FC236}">
                  <a16:creationId xmlns:a16="http://schemas.microsoft.com/office/drawing/2014/main" id="{AE114DB0-BCBA-ACFA-E990-578E52AC9E50}"/>
                </a:ext>
              </a:extLst>
            </p:cNvPr>
            <p:cNvSpPr/>
            <p:nvPr/>
          </p:nvSpPr>
          <p:spPr>
            <a:xfrm>
              <a:off x="11494319" y="669576"/>
              <a:ext cx="50186" cy="39795"/>
            </a:xfrm>
            <a:custGeom>
              <a:avLst/>
              <a:gdLst>
                <a:gd name="connsiteX0" fmla="*/ 50187 w 50186"/>
                <a:gd name="connsiteY0" fmla="*/ 19898 h 39795"/>
                <a:gd name="connsiteX1" fmla="*/ 25093 w 50186"/>
                <a:gd name="connsiteY1" fmla="*/ 39795 h 39795"/>
                <a:gd name="connsiteX2" fmla="*/ 0 w 50186"/>
                <a:gd name="connsiteY2" fmla="*/ 19898 h 39795"/>
                <a:gd name="connsiteX3" fmla="*/ 25093 w 50186"/>
                <a:gd name="connsiteY3" fmla="*/ 0 h 39795"/>
                <a:gd name="connsiteX4" fmla="*/ 50187 w 50186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6" h="39795">
                  <a:moveTo>
                    <a:pt x="50187" y="19898"/>
                  </a:moveTo>
                  <a:cubicBezTo>
                    <a:pt x="50187" y="30797"/>
                    <a:pt x="38908" y="39795"/>
                    <a:pt x="25093" y="39795"/>
                  </a:cubicBezTo>
                  <a:cubicBezTo>
                    <a:pt x="11280" y="39795"/>
                    <a:pt x="0" y="30924"/>
                    <a:pt x="0" y="19898"/>
                  </a:cubicBezTo>
                  <a:cubicBezTo>
                    <a:pt x="0" y="8872"/>
                    <a:pt x="11153" y="0"/>
                    <a:pt x="25093" y="0"/>
                  </a:cubicBezTo>
                  <a:cubicBezTo>
                    <a:pt x="39035" y="0"/>
                    <a:pt x="50187" y="8872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11" name="Freeform: Shape 6010">
              <a:extLst>
                <a:ext uri="{FF2B5EF4-FFF2-40B4-BE49-F238E27FC236}">
                  <a16:creationId xmlns:a16="http://schemas.microsoft.com/office/drawing/2014/main" id="{27E8240A-F80B-BF6C-B843-59CE9DBED36A}"/>
                </a:ext>
              </a:extLst>
            </p:cNvPr>
            <p:cNvSpPr/>
            <p:nvPr/>
          </p:nvSpPr>
          <p:spPr>
            <a:xfrm>
              <a:off x="11564531" y="757531"/>
              <a:ext cx="50187" cy="39668"/>
            </a:xfrm>
            <a:custGeom>
              <a:avLst/>
              <a:gdLst>
                <a:gd name="connsiteX0" fmla="*/ 50188 w 50187"/>
                <a:gd name="connsiteY0" fmla="*/ 19771 h 39668"/>
                <a:gd name="connsiteX1" fmla="*/ 25093 w 50187"/>
                <a:gd name="connsiteY1" fmla="*/ 39668 h 39668"/>
                <a:gd name="connsiteX2" fmla="*/ 0 w 50187"/>
                <a:gd name="connsiteY2" fmla="*/ 19771 h 39668"/>
                <a:gd name="connsiteX3" fmla="*/ 25093 w 50187"/>
                <a:gd name="connsiteY3" fmla="*/ 0 h 39668"/>
                <a:gd name="connsiteX4" fmla="*/ 50188 w 50187"/>
                <a:gd name="connsiteY4" fmla="*/ 19771 h 39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668">
                  <a:moveTo>
                    <a:pt x="50188" y="19771"/>
                  </a:moveTo>
                  <a:cubicBezTo>
                    <a:pt x="50188" y="30797"/>
                    <a:pt x="38908" y="39668"/>
                    <a:pt x="25093" y="39668"/>
                  </a:cubicBezTo>
                  <a:cubicBezTo>
                    <a:pt x="11280" y="39668"/>
                    <a:pt x="0" y="30797"/>
                    <a:pt x="0" y="19771"/>
                  </a:cubicBezTo>
                  <a:cubicBezTo>
                    <a:pt x="0" y="8745"/>
                    <a:pt x="11153" y="0"/>
                    <a:pt x="25093" y="0"/>
                  </a:cubicBezTo>
                  <a:cubicBezTo>
                    <a:pt x="39035" y="0"/>
                    <a:pt x="50188" y="8872"/>
                    <a:pt x="50188" y="1977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12" name="Freeform: Shape 6011">
              <a:extLst>
                <a:ext uri="{FF2B5EF4-FFF2-40B4-BE49-F238E27FC236}">
                  <a16:creationId xmlns:a16="http://schemas.microsoft.com/office/drawing/2014/main" id="{30A188BD-6820-D7E4-339A-3C62418D2551}"/>
                </a:ext>
              </a:extLst>
            </p:cNvPr>
            <p:cNvSpPr/>
            <p:nvPr/>
          </p:nvSpPr>
          <p:spPr>
            <a:xfrm>
              <a:off x="11632335" y="846373"/>
              <a:ext cx="50186" cy="39795"/>
            </a:xfrm>
            <a:custGeom>
              <a:avLst/>
              <a:gdLst>
                <a:gd name="connsiteX0" fmla="*/ 50187 w 50186"/>
                <a:gd name="connsiteY0" fmla="*/ 19898 h 39795"/>
                <a:gd name="connsiteX1" fmla="*/ 25093 w 50186"/>
                <a:gd name="connsiteY1" fmla="*/ 39795 h 39795"/>
                <a:gd name="connsiteX2" fmla="*/ 0 w 50186"/>
                <a:gd name="connsiteY2" fmla="*/ 19898 h 39795"/>
                <a:gd name="connsiteX3" fmla="*/ 25093 w 50186"/>
                <a:gd name="connsiteY3" fmla="*/ 0 h 39795"/>
                <a:gd name="connsiteX4" fmla="*/ 50187 w 50186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6" h="39795">
                  <a:moveTo>
                    <a:pt x="50187" y="19898"/>
                  </a:moveTo>
                  <a:cubicBezTo>
                    <a:pt x="50187" y="30797"/>
                    <a:pt x="39034" y="39795"/>
                    <a:pt x="25093" y="39795"/>
                  </a:cubicBezTo>
                  <a:cubicBezTo>
                    <a:pt x="11152" y="39795"/>
                    <a:pt x="0" y="30924"/>
                    <a:pt x="0" y="19898"/>
                  </a:cubicBezTo>
                  <a:cubicBezTo>
                    <a:pt x="0" y="8871"/>
                    <a:pt x="11279" y="0"/>
                    <a:pt x="25093" y="0"/>
                  </a:cubicBezTo>
                  <a:cubicBezTo>
                    <a:pt x="38907" y="0"/>
                    <a:pt x="50187" y="8871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13" name="Freeform: Shape 6012">
              <a:extLst>
                <a:ext uri="{FF2B5EF4-FFF2-40B4-BE49-F238E27FC236}">
                  <a16:creationId xmlns:a16="http://schemas.microsoft.com/office/drawing/2014/main" id="{10B83DAB-A397-7AAB-533C-17804F1CA37E}"/>
                </a:ext>
              </a:extLst>
            </p:cNvPr>
            <p:cNvSpPr/>
            <p:nvPr/>
          </p:nvSpPr>
          <p:spPr>
            <a:xfrm>
              <a:off x="11697984" y="936482"/>
              <a:ext cx="50186" cy="39795"/>
            </a:xfrm>
            <a:custGeom>
              <a:avLst/>
              <a:gdLst>
                <a:gd name="connsiteX0" fmla="*/ 50187 w 50186"/>
                <a:gd name="connsiteY0" fmla="*/ 19898 h 39795"/>
                <a:gd name="connsiteX1" fmla="*/ 25093 w 50186"/>
                <a:gd name="connsiteY1" fmla="*/ 39795 h 39795"/>
                <a:gd name="connsiteX2" fmla="*/ 0 w 50186"/>
                <a:gd name="connsiteY2" fmla="*/ 19898 h 39795"/>
                <a:gd name="connsiteX3" fmla="*/ 25093 w 50186"/>
                <a:gd name="connsiteY3" fmla="*/ 0 h 39795"/>
                <a:gd name="connsiteX4" fmla="*/ 50187 w 50186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6" h="39795">
                  <a:moveTo>
                    <a:pt x="50187" y="19898"/>
                  </a:moveTo>
                  <a:cubicBezTo>
                    <a:pt x="50187" y="30797"/>
                    <a:pt x="38908" y="39795"/>
                    <a:pt x="25093" y="39795"/>
                  </a:cubicBezTo>
                  <a:cubicBezTo>
                    <a:pt x="11279" y="39795"/>
                    <a:pt x="0" y="30924"/>
                    <a:pt x="0" y="19898"/>
                  </a:cubicBezTo>
                  <a:cubicBezTo>
                    <a:pt x="0" y="8871"/>
                    <a:pt x="11153" y="0"/>
                    <a:pt x="25093" y="0"/>
                  </a:cubicBezTo>
                  <a:cubicBezTo>
                    <a:pt x="39034" y="0"/>
                    <a:pt x="50187" y="8871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14" name="Freeform: Shape 6013">
              <a:extLst>
                <a:ext uri="{FF2B5EF4-FFF2-40B4-BE49-F238E27FC236}">
                  <a16:creationId xmlns:a16="http://schemas.microsoft.com/office/drawing/2014/main" id="{68D7D211-71F8-0772-7F9E-7AA9992363AA}"/>
                </a:ext>
              </a:extLst>
            </p:cNvPr>
            <p:cNvSpPr/>
            <p:nvPr/>
          </p:nvSpPr>
          <p:spPr>
            <a:xfrm>
              <a:off x="11761098" y="1027478"/>
              <a:ext cx="50187" cy="39795"/>
            </a:xfrm>
            <a:custGeom>
              <a:avLst/>
              <a:gdLst>
                <a:gd name="connsiteX0" fmla="*/ 50188 w 50187"/>
                <a:gd name="connsiteY0" fmla="*/ 19898 h 39795"/>
                <a:gd name="connsiteX1" fmla="*/ 25093 w 50187"/>
                <a:gd name="connsiteY1" fmla="*/ 39795 h 39795"/>
                <a:gd name="connsiteX2" fmla="*/ 0 w 50187"/>
                <a:gd name="connsiteY2" fmla="*/ 19898 h 39795"/>
                <a:gd name="connsiteX3" fmla="*/ 25093 w 50187"/>
                <a:gd name="connsiteY3" fmla="*/ 0 h 39795"/>
                <a:gd name="connsiteX4" fmla="*/ 50188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8" y="19898"/>
                  </a:moveTo>
                  <a:cubicBezTo>
                    <a:pt x="50188" y="30797"/>
                    <a:pt x="39035" y="39795"/>
                    <a:pt x="25093" y="39795"/>
                  </a:cubicBezTo>
                  <a:cubicBezTo>
                    <a:pt x="11153" y="39795"/>
                    <a:pt x="0" y="30924"/>
                    <a:pt x="0" y="19898"/>
                  </a:cubicBezTo>
                  <a:cubicBezTo>
                    <a:pt x="0" y="8871"/>
                    <a:pt x="11280" y="0"/>
                    <a:pt x="25093" y="0"/>
                  </a:cubicBezTo>
                  <a:cubicBezTo>
                    <a:pt x="38908" y="0"/>
                    <a:pt x="50188" y="8871"/>
                    <a:pt x="50188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15" name="Freeform: Shape 6014">
              <a:extLst>
                <a:ext uri="{FF2B5EF4-FFF2-40B4-BE49-F238E27FC236}">
                  <a16:creationId xmlns:a16="http://schemas.microsoft.com/office/drawing/2014/main" id="{24AD722F-CE35-2EA2-4BE7-41899660DF73}"/>
                </a:ext>
              </a:extLst>
            </p:cNvPr>
            <p:cNvSpPr/>
            <p:nvPr/>
          </p:nvSpPr>
          <p:spPr>
            <a:xfrm>
              <a:off x="11821931" y="1119615"/>
              <a:ext cx="50187" cy="39795"/>
            </a:xfrm>
            <a:custGeom>
              <a:avLst/>
              <a:gdLst>
                <a:gd name="connsiteX0" fmla="*/ 50188 w 50187"/>
                <a:gd name="connsiteY0" fmla="*/ 19898 h 39795"/>
                <a:gd name="connsiteX1" fmla="*/ 25094 w 50187"/>
                <a:gd name="connsiteY1" fmla="*/ 39795 h 39795"/>
                <a:gd name="connsiteX2" fmla="*/ 0 w 50187"/>
                <a:gd name="connsiteY2" fmla="*/ 19898 h 39795"/>
                <a:gd name="connsiteX3" fmla="*/ 25094 w 50187"/>
                <a:gd name="connsiteY3" fmla="*/ 0 h 39795"/>
                <a:gd name="connsiteX4" fmla="*/ 50188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8" y="19898"/>
                  </a:moveTo>
                  <a:cubicBezTo>
                    <a:pt x="50188" y="30924"/>
                    <a:pt x="39035" y="39795"/>
                    <a:pt x="25094" y="39795"/>
                  </a:cubicBezTo>
                  <a:cubicBezTo>
                    <a:pt x="11153" y="39795"/>
                    <a:pt x="0" y="30924"/>
                    <a:pt x="0" y="19898"/>
                  </a:cubicBezTo>
                  <a:cubicBezTo>
                    <a:pt x="0" y="8872"/>
                    <a:pt x="11280" y="0"/>
                    <a:pt x="25094" y="0"/>
                  </a:cubicBezTo>
                  <a:cubicBezTo>
                    <a:pt x="38908" y="0"/>
                    <a:pt x="50188" y="8872"/>
                    <a:pt x="50188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16" name="Freeform: Shape 6015">
              <a:extLst>
                <a:ext uri="{FF2B5EF4-FFF2-40B4-BE49-F238E27FC236}">
                  <a16:creationId xmlns:a16="http://schemas.microsoft.com/office/drawing/2014/main" id="{081AC38C-4EF0-5473-7C12-54D197CB5783}"/>
                </a:ext>
              </a:extLst>
            </p:cNvPr>
            <p:cNvSpPr/>
            <p:nvPr/>
          </p:nvSpPr>
          <p:spPr>
            <a:xfrm>
              <a:off x="11880483" y="1212766"/>
              <a:ext cx="50187" cy="39795"/>
            </a:xfrm>
            <a:custGeom>
              <a:avLst/>
              <a:gdLst>
                <a:gd name="connsiteX0" fmla="*/ 50188 w 50187"/>
                <a:gd name="connsiteY0" fmla="*/ 19898 h 39795"/>
                <a:gd name="connsiteX1" fmla="*/ 25094 w 50187"/>
                <a:gd name="connsiteY1" fmla="*/ 39795 h 39795"/>
                <a:gd name="connsiteX2" fmla="*/ 0 w 50187"/>
                <a:gd name="connsiteY2" fmla="*/ 19898 h 39795"/>
                <a:gd name="connsiteX3" fmla="*/ 25094 w 50187"/>
                <a:gd name="connsiteY3" fmla="*/ 0 h 39795"/>
                <a:gd name="connsiteX4" fmla="*/ 50188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8" y="19898"/>
                  </a:moveTo>
                  <a:cubicBezTo>
                    <a:pt x="50188" y="30797"/>
                    <a:pt x="38908" y="39795"/>
                    <a:pt x="25094" y="39795"/>
                  </a:cubicBezTo>
                  <a:cubicBezTo>
                    <a:pt x="11280" y="39795"/>
                    <a:pt x="0" y="30924"/>
                    <a:pt x="0" y="19898"/>
                  </a:cubicBezTo>
                  <a:cubicBezTo>
                    <a:pt x="0" y="8872"/>
                    <a:pt x="11153" y="0"/>
                    <a:pt x="25094" y="0"/>
                  </a:cubicBezTo>
                  <a:cubicBezTo>
                    <a:pt x="39035" y="0"/>
                    <a:pt x="50188" y="8872"/>
                    <a:pt x="50188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17" name="Freeform: Shape 6016">
              <a:extLst>
                <a:ext uri="{FF2B5EF4-FFF2-40B4-BE49-F238E27FC236}">
                  <a16:creationId xmlns:a16="http://schemas.microsoft.com/office/drawing/2014/main" id="{D30E1E63-AE08-D257-7DE7-7148D19BC6EC}"/>
                </a:ext>
              </a:extLst>
            </p:cNvPr>
            <p:cNvSpPr/>
            <p:nvPr/>
          </p:nvSpPr>
          <p:spPr>
            <a:xfrm>
              <a:off x="11936754" y="1307058"/>
              <a:ext cx="49681" cy="39288"/>
            </a:xfrm>
            <a:custGeom>
              <a:avLst/>
              <a:gdLst>
                <a:gd name="connsiteX0" fmla="*/ 49681 w 49681"/>
                <a:gd name="connsiteY0" fmla="*/ 19644 h 39288"/>
                <a:gd name="connsiteX1" fmla="*/ 24841 w 49681"/>
                <a:gd name="connsiteY1" fmla="*/ 39288 h 39288"/>
                <a:gd name="connsiteX2" fmla="*/ 0 w 49681"/>
                <a:gd name="connsiteY2" fmla="*/ 19644 h 39288"/>
                <a:gd name="connsiteX3" fmla="*/ 24841 w 49681"/>
                <a:gd name="connsiteY3" fmla="*/ 0 h 39288"/>
                <a:gd name="connsiteX4" fmla="*/ 49681 w 49681"/>
                <a:gd name="connsiteY4" fmla="*/ 19644 h 39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681" h="39288">
                  <a:moveTo>
                    <a:pt x="49681" y="19644"/>
                  </a:moveTo>
                  <a:cubicBezTo>
                    <a:pt x="49681" y="30543"/>
                    <a:pt x="38528" y="39288"/>
                    <a:pt x="24841" y="39288"/>
                  </a:cubicBezTo>
                  <a:cubicBezTo>
                    <a:pt x="11153" y="39288"/>
                    <a:pt x="0" y="30417"/>
                    <a:pt x="0" y="19644"/>
                  </a:cubicBezTo>
                  <a:cubicBezTo>
                    <a:pt x="0" y="8871"/>
                    <a:pt x="11153" y="0"/>
                    <a:pt x="24841" y="0"/>
                  </a:cubicBezTo>
                  <a:cubicBezTo>
                    <a:pt x="38528" y="0"/>
                    <a:pt x="49681" y="8871"/>
                    <a:pt x="49681" y="1964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18" name="Freeform: Shape 6017">
              <a:extLst>
                <a:ext uri="{FF2B5EF4-FFF2-40B4-BE49-F238E27FC236}">
                  <a16:creationId xmlns:a16="http://schemas.microsoft.com/office/drawing/2014/main" id="{E269D4A8-4A33-BC32-9405-C438D629469F}"/>
                </a:ext>
              </a:extLst>
            </p:cNvPr>
            <p:cNvSpPr/>
            <p:nvPr/>
          </p:nvSpPr>
          <p:spPr>
            <a:xfrm>
              <a:off x="11990364" y="1401983"/>
              <a:ext cx="49680" cy="39288"/>
            </a:xfrm>
            <a:custGeom>
              <a:avLst/>
              <a:gdLst>
                <a:gd name="connsiteX0" fmla="*/ 49680 w 49680"/>
                <a:gd name="connsiteY0" fmla="*/ 19644 h 39288"/>
                <a:gd name="connsiteX1" fmla="*/ 24840 w 49680"/>
                <a:gd name="connsiteY1" fmla="*/ 39288 h 39288"/>
                <a:gd name="connsiteX2" fmla="*/ 0 w 49680"/>
                <a:gd name="connsiteY2" fmla="*/ 19644 h 39288"/>
                <a:gd name="connsiteX3" fmla="*/ 24840 w 49680"/>
                <a:gd name="connsiteY3" fmla="*/ 0 h 39288"/>
                <a:gd name="connsiteX4" fmla="*/ 49680 w 49680"/>
                <a:gd name="connsiteY4" fmla="*/ 19644 h 39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680" h="39288">
                  <a:moveTo>
                    <a:pt x="49680" y="19644"/>
                  </a:moveTo>
                  <a:cubicBezTo>
                    <a:pt x="49680" y="30543"/>
                    <a:pt x="38527" y="39288"/>
                    <a:pt x="24840" y="39288"/>
                  </a:cubicBezTo>
                  <a:cubicBezTo>
                    <a:pt x="11152" y="39288"/>
                    <a:pt x="0" y="30543"/>
                    <a:pt x="0" y="19644"/>
                  </a:cubicBezTo>
                  <a:cubicBezTo>
                    <a:pt x="0" y="8745"/>
                    <a:pt x="11152" y="0"/>
                    <a:pt x="24840" y="0"/>
                  </a:cubicBezTo>
                  <a:cubicBezTo>
                    <a:pt x="38527" y="0"/>
                    <a:pt x="49680" y="8872"/>
                    <a:pt x="49680" y="1964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19" name="Freeform: Shape 6018">
              <a:extLst>
                <a:ext uri="{FF2B5EF4-FFF2-40B4-BE49-F238E27FC236}">
                  <a16:creationId xmlns:a16="http://schemas.microsoft.com/office/drawing/2014/main" id="{429C9A1B-D8A2-978B-1A4F-801A03CCDE95}"/>
                </a:ext>
              </a:extLst>
            </p:cNvPr>
            <p:cNvSpPr/>
            <p:nvPr/>
          </p:nvSpPr>
          <p:spPr>
            <a:xfrm>
              <a:off x="12041819" y="1497922"/>
              <a:ext cx="48919" cy="38781"/>
            </a:xfrm>
            <a:custGeom>
              <a:avLst/>
              <a:gdLst>
                <a:gd name="connsiteX0" fmla="*/ 48920 w 48919"/>
                <a:gd name="connsiteY0" fmla="*/ 19391 h 38781"/>
                <a:gd name="connsiteX1" fmla="*/ 24460 w 48919"/>
                <a:gd name="connsiteY1" fmla="*/ 38781 h 38781"/>
                <a:gd name="connsiteX2" fmla="*/ 0 w 48919"/>
                <a:gd name="connsiteY2" fmla="*/ 19391 h 38781"/>
                <a:gd name="connsiteX3" fmla="*/ 24460 w 48919"/>
                <a:gd name="connsiteY3" fmla="*/ 0 h 38781"/>
                <a:gd name="connsiteX4" fmla="*/ 48920 w 48919"/>
                <a:gd name="connsiteY4" fmla="*/ 19391 h 38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919" h="38781">
                  <a:moveTo>
                    <a:pt x="48920" y="19391"/>
                  </a:moveTo>
                  <a:cubicBezTo>
                    <a:pt x="48920" y="30036"/>
                    <a:pt x="38021" y="38781"/>
                    <a:pt x="24460" y="38781"/>
                  </a:cubicBezTo>
                  <a:cubicBezTo>
                    <a:pt x="10899" y="38781"/>
                    <a:pt x="0" y="30036"/>
                    <a:pt x="0" y="19391"/>
                  </a:cubicBezTo>
                  <a:cubicBezTo>
                    <a:pt x="0" y="8745"/>
                    <a:pt x="10899" y="0"/>
                    <a:pt x="24460" y="0"/>
                  </a:cubicBezTo>
                  <a:cubicBezTo>
                    <a:pt x="38021" y="0"/>
                    <a:pt x="48920" y="8745"/>
                    <a:pt x="48920" y="193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20" name="Freeform: Shape 6019">
              <a:extLst>
                <a:ext uri="{FF2B5EF4-FFF2-40B4-BE49-F238E27FC236}">
                  <a16:creationId xmlns:a16="http://schemas.microsoft.com/office/drawing/2014/main" id="{C43326C5-E051-65D0-E004-A628923B7257}"/>
                </a:ext>
              </a:extLst>
            </p:cNvPr>
            <p:cNvSpPr/>
            <p:nvPr/>
          </p:nvSpPr>
          <p:spPr>
            <a:xfrm>
              <a:off x="12090485" y="1594495"/>
              <a:ext cx="48919" cy="38781"/>
            </a:xfrm>
            <a:custGeom>
              <a:avLst/>
              <a:gdLst>
                <a:gd name="connsiteX0" fmla="*/ 48920 w 48919"/>
                <a:gd name="connsiteY0" fmla="*/ 19391 h 38781"/>
                <a:gd name="connsiteX1" fmla="*/ 24460 w 48919"/>
                <a:gd name="connsiteY1" fmla="*/ 38781 h 38781"/>
                <a:gd name="connsiteX2" fmla="*/ 0 w 48919"/>
                <a:gd name="connsiteY2" fmla="*/ 19391 h 38781"/>
                <a:gd name="connsiteX3" fmla="*/ 24460 w 48919"/>
                <a:gd name="connsiteY3" fmla="*/ 0 h 38781"/>
                <a:gd name="connsiteX4" fmla="*/ 48920 w 48919"/>
                <a:gd name="connsiteY4" fmla="*/ 19391 h 38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919" h="38781">
                  <a:moveTo>
                    <a:pt x="48920" y="19391"/>
                  </a:moveTo>
                  <a:cubicBezTo>
                    <a:pt x="48920" y="30036"/>
                    <a:pt x="38021" y="38781"/>
                    <a:pt x="24460" y="38781"/>
                  </a:cubicBezTo>
                  <a:cubicBezTo>
                    <a:pt x="10899" y="38781"/>
                    <a:pt x="0" y="30036"/>
                    <a:pt x="0" y="19391"/>
                  </a:cubicBezTo>
                  <a:cubicBezTo>
                    <a:pt x="0" y="8745"/>
                    <a:pt x="10899" y="0"/>
                    <a:pt x="24460" y="0"/>
                  </a:cubicBezTo>
                  <a:cubicBezTo>
                    <a:pt x="38021" y="0"/>
                    <a:pt x="48920" y="8745"/>
                    <a:pt x="48920" y="193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21" name="Freeform: Shape 6020">
              <a:extLst>
                <a:ext uri="{FF2B5EF4-FFF2-40B4-BE49-F238E27FC236}">
                  <a16:creationId xmlns:a16="http://schemas.microsoft.com/office/drawing/2014/main" id="{D4F6FFC2-FA2A-400F-E651-81C777AB3A92}"/>
                </a:ext>
              </a:extLst>
            </p:cNvPr>
            <p:cNvSpPr/>
            <p:nvPr/>
          </p:nvSpPr>
          <p:spPr>
            <a:xfrm>
              <a:off x="12136997" y="1694110"/>
              <a:ext cx="14195" cy="34472"/>
            </a:xfrm>
            <a:custGeom>
              <a:avLst/>
              <a:gdLst>
                <a:gd name="connsiteX0" fmla="*/ 0 w 14195"/>
                <a:gd name="connsiteY0" fmla="*/ 17236 h 34472"/>
                <a:gd name="connsiteX1" fmla="*/ 14195 w 14195"/>
                <a:gd name="connsiteY1" fmla="*/ 34472 h 34472"/>
                <a:gd name="connsiteX2" fmla="*/ 14195 w 14195"/>
                <a:gd name="connsiteY2" fmla="*/ 0 h 34472"/>
                <a:gd name="connsiteX3" fmla="*/ 0 w 14195"/>
                <a:gd name="connsiteY3" fmla="*/ 17236 h 34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95" h="34472">
                  <a:moveTo>
                    <a:pt x="0" y="17236"/>
                  </a:moveTo>
                  <a:cubicBezTo>
                    <a:pt x="0" y="24967"/>
                    <a:pt x="5830" y="31557"/>
                    <a:pt x="14195" y="34472"/>
                  </a:cubicBezTo>
                  <a:lnTo>
                    <a:pt x="14195" y="0"/>
                  </a:lnTo>
                  <a:cubicBezTo>
                    <a:pt x="5830" y="2915"/>
                    <a:pt x="0" y="9505"/>
                    <a:pt x="0" y="1723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22" name="Freeform: Shape 6021">
              <a:extLst>
                <a:ext uri="{FF2B5EF4-FFF2-40B4-BE49-F238E27FC236}">
                  <a16:creationId xmlns:a16="http://schemas.microsoft.com/office/drawing/2014/main" id="{394569DB-2D6D-BF84-2785-1497EE3D941B}"/>
                </a:ext>
              </a:extLst>
            </p:cNvPr>
            <p:cNvSpPr/>
            <p:nvPr/>
          </p:nvSpPr>
          <p:spPr>
            <a:xfrm>
              <a:off x="12141433" y="5460702"/>
              <a:ext cx="9758" cy="14067"/>
            </a:xfrm>
            <a:custGeom>
              <a:avLst/>
              <a:gdLst>
                <a:gd name="connsiteX0" fmla="*/ 8872 w 9758"/>
                <a:gd name="connsiteY0" fmla="*/ 127 h 14067"/>
                <a:gd name="connsiteX1" fmla="*/ 0 w 9758"/>
                <a:gd name="connsiteY1" fmla="*/ 7097 h 14067"/>
                <a:gd name="connsiteX2" fmla="*/ 8872 w 9758"/>
                <a:gd name="connsiteY2" fmla="*/ 14068 h 14067"/>
                <a:gd name="connsiteX3" fmla="*/ 9759 w 9758"/>
                <a:gd name="connsiteY3" fmla="*/ 13814 h 14067"/>
                <a:gd name="connsiteX4" fmla="*/ 9759 w 9758"/>
                <a:gd name="connsiteY4" fmla="*/ 380 h 14067"/>
                <a:gd name="connsiteX5" fmla="*/ 8872 w 9758"/>
                <a:gd name="connsiteY5" fmla="*/ 0 h 14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758" h="14067">
                  <a:moveTo>
                    <a:pt x="8872" y="127"/>
                  </a:moveTo>
                  <a:cubicBezTo>
                    <a:pt x="3929" y="127"/>
                    <a:pt x="0" y="3295"/>
                    <a:pt x="0" y="7097"/>
                  </a:cubicBezTo>
                  <a:cubicBezTo>
                    <a:pt x="0" y="10899"/>
                    <a:pt x="3929" y="14068"/>
                    <a:pt x="8872" y="14068"/>
                  </a:cubicBezTo>
                  <a:lnTo>
                    <a:pt x="9759" y="13814"/>
                  </a:lnTo>
                  <a:lnTo>
                    <a:pt x="9759" y="380"/>
                  </a:lnTo>
                  <a:lnTo>
                    <a:pt x="8872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23" name="Freeform: Shape 6022">
              <a:extLst>
                <a:ext uri="{FF2B5EF4-FFF2-40B4-BE49-F238E27FC236}">
                  <a16:creationId xmlns:a16="http://schemas.microsoft.com/office/drawing/2014/main" id="{9792A19E-92C2-92A3-40EE-7F47939B78E8}"/>
                </a:ext>
              </a:extLst>
            </p:cNvPr>
            <p:cNvSpPr/>
            <p:nvPr/>
          </p:nvSpPr>
          <p:spPr>
            <a:xfrm>
              <a:off x="12089851" y="5556641"/>
              <a:ext cx="15968" cy="12673"/>
            </a:xfrm>
            <a:custGeom>
              <a:avLst/>
              <a:gdLst>
                <a:gd name="connsiteX0" fmla="*/ 15969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9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9" y="6337"/>
                  </a:moveTo>
                  <a:cubicBezTo>
                    <a:pt x="15969" y="9885"/>
                    <a:pt x="12293" y="12674"/>
                    <a:pt x="7984" y="12674"/>
                  </a:cubicBezTo>
                  <a:cubicBezTo>
                    <a:pt x="3675" y="12674"/>
                    <a:pt x="0" y="9759"/>
                    <a:pt x="0" y="6337"/>
                  </a:cubicBezTo>
                  <a:cubicBezTo>
                    <a:pt x="0" y="2915"/>
                    <a:pt x="3548" y="0"/>
                    <a:pt x="7984" y="0"/>
                  </a:cubicBezTo>
                  <a:cubicBezTo>
                    <a:pt x="12420" y="0"/>
                    <a:pt x="15969" y="2788"/>
                    <a:pt x="15969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24" name="Freeform: Shape 6023">
              <a:extLst>
                <a:ext uri="{FF2B5EF4-FFF2-40B4-BE49-F238E27FC236}">
                  <a16:creationId xmlns:a16="http://schemas.microsoft.com/office/drawing/2014/main" id="{F0E1AD76-AB7A-0367-13CD-9EB4D4BC17E1}"/>
                </a:ext>
              </a:extLst>
            </p:cNvPr>
            <p:cNvSpPr/>
            <p:nvPr/>
          </p:nvSpPr>
          <p:spPr>
            <a:xfrm>
              <a:off x="12034974" y="5651186"/>
              <a:ext cx="15462" cy="12420"/>
            </a:xfrm>
            <a:custGeom>
              <a:avLst/>
              <a:gdLst>
                <a:gd name="connsiteX0" fmla="*/ 15462 w 15462"/>
                <a:gd name="connsiteY0" fmla="*/ 6210 h 12420"/>
                <a:gd name="connsiteX1" fmla="*/ 7731 w 15462"/>
                <a:gd name="connsiteY1" fmla="*/ 12420 h 12420"/>
                <a:gd name="connsiteX2" fmla="*/ 0 w 15462"/>
                <a:gd name="connsiteY2" fmla="*/ 6210 h 12420"/>
                <a:gd name="connsiteX3" fmla="*/ 7731 w 15462"/>
                <a:gd name="connsiteY3" fmla="*/ 0 h 12420"/>
                <a:gd name="connsiteX4" fmla="*/ 15462 w 15462"/>
                <a:gd name="connsiteY4" fmla="*/ 6210 h 12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62" h="12420">
                  <a:moveTo>
                    <a:pt x="15462" y="6210"/>
                  </a:moveTo>
                  <a:cubicBezTo>
                    <a:pt x="15462" y="9632"/>
                    <a:pt x="12040" y="12420"/>
                    <a:pt x="7731" y="12420"/>
                  </a:cubicBezTo>
                  <a:cubicBezTo>
                    <a:pt x="3422" y="12420"/>
                    <a:pt x="0" y="9632"/>
                    <a:pt x="0" y="6210"/>
                  </a:cubicBezTo>
                  <a:cubicBezTo>
                    <a:pt x="0" y="2788"/>
                    <a:pt x="3549" y="0"/>
                    <a:pt x="7731" y="0"/>
                  </a:cubicBezTo>
                  <a:cubicBezTo>
                    <a:pt x="11913" y="0"/>
                    <a:pt x="15462" y="2788"/>
                    <a:pt x="15462" y="621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25" name="Freeform: Shape 6024">
              <a:extLst>
                <a:ext uri="{FF2B5EF4-FFF2-40B4-BE49-F238E27FC236}">
                  <a16:creationId xmlns:a16="http://schemas.microsoft.com/office/drawing/2014/main" id="{0A16BBB0-D467-CD6D-6BD3-D0B246F02CF5}"/>
                </a:ext>
              </a:extLst>
            </p:cNvPr>
            <p:cNvSpPr/>
            <p:nvPr/>
          </p:nvSpPr>
          <p:spPr>
            <a:xfrm>
              <a:off x="11977943" y="5745098"/>
              <a:ext cx="14701" cy="11659"/>
            </a:xfrm>
            <a:custGeom>
              <a:avLst/>
              <a:gdLst>
                <a:gd name="connsiteX0" fmla="*/ 14702 w 14701"/>
                <a:gd name="connsiteY0" fmla="*/ 5830 h 11659"/>
                <a:gd name="connsiteX1" fmla="*/ 7351 w 14701"/>
                <a:gd name="connsiteY1" fmla="*/ 11660 h 11659"/>
                <a:gd name="connsiteX2" fmla="*/ 0 w 14701"/>
                <a:gd name="connsiteY2" fmla="*/ 5830 h 11659"/>
                <a:gd name="connsiteX3" fmla="*/ 7351 w 14701"/>
                <a:gd name="connsiteY3" fmla="*/ 0 h 11659"/>
                <a:gd name="connsiteX4" fmla="*/ 14702 w 14701"/>
                <a:gd name="connsiteY4" fmla="*/ 5830 h 11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01" h="11659">
                  <a:moveTo>
                    <a:pt x="14702" y="5830"/>
                  </a:moveTo>
                  <a:cubicBezTo>
                    <a:pt x="14702" y="8998"/>
                    <a:pt x="11407" y="11660"/>
                    <a:pt x="7351" y="11660"/>
                  </a:cubicBezTo>
                  <a:cubicBezTo>
                    <a:pt x="3295" y="11660"/>
                    <a:pt x="0" y="8998"/>
                    <a:pt x="0" y="5830"/>
                  </a:cubicBezTo>
                  <a:cubicBezTo>
                    <a:pt x="0" y="2661"/>
                    <a:pt x="3295" y="0"/>
                    <a:pt x="7351" y="0"/>
                  </a:cubicBezTo>
                  <a:cubicBezTo>
                    <a:pt x="11407" y="0"/>
                    <a:pt x="14702" y="2661"/>
                    <a:pt x="14702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26" name="Freeform: Shape 6025">
              <a:extLst>
                <a:ext uri="{FF2B5EF4-FFF2-40B4-BE49-F238E27FC236}">
                  <a16:creationId xmlns:a16="http://schemas.microsoft.com/office/drawing/2014/main" id="{F5DB5BEB-68EC-D074-E892-CFAE8A5514C8}"/>
                </a:ext>
              </a:extLst>
            </p:cNvPr>
            <p:cNvSpPr/>
            <p:nvPr/>
          </p:nvSpPr>
          <p:spPr>
            <a:xfrm>
              <a:off x="11918885" y="5838122"/>
              <a:ext cx="13433" cy="10645"/>
            </a:xfrm>
            <a:custGeom>
              <a:avLst/>
              <a:gdLst>
                <a:gd name="connsiteX0" fmla="*/ 13434 w 13433"/>
                <a:gd name="connsiteY0" fmla="*/ 5323 h 10645"/>
                <a:gd name="connsiteX1" fmla="*/ 6717 w 13433"/>
                <a:gd name="connsiteY1" fmla="*/ 10646 h 10645"/>
                <a:gd name="connsiteX2" fmla="*/ 0 w 13433"/>
                <a:gd name="connsiteY2" fmla="*/ 5323 h 10645"/>
                <a:gd name="connsiteX3" fmla="*/ 6717 w 13433"/>
                <a:gd name="connsiteY3" fmla="*/ 0 h 10645"/>
                <a:gd name="connsiteX4" fmla="*/ 13434 w 13433"/>
                <a:gd name="connsiteY4" fmla="*/ 5323 h 1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33" h="10645">
                  <a:moveTo>
                    <a:pt x="13434" y="5323"/>
                  </a:moveTo>
                  <a:cubicBezTo>
                    <a:pt x="13434" y="8238"/>
                    <a:pt x="10392" y="10646"/>
                    <a:pt x="6717" y="10646"/>
                  </a:cubicBezTo>
                  <a:cubicBezTo>
                    <a:pt x="3042" y="10646"/>
                    <a:pt x="0" y="8238"/>
                    <a:pt x="0" y="5323"/>
                  </a:cubicBezTo>
                  <a:lnTo>
                    <a:pt x="6717" y="0"/>
                  </a:lnTo>
                  <a:cubicBezTo>
                    <a:pt x="10392" y="0"/>
                    <a:pt x="13434" y="2408"/>
                    <a:pt x="13434" y="532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27" name="Freeform: Shape 6026">
              <a:extLst>
                <a:ext uri="{FF2B5EF4-FFF2-40B4-BE49-F238E27FC236}">
                  <a16:creationId xmlns:a16="http://schemas.microsoft.com/office/drawing/2014/main" id="{1E6E9542-D94B-4D28-C9DE-454D9C659924}"/>
                </a:ext>
              </a:extLst>
            </p:cNvPr>
            <p:cNvSpPr/>
            <p:nvPr/>
          </p:nvSpPr>
          <p:spPr>
            <a:xfrm>
              <a:off x="11857164" y="5930132"/>
              <a:ext cx="12546" cy="9885"/>
            </a:xfrm>
            <a:custGeom>
              <a:avLst/>
              <a:gdLst>
                <a:gd name="connsiteX0" fmla="*/ 12547 w 12546"/>
                <a:gd name="connsiteY0" fmla="*/ 4943 h 9885"/>
                <a:gd name="connsiteX1" fmla="*/ 6337 w 12546"/>
                <a:gd name="connsiteY1" fmla="*/ 9885 h 9885"/>
                <a:gd name="connsiteX2" fmla="*/ 0 w 12546"/>
                <a:gd name="connsiteY2" fmla="*/ 4943 h 9885"/>
                <a:gd name="connsiteX3" fmla="*/ 6337 w 12546"/>
                <a:gd name="connsiteY3" fmla="*/ 0 h 9885"/>
                <a:gd name="connsiteX4" fmla="*/ 12547 w 12546"/>
                <a:gd name="connsiteY4" fmla="*/ 4943 h 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46" h="9885">
                  <a:moveTo>
                    <a:pt x="12547" y="4943"/>
                  </a:moveTo>
                  <a:lnTo>
                    <a:pt x="6337" y="9885"/>
                  </a:lnTo>
                  <a:lnTo>
                    <a:pt x="0" y="4943"/>
                  </a:lnTo>
                  <a:lnTo>
                    <a:pt x="6337" y="0"/>
                  </a:lnTo>
                  <a:lnTo>
                    <a:pt x="12547" y="494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28" name="Freeform: Shape 6027">
              <a:extLst>
                <a:ext uri="{FF2B5EF4-FFF2-40B4-BE49-F238E27FC236}">
                  <a16:creationId xmlns:a16="http://schemas.microsoft.com/office/drawing/2014/main" id="{A33D7EBE-9C3D-93DE-E848-D84D283CF6C2}"/>
                </a:ext>
              </a:extLst>
            </p:cNvPr>
            <p:cNvSpPr/>
            <p:nvPr/>
          </p:nvSpPr>
          <p:spPr>
            <a:xfrm>
              <a:off x="11793416" y="6021255"/>
              <a:ext cx="11279" cy="8871"/>
            </a:xfrm>
            <a:custGeom>
              <a:avLst/>
              <a:gdLst>
                <a:gd name="connsiteX0" fmla="*/ 11280 w 11279"/>
                <a:gd name="connsiteY0" fmla="*/ 4436 h 8871"/>
                <a:gd name="connsiteX1" fmla="*/ 5703 w 11279"/>
                <a:gd name="connsiteY1" fmla="*/ 8871 h 8871"/>
                <a:gd name="connsiteX2" fmla="*/ 0 w 11279"/>
                <a:gd name="connsiteY2" fmla="*/ 4436 h 8871"/>
                <a:gd name="connsiteX3" fmla="*/ 5703 w 11279"/>
                <a:gd name="connsiteY3" fmla="*/ 0 h 8871"/>
                <a:gd name="connsiteX4" fmla="*/ 11280 w 11279"/>
                <a:gd name="connsiteY4" fmla="*/ 4436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79" h="8871">
                  <a:moveTo>
                    <a:pt x="11280" y="4436"/>
                  </a:moveTo>
                  <a:lnTo>
                    <a:pt x="5703" y="8871"/>
                  </a:lnTo>
                  <a:lnTo>
                    <a:pt x="0" y="4436"/>
                  </a:lnTo>
                  <a:lnTo>
                    <a:pt x="5703" y="0"/>
                  </a:lnTo>
                  <a:lnTo>
                    <a:pt x="11280" y="44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29" name="Freeform: Shape 6028">
              <a:extLst>
                <a:ext uri="{FF2B5EF4-FFF2-40B4-BE49-F238E27FC236}">
                  <a16:creationId xmlns:a16="http://schemas.microsoft.com/office/drawing/2014/main" id="{B2311A17-03A9-6FE6-60FB-EBF473B336D9}"/>
                </a:ext>
              </a:extLst>
            </p:cNvPr>
            <p:cNvSpPr/>
            <p:nvPr/>
          </p:nvSpPr>
          <p:spPr>
            <a:xfrm>
              <a:off x="11727133" y="6110984"/>
              <a:ext cx="10519" cy="8364"/>
            </a:xfrm>
            <a:custGeom>
              <a:avLst/>
              <a:gdLst>
                <a:gd name="connsiteX0" fmla="*/ 10519 w 10519"/>
                <a:gd name="connsiteY0" fmla="*/ 4183 h 8364"/>
                <a:gd name="connsiteX1" fmla="*/ 5196 w 10519"/>
                <a:gd name="connsiteY1" fmla="*/ 8365 h 8364"/>
                <a:gd name="connsiteX2" fmla="*/ 0 w 10519"/>
                <a:gd name="connsiteY2" fmla="*/ 4183 h 8364"/>
                <a:gd name="connsiteX3" fmla="*/ 5196 w 10519"/>
                <a:gd name="connsiteY3" fmla="*/ 0 h 8364"/>
                <a:gd name="connsiteX4" fmla="*/ 10519 w 10519"/>
                <a:gd name="connsiteY4" fmla="*/ 4183 h 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19" h="8364">
                  <a:moveTo>
                    <a:pt x="10519" y="4183"/>
                  </a:moveTo>
                  <a:lnTo>
                    <a:pt x="5196" y="8365"/>
                  </a:lnTo>
                  <a:lnTo>
                    <a:pt x="0" y="4183"/>
                  </a:lnTo>
                  <a:lnTo>
                    <a:pt x="5196" y="0"/>
                  </a:lnTo>
                  <a:lnTo>
                    <a:pt x="10519" y="418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30" name="Freeform: Shape 6029">
              <a:extLst>
                <a:ext uri="{FF2B5EF4-FFF2-40B4-BE49-F238E27FC236}">
                  <a16:creationId xmlns:a16="http://schemas.microsoft.com/office/drawing/2014/main" id="{195688E7-AFD0-A5A6-4A12-36005A749CFD}"/>
                </a:ext>
              </a:extLst>
            </p:cNvPr>
            <p:cNvSpPr/>
            <p:nvPr/>
          </p:nvSpPr>
          <p:spPr>
            <a:xfrm>
              <a:off x="11658442" y="6199699"/>
              <a:ext cx="9885" cy="7857"/>
            </a:xfrm>
            <a:custGeom>
              <a:avLst/>
              <a:gdLst>
                <a:gd name="connsiteX0" fmla="*/ 9885 w 9885"/>
                <a:gd name="connsiteY0" fmla="*/ 3929 h 7857"/>
                <a:gd name="connsiteX1" fmla="*/ 4942 w 9885"/>
                <a:gd name="connsiteY1" fmla="*/ 7858 h 7857"/>
                <a:gd name="connsiteX2" fmla="*/ 0 w 9885"/>
                <a:gd name="connsiteY2" fmla="*/ 3929 h 7857"/>
                <a:gd name="connsiteX3" fmla="*/ 4942 w 9885"/>
                <a:gd name="connsiteY3" fmla="*/ 0 h 7857"/>
                <a:gd name="connsiteX4" fmla="*/ 9885 w 9885"/>
                <a:gd name="connsiteY4" fmla="*/ 3929 h 7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85" h="7857">
                  <a:moveTo>
                    <a:pt x="9885" y="3929"/>
                  </a:moveTo>
                  <a:lnTo>
                    <a:pt x="4942" y="7858"/>
                  </a:lnTo>
                  <a:lnTo>
                    <a:pt x="0" y="3929"/>
                  </a:lnTo>
                  <a:lnTo>
                    <a:pt x="4942" y="0"/>
                  </a:lnTo>
                  <a:lnTo>
                    <a:pt x="9885" y="392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31" name="Freeform: Shape 6030">
              <a:extLst>
                <a:ext uri="{FF2B5EF4-FFF2-40B4-BE49-F238E27FC236}">
                  <a16:creationId xmlns:a16="http://schemas.microsoft.com/office/drawing/2014/main" id="{E46AC9FF-8EEB-A180-B94E-E6B928D5EC95}"/>
                </a:ext>
              </a:extLst>
            </p:cNvPr>
            <p:cNvSpPr/>
            <p:nvPr/>
          </p:nvSpPr>
          <p:spPr>
            <a:xfrm>
              <a:off x="11587977" y="6287654"/>
              <a:ext cx="8491" cy="6716"/>
            </a:xfrm>
            <a:custGeom>
              <a:avLst/>
              <a:gdLst>
                <a:gd name="connsiteX0" fmla="*/ 8491 w 8491"/>
                <a:gd name="connsiteY0" fmla="*/ 3295 h 6716"/>
                <a:gd name="connsiteX1" fmla="*/ 4309 w 8491"/>
                <a:gd name="connsiteY1" fmla="*/ 6717 h 6716"/>
                <a:gd name="connsiteX2" fmla="*/ 0 w 8491"/>
                <a:gd name="connsiteY2" fmla="*/ 3295 h 6716"/>
                <a:gd name="connsiteX3" fmla="*/ 4309 w 8491"/>
                <a:gd name="connsiteY3" fmla="*/ 0 h 6716"/>
                <a:gd name="connsiteX4" fmla="*/ 8491 w 8491"/>
                <a:gd name="connsiteY4" fmla="*/ 3295 h 6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91" h="6716">
                  <a:moveTo>
                    <a:pt x="8491" y="3295"/>
                  </a:moveTo>
                  <a:lnTo>
                    <a:pt x="4309" y="6717"/>
                  </a:lnTo>
                  <a:lnTo>
                    <a:pt x="0" y="3295"/>
                  </a:lnTo>
                  <a:lnTo>
                    <a:pt x="4309" y="0"/>
                  </a:lnTo>
                  <a:lnTo>
                    <a:pt x="8491" y="32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32" name="Freeform: Shape 6031">
              <a:extLst>
                <a:ext uri="{FF2B5EF4-FFF2-40B4-BE49-F238E27FC236}">
                  <a16:creationId xmlns:a16="http://schemas.microsoft.com/office/drawing/2014/main" id="{64995DEA-E584-547B-767C-050E53B43F89}"/>
                </a:ext>
              </a:extLst>
            </p:cNvPr>
            <p:cNvSpPr/>
            <p:nvPr/>
          </p:nvSpPr>
          <p:spPr>
            <a:xfrm>
              <a:off x="11514850" y="6374088"/>
              <a:ext cx="7857" cy="6209"/>
            </a:xfrm>
            <a:custGeom>
              <a:avLst/>
              <a:gdLst>
                <a:gd name="connsiteX0" fmla="*/ 7858 w 7857"/>
                <a:gd name="connsiteY0" fmla="*/ 3042 h 6209"/>
                <a:gd name="connsiteX1" fmla="*/ 3929 w 7857"/>
                <a:gd name="connsiteY1" fmla="*/ 6210 h 6209"/>
                <a:gd name="connsiteX2" fmla="*/ 0 w 7857"/>
                <a:gd name="connsiteY2" fmla="*/ 3042 h 6209"/>
                <a:gd name="connsiteX3" fmla="*/ 3929 w 7857"/>
                <a:gd name="connsiteY3" fmla="*/ 0 h 6209"/>
                <a:gd name="connsiteX4" fmla="*/ 7858 w 7857"/>
                <a:gd name="connsiteY4" fmla="*/ 3042 h 6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57" h="6209">
                  <a:moveTo>
                    <a:pt x="7858" y="3042"/>
                  </a:moveTo>
                  <a:lnTo>
                    <a:pt x="3929" y="6210"/>
                  </a:lnTo>
                  <a:lnTo>
                    <a:pt x="0" y="3042"/>
                  </a:lnTo>
                  <a:lnTo>
                    <a:pt x="3929" y="0"/>
                  </a:lnTo>
                  <a:lnTo>
                    <a:pt x="7858" y="30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33" name="Freeform: Shape 6032">
              <a:extLst>
                <a:ext uri="{FF2B5EF4-FFF2-40B4-BE49-F238E27FC236}">
                  <a16:creationId xmlns:a16="http://schemas.microsoft.com/office/drawing/2014/main" id="{4BED421F-724E-58ED-626A-0D29CED9B076}"/>
                </a:ext>
              </a:extLst>
            </p:cNvPr>
            <p:cNvSpPr/>
            <p:nvPr/>
          </p:nvSpPr>
          <p:spPr>
            <a:xfrm>
              <a:off x="11439949" y="6459508"/>
              <a:ext cx="6590" cy="5196"/>
            </a:xfrm>
            <a:custGeom>
              <a:avLst/>
              <a:gdLst>
                <a:gd name="connsiteX0" fmla="*/ 6591 w 6590"/>
                <a:gd name="connsiteY0" fmla="*/ 2661 h 5196"/>
                <a:gd name="connsiteX1" fmla="*/ 3295 w 6590"/>
                <a:gd name="connsiteY1" fmla="*/ 5196 h 5196"/>
                <a:gd name="connsiteX2" fmla="*/ 0 w 6590"/>
                <a:gd name="connsiteY2" fmla="*/ 2661 h 5196"/>
                <a:gd name="connsiteX3" fmla="*/ 3295 w 6590"/>
                <a:gd name="connsiteY3" fmla="*/ 0 h 5196"/>
                <a:gd name="connsiteX4" fmla="*/ 6591 w 6590"/>
                <a:gd name="connsiteY4" fmla="*/ 2661 h 5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90" h="5196">
                  <a:moveTo>
                    <a:pt x="6591" y="2661"/>
                  </a:moveTo>
                  <a:lnTo>
                    <a:pt x="3295" y="5196"/>
                  </a:lnTo>
                  <a:lnTo>
                    <a:pt x="0" y="2661"/>
                  </a:lnTo>
                  <a:lnTo>
                    <a:pt x="3295" y="0"/>
                  </a:lnTo>
                  <a:lnTo>
                    <a:pt x="6591" y="266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34" name="Freeform: Shape 6033">
              <a:extLst>
                <a:ext uri="{FF2B5EF4-FFF2-40B4-BE49-F238E27FC236}">
                  <a16:creationId xmlns:a16="http://schemas.microsoft.com/office/drawing/2014/main" id="{F532D5AF-C033-5B50-39C5-B91466DACAAE}"/>
                </a:ext>
              </a:extLst>
            </p:cNvPr>
            <p:cNvSpPr/>
            <p:nvPr/>
          </p:nvSpPr>
          <p:spPr>
            <a:xfrm>
              <a:off x="11362640" y="6543534"/>
              <a:ext cx="5830" cy="4689"/>
            </a:xfrm>
            <a:custGeom>
              <a:avLst/>
              <a:gdLst>
                <a:gd name="connsiteX0" fmla="*/ 5830 w 5830"/>
                <a:gd name="connsiteY0" fmla="*/ 2408 h 4689"/>
                <a:gd name="connsiteX1" fmla="*/ 2915 w 5830"/>
                <a:gd name="connsiteY1" fmla="*/ 4689 h 4689"/>
                <a:gd name="connsiteX2" fmla="*/ 0 w 5830"/>
                <a:gd name="connsiteY2" fmla="*/ 2408 h 4689"/>
                <a:gd name="connsiteX3" fmla="*/ 2915 w 5830"/>
                <a:gd name="connsiteY3" fmla="*/ 0 h 4689"/>
                <a:gd name="connsiteX4" fmla="*/ 5830 w 5830"/>
                <a:gd name="connsiteY4" fmla="*/ 2408 h 4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30" h="4689">
                  <a:moveTo>
                    <a:pt x="5830" y="2408"/>
                  </a:moveTo>
                  <a:lnTo>
                    <a:pt x="2915" y="4689"/>
                  </a:lnTo>
                  <a:lnTo>
                    <a:pt x="0" y="2408"/>
                  </a:lnTo>
                  <a:lnTo>
                    <a:pt x="2915" y="0"/>
                  </a:lnTo>
                  <a:lnTo>
                    <a:pt x="5830" y="240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35" name="Freeform: Shape 6034">
              <a:extLst>
                <a:ext uri="{FF2B5EF4-FFF2-40B4-BE49-F238E27FC236}">
                  <a16:creationId xmlns:a16="http://schemas.microsoft.com/office/drawing/2014/main" id="{6090F63C-0D41-D2DA-3E22-2B9343AC646F}"/>
                </a:ext>
              </a:extLst>
            </p:cNvPr>
            <p:cNvSpPr/>
            <p:nvPr/>
          </p:nvSpPr>
          <p:spPr>
            <a:xfrm>
              <a:off x="11283430" y="6626546"/>
              <a:ext cx="4689" cy="3675"/>
            </a:xfrm>
            <a:custGeom>
              <a:avLst/>
              <a:gdLst>
                <a:gd name="connsiteX0" fmla="*/ 4689 w 4689"/>
                <a:gd name="connsiteY0" fmla="*/ 1901 h 3675"/>
                <a:gd name="connsiteX1" fmla="*/ 2281 w 4689"/>
                <a:gd name="connsiteY1" fmla="*/ 3676 h 3675"/>
                <a:gd name="connsiteX2" fmla="*/ 0 w 4689"/>
                <a:gd name="connsiteY2" fmla="*/ 1901 h 3675"/>
                <a:gd name="connsiteX3" fmla="*/ 2281 w 4689"/>
                <a:gd name="connsiteY3" fmla="*/ 0 h 3675"/>
                <a:gd name="connsiteX4" fmla="*/ 4689 w 4689"/>
                <a:gd name="connsiteY4" fmla="*/ 1901 h 3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89" h="3675">
                  <a:moveTo>
                    <a:pt x="4689" y="1901"/>
                  </a:moveTo>
                  <a:lnTo>
                    <a:pt x="2281" y="3676"/>
                  </a:lnTo>
                  <a:lnTo>
                    <a:pt x="0" y="1901"/>
                  </a:lnTo>
                  <a:lnTo>
                    <a:pt x="2281" y="0"/>
                  </a:lnTo>
                  <a:lnTo>
                    <a:pt x="4689" y="190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36" name="Freeform: Shape 6035">
              <a:extLst>
                <a:ext uri="{FF2B5EF4-FFF2-40B4-BE49-F238E27FC236}">
                  <a16:creationId xmlns:a16="http://schemas.microsoft.com/office/drawing/2014/main" id="{A41A503C-E079-3421-3AE2-98AE057FFA1A}"/>
                </a:ext>
              </a:extLst>
            </p:cNvPr>
            <p:cNvSpPr/>
            <p:nvPr/>
          </p:nvSpPr>
          <p:spPr>
            <a:xfrm>
              <a:off x="11202066" y="6708291"/>
              <a:ext cx="3548" cy="2787"/>
            </a:xfrm>
            <a:custGeom>
              <a:avLst/>
              <a:gdLst>
                <a:gd name="connsiteX0" fmla="*/ 3548 w 3548"/>
                <a:gd name="connsiteY0" fmla="*/ 1267 h 2787"/>
                <a:gd name="connsiteX1" fmla="*/ 1774 w 3548"/>
                <a:gd name="connsiteY1" fmla="*/ 2788 h 2787"/>
                <a:gd name="connsiteX2" fmla="*/ 0 w 3548"/>
                <a:gd name="connsiteY2" fmla="*/ 1267 h 2787"/>
                <a:gd name="connsiteX3" fmla="*/ 1774 w 3548"/>
                <a:gd name="connsiteY3" fmla="*/ 0 h 2787"/>
                <a:gd name="connsiteX4" fmla="*/ 3548 w 3548"/>
                <a:gd name="connsiteY4" fmla="*/ 1267 h 2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7">
                  <a:moveTo>
                    <a:pt x="3548" y="1267"/>
                  </a:moveTo>
                  <a:lnTo>
                    <a:pt x="1774" y="2788"/>
                  </a:lnTo>
                  <a:lnTo>
                    <a:pt x="0" y="1267"/>
                  </a:lnTo>
                  <a:lnTo>
                    <a:pt x="1774" y="0"/>
                  </a:lnTo>
                  <a:lnTo>
                    <a:pt x="3548" y="126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37" name="Freeform: Shape 6036">
              <a:extLst>
                <a:ext uri="{FF2B5EF4-FFF2-40B4-BE49-F238E27FC236}">
                  <a16:creationId xmlns:a16="http://schemas.microsoft.com/office/drawing/2014/main" id="{6BC23FBE-11D0-3A2A-4EA7-674A17B01A01}"/>
                </a:ext>
              </a:extLst>
            </p:cNvPr>
            <p:cNvSpPr/>
            <p:nvPr/>
          </p:nvSpPr>
          <p:spPr>
            <a:xfrm>
              <a:off x="11118167" y="6788134"/>
              <a:ext cx="3548" cy="2788"/>
            </a:xfrm>
            <a:custGeom>
              <a:avLst/>
              <a:gdLst>
                <a:gd name="connsiteX0" fmla="*/ 3548 w 3548"/>
                <a:gd name="connsiteY0" fmla="*/ 1394 h 2788"/>
                <a:gd name="connsiteX1" fmla="*/ 1774 w 3548"/>
                <a:gd name="connsiteY1" fmla="*/ 2789 h 2788"/>
                <a:gd name="connsiteX2" fmla="*/ 0 w 3548"/>
                <a:gd name="connsiteY2" fmla="*/ 1394 h 2788"/>
                <a:gd name="connsiteX3" fmla="*/ 1774 w 3548"/>
                <a:gd name="connsiteY3" fmla="*/ 0 h 2788"/>
                <a:gd name="connsiteX4" fmla="*/ 3548 w 3548"/>
                <a:gd name="connsiteY4" fmla="*/ 1394 h 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8" h="2788">
                  <a:moveTo>
                    <a:pt x="3548" y="1394"/>
                  </a:moveTo>
                  <a:lnTo>
                    <a:pt x="1774" y="2789"/>
                  </a:lnTo>
                  <a:lnTo>
                    <a:pt x="0" y="1394"/>
                  </a:lnTo>
                  <a:lnTo>
                    <a:pt x="1774" y="0"/>
                  </a:lnTo>
                  <a:lnTo>
                    <a:pt x="3548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38" name="Freeform: Shape 6037">
              <a:extLst>
                <a:ext uri="{FF2B5EF4-FFF2-40B4-BE49-F238E27FC236}">
                  <a16:creationId xmlns:a16="http://schemas.microsoft.com/office/drawing/2014/main" id="{357CB357-8E8D-FD4B-9E12-8B4FF14E0155}"/>
                </a:ext>
              </a:extLst>
            </p:cNvPr>
            <p:cNvSpPr/>
            <p:nvPr/>
          </p:nvSpPr>
          <p:spPr>
            <a:xfrm>
              <a:off x="1176237" y="6769631"/>
              <a:ext cx="50187" cy="39794"/>
            </a:xfrm>
            <a:custGeom>
              <a:avLst/>
              <a:gdLst>
                <a:gd name="connsiteX0" fmla="*/ 50187 w 50187"/>
                <a:gd name="connsiteY0" fmla="*/ 19897 h 39794"/>
                <a:gd name="connsiteX1" fmla="*/ 25094 w 50187"/>
                <a:gd name="connsiteY1" fmla="*/ 39795 h 39794"/>
                <a:gd name="connsiteX2" fmla="*/ 0 w 50187"/>
                <a:gd name="connsiteY2" fmla="*/ 19897 h 39794"/>
                <a:gd name="connsiteX3" fmla="*/ 25094 w 50187"/>
                <a:gd name="connsiteY3" fmla="*/ 0 h 39794"/>
                <a:gd name="connsiteX4" fmla="*/ 50187 w 50187"/>
                <a:gd name="connsiteY4" fmla="*/ 19897 h 39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4">
                  <a:moveTo>
                    <a:pt x="50187" y="19897"/>
                  </a:moveTo>
                  <a:cubicBezTo>
                    <a:pt x="50187" y="30797"/>
                    <a:pt x="38908" y="39795"/>
                    <a:pt x="25094" y="39795"/>
                  </a:cubicBezTo>
                  <a:cubicBezTo>
                    <a:pt x="11279" y="39795"/>
                    <a:pt x="0" y="30924"/>
                    <a:pt x="0" y="19897"/>
                  </a:cubicBezTo>
                  <a:cubicBezTo>
                    <a:pt x="0" y="8871"/>
                    <a:pt x="11279" y="0"/>
                    <a:pt x="25094" y="0"/>
                  </a:cubicBezTo>
                  <a:cubicBezTo>
                    <a:pt x="38908" y="0"/>
                    <a:pt x="50187" y="8871"/>
                    <a:pt x="50187" y="198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39" name="Freeform: Shape 6038">
              <a:extLst>
                <a:ext uri="{FF2B5EF4-FFF2-40B4-BE49-F238E27FC236}">
                  <a16:creationId xmlns:a16="http://schemas.microsoft.com/office/drawing/2014/main" id="{6F86109C-56A4-700F-433C-3F7C7D543002}"/>
                </a:ext>
              </a:extLst>
            </p:cNvPr>
            <p:cNvSpPr/>
            <p:nvPr/>
          </p:nvSpPr>
          <p:spPr>
            <a:xfrm>
              <a:off x="1092211" y="6689661"/>
              <a:ext cx="50187" cy="39794"/>
            </a:xfrm>
            <a:custGeom>
              <a:avLst/>
              <a:gdLst>
                <a:gd name="connsiteX0" fmla="*/ 50187 w 50187"/>
                <a:gd name="connsiteY0" fmla="*/ 19897 h 39794"/>
                <a:gd name="connsiteX1" fmla="*/ 25094 w 50187"/>
                <a:gd name="connsiteY1" fmla="*/ 39795 h 39794"/>
                <a:gd name="connsiteX2" fmla="*/ 0 w 50187"/>
                <a:gd name="connsiteY2" fmla="*/ 19897 h 39794"/>
                <a:gd name="connsiteX3" fmla="*/ 25094 w 50187"/>
                <a:gd name="connsiteY3" fmla="*/ 0 h 39794"/>
                <a:gd name="connsiteX4" fmla="*/ 50187 w 50187"/>
                <a:gd name="connsiteY4" fmla="*/ 19897 h 39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4">
                  <a:moveTo>
                    <a:pt x="50187" y="19897"/>
                  </a:moveTo>
                  <a:cubicBezTo>
                    <a:pt x="50187" y="30797"/>
                    <a:pt x="38908" y="39795"/>
                    <a:pt x="25094" y="39795"/>
                  </a:cubicBezTo>
                  <a:cubicBezTo>
                    <a:pt x="11279" y="39795"/>
                    <a:pt x="0" y="30923"/>
                    <a:pt x="0" y="19897"/>
                  </a:cubicBezTo>
                  <a:cubicBezTo>
                    <a:pt x="0" y="8871"/>
                    <a:pt x="11279" y="0"/>
                    <a:pt x="25094" y="0"/>
                  </a:cubicBezTo>
                  <a:cubicBezTo>
                    <a:pt x="38908" y="0"/>
                    <a:pt x="50187" y="8871"/>
                    <a:pt x="50187" y="198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40" name="Freeform: Shape 6039">
              <a:extLst>
                <a:ext uri="{FF2B5EF4-FFF2-40B4-BE49-F238E27FC236}">
                  <a16:creationId xmlns:a16="http://schemas.microsoft.com/office/drawing/2014/main" id="{29938848-5598-20D7-6F83-6210E8D5940A}"/>
                </a:ext>
              </a:extLst>
            </p:cNvPr>
            <p:cNvSpPr/>
            <p:nvPr/>
          </p:nvSpPr>
          <p:spPr>
            <a:xfrm>
              <a:off x="1010340" y="6608550"/>
              <a:ext cx="50187" cy="39795"/>
            </a:xfrm>
            <a:custGeom>
              <a:avLst/>
              <a:gdLst>
                <a:gd name="connsiteX0" fmla="*/ 50187 w 50187"/>
                <a:gd name="connsiteY0" fmla="*/ 19898 h 39795"/>
                <a:gd name="connsiteX1" fmla="*/ 25094 w 50187"/>
                <a:gd name="connsiteY1" fmla="*/ 39795 h 39795"/>
                <a:gd name="connsiteX2" fmla="*/ 0 w 50187"/>
                <a:gd name="connsiteY2" fmla="*/ 19898 h 39795"/>
                <a:gd name="connsiteX3" fmla="*/ 25094 w 50187"/>
                <a:gd name="connsiteY3" fmla="*/ 0 h 39795"/>
                <a:gd name="connsiteX4" fmla="*/ 50187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7" y="19898"/>
                  </a:moveTo>
                  <a:cubicBezTo>
                    <a:pt x="50187" y="30797"/>
                    <a:pt x="39035" y="39795"/>
                    <a:pt x="25094" y="39795"/>
                  </a:cubicBezTo>
                  <a:cubicBezTo>
                    <a:pt x="11153" y="39795"/>
                    <a:pt x="0" y="30924"/>
                    <a:pt x="0" y="19898"/>
                  </a:cubicBezTo>
                  <a:cubicBezTo>
                    <a:pt x="0" y="8872"/>
                    <a:pt x="11279" y="0"/>
                    <a:pt x="25094" y="0"/>
                  </a:cubicBezTo>
                  <a:cubicBezTo>
                    <a:pt x="38908" y="0"/>
                    <a:pt x="50187" y="8872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41" name="Freeform: Shape 6040">
              <a:extLst>
                <a:ext uri="{FF2B5EF4-FFF2-40B4-BE49-F238E27FC236}">
                  <a16:creationId xmlns:a16="http://schemas.microsoft.com/office/drawing/2014/main" id="{1A8D7262-60F1-F981-6AB1-CBD2B300E490}"/>
                </a:ext>
              </a:extLst>
            </p:cNvPr>
            <p:cNvSpPr/>
            <p:nvPr/>
          </p:nvSpPr>
          <p:spPr>
            <a:xfrm>
              <a:off x="930496" y="6526044"/>
              <a:ext cx="50187" cy="39795"/>
            </a:xfrm>
            <a:custGeom>
              <a:avLst/>
              <a:gdLst>
                <a:gd name="connsiteX0" fmla="*/ 50187 w 50187"/>
                <a:gd name="connsiteY0" fmla="*/ 19898 h 39795"/>
                <a:gd name="connsiteX1" fmla="*/ 25094 w 50187"/>
                <a:gd name="connsiteY1" fmla="*/ 39795 h 39795"/>
                <a:gd name="connsiteX2" fmla="*/ 0 w 50187"/>
                <a:gd name="connsiteY2" fmla="*/ 19898 h 39795"/>
                <a:gd name="connsiteX3" fmla="*/ 25094 w 50187"/>
                <a:gd name="connsiteY3" fmla="*/ 0 h 39795"/>
                <a:gd name="connsiteX4" fmla="*/ 50187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7" y="19898"/>
                  </a:moveTo>
                  <a:cubicBezTo>
                    <a:pt x="50187" y="30797"/>
                    <a:pt x="38908" y="39795"/>
                    <a:pt x="25094" y="39795"/>
                  </a:cubicBezTo>
                  <a:cubicBezTo>
                    <a:pt x="11279" y="39795"/>
                    <a:pt x="0" y="30924"/>
                    <a:pt x="0" y="19898"/>
                  </a:cubicBezTo>
                  <a:cubicBezTo>
                    <a:pt x="0" y="8872"/>
                    <a:pt x="11279" y="0"/>
                    <a:pt x="25094" y="0"/>
                  </a:cubicBezTo>
                  <a:cubicBezTo>
                    <a:pt x="38908" y="0"/>
                    <a:pt x="50187" y="8872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42" name="Freeform: Shape 6041">
              <a:extLst>
                <a:ext uri="{FF2B5EF4-FFF2-40B4-BE49-F238E27FC236}">
                  <a16:creationId xmlns:a16="http://schemas.microsoft.com/office/drawing/2014/main" id="{6362592A-8C37-97CD-036D-AA6A8D22E400}"/>
                </a:ext>
              </a:extLst>
            </p:cNvPr>
            <p:cNvSpPr/>
            <p:nvPr/>
          </p:nvSpPr>
          <p:spPr>
            <a:xfrm>
              <a:off x="852807" y="6442272"/>
              <a:ext cx="50187" cy="39794"/>
            </a:xfrm>
            <a:custGeom>
              <a:avLst/>
              <a:gdLst>
                <a:gd name="connsiteX0" fmla="*/ 50187 w 50187"/>
                <a:gd name="connsiteY0" fmla="*/ 19897 h 39794"/>
                <a:gd name="connsiteX1" fmla="*/ 25094 w 50187"/>
                <a:gd name="connsiteY1" fmla="*/ 39795 h 39794"/>
                <a:gd name="connsiteX2" fmla="*/ 0 w 50187"/>
                <a:gd name="connsiteY2" fmla="*/ 19897 h 39794"/>
                <a:gd name="connsiteX3" fmla="*/ 25094 w 50187"/>
                <a:gd name="connsiteY3" fmla="*/ 0 h 39794"/>
                <a:gd name="connsiteX4" fmla="*/ 50187 w 50187"/>
                <a:gd name="connsiteY4" fmla="*/ 19897 h 39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4">
                  <a:moveTo>
                    <a:pt x="50187" y="19897"/>
                  </a:moveTo>
                  <a:cubicBezTo>
                    <a:pt x="50187" y="30924"/>
                    <a:pt x="38908" y="39795"/>
                    <a:pt x="25094" y="39795"/>
                  </a:cubicBezTo>
                  <a:cubicBezTo>
                    <a:pt x="11279" y="39795"/>
                    <a:pt x="0" y="30924"/>
                    <a:pt x="0" y="19897"/>
                  </a:cubicBezTo>
                  <a:cubicBezTo>
                    <a:pt x="0" y="8871"/>
                    <a:pt x="11153" y="0"/>
                    <a:pt x="25094" y="0"/>
                  </a:cubicBezTo>
                  <a:cubicBezTo>
                    <a:pt x="39035" y="0"/>
                    <a:pt x="50187" y="8871"/>
                    <a:pt x="50187" y="198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43" name="Freeform: Shape 6042">
              <a:extLst>
                <a:ext uri="{FF2B5EF4-FFF2-40B4-BE49-F238E27FC236}">
                  <a16:creationId xmlns:a16="http://schemas.microsoft.com/office/drawing/2014/main" id="{0E7950F8-3347-3E94-D298-A44B5D022498}"/>
                </a:ext>
              </a:extLst>
            </p:cNvPr>
            <p:cNvSpPr/>
            <p:nvPr/>
          </p:nvSpPr>
          <p:spPr>
            <a:xfrm>
              <a:off x="777272" y="6357232"/>
              <a:ext cx="50187" cy="39795"/>
            </a:xfrm>
            <a:custGeom>
              <a:avLst/>
              <a:gdLst>
                <a:gd name="connsiteX0" fmla="*/ 50187 w 50187"/>
                <a:gd name="connsiteY0" fmla="*/ 19898 h 39795"/>
                <a:gd name="connsiteX1" fmla="*/ 25094 w 50187"/>
                <a:gd name="connsiteY1" fmla="*/ 39795 h 39795"/>
                <a:gd name="connsiteX2" fmla="*/ 0 w 50187"/>
                <a:gd name="connsiteY2" fmla="*/ 19898 h 39795"/>
                <a:gd name="connsiteX3" fmla="*/ 25094 w 50187"/>
                <a:gd name="connsiteY3" fmla="*/ 0 h 39795"/>
                <a:gd name="connsiteX4" fmla="*/ 50187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7" y="19898"/>
                  </a:moveTo>
                  <a:cubicBezTo>
                    <a:pt x="50187" y="30924"/>
                    <a:pt x="38908" y="39795"/>
                    <a:pt x="25094" y="39795"/>
                  </a:cubicBezTo>
                  <a:cubicBezTo>
                    <a:pt x="11279" y="39795"/>
                    <a:pt x="0" y="30924"/>
                    <a:pt x="0" y="19898"/>
                  </a:cubicBezTo>
                  <a:cubicBezTo>
                    <a:pt x="0" y="8872"/>
                    <a:pt x="11279" y="0"/>
                    <a:pt x="25094" y="0"/>
                  </a:cubicBezTo>
                  <a:cubicBezTo>
                    <a:pt x="38908" y="0"/>
                    <a:pt x="50187" y="8872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44" name="Freeform: Shape 6043">
              <a:extLst>
                <a:ext uri="{FF2B5EF4-FFF2-40B4-BE49-F238E27FC236}">
                  <a16:creationId xmlns:a16="http://schemas.microsoft.com/office/drawing/2014/main" id="{859A5697-38E5-3341-DEE3-45E3999EC567}"/>
                </a:ext>
              </a:extLst>
            </p:cNvPr>
            <p:cNvSpPr/>
            <p:nvPr/>
          </p:nvSpPr>
          <p:spPr>
            <a:xfrm>
              <a:off x="703892" y="6271052"/>
              <a:ext cx="50187" cy="39795"/>
            </a:xfrm>
            <a:custGeom>
              <a:avLst/>
              <a:gdLst>
                <a:gd name="connsiteX0" fmla="*/ 50187 w 50187"/>
                <a:gd name="connsiteY0" fmla="*/ 19898 h 39795"/>
                <a:gd name="connsiteX1" fmla="*/ 25094 w 50187"/>
                <a:gd name="connsiteY1" fmla="*/ 39795 h 39795"/>
                <a:gd name="connsiteX2" fmla="*/ 0 w 50187"/>
                <a:gd name="connsiteY2" fmla="*/ 19898 h 39795"/>
                <a:gd name="connsiteX3" fmla="*/ 25094 w 50187"/>
                <a:gd name="connsiteY3" fmla="*/ 0 h 39795"/>
                <a:gd name="connsiteX4" fmla="*/ 50187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7" y="19898"/>
                  </a:moveTo>
                  <a:cubicBezTo>
                    <a:pt x="50187" y="30797"/>
                    <a:pt x="38908" y="39795"/>
                    <a:pt x="25094" y="39795"/>
                  </a:cubicBezTo>
                  <a:cubicBezTo>
                    <a:pt x="11279" y="39795"/>
                    <a:pt x="0" y="30924"/>
                    <a:pt x="0" y="19898"/>
                  </a:cubicBezTo>
                  <a:cubicBezTo>
                    <a:pt x="0" y="8872"/>
                    <a:pt x="11279" y="0"/>
                    <a:pt x="25094" y="0"/>
                  </a:cubicBezTo>
                  <a:cubicBezTo>
                    <a:pt x="38908" y="0"/>
                    <a:pt x="50187" y="8872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45" name="Freeform: Shape 6044">
              <a:extLst>
                <a:ext uri="{FF2B5EF4-FFF2-40B4-BE49-F238E27FC236}">
                  <a16:creationId xmlns:a16="http://schemas.microsoft.com/office/drawing/2014/main" id="{274F0113-53E4-3F8C-7CB7-C6DB28382DD6}"/>
                </a:ext>
              </a:extLst>
            </p:cNvPr>
            <p:cNvSpPr/>
            <p:nvPr/>
          </p:nvSpPr>
          <p:spPr>
            <a:xfrm>
              <a:off x="632666" y="6183730"/>
              <a:ext cx="50187" cy="39795"/>
            </a:xfrm>
            <a:custGeom>
              <a:avLst/>
              <a:gdLst>
                <a:gd name="connsiteX0" fmla="*/ 50187 w 50187"/>
                <a:gd name="connsiteY0" fmla="*/ 19898 h 39795"/>
                <a:gd name="connsiteX1" fmla="*/ 25094 w 50187"/>
                <a:gd name="connsiteY1" fmla="*/ 39795 h 39795"/>
                <a:gd name="connsiteX2" fmla="*/ 0 w 50187"/>
                <a:gd name="connsiteY2" fmla="*/ 19898 h 39795"/>
                <a:gd name="connsiteX3" fmla="*/ 25094 w 50187"/>
                <a:gd name="connsiteY3" fmla="*/ 0 h 39795"/>
                <a:gd name="connsiteX4" fmla="*/ 50187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7" y="19898"/>
                  </a:moveTo>
                  <a:cubicBezTo>
                    <a:pt x="50187" y="30797"/>
                    <a:pt x="38908" y="39795"/>
                    <a:pt x="25094" y="39795"/>
                  </a:cubicBezTo>
                  <a:cubicBezTo>
                    <a:pt x="11280" y="39795"/>
                    <a:pt x="0" y="30924"/>
                    <a:pt x="0" y="19898"/>
                  </a:cubicBezTo>
                  <a:cubicBezTo>
                    <a:pt x="0" y="8872"/>
                    <a:pt x="11280" y="0"/>
                    <a:pt x="25094" y="0"/>
                  </a:cubicBezTo>
                  <a:cubicBezTo>
                    <a:pt x="38908" y="0"/>
                    <a:pt x="50187" y="8872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46" name="Freeform: Shape 6045">
              <a:extLst>
                <a:ext uri="{FF2B5EF4-FFF2-40B4-BE49-F238E27FC236}">
                  <a16:creationId xmlns:a16="http://schemas.microsoft.com/office/drawing/2014/main" id="{C2FBE641-CB87-BA57-7210-962804558590}"/>
                </a:ext>
              </a:extLst>
            </p:cNvPr>
            <p:cNvSpPr/>
            <p:nvPr/>
          </p:nvSpPr>
          <p:spPr>
            <a:xfrm>
              <a:off x="563722" y="6095269"/>
              <a:ext cx="50187" cy="39794"/>
            </a:xfrm>
            <a:custGeom>
              <a:avLst/>
              <a:gdLst>
                <a:gd name="connsiteX0" fmla="*/ 50187 w 50187"/>
                <a:gd name="connsiteY0" fmla="*/ 19898 h 39794"/>
                <a:gd name="connsiteX1" fmla="*/ 25094 w 50187"/>
                <a:gd name="connsiteY1" fmla="*/ 39795 h 39794"/>
                <a:gd name="connsiteX2" fmla="*/ 0 w 50187"/>
                <a:gd name="connsiteY2" fmla="*/ 19898 h 39794"/>
                <a:gd name="connsiteX3" fmla="*/ 25094 w 50187"/>
                <a:gd name="connsiteY3" fmla="*/ 0 h 39794"/>
                <a:gd name="connsiteX4" fmla="*/ 50187 w 50187"/>
                <a:gd name="connsiteY4" fmla="*/ 19898 h 39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4">
                  <a:moveTo>
                    <a:pt x="50187" y="19898"/>
                  </a:moveTo>
                  <a:cubicBezTo>
                    <a:pt x="50187" y="30924"/>
                    <a:pt x="39035" y="39795"/>
                    <a:pt x="25094" y="39795"/>
                  </a:cubicBezTo>
                  <a:cubicBezTo>
                    <a:pt x="11153" y="39795"/>
                    <a:pt x="0" y="30924"/>
                    <a:pt x="0" y="19898"/>
                  </a:cubicBezTo>
                  <a:cubicBezTo>
                    <a:pt x="0" y="8871"/>
                    <a:pt x="11279" y="0"/>
                    <a:pt x="25094" y="0"/>
                  </a:cubicBezTo>
                  <a:cubicBezTo>
                    <a:pt x="38908" y="0"/>
                    <a:pt x="50187" y="8871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47" name="Freeform: Shape 6046">
              <a:extLst>
                <a:ext uri="{FF2B5EF4-FFF2-40B4-BE49-F238E27FC236}">
                  <a16:creationId xmlns:a16="http://schemas.microsoft.com/office/drawing/2014/main" id="{9701CC75-F055-AD7E-A8BF-4CEAF52E899A}"/>
                </a:ext>
              </a:extLst>
            </p:cNvPr>
            <p:cNvSpPr/>
            <p:nvPr/>
          </p:nvSpPr>
          <p:spPr>
            <a:xfrm>
              <a:off x="497059" y="6005793"/>
              <a:ext cx="50187" cy="39794"/>
            </a:xfrm>
            <a:custGeom>
              <a:avLst/>
              <a:gdLst>
                <a:gd name="connsiteX0" fmla="*/ 50187 w 50187"/>
                <a:gd name="connsiteY0" fmla="*/ 19898 h 39794"/>
                <a:gd name="connsiteX1" fmla="*/ 25094 w 50187"/>
                <a:gd name="connsiteY1" fmla="*/ 39795 h 39794"/>
                <a:gd name="connsiteX2" fmla="*/ 0 w 50187"/>
                <a:gd name="connsiteY2" fmla="*/ 19898 h 39794"/>
                <a:gd name="connsiteX3" fmla="*/ 25094 w 50187"/>
                <a:gd name="connsiteY3" fmla="*/ 0 h 39794"/>
                <a:gd name="connsiteX4" fmla="*/ 50187 w 50187"/>
                <a:gd name="connsiteY4" fmla="*/ 19898 h 39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4">
                  <a:moveTo>
                    <a:pt x="50187" y="19898"/>
                  </a:moveTo>
                  <a:cubicBezTo>
                    <a:pt x="50187" y="30797"/>
                    <a:pt x="39035" y="39795"/>
                    <a:pt x="25094" y="39795"/>
                  </a:cubicBezTo>
                  <a:cubicBezTo>
                    <a:pt x="11153" y="39795"/>
                    <a:pt x="0" y="30924"/>
                    <a:pt x="0" y="19898"/>
                  </a:cubicBezTo>
                  <a:cubicBezTo>
                    <a:pt x="0" y="8871"/>
                    <a:pt x="11279" y="0"/>
                    <a:pt x="25094" y="0"/>
                  </a:cubicBezTo>
                  <a:cubicBezTo>
                    <a:pt x="38908" y="0"/>
                    <a:pt x="50187" y="8871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48" name="Freeform: Shape 6047">
              <a:extLst>
                <a:ext uri="{FF2B5EF4-FFF2-40B4-BE49-F238E27FC236}">
                  <a16:creationId xmlns:a16="http://schemas.microsoft.com/office/drawing/2014/main" id="{482E4C78-9E1E-EDCD-CEF8-FB131B902CBE}"/>
                </a:ext>
              </a:extLst>
            </p:cNvPr>
            <p:cNvSpPr/>
            <p:nvPr/>
          </p:nvSpPr>
          <p:spPr>
            <a:xfrm>
              <a:off x="432677" y="5915177"/>
              <a:ext cx="50187" cy="39794"/>
            </a:xfrm>
            <a:custGeom>
              <a:avLst/>
              <a:gdLst>
                <a:gd name="connsiteX0" fmla="*/ 50187 w 50187"/>
                <a:gd name="connsiteY0" fmla="*/ 19897 h 39794"/>
                <a:gd name="connsiteX1" fmla="*/ 25094 w 50187"/>
                <a:gd name="connsiteY1" fmla="*/ 39795 h 39794"/>
                <a:gd name="connsiteX2" fmla="*/ 0 w 50187"/>
                <a:gd name="connsiteY2" fmla="*/ 19897 h 39794"/>
                <a:gd name="connsiteX3" fmla="*/ 25094 w 50187"/>
                <a:gd name="connsiteY3" fmla="*/ 0 h 39794"/>
                <a:gd name="connsiteX4" fmla="*/ 50187 w 50187"/>
                <a:gd name="connsiteY4" fmla="*/ 19897 h 39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4">
                  <a:moveTo>
                    <a:pt x="50187" y="19897"/>
                  </a:moveTo>
                  <a:cubicBezTo>
                    <a:pt x="50187" y="30923"/>
                    <a:pt x="38908" y="39795"/>
                    <a:pt x="25094" y="39795"/>
                  </a:cubicBezTo>
                  <a:cubicBezTo>
                    <a:pt x="11279" y="39795"/>
                    <a:pt x="0" y="30923"/>
                    <a:pt x="0" y="19897"/>
                  </a:cubicBezTo>
                  <a:cubicBezTo>
                    <a:pt x="0" y="8871"/>
                    <a:pt x="11279" y="0"/>
                    <a:pt x="25094" y="0"/>
                  </a:cubicBezTo>
                  <a:cubicBezTo>
                    <a:pt x="38908" y="0"/>
                    <a:pt x="50187" y="8871"/>
                    <a:pt x="50187" y="198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49" name="Freeform: Shape 6048">
              <a:extLst>
                <a:ext uri="{FF2B5EF4-FFF2-40B4-BE49-F238E27FC236}">
                  <a16:creationId xmlns:a16="http://schemas.microsoft.com/office/drawing/2014/main" id="{55A67B41-A7BC-519C-52D2-483E95BC6521}"/>
                </a:ext>
              </a:extLst>
            </p:cNvPr>
            <p:cNvSpPr/>
            <p:nvPr/>
          </p:nvSpPr>
          <p:spPr>
            <a:xfrm>
              <a:off x="370450" y="5823547"/>
              <a:ext cx="50187" cy="39794"/>
            </a:xfrm>
            <a:custGeom>
              <a:avLst/>
              <a:gdLst>
                <a:gd name="connsiteX0" fmla="*/ 50187 w 50187"/>
                <a:gd name="connsiteY0" fmla="*/ 19898 h 39794"/>
                <a:gd name="connsiteX1" fmla="*/ 25094 w 50187"/>
                <a:gd name="connsiteY1" fmla="*/ 39795 h 39794"/>
                <a:gd name="connsiteX2" fmla="*/ 0 w 50187"/>
                <a:gd name="connsiteY2" fmla="*/ 19898 h 39794"/>
                <a:gd name="connsiteX3" fmla="*/ 25094 w 50187"/>
                <a:gd name="connsiteY3" fmla="*/ 0 h 39794"/>
                <a:gd name="connsiteX4" fmla="*/ 50187 w 50187"/>
                <a:gd name="connsiteY4" fmla="*/ 19898 h 39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4">
                  <a:moveTo>
                    <a:pt x="50187" y="19898"/>
                  </a:moveTo>
                  <a:cubicBezTo>
                    <a:pt x="50187" y="30924"/>
                    <a:pt x="38908" y="39795"/>
                    <a:pt x="25094" y="39795"/>
                  </a:cubicBezTo>
                  <a:cubicBezTo>
                    <a:pt x="11280" y="39795"/>
                    <a:pt x="0" y="30924"/>
                    <a:pt x="0" y="19898"/>
                  </a:cubicBezTo>
                  <a:cubicBezTo>
                    <a:pt x="0" y="8872"/>
                    <a:pt x="11280" y="0"/>
                    <a:pt x="25094" y="0"/>
                  </a:cubicBezTo>
                  <a:cubicBezTo>
                    <a:pt x="38908" y="0"/>
                    <a:pt x="50187" y="8872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50" name="Freeform: Shape 6049">
              <a:extLst>
                <a:ext uri="{FF2B5EF4-FFF2-40B4-BE49-F238E27FC236}">
                  <a16:creationId xmlns:a16="http://schemas.microsoft.com/office/drawing/2014/main" id="{255055FF-CF8D-16D9-276B-307437EFB663}"/>
                </a:ext>
              </a:extLst>
            </p:cNvPr>
            <p:cNvSpPr/>
            <p:nvPr/>
          </p:nvSpPr>
          <p:spPr>
            <a:xfrm>
              <a:off x="310757" y="5731030"/>
              <a:ext cx="50187" cy="39794"/>
            </a:xfrm>
            <a:custGeom>
              <a:avLst/>
              <a:gdLst>
                <a:gd name="connsiteX0" fmla="*/ 50187 w 50187"/>
                <a:gd name="connsiteY0" fmla="*/ 19897 h 39794"/>
                <a:gd name="connsiteX1" fmla="*/ 25094 w 50187"/>
                <a:gd name="connsiteY1" fmla="*/ 39795 h 39794"/>
                <a:gd name="connsiteX2" fmla="*/ 0 w 50187"/>
                <a:gd name="connsiteY2" fmla="*/ 19897 h 39794"/>
                <a:gd name="connsiteX3" fmla="*/ 25094 w 50187"/>
                <a:gd name="connsiteY3" fmla="*/ 0 h 39794"/>
                <a:gd name="connsiteX4" fmla="*/ 50187 w 50187"/>
                <a:gd name="connsiteY4" fmla="*/ 19897 h 39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4">
                  <a:moveTo>
                    <a:pt x="50187" y="19897"/>
                  </a:moveTo>
                  <a:cubicBezTo>
                    <a:pt x="50187" y="30797"/>
                    <a:pt x="39035" y="39795"/>
                    <a:pt x="25094" y="39795"/>
                  </a:cubicBezTo>
                  <a:cubicBezTo>
                    <a:pt x="11153" y="39795"/>
                    <a:pt x="0" y="30923"/>
                    <a:pt x="0" y="19897"/>
                  </a:cubicBezTo>
                  <a:cubicBezTo>
                    <a:pt x="0" y="8871"/>
                    <a:pt x="11279" y="0"/>
                    <a:pt x="25094" y="0"/>
                  </a:cubicBezTo>
                  <a:cubicBezTo>
                    <a:pt x="38908" y="0"/>
                    <a:pt x="50187" y="8871"/>
                    <a:pt x="50187" y="198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51" name="Freeform: Shape 6050">
              <a:extLst>
                <a:ext uri="{FF2B5EF4-FFF2-40B4-BE49-F238E27FC236}">
                  <a16:creationId xmlns:a16="http://schemas.microsoft.com/office/drawing/2014/main" id="{C90673BC-4A8A-8945-ECB3-CBB3B042D43B}"/>
                </a:ext>
              </a:extLst>
            </p:cNvPr>
            <p:cNvSpPr/>
            <p:nvPr/>
          </p:nvSpPr>
          <p:spPr>
            <a:xfrm>
              <a:off x="253346" y="5637499"/>
              <a:ext cx="50187" cy="39794"/>
            </a:xfrm>
            <a:custGeom>
              <a:avLst/>
              <a:gdLst>
                <a:gd name="connsiteX0" fmla="*/ 50187 w 50187"/>
                <a:gd name="connsiteY0" fmla="*/ 19897 h 39794"/>
                <a:gd name="connsiteX1" fmla="*/ 25094 w 50187"/>
                <a:gd name="connsiteY1" fmla="*/ 39795 h 39794"/>
                <a:gd name="connsiteX2" fmla="*/ 0 w 50187"/>
                <a:gd name="connsiteY2" fmla="*/ 19897 h 39794"/>
                <a:gd name="connsiteX3" fmla="*/ 25094 w 50187"/>
                <a:gd name="connsiteY3" fmla="*/ 0 h 39794"/>
                <a:gd name="connsiteX4" fmla="*/ 50187 w 50187"/>
                <a:gd name="connsiteY4" fmla="*/ 19897 h 39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4">
                  <a:moveTo>
                    <a:pt x="50187" y="19897"/>
                  </a:moveTo>
                  <a:cubicBezTo>
                    <a:pt x="50187" y="30924"/>
                    <a:pt x="38908" y="39795"/>
                    <a:pt x="25094" y="39795"/>
                  </a:cubicBezTo>
                  <a:cubicBezTo>
                    <a:pt x="11279" y="39795"/>
                    <a:pt x="0" y="30924"/>
                    <a:pt x="0" y="19897"/>
                  </a:cubicBezTo>
                  <a:cubicBezTo>
                    <a:pt x="0" y="8871"/>
                    <a:pt x="11279" y="0"/>
                    <a:pt x="25094" y="0"/>
                  </a:cubicBezTo>
                  <a:cubicBezTo>
                    <a:pt x="38908" y="0"/>
                    <a:pt x="50187" y="8871"/>
                    <a:pt x="50187" y="198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52" name="Freeform: Shape 6051">
              <a:extLst>
                <a:ext uri="{FF2B5EF4-FFF2-40B4-BE49-F238E27FC236}">
                  <a16:creationId xmlns:a16="http://schemas.microsoft.com/office/drawing/2014/main" id="{96CA5B15-C99A-9F3D-2D0F-AA5CAA19E71B}"/>
                </a:ext>
              </a:extLst>
            </p:cNvPr>
            <p:cNvSpPr/>
            <p:nvPr/>
          </p:nvSpPr>
          <p:spPr>
            <a:xfrm>
              <a:off x="198596" y="5543334"/>
              <a:ext cx="49680" cy="39288"/>
            </a:xfrm>
            <a:custGeom>
              <a:avLst/>
              <a:gdLst>
                <a:gd name="connsiteX0" fmla="*/ 49681 w 49680"/>
                <a:gd name="connsiteY0" fmla="*/ 19644 h 39288"/>
                <a:gd name="connsiteX1" fmla="*/ 24840 w 49680"/>
                <a:gd name="connsiteY1" fmla="*/ 39288 h 39288"/>
                <a:gd name="connsiteX2" fmla="*/ 0 w 49680"/>
                <a:gd name="connsiteY2" fmla="*/ 19644 h 39288"/>
                <a:gd name="connsiteX3" fmla="*/ 24840 w 49680"/>
                <a:gd name="connsiteY3" fmla="*/ 0 h 39288"/>
                <a:gd name="connsiteX4" fmla="*/ 49681 w 49680"/>
                <a:gd name="connsiteY4" fmla="*/ 19644 h 39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680" h="39288">
                  <a:moveTo>
                    <a:pt x="49681" y="19644"/>
                  </a:moveTo>
                  <a:cubicBezTo>
                    <a:pt x="49681" y="30543"/>
                    <a:pt x="38528" y="39288"/>
                    <a:pt x="24840" y="39288"/>
                  </a:cubicBezTo>
                  <a:cubicBezTo>
                    <a:pt x="11153" y="39288"/>
                    <a:pt x="0" y="30543"/>
                    <a:pt x="0" y="19644"/>
                  </a:cubicBezTo>
                  <a:cubicBezTo>
                    <a:pt x="0" y="8745"/>
                    <a:pt x="11153" y="0"/>
                    <a:pt x="24840" y="0"/>
                  </a:cubicBezTo>
                  <a:cubicBezTo>
                    <a:pt x="38528" y="0"/>
                    <a:pt x="49681" y="8872"/>
                    <a:pt x="49681" y="1964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53" name="Freeform: Shape 6052">
              <a:extLst>
                <a:ext uri="{FF2B5EF4-FFF2-40B4-BE49-F238E27FC236}">
                  <a16:creationId xmlns:a16="http://schemas.microsoft.com/office/drawing/2014/main" id="{D36C2138-6F73-D24C-30F2-463637AC167C}"/>
                </a:ext>
              </a:extLst>
            </p:cNvPr>
            <p:cNvSpPr/>
            <p:nvPr/>
          </p:nvSpPr>
          <p:spPr>
            <a:xfrm>
              <a:off x="146000" y="5448155"/>
              <a:ext cx="49680" cy="39288"/>
            </a:xfrm>
            <a:custGeom>
              <a:avLst/>
              <a:gdLst>
                <a:gd name="connsiteX0" fmla="*/ 49680 w 49680"/>
                <a:gd name="connsiteY0" fmla="*/ 19644 h 39288"/>
                <a:gd name="connsiteX1" fmla="*/ 24840 w 49680"/>
                <a:gd name="connsiteY1" fmla="*/ 39288 h 39288"/>
                <a:gd name="connsiteX2" fmla="*/ 0 w 49680"/>
                <a:gd name="connsiteY2" fmla="*/ 19644 h 39288"/>
                <a:gd name="connsiteX3" fmla="*/ 24840 w 49680"/>
                <a:gd name="connsiteY3" fmla="*/ 0 h 39288"/>
                <a:gd name="connsiteX4" fmla="*/ 49680 w 49680"/>
                <a:gd name="connsiteY4" fmla="*/ 19644 h 39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680" h="39288">
                  <a:moveTo>
                    <a:pt x="49680" y="19644"/>
                  </a:moveTo>
                  <a:cubicBezTo>
                    <a:pt x="49680" y="30543"/>
                    <a:pt x="38528" y="39288"/>
                    <a:pt x="24840" y="39288"/>
                  </a:cubicBezTo>
                  <a:cubicBezTo>
                    <a:pt x="11153" y="39288"/>
                    <a:pt x="0" y="30417"/>
                    <a:pt x="0" y="19644"/>
                  </a:cubicBezTo>
                  <a:cubicBezTo>
                    <a:pt x="0" y="8871"/>
                    <a:pt x="11153" y="0"/>
                    <a:pt x="24840" y="0"/>
                  </a:cubicBezTo>
                  <a:cubicBezTo>
                    <a:pt x="38528" y="0"/>
                    <a:pt x="49680" y="8871"/>
                    <a:pt x="49680" y="1964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54" name="Freeform: Shape 6053">
              <a:extLst>
                <a:ext uri="{FF2B5EF4-FFF2-40B4-BE49-F238E27FC236}">
                  <a16:creationId xmlns:a16="http://schemas.microsoft.com/office/drawing/2014/main" id="{B817F320-6279-6AD6-0C0F-4008BDE04B80}"/>
                </a:ext>
              </a:extLst>
            </p:cNvPr>
            <p:cNvSpPr/>
            <p:nvPr/>
          </p:nvSpPr>
          <p:spPr>
            <a:xfrm>
              <a:off x="96193" y="5352343"/>
              <a:ext cx="48920" cy="38781"/>
            </a:xfrm>
            <a:custGeom>
              <a:avLst/>
              <a:gdLst>
                <a:gd name="connsiteX0" fmla="*/ 48920 w 48920"/>
                <a:gd name="connsiteY0" fmla="*/ 19391 h 38781"/>
                <a:gd name="connsiteX1" fmla="*/ 24460 w 48920"/>
                <a:gd name="connsiteY1" fmla="*/ 38781 h 38781"/>
                <a:gd name="connsiteX2" fmla="*/ 0 w 48920"/>
                <a:gd name="connsiteY2" fmla="*/ 19391 h 38781"/>
                <a:gd name="connsiteX3" fmla="*/ 24460 w 48920"/>
                <a:gd name="connsiteY3" fmla="*/ 0 h 38781"/>
                <a:gd name="connsiteX4" fmla="*/ 48920 w 48920"/>
                <a:gd name="connsiteY4" fmla="*/ 19391 h 38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920" h="38781">
                  <a:moveTo>
                    <a:pt x="48920" y="19391"/>
                  </a:moveTo>
                  <a:cubicBezTo>
                    <a:pt x="48920" y="30163"/>
                    <a:pt x="38021" y="38781"/>
                    <a:pt x="24460" y="38781"/>
                  </a:cubicBezTo>
                  <a:cubicBezTo>
                    <a:pt x="10899" y="38781"/>
                    <a:pt x="0" y="30163"/>
                    <a:pt x="0" y="19391"/>
                  </a:cubicBezTo>
                  <a:cubicBezTo>
                    <a:pt x="0" y="8618"/>
                    <a:pt x="10899" y="0"/>
                    <a:pt x="24460" y="0"/>
                  </a:cubicBezTo>
                  <a:cubicBezTo>
                    <a:pt x="38021" y="0"/>
                    <a:pt x="48920" y="8745"/>
                    <a:pt x="48920" y="193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55" name="Freeform: Shape 6054">
              <a:extLst>
                <a:ext uri="{FF2B5EF4-FFF2-40B4-BE49-F238E27FC236}">
                  <a16:creationId xmlns:a16="http://schemas.microsoft.com/office/drawing/2014/main" id="{6347B278-AA09-C9B4-18D7-070BE9980434}"/>
                </a:ext>
              </a:extLst>
            </p:cNvPr>
            <p:cNvSpPr/>
            <p:nvPr/>
          </p:nvSpPr>
          <p:spPr>
            <a:xfrm>
              <a:off x="48540" y="5255390"/>
              <a:ext cx="48920" cy="38781"/>
            </a:xfrm>
            <a:custGeom>
              <a:avLst/>
              <a:gdLst>
                <a:gd name="connsiteX0" fmla="*/ 48920 w 48920"/>
                <a:gd name="connsiteY0" fmla="*/ 19391 h 38781"/>
                <a:gd name="connsiteX1" fmla="*/ 24460 w 48920"/>
                <a:gd name="connsiteY1" fmla="*/ 38782 h 38781"/>
                <a:gd name="connsiteX2" fmla="*/ 0 w 48920"/>
                <a:gd name="connsiteY2" fmla="*/ 19391 h 38781"/>
                <a:gd name="connsiteX3" fmla="*/ 24460 w 48920"/>
                <a:gd name="connsiteY3" fmla="*/ 0 h 38781"/>
                <a:gd name="connsiteX4" fmla="*/ 48920 w 48920"/>
                <a:gd name="connsiteY4" fmla="*/ 19391 h 38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920" h="38781">
                  <a:moveTo>
                    <a:pt x="48920" y="19391"/>
                  </a:moveTo>
                  <a:cubicBezTo>
                    <a:pt x="48920" y="30163"/>
                    <a:pt x="38021" y="38782"/>
                    <a:pt x="24460" y="38782"/>
                  </a:cubicBezTo>
                  <a:cubicBezTo>
                    <a:pt x="10899" y="38782"/>
                    <a:pt x="0" y="30163"/>
                    <a:pt x="0" y="19391"/>
                  </a:cubicBezTo>
                  <a:cubicBezTo>
                    <a:pt x="0" y="8618"/>
                    <a:pt x="10899" y="0"/>
                    <a:pt x="24460" y="0"/>
                  </a:cubicBezTo>
                  <a:cubicBezTo>
                    <a:pt x="38021" y="0"/>
                    <a:pt x="48920" y="8745"/>
                    <a:pt x="48920" y="193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56" name="Freeform: Shape 6055">
              <a:extLst>
                <a:ext uri="{FF2B5EF4-FFF2-40B4-BE49-F238E27FC236}">
                  <a16:creationId xmlns:a16="http://schemas.microsoft.com/office/drawing/2014/main" id="{E9634ECC-A748-4B84-DAE4-09F7B91913E7}"/>
                </a:ext>
              </a:extLst>
            </p:cNvPr>
            <p:cNvSpPr/>
            <p:nvPr/>
          </p:nvSpPr>
          <p:spPr>
            <a:xfrm>
              <a:off x="41063" y="5161732"/>
              <a:ext cx="10772" cy="30923"/>
            </a:xfrm>
            <a:custGeom>
              <a:avLst/>
              <a:gdLst>
                <a:gd name="connsiteX0" fmla="*/ 10773 w 10772"/>
                <a:gd name="connsiteY0" fmla="*/ 15462 h 30923"/>
                <a:gd name="connsiteX1" fmla="*/ 0 w 10772"/>
                <a:gd name="connsiteY1" fmla="*/ 0 h 30923"/>
                <a:gd name="connsiteX2" fmla="*/ 0 w 10772"/>
                <a:gd name="connsiteY2" fmla="*/ 30924 h 30923"/>
                <a:gd name="connsiteX3" fmla="*/ 10773 w 10772"/>
                <a:gd name="connsiteY3" fmla="*/ 15462 h 30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72" h="30923">
                  <a:moveTo>
                    <a:pt x="10773" y="15462"/>
                  </a:moveTo>
                  <a:cubicBezTo>
                    <a:pt x="10773" y="8872"/>
                    <a:pt x="6337" y="3422"/>
                    <a:pt x="0" y="0"/>
                  </a:cubicBezTo>
                  <a:lnTo>
                    <a:pt x="0" y="30924"/>
                  </a:lnTo>
                  <a:cubicBezTo>
                    <a:pt x="6337" y="27502"/>
                    <a:pt x="10773" y="22052"/>
                    <a:pt x="10773" y="1546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57" name="Freeform: Shape 6056">
              <a:extLst>
                <a:ext uri="{FF2B5EF4-FFF2-40B4-BE49-F238E27FC236}">
                  <a16:creationId xmlns:a16="http://schemas.microsoft.com/office/drawing/2014/main" id="{53E5E132-405E-D22B-A0A0-EDD9E770CA64}"/>
                </a:ext>
              </a:extLst>
            </p:cNvPr>
            <p:cNvSpPr/>
            <p:nvPr/>
          </p:nvSpPr>
          <p:spPr>
            <a:xfrm>
              <a:off x="62101" y="1603747"/>
              <a:ext cx="21798" cy="17236"/>
            </a:xfrm>
            <a:custGeom>
              <a:avLst/>
              <a:gdLst>
                <a:gd name="connsiteX0" fmla="*/ 21799 w 21798"/>
                <a:gd name="connsiteY0" fmla="*/ 8618 h 17236"/>
                <a:gd name="connsiteX1" fmla="*/ 10899 w 21798"/>
                <a:gd name="connsiteY1" fmla="*/ 17236 h 17236"/>
                <a:gd name="connsiteX2" fmla="*/ 0 w 21798"/>
                <a:gd name="connsiteY2" fmla="*/ 8618 h 17236"/>
                <a:gd name="connsiteX3" fmla="*/ 10899 w 21798"/>
                <a:gd name="connsiteY3" fmla="*/ 0 h 17236"/>
                <a:gd name="connsiteX4" fmla="*/ 21799 w 21798"/>
                <a:gd name="connsiteY4" fmla="*/ 8618 h 17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798" h="17236">
                  <a:moveTo>
                    <a:pt x="21799" y="8618"/>
                  </a:moveTo>
                  <a:cubicBezTo>
                    <a:pt x="21799" y="13434"/>
                    <a:pt x="16983" y="17236"/>
                    <a:pt x="10899" y="17236"/>
                  </a:cubicBezTo>
                  <a:cubicBezTo>
                    <a:pt x="4816" y="17236"/>
                    <a:pt x="0" y="13307"/>
                    <a:pt x="0" y="8618"/>
                  </a:cubicBezTo>
                  <a:cubicBezTo>
                    <a:pt x="0" y="3929"/>
                    <a:pt x="4943" y="0"/>
                    <a:pt x="10899" y="0"/>
                  </a:cubicBezTo>
                  <a:cubicBezTo>
                    <a:pt x="16856" y="0"/>
                    <a:pt x="21799" y="3929"/>
                    <a:pt x="21799" y="86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58" name="Freeform: Shape 6057">
              <a:extLst>
                <a:ext uri="{FF2B5EF4-FFF2-40B4-BE49-F238E27FC236}">
                  <a16:creationId xmlns:a16="http://schemas.microsoft.com/office/drawing/2014/main" id="{158D7C6C-E41D-C331-E22E-C58521F57ABD}"/>
                </a:ext>
              </a:extLst>
            </p:cNvPr>
            <p:cNvSpPr/>
            <p:nvPr/>
          </p:nvSpPr>
          <p:spPr>
            <a:xfrm>
              <a:off x="110514" y="1507427"/>
              <a:ext cx="20404" cy="16222"/>
            </a:xfrm>
            <a:custGeom>
              <a:avLst/>
              <a:gdLst>
                <a:gd name="connsiteX0" fmla="*/ 20404 w 20404"/>
                <a:gd name="connsiteY0" fmla="*/ 8111 h 16222"/>
                <a:gd name="connsiteX1" fmla="*/ 10266 w 20404"/>
                <a:gd name="connsiteY1" fmla="*/ 16222 h 16222"/>
                <a:gd name="connsiteX2" fmla="*/ 0 w 20404"/>
                <a:gd name="connsiteY2" fmla="*/ 8111 h 16222"/>
                <a:gd name="connsiteX3" fmla="*/ 10266 w 20404"/>
                <a:gd name="connsiteY3" fmla="*/ 0 h 16222"/>
                <a:gd name="connsiteX4" fmla="*/ 20404 w 20404"/>
                <a:gd name="connsiteY4" fmla="*/ 8111 h 1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04" h="16222">
                  <a:moveTo>
                    <a:pt x="20404" y="8111"/>
                  </a:moveTo>
                  <a:cubicBezTo>
                    <a:pt x="20404" y="12547"/>
                    <a:pt x="15842" y="16222"/>
                    <a:pt x="10266" y="16222"/>
                  </a:cubicBezTo>
                  <a:cubicBezTo>
                    <a:pt x="4689" y="16222"/>
                    <a:pt x="0" y="12674"/>
                    <a:pt x="0" y="8111"/>
                  </a:cubicBezTo>
                  <a:cubicBezTo>
                    <a:pt x="0" y="3549"/>
                    <a:pt x="4562" y="0"/>
                    <a:pt x="10266" y="0"/>
                  </a:cubicBezTo>
                  <a:cubicBezTo>
                    <a:pt x="15969" y="0"/>
                    <a:pt x="20404" y="3549"/>
                    <a:pt x="20404" y="811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59" name="Freeform: Shape 6058">
              <a:extLst>
                <a:ext uri="{FF2B5EF4-FFF2-40B4-BE49-F238E27FC236}">
                  <a16:creationId xmlns:a16="http://schemas.microsoft.com/office/drawing/2014/main" id="{DF639848-C894-14EE-B1AB-A888BEF633A4}"/>
                </a:ext>
              </a:extLst>
            </p:cNvPr>
            <p:cNvSpPr/>
            <p:nvPr/>
          </p:nvSpPr>
          <p:spPr>
            <a:xfrm>
              <a:off x="160955" y="1411615"/>
              <a:ext cx="19770" cy="15588"/>
            </a:xfrm>
            <a:custGeom>
              <a:avLst/>
              <a:gdLst>
                <a:gd name="connsiteX0" fmla="*/ 19771 w 19770"/>
                <a:gd name="connsiteY0" fmla="*/ 7858 h 15588"/>
                <a:gd name="connsiteX1" fmla="*/ 9885 w 19770"/>
                <a:gd name="connsiteY1" fmla="*/ 15589 h 15588"/>
                <a:gd name="connsiteX2" fmla="*/ 0 w 19770"/>
                <a:gd name="connsiteY2" fmla="*/ 7858 h 15588"/>
                <a:gd name="connsiteX3" fmla="*/ 9885 w 19770"/>
                <a:gd name="connsiteY3" fmla="*/ 0 h 15588"/>
                <a:gd name="connsiteX4" fmla="*/ 19771 w 19770"/>
                <a:gd name="connsiteY4" fmla="*/ 7858 h 1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70" h="15588">
                  <a:moveTo>
                    <a:pt x="19771" y="7858"/>
                  </a:moveTo>
                  <a:cubicBezTo>
                    <a:pt x="19771" y="12167"/>
                    <a:pt x="15335" y="15589"/>
                    <a:pt x="9885" y="15589"/>
                  </a:cubicBezTo>
                  <a:cubicBezTo>
                    <a:pt x="4436" y="15589"/>
                    <a:pt x="0" y="12167"/>
                    <a:pt x="0" y="7858"/>
                  </a:cubicBezTo>
                  <a:cubicBezTo>
                    <a:pt x="0" y="3549"/>
                    <a:pt x="4436" y="0"/>
                    <a:pt x="9885" y="0"/>
                  </a:cubicBezTo>
                  <a:cubicBezTo>
                    <a:pt x="15335" y="0"/>
                    <a:pt x="19771" y="3549"/>
                    <a:pt x="19771" y="785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60" name="Freeform: Shape 6059">
              <a:extLst>
                <a:ext uri="{FF2B5EF4-FFF2-40B4-BE49-F238E27FC236}">
                  <a16:creationId xmlns:a16="http://schemas.microsoft.com/office/drawing/2014/main" id="{2B6F5D6E-7079-B945-0F70-BCEF96105A0C}"/>
                </a:ext>
              </a:extLst>
            </p:cNvPr>
            <p:cNvSpPr/>
            <p:nvPr/>
          </p:nvSpPr>
          <p:spPr>
            <a:xfrm>
              <a:off x="214438" y="1316943"/>
              <a:ext cx="18249" cy="14447"/>
            </a:xfrm>
            <a:custGeom>
              <a:avLst/>
              <a:gdLst>
                <a:gd name="connsiteX0" fmla="*/ 18250 w 18249"/>
                <a:gd name="connsiteY0" fmla="*/ 7224 h 14447"/>
                <a:gd name="connsiteX1" fmla="*/ 9125 w 18249"/>
                <a:gd name="connsiteY1" fmla="*/ 14448 h 14447"/>
                <a:gd name="connsiteX2" fmla="*/ 0 w 18249"/>
                <a:gd name="connsiteY2" fmla="*/ 7224 h 14447"/>
                <a:gd name="connsiteX3" fmla="*/ 9125 w 18249"/>
                <a:gd name="connsiteY3" fmla="*/ 0 h 14447"/>
                <a:gd name="connsiteX4" fmla="*/ 18250 w 18249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49" h="14447">
                  <a:moveTo>
                    <a:pt x="18250" y="7224"/>
                  </a:moveTo>
                  <a:cubicBezTo>
                    <a:pt x="18250" y="11279"/>
                    <a:pt x="14194" y="14448"/>
                    <a:pt x="9125" y="14448"/>
                  </a:cubicBezTo>
                  <a:cubicBezTo>
                    <a:pt x="4056" y="14448"/>
                    <a:pt x="0" y="11279"/>
                    <a:pt x="0" y="7224"/>
                  </a:cubicBezTo>
                  <a:cubicBezTo>
                    <a:pt x="0" y="3168"/>
                    <a:pt x="4056" y="0"/>
                    <a:pt x="9125" y="0"/>
                  </a:cubicBezTo>
                  <a:cubicBezTo>
                    <a:pt x="14194" y="0"/>
                    <a:pt x="18250" y="3168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61" name="Freeform: Shape 6060">
              <a:extLst>
                <a:ext uri="{FF2B5EF4-FFF2-40B4-BE49-F238E27FC236}">
                  <a16:creationId xmlns:a16="http://schemas.microsoft.com/office/drawing/2014/main" id="{5A4176D7-C94E-C549-B2B6-079AA0B84A3A}"/>
                </a:ext>
              </a:extLst>
            </p:cNvPr>
            <p:cNvSpPr/>
            <p:nvPr/>
          </p:nvSpPr>
          <p:spPr>
            <a:xfrm>
              <a:off x="269821" y="1222779"/>
              <a:ext cx="17489" cy="13940"/>
            </a:xfrm>
            <a:custGeom>
              <a:avLst/>
              <a:gdLst>
                <a:gd name="connsiteX0" fmla="*/ 17490 w 17489"/>
                <a:gd name="connsiteY0" fmla="*/ 6971 h 13940"/>
                <a:gd name="connsiteX1" fmla="*/ 8745 w 17489"/>
                <a:gd name="connsiteY1" fmla="*/ 13941 h 13940"/>
                <a:gd name="connsiteX2" fmla="*/ 0 w 17489"/>
                <a:gd name="connsiteY2" fmla="*/ 6971 h 13940"/>
                <a:gd name="connsiteX3" fmla="*/ 8745 w 17489"/>
                <a:gd name="connsiteY3" fmla="*/ 0 h 13940"/>
                <a:gd name="connsiteX4" fmla="*/ 17490 w 17489"/>
                <a:gd name="connsiteY4" fmla="*/ 6971 h 13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89" h="13940">
                  <a:moveTo>
                    <a:pt x="17490" y="6971"/>
                  </a:moveTo>
                  <a:cubicBezTo>
                    <a:pt x="17490" y="10773"/>
                    <a:pt x="13561" y="13941"/>
                    <a:pt x="8745" y="13941"/>
                  </a:cubicBezTo>
                  <a:cubicBezTo>
                    <a:pt x="3929" y="13941"/>
                    <a:pt x="0" y="10899"/>
                    <a:pt x="0" y="6971"/>
                  </a:cubicBezTo>
                  <a:cubicBezTo>
                    <a:pt x="0" y="3042"/>
                    <a:pt x="3929" y="0"/>
                    <a:pt x="8745" y="0"/>
                  </a:cubicBezTo>
                  <a:cubicBezTo>
                    <a:pt x="13561" y="0"/>
                    <a:pt x="17490" y="3168"/>
                    <a:pt x="17490" y="697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62" name="Freeform: Shape 6061">
              <a:extLst>
                <a:ext uri="{FF2B5EF4-FFF2-40B4-BE49-F238E27FC236}">
                  <a16:creationId xmlns:a16="http://schemas.microsoft.com/office/drawing/2014/main" id="{A6BA1A67-266E-E1C8-07F4-E4080D95D0B9}"/>
                </a:ext>
              </a:extLst>
            </p:cNvPr>
            <p:cNvSpPr/>
            <p:nvPr/>
          </p:nvSpPr>
          <p:spPr>
            <a:xfrm>
              <a:off x="327613" y="1129628"/>
              <a:ext cx="16729" cy="13180"/>
            </a:xfrm>
            <a:custGeom>
              <a:avLst/>
              <a:gdLst>
                <a:gd name="connsiteX0" fmla="*/ 16729 w 16729"/>
                <a:gd name="connsiteY0" fmla="*/ 6590 h 13180"/>
                <a:gd name="connsiteX1" fmla="*/ 8365 w 16729"/>
                <a:gd name="connsiteY1" fmla="*/ 13181 h 13180"/>
                <a:gd name="connsiteX2" fmla="*/ 0 w 16729"/>
                <a:gd name="connsiteY2" fmla="*/ 6590 h 13180"/>
                <a:gd name="connsiteX3" fmla="*/ 8365 w 16729"/>
                <a:gd name="connsiteY3" fmla="*/ 0 h 13180"/>
                <a:gd name="connsiteX4" fmla="*/ 16729 w 16729"/>
                <a:gd name="connsiteY4" fmla="*/ 6590 h 13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9" h="13180">
                  <a:moveTo>
                    <a:pt x="16729" y="6590"/>
                  </a:moveTo>
                  <a:cubicBezTo>
                    <a:pt x="16729" y="10266"/>
                    <a:pt x="12927" y="13181"/>
                    <a:pt x="8365" y="13181"/>
                  </a:cubicBezTo>
                  <a:cubicBezTo>
                    <a:pt x="3802" y="13181"/>
                    <a:pt x="0" y="10266"/>
                    <a:pt x="0" y="6590"/>
                  </a:cubicBezTo>
                  <a:cubicBezTo>
                    <a:pt x="0" y="2915"/>
                    <a:pt x="3802" y="0"/>
                    <a:pt x="8365" y="0"/>
                  </a:cubicBezTo>
                  <a:cubicBezTo>
                    <a:pt x="12927" y="0"/>
                    <a:pt x="16729" y="2915"/>
                    <a:pt x="16729" y="659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63" name="Freeform: Shape 6062">
              <a:extLst>
                <a:ext uri="{FF2B5EF4-FFF2-40B4-BE49-F238E27FC236}">
                  <a16:creationId xmlns:a16="http://schemas.microsoft.com/office/drawing/2014/main" id="{11C07C4A-B080-C44F-6E7B-60F38617E31C}"/>
                </a:ext>
              </a:extLst>
            </p:cNvPr>
            <p:cNvSpPr/>
            <p:nvPr/>
          </p:nvSpPr>
          <p:spPr>
            <a:xfrm>
              <a:off x="387686" y="1037364"/>
              <a:ext cx="15968" cy="12673"/>
            </a:xfrm>
            <a:custGeom>
              <a:avLst/>
              <a:gdLst>
                <a:gd name="connsiteX0" fmla="*/ 15969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9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9" y="6337"/>
                  </a:moveTo>
                  <a:cubicBezTo>
                    <a:pt x="15969" y="9759"/>
                    <a:pt x="12420" y="12674"/>
                    <a:pt x="7984" y="12674"/>
                  </a:cubicBezTo>
                  <a:cubicBezTo>
                    <a:pt x="3549" y="12674"/>
                    <a:pt x="0" y="9885"/>
                    <a:pt x="0" y="6337"/>
                  </a:cubicBezTo>
                  <a:cubicBezTo>
                    <a:pt x="0" y="2788"/>
                    <a:pt x="3549" y="0"/>
                    <a:pt x="7984" y="0"/>
                  </a:cubicBezTo>
                  <a:cubicBezTo>
                    <a:pt x="12420" y="0"/>
                    <a:pt x="15969" y="2788"/>
                    <a:pt x="15969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64" name="Freeform: Shape 6063">
              <a:extLst>
                <a:ext uri="{FF2B5EF4-FFF2-40B4-BE49-F238E27FC236}">
                  <a16:creationId xmlns:a16="http://schemas.microsoft.com/office/drawing/2014/main" id="{B9CFF41C-88B2-8540-BAFA-2EB1432A2B33}"/>
                </a:ext>
              </a:extLst>
            </p:cNvPr>
            <p:cNvSpPr/>
            <p:nvPr/>
          </p:nvSpPr>
          <p:spPr>
            <a:xfrm>
              <a:off x="450167" y="946114"/>
              <a:ext cx="15335" cy="12166"/>
            </a:xfrm>
            <a:custGeom>
              <a:avLst/>
              <a:gdLst>
                <a:gd name="connsiteX0" fmla="*/ 15335 w 15335"/>
                <a:gd name="connsiteY0" fmla="*/ 6083 h 12166"/>
                <a:gd name="connsiteX1" fmla="*/ 7604 w 15335"/>
                <a:gd name="connsiteY1" fmla="*/ 12167 h 12166"/>
                <a:gd name="connsiteX2" fmla="*/ 0 w 15335"/>
                <a:gd name="connsiteY2" fmla="*/ 6083 h 12166"/>
                <a:gd name="connsiteX3" fmla="*/ 7604 w 15335"/>
                <a:gd name="connsiteY3" fmla="*/ 0 h 12166"/>
                <a:gd name="connsiteX4" fmla="*/ 15335 w 15335"/>
                <a:gd name="connsiteY4" fmla="*/ 6083 h 1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35" h="12166">
                  <a:moveTo>
                    <a:pt x="15335" y="6083"/>
                  </a:moveTo>
                  <a:cubicBezTo>
                    <a:pt x="15335" y="9379"/>
                    <a:pt x="11913" y="12167"/>
                    <a:pt x="7604" y="12167"/>
                  </a:cubicBezTo>
                  <a:cubicBezTo>
                    <a:pt x="3295" y="12167"/>
                    <a:pt x="0" y="9505"/>
                    <a:pt x="0" y="6083"/>
                  </a:cubicBezTo>
                  <a:cubicBezTo>
                    <a:pt x="0" y="2662"/>
                    <a:pt x="3422" y="0"/>
                    <a:pt x="7604" y="0"/>
                  </a:cubicBezTo>
                  <a:cubicBezTo>
                    <a:pt x="11786" y="0"/>
                    <a:pt x="15335" y="2662"/>
                    <a:pt x="15335" y="60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65" name="Freeform: Shape 6064">
              <a:extLst>
                <a:ext uri="{FF2B5EF4-FFF2-40B4-BE49-F238E27FC236}">
                  <a16:creationId xmlns:a16="http://schemas.microsoft.com/office/drawing/2014/main" id="{EE0E9704-858B-01D5-C758-4EBF031524AB}"/>
                </a:ext>
              </a:extLst>
            </p:cNvPr>
            <p:cNvSpPr/>
            <p:nvPr/>
          </p:nvSpPr>
          <p:spPr>
            <a:xfrm>
              <a:off x="515436" y="856131"/>
              <a:ext cx="13687" cy="10899"/>
            </a:xfrm>
            <a:custGeom>
              <a:avLst/>
              <a:gdLst>
                <a:gd name="connsiteX0" fmla="*/ 13688 w 13687"/>
                <a:gd name="connsiteY0" fmla="*/ 5450 h 10899"/>
                <a:gd name="connsiteX1" fmla="*/ 6844 w 13687"/>
                <a:gd name="connsiteY1" fmla="*/ 10899 h 10899"/>
                <a:gd name="connsiteX2" fmla="*/ 0 w 13687"/>
                <a:gd name="connsiteY2" fmla="*/ 5450 h 10899"/>
                <a:gd name="connsiteX3" fmla="*/ 6844 w 13687"/>
                <a:gd name="connsiteY3" fmla="*/ 0 h 10899"/>
                <a:gd name="connsiteX4" fmla="*/ 13688 w 13687"/>
                <a:gd name="connsiteY4" fmla="*/ 5450 h 10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87" h="10899">
                  <a:moveTo>
                    <a:pt x="13688" y="5450"/>
                  </a:moveTo>
                  <a:cubicBezTo>
                    <a:pt x="13688" y="8491"/>
                    <a:pt x="10646" y="10899"/>
                    <a:pt x="6844" y="10899"/>
                  </a:cubicBezTo>
                  <a:cubicBezTo>
                    <a:pt x="3042" y="10899"/>
                    <a:pt x="0" y="8491"/>
                    <a:pt x="0" y="5450"/>
                  </a:cubicBezTo>
                  <a:cubicBezTo>
                    <a:pt x="0" y="2408"/>
                    <a:pt x="3168" y="0"/>
                    <a:pt x="6844" y="0"/>
                  </a:cubicBezTo>
                  <a:cubicBezTo>
                    <a:pt x="10519" y="0"/>
                    <a:pt x="13688" y="2408"/>
                    <a:pt x="13688" y="545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66" name="Freeform: Shape 6065">
              <a:extLst>
                <a:ext uri="{FF2B5EF4-FFF2-40B4-BE49-F238E27FC236}">
                  <a16:creationId xmlns:a16="http://schemas.microsoft.com/office/drawing/2014/main" id="{8F507C25-E6B9-A821-9A46-7DCA19E3D1BC}"/>
                </a:ext>
              </a:extLst>
            </p:cNvPr>
            <p:cNvSpPr/>
            <p:nvPr/>
          </p:nvSpPr>
          <p:spPr>
            <a:xfrm>
              <a:off x="582352" y="766783"/>
              <a:ext cx="13053" cy="10392"/>
            </a:xfrm>
            <a:custGeom>
              <a:avLst/>
              <a:gdLst>
                <a:gd name="connsiteX0" fmla="*/ 13054 w 13053"/>
                <a:gd name="connsiteY0" fmla="*/ 5196 h 10392"/>
                <a:gd name="connsiteX1" fmla="*/ 6590 w 13053"/>
                <a:gd name="connsiteY1" fmla="*/ 10392 h 10392"/>
                <a:gd name="connsiteX2" fmla="*/ 0 w 13053"/>
                <a:gd name="connsiteY2" fmla="*/ 5196 h 10392"/>
                <a:gd name="connsiteX3" fmla="*/ 6590 w 13053"/>
                <a:gd name="connsiteY3" fmla="*/ 0 h 10392"/>
                <a:gd name="connsiteX4" fmla="*/ 13054 w 13053"/>
                <a:gd name="connsiteY4" fmla="*/ 5196 h 1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53" h="10392">
                  <a:moveTo>
                    <a:pt x="13054" y="5196"/>
                  </a:moveTo>
                  <a:lnTo>
                    <a:pt x="6590" y="10392"/>
                  </a:lnTo>
                  <a:lnTo>
                    <a:pt x="0" y="5196"/>
                  </a:lnTo>
                  <a:lnTo>
                    <a:pt x="6590" y="0"/>
                  </a:lnTo>
                  <a:lnTo>
                    <a:pt x="13054" y="519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67" name="Freeform: Shape 6066">
              <a:extLst>
                <a:ext uri="{FF2B5EF4-FFF2-40B4-BE49-F238E27FC236}">
                  <a16:creationId xmlns:a16="http://schemas.microsoft.com/office/drawing/2014/main" id="{0BB8E449-5BE5-B620-2790-7C6122339B43}"/>
                </a:ext>
              </a:extLst>
            </p:cNvPr>
            <p:cNvSpPr/>
            <p:nvPr/>
          </p:nvSpPr>
          <p:spPr>
            <a:xfrm>
              <a:off x="652057" y="678955"/>
              <a:ext cx="11532" cy="9251"/>
            </a:xfrm>
            <a:custGeom>
              <a:avLst/>
              <a:gdLst>
                <a:gd name="connsiteX0" fmla="*/ 11533 w 11532"/>
                <a:gd name="connsiteY0" fmla="*/ 4563 h 9251"/>
                <a:gd name="connsiteX1" fmla="*/ 5830 w 11532"/>
                <a:gd name="connsiteY1" fmla="*/ 9252 h 9251"/>
                <a:gd name="connsiteX2" fmla="*/ 0 w 11532"/>
                <a:gd name="connsiteY2" fmla="*/ 4563 h 9251"/>
                <a:gd name="connsiteX3" fmla="*/ 5830 w 11532"/>
                <a:gd name="connsiteY3" fmla="*/ 0 h 9251"/>
                <a:gd name="connsiteX4" fmla="*/ 11533 w 11532"/>
                <a:gd name="connsiteY4" fmla="*/ 4563 h 9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32" h="9251">
                  <a:moveTo>
                    <a:pt x="11533" y="4563"/>
                  </a:moveTo>
                  <a:lnTo>
                    <a:pt x="5830" y="9252"/>
                  </a:lnTo>
                  <a:lnTo>
                    <a:pt x="0" y="4563"/>
                  </a:lnTo>
                  <a:lnTo>
                    <a:pt x="5830" y="0"/>
                  </a:lnTo>
                  <a:lnTo>
                    <a:pt x="11533" y="456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68" name="Freeform: Shape 6067">
              <a:extLst>
                <a:ext uri="{FF2B5EF4-FFF2-40B4-BE49-F238E27FC236}">
                  <a16:creationId xmlns:a16="http://schemas.microsoft.com/office/drawing/2014/main" id="{38E97EDD-A9DD-985F-5CCD-88BB17E3C8E0}"/>
                </a:ext>
              </a:extLst>
            </p:cNvPr>
            <p:cNvSpPr/>
            <p:nvPr/>
          </p:nvSpPr>
          <p:spPr>
            <a:xfrm>
              <a:off x="723916" y="592140"/>
              <a:ext cx="10265" cy="8111"/>
            </a:xfrm>
            <a:custGeom>
              <a:avLst/>
              <a:gdLst>
                <a:gd name="connsiteX0" fmla="*/ 10266 w 10265"/>
                <a:gd name="connsiteY0" fmla="*/ 4056 h 8111"/>
                <a:gd name="connsiteX1" fmla="*/ 5196 w 10265"/>
                <a:gd name="connsiteY1" fmla="*/ 8111 h 8111"/>
                <a:gd name="connsiteX2" fmla="*/ 0 w 10265"/>
                <a:gd name="connsiteY2" fmla="*/ 4056 h 8111"/>
                <a:gd name="connsiteX3" fmla="*/ 5196 w 10265"/>
                <a:gd name="connsiteY3" fmla="*/ 0 h 8111"/>
                <a:gd name="connsiteX4" fmla="*/ 10266 w 10265"/>
                <a:gd name="connsiteY4" fmla="*/ 4056 h 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5" h="8111">
                  <a:moveTo>
                    <a:pt x="10266" y="4056"/>
                  </a:moveTo>
                  <a:lnTo>
                    <a:pt x="5196" y="8111"/>
                  </a:lnTo>
                  <a:lnTo>
                    <a:pt x="0" y="4056"/>
                  </a:lnTo>
                  <a:lnTo>
                    <a:pt x="5196" y="0"/>
                  </a:lnTo>
                  <a:lnTo>
                    <a:pt x="10266" y="405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69" name="Freeform: Shape 6068">
              <a:extLst>
                <a:ext uri="{FF2B5EF4-FFF2-40B4-BE49-F238E27FC236}">
                  <a16:creationId xmlns:a16="http://schemas.microsoft.com/office/drawing/2014/main" id="{5A1E6A80-CD59-D8E7-4693-C445EC640FAD}"/>
                </a:ext>
              </a:extLst>
            </p:cNvPr>
            <p:cNvSpPr/>
            <p:nvPr/>
          </p:nvSpPr>
          <p:spPr>
            <a:xfrm>
              <a:off x="797677" y="506340"/>
              <a:ext cx="9505" cy="7477"/>
            </a:xfrm>
            <a:custGeom>
              <a:avLst/>
              <a:gdLst>
                <a:gd name="connsiteX0" fmla="*/ 9505 w 9505"/>
                <a:gd name="connsiteY0" fmla="*/ 3675 h 7477"/>
                <a:gd name="connsiteX1" fmla="*/ 4689 w 9505"/>
                <a:gd name="connsiteY1" fmla="*/ 7477 h 7477"/>
                <a:gd name="connsiteX2" fmla="*/ 0 w 9505"/>
                <a:gd name="connsiteY2" fmla="*/ 3675 h 7477"/>
                <a:gd name="connsiteX3" fmla="*/ 4689 w 9505"/>
                <a:gd name="connsiteY3" fmla="*/ 0 h 7477"/>
                <a:gd name="connsiteX4" fmla="*/ 9505 w 9505"/>
                <a:gd name="connsiteY4" fmla="*/ 3675 h 7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05" h="7477">
                  <a:moveTo>
                    <a:pt x="9505" y="3675"/>
                  </a:moveTo>
                  <a:lnTo>
                    <a:pt x="4689" y="7477"/>
                  </a:lnTo>
                  <a:lnTo>
                    <a:pt x="0" y="3675"/>
                  </a:lnTo>
                  <a:lnTo>
                    <a:pt x="4689" y="0"/>
                  </a:lnTo>
                  <a:lnTo>
                    <a:pt x="9505" y="367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70" name="Freeform: Shape 6069">
              <a:extLst>
                <a:ext uri="{FF2B5EF4-FFF2-40B4-BE49-F238E27FC236}">
                  <a16:creationId xmlns:a16="http://schemas.microsoft.com/office/drawing/2014/main" id="{10F2EA15-FD99-FE3F-AD58-BA153981D300}"/>
                </a:ext>
              </a:extLst>
            </p:cNvPr>
            <p:cNvSpPr/>
            <p:nvPr/>
          </p:nvSpPr>
          <p:spPr>
            <a:xfrm>
              <a:off x="873972" y="421807"/>
              <a:ext cx="7984" cy="6463"/>
            </a:xfrm>
            <a:custGeom>
              <a:avLst/>
              <a:gdLst>
                <a:gd name="connsiteX0" fmla="*/ 7984 w 7984"/>
                <a:gd name="connsiteY0" fmla="*/ 3295 h 6463"/>
                <a:gd name="connsiteX1" fmla="*/ 4056 w 7984"/>
                <a:gd name="connsiteY1" fmla="*/ 6464 h 6463"/>
                <a:gd name="connsiteX2" fmla="*/ 0 w 7984"/>
                <a:gd name="connsiteY2" fmla="*/ 3295 h 6463"/>
                <a:gd name="connsiteX3" fmla="*/ 4056 w 7984"/>
                <a:gd name="connsiteY3" fmla="*/ 0 h 6463"/>
                <a:gd name="connsiteX4" fmla="*/ 7984 w 7984"/>
                <a:gd name="connsiteY4" fmla="*/ 3295 h 6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84" h="6463">
                  <a:moveTo>
                    <a:pt x="7984" y="3295"/>
                  </a:moveTo>
                  <a:lnTo>
                    <a:pt x="4056" y="6464"/>
                  </a:lnTo>
                  <a:lnTo>
                    <a:pt x="0" y="3295"/>
                  </a:lnTo>
                  <a:lnTo>
                    <a:pt x="4056" y="0"/>
                  </a:lnTo>
                  <a:lnTo>
                    <a:pt x="7984" y="32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71" name="Freeform: Shape 6070">
              <a:extLst>
                <a:ext uri="{FF2B5EF4-FFF2-40B4-BE49-F238E27FC236}">
                  <a16:creationId xmlns:a16="http://schemas.microsoft.com/office/drawing/2014/main" id="{5408F9A3-19AA-5AE4-AEAB-64FC2F9ACBB0}"/>
                </a:ext>
              </a:extLst>
            </p:cNvPr>
            <p:cNvSpPr/>
            <p:nvPr/>
          </p:nvSpPr>
          <p:spPr>
            <a:xfrm>
              <a:off x="952041" y="338415"/>
              <a:ext cx="7350" cy="5703"/>
            </a:xfrm>
            <a:custGeom>
              <a:avLst/>
              <a:gdLst>
                <a:gd name="connsiteX0" fmla="*/ 7351 w 7350"/>
                <a:gd name="connsiteY0" fmla="*/ 2915 h 5703"/>
                <a:gd name="connsiteX1" fmla="*/ 3675 w 7350"/>
                <a:gd name="connsiteY1" fmla="*/ 5703 h 5703"/>
                <a:gd name="connsiteX2" fmla="*/ 0 w 7350"/>
                <a:gd name="connsiteY2" fmla="*/ 2915 h 5703"/>
                <a:gd name="connsiteX3" fmla="*/ 3675 w 7350"/>
                <a:gd name="connsiteY3" fmla="*/ 0 h 5703"/>
                <a:gd name="connsiteX4" fmla="*/ 7351 w 7350"/>
                <a:gd name="connsiteY4" fmla="*/ 2915 h 5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0" h="5703">
                  <a:moveTo>
                    <a:pt x="7351" y="2915"/>
                  </a:moveTo>
                  <a:lnTo>
                    <a:pt x="3675" y="5703"/>
                  </a:lnTo>
                  <a:lnTo>
                    <a:pt x="0" y="2915"/>
                  </a:lnTo>
                  <a:lnTo>
                    <a:pt x="3675" y="0"/>
                  </a:lnTo>
                  <a:lnTo>
                    <a:pt x="7351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72" name="Freeform: Shape 6071">
              <a:extLst>
                <a:ext uri="{FF2B5EF4-FFF2-40B4-BE49-F238E27FC236}">
                  <a16:creationId xmlns:a16="http://schemas.microsoft.com/office/drawing/2014/main" id="{94BF8656-EB38-FDE5-C585-C570E9315CCB}"/>
                </a:ext>
              </a:extLst>
            </p:cNvPr>
            <p:cNvSpPr/>
            <p:nvPr/>
          </p:nvSpPr>
          <p:spPr>
            <a:xfrm>
              <a:off x="1032265" y="256163"/>
              <a:ext cx="6463" cy="5196"/>
            </a:xfrm>
            <a:custGeom>
              <a:avLst/>
              <a:gdLst>
                <a:gd name="connsiteX0" fmla="*/ 6464 w 6463"/>
                <a:gd name="connsiteY0" fmla="*/ 2661 h 5196"/>
                <a:gd name="connsiteX1" fmla="*/ 3295 w 6463"/>
                <a:gd name="connsiteY1" fmla="*/ 5196 h 5196"/>
                <a:gd name="connsiteX2" fmla="*/ 0 w 6463"/>
                <a:gd name="connsiteY2" fmla="*/ 2661 h 5196"/>
                <a:gd name="connsiteX3" fmla="*/ 3295 w 6463"/>
                <a:gd name="connsiteY3" fmla="*/ 0 h 5196"/>
                <a:gd name="connsiteX4" fmla="*/ 6464 w 6463"/>
                <a:gd name="connsiteY4" fmla="*/ 2661 h 5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196">
                  <a:moveTo>
                    <a:pt x="6464" y="2661"/>
                  </a:moveTo>
                  <a:lnTo>
                    <a:pt x="3295" y="5196"/>
                  </a:lnTo>
                  <a:lnTo>
                    <a:pt x="0" y="2661"/>
                  </a:lnTo>
                  <a:lnTo>
                    <a:pt x="3295" y="0"/>
                  </a:lnTo>
                  <a:lnTo>
                    <a:pt x="6464" y="266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73" name="Freeform: Shape 6072">
              <a:extLst>
                <a:ext uri="{FF2B5EF4-FFF2-40B4-BE49-F238E27FC236}">
                  <a16:creationId xmlns:a16="http://schemas.microsoft.com/office/drawing/2014/main" id="{72C16235-6C56-2CC1-A7B4-5C17C7AF07B6}"/>
                </a:ext>
              </a:extLst>
            </p:cNvPr>
            <p:cNvSpPr/>
            <p:nvPr/>
          </p:nvSpPr>
          <p:spPr>
            <a:xfrm>
              <a:off x="1114897" y="175559"/>
              <a:ext cx="5069" cy="4055"/>
            </a:xfrm>
            <a:custGeom>
              <a:avLst/>
              <a:gdLst>
                <a:gd name="connsiteX0" fmla="*/ 5069 w 5069"/>
                <a:gd name="connsiteY0" fmla="*/ 2028 h 4055"/>
                <a:gd name="connsiteX1" fmla="*/ 2535 w 5069"/>
                <a:gd name="connsiteY1" fmla="*/ 4056 h 4055"/>
                <a:gd name="connsiteX2" fmla="*/ 0 w 5069"/>
                <a:gd name="connsiteY2" fmla="*/ 2028 h 4055"/>
                <a:gd name="connsiteX3" fmla="*/ 2535 w 5069"/>
                <a:gd name="connsiteY3" fmla="*/ 0 h 4055"/>
                <a:gd name="connsiteX4" fmla="*/ 5069 w 5069"/>
                <a:gd name="connsiteY4" fmla="*/ 2028 h 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9" h="4055">
                  <a:moveTo>
                    <a:pt x="5069" y="2028"/>
                  </a:moveTo>
                  <a:lnTo>
                    <a:pt x="2535" y="4056"/>
                  </a:lnTo>
                  <a:lnTo>
                    <a:pt x="0" y="2028"/>
                  </a:lnTo>
                  <a:lnTo>
                    <a:pt x="2535" y="0"/>
                  </a:lnTo>
                  <a:lnTo>
                    <a:pt x="5069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74" name="Freeform: Shape 6073">
              <a:extLst>
                <a:ext uri="{FF2B5EF4-FFF2-40B4-BE49-F238E27FC236}">
                  <a16:creationId xmlns:a16="http://schemas.microsoft.com/office/drawing/2014/main" id="{6F85BF50-30C0-3E5F-2906-41AF83E8EBE1}"/>
                </a:ext>
              </a:extLst>
            </p:cNvPr>
            <p:cNvSpPr/>
            <p:nvPr/>
          </p:nvSpPr>
          <p:spPr>
            <a:xfrm>
              <a:off x="1199176" y="95969"/>
              <a:ext cx="4308" cy="3421"/>
            </a:xfrm>
            <a:custGeom>
              <a:avLst/>
              <a:gdLst>
                <a:gd name="connsiteX0" fmla="*/ 4309 w 4308"/>
                <a:gd name="connsiteY0" fmla="*/ 1774 h 3421"/>
                <a:gd name="connsiteX1" fmla="*/ 2154 w 4308"/>
                <a:gd name="connsiteY1" fmla="*/ 3422 h 3421"/>
                <a:gd name="connsiteX2" fmla="*/ 0 w 4308"/>
                <a:gd name="connsiteY2" fmla="*/ 1774 h 3421"/>
                <a:gd name="connsiteX3" fmla="*/ 2154 w 4308"/>
                <a:gd name="connsiteY3" fmla="*/ 0 h 3421"/>
                <a:gd name="connsiteX4" fmla="*/ 4309 w 4308"/>
                <a:gd name="connsiteY4" fmla="*/ 1774 h 3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8" h="3421">
                  <a:moveTo>
                    <a:pt x="4309" y="1774"/>
                  </a:moveTo>
                  <a:lnTo>
                    <a:pt x="2154" y="3422"/>
                  </a:lnTo>
                  <a:lnTo>
                    <a:pt x="0" y="1774"/>
                  </a:lnTo>
                  <a:lnTo>
                    <a:pt x="2154" y="0"/>
                  </a:lnTo>
                  <a:lnTo>
                    <a:pt x="4309" y="177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75" name="Freeform: Shape 6074">
              <a:extLst>
                <a:ext uri="{FF2B5EF4-FFF2-40B4-BE49-F238E27FC236}">
                  <a16:creationId xmlns:a16="http://schemas.microsoft.com/office/drawing/2014/main" id="{2AAF554F-07CF-095A-EA14-18E70D9CA7D5}"/>
                </a:ext>
              </a:extLst>
            </p:cNvPr>
            <p:cNvSpPr/>
            <p:nvPr/>
          </p:nvSpPr>
          <p:spPr>
            <a:xfrm>
              <a:off x="11016018" y="33108"/>
              <a:ext cx="35612" cy="5956"/>
            </a:xfrm>
            <a:custGeom>
              <a:avLst/>
              <a:gdLst>
                <a:gd name="connsiteX0" fmla="*/ 17869 w 35612"/>
                <a:gd name="connsiteY0" fmla="*/ 5957 h 5956"/>
                <a:gd name="connsiteX1" fmla="*/ 35613 w 35612"/>
                <a:gd name="connsiteY1" fmla="*/ 0 h 5956"/>
                <a:gd name="connsiteX2" fmla="*/ 0 w 35612"/>
                <a:gd name="connsiteY2" fmla="*/ 0 h 5956"/>
                <a:gd name="connsiteX3" fmla="*/ 17743 w 35612"/>
                <a:gd name="connsiteY3" fmla="*/ 5957 h 5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612" h="5956">
                  <a:moveTo>
                    <a:pt x="17869" y="5957"/>
                  </a:moveTo>
                  <a:cubicBezTo>
                    <a:pt x="24840" y="5957"/>
                    <a:pt x="31177" y="3675"/>
                    <a:pt x="35613" y="0"/>
                  </a:cubicBezTo>
                  <a:lnTo>
                    <a:pt x="0" y="0"/>
                  </a:lnTo>
                  <a:cubicBezTo>
                    <a:pt x="4562" y="3675"/>
                    <a:pt x="10772" y="5957"/>
                    <a:pt x="17743" y="595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76" name="Freeform: Shape 6075">
              <a:extLst>
                <a:ext uri="{FF2B5EF4-FFF2-40B4-BE49-F238E27FC236}">
                  <a16:creationId xmlns:a16="http://schemas.microsoft.com/office/drawing/2014/main" id="{614DF024-FA63-233F-6C76-B19D56196DF6}"/>
                </a:ext>
              </a:extLst>
            </p:cNvPr>
            <p:cNvSpPr/>
            <p:nvPr/>
          </p:nvSpPr>
          <p:spPr>
            <a:xfrm>
              <a:off x="11094720" y="77846"/>
              <a:ext cx="50187" cy="39795"/>
            </a:xfrm>
            <a:custGeom>
              <a:avLst/>
              <a:gdLst>
                <a:gd name="connsiteX0" fmla="*/ 50188 w 50187"/>
                <a:gd name="connsiteY0" fmla="*/ 19898 h 39795"/>
                <a:gd name="connsiteX1" fmla="*/ 25094 w 50187"/>
                <a:gd name="connsiteY1" fmla="*/ 39795 h 39795"/>
                <a:gd name="connsiteX2" fmla="*/ 0 w 50187"/>
                <a:gd name="connsiteY2" fmla="*/ 19898 h 39795"/>
                <a:gd name="connsiteX3" fmla="*/ 25094 w 50187"/>
                <a:gd name="connsiteY3" fmla="*/ 0 h 39795"/>
                <a:gd name="connsiteX4" fmla="*/ 50188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8" y="19898"/>
                  </a:moveTo>
                  <a:cubicBezTo>
                    <a:pt x="50188" y="30797"/>
                    <a:pt x="38908" y="39795"/>
                    <a:pt x="25094" y="39795"/>
                  </a:cubicBezTo>
                  <a:cubicBezTo>
                    <a:pt x="11280" y="39795"/>
                    <a:pt x="0" y="30924"/>
                    <a:pt x="0" y="19898"/>
                  </a:cubicBezTo>
                  <a:cubicBezTo>
                    <a:pt x="0" y="8872"/>
                    <a:pt x="11153" y="0"/>
                    <a:pt x="25094" y="0"/>
                  </a:cubicBezTo>
                  <a:cubicBezTo>
                    <a:pt x="39035" y="0"/>
                    <a:pt x="50188" y="8872"/>
                    <a:pt x="50188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77" name="Freeform: Shape 6076">
              <a:extLst>
                <a:ext uri="{FF2B5EF4-FFF2-40B4-BE49-F238E27FC236}">
                  <a16:creationId xmlns:a16="http://schemas.microsoft.com/office/drawing/2014/main" id="{D3E744CA-6E90-A260-69EE-E69028154D6D}"/>
                </a:ext>
              </a:extLst>
            </p:cNvPr>
            <p:cNvSpPr/>
            <p:nvPr/>
          </p:nvSpPr>
          <p:spPr>
            <a:xfrm>
              <a:off x="11178746" y="157690"/>
              <a:ext cx="50187" cy="39795"/>
            </a:xfrm>
            <a:custGeom>
              <a:avLst/>
              <a:gdLst>
                <a:gd name="connsiteX0" fmla="*/ 50188 w 50187"/>
                <a:gd name="connsiteY0" fmla="*/ 19898 h 39795"/>
                <a:gd name="connsiteX1" fmla="*/ 25094 w 50187"/>
                <a:gd name="connsiteY1" fmla="*/ 39795 h 39795"/>
                <a:gd name="connsiteX2" fmla="*/ 0 w 50187"/>
                <a:gd name="connsiteY2" fmla="*/ 19898 h 39795"/>
                <a:gd name="connsiteX3" fmla="*/ 25094 w 50187"/>
                <a:gd name="connsiteY3" fmla="*/ 0 h 39795"/>
                <a:gd name="connsiteX4" fmla="*/ 50188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8" y="19898"/>
                  </a:moveTo>
                  <a:cubicBezTo>
                    <a:pt x="50188" y="30924"/>
                    <a:pt x="38908" y="39795"/>
                    <a:pt x="25094" y="39795"/>
                  </a:cubicBezTo>
                  <a:cubicBezTo>
                    <a:pt x="11280" y="39795"/>
                    <a:pt x="0" y="30924"/>
                    <a:pt x="0" y="19898"/>
                  </a:cubicBezTo>
                  <a:cubicBezTo>
                    <a:pt x="0" y="8872"/>
                    <a:pt x="11153" y="0"/>
                    <a:pt x="25094" y="0"/>
                  </a:cubicBezTo>
                  <a:cubicBezTo>
                    <a:pt x="39035" y="0"/>
                    <a:pt x="50188" y="8872"/>
                    <a:pt x="50188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78" name="Freeform: Shape 6077">
              <a:extLst>
                <a:ext uri="{FF2B5EF4-FFF2-40B4-BE49-F238E27FC236}">
                  <a16:creationId xmlns:a16="http://schemas.microsoft.com/office/drawing/2014/main" id="{CD052ABF-A48B-297A-2BA7-77076E0F23AC}"/>
                </a:ext>
              </a:extLst>
            </p:cNvPr>
            <p:cNvSpPr/>
            <p:nvPr/>
          </p:nvSpPr>
          <p:spPr>
            <a:xfrm>
              <a:off x="11260618" y="238927"/>
              <a:ext cx="50186" cy="39795"/>
            </a:xfrm>
            <a:custGeom>
              <a:avLst/>
              <a:gdLst>
                <a:gd name="connsiteX0" fmla="*/ 50187 w 50186"/>
                <a:gd name="connsiteY0" fmla="*/ 19898 h 39795"/>
                <a:gd name="connsiteX1" fmla="*/ 25093 w 50186"/>
                <a:gd name="connsiteY1" fmla="*/ 39795 h 39795"/>
                <a:gd name="connsiteX2" fmla="*/ 0 w 50186"/>
                <a:gd name="connsiteY2" fmla="*/ 19898 h 39795"/>
                <a:gd name="connsiteX3" fmla="*/ 25093 w 50186"/>
                <a:gd name="connsiteY3" fmla="*/ 0 h 39795"/>
                <a:gd name="connsiteX4" fmla="*/ 50187 w 50186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6" h="39795">
                  <a:moveTo>
                    <a:pt x="50187" y="19898"/>
                  </a:moveTo>
                  <a:cubicBezTo>
                    <a:pt x="50187" y="30797"/>
                    <a:pt x="38908" y="39795"/>
                    <a:pt x="25093" y="39795"/>
                  </a:cubicBezTo>
                  <a:cubicBezTo>
                    <a:pt x="11280" y="39795"/>
                    <a:pt x="0" y="30924"/>
                    <a:pt x="0" y="19898"/>
                  </a:cubicBezTo>
                  <a:cubicBezTo>
                    <a:pt x="0" y="8872"/>
                    <a:pt x="11153" y="0"/>
                    <a:pt x="25093" y="0"/>
                  </a:cubicBezTo>
                  <a:cubicBezTo>
                    <a:pt x="39035" y="0"/>
                    <a:pt x="50187" y="8872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79" name="Freeform: Shape 6078">
              <a:extLst>
                <a:ext uri="{FF2B5EF4-FFF2-40B4-BE49-F238E27FC236}">
                  <a16:creationId xmlns:a16="http://schemas.microsoft.com/office/drawing/2014/main" id="{324F3BFB-3F94-0080-9F32-58332C66510D}"/>
                </a:ext>
              </a:extLst>
            </p:cNvPr>
            <p:cNvSpPr/>
            <p:nvPr/>
          </p:nvSpPr>
          <p:spPr>
            <a:xfrm>
              <a:off x="11340335" y="321432"/>
              <a:ext cx="50187" cy="39795"/>
            </a:xfrm>
            <a:custGeom>
              <a:avLst/>
              <a:gdLst>
                <a:gd name="connsiteX0" fmla="*/ 50188 w 50187"/>
                <a:gd name="connsiteY0" fmla="*/ 19898 h 39795"/>
                <a:gd name="connsiteX1" fmla="*/ 25094 w 50187"/>
                <a:gd name="connsiteY1" fmla="*/ 39795 h 39795"/>
                <a:gd name="connsiteX2" fmla="*/ 0 w 50187"/>
                <a:gd name="connsiteY2" fmla="*/ 19898 h 39795"/>
                <a:gd name="connsiteX3" fmla="*/ 25094 w 50187"/>
                <a:gd name="connsiteY3" fmla="*/ 0 h 39795"/>
                <a:gd name="connsiteX4" fmla="*/ 50188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8" y="19898"/>
                  </a:moveTo>
                  <a:cubicBezTo>
                    <a:pt x="50188" y="30797"/>
                    <a:pt x="39035" y="39795"/>
                    <a:pt x="25094" y="39795"/>
                  </a:cubicBezTo>
                  <a:cubicBezTo>
                    <a:pt x="11153" y="39795"/>
                    <a:pt x="0" y="30924"/>
                    <a:pt x="0" y="19898"/>
                  </a:cubicBezTo>
                  <a:cubicBezTo>
                    <a:pt x="0" y="8872"/>
                    <a:pt x="11280" y="0"/>
                    <a:pt x="25094" y="0"/>
                  </a:cubicBezTo>
                  <a:cubicBezTo>
                    <a:pt x="38908" y="0"/>
                    <a:pt x="50188" y="8872"/>
                    <a:pt x="50188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80" name="Freeform: Shape 6079">
              <a:extLst>
                <a:ext uri="{FF2B5EF4-FFF2-40B4-BE49-F238E27FC236}">
                  <a16:creationId xmlns:a16="http://schemas.microsoft.com/office/drawing/2014/main" id="{D9FEA821-83E6-17D4-A5B4-8711A5ED541B}"/>
                </a:ext>
              </a:extLst>
            </p:cNvPr>
            <p:cNvSpPr/>
            <p:nvPr/>
          </p:nvSpPr>
          <p:spPr>
            <a:xfrm>
              <a:off x="11418151" y="405205"/>
              <a:ext cx="50187" cy="39795"/>
            </a:xfrm>
            <a:custGeom>
              <a:avLst/>
              <a:gdLst>
                <a:gd name="connsiteX0" fmla="*/ 50188 w 50187"/>
                <a:gd name="connsiteY0" fmla="*/ 19898 h 39795"/>
                <a:gd name="connsiteX1" fmla="*/ 25093 w 50187"/>
                <a:gd name="connsiteY1" fmla="*/ 39795 h 39795"/>
                <a:gd name="connsiteX2" fmla="*/ 0 w 50187"/>
                <a:gd name="connsiteY2" fmla="*/ 19898 h 39795"/>
                <a:gd name="connsiteX3" fmla="*/ 25093 w 50187"/>
                <a:gd name="connsiteY3" fmla="*/ 0 h 39795"/>
                <a:gd name="connsiteX4" fmla="*/ 50188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8" y="19898"/>
                  </a:moveTo>
                  <a:cubicBezTo>
                    <a:pt x="50188" y="30797"/>
                    <a:pt x="38908" y="39795"/>
                    <a:pt x="25093" y="39795"/>
                  </a:cubicBezTo>
                  <a:cubicBezTo>
                    <a:pt x="11280" y="39795"/>
                    <a:pt x="0" y="30924"/>
                    <a:pt x="0" y="19898"/>
                  </a:cubicBezTo>
                  <a:cubicBezTo>
                    <a:pt x="0" y="8872"/>
                    <a:pt x="11153" y="0"/>
                    <a:pt x="25093" y="0"/>
                  </a:cubicBezTo>
                  <a:cubicBezTo>
                    <a:pt x="39035" y="0"/>
                    <a:pt x="50188" y="8872"/>
                    <a:pt x="50188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81" name="Freeform: Shape 6080">
              <a:extLst>
                <a:ext uri="{FF2B5EF4-FFF2-40B4-BE49-F238E27FC236}">
                  <a16:creationId xmlns:a16="http://schemas.microsoft.com/office/drawing/2014/main" id="{41E39300-3765-4373-4807-B88DF2666996}"/>
                </a:ext>
              </a:extLst>
            </p:cNvPr>
            <p:cNvSpPr/>
            <p:nvPr/>
          </p:nvSpPr>
          <p:spPr>
            <a:xfrm>
              <a:off x="11493686" y="490118"/>
              <a:ext cx="50186" cy="39795"/>
            </a:xfrm>
            <a:custGeom>
              <a:avLst/>
              <a:gdLst>
                <a:gd name="connsiteX0" fmla="*/ 50187 w 50186"/>
                <a:gd name="connsiteY0" fmla="*/ 19898 h 39795"/>
                <a:gd name="connsiteX1" fmla="*/ 25093 w 50186"/>
                <a:gd name="connsiteY1" fmla="*/ 39795 h 39795"/>
                <a:gd name="connsiteX2" fmla="*/ 0 w 50186"/>
                <a:gd name="connsiteY2" fmla="*/ 19898 h 39795"/>
                <a:gd name="connsiteX3" fmla="*/ 25093 w 50186"/>
                <a:gd name="connsiteY3" fmla="*/ 0 h 39795"/>
                <a:gd name="connsiteX4" fmla="*/ 50187 w 50186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6" h="39795">
                  <a:moveTo>
                    <a:pt x="50187" y="19898"/>
                  </a:moveTo>
                  <a:cubicBezTo>
                    <a:pt x="50187" y="30797"/>
                    <a:pt x="39034" y="39795"/>
                    <a:pt x="25093" y="39795"/>
                  </a:cubicBezTo>
                  <a:cubicBezTo>
                    <a:pt x="11153" y="39795"/>
                    <a:pt x="0" y="30924"/>
                    <a:pt x="0" y="19898"/>
                  </a:cubicBezTo>
                  <a:cubicBezTo>
                    <a:pt x="0" y="8872"/>
                    <a:pt x="11279" y="0"/>
                    <a:pt x="25093" y="0"/>
                  </a:cubicBezTo>
                  <a:cubicBezTo>
                    <a:pt x="38907" y="0"/>
                    <a:pt x="50187" y="8872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82" name="Freeform: Shape 6081">
              <a:extLst>
                <a:ext uri="{FF2B5EF4-FFF2-40B4-BE49-F238E27FC236}">
                  <a16:creationId xmlns:a16="http://schemas.microsoft.com/office/drawing/2014/main" id="{FC6505FB-762F-F43E-CBA0-D6147BBCE5BF}"/>
                </a:ext>
              </a:extLst>
            </p:cNvPr>
            <p:cNvSpPr/>
            <p:nvPr/>
          </p:nvSpPr>
          <p:spPr>
            <a:xfrm>
              <a:off x="11567065" y="576298"/>
              <a:ext cx="50187" cy="39795"/>
            </a:xfrm>
            <a:custGeom>
              <a:avLst/>
              <a:gdLst>
                <a:gd name="connsiteX0" fmla="*/ 50188 w 50187"/>
                <a:gd name="connsiteY0" fmla="*/ 19898 h 39795"/>
                <a:gd name="connsiteX1" fmla="*/ 25093 w 50187"/>
                <a:gd name="connsiteY1" fmla="*/ 39795 h 39795"/>
                <a:gd name="connsiteX2" fmla="*/ 0 w 50187"/>
                <a:gd name="connsiteY2" fmla="*/ 19898 h 39795"/>
                <a:gd name="connsiteX3" fmla="*/ 25093 w 50187"/>
                <a:gd name="connsiteY3" fmla="*/ 0 h 39795"/>
                <a:gd name="connsiteX4" fmla="*/ 50188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8" y="19898"/>
                  </a:moveTo>
                  <a:cubicBezTo>
                    <a:pt x="50188" y="30797"/>
                    <a:pt x="39035" y="39795"/>
                    <a:pt x="25093" y="39795"/>
                  </a:cubicBezTo>
                  <a:cubicBezTo>
                    <a:pt x="11153" y="39795"/>
                    <a:pt x="0" y="30924"/>
                    <a:pt x="0" y="19898"/>
                  </a:cubicBezTo>
                  <a:cubicBezTo>
                    <a:pt x="0" y="8872"/>
                    <a:pt x="11280" y="0"/>
                    <a:pt x="25093" y="0"/>
                  </a:cubicBezTo>
                  <a:cubicBezTo>
                    <a:pt x="38908" y="0"/>
                    <a:pt x="50188" y="8872"/>
                    <a:pt x="50188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83" name="Freeform: Shape 6082">
              <a:extLst>
                <a:ext uri="{FF2B5EF4-FFF2-40B4-BE49-F238E27FC236}">
                  <a16:creationId xmlns:a16="http://schemas.microsoft.com/office/drawing/2014/main" id="{20F6AA79-A8D1-0321-20C3-E0185C6F4238}"/>
                </a:ext>
              </a:extLst>
            </p:cNvPr>
            <p:cNvSpPr/>
            <p:nvPr/>
          </p:nvSpPr>
          <p:spPr>
            <a:xfrm>
              <a:off x="11638291" y="663620"/>
              <a:ext cx="50187" cy="39795"/>
            </a:xfrm>
            <a:custGeom>
              <a:avLst/>
              <a:gdLst>
                <a:gd name="connsiteX0" fmla="*/ 50188 w 50187"/>
                <a:gd name="connsiteY0" fmla="*/ 19898 h 39795"/>
                <a:gd name="connsiteX1" fmla="*/ 25093 w 50187"/>
                <a:gd name="connsiteY1" fmla="*/ 39795 h 39795"/>
                <a:gd name="connsiteX2" fmla="*/ 0 w 50187"/>
                <a:gd name="connsiteY2" fmla="*/ 19898 h 39795"/>
                <a:gd name="connsiteX3" fmla="*/ 25093 w 50187"/>
                <a:gd name="connsiteY3" fmla="*/ 0 h 39795"/>
                <a:gd name="connsiteX4" fmla="*/ 50188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8" y="19898"/>
                  </a:moveTo>
                  <a:cubicBezTo>
                    <a:pt x="50188" y="30924"/>
                    <a:pt x="38908" y="39795"/>
                    <a:pt x="25093" y="39795"/>
                  </a:cubicBezTo>
                  <a:cubicBezTo>
                    <a:pt x="11280" y="39795"/>
                    <a:pt x="0" y="30924"/>
                    <a:pt x="0" y="19898"/>
                  </a:cubicBezTo>
                  <a:cubicBezTo>
                    <a:pt x="0" y="8872"/>
                    <a:pt x="11153" y="0"/>
                    <a:pt x="25093" y="0"/>
                  </a:cubicBezTo>
                  <a:cubicBezTo>
                    <a:pt x="39035" y="0"/>
                    <a:pt x="50188" y="8872"/>
                    <a:pt x="50188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84" name="Freeform: Shape 6083">
              <a:extLst>
                <a:ext uri="{FF2B5EF4-FFF2-40B4-BE49-F238E27FC236}">
                  <a16:creationId xmlns:a16="http://schemas.microsoft.com/office/drawing/2014/main" id="{8342E520-9B25-3AC6-D736-A1F04B390670}"/>
                </a:ext>
              </a:extLst>
            </p:cNvPr>
            <p:cNvSpPr/>
            <p:nvPr/>
          </p:nvSpPr>
          <p:spPr>
            <a:xfrm>
              <a:off x="11707235" y="752081"/>
              <a:ext cx="50187" cy="39795"/>
            </a:xfrm>
            <a:custGeom>
              <a:avLst/>
              <a:gdLst>
                <a:gd name="connsiteX0" fmla="*/ 50188 w 50187"/>
                <a:gd name="connsiteY0" fmla="*/ 19898 h 39795"/>
                <a:gd name="connsiteX1" fmla="*/ 25093 w 50187"/>
                <a:gd name="connsiteY1" fmla="*/ 39795 h 39795"/>
                <a:gd name="connsiteX2" fmla="*/ 0 w 50187"/>
                <a:gd name="connsiteY2" fmla="*/ 19898 h 39795"/>
                <a:gd name="connsiteX3" fmla="*/ 25093 w 50187"/>
                <a:gd name="connsiteY3" fmla="*/ 0 h 39795"/>
                <a:gd name="connsiteX4" fmla="*/ 50188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8" y="19898"/>
                  </a:moveTo>
                  <a:cubicBezTo>
                    <a:pt x="50188" y="30797"/>
                    <a:pt x="38908" y="39795"/>
                    <a:pt x="25093" y="39795"/>
                  </a:cubicBezTo>
                  <a:cubicBezTo>
                    <a:pt x="11280" y="39795"/>
                    <a:pt x="0" y="30924"/>
                    <a:pt x="0" y="19898"/>
                  </a:cubicBezTo>
                  <a:cubicBezTo>
                    <a:pt x="0" y="8872"/>
                    <a:pt x="11153" y="0"/>
                    <a:pt x="25093" y="0"/>
                  </a:cubicBezTo>
                  <a:cubicBezTo>
                    <a:pt x="39035" y="0"/>
                    <a:pt x="50188" y="8872"/>
                    <a:pt x="50188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85" name="Freeform: Shape 6084">
              <a:extLst>
                <a:ext uri="{FF2B5EF4-FFF2-40B4-BE49-F238E27FC236}">
                  <a16:creationId xmlns:a16="http://schemas.microsoft.com/office/drawing/2014/main" id="{D4AFF8D4-87BA-B48F-D0FF-C8CBA152235C}"/>
                </a:ext>
              </a:extLst>
            </p:cNvPr>
            <p:cNvSpPr/>
            <p:nvPr/>
          </p:nvSpPr>
          <p:spPr>
            <a:xfrm>
              <a:off x="11773899" y="841684"/>
              <a:ext cx="50186" cy="39795"/>
            </a:xfrm>
            <a:custGeom>
              <a:avLst/>
              <a:gdLst>
                <a:gd name="connsiteX0" fmla="*/ 50187 w 50186"/>
                <a:gd name="connsiteY0" fmla="*/ 19898 h 39795"/>
                <a:gd name="connsiteX1" fmla="*/ 25093 w 50186"/>
                <a:gd name="connsiteY1" fmla="*/ 39795 h 39795"/>
                <a:gd name="connsiteX2" fmla="*/ 0 w 50186"/>
                <a:gd name="connsiteY2" fmla="*/ 19898 h 39795"/>
                <a:gd name="connsiteX3" fmla="*/ 25093 w 50186"/>
                <a:gd name="connsiteY3" fmla="*/ 0 h 39795"/>
                <a:gd name="connsiteX4" fmla="*/ 50187 w 50186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6" h="39795">
                  <a:moveTo>
                    <a:pt x="50187" y="19898"/>
                  </a:moveTo>
                  <a:cubicBezTo>
                    <a:pt x="50187" y="30797"/>
                    <a:pt x="38908" y="39795"/>
                    <a:pt x="25093" y="39795"/>
                  </a:cubicBezTo>
                  <a:cubicBezTo>
                    <a:pt x="11280" y="39795"/>
                    <a:pt x="0" y="30924"/>
                    <a:pt x="0" y="19898"/>
                  </a:cubicBezTo>
                  <a:cubicBezTo>
                    <a:pt x="0" y="8872"/>
                    <a:pt x="11153" y="0"/>
                    <a:pt x="25093" y="0"/>
                  </a:cubicBezTo>
                  <a:cubicBezTo>
                    <a:pt x="39035" y="0"/>
                    <a:pt x="50187" y="8872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86" name="Freeform: Shape 6085">
              <a:extLst>
                <a:ext uri="{FF2B5EF4-FFF2-40B4-BE49-F238E27FC236}">
                  <a16:creationId xmlns:a16="http://schemas.microsoft.com/office/drawing/2014/main" id="{5509BE09-B4F0-D2C1-2ED6-03C329E47FED}"/>
                </a:ext>
              </a:extLst>
            </p:cNvPr>
            <p:cNvSpPr/>
            <p:nvPr/>
          </p:nvSpPr>
          <p:spPr>
            <a:xfrm>
              <a:off x="11838281" y="932300"/>
              <a:ext cx="50186" cy="39795"/>
            </a:xfrm>
            <a:custGeom>
              <a:avLst/>
              <a:gdLst>
                <a:gd name="connsiteX0" fmla="*/ 50187 w 50186"/>
                <a:gd name="connsiteY0" fmla="*/ 19898 h 39795"/>
                <a:gd name="connsiteX1" fmla="*/ 25093 w 50186"/>
                <a:gd name="connsiteY1" fmla="*/ 39795 h 39795"/>
                <a:gd name="connsiteX2" fmla="*/ 0 w 50186"/>
                <a:gd name="connsiteY2" fmla="*/ 19898 h 39795"/>
                <a:gd name="connsiteX3" fmla="*/ 25093 w 50186"/>
                <a:gd name="connsiteY3" fmla="*/ 0 h 39795"/>
                <a:gd name="connsiteX4" fmla="*/ 50187 w 50186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6" h="39795">
                  <a:moveTo>
                    <a:pt x="50187" y="19898"/>
                  </a:moveTo>
                  <a:cubicBezTo>
                    <a:pt x="50187" y="30797"/>
                    <a:pt x="39034" y="39795"/>
                    <a:pt x="25093" y="39795"/>
                  </a:cubicBezTo>
                  <a:cubicBezTo>
                    <a:pt x="11152" y="39795"/>
                    <a:pt x="0" y="30924"/>
                    <a:pt x="0" y="19898"/>
                  </a:cubicBezTo>
                  <a:cubicBezTo>
                    <a:pt x="0" y="8871"/>
                    <a:pt x="11279" y="0"/>
                    <a:pt x="25093" y="0"/>
                  </a:cubicBezTo>
                  <a:cubicBezTo>
                    <a:pt x="38907" y="0"/>
                    <a:pt x="50187" y="8871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87" name="Freeform: Shape 6086">
              <a:extLst>
                <a:ext uri="{FF2B5EF4-FFF2-40B4-BE49-F238E27FC236}">
                  <a16:creationId xmlns:a16="http://schemas.microsoft.com/office/drawing/2014/main" id="{6E1EF75D-BF47-4FCB-AF74-9EC6C77DCA58}"/>
                </a:ext>
              </a:extLst>
            </p:cNvPr>
            <p:cNvSpPr/>
            <p:nvPr/>
          </p:nvSpPr>
          <p:spPr>
            <a:xfrm>
              <a:off x="11900381" y="1023930"/>
              <a:ext cx="50187" cy="39668"/>
            </a:xfrm>
            <a:custGeom>
              <a:avLst/>
              <a:gdLst>
                <a:gd name="connsiteX0" fmla="*/ 50188 w 50187"/>
                <a:gd name="connsiteY0" fmla="*/ 19771 h 39668"/>
                <a:gd name="connsiteX1" fmla="*/ 25093 w 50187"/>
                <a:gd name="connsiteY1" fmla="*/ 39668 h 39668"/>
                <a:gd name="connsiteX2" fmla="*/ 0 w 50187"/>
                <a:gd name="connsiteY2" fmla="*/ 19771 h 39668"/>
                <a:gd name="connsiteX3" fmla="*/ 25093 w 50187"/>
                <a:gd name="connsiteY3" fmla="*/ 0 h 39668"/>
                <a:gd name="connsiteX4" fmla="*/ 50188 w 50187"/>
                <a:gd name="connsiteY4" fmla="*/ 19771 h 39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668">
                  <a:moveTo>
                    <a:pt x="50188" y="19771"/>
                  </a:moveTo>
                  <a:cubicBezTo>
                    <a:pt x="50188" y="30670"/>
                    <a:pt x="38908" y="39668"/>
                    <a:pt x="25093" y="39668"/>
                  </a:cubicBezTo>
                  <a:cubicBezTo>
                    <a:pt x="11280" y="39668"/>
                    <a:pt x="0" y="30797"/>
                    <a:pt x="0" y="19771"/>
                  </a:cubicBezTo>
                  <a:cubicBezTo>
                    <a:pt x="0" y="8745"/>
                    <a:pt x="11153" y="0"/>
                    <a:pt x="25093" y="0"/>
                  </a:cubicBezTo>
                  <a:cubicBezTo>
                    <a:pt x="39035" y="0"/>
                    <a:pt x="50188" y="8871"/>
                    <a:pt x="50188" y="1977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88" name="Freeform: Shape 6087">
              <a:extLst>
                <a:ext uri="{FF2B5EF4-FFF2-40B4-BE49-F238E27FC236}">
                  <a16:creationId xmlns:a16="http://schemas.microsoft.com/office/drawing/2014/main" id="{A6DCE645-0530-4BDF-692B-B25E549FDB43}"/>
                </a:ext>
              </a:extLst>
            </p:cNvPr>
            <p:cNvSpPr/>
            <p:nvPr/>
          </p:nvSpPr>
          <p:spPr>
            <a:xfrm>
              <a:off x="11960201" y="1116320"/>
              <a:ext cx="50186" cy="39795"/>
            </a:xfrm>
            <a:custGeom>
              <a:avLst/>
              <a:gdLst>
                <a:gd name="connsiteX0" fmla="*/ 50187 w 50186"/>
                <a:gd name="connsiteY0" fmla="*/ 19898 h 39795"/>
                <a:gd name="connsiteX1" fmla="*/ 25093 w 50186"/>
                <a:gd name="connsiteY1" fmla="*/ 39795 h 39795"/>
                <a:gd name="connsiteX2" fmla="*/ 0 w 50186"/>
                <a:gd name="connsiteY2" fmla="*/ 19898 h 39795"/>
                <a:gd name="connsiteX3" fmla="*/ 25093 w 50186"/>
                <a:gd name="connsiteY3" fmla="*/ 0 h 39795"/>
                <a:gd name="connsiteX4" fmla="*/ 50187 w 50186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6" h="39795">
                  <a:moveTo>
                    <a:pt x="50187" y="19898"/>
                  </a:moveTo>
                  <a:cubicBezTo>
                    <a:pt x="50187" y="30924"/>
                    <a:pt x="39034" y="39795"/>
                    <a:pt x="25093" y="39795"/>
                  </a:cubicBezTo>
                  <a:cubicBezTo>
                    <a:pt x="11153" y="39795"/>
                    <a:pt x="0" y="30924"/>
                    <a:pt x="0" y="19898"/>
                  </a:cubicBezTo>
                  <a:cubicBezTo>
                    <a:pt x="0" y="8872"/>
                    <a:pt x="11279" y="0"/>
                    <a:pt x="25093" y="0"/>
                  </a:cubicBezTo>
                  <a:cubicBezTo>
                    <a:pt x="38908" y="0"/>
                    <a:pt x="50187" y="8872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89" name="Freeform: Shape 6088">
              <a:extLst>
                <a:ext uri="{FF2B5EF4-FFF2-40B4-BE49-F238E27FC236}">
                  <a16:creationId xmlns:a16="http://schemas.microsoft.com/office/drawing/2014/main" id="{3FA74013-2CEF-FAB0-5990-F7A720B16A7E}"/>
                </a:ext>
              </a:extLst>
            </p:cNvPr>
            <p:cNvSpPr/>
            <p:nvPr/>
          </p:nvSpPr>
          <p:spPr>
            <a:xfrm>
              <a:off x="12017612" y="1209852"/>
              <a:ext cx="50187" cy="39795"/>
            </a:xfrm>
            <a:custGeom>
              <a:avLst/>
              <a:gdLst>
                <a:gd name="connsiteX0" fmla="*/ 50188 w 50187"/>
                <a:gd name="connsiteY0" fmla="*/ 19898 h 39795"/>
                <a:gd name="connsiteX1" fmla="*/ 25093 w 50187"/>
                <a:gd name="connsiteY1" fmla="*/ 39795 h 39795"/>
                <a:gd name="connsiteX2" fmla="*/ 0 w 50187"/>
                <a:gd name="connsiteY2" fmla="*/ 19898 h 39795"/>
                <a:gd name="connsiteX3" fmla="*/ 25093 w 50187"/>
                <a:gd name="connsiteY3" fmla="*/ 0 h 39795"/>
                <a:gd name="connsiteX4" fmla="*/ 50188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8" y="19898"/>
                  </a:moveTo>
                  <a:cubicBezTo>
                    <a:pt x="50188" y="30797"/>
                    <a:pt x="38908" y="39795"/>
                    <a:pt x="25093" y="39795"/>
                  </a:cubicBezTo>
                  <a:cubicBezTo>
                    <a:pt x="11280" y="39795"/>
                    <a:pt x="0" y="30924"/>
                    <a:pt x="0" y="19898"/>
                  </a:cubicBezTo>
                  <a:cubicBezTo>
                    <a:pt x="0" y="8871"/>
                    <a:pt x="11153" y="0"/>
                    <a:pt x="25093" y="0"/>
                  </a:cubicBezTo>
                  <a:cubicBezTo>
                    <a:pt x="39035" y="0"/>
                    <a:pt x="50188" y="8871"/>
                    <a:pt x="50188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90" name="Freeform: Shape 6089">
              <a:extLst>
                <a:ext uri="{FF2B5EF4-FFF2-40B4-BE49-F238E27FC236}">
                  <a16:creationId xmlns:a16="http://schemas.microsoft.com/office/drawing/2014/main" id="{BDFF13D9-7572-64E5-71A9-D96455F1CD9A}"/>
                </a:ext>
              </a:extLst>
            </p:cNvPr>
            <p:cNvSpPr/>
            <p:nvPr/>
          </p:nvSpPr>
          <p:spPr>
            <a:xfrm>
              <a:off x="12072615" y="1304270"/>
              <a:ext cx="50186" cy="39795"/>
            </a:xfrm>
            <a:custGeom>
              <a:avLst/>
              <a:gdLst>
                <a:gd name="connsiteX0" fmla="*/ 50187 w 50186"/>
                <a:gd name="connsiteY0" fmla="*/ 19898 h 39795"/>
                <a:gd name="connsiteX1" fmla="*/ 25093 w 50186"/>
                <a:gd name="connsiteY1" fmla="*/ 39795 h 39795"/>
                <a:gd name="connsiteX2" fmla="*/ 0 w 50186"/>
                <a:gd name="connsiteY2" fmla="*/ 19898 h 39795"/>
                <a:gd name="connsiteX3" fmla="*/ 25093 w 50186"/>
                <a:gd name="connsiteY3" fmla="*/ 0 h 39795"/>
                <a:gd name="connsiteX4" fmla="*/ 50187 w 50186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6" h="39795">
                  <a:moveTo>
                    <a:pt x="50187" y="19898"/>
                  </a:moveTo>
                  <a:cubicBezTo>
                    <a:pt x="50187" y="30797"/>
                    <a:pt x="39034" y="39795"/>
                    <a:pt x="25093" y="39795"/>
                  </a:cubicBezTo>
                  <a:cubicBezTo>
                    <a:pt x="11153" y="39795"/>
                    <a:pt x="0" y="30924"/>
                    <a:pt x="0" y="19898"/>
                  </a:cubicBezTo>
                  <a:cubicBezTo>
                    <a:pt x="0" y="8872"/>
                    <a:pt x="11279" y="0"/>
                    <a:pt x="25093" y="0"/>
                  </a:cubicBezTo>
                  <a:cubicBezTo>
                    <a:pt x="38908" y="0"/>
                    <a:pt x="50187" y="8872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91" name="Freeform: Shape 6090">
              <a:extLst>
                <a:ext uri="{FF2B5EF4-FFF2-40B4-BE49-F238E27FC236}">
                  <a16:creationId xmlns:a16="http://schemas.microsoft.com/office/drawing/2014/main" id="{06C225D0-4AB7-C53E-EAA7-1D6B7ABB2748}"/>
                </a:ext>
              </a:extLst>
            </p:cNvPr>
            <p:cNvSpPr/>
            <p:nvPr/>
          </p:nvSpPr>
          <p:spPr>
            <a:xfrm>
              <a:off x="12125210" y="1399575"/>
              <a:ext cx="25981" cy="39795"/>
            </a:xfrm>
            <a:custGeom>
              <a:avLst/>
              <a:gdLst>
                <a:gd name="connsiteX0" fmla="*/ 25094 w 25981"/>
                <a:gd name="connsiteY0" fmla="*/ 0 h 39795"/>
                <a:gd name="connsiteX1" fmla="*/ 0 w 25981"/>
                <a:gd name="connsiteY1" fmla="*/ 19898 h 39795"/>
                <a:gd name="connsiteX2" fmla="*/ 25094 w 25981"/>
                <a:gd name="connsiteY2" fmla="*/ 39795 h 39795"/>
                <a:gd name="connsiteX3" fmla="*/ 25981 w 25981"/>
                <a:gd name="connsiteY3" fmla="*/ 39795 h 39795"/>
                <a:gd name="connsiteX4" fmla="*/ 25981 w 25981"/>
                <a:gd name="connsiteY4" fmla="*/ 253 h 39795"/>
                <a:gd name="connsiteX5" fmla="*/ 25094 w 25981"/>
                <a:gd name="connsiteY5" fmla="*/ 253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981" h="39795">
                  <a:moveTo>
                    <a:pt x="25094" y="0"/>
                  </a:moveTo>
                  <a:cubicBezTo>
                    <a:pt x="11280" y="0"/>
                    <a:pt x="0" y="8871"/>
                    <a:pt x="0" y="19898"/>
                  </a:cubicBezTo>
                  <a:cubicBezTo>
                    <a:pt x="0" y="30924"/>
                    <a:pt x="11153" y="39795"/>
                    <a:pt x="25094" y="39795"/>
                  </a:cubicBezTo>
                  <a:lnTo>
                    <a:pt x="25981" y="39795"/>
                  </a:lnTo>
                  <a:lnTo>
                    <a:pt x="25981" y="253"/>
                  </a:lnTo>
                  <a:lnTo>
                    <a:pt x="25094" y="25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92" name="Freeform: Shape 6091">
              <a:extLst>
                <a:ext uri="{FF2B5EF4-FFF2-40B4-BE49-F238E27FC236}">
                  <a16:creationId xmlns:a16="http://schemas.microsoft.com/office/drawing/2014/main" id="{E83B07F2-B6A5-98FA-8DFF-756BE62ADC06}"/>
                </a:ext>
              </a:extLst>
            </p:cNvPr>
            <p:cNvSpPr/>
            <p:nvPr/>
          </p:nvSpPr>
          <p:spPr>
            <a:xfrm>
              <a:off x="12115325" y="5747886"/>
              <a:ext cx="15461" cy="12420"/>
            </a:xfrm>
            <a:custGeom>
              <a:avLst/>
              <a:gdLst>
                <a:gd name="connsiteX0" fmla="*/ 15461 w 15461"/>
                <a:gd name="connsiteY0" fmla="*/ 6210 h 12420"/>
                <a:gd name="connsiteX1" fmla="*/ 7731 w 15461"/>
                <a:gd name="connsiteY1" fmla="*/ 12420 h 12420"/>
                <a:gd name="connsiteX2" fmla="*/ 0 w 15461"/>
                <a:gd name="connsiteY2" fmla="*/ 6210 h 12420"/>
                <a:gd name="connsiteX3" fmla="*/ 7731 w 15461"/>
                <a:gd name="connsiteY3" fmla="*/ 0 h 12420"/>
                <a:gd name="connsiteX4" fmla="*/ 15461 w 15461"/>
                <a:gd name="connsiteY4" fmla="*/ 6210 h 12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61" h="12420">
                  <a:moveTo>
                    <a:pt x="15461" y="6210"/>
                  </a:moveTo>
                  <a:cubicBezTo>
                    <a:pt x="15461" y="9632"/>
                    <a:pt x="12040" y="12420"/>
                    <a:pt x="7731" y="12420"/>
                  </a:cubicBezTo>
                  <a:cubicBezTo>
                    <a:pt x="3421" y="12420"/>
                    <a:pt x="0" y="9632"/>
                    <a:pt x="0" y="6210"/>
                  </a:cubicBezTo>
                  <a:cubicBezTo>
                    <a:pt x="0" y="2788"/>
                    <a:pt x="3421" y="0"/>
                    <a:pt x="7731" y="0"/>
                  </a:cubicBezTo>
                  <a:cubicBezTo>
                    <a:pt x="12040" y="0"/>
                    <a:pt x="15461" y="2788"/>
                    <a:pt x="15461" y="621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93" name="Freeform: Shape 6092">
              <a:extLst>
                <a:ext uri="{FF2B5EF4-FFF2-40B4-BE49-F238E27FC236}">
                  <a16:creationId xmlns:a16="http://schemas.microsoft.com/office/drawing/2014/main" id="{3A28AD6B-8F36-998A-095B-ABB1E4BAC678}"/>
                </a:ext>
              </a:extLst>
            </p:cNvPr>
            <p:cNvSpPr/>
            <p:nvPr/>
          </p:nvSpPr>
          <p:spPr>
            <a:xfrm>
              <a:off x="12057280" y="5841417"/>
              <a:ext cx="13940" cy="11152"/>
            </a:xfrm>
            <a:custGeom>
              <a:avLst/>
              <a:gdLst>
                <a:gd name="connsiteX0" fmla="*/ 13941 w 13940"/>
                <a:gd name="connsiteY0" fmla="*/ 5576 h 11152"/>
                <a:gd name="connsiteX1" fmla="*/ 6970 w 13940"/>
                <a:gd name="connsiteY1" fmla="*/ 11153 h 11152"/>
                <a:gd name="connsiteX2" fmla="*/ 0 w 13940"/>
                <a:gd name="connsiteY2" fmla="*/ 5576 h 11152"/>
                <a:gd name="connsiteX3" fmla="*/ 6970 w 13940"/>
                <a:gd name="connsiteY3" fmla="*/ 0 h 11152"/>
                <a:gd name="connsiteX4" fmla="*/ 13941 w 13940"/>
                <a:gd name="connsiteY4" fmla="*/ 5576 h 11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0" h="11152">
                  <a:moveTo>
                    <a:pt x="13941" y="5576"/>
                  </a:moveTo>
                  <a:cubicBezTo>
                    <a:pt x="13941" y="8618"/>
                    <a:pt x="10772" y="11153"/>
                    <a:pt x="6970" y="11153"/>
                  </a:cubicBezTo>
                  <a:cubicBezTo>
                    <a:pt x="3168" y="11153"/>
                    <a:pt x="0" y="8745"/>
                    <a:pt x="0" y="5576"/>
                  </a:cubicBezTo>
                  <a:cubicBezTo>
                    <a:pt x="0" y="2408"/>
                    <a:pt x="3168" y="0"/>
                    <a:pt x="6970" y="0"/>
                  </a:cubicBezTo>
                  <a:cubicBezTo>
                    <a:pt x="10772" y="0"/>
                    <a:pt x="13941" y="2408"/>
                    <a:pt x="13941" y="55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94" name="Freeform: Shape 6093">
              <a:extLst>
                <a:ext uri="{FF2B5EF4-FFF2-40B4-BE49-F238E27FC236}">
                  <a16:creationId xmlns:a16="http://schemas.microsoft.com/office/drawing/2014/main" id="{A8192B28-6F52-E053-0B29-9E570EA50983}"/>
                </a:ext>
              </a:extLst>
            </p:cNvPr>
            <p:cNvSpPr/>
            <p:nvPr/>
          </p:nvSpPr>
          <p:spPr>
            <a:xfrm>
              <a:off x="11996574" y="5933808"/>
              <a:ext cx="13433" cy="10645"/>
            </a:xfrm>
            <a:custGeom>
              <a:avLst/>
              <a:gdLst>
                <a:gd name="connsiteX0" fmla="*/ 13434 w 13433"/>
                <a:gd name="connsiteY0" fmla="*/ 5323 h 10645"/>
                <a:gd name="connsiteX1" fmla="*/ 6717 w 13433"/>
                <a:gd name="connsiteY1" fmla="*/ 10646 h 10645"/>
                <a:gd name="connsiteX2" fmla="*/ 0 w 13433"/>
                <a:gd name="connsiteY2" fmla="*/ 5323 h 10645"/>
                <a:gd name="connsiteX3" fmla="*/ 6717 w 13433"/>
                <a:gd name="connsiteY3" fmla="*/ 0 h 10645"/>
                <a:gd name="connsiteX4" fmla="*/ 13434 w 13433"/>
                <a:gd name="connsiteY4" fmla="*/ 5323 h 1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33" h="10645">
                  <a:moveTo>
                    <a:pt x="13434" y="5323"/>
                  </a:moveTo>
                  <a:lnTo>
                    <a:pt x="6717" y="10646"/>
                  </a:lnTo>
                  <a:cubicBezTo>
                    <a:pt x="3042" y="10646"/>
                    <a:pt x="0" y="8238"/>
                    <a:pt x="0" y="5323"/>
                  </a:cubicBezTo>
                  <a:cubicBezTo>
                    <a:pt x="0" y="2408"/>
                    <a:pt x="3042" y="0"/>
                    <a:pt x="6717" y="0"/>
                  </a:cubicBezTo>
                  <a:cubicBezTo>
                    <a:pt x="10392" y="0"/>
                    <a:pt x="13434" y="2408"/>
                    <a:pt x="13434" y="532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95" name="Freeform: Shape 6094">
              <a:extLst>
                <a:ext uri="{FF2B5EF4-FFF2-40B4-BE49-F238E27FC236}">
                  <a16:creationId xmlns:a16="http://schemas.microsoft.com/office/drawing/2014/main" id="{9871D717-75BB-36F4-6641-CAFAFDADF689}"/>
                </a:ext>
              </a:extLst>
            </p:cNvPr>
            <p:cNvSpPr/>
            <p:nvPr/>
          </p:nvSpPr>
          <p:spPr>
            <a:xfrm>
              <a:off x="11933966" y="6025437"/>
              <a:ext cx="12040" cy="9505"/>
            </a:xfrm>
            <a:custGeom>
              <a:avLst/>
              <a:gdLst>
                <a:gd name="connsiteX0" fmla="*/ 12040 w 12040"/>
                <a:gd name="connsiteY0" fmla="*/ 4689 h 9505"/>
                <a:gd name="connsiteX1" fmla="*/ 5956 w 12040"/>
                <a:gd name="connsiteY1" fmla="*/ 9505 h 9505"/>
                <a:gd name="connsiteX2" fmla="*/ 0 w 12040"/>
                <a:gd name="connsiteY2" fmla="*/ 4689 h 9505"/>
                <a:gd name="connsiteX3" fmla="*/ 5956 w 12040"/>
                <a:gd name="connsiteY3" fmla="*/ 0 h 9505"/>
                <a:gd name="connsiteX4" fmla="*/ 12040 w 12040"/>
                <a:gd name="connsiteY4" fmla="*/ 4689 h 9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40" h="9505">
                  <a:moveTo>
                    <a:pt x="12040" y="4689"/>
                  </a:moveTo>
                  <a:lnTo>
                    <a:pt x="5956" y="9505"/>
                  </a:lnTo>
                  <a:lnTo>
                    <a:pt x="0" y="4689"/>
                  </a:lnTo>
                  <a:lnTo>
                    <a:pt x="5956" y="0"/>
                  </a:lnTo>
                  <a:lnTo>
                    <a:pt x="12040" y="468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96" name="Freeform: Shape 6095">
              <a:extLst>
                <a:ext uri="{FF2B5EF4-FFF2-40B4-BE49-F238E27FC236}">
                  <a16:creationId xmlns:a16="http://schemas.microsoft.com/office/drawing/2014/main" id="{4F170B75-5064-C45A-424E-703C24D914D4}"/>
                </a:ext>
              </a:extLst>
            </p:cNvPr>
            <p:cNvSpPr/>
            <p:nvPr/>
          </p:nvSpPr>
          <p:spPr>
            <a:xfrm>
              <a:off x="11868824" y="6115800"/>
              <a:ext cx="11152" cy="8871"/>
            </a:xfrm>
            <a:custGeom>
              <a:avLst/>
              <a:gdLst>
                <a:gd name="connsiteX0" fmla="*/ 11153 w 11152"/>
                <a:gd name="connsiteY0" fmla="*/ 4436 h 8871"/>
                <a:gd name="connsiteX1" fmla="*/ 5576 w 11152"/>
                <a:gd name="connsiteY1" fmla="*/ 8872 h 8871"/>
                <a:gd name="connsiteX2" fmla="*/ 0 w 11152"/>
                <a:gd name="connsiteY2" fmla="*/ 4436 h 8871"/>
                <a:gd name="connsiteX3" fmla="*/ 5576 w 11152"/>
                <a:gd name="connsiteY3" fmla="*/ 0 h 8871"/>
                <a:gd name="connsiteX4" fmla="*/ 11153 w 11152"/>
                <a:gd name="connsiteY4" fmla="*/ 4436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52" h="8871">
                  <a:moveTo>
                    <a:pt x="11153" y="4436"/>
                  </a:moveTo>
                  <a:lnTo>
                    <a:pt x="5576" y="8872"/>
                  </a:lnTo>
                  <a:lnTo>
                    <a:pt x="0" y="4436"/>
                  </a:lnTo>
                  <a:lnTo>
                    <a:pt x="5576" y="0"/>
                  </a:lnTo>
                  <a:lnTo>
                    <a:pt x="11153" y="44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97" name="Freeform: Shape 6096">
              <a:extLst>
                <a:ext uri="{FF2B5EF4-FFF2-40B4-BE49-F238E27FC236}">
                  <a16:creationId xmlns:a16="http://schemas.microsoft.com/office/drawing/2014/main" id="{D9DBFB49-72E2-6582-BF64-35D89FA56154}"/>
                </a:ext>
              </a:extLst>
            </p:cNvPr>
            <p:cNvSpPr/>
            <p:nvPr/>
          </p:nvSpPr>
          <p:spPr>
            <a:xfrm>
              <a:off x="11801781" y="6205403"/>
              <a:ext cx="9758" cy="7730"/>
            </a:xfrm>
            <a:custGeom>
              <a:avLst/>
              <a:gdLst>
                <a:gd name="connsiteX0" fmla="*/ 9758 w 9758"/>
                <a:gd name="connsiteY0" fmla="*/ 3802 h 7730"/>
                <a:gd name="connsiteX1" fmla="*/ 4942 w 9758"/>
                <a:gd name="connsiteY1" fmla="*/ 7731 h 7730"/>
                <a:gd name="connsiteX2" fmla="*/ 0 w 9758"/>
                <a:gd name="connsiteY2" fmla="*/ 3802 h 7730"/>
                <a:gd name="connsiteX3" fmla="*/ 4942 w 9758"/>
                <a:gd name="connsiteY3" fmla="*/ 0 h 7730"/>
                <a:gd name="connsiteX4" fmla="*/ 9758 w 9758"/>
                <a:gd name="connsiteY4" fmla="*/ 3802 h 7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58" h="7730">
                  <a:moveTo>
                    <a:pt x="9758" y="3802"/>
                  </a:moveTo>
                  <a:lnTo>
                    <a:pt x="4942" y="7731"/>
                  </a:lnTo>
                  <a:lnTo>
                    <a:pt x="0" y="3802"/>
                  </a:lnTo>
                  <a:lnTo>
                    <a:pt x="4942" y="0"/>
                  </a:lnTo>
                  <a:lnTo>
                    <a:pt x="9758" y="380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98" name="Freeform: Shape 6097">
              <a:extLst>
                <a:ext uri="{FF2B5EF4-FFF2-40B4-BE49-F238E27FC236}">
                  <a16:creationId xmlns:a16="http://schemas.microsoft.com/office/drawing/2014/main" id="{2B2F326D-E929-215D-6EC7-2B4A9854AB4E}"/>
                </a:ext>
              </a:extLst>
            </p:cNvPr>
            <p:cNvSpPr/>
            <p:nvPr/>
          </p:nvSpPr>
          <p:spPr>
            <a:xfrm>
              <a:off x="11731695" y="6293231"/>
              <a:ext cx="9885" cy="7857"/>
            </a:xfrm>
            <a:custGeom>
              <a:avLst/>
              <a:gdLst>
                <a:gd name="connsiteX0" fmla="*/ 9886 w 9885"/>
                <a:gd name="connsiteY0" fmla="*/ 3929 h 7857"/>
                <a:gd name="connsiteX1" fmla="*/ 4943 w 9885"/>
                <a:gd name="connsiteY1" fmla="*/ 7858 h 7857"/>
                <a:gd name="connsiteX2" fmla="*/ 0 w 9885"/>
                <a:gd name="connsiteY2" fmla="*/ 3929 h 7857"/>
                <a:gd name="connsiteX3" fmla="*/ 4943 w 9885"/>
                <a:gd name="connsiteY3" fmla="*/ 0 h 7857"/>
                <a:gd name="connsiteX4" fmla="*/ 9886 w 9885"/>
                <a:gd name="connsiteY4" fmla="*/ 3929 h 7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85" h="7857">
                  <a:moveTo>
                    <a:pt x="9886" y="3929"/>
                  </a:moveTo>
                  <a:lnTo>
                    <a:pt x="4943" y="7858"/>
                  </a:lnTo>
                  <a:lnTo>
                    <a:pt x="0" y="3929"/>
                  </a:lnTo>
                  <a:lnTo>
                    <a:pt x="4943" y="0"/>
                  </a:lnTo>
                  <a:lnTo>
                    <a:pt x="9886" y="392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99" name="Freeform: Shape 6098">
              <a:extLst>
                <a:ext uri="{FF2B5EF4-FFF2-40B4-BE49-F238E27FC236}">
                  <a16:creationId xmlns:a16="http://schemas.microsoft.com/office/drawing/2014/main" id="{D6B3362A-7E92-F0FA-DC4F-C8163D657772}"/>
                </a:ext>
              </a:extLst>
            </p:cNvPr>
            <p:cNvSpPr/>
            <p:nvPr/>
          </p:nvSpPr>
          <p:spPr>
            <a:xfrm>
              <a:off x="11660216" y="6380678"/>
              <a:ext cx="8491" cy="6590"/>
            </a:xfrm>
            <a:custGeom>
              <a:avLst/>
              <a:gdLst>
                <a:gd name="connsiteX0" fmla="*/ 8492 w 8491"/>
                <a:gd name="connsiteY0" fmla="*/ 3295 h 6590"/>
                <a:gd name="connsiteX1" fmla="*/ 4309 w 8491"/>
                <a:gd name="connsiteY1" fmla="*/ 6591 h 6590"/>
                <a:gd name="connsiteX2" fmla="*/ 0 w 8491"/>
                <a:gd name="connsiteY2" fmla="*/ 3295 h 6590"/>
                <a:gd name="connsiteX3" fmla="*/ 4309 w 8491"/>
                <a:gd name="connsiteY3" fmla="*/ 0 h 6590"/>
                <a:gd name="connsiteX4" fmla="*/ 8492 w 8491"/>
                <a:gd name="connsiteY4" fmla="*/ 3295 h 6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91" h="6590">
                  <a:moveTo>
                    <a:pt x="8492" y="3295"/>
                  </a:moveTo>
                  <a:lnTo>
                    <a:pt x="4309" y="6591"/>
                  </a:lnTo>
                  <a:lnTo>
                    <a:pt x="0" y="3295"/>
                  </a:lnTo>
                  <a:lnTo>
                    <a:pt x="4309" y="0"/>
                  </a:lnTo>
                  <a:lnTo>
                    <a:pt x="8492" y="32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00" name="Freeform: Shape 6099">
              <a:extLst>
                <a:ext uri="{FF2B5EF4-FFF2-40B4-BE49-F238E27FC236}">
                  <a16:creationId xmlns:a16="http://schemas.microsoft.com/office/drawing/2014/main" id="{29A42BEB-DD8A-C2E6-B0D3-C7DF069DA1E7}"/>
                </a:ext>
              </a:extLst>
            </p:cNvPr>
            <p:cNvSpPr/>
            <p:nvPr/>
          </p:nvSpPr>
          <p:spPr>
            <a:xfrm>
              <a:off x="11586583" y="6466859"/>
              <a:ext cx="7224" cy="5702"/>
            </a:xfrm>
            <a:custGeom>
              <a:avLst/>
              <a:gdLst>
                <a:gd name="connsiteX0" fmla="*/ 7224 w 7224"/>
                <a:gd name="connsiteY0" fmla="*/ 2788 h 5702"/>
                <a:gd name="connsiteX1" fmla="*/ 3549 w 7224"/>
                <a:gd name="connsiteY1" fmla="*/ 5703 h 5702"/>
                <a:gd name="connsiteX2" fmla="*/ 0 w 7224"/>
                <a:gd name="connsiteY2" fmla="*/ 2788 h 5702"/>
                <a:gd name="connsiteX3" fmla="*/ 3549 w 7224"/>
                <a:gd name="connsiteY3" fmla="*/ 0 h 5702"/>
                <a:gd name="connsiteX4" fmla="*/ 7224 w 7224"/>
                <a:gd name="connsiteY4" fmla="*/ 2788 h 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24" h="5702">
                  <a:moveTo>
                    <a:pt x="7224" y="2788"/>
                  </a:moveTo>
                  <a:lnTo>
                    <a:pt x="3549" y="5703"/>
                  </a:lnTo>
                  <a:lnTo>
                    <a:pt x="0" y="2788"/>
                  </a:lnTo>
                  <a:lnTo>
                    <a:pt x="3549" y="0"/>
                  </a:lnTo>
                  <a:lnTo>
                    <a:pt x="7224" y="278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01" name="Freeform: Shape 6100">
              <a:extLst>
                <a:ext uri="{FF2B5EF4-FFF2-40B4-BE49-F238E27FC236}">
                  <a16:creationId xmlns:a16="http://schemas.microsoft.com/office/drawing/2014/main" id="{7F570297-9AF3-4E7A-94D0-D1EE5656F708}"/>
                </a:ext>
              </a:extLst>
            </p:cNvPr>
            <p:cNvSpPr/>
            <p:nvPr/>
          </p:nvSpPr>
          <p:spPr>
            <a:xfrm>
              <a:off x="11510541" y="6551645"/>
              <a:ext cx="6463" cy="5068"/>
            </a:xfrm>
            <a:custGeom>
              <a:avLst/>
              <a:gdLst>
                <a:gd name="connsiteX0" fmla="*/ 6464 w 6463"/>
                <a:gd name="connsiteY0" fmla="*/ 2535 h 5068"/>
                <a:gd name="connsiteX1" fmla="*/ 3168 w 6463"/>
                <a:gd name="connsiteY1" fmla="*/ 5069 h 5068"/>
                <a:gd name="connsiteX2" fmla="*/ 0 w 6463"/>
                <a:gd name="connsiteY2" fmla="*/ 2535 h 5068"/>
                <a:gd name="connsiteX3" fmla="*/ 3168 w 6463"/>
                <a:gd name="connsiteY3" fmla="*/ 0 h 5068"/>
                <a:gd name="connsiteX4" fmla="*/ 6464 w 6463"/>
                <a:gd name="connsiteY4" fmla="*/ 2535 h 5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068">
                  <a:moveTo>
                    <a:pt x="6464" y="2535"/>
                  </a:moveTo>
                  <a:lnTo>
                    <a:pt x="3168" y="5069"/>
                  </a:lnTo>
                  <a:lnTo>
                    <a:pt x="0" y="2535"/>
                  </a:lnTo>
                  <a:lnTo>
                    <a:pt x="3168" y="0"/>
                  </a:lnTo>
                  <a:lnTo>
                    <a:pt x="6464" y="253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02" name="Freeform: Shape 6101">
              <a:extLst>
                <a:ext uri="{FF2B5EF4-FFF2-40B4-BE49-F238E27FC236}">
                  <a16:creationId xmlns:a16="http://schemas.microsoft.com/office/drawing/2014/main" id="{ABD65F00-2A4B-44AC-3B00-108DA2F774C1}"/>
                </a:ext>
              </a:extLst>
            </p:cNvPr>
            <p:cNvSpPr/>
            <p:nvPr/>
          </p:nvSpPr>
          <p:spPr>
            <a:xfrm>
              <a:off x="11432599" y="6635418"/>
              <a:ext cx="5195" cy="4182"/>
            </a:xfrm>
            <a:custGeom>
              <a:avLst/>
              <a:gdLst>
                <a:gd name="connsiteX0" fmla="*/ 5196 w 5195"/>
                <a:gd name="connsiteY0" fmla="*/ 2027 h 4182"/>
                <a:gd name="connsiteX1" fmla="*/ 2535 w 5195"/>
                <a:gd name="connsiteY1" fmla="*/ 4183 h 4182"/>
                <a:gd name="connsiteX2" fmla="*/ 0 w 5195"/>
                <a:gd name="connsiteY2" fmla="*/ 2027 h 4182"/>
                <a:gd name="connsiteX3" fmla="*/ 2535 w 5195"/>
                <a:gd name="connsiteY3" fmla="*/ 0 h 4182"/>
                <a:gd name="connsiteX4" fmla="*/ 5196 w 5195"/>
                <a:gd name="connsiteY4" fmla="*/ 2027 h 4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95" h="4182">
                  <a:moveTo>
                    <a:pt x="5196" y="2027"/>
                  </a:moveTo>
                  <a:lnTo>
                    <a:pt x="2535" y="4183"/>
                  </a:lnTo>
                  <a:lnTo>
                    <a:pt x="0" y="2027"/>
                  </a:lnTo>
                  <a:lnTo>
                    <a:pt x="2535" y="0"/>
                  </a:lnTo>
                  <a:lnTo>
                    <a:pt x="5196" y="202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03" name="Freeform: Shape 6102">
              <a:extLst>
                <a:ext uri="{FF2B5EF4-FFF2-40B4-BE49-F238E27FC236}">
                  <a16:creationId xmlns:a16="http://schemas.microsoft.com/office/drawing/2014/main" id="{0BB81531-8B99-AD18-09B8-D2185806A2E1}"/>
                </a:ext>
              </a:extLst>
            </p:cNvPr>
            <p:cNvSpPr/>
            <p:nvPr/>
          </p:nvSpPr>
          <p:spPr>
            <a:xfrm>
              <a:off x="11352502" y="6717923"/>
              <a:ext cx="4182" cy="3168"/>
            </a:xfrm>
            <a:custGeom>
              <a:avLst/>
              <a:gdLst>
                <a:gd name="connsiteX0" fmla="*/ 4183 w 4182"/>
                <a:gd name="connsiteY0" fmla="*/ 1521 h 3168"/>
                <a:gd name="connsiteX1" fmla="*/ 2154 w 4182"/>
                <a:gd name="connsiteY1" fmla="*/ 3168 h 3168"/>
                <a:gd name="connsiteX2" fmla="*/ 0 w 4182"/>
                <a:gd name="connsiteY2" fmla="*/ 1521 h 3168"/>
                <a:gd name="connsiteX3" fmla="*/ 2154 w 4182"/>
                <a:gd name="connsiteY3" fmla="*/ 0 h 3168"/>
                <a:gd name="connsiteX4" fmla="*/ 4183 w 4182"/>
                <a:gd name="connsiteY4" fmla="*/ 1521 h 3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2" h="3168">
                  <a:moveTo>
                    <a:pt x="4183" y="1521"/>
                  </a:moveTo>
                  <a:lnTo>
                    <a:pt x="2154" y="3168"/>
                  </a:lnTo>
                  <a:lnTo>
                    <a:pt x="0" y="1521"/>
                  </a:lnTo>
                  <a:lnTo>
                    <a:pt x="2154" y="0"/>
                  </a:lnTo>
                  <a:lnTo>
                    <a:pt x="4183" y="152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04" name="Freeform: Shape 6103">
              <a:extLst>
                <a:ext uri="{FF2B5EF4-FFF2-40B4-BE49-F238E27FC236}">
                  <a16:creationId xmlns:a16="http://schemas.microsoft.com/office/drawing/2014/main" id="{98FC0E18-BA98-689F-B476-F4B6BC129622}"/>
                </a:ext>
              </a:extLst>
            </p:cNvPr>
            <p:cNvSpPr/>
            <p:nvPr/>
          </p:nvSpPr>
          <p:spPr>
            <a:xfrm>
              <a:off x="11269869" y="6798654"/>
              <a:ext cx="4182" cy="3168"/>
            </a:xfrm>
            <a:custGeom>
              <a:avLst/>
              <a:gdLst>
                <a:gd name="connsiteX0" fmla="*/ 4183 w 4182"/>
                <a:gd name="connsiteY0" fmla="*/ 1521 h 3168"/>
                <a:gd name="connsiteX1" fmla="*/ 2154 w 4182"/>
                <a:gd name="connsiteY1" fmla="*/ 3168 h 3168"/>
                <a:gd name="connsiteX2" fmla="*/ 0 w 4182"/>
                <a:gd name="connsiteY2" fmla="*/ 1521 h 3168"/>
                <a:gd name="connsiteX3" fmla="*/ 2154 w 4182"/>
                <a:gd name="connsiteY3" fmla="*/ 0 h 3168"/>
                <a:gd name="connsiteX4" fmla="*/ 4183 w 4182"/>
                <a:gd name="connsiteY4" fmla="*/ 1521 h 3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2" h="3168">
                  <a:moveTo>
                    <a:pt x="4183" y="1521"/>
                  </a:moveTo>
                  <a:lnTo>
                    <a:pt x="2154" y="3168"/>
                  </a:lnTo>
                  <a:lnTo>
                    <a:pt x="0" y="1521"/>
                  </a:lnTo>
                  <a:lnTo>
                    <a:pt x="2154" y="0"/>
                  </a:lnTo>
                  <a:lnTo>
                    <a:pt x="4183" y="152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05" name="Freeform: Shape 6104">
              <a:extLst>
                <a:ext uri="{FF2B5EF4-FFF2-40B4-BE49-F238E27FC236}">
                  <a16:creationId xmlns:a16="http://schemas.microsoft.com/office/drawing/2014/main" id="{19E460E0-2CA3-F19C-CA09-C5234ED8EB1F}"/>
                </a:ext>
              </a:extLst>
            </p:cNvPr>
            <p:cNvSpPr/>
            <p:nvPr/>
          </p:nvSpPr>
          <p:spPr>
            <a:xfrm>
              <a:off x="1024027" y="6780277"/>
              <a:ext cx="50187" cy="39795"/>
            </a:xfrm>
            <a:custGeom>
              <a:avLst/>
              <a:gdLst>
                <a:gd name="connsiteX0" fmla="*/ 50187 w 50187"/>
                <a:gd name="connsiteY0" fmla="*/ 19898 h 39795"/>
                <a:gd name="connsiteX1" fmla="*/ 25094 w 50187"/>
                <a:gd name="connsiteY1" fmla="*/ 39795 h 39795"/>
                <a:gd name="connsiteX2" fmla="*/ 0 w 50187"/>
                <a:gd name="connsiteY2" fmla="*/ 19898 h 39795"/>
                <a:gd name="connsiteX3" fmla="*/ 25094 w 50187"/>
                <a:gd name="connsiteY3" fmla="*/ 0 h 39795"/>
                <a:gd name="connsiteX4" fmla="*/ 50187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7" y="19898"/>
                  </a:moveTo>
                  <a:cubicBezTo>
                    <a:pt x="50187" y="30797"/>
                    <a:pt x="39035" y="39795"/>
                    <a:pt x="25094" y="39795"/>
                  </a:cubicBezTo>
                  <a:cubicBezTo>
                    <a:pt x="11153" y="39795"/>
                    <a:pt x="0" y="30924"/>
                    <a:pt x="0" y="19898"/>
                  </a:cubicBezTo>
                  <a:cubicBezTo>
                    <a:pt x="0" y="8872"/>
                    <a:pt x="11279" y="0"/>
                    <a:pt x="25094" y="0"/>
                  </a:cubicBezTo>
                  <a:cubicBezTo>
                    <a:pt x="38908" y="0"/>
                    <a:pt x="50187" y="8872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06" name="Freeform: Shape 6105">
              <a:extLst>
                <a:ext uri="{FF2B5EF4-FFF2-40B4-BE49-F238E27FC236}">
                  <a16:creationId xmlns:a16="http://schemas.microsoft.com/office/drawing/2014/main" id="{63554918-7589-5104-DEE8-A96F130D52ED}"/>
                </a:ext>
              </a:extLst>
            </p:cNvPr>
            <p:cNvSpPr/>
            <p:nvPr/>
          </p:nvSpPr>
          <p:spPr>
            <a:xfrm>
              <a:off x="941522" y="6699546"/>
              <a:ext cx="50187" cy="39795"/>
            </a:xfrm>
            <a:custGeom>
              <a:avLst/>
              <a:gdLst>
                <a:gd name="connsiteX0" fmla="*/ 50187 w 50187"/>
                <a:gd name="connsiteY0" fmla="*/ 19898 h 39795"/>
                <a:gd name="connsiteX1" fmla="*/ 25094 w 50187"/>
                <a:gd name="connsiteY1" fmla="*/ 39795 h 39795"/>
                <a:gd name="connsiteX2" fmla="*/ 0 w 50187"/>
                <a:gd name="connsiteY2" fmla="*/ 19898 h 39795"/>
                <a:gd name="connsiteX3" fmla="*/ 25094 w 50187"/>
                <a:gd name="connsiteY3" fmla="*/ 0 h 39795"/>
                <a:gd name="connsiteX4" fmla="*/ 50187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7" y="19898"/>
                  </a:moveTo>
                  <a:cubicBezTo>
                    <a:pt x="50187" y="30924"/>
                    <a:pt x="38908" y="39795"/>
                    <a:pt x="25094" y="39795"/>
                  </a:cubicBezTo>
                  <a:cubicBezTo>
                    <a:pt x="11279" y="39795"/>
                    <a:pt x="0" y="30924"/>
                    <a:pt x="0" y="19898"/>
                  </a:cubicBezTo>
                  <a:cubicBezTo>
                    <a:pt x="0" y="8872"/>
                    <a:pt x="11153" y="0"/>
                    <a:pt x="25094" y="0"/>
                  </a:cubicBezTo>
                  <a:cubicBezTo>
                    <a:pt x="39035" y="0"/>
                    <a:pt x="50187" y="8872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07" name="Freeform: Shape 6106">
              <a:extLst>
                <a:ext uri="{FF2B5EF4-FFF2-40B4-BE49-F238E27FC236}">
                  <a16:creationId xmlns:a16="http://schemas.microsoft.com/office/drawing/2014/main" id="{B523F9E7-5B2E-5E46-2EF8-52AFF971CC54}"/>
                </a:ext>
              </a:extLst>
            </p:cNvPr>
            <p:cNvSpPr/>
            <p:nvPr/>
          </p:nvSpPr>
          <p:spPr>
            <a:xfrm>
              <a:off x="860918" y="6617548"/>
              <a:ext cx="50187" cy="39794"/>
            </a:xfrm>
            <a:custGeom>
              <a:avLst/>
              <a:gdLst>
                <a:gd name="connsiteX0" fmla="*/ 50187 w 50187"/>
                <a:gd name="connsiteY0" fmla="*/ 19897 h 39794"/>
                <a:gd name="connsiteX1" fmla="*/ 25094 w 50187"/>
                <a:gd name="connsiteY1" fmla="*/ 39795 h 39794"/>
                <a:gd name="connsiteX2" fmla="*/ 0 w 50187"/>
                <a:gd name="connsiteY2" fmla="*/ 19897 h 39794"/>
                <a:gd name="connsiteX3" fmla="*/ 25094 w 50187"/>
                <a:gd name="connsiteY3" fmla="*/ 0 h 39794"/>
                <a:gd name="connsiteX4" fmla="*/ 50187 w 50187"/>
                <a:gd name="connsiteY4" fmla="*/ 19897 h 39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4">
                  <a:moveTo>
                    <a:pt x="50187" y="19897"/>
                  </a:moveTo>
                  <a:cubicBezTo>
                    <a:pt x="50187" y="30797"/>
                    <a:pt x="38908" y="39795"/>
                    <a:pt x="25094" y="39795"/>
                  </a:cubicBezTo>
                  <a:cubicBezTo>
                    <a:pt x="11279" y="39795"/>
                    <a:pt x="0" y="30924"/>
                    <a:pt x="0" y="19897"/>
                  </a:cubicBezTo>
                  <a:cubicBezTo>
                    <a:pt x="0" y="8871"/>
                    <a:pt x="11279" y="0"/>
                    <a:pt x="25094" y="0"/>
                  </a:cubicBezTo>
                  <a:cubicBezTo>
                    <a:pt x="38908" y="0"/>
                    <a:pt x="50187" y="8871"/>
                    <a:pt x="50187" y="198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08" name="Freeform: Shape 6107">
              <a:extLst>
                <a:ext uri="{FF2B5EF4-FFF2-40B4-BE49-F238E27FC236}">
                  <a16:creationId xmlns:a16="http://schemas.microsoft.com/office/drawing/2014/main" id="{C1864F6E-F8E7-F64E-137D-88EA9A779DB0}"/>
                </a:ext>
              </a:extLst>
            </p:cNvPr>
            <p:cNvSpPr/>
            <p:nvPr/>
          </p:nvSpPr>
          <p:spPr>
            <a:xfrm>
              <a:off x="782342" y="6534283"/>
              <a:ext cx="50187" cy="39794"/>
            </a:xfrm>
            <a:custGeom>
              <a:avLst/>
              <a:gdLst>
                <a:gd name="connsiteX0" fmla="*/ 50187 w 50187"/>
                <a:gd name="connsiteY0" fmla="*/ 19898 h 39794"/>
                <a:gd name="connsiteX1" fmla="*/ 25094 w 50187"/>
                <a:gd name="connsiteY1" fmla="*/ 39795 h 39794"/>
                <a:gd name="connsiteX2" fmla="*/ 0 w 50187"/>
                <a:gd name="connsiteY2" fmla="*/ 19898 h 39794"/>
                <a:gd name="connsiteX3" fmla="*/ 25094 w 50187"/>
                <a:gd name="connsiteY3" fmla="*/ 0 h 39794"/>
                <a:gd name="connsiteX4" fmla="*/ 50187 w 50187"/>
                <a:gd name="connsiteY4" fmla="*/ 19898 h 39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4">
                  <a:moveTo>
                    <a:pt x="50187" y="19898"/>
                  </a:moveTo>
                  <a:cubicBezTo>
                    <a:pt x="50187" y="30924"/>
                    <a:pt x="38908" y="39795"/>
                    <a:pt x="25094" y="39795"/>
                  </a:cubicBezTo>
                  <a:cubicBezTo>
                    <a:pt x="11279" y="39795"/>
                    <a:pt x="0" y="30924"/>
                    <a:pt x="0" y="19898"/>
                  </a:cubicBezTo>
                  <a:cubicBezTo>
                    <a:pt x="0" y="8871"/>
                    <a:pt x="11279" y="0"/>
                    <a:pt x="25094" y="0"/>
                  </a:cubicBezTo>
                  <a:cubicBezTo>
                    <a:pt x="38908" y="0"/>
                    <a:pt x="50187" y="8871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09" name="Freeform: Shape 6108">
              <a:extLst>
                <a:ext uri="{FF2B5EF4-FFF2-40B4-BE49-F238E27FC236}">
                  <a16:creationId xmlns:a16="http://schemas.microsoft.com/office/drawing/2014/main" id="{2A7E83D2-B739-922D-C58F-4CB6ADDA4670}"/>
                </a:ext>
              </a:extLst>
            </p:cNvPr>
            <p:cNvSpPr/>
            <p:nvPr/>
          </p:nvSpPr>
          <p:spPr>
            <a:xfrm>
              <a:off x="705920" y="6449749"/>
              <a:ext cx="50187" cy="39794"/>
            </a:xfrm>
            <a:custGeom>
              <a:avLst/>
              <a:gdLst>
                <a:gd name="connsiteX0" fmla="*/ 50187 w 50187"/>
                <a:gd name="connsiteY0" fmla="*/ 19898 h 39794"/>
                <a:gd name="connsiteX1" fmla="*/ 25094 w 50187"/>
                <a:gd name="connsiteY1" fmla="*/ 39795 h 39794"/>
                <a:gd name="connsiteX2" fmla="*/ 0 w 50187"/>
                <a:gd name="connsiteY2" fmla="*/ 19898 h 39794"/>
                <a:gd name="connsiteX3" fmla="*/ 25094 w 50187"/>
                <a:gd name="connsiteY3" fmla="*/ 0 h 39794"/>
                <a:gd name="connsiteX4" fmla="*/ 50187 w 50187"/>
                <a:gd name="connsiteY4" fmla="*/ 19898 h 39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4">
                  <a:moveTo>
                    <a:pt x="50187" y="19898"/>
                  </a:moveTo>
                  <a:cubicBezTo>
                    <a:pt x="50187" y="30797"/>
                    <a:pt x="38908" y="39795"/>
                    <a:pt x="25094" y="39795"/>
                  </a:cubicBezTo>
                  <a:cubicBezTo>
                    <a:pt x="11279" y="39795"/>
                    <a:pt x="0" y="30924"/>
                    <a:pt x="0" y="19898"/>
                  </a:cubicBezTo>
                  <a:cubicBezTo>
                    <a:pt x="0" y="8871"/>
                    <a:pt x="11279" y="0"/>
                    <a:pt x="25094" y="0"/>
                  </a:cubicBezTo>
                  <a:cubicBezTo>
                    <a:pt x="38908" y="0"/>
                    <a:pt x="50187" y="8871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10" name="Freeform: Shape 6109">
              <a:extLst>
                <a:ext uri="{FF2B5EF4-FFF2-40B4-BE49-F238E27FC236}">
                  <a16:creationId xmlns:a16="http://schemas.microsoft.com/office/drawing/2014/main" id="{9EE4D38E-7A33-8399-5534-A5FE5864F059}"/>
                </a:ext>
              </a:extLst>
            </p:cNvPr>
            <p:cNvSpPr/>
            <p:nvPr/>
          </p:nvSpPr>
          <p:spPr>
            <a:xfrm>
              <a:off x="631653" y="6364076"/>
              <a:ext cx="50187" cy="39795"/>
            </a:xfrm>
            <a:custGeom>
              <a:avLst/>
              <a:gdLst>
                <a:gd name="connsiteX0" fmla="*/ 50187 w 50187"/>
                <a:gd name="connsiteY0" fmla="*/ 19898 h 39795"/>
                <a:gd name="connsiteX1" fmla="*/ 25094 w 50187"/>
                <a:gd name="connsiteY1" fmla="*/ 39795 h 39795"/>
                <a:gd name="connsiteX2" fmla="*/ 0 w 50187"/>
                <a:gd name="connsiteY2" fmla="*/ 19898 h 39795"/>
                <a:gd name="connsiteX3" fmla="*/ 25094 w 50187"/>
                <a:gd name="connsiteY3" fmla="*/ 0 h 39795"/>
                <a:gd name="connsiteX4" fmla="*/ 50187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7" y="19898"/>
                  </a:moveTo>
                  <a:cubicBezTo>
                    <a:pt x="50187" y="30924"/>
                    <a:pt x="38908" y="39795"/>
                    <a:pt x="25094" y="39795"/>
                  </a:cubicBezTo>
                  <a:cubicBezTo>
                    <a:pt x="11279" y="39795"/>
                    <a:pt x="0" y="30924"/>
                    <a:pt x="0" y="19898"/>
                  </a:cubicBezTo>
                  <a:cubicBezTo>
                    <a:pt x="0" y="8872"/>
                    <a:pt x="11279" y="0"/>
                    <a:pt x="25094" y="0"/>
                  </a:cubicBezTo>
                  <a:cubicBezTo>
                    <a:pt x="38908" y="0"/>
                    <a:pt x="50187" y="8872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11" name="Freeform: Shape 6110">
              <a:extLst>
                <a:ext uri="{FF2B5EF4-FFF2-40B4-BE49-F238E27FC236}">
                  <a16:creationId xmlns:a16="http://schemas.microsoft.com/office/drawing/2014/main" id="{2DEA84B3-3CE5-1A11-5018-28C9C697F4AC}"/>
                </a:ext>
              </a:extLst>
            </p:cNvPr>
            <p:cNvSpPr/>
            <p:nvPr/>
          </p:nvSpPr>
          <p:spPr>
            <a:xfrm>
              <a:off x="559413" y="6277262"/>
              <a:ext cx="50187" cy="39795"/>
            </a:xfrm>
            <a:custGeom>
              <a:avLst/>
              <a:gdLst>
                <a:gd name="connsiteX0" fmla="*/ 50187 w 50187"/>
                <a:gd name="connsiteY0" fmla="*/ 19898 h 39795"/>
                <a:gd name="connsiteX1" fmla="*/ 25094 w 50187"/>
                <a:gd name="connsiteY1" fmla="*/ 39795 h 39795"/>
                <a:gd name="connsiteX2" fmla="*/ 0 w 50187"/>
                <a:gd name="connsiteY2" fmla="*/ 19898 h 39795"/>
                <a:gd name="connsiteX3" fmla="*/ 25094 w 50187"/>
                <a:gd name="connsiteY3" fmla="*/ 0 h 39795"/>
                <a:gd name="connsiteX4" fmla="*/ 50187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7" y="19898"/>
                  </a:moveTo>
                  <a:cubicBezTo>
                    <a:pt x="50187" y="30797"/>
                    <a:pt x="38908" y="39795"/>
                    <a:pt x="25094" y="39795"/>
                  </a:cubicBezTo>
                  <a:cubicBezTo>
                    <a:pt x="11279" y="39795"/>
                    <a:pt x="0" y="30924"/>
                    <a:pt x="0" y="19898"/>
                  </a:cubicBezTo>
                  <a:cubicBezTo>
                    <a:pt x="0" y="8872"/>
                    <a:pt x="11153" y="0"/>
                    <a:pt x="25094" y="0"/>
                  </a:cubicBezTo>
                  <a:cubicBezTo>
                    <a:pt x="39035" y="0"/>
                    <a:pt x="50187" y="8872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12" name="Freeform: Shape 6111">
              <a:extLst>
                <a:ext uri="{FF2B5EF4-FFF2-40B4-BE49-F238E27FC236}">
                  <a16:creationId xmlns:a16="http://schemas.microsoft.com/office/drawing/2014/main" id="{FB287E90-DA93-AF62-50CE-654487D999A0}"/>
                </a:ext>
              </a:extLst>
            </p:cNvPr>
            <p:cNvSpPr/>
            <p:nvPr/>
          </p:nvSpPr>
          <p:spPr>
            <a:xfrm>
              <a:off x="489455" y="6189307"/>
              <a:ext cx="50187" cy="39795"/>
            </a:xfrm>
            <a:custGeom>
              <a:avLst/>
              <a:gdLst>
                <a:gd name="connsiteX0" fmla="*/ 50187 w 50187"/>
                <a:gd name="connsiteY0" fmla="*/ 19898 h 39795"/>
                <a:gd name="connsiteX1" fmla="*/ 25094 w 50187"/>
                <a:gd name="connsiteY1" fmla="*/ 39795 h 39795"/>
                <a:gd name="connsiteX2" fmla="*/ 0 w 50187"/>
                <a:gd name="connsiteY2" fmla="*/ 19898 h 39795"/>
                <a:gd name="connsiteX3" fmla="*/ 25094 w 50187"/>
                <a:gd name="connsiteY3" fmla="*/ 0 h 39795"/>
                <a:gd name="connsiteX4" fmla="*/ 50187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7" y="19898"/>
                  </a:moveTo>
                  <a:cubicBezTo>
                    <a:pt x="50187" y="30797"/>
                    <a:pt x="38908" y="39795"/>
                    <a:pt x="25094" y="39795"/>
                  </a:cubicBezTo>
                  <a:cubicBezTo>
                    <a:pt x="11279" y="39795"/>
                    <a:pt x="0" y="30924"/>
                    <a:pt x="0" y="19898"/>
                  </a:cubicBezTo>
                  <a:cubicBezTo>
                    <a:pt x="0" y="8872"/>
                    <a:pt x="11279" y="0"/>
                    <a:pt x="25094" y="0"/>
                  </a:cubicBezTo>
                  <a:cubicBezTo>
                    <a:pt x="38908" y="0"/>
                    <a:pt x="50187" y="8872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13" name="Freeform: Shape 6112">
              <a:extLst>
                <a:ext uri="{FF2B5EF4-FFF2-40B4-BE49-F238E27FC236}">
                  <a16:creationId xmlns:a16="http://schemas.microsoft.com/office/drawing/2014/main" id="{180101AB-E556-AF41-765C-AD55D38B73C2}"/>
                </a:ext>
              </a:extLst>
            </p:cNvPr>
            <p:cNvSpPr/>
            <p:nvPr/>
          </p:nvSpPr>
          <p:spPr>
            <a:xfrm>
              <a:off x="421778" y="6100338"/>
              <a:ext cx="50060" cy="39795"/>
            </a:xfrm>
            <a:custGeom>
              <a:avLst/>
              <a:gdLst>
                <a:gd name="connsiteX0" fmla="*/ 50061 w 50060"/>
                <a:gd name="connsiteY0" fmla="*/ 19898 h 39795"/>
                <a:gd name="connsiteX1" fmla="*/ 25094 w 50060"/>
                <a:gd name="connsiteY1" fmla="*/ 39795 h 39795"/>
                <a:gd name="connsiteX2" fmla="*/ 0 w 50060"/>
                <a:gd name="connsiteY2" fmla="*/ 19898 h 39795"/>
                <a:gd name="connsiteX3" fmla="*/ 25094 w 50060"/>
                <a:gd name="connsiteY3" fmla="*/ 0 h 39795"/>
                <a:gd name="connsiteX4" fmla="*/ 50061 w 50060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60" h="39795">
                  <a:moveTo>
                    <a:pt x="50061" y="19898"/>
                  </a:moveTo>
                  <a:cubicBezTo>
                    <a:pt x="50061" y="30797"/>
                    <a:pt x="38908" y="39795"/>
                    <a:pt x="25094" y="39795"/>
                  </a:cubicBezTo>
                  <a:cubicBezTo>
                    <a:pt x="11279" y="39795"/>
                    <a:pt x="0" y="30924"/>
                    <a:pt x="0" y="19898"/>
                  </a:cubicBezTo>
                  <a:cubicBezTo>
                    <a:pt x="0" y="8872"/>
                    <a:pt x="11153" y="0"/>
                    <a:pt x="25094" y="0"/>
                  </a:cubicBezTo>
                  <a:cubicBezTo>
                    <a:pt x="39035" y="0"/>
                    <a:pt x="50061" y="8872"/>
                    <a:pt x="50061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14" name="Freeform: Shape 6113">
              <a:extLst>
                <a:ext uri="{FF2B5EF4-FFF2-40B4-BE49-F238E27FC236}">
                  <a16:creationId xmlns:a16="http://schemas.microsoft.com/office/drawing/2014/main" id="{3EAA4EA3-3012-9D7B-27B7-2E52D9AE50ED}"/>
                </a:ext>
              </a:extLst>
            </p:cNvPr>
            <p:cNvSpPr/>
            <p:nvPr/>
          </p:nvSpPr>
          <p:spPr>
            <a:xfrm>
              <a:off x="356129" y="6010229"/>
              <a:ext cx="50187" cy="39794"/>
            </a:xfrm>
            <a:custGeom>
              <a:avLst/>
              <a:gdLst>
                <a:gd name="connsiteX0" fmla="*/ 50187 w 50187"/>
                <a:gd name="connsiteY0" fmla="*/ 19897 h 39794"/>
                <a:gd name="connsiteX1" fmla="*/ 25094 w 50187"/>
                <a:gd name="connsiteY1" fmla="*/ 39795 h 39794"/>
                <a:gd name="connsiteX2" fmla="*/ 0 w 50187"/>
                <a:gd name="connsiteY2" fmla="*/ 19897 h 39794"/>
                <a:gd name="connsiteX3" fmla="*/ 25094 w 50187"/>
                <a:gd name="connsiteY3" fmla="*/ 0 h 39794"/>
                <a:gd name="connsiteX4" fmla="*/ 50187 w 50187"/>
                <a:gd name="connsiteY4" fmla="*/ 19897 h 39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4">
                  <a:moveTo>
                    <a:pt x="50187" y="19897"/>
                  </a:moveTo>
                  <a:cubicBezTo>
                    <a:pt x="50187" y="30797"/>
                    <a:pt x="38908" y="39795"/>
                    <a:pt x="25094" y="39795"/>
                  </a:cubicBezTo>
                  <a:cubicBezTo>
                    <a:pt x="11279" y="39795"/>
                    <a:pt x="0" y="30923"/>
                    <a:pt x="0" y="19897"/>
                  </a:cubicBezTo>
                  <a:cubicBezTo>
                    <a:pt x="0" y="8871"/>
                    <a:pt x="11279" y="0"/>
                    <a:pt x="25094" y="0"/>
                  </a:cubicBezTo>
                  <a:cubicBezTo>
                    <a:pt x="38908" y="0"/>
                    <a:pt x="50187" y="8871"/>
                    <a:pt x="50187" y="198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15" name="Freeform: Shape 6114">
              <a:extLst>
                <a:ext uri="{FF2B5EF4-FFF2-40B4-BE49-F238E27FC236}">
                  <a16:creationId xmlns:a16="http://schemas.microsoft.com/office/drawing/2014/main" id="{2347FB5C-8B82-C59D-C411-152ED6E3873B}"/>
                </a:ext>
              </a:extLst>
            </p:cNvPr>
            <p:cNvSpPr/>
            <p:nvPr/>
          </p:nvSpPr>
          <p:spPr>
            <a:xfrm>
              <a:off x="292761" y="5919106"/>
              <a:ext cx="50187" cy="39794"/>
            </a:xfrm>
            <a:custGeom>
              <a:avLst/>
              <a:gdLst>
                <a:gd name="connsiteX0" fmla="*/ 50187 w 50187"/>
                <a:gd name="connsiteY0" fmla="*/ 19897 h 39794"/>
                <a:gd name="connsiteX1" fmla="*/ 25094 w 50187"/>
                <a:gd name="connsiteY1" fmla="*/ 39795 h 39794"/>
                <a:gd name="connsiteX2" fmla="*/ 0 w 50187"/>
                <a:gd name="connsiteY2" fmla="*/ 19897 h 39794"/>
                <a:gd name="connsiteX3" fmla="*/ 25094 w 50187"/>
                <a:gd name="connsiteY3" fmla="*/ 0 h 39794"/>
                <a:gd name="connsiteX4" fmla="*/ 50187 w 50187"/>
                <a:gd name="connsiteY4" fmla="*/ 19897 h 39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4">
                  <a:moveTo>
                    <a:pt x="50187" y="19897"/>
                  </a:moveTo>
                  <a:cubicBezTo>
                    <a:pt x="50187" y="30924"/>
                    <a:pt x="39035" y="39795"/>
                    <a:pt x="25094" y="39795"/>
                  </a:cubicBezTo>
                  <a:cubicBezTo>
                    <a:pt x="11153" y="39795"/>
                    <a:pt x="0" y="30924"/>
                    <a:pt x="0" y="19897"/>
                  </a:cubicBezTo>
                  <a:cubicBezTo>
                    <a:pt x="0" y="8871"/>
                    <a:pt x="11279" y="0"/>
                    <a:pt x="25094" y="0"/>
                  </a:cubicBezTo>
                  <a:cubicBezTo>
                    <a:pt x="38908" y="0"/>
                    <a:pt x="50187" y="8871"/>
                    <a:pt x="50187" y="198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16" name="Freeform: Shape 6115">
              <a:extLst>
                <a:ext uri="{FF2B5EF4-FFF2-40B4-BE49-F238E27FC236}">
                  <a16:creationId xmlns:a16="http://schemas.microsoft.com/office/drawing/2014/main" id="{52A2DE3A-2746-FB9C-AF9F-D796259A8D70}"/>
                </a:ext>
              </a:extLst>
            </p:cNvPr>
            <p:cNvSpPr/>
            <p:nvPr/>
          </p:nvSpPr>
          <p:spPr>
            <a:xfrm>
              <a:off x="231801" y="5827096"/>
              <a:ext cx="50187" cy="39794"/>
            </a:xfrm>
            <a:custGeom>
              <a:avLst/>
              <a:gdLst>
                <a:gd name="connsiteX0" fmla="*/ 50187 w 50187"/>
                <a:gd name="connsiteY0" fmla="*/ 19898 h 39794"/>
                <a:gd name="connsiteX1" fmla="*/ 25094 w 50187"/>
                <a:gd name="connsiteY1" fmla="*/ 39795 h 39794"/>
                <a:gd name="connsiteX2" fmla="*/ 0 w 50187"/>
                <a:gd name="connsiteY2" fmla="*/ 19898 h 39794"/>
                <a:gd name="connsiteX3" fmla="*/ 25094 w 50187"/>
                <a:gd name="connsiteY3" fmla="*/ 0 h 39794"/>
                <a:gd name="connsiteX4" fmla="*/ 50187 w 50187"/>
                <a:gd name="connsiteY4" fmla="*/ 19898 h 39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4">
                  <a:moveTo>
                    <a:pt x="50187" y="19898"/>
                  </a:moveTo>
                  <a:cubicBezTo>
                    <a:pt x="50187" y="30924"/>
                    <a:pt x="38908" y="39795"/>
                    <a:pt x="25094" y="39795"/>
                  </a:cubicBezTo>
                  <a:cubicBezTo>
                    <a:pt x="11279" y="39795"/>
                    <a:pt x="0" y="30924"/>
                    <a:pt x="0" y="19898"/>
                  </a:cubicBezTo>
                  <a:cubicBezTo>
                    <a:pt x="0" y="8872"/>
                    <a:pt x="11279" y="0"/>
                    <a:pt x="25094" y="0"/>
                  </a:cubicBezTo>
                  <a:cubicBezTo>
                    <a:pt x="38908" y="0"/>
                    <a:pt x="50187" y="8872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17" name="Freeform: Shape 6116">
              <a:extLst>
                <a:ext uri="{FF2B5EF4-FFF2-40B4-BE49-F238E27FC236}">
                  <a16:creationId xmlns:a16="http://schemas.microsoft.com/office/drawing/2014/main" id="{042EA025-9403-2955-BCAD-2561ADB4D535}"/>
                </a:ext>
              </a:extLst>
            </p:cNvPr>
            <p:cNvSpPr/>
            <p:nvPr/>
          </p:nvSpPr>
          <p:spPr>
            <a:xfrm>
              <a:off x="172995" y="5734198"/>
              <a:ext cx="50187" cy="39794"/>
            </a:xfrm>
            <a:custGeom>
              <a:avLst/>
              <a:gdLst>
                <a:gd name="connsiteX0" fmla="*/ 50187 w 50187"/>
                <a:gd name="connsiteY0" fmla="*/ 19897 h 39794"/>
                <a:gd name="connsiteX1" fmla="*/ 25094 w 50187"/>
                <a:gd name="connsiteY1" fmla="*/ 39795 h 39794"/>
                <a:gd name="connsiteX2" fmla="*/ 0 w 50187"/>
                <a:gd name="connsiteY2" fmla="*/ 19897 h 39794"/>
                <a:gd name="connsiteX3" fmla="*/ 25094 w 50187"/>
                <a:gd name="connsiteY3" fmla="*/ 0 h 39794"/>
                <a:gd name="connsiteX4" fmla="*/ 50187 w 50187"/>
                <a:gd name="connsiteY4" fmla="*/ 19897 h 39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4">
                  <a:moveTo>
                    <a:pt x="50187" y="19897"/>
                  </a:moveTo>
                  <a:cubicBezTo>
                    <a:pt x="50187" y="30797"/>
                    <a:pt x="39035" y="39795"/>
                    <a:pt x="25094" y="39795"/>
                  </a:cubicBezTo>
                  <a:cubicBezTo>
                    <a:pt x="11153" y="39795"/>
                    <a:pt x="0" y="30923"/>
                    <a:pt x="0" y="19897"/>
                  </a:cubicBezTo>
                  <a:cubicBezTo>
                    <a:pt x="0" y="8871"/>
                    <a:pt x="11280" y="0"/>
                    <a:pt x="25094" y="0"/>
                  </a:cubicBezTo>
                  <a:cubicBezTo>
                    <a:pt x="38908" y="0"/>
                    <a:pt x="50187" y="8871"/>
                    <a:pt x="50187" y="198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18" name="Freeform: Shape 6117">
              <a:extLst>
                <a:ext uri="{FF2B5EF4-FFF2-40B4-BE49-F238E27FC236}">
                  <a16:creationId xmlns:a16="http://schemas.microsoft.com/office/drawing/2014/main" id="{1B4068E1-AA0B-4C86-F8F9-5ED7D7AB27CE}"/>
                </a:ext>
              </a:extLst>
            </p:cNvPr>
            <p:cNvSpPr/>
            <p:nvPr/>
          </p:nvSpPr>
          <p:spPr>
            <a:xfrm>
              <a:off x="116724" y="5640287"/>
              <a:ext cx="50187" cy="39794"/>
            </a:xfrm>
            <a:custGeom>
              <a:avLst/>
              <a:gdLst>
                <a:gd name="connsiteX0" fmla="*/ 50187 w 50187"/>
                <a:gd name="connsiteY0" fmla="*/ 19897 h 39794"/>
                <a:gd name="connsiteX1" fmla="*/ 25094 w 50187"/>
                <a:gd name="connsiteY1" fmla="*/ 39795 h 39794"/>
                <a:gd name="connsiteX2" fmla="*/ 0 w 50187"/>
                <a:gd name="connsiteY2" fmla="*/ 19897 h 39794"/>
                <a:gd name="connsiteX3" fmla="*/ 25094 w 50187"/>
                <a:gd name="connsiteY3" fmla="*/ 0 h 39794"/>
                <a:gd name="connsiteX4" fmla="*/ 50187 w 50187"/>
                <a:gd name="connsiteY4" fmla="*/ 19897 h 39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4">
                  <a:moveTo>
                    <a:pt x="50187" y="19897"/>
                  </a:moveTo>
                  <a:cubicBezTo>
                    <a:pt x="50187" y="30797"/>
                    <a:pt x="38908" y="39795"/>
                    <a:pt x="25094" y="39795"/>
                  </a:cubicBezTo>
                  <a:cubicBezTo>
                    <a:pt x="11280" y="39795"/>
                    <a:pt x="0" y="30924"/>
                    <a:pt x="0" y="19897"/>
                  </a:cubicBezTo>
                  <a:cubicBezTo>
                    <a:pt x="0" y="8871"/>
                    <a:pt x="11153" y="0"/>
                    <a:pt x="25094" y="0"/>
                  </a:cubicBezTo>
                  <a:cubicBezTo>
                    <a:pt x="39035" y="0"/>
                    <a:pt x="50187" y="8871"/>
                    <a:pt x="50187" y="198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19" name="Freeform: Shape 6118">
              <a:extLst>
                <a:ext uri="{FF2B5EF4-FFF2-40B4-BE49-F238E27FC236}">
                  <a16:creationId xmlns:a16="http://schemas.microsoft.com/office/drawing/2014/main" id="{A67CB2B4-C527-75A7-23D4-948CBDC065F5}"/>
                </a:ext>
              </a:extLst>
            </p:cNvPr>
            <p:cNvSpPr/>
            <p:nvPr/>
          </p:nvSpPr>
          <p:spPr>
            <a:xfrm>
              <a:off x="62608" y="5545488"/>
              <a:ext cx="50187" cy="39795"/>
            </a:xfrm>
            <a:custGeom>
              <a:avLst/>
              <a:gdLst>
                <a:gd name="connsiteX0" fmla="*/ 50187 w 50187"/>
                <a:gd name="connsiteY0" fmla="*/ 19898 h 39795"/>
                <a:gd name="connsiteX1" fmla="*/ 25094 w 50187"/>
                <a:gd name="connsiteY1" fmla="*/ 39795 h 39795"/>
                <a:gd name="connsiteX2" fmla="*/ 0 w 50187"/>
                <a:gd name="connsiteY2" fmla="*/ 19898 h 39795"/>
                <a:gd name="connsiteX3" fmla="*/ 25094 w 50187"/>
                <a:gd name="connsiteY3" fmla="*/ 0 h 39795"/>
                <a:gd name="connsiteX4" fmla="*/ 50187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7" y="19898"/>
                  </a:moveTo>
                  <a:cubicBezTo>
                    <a:pt x="50187" y="30797"/>
                    <a:pt x="39035" y="39795"/>
                    <a:pt x="25094" y="39795"/>
                  </a:cubicBezTo>
                  <a:cubicBezTo>
                    <a:pt x="11153" y="39795"/>
                    <a:pt x="0" y="30924"/>
                    <a:pt x="0" y="19898"/>
                  </a:cubicBezTo>
                  <a:cubicBezTo>
                    <a:pt x="0" y="8872"/>
                    <a:pt x="11279" y="0"/>
                    <a:pt x="25094" y="0"/>
                  </a:cubicBezTo>
                  <a:cubicBezTo>
                    <a:pt x="38908" y="0"/>
                    <a:pt x="50187" y="8872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20" name="Freeform: Shape 6119">
              <a:extLst>
                <a:ext uri="{FF2B5EF4-FFF2-40B4-BE49-F238E27FC236}">
                  <a16:creationId xmlns:a16="http://schemas.microsoft.com/office/drawing/2014/main" id="{67206E62-6162-2920-A677-3D792714DA8E}"/>
                </a:ext>
              </a:extLst>
            </p:cNvPr>
            <p:cNvSpPr/>
            <p:nvPr/>
          </p:nvSpPr>
          <p:spPr>
            <a:xfrm>
              <a:off x="41063" y="5450690"/>
              <a:ext cx="20151" cy="38147"/>
            </a:xfrm>
            <a:custGeom>
              <a:avLst/>
              <a:gdLst>
                <a:gd name="connsiteX0" fmla="*/ 20151 w 20151"/>
                <a:gd name="connsiteY0" fmla="*/ 19137 h 38147"/>
                <a:gd name="connsiteX1" fmla="*/ 0 w 20151"/>
                <a:gd name="connsiteY1" fmla="*/ 0 h 38147"/>
                <a:gd name="connsiteX2" fmla="*/ 0 w 20151"/>
                <a:gd name="connsiteY2" fmla="*/ 38148 h 38147"/>
                <a:gd name="connsiteX3" fmla="*/ 20151 w 20151"/>
                <a:gd name="connsiteY3" fmla="*/ 19010 h 38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151" h="38147">
                  <a:moveTo>
                    <a:pt x="20151" y="19137"/>
                  </a:moveTo>
                  <a:cubicBezTo>
                    <a:pt x="20151" y="9505"/>
                    <a:pt x="11406" y="1901"/>
                    <a:pt x="0" y="0"/>
                  </a:cubicBezTo>
                  <a:lnTo>
                    <a:pt x="0" y="38148"/>
                  </a:lnTo>
                  <a:cubicBezTo>
                    <a:pt x="11406" y="36247"/>
                    <a:pt x="20151" y="28642"/>
                    <a:pt x="20151" y="1901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21" name="Freeform: Shape 6120">
              <a:extLst>
                <a:ext uri="{FF2B5EF4-FFF2-40B4-BE49-F238E27FC236}">
                  <a16:creationId xmlns:a16="http://schemas.microsoft.com/office/drawing/2014/main" id="{04476BB3-B49E-18E1-BCCE-D14C682C43F1}"/>
                </a:ext>
              </a:extLst>
            </p:cNvPr>
            <p:cNvSpPr/>
            <p:nvPr/>
          </p:nvSpPr>
          <p:spPr>
            <a:xfrm>
              <a:off x="41063" y="1410855"/>
              <a:ext cx="5322" cy="12927"/>
            </a:xfrm>
            <a:custGeom>
              <a:avLst/>
              <a:gdLst>
                <a:gd name="connsiteX0" fmla="*/ 5323 w 5322"/>
                <a:gd name="connsiteY0" fmla="*/ 6463 h 12927"/>
                <a:gd name="connsiteX1" fmla="*/ 0 w 5322"/>
                <a:gd name="connsiteY1" fmla="*/ 0 h 12927"/>
                <a:gd name="connsiteX2" fmla="*/ 0 w 5322"/>
                <a:gd name="connsiteY2" fmla="*/ 12927 h 12927"/>
                <a:gd name="connsiteX3" fmla="*/ 5323 w 5322"/>
                <a:gd name="connsiteY3" fmla="*/ 6463 h 12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22" h="12927">
                  <a:moveTo>
                    <a:pt x="5323" y="6463"/>
                  </a:moveTo>
                  <a:cubicBezTo>
                    <a:pt x="5323" y="3549"/>
                    <a:pt x="3042" y="1394"/>
                    <a:pt x="0" y="0"/>
                  </a:cubicBezTo>
                  <a:lnTo>
                    <a:pt x="0" y="12927"/>
                  </a:lnTo>
                  <a:cubicBezTo>
                    <a:pt x="3042" y="11533"/>
                    <a:pt x="5323" y="9378"/>
                    <a:pt x="5323" y="646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22" name="Freeform: Shape 6121">
              <a:extLst>
                <a:ext uri="{FF2B5EF4-FFF2-40B4-BE49-F238E27FC236}">
                  <a16:creationId xmlns:a16="http://schemas.microsoft.com/office/drawing/2014/main" id="{285A0B1A-FBBC-C5BF-D215-A58B5B4F1995}"/>
                </a:ext>
              </a:extLst>
            </p:cNvPr>
            <p:cNvSpPr/>
            <p:nvPr/>
          </p:nvSpPr>
          <p:spPr>
            <a:xfrm>
              <a:off x="77943" y="1313902"/>
              <a:ext cx="19644" cy="15588"/>
            </a:xfrm>
            <a:custGeom>
              <a:avLst/>
              <a:gdLst>
                <a:gd name="connsiteX0" fmla="*/ 19644 w 19644"/>
                <a:gd name="connsiteY0" fmla="*/ 7858 h 15588"/>
                <a:gd name="connsiteX1" fmla="*/ 9885 w 19644"/>
                <a:gd name="connsiteY1" fmla="*/ 15588 h 15588"/>
                <a:gd name="connsiteX2" fmla="*/ 0 w 19644"/>
                <a:gd name="connsiteY2" fmla="*/ 7858 h 15588"/>
                <a:gd name="connsiteX3" fmla="*/ 9885 w 19644"/>
                <a:gd name="connsiteY3" fmla="*/ 0 h 15588"/>
                <a:gd name="connsiteX4" fmla="*/ 19644 w 19644"/>
                <a:gd name="connsiteY4" fmla="*/ 7858 h 1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44" h="15588">
                  <a:moveTo>
                    <a:pt x="19644" y="7858"/>
                  </a:moveTo>
                  <a:cubicBezTo>
                    <a:pt x="19644" y="12167"/>
                    <a:pt x="15208" y="15588"/>
                    <a:pt x="9885" y="15588"/>
                  </a:cubicBezTo>
                  <a:cubicBezTo>
                    <a:pt x="4562" y="15588"/>
                    <a:pt x="0" y="12167"/>
                    <a:pt x="0" y="7858"/>
                  </a:cubicBezTo>
                  <a:cubicBezTo>
                    <a:pt x="0" y="3549"/>
                    <a:pt x="4436" y="0"/>
                    <a:pt x="9885" y="0"/>
                  </a:cubicBezTo>
                  <a:cubicBezTo>
                    <a:pt x="15335" y="0"/>
                    <a:pt x="19644" y="3549"/>
                    <a:pt x="19644" y="785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23" name="Freeform: Shape 6122">
              <a:extLst>
                <a:ext uri="{FF2B5EF4-FFF2-40B4-BE49-F238E27FC236}">
                  <a16:creationId xmlns:a16="http://schemas.microsoft.com/office/drawing/2014/main" id="{264A6281-E9BE-81A3-E08A-5FE2F26C6D2E}"/>
                </a:ext>
              </a:extLst>
            </p:cNvPr>
            <p:cNvSpPr/>
            <p:nvPr/>
          </p:nvSpPr>
          <p:spPr>
            <a:xfrm>
              <a:off x="132693" y="1219864"/>
              <a:ext cx="18249" cy="14447"/>
            </a:xfrm>
            <a:custGeom>
              <a:avLst/>
              <a:gdLst>
                <a:gd name="connsiteX0" fmla="*/ 18250 w 18249"/>
                <a:gd name="connsiteY0" fmla="*/ 7224 h 14447"/>
                <a:gd name="connsiteX1" fmla="*/ 9125 w 18249"/>
                <a:gd name="connsiteY1" fmla="*/ 14448 h 14447"/>
                <a:gd name="connsiteX2" fmla="*/ 0 w 18249"/>
                <a:gd name="connsiteY2" fmla="*/ 7224 h 14447"/>
                <a:gd name="connsiteX3" fmla="*/ 9125 w 18249"/>
                <a:gd name="connsiteY3" fmla="*/ 0 h 14447"/>
                <a:gd name="connsiteX4" fmla="*/ 18250 w 18249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49" h="14447">
                  <a:moveTo>
                    <a:pt x="18250" y="7224"/>
                  </a:moveTo>
                  <a:cubicBezTo>
                    <a:pt x="18250" y="11153"/>
                    <a:pt x="14194" y="14448"/>
                    <a:pt x="9125" y="14448"/>
                  </a:cubicBezTo>
                  <a:cubicBezTo>
                    <a:pt x="4056" y="14448"/>
                    <a:pt x="0" y="11153"/>
                    <a:pt x="0" y="7224"/>
                  </a:cubicBezTo>
                  <a:cubicBezTo>
                    <a:pt x="0" y="3295"/>
                    <a:pt x="4056" y="0"/>
                    <a:pt x="9125" y="0"/>
                  </a:cubicBezTo>
                  <a:cubicBezTo>
                    <a:pt x="14194" y="0"/>
                    <a:pt x="18250" y="3295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24" name="Freeform: Shape 6123">
              <a:extLst>
                <a:ext uri="{FF2B5EF4-FFF2-40B4-BE49-F238E27FC236}">
                  <a16:creationId xmlns:a16="http://schemas.microsoft.com/office/drawing/2014/main" id="{5467E554-9DDE-1364-D2E1-30BE8378B5CE}"/>
                </a:ext>
              </a:extLst>
            </p:cNvPr>
            <p:cNvSpPr/>
            <p:nvPr/>
          </p:nvSpPr>
          <p:spPr>
            <a:xfrm>
              <a:off x="189471" y="1126206"/>
              <a:ext cx="17489" cy="13940"/>
            </a:xfrm>
            <a:custGeom>
              <a:avLst/>
              <a:gdLst>
                <a:gd name="connsiteX0" fmla="*/ 17490 w 17489"/>
                <a:gd name="connsiteY0" fmla="*/ 6970 h 13940"/>
                <a:gd name="connsiteX1" fmla="*/ 8745 w 17489"/>
                <a:gd name="connsiteY1" fmla="*/ 13941 h 13940"/>
                <a:gd name="connsiteX2" fmla="*/ 0 w 17489"/>
                <a:gd name="connsiteY2" fmla="*/ 6970 h 13940"/>
                <a:gd name="connsiteX3" fmla="*/ 8745 w 17489"/>
                <a:gd name="connsiteY3" fmla="*/ 0 h 13940"/>
                <a:gd name="connsiteX4" fmla="*/ 17490 w 17489"/>
                <a:gd name="connsiteY4" fmla="*/ 6970 h 13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89" h="13940">
                  <a:moveTo>
                    <a:pt x="17490" y="6970"/>
                  </a:moveTo>
                  <a:cubicBezTo>
                    <a:pt x="17490" y="10773"/>
                    <a:pt x="13561" y="13941"/>
                    <a:pt x="8745" y="13941"/>
                  </a:cubicBezTo>
                  <a:cubicBezTo>
                    <a:pt x="3929" y="13941"/>
                    <a:pt x="0" y="10773"/>
                    <a:pt x="0" y="6970"/>
                  </a:cubicBezTo>
                  <a:cubicBezTo>
                    <a:pt x="0" y="3168"/>
                    <a:pt x="3929" y="0"/>
                    <a:pt x="8745" y="0"/>
                  </a:cubicBezTo>
                  <a:cubicBezTo>
                    <a:pt x="13561" y="0"/>
                    <a:pt x="17490" y="3168"/>
                    <a:pt x="17490" y="69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25" name="Freeform: Shape 6124">
              <a:extLst>
                <a:ext uri="{FF2B5EF4-FFF2-40B4-BE49-F238E27FC236}">
                  <a16:creationId xmlns:a16="http://schemas.microsoft.com/office/drawing/2014/main" id="{87D03C1E-E683-36E2-EB0D-2681EEB7C62A}"/>
                </a:ext>
              </a:extLst>
            </p:cNvPr>
            <p:cNvSpPr/>
            <p:nvPr/>
          </p:nvSpPr>
          <p:spPr>
            <a:xfrm>
              <a:off x="248910" y="1033815"/>
              <a:ext cx="15968" cy="12673"/>
            </a:xfrm>
            <a:custGeom>
              <a:avLst/>
              <a:gdLst>
                <a:gd name="connsiteX0" fmla="*/ 15969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9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9" y="6337"/>
                  </a:moveTo>
                  <a:cubicBezTo>
                    <a:pt x="15969" y="9759"/>
                    <a:pt x="12420" y="12674"/>
                    <a:pt x="7984" y="12674"/>
                  </a:cubicBezTo>
                  <a:cubicBezTo>
                    <a:pt x="3549" y="12674"/>
                    <a:pt x="0" y="9885"/>
                    <a:pt x="0" y="6337"/>
                  </a:cubicBezTo>
                  <a:cubicBezTo>
                    <a:pt x="0" y="2788"/>
                    <a:pt x="3549" y="0"/>
                    <a:pt x="7984" y="0"/>
                  </a:cubicBezTo>
                  <a:cubicBezTo>
                    <a:pt x="12420" y="0"/>
                    <a:pt x="15969" y="2788"/>
                    <a:pt x="15969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26" name="Freeform: Shape 6125">
              <a:extLst>
                <a:ext uri="{FF2B5EF4-FFF2-40B4-BE49-F238E27FC236}">
                  <a16:creationId xmlns:a16="http://schemas.microsoft.com/office/drawing/2014/main" id="{42DCC4BD-580B-C9A2-2334-8057E70EF7B0}"/>
                </a:ext>
              </a:extLst>
            </p:cNvPr>
            <p:cNvSpPr/>
            <p:nvPr/>
          </p:nvSpPr>
          <p:spPr>
            <a:xfrm>
              <a:off x="309997" y="941805"/>
              <a:ext cx="15968" cy="12673"/>
            </a:xfrm>
            <a:custGeom>
              <a:avLst/>
              <a:gdLst>
                <a:gd name="connsiteX0" fmla="*/ 15969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9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9" y="6337"/>
                  </a:moveTo>
                  <a:cubicBezTo>
                    <a:pt x="15969" y="9885"/>
                    <a:pt x="12420" y="12674"/>
                    <a:pt x="7984" y="12674"/>
                  </a:cubicBezTo>
                  <a:cubicBezTo>
                    <a:pt x="3549" y="12674"/>
                    <a:pt x="0" y="9885"/>
                    <a:pt x="0" y="6337"/>
                  </a:cubicBezTo>
                  <a:cubicBezTo>
                    <a:pt x="0" y="2788"/>
                    <a:pt x="3549" y="0"/>
                    <a:pt x="7984" y="0"/>
                  </a:cubicBezTo>
                  <a:cubicBezTo>
                    <a:pt x="12420" y="0"/>
                    <a:pt x="15969" y="2788"/>
                    <a:pt x="15969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27" name="Freeform: Shape 6126">
              <a:extLst>
                <a:ext uri="{FF2B5EF4-FFF2-40B4-BE49-F238E27FC236}">
                  <a16:creationId xmlns:a16="http://schemas.microsoft.com/office/drawing/2014/main" id="{D4DCEA3E-27D4-FBA3-1523-98A175BA15C8}"/>
                </a:ext>
              </a:extLst>
            </p:cNvPr>
            <p:cNvSpPr/>
            <p:nvPr/>
          </p:nvSpPr>
          <p:spPr>
            <a:xfrm>
              <a:off x="374125" y="851189"/>
              <a:ext cx="14447" cy="11533"/>
            </a:xfrm>
            <a:custGeom>
              <a:avLst/>
              <a:gdLst>
                <a:gd name="connsiteX0" fmla="*/ 14448 w 14447"/>
                <a:gd name="connsiteY0" fmla="*/ 5830 h 11533"/>
                <a:gd name="connsiteX1" fmla="*/ 7224 w 14447"/>
                <a:gd name="connsiteY1" fmla="*/ 11533 h 11533"/>
                <a:gd name="connsiteX2" fmla="*/ 0 w 14447"/>
                <a:gd name="connsiteY2" fmla="*/ 5830 h 11533"/>
                <a:gd name="connsiteX3" fmla="*/ 7224 w 14447"/>
                <a:gd name="connsiteY3" fmla="*/ 0 h 11533"/>
                <a:gd name="connsiteX4" fmla="*/ 14448 w 14447"/>
                <a:gd name="connsiteY4" fmla="*/ 5830 h 11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47" h="11533">
                  <a:moveTo>
                    <a:pt x="14448" y="5830"/>
                  </a:moveTo>
                  <a:cubicBezTo>
                    <a:pt x="14448" y="8998"/>
                    <a:pt x="11153" y="11533"/>
                    <a:pt x="7224" y="11533"/>
                  </a:cubicBezTo>
                  <a:cubicBezTo>
                    <a:pt x="3295" y="11533"/>
                    <a:pt x="0" y="8998"/>
                    <a:pt x="0" y="5830"/>
                  </a:cubicBezTo>
                  <a:cubicBezTo>
                    <a:pt x="0" y="2661"/>
                    <a:pt x="3295" y="0"/>
                    <a:pt x="7224" y="0"/>
                  </a:cubicBezTo>
                  <a:cubicBezTo>
                    <a:pt x="11153" y="0"/>
                    <a:pt x="14448" y="2535"/>
                    <a:pt x="14448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28" name="Freeform: Shape 6127">
              <a:extLst>
                <a:ext uri="{FF2B5EF4-FFF2-40B4-BE49-F238E27FC236}">
                  <a16:creationId xmlns:a16="http://schemas.microsoft.com/office/drawing/2014/main" id="{49B030D8-7470-2765-182D-C2161A54B471}"/>
                </a:ext>
              </a:extLst>
            </p:cNvPr>
            <p:cNvSpPr/>
            <p:nvPr/>
          </p:nvSpPr>
          <p:spPr>
            <a:xfrm>
              <a:off x="440028" y="761586"/>
              <a:ext cx="13687" cy="10899"/>
            </a:xfrm>
            <a:custGeom>
              <a:avLst/>
              <a:gdLst>
                <a:gd name="connsiteX0" fmla="*/ 13687 w 13687"/>
                <a:gd name="connsiteY0" fmla="*/ 5450 h 10899"/>
                <a:gd name="connsiteX1" fmla="*/ 6844 w 13687"/>
                <a:gd name="connsiteY1" fmla="*/ 10899 h 10899"/>
                <a:gd name="connsiteX2" fmla="*/ 0 w 13687"/>
                <a:gd name="connsiteY2" fmla="*/ 5450 h 10899"/>
                <a:gd name="connsiteX3" fmla="*/ 6844 w 13687"/>
                <a:gd name="connsiteY3" fmla="*/ 0 h 10899"/>
                <a:gd name="connsiteX4" fmla="*/ 13687 w 13687"/>
                <a:gd name="connsiteY4" fmla="*/ 5450 h 10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87" h="10899">
                  <a:moveTo>
                    <a:pt x="13687" y="5450"/>
                  </a:moveTo>
                  <a:cubicBezTo>
                    <a:pt x="13687" y="8491"/>
                    <a:pt x="10646" y="10899"/>
                    <a:pt x="6844" y="10899"/>
                  </a:cubicBezTo>
                  <a:cubicBezTo>
                    <a:pt x="3042" y="10899"/>
                    <a:pt x="0" y="8491"/>
                    <a:pt x="0" y="5450"/>
                  </a:cubicBezTo>
                  <a:cubicBezTo>
                    <a:pt x="0" y="2408"/>
                    <a:pt x="3042" y="0"/>
                    <a:pt x="6844" y="0"/>
                  </a:cubicBezTo>
                  <a:cubicBezTo>
                    <a:pt x="10646" y="0"/>
                    <a:pt x="13687" y="2408"/>
                    <a:pt x="13687" y="545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29" name="Freeform: Shape 6128">
              <a:extLst>
                <a:ext uri="{FF2B5EF4-FFF2-40B4-BE49-F238E27FC236}">
                  <a16:creationId xmlns:a16="http://schemas.microsoft.com/office/drawing/2014/main" id="{F67E478C-CD7A-BA3A-4AB9-D1D263093070}"/>
                </a:ext>
              </a:extLst>
            </p:cNvPr>
            <p:cNvSpPr/>
            <p:nvPr/>
          </p:nvSpPr>
          <p:spPr>
            <a:xfrm>
              <a:off x="508465" y="673125"/>
              <a:ext cx="12293" cy="9758"/>
            </a:xfrm>
            <a:custGeom>
              <a:avLst/>
              <a:gdLst>
                <a:gd name="connsiteX0" fmla="*/ 12293 w 12293"/>
                <a:gd name="connsiteY0" fmla="*/ 4816 h 9758"/>
                <a:gd name="connsiteX1" fmla="*/ 6083 w 12293"/>
                <a:gd name="connsiteY1" fmla="*/ 9759 h 9758"/>
                <a:gd name="connsiteX2" fmla="*/ 0 w 12293"/>
                <a:gd name="connsiteY2" fmla="*/ 4816 h 9758"/>
                <a:gd name="connsiteX3" fmla="*/ 6083 w 12293"/>
                <a:gd name="connsiteY3" fmla="*/ 0 h 9758"/>
                <a:gd name="connsiteX4" fmla="*/ 12293 w 12293"/>
                <a:gd name="connsiteY4" fmla="*/ 4816 h 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93" h="9758">
                  <a:moveTo>
                    <a:pt x="12293" y="4816"/>
                  </a:moveTo>
                  <a:lnTo>
                    <a:pt x="6083" y="9759"/>
                  </a:lnTo>
                  <a:lnTo>
                    <a:pt x="0" y="4816"/>
                  </a:lnTo>
                  <a:lnTo>
                    <a:pt x="6083" y="0"/>
                  </a:lnTo>
                  <a:lnTo>
                    <a:pt x="12293" y="481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30" name="Freeform: Shape 6129">
              <a:extLst>
                <a:ext uri="{FF2B5EF4-FFF2-40B4-BE49-F238E27FC236}">
                  <a16:creationId xmlns:a16="http://schemas.microsoft.com/office/drawing/2014/main" id="{411879CC-9964-88E4-12AE-B48AA083E0D5}"/>
                </a:ext>
              </a:extLst>
            </p:cNvPr>
            <p:cNvSpPr/>
            <p:nvPr/>
          </p:nvSpPr>
          <p:spPr>
            <a:xfrm>
              <a:off x="578804" y="585423"/>
              <a:ext cx="11533" cy="9251"/>
            </a:xfrm>
            <a:custGeom>
              <a:avLst/>
              <a:gdLst>
                <a:gd name="connsiteX0" fmla="*/ 11533 w 11533"/>
                <a:gd name="connsiteY0" fmla="*/ 4689 h 9251"/>
                <a:gd name="connsiteX1" fmla="*/ 5830 w 11533"/>
                <a:gd name="connsiteY1" fmla="*/ 9252 h 9251"/>
                <a:gd name="connsiteX2" fmla="*/ 0 w 11533"/>
                <a:gd name="connsiteY2" fmla="*/ 4689 h 9251"/>
                <a:gd name="connsiteX3" fmla="*/ 5830 w 11533"/>
                <a:gd name="connsiteY3" fmla="*/ 0 h 9251"/>
                <a:gd name="connsiteX4" fmla="*/ 11533 w 11533"/>
                <a:gd name="connsiteY4" fmla="*/ 4689 h 9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33" h="9251">
                  <a:moveTo>
                    <a:pt x="11533" y="4689"/>
                  </a:moveTo>
                  <a:lnTo>
                    <a:pt x="5830" y="9252"/>
                  </a:lnTo>
                  <a:lnTo>
                    <a:pt x="0" y="4689"/>
                  </a:lnTo>
                  <a:lnTo>
                    <a:pt x="5830" y="0"/>
                  </a:lnTo>
                  <a:lnTo>
                    <a:pt x="11533" y="468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31" name="Freeform: Shape 6130">
              <a:extLst>
                <a:ext uri="{FF2B5EF4-FFF2-40B4-BE49-F238E27FC236}">
                  <a16:creationId xmlns:a16="http://schemas.microsoft.com/office/drawing/2014/main" id="{573BD7A5-EC35-AC9B-D5DC-78C8595CC472}"/>
                </a:ext>
              </a:extLst>
            </p:cNvPr>
            <p:cNvSpPr/>
            <p:nvPr/>
          </p:nvSpPr>
          <p:spPr>
            <a:xfrm>
              <a:off x="651677" y="499116"/>
              <a:ext cx="10265" cy="8111"/>
            </a:xfrm>
            <a:custGeom>
              <a:avLst/>
              <a:gdLst>
                <a:gd name="connsiteX0" fmla="*/ 10266 w 10265"/>
                <a:gd name="connsiteY0" fmla="*/ 4056 h 8111"/>
                <a:gd name="connsiteX1" fmla="*/ 5069 w 10265"/>
                <a:gd name="connsiteY1" fmla="*/ 8111 h 8111"/>
                <a:gd name="connsiteX2" fmla="*/ 0 w 10265"/>
                <a:gd name="connsiteY2" fmla="*/ 4056 h 8111"/>
                <a:gd name="connsiteX3" fmla="*/ 5069 w 10265"/>
                <a:gd name="connsiteY3" fmla="*/ 0 h 8111"/>
                <a:gd name="connsiteX4" fmla="*/ 10266 w 10265"/>
                <a:gd name="connsiteY4" fmla="*/ 4056 h 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5" h="8111">
                  <a:moveTo>
                    <a:pt x="10266" y="4056"/>
                  </a:moveTo>
                  <a:lnTo>
                    <a:pt x="5069" y="8111"/>
                  </a:lnTo>
                  <a:lnTo>
                    <a:pt x="0" y="4056"/>
                  </a:lnTo>
                  <a:lnTo>
                    <a:pt x="5069" y="0"/>
                  </a:lnTo>
                  <a:lnTo>
                    <a:pt x="10266" y="405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32" name="Freeform: Shape 6131">
              <a:extLst>
                <a:ext uri="{FF2B5EF4-FFF2-40B4-BE49-F238E27FC236}">
                  <a16:creationId xmlns:a16="http://schemas.microsoft.com/office/drawing/2014/main" id="{0FB6F652-A1BF-754E-54C7-B396E5D0D6FD}"/>
                </a:ext>
              </a:extLst>
            </p:cNvPr>
            <p:cNvSpPr/>
            <p:nvPr/>
          </p:nvSpPr>
          <p:spPr>
            <a:xfrm>
              <a:off x="726705" y="414076"/>
              <a:ext cx="8744" cy="6843"/>
            </a:xfrm>
            <a:custGeom>
              <a:avLst/>
              <a:gdLst>
                <a:gd name="connsiteX0" fmla="*/ 8745 w 8744"/>
                <a:gd name="connsiteY0" fmla="*/ 3422 h 6843"/>
                <a:gd name="connsiteX1" fmla="*/ 4436 w 8744"/>
                <a:gd name="connsiteY1" fmla="*/ 6844 h 6843"/>
                <a:gd name="connsiteX2" fmla="*/ 0 w 8744"/>
                <a:gd name="connsiteY2" fmla="*/ 3422 h 6843"/>
                <a:gd name="connsiteX3" fmla="*/ 4436 w 8744"/>
                <a:gd name="connsiteY3" fmla="*/ 0 h 6843"/>
                <a:gd name="connsiteX4" fmla="*/ 8745 w 8744"/>
                <a:gd name="connsiteY4" fmla="*/ 3422 h 6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44" h="6843">
                  <a:moveTo>
                    <a:pt x="8745" y="3422"/>
                  </a:moveTo>
                  <a:lnTo>
                    <a:pt x="4436" y="6844"/>
                  </a:lnTo>
                  <a:lnTo>
                    <a:pt x="0" y="3422"/>
                  </a:lnTo>
                  <a:lnTo>
                    <a:pt x="4436" y="0"/>
                  </a:lnTo>
                  <a:lnTo>
                    <a:pt x="8745" y="342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33" name="Freeform: Shape 6132">
              <a:extLst>
                <a:ext uri="{FF2B5EF4-FFF2-40B4-BE49-F238E27FC236}">
                  <a16:creationId xmlns:a16="http://schemas.microsoft.com/office/drawing/2014/main" id="{1F11BFFF-6F6E-AD7B-6CF5-77A286DC1800}"/>
                </a:ext>
              </a:extLst>
            </p:cNvPr>
            <p:cNvSpPr/>
            <p:nvPr/>
          </p:nvSpPr>
          <p:spPr>
            <a:xfrm>
              <a:off x="803507" y="329924"/>
              <a:ext cx="7984" cy="6336"/>
            </a:xfrm>
            <a:custGeom>
              <a:avLst/>
              <a:gdLst>
                <a:gd name="connsiteX0" fmla="*/ 7984 w 7984"/>
                <a:gd name="connsiteY0" fmla="*/ 3168 h 6336"/>
                <a:gd name="connsiteX1" fmla="*/ 4056 w 7984"/>
                <a:gd name="connsiteY1" fmla="*/ 6337 h 6336"/>
                <a:gd name="connsiteX2" fmla="*/ 0 w 7984"/>
                <a:gd name="connsiteY2" fmla="*/ 3168 h 6336"/>
                <a:gd name="connsiteX3" fmla="*/ 4056 w 7984"/>
                <a:gd name="connsiteY3" fmla="*/ 0 h 6336"/>
                <a:gd name="connsiteX4" fmla="*/ 7984 w 7984"/>
                <a:gd name="connsiteY4" fmla="*/ 3168 h 6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84" h="6336">
                  <a:moveTo>
                    <a:pt x="7984" y="3168"/>
                  </a:moveTo>
                  <a:lnTo>
                    <a:pt x="4056" y="6337"/>
                  </a:lnTo>
                  <a:lnTo>
                    <a:pt x="0" y="3168"/>
                  </a:lnTo>
                  <a:lnTo>
                    <a:pt x="4056" y="0"/>
                  </a:lnTo>
                  <a:lnTo>
                    <a:pt x="7984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34" name="Freeform: Shape 6133">
              <a:extLst>
                <a:ext uri="{FF2B5EF4-FFF2-40B4-BE49-F238E27FC236}">
                  <a16:creationId xmlns:a16="http://schemas.microsoft.com/office/drawing/2014/main" id="{43095C22-E3B0-D70F-3B65-250748EEC2A8}"/>
                </a:ext>
              </a:extLst>
            </p:cNvPr>
            <p:cNvSpPr/>
            <p:nvPr/>
          </p:nvSpPr>
          <p:spPr>
            <a:xfrm>
              <a:off x="882463" y="246912"/>
              <a:ext cx="7223" cy="5703"/>
            </a:xfrm>
            <a:custGeom>
              <a:avLst/>
              <a:gdLst>
                <a:gd name="connsiteX0" fmla="*/ 7224 w 7223"/>
                <a:gd name="connsiteY0" fmla="*/ 2915 h 5703"/>
                <a:gd name="connsiteX1" fmla="*/ 3549 w 7223"/>
                <a:gd name="connsiteY1" fmla="*/ 5703 h 5703"/>
                <a:gd name="connsiteX2" fmla="*/ 0 w 7223"/>
                <a:gd name="connsiteY2" fmla="*/ 2915 h 5703"/>
                <a:gd name="connsiteX3" fmla="*/ 3549 w 7223"/>
                <a:gd name="connsiteY3" fmla="*/ 0 h 5703"/>
                <a:gd name="connsiteX4" fmla="*/ 7224 w 7223"/>
                <a:gd name="connsiteY4" fmla="*/ 2915 h 5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23" h="5703">
                  <a:moveTo>
                    <a:pt x="7224" y="2915"/>
                  </a:moveTo>
                  <a:lnTo>
                    <a:pt x="3549" y="5703"/>
                  </a:lnTo>
                  <a:lnTo>
                    <a:pt x="0" y="2915"/>
                  </a:lnTo>
                  <a:lnTo>
                    <a:pt x="3549" y="0"/>
                  </a:lnTo>
                  <a:lnTo>
                    <a:pt x="7224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35" name="Freeform: Shape 6134">
              <a:extLst>
                <a:ext uri="{FF2B5EF4-FFF2-40B4-BE49-F238E27FC236}">
                  <a16:creationId xmlns:a16="http://schemas.microsoft.com/office/drawing/2014/main" id="{AFFB09B2-897E-78C3-A6E6-B7E1302D32C4}"/>
                </a:ext>
              </a:extLst>
            </p:cNvPr>
            <p:cNvSpPr/>
            <p:nvPr/>
          </p:nvSpPr>
          <p:spPr>
            <a:xfrm>
              <a:off x="963828" y="165420"/>
              <a:ext cx="5703" cy="4562"/>
            </a:xfrm>
            <a:custGeom>
              <a:avLst/>
              <a:gdLst>
                <a:gd name="connsiteX0" fmla="*/ 5703 w 5703"/>
                <a:gd name="connsiteY0" fmla="*/ 2281 h 4562"/>
                <a:gd name="connsiteX1" fmla="*/ 2788 w 5703"/>
                <a:gd name="connsiteY1" fmla="*/ 4563 h 4562"/>
                <a:gd name="connsiteX2" fmla="*/ 0 w 5703"/>
                <a:gd name="connsiteY2" fmla="*/ 2281 h 4562"/>
                <a:gd name="connsiteX3" fmla="*/ 2788 w 5703"/>
                <a:gd name="connsiteY3" fmla="*/ 0 h 4562"/>
                <a:gd name="connsiteX4" fmla="*/ 5703 w 5703"/>
                <a:gd name="connsiteY4" fmla="*/ 2281 h 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03" h="4562">
                  <a:moveTo>
                    <a:pt x="5703" y="2281"/>
                  </a:moveTo>
                  <a:lnTo>
                    <a:pt x="2788" y="4563"/>
                  </a:lnTo>
                  <a:lnTo>
                    <a:pt x="0" y="2281"/>
                  </a:lnTo>
                  <a:lnTo>
                    <a:pt x="2788" y="0"/>
                  </a:lnTo>
                  <a:lnTo>
                    <a:pt x="5703" y="22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36" name="Freeform: Shape 6135">
              <a:extLst>
                <a:ext uri="{FF2B5EF4-FFF2-40B4-BE49-F238E27FC236}">
                  <a16:creationId xmlns:a16="http://schemas.microsoft.com/office/drawing/2014/main" id="{E6B84088-2398-52A5-A269-8A2ADC4D378C}"/>
                </a:ext>
              </a:extLst>
            </p:cNvPr>
            <p:cNvSpPr/>
            <p:nvPr/>
          </p:nvSpPr>
          <p:spPr>
            <a:xfrm>
              <a:off x="1046713" y="84943"/>
              <a:ext cx="5069" cy="4055"/>
            </a:xfrm>
            <a:custGeom>
              <a:avLst/>
              <a:gdLst>
                <a:gd name="connsiteX0" fmla="*/ 5069 w 5069"/>
                <a:gd name="connsiteY0" fmla="*/ 2028 h 4055"/>
                <a:gd name="connsiteX1" fmla="*/ 2535 w 5069"/>
                <a:gd name="connsiteY1" fmla="*/ 4056 h 4055"/>
                <a:gd name="connsiteX2" fmla="*/ 0 w 5069"/>
                <a:gd name="connsiteY2" fmla="*/ 2028 h 4055"/>
                <a:gd name="connsiteX3" fmla="*/ 2535 w 5069"/>
                <a:gd name="connsiteY3" fmla="*/ 0 h 4055"/>
                <a:gd name="connsiteX4" fmla="*/ 5069 w 5069"/>
                <a:gd name="connsiteY4" fmla="*/ 2028 h 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9" h="4055">
                  <a:moveTo>
                    <a:pt x="5069" y="2028"/>
                  </a:moveTo>
                  <a:lnTo>
                    <a:pt x="2535" y="4056"/>
                  </a:lnTo>
                  <a:lnTo>
                    <a:pt x="0" y="2028"/>
                  </a:lnTo>
                  <a:lnTo>
                    <a:pt x="2535" y="0"/>
                  </a:lnTo>
                  <a:lnTo>
                    <a:pt x="5069" y="202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37" name="Freeform: Shape 6136">
              <a:extLst>
                <a:ext uri="{FF2B5EF4-FFF2-40B4-BE49-F238E27FC236}">
                  <a16:creationId xmlns:a16="http://schemas.microsoft.com/office/drawing/2014/main" id="{17EDCCA0-88ED-C7BD-3AD5-A714E35284A6}"/>
                </a:ext>
              </a:extLst>
            </p:cNvPr>
            <p:cNvSpPr/>
            <p:nvPr/>
          </p:nvSpPr>
          <p:spPr>
            <a:xfrm>
              <a:off x="11246803" y="67073"/>
              <a:ext cx="50187" cy="39795"/>
            </a:xfrm>
            <a:custGeom>
              <a:avLst/>
              <a:gdLst>
                <a:gd name="connsiteX0" fmla="*/ 50188 w 50187"/>
                <a:gd name="connsiteY0" fmla="*/ 19898 h 39795"/>
                <a:gd name="connsiteX1" fmla="*/ 25094 w 50187"/>
                <a:gd name="connsiteY1" fmla="*/ 39795 h 39795"/>
                <a:gd name="connsiteX2" fmla="*/ 0 w 50187"/>
                <a:gd name="connsiteY2" fmla="*/ 19898 h 39795"/>
                <a:gd name="connsiteX3" fmla="*/ 25094 w 50187"/>
                <a:gd name="connsiteY3" fmla="*/ 0 h 39795"/>
                <a:gd name="connsiteX4" fmla="*/ 50188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8" y="19898"/>
                  </a:moveTo>
                  <a:cubicBezTo>
                    <a:pt x="50188" y="30797"/>
                    <a:pt x="38908" y="39795"/>
                    <a:pt x="25094" y="39795"/>
                  </a:cubicBezTo>
                  <a:cubicBezTo>
                    <a:pt x="11280" y="39795"/>
                    <a:pt x="0" y="30924"/>
                    <a:pt x="0" y="19898"/>
                  </a:cubicBezTo>
                  <a:cubicBezTo>
                    <a:pt x="0" y="8872"/>
                    <a:pt x="11153" y="0"/>
                    <a:pt x="25094" y="0"/>
                  </a:cubicBezTo>
                  <a:cubicBezTo>
                    <a:pt x="39035" y="0"/>
                    <a:pt x="50188" y="8872"/>
                    <a:pt x="50188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38" name="Freeform: Shape 6137">
              <a:extLst>
                <a:ext uri="{FF2B5EF4-FFF2-40B4-BE49-F238E27FC236}">
                  <a16:creationId xmlns:a16="http://schemas.microsoft.com/office/drawing/2014/main" id="{55C6A2F6-6ED1-4151-6BFA-5F83160470C4}"/>
                </a:ext>
              </a:extLst>
            </p:cNvPr>
            <p:cNvSpPr/>
            <p:nvPr/>
          </p:nvSpPr>
          <p:spPr>
            <a:xfrm>
              <a:off x="11329436" y="147804"/>
              <a:ext cx="50187" cy="39795"/>
            </a:xfrm>
            <a:custGeom>
              <a:avLst/>
              <a:gdLst>
                <a:gd name="connsiteX0" fmla="*/ 50188 w 50187"/>
                <a:gd name="connsiteY0" fmla="*/ 19898 h 39795"/>
                <a:gd name="connsiteX1" fmla="*/ 25093 w 50187"/>
                <a:gd name="connsiteY1" fmla="*/ 39795 h 39795"/>
                <a:gd name="connsiteX2" fmla="*/ 0 w 50187"/>
                <a:gd name="connsiteY2" fmla="*/ 19898 h 39795"/>
                <a:gd name="connsiteX3" fmla="*/ 25093 w 50187"/>
                <a:gd name="connsiteY3" fmla="*/ 0 h 39795"/>
                <a:gd name="connsiteX4" fmla="*/ 50188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8" y="19898"/>
                  </a:moveTo>
                  <a:cubicBezTo>
                    <a:pt x="50188" y="30797"/>
                    <a:pt x="39035" y="39795"/>
                    <a:pt x="25093" y="39795"/>
                  </a:cubicBezTo>
                  <a:cubicBezTo>
                    <a:pt x="11153" y="39795"/>
                    <a:pt x="0" y="30924"/>
                    <a:pt x="0" y="19898"/>
                  </a:cubicBezTo>
                  <a:cubicBezTo>
                    <a:pt x="0" y="8872"/>
                    <a:pt x="11280" y="0"/>
                    <a:pt x="25093" y="0"/>
                  </a:cubicBezTo>
                  <a:cubicBezTo>
                    <a:pt x="38908" y="0"/>
                    <a:pt x="50188" y="8872"/>
                    <a:pt x="50188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39" name="Freeform: Shape 6138">
              <a:extLst>
                <a:ext uri="{FF2B5EF4-FFF2-40B4-BE49-F238E27FC236}">
                  <a16:creationId xmlns:a16="http://schemas.microsoft.com/office/drawing/2014/main" id="{B32A2929-2733-38F7-2F34-0A65EF1A122E}"/>
                </a:ext>
              </a:extLst>
            </p:cNvPr>
            <p:cNvSpPr/>
            <p:nvPr/>
          </p:nvSpPr>
          <p:spPr>
            <a:xfrm>
              <a:off x="11410039" y="229802"/>
              <a:ext cx="50187" cy="39795"/>
            </a:xfrm>
            <a:custGeom>
              <a:avLst/>
              <a:gdLst>
                <a:gd name="connsiteX0" fmla="*/ 50188 w 50187"/>
                <a:gd name="connsiteY0" fmla="*/ 19898 h 39795"/>
                <a:gd name="connsiteX1" fmla="*/ 25094 w 50187"/>
                <a:gd name="connsiteY1" fmla="*/ 39795 h 39795"/>
                <a:gd name="connsiteX2" fmla="*/ 0 w 50187"/>
                <a:gd name="connsiteY2" fmla="*/ 19898 h 39795"/>
                <a:gd name="connsiteX3" fmla="*/ 25094 w 50187"/>
                <a:gd name="connsiteY3" fmla="*/ 0 h 39795"/>
                <a:gd name="connsiteX4" fmla="*/ 50188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8" y="19898"/>
                  </a:moveTo>
                  <a:cubicBezTo>
                    <a:pt x="50188" y="30797"/>
                    <a:pt x="38908" y="39795"/>
                    <a:pt x="25094" y="39795"/>
                  </a:cubicBezTo>
                  <a:cubicBezTo>
                    <a:pt x="11280" y="39795"/>
                    <a:pt x="0" y="30924"/>
                    <a:pt x="0" y="19898"/>
                  </a:cubicBezTo>
                  <a:cubicBezTo>
                    <a:pt x="0" y="8872"/>
                    <a:pt x="11153" y="0"/>
                    <a:pt x="25094" y="0"/>
                  </a:cubicBezTo>
                  <a:cubicBezTo>
                    <a:pt x="39035" y="0"/>
                    <a:pt x="50188" y="8872"/>
                    <a:pt x="50188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40" name="Freeform: Shape 6139">
              <a:extLst>
                <a:ext uri="{FF2B5EF4-FFF2-40B4-BE49-F238E27FC236}">
                  <a16:creationId xmlns:a16="http://schemas.microsoft.com/office/drawing/2014/main" id="{51455051-23B0-2A01-DE4A-E485A3F39EE6}"/>
                </a:ext>
              </a:extLst>
            </p:cNvPr>
            <p:cNvSpPr/>
            <p:nvPr/>
          </p:nvSpPr>
          <p:spPr>
            <a:xfrm>
              <a:off x="11488489" y="313068"/>
              <a:ext cx="50187" cy="39795"/>
            </a:xfrm>
            <a:custGeom>
              <a:avLst/>
              <a:gdLst>
                <a:gd name="connsiteX0" fmla="*/ 50188 w 50187"/>
                <a:gd name="connsiteY0" fmla="*/ 19898 h 39795"/>
                <a:gd name="connsiteX1" fmla="*/ 25093 w 50187"/>
                <a:gd name="connsiteY1" fmla="*/ 39795 h 39795"/>
                <a:gd name="connsiteX2" fmla="*/ 0 w 50187"/>
                <a:gd name="connsiteY2" fmla="*/ 19898 h 39795"/>
                <a:gd name="connsiteX3" fmla="*/ 25093 w 50187"/>
                <a:gd name="connsiteY3" fmla="*/ 0 h 39795"/>
                <a:gd name="connsiteX4" fmla="*/ 50188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8" y="19898"/>
                  </a:moveTo>
                  <a:cubicBezTo>
                    <a:pt x="50188" y="30797"/>
                    <a:pt x="38908" y="39795"/>
                    <a:pt x="25093" y="39795"/>
                  </a:cubicBezTo>
                  <a:cubicBezTo>
                    <a:pt x="11280" y="39795"/>
                    <a:pt x="0" y="30924"/>
                    <a:pt x="0" y="19898"/>
                  </a:cubicBezTo>
                  <a:cubicBezTo>
                    <a:pt x="0" y="8872"/>
                    <a:pt x="11153" y="0"/>
                    <a:pt x="25093" y="0"/>
                  </a:cubicBezTo>
                  <a:cubicBezTo>
                    <a:pt x="39035" y="0"/>
                    <a:pt x="50188" y="8872"/>
                    <a:pt x="50188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41" name="Freeform: Shape 6140">
              <a:extLst>
                <a:ext uri="{FF2B5EF4-FFF2-40B4-BE49-F238E27FC236}">
                  <a16:creationId xmlns:a16="http://schemas.microsoft.com/office/drawing/2014/main" id="{DE5E53D7-DAD4-188C-1312-2C991A364A7E}"/>
                </a:ext>
              </a:extLst>
            </p:cNvPr>
            <p:cNvSpPr/>
            <p:nvPr/>
          </p:nvSpPr>
          <p:spPr>
            <a:xfrm>
              <a:off x="11564911" y="397601"/>
              <a:ext cx="50186" cy="39795"/>
            </a:xfrm>
            <a:custGeom>
              <a:avLst/>
              <a:gdLst>
                <a:gd name="connsiteX0" fmla="*/ 50187 w 50186"/>
                <a:gd name="connsiteY0" fmla="*/ 19898 h 39795"/>
                <a:gd name="connsiteX1" fmla="*/ 25093 w 50186"/>
                <a:gd name="connsiteY1" fmla="*/ 39795 h 39795"/>
                <a:gd name="connsiteX2" fmla="*/ 0 w 50186"/>
                <a:gd name="connsiteY2" fmla="*/ 19898 h 39795"/>
                <a:gd name="connsiteX3" fmla="*/ 25093 w 50186"/>
                <a:gd name="connsiteY3" fmla="*/ 0 h 39795"/>
                <a:gd name="connsiteX4" fmla="*/ 50187 w 50186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6" h="39795">
                  <a:moveTo>
                    <a:pt x="50187" y="19898"/>
                  </a:moveTo>
                  <a:cubicBezTo>
                    <a:pt x="50187" y="30797"/>
                    <a:pt x="39034" y="39795"/>
                    <a:pt x="25093" y="39795"/>
                  </a:cubicBezTo>
                  <a:cubicBezTo>
                    <a:pt x="11153" y="39795"/>
                    <a:pt x="0" y="30924"/>
                    <a:pt x="0" y="19898"/>
                  </a:cubicBezTo>
                  <a:cubicBezTo>
                    <a:pt x="0" y="8872"/>
                    <a:pt x="11279" y="0"/>
                    <a:pt x="25093" y="0"/>
                  </a:cubicBezTo>
                  <a:cubicBezTo>
                    <a:pt x="38908" y="0"/>
                    <a:pt x="50187" y="8872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42" name="Freeform: Shape 6141">
              <a:extLst>
                <a:ext uri="{FF2B5EF4-FFF2-40B4-BE49-F238E27FC236}">
                  <a16:creationId xmlns:a16="http://schemas.microsoft.com/office/drawing/2014/main" id="{2A0DD1BC-9AC6-B951-E9A4-9707674CA0BF}"/>
                </a:ext>
              </a:extLst>
            </p:cNvPr>
            <p:cNvSpPr/>
            <p:nvPr/>
          </p:nvSpPr>
          <p:spPr>
            <a:xfrm>
              <a:off x="11639305" y="483274"/>
              <a:ext cx="50186" cy="39795"/>
            </a:xfrm>
            <a:custGeom>
              <a:avLst/>
              <a:gdLst>
                <a:gd name="connsiteX0" fmla="*/ 50187 w 50186"/>
                <a:gd name="connsiteY0" fmla="*/ 19898 h 39795"/>
                <a:gd name="connsiteX1" fmla="*/ 25093 w 50186"/>
                <a:gd name="connsiteY1" fmla="*/ 39795 h 39795"/>
                <a:gd name="connsiteX2" fmla="*/ 0 w 50186"/>
                <a:gd name="connsiteY2" fmla="*/ 19898 h 39795"/>
                <a:gd name="connsiteX3" fmla="*/ 25093 w 50186"/>
                <a:gd name="connsiteY3" fmla="*/ 0 h 39795"/>
                <a:gd name="connsiteX4" fmla="*/ 50187 w 50186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6" h="39795">
                  <a:moveTo>
                    <a:pt x="50187" y="19898"/>
                  </a:moveTo>
                  <a:cubicBezTo>
                    <a:pt x="50187" y="30797"/>
                    <a:pt x="38908" y="39795"/>
                    <a:pt x="25093" y="39795"/>
                  </a:cubicBezTo>
                  <a:cubicBezTo>
                    <a:pt x="11280" y="39795"/>
                    <a:pt x="0" y="30924"/>
                    <a:pt x="0" y="19898"/>
                  </a:cubicBezTo>
                  <a:cubicBezTo>
                    <a:pt x="0" y="8872"/>
                    <a:pt x="11153" y="0"/>
                    <a:pt x="25093" y="0"/>
                  </a:cubicBezTo>
                  <a:cubicBezTo>
                    <a:pt x="39034" y="0"/>
                    <a:pt x="50187" y="8872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43" name="Freeform: Shape 6142">
              <a:extLst>
                <a:ext uri="{FF2B5EF4-FFF2-40B4-BE49-F238E27FC236}">
                  <a16:creationId xmlns:a16="http://schemas.microsoft.com/office/drawing/2014/main" id="{EA44D589-09AE-DF5A-C45D-3A8B5AA41634}"/>
                </a:ext>
              </a:extLst>
            </p:cNvPr>
            <p:cNvSpPr/>
            <p:nvPr/>
          </p:nvSpPr>
          <p:spPr>
            <a:xfrm>
              <a:off x="11711418" y="570088"/>
              <a:ext cx="50186" cy="39795"/>
            </a:xfrm>
            <a:custGeom>
              <a:avLst/>
              <a:gdLst>
                <a:gd name="connsiteX0" fmla="*/ 50187 w 50186"/>
                <a:gd name="connsiteY0" fmla="*/ 19898 h 39795"/>
                <a:gd name="connsiteX1" fmla="*/ 25093 w 50186"/>
                <a:gd name="connsiteY1" fmla="*/ 39795 h 39795"/>
                <a:gd name="connsiteX2" fmla="*/ 0 w 50186"/>
                <a:gd name="connsiteY2" fmla="*/ 19898 h 39795"/>
                <a:gd name="connsiteX3" fmla="*/ 25093 w 50186"/>
                <a:gd name="connsiteY3" fmla="*/ 0 h 39795"/>
                <a:gd name="connsiteX4" fmla="*/ 50187 w 50186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6" h="39795">
                  <a:moveTo>
                    <a:pt x="50187" y="19898"/>
                  </a:moveTo>
                  <a:cubicBezTo>
                    <a:pt x="50187" y="30797"/>
                    <a:pt x="38908" y="39795"/>
                    <a:pt x="25093" y="39795"/>
                  </a:cubicBezTo>
                  <a:cubicBezTo>
                    <a:pt x="11279" y="39795"/>
                    <a:pt x="0" y="30924"/>
                    <a:pt x="0" y="19898"/>
                  </a:cubicBezTo>
                  <a:cubicBezTo>
                    <a:pt x="0" y="8872"/>
                    <a:pt x="11153" y="0"/>
                    <a:pt x="25093" y="0"/>
                  </a:cubicBezTo>
                  <a:cubicBezTo>
                    <a:pt x="39034" y="0"/>
                    <a:pt x="50187" y="8872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44" name="Freeform: Shape 6143">
              <a:extLst>
                <a:ext uri="{FF2B5EF4-FFF2-40B4-BE49-F238E27FC236}">
                  <a16:creationId xmlns:a16="http://schemas.microsoft.com/office/drawing/2014/main" id="{8E591BA1-470A-5238-02ED-E492A84BEE8D}"/>
                </a:ext>
              </a:extLst>
            </p:cNvPr>
            <p:cNvSpPr/>
            <p:nvPr/>
          </p:nvSpPr>
          <p:spPr>
            <a:xfrm>
              <a:off x="11781503" y="658043"/>
              <a:ext cx="50187" cy="39795"/>
            </a:xfrm>
            <a:custGeom>
              <a:avLst/>
              <a:gdLst>
                <a:gd name="connsiteX0" fmla="*/ 50188 w 50187"/>
                <a:gd name="connsiteY0" fmla="*/ 19898 h 39795"/>
                <a:gd name="connsiteX1" fmla="*/ 25094 w 50187"/>
                <a:gd name="connsiteY1" fmla="*/ 39795 h 39795"/>
                <a:gd name="connsiteX2" fmla="*/ 0 w 50187"/>
                <a:gd name="connsiteY2" fmla="*/ 19898 h 39795"/>
                <a:gd name="connsiteX3" fmla="*/ 25094 w 50187"/>
                <a:gd name="connsiteY3" fmla="*/ 0 h 39795"/>
                <a:gd name="connsiteX4" fmla="*/ 50188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8" y="19898"/>
                  </a:moveTo>
                  <a:cubicBezTo>
                    <a:pt x="50188" y="30797"/>
                    <a:pt x="38908" y="39795"/>
                    <a:pt x="25094" y="39795"/>
                  </a:cubicBezTo>
                  <a:cubicBezTo>
                    <a:pt x="11280" y="39795"/>
                    <a:pt x="0" y="30924"/>
                    <a:pt x="0" y="19898"/>
                  </a:cubicBezTo>
                  <a:cubicBezTo>
                    <a:pt x="0" y="8872"/>
                    <a:pt x="11280" y="0"/>
                    <a:pt x="25094" y="0"/>
                  </a:cubicBezTo>
                  <a:cubicBezTo>
                    <a:pt x="38908" y="0"/>
                    <a:pt x="50188" y="8872"/>
                    <a:pt x="50188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45" name="Freeform: Shape 6144">
              <a:extLst>
                <a:ext uri="{FF2B5EF4-FFF2-40B4-BE49-F238E27FC236}">
                  <a16:creationId xmlns:a16="http://schemas.microsoft.com/office/drawing/2014/main" id="{6EF9581B-CA1F-AE7A-0994-531CD7DCF374}"/>
                </a:ext>
              </a:extLst>
            </p:cNvPr>
            <p:cNvSpPr/>
            <p:nvPr/>
          </p:nvSpPr>
          <p:spPr>
            <a:xfrm>
              <a:off x="11849307" y="747012"/>
              <a:ext cx="50186" cy="39795"/>
            </a:xfrm>
            <a:custGeom>
              <a:avLst/>
              <a:gdLst>
                <a:gd name="connsiteX0" fmla="*/ 50187 w 50186"/>
                <a:gd name="connsiteY0" fmla="*/ 19898 h 39795"/>
                <a:gd name="connsiteX1" fmla="*/ 25093 w 50186"/>
                <a:gd name="connsiteY1" fmla="*/ 39795 h 39795"/>
                <a:gd name="connsiteX2" fmla="*/ 0 w 50186"/>
                <a:gd name="connsiteY2" fmla="*/ 19898 h 39795"/>
                <a:gd name="connsiteX3" fmla="*/ 25093 w 50186"/>
                <a:gd name="connsiteY3" fmla="*/ 0 h 39795"/>
                <a:gd name="connsiteX4" fmla="*/ 50187 w 50186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6" h="39795">
                  <a:moveTo>
                    <a:pt x="50187" y="19898"/>
                  </a:moveTo>
                  <a:cubicBezTo>
                    <a:pt x="50187" y="30924"/>
                    <a:pt x="38908" y="39795"/>
                    <a:pt x="25093" y="39795"/>
                  </a:cubicBezTo>
                  <a:cubicBezTo>
                    <a:pt x="11279" y="39795"/>
                    <a:pt x="0" y="30924"/>
                    <a:pt x="0" y="19898"/>
                  </a:cubicBezTo>
                  <a:cubicBezTo>
                    <a:pt x="0" y="8872"/>
                    <a:pt x="11153" y="0"/>
                    <a:pt x="25093" y="0"/>
                  </a:cubicBezTo>
                  <a:cubicBezTo>
                    <a:pt x="39034" y="0"/>
                    <a:pt x="50187" y="8872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46" name="Freeform: Shape 6145">
              <a:extLst>
                <a:ext uri="{FF2B5EF4-FFF2-40B4-BE49-F238E27FC236}">
                  <a16:creationId xmlns:a16="http://schemas.microsoft.com/office/drawing/2014/main" id="{4B9C3C8A-73D0-2E11-B370-D69ED3274AEF}"/>
                </a:ext>
              </a:extLst>
            </p:cNvPr>
            <p:cNvSpPr/>
            <p:nvPr/>
          </p:nvSpPr>
          <p:spPr>
            <a:xfrm>
              <a:off x="11914829" y="837121"/>
              <a:ext cx="50187" cy="39795"/>
            </a:xfrm>
            <a:custGeom>
              <a:avLst/>
              <a:gdLst>
                <a:gd name="connsiteX0" fmla="*/ 50188 w 50187"/>
                <a:gd name="connsiteY0" fmla="*/ 19898 h 39795"/>
                <a:gd name="connsiteX1" fmla="*/ 25093 w 50187"/>
                <a:gd name="connsiteY1" fmla="*/ 39795 h 39795"/>
                <a:gd name="connsiteX2" fmla="*/ 0 w 50187"/>
                <a:gd name="connsiteY2" fmla="*/ 19898 h 39795"/>
                <a:gd name="connsiteX3" fmla="*/ 25093 w 50187"/>
                <a:gd name="connsiteY3" fmla="*/ 0 h 39795"/>
                <a:gd name="connsiteX4" fmla="*/ 50188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8" y="19898"/>
                  </a:moveTo>
                  <a:cubicBezTo>
                    <a:pt x="50188" y="30797"/>
                    <a:pt x="39035" y="39795"/>
                    <a:pt x="25093" y="39795"/>
                  </a:cubicBezTo>
                  <a:cubicBezTo>
                    <a:pt x="11153" y="39795"/>
                    <a:pt x="0" y="30924"/>
                    <a:pt x="0" y="19898"/>
                  </a:cubicBezTo>
                  <a:cubicBezTo>
                    <a:pt x="0" y="8872"/>
                    <a:pt x="11280" y="0"/>
                    <a:pt x="25093" y="0"/>
                  </a:cubicBezTo>
                  <a:cubicBezTo>
                    <a:pt x="38908" y="0"/>
                    <a:pt x="50188" y="8872"/>
                    <a:pt x="50188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47" name="Freeform: Shape 6146">
              <a:extLst>
                <a:ext uri="{FF2B5EF4-FFF2-40B4-BE49-F238E27FC236}">
                  <a16:creationId xmlns:a16="http://schemas.microsoft.com/office/drawing/2014/main" id="{857BB427-1B0B-118C-1AEC-57F7A1E0685E}"/>
                </a:ext>
              </a:extLst>
            </p:cNvPr>
            <p:cNvSpPr/>
            <p:nvPr/>
          </p:nvSpPr>
          <p:spPr>
            <a:xfrm>
              <a:off x="11978070" y="928117"/>
              <a:ext cx="50187" cy="39795"/>
            </a:xfrm>
            <a:custGeom>
              <a:avLst/>
              <a:gdLst>
                <a:gd name="connsiteX0" fmla="*/ 50188 w 50187"/>
                <a:gd name="connsiteY0" fmla="*/ 19898 h 39795"/>
                <a:gd name="connsiteX1" fmla="*/ 25093 w 50187"/>
                <a:gd name="connsiteY1" fmla="*/ 39795 h 39795"/>
                <a:gd name="connsiteX2" fmla="*/ 0 w 50187"/>
                <a:gd name="connsiteY2" fmla="*/ 19898 h 39795"/>
                <a:gd name="connsiteX3" fmla="*/ 25093 w 50187"/>
                <a:gd name="connsiteY3" fmla="*/ 0 h 39795"/>
                <a:gd name="connsiteX4" fmla="*/ 50188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8" y="19898"/>
                  </a:moveTo>
                  <a:cubicBezTo>
                    <a:pt x="50188" y="30924"/>
                    <a:pt x="38908" y="39795"/>
                    <a:pt x="25093" y="39795"/>
                  </a:cubicBezTo>
                  <a:cubicBezTo>
                    <a:pt x="11280" y="39795"/>
                    <a:pt x="0" y="30924"/>
                    <a:pt x="0" y="19898"/>
                  </a:cubicBezTo>
                  <a:cubicBezTo>
                    <a:pt x="0" y="8872"/>
                    <a:pt x="11153" y="0"/>
                    <a:pt x="25093" y="0"/>
                  </a:cubicBezTo>
                  <a:cubicBezTo>
                    <a:pt x="39035" y="0"/>
                    <a:pt x="50188" y="8872"/>
                    <a:pt x="50188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48" name="Freeform: Shape 6147">
              <a:extLst>
                <a:ext uri="{FF2B5EF4-FFF2-40B4-BE49-F238E27FC236}">
                  <a16:creationId xmlns:a16="http://schemas.microsoft.com/office/drawing/2014/main" id="{CFB71A28-477A-740C-1B73-72E4C4F21E5A}"/>
                </a:ext>
              </a:extLst>
            </p:cNvPr>
            <p:cNvSpPr/>
            <p:nvPr/>
          </p:nvSpPr>
          <p:spPr>
            <a:xfrm>
              <a:off x="12039157" y="1020255"/>
              <a:ext cx="50187" cy="39795"/>
            </a:xfrm>
            <a:custGeom>
              <a:avLst/>
              <a:gdLst>
                <a:gd name="connsiteX0" fmla="*/ 50188 w 50187"/>
                <a:gd name="connsiteY0" fmla="*/ 19898 h 39795"/>
                <a:gd name="connsiteX1" fmla="*/ 25093 w 50187"/>
                <a:gd name="connsiteY1" fmla="*/ 39795 h 39795"/>
                <a:gd name="connsiteX2" fmla="*/ 0 w 50187"/>
                <a:gd name="connsiteY2" fmla="*/ 19898 h 39795"/>
                <a:gd name="connsiteX3" fmla="*/ 25093 w 50187"/>
                <a:gd name="connsiteY3" fmla="*/ 0 h 39795"/>
                <a:gd name="connsiteX4" fmla="*/ 50188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8" y="19898"/>
                  </a:moveTo>
                  <a:cubicBezTo>
                    <a:pt x="50188" y="30797"/>
                    <a:pt x="38908" y="39795"/>
                    <a:pt x="25093" y="39795"/>
                  </a:cubicBezTo>
                  <a:cubicBezTo>
                    <a:pt x="11280" y="39795"/>
                    <a:pt x="0" y="30924"/>
                    <a:pt x="0" y="19898"/>
                  </a:cubicBezTo>
                  <a:cubicBezTo>
                    <a:pt x="0" y="8871"/>
                    <a:pt x="11153" y="0"/>
                    <a:pt x="25093" y="0"/>
                  </a:cubicBezTo>
                  <a:cubicBezTo>
                    <a:pt x="39035" y="0"/>
                    <a:pt x="50188" y="8871"/>
                    <a:pt x="50188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49" name="Freeform: Shape 6148">
              <a:extLst>
                <a:ext uri="{FF2B5EF4-FFF2-40B4-BE49-F238E27FC236}">
                  <a16:creationId xmlns:a16="http://schemas.microsoft.com/office/drawing/2014/main" id="{FE57495F-0434-67BA-12A7-B9C5BC252951}"/>
                </a:ext>
              </a:extLst>
            </p:cNvPr>
            <p:cNvSpPr/>
            <p:nvPr/>
          </p:nvSpPr>
          <p:spPr>
            <a:xfrm>
              <a:off x="12097836" y="1113152"/>
              <a:ext cx="50187" cy="39795"/>
            </a:xfrm>
            <a:custGeom>
              <a:avLst/>
              <a:gdLst>
                <a:gd name="connsiteX0" fmla="*/ 50188 w 50187"/>
                <a:gd name="connsiteY0" fmla="*/ 19898 h 39795"/>
                <a:gd name="connsiteX1" fmla="*/ 25093 w 50187"/>
                <a:gd name="connsiteY1" fmla="*/ 39795 h 39795"/>
                <a:gd name="connsiteX2" fmla="*/ 0 w 50187"/>
                <a:gd name="connsiteY2" fmla="*/ 19898 h 39795"/>
                <a:gd name="connsiteX3" fmla="*/ 25093 w 50187"/>
                <a:gd name="connsiteY3" fmla="*/ 0 h 39795"/>
                <a:gd name="connsiteX4" fmla="*/ 50188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8" y="19898"/>
                  </a:moveTo>
                  <a:cubicBezTo>
                    <a:pt x="50188" y="30797"/>
                    <a:pt x="38908" y="39795"/>
                    <a:pt x="25093" y="39795"/>
                  </a:cubicBezTo>
                  <a:cubicBezTo>
                    <a:pt x="11280" y="39795"/>
                    <a:pt x="0" y="30924"/>
                    <a:pt x="0" y="19898"/>
                  </a:cubicBezTo>
                  <a:cubicBezTo>
                    <a:pt x="0" y="8872"/>
                    <a:pt x="11153" y="0"/>
                    <a:pt x="25093" y="0"/>
                  </a:cubicBezTo>
                  <a:cubicBezTo>
                    <a:pt x="39035" y="0"/>
                    <a:pt x="50188" y="8872"/>
                    <a:pt x="50188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50" name="Freeform: Shape 6149">
              <a:extLst>
                <a:ext uri="{FF2B5EF4-FFF2-40B4-BE49-F238E27FC236}">
                  <a16:creationId xmlns:a16="http://schemas.microsoft.com/office/drawing/2014/main" id="{29BB283C-CF34-5346-BA16-D66C32044AAB}"/>
                </a:ext>
              </a:extLst>
            </p:cNvPr>
            <p:cNvSpPr/>
            <p:nvPr/>
          </p:nvSpPr>
          <p:spPr>
            <a:xfrm>
              <a:off x="12135603" y="5937229"/>
              <a:ext cx="13941" cy="11152"/>
            </a:xfrm>
            <a:custGeom>
              <a:avLst/>
              <a:gdLst>
                <a:gd name="connsiteX0" fmla="*/ 13941 w 13941"/>
                <a:gd name="connsiteY0" fmla="*/ 5576 h 11152"/>
                <a:gd name="connsiteX1" fmla="*/ 6970 w 13941"/>
                <a:gd name="connsiteY1" fmla="*/ 11153 h 11152"/>
                <a:gd name="connsiteX2" fmla="*/ 0 w 13941"/>
                <a:gd name="connsiteY2" fmla="*/ 5576 h 11152"/>
                <a:gd name="connsiteX3" fmla="*/ 6970 w 13941"/>
                <a:gd name="connsiteY3" fmla="*/ 0 h 11152"/>
                <a:gd name="connsiteX4" fmla="*/ 13941 w 13941"/>
                <a:gd name="connsiteY4" fmla="*/ 5576 h 11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1" h="11152">
                  <a:moveTo>
                    <a:pt x="13941" y="5576"/>
                  </a:moveTo>
                  <a:cubicBezTo>
                    <a:pt x="13941" y="8618"/>
                    <a:pt x="10773" y="11153"/>
                    <a:pt x="6970" y="11153"/>
                  </a:cubicBezTo>
                  <a:cubicBezTo>
                    <a:pt x="3168" y="11153"/>
                    <a:pt x="0" y="8745"/>
                    <a:pt x="0" y="5576"/>
                  </a:cubicBezTo>
                  <a:cubicBezTo>
                    <a:pt x="0" y="2408"/>
                    <a:pt x="3168" y="0"/>
                    <a:pt x="6970" y="0"/>
                  </a:cubicBezTo>
                  <a:cubicBezTo>
                    <a:pt x="10773" y="0"/>
                    <a:pt x="13941" y="2534"/>
                    <a:pt x="13941" y="557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51" name="Freeform: Shape 6150">
              <a:extLst>
                <a:ext uri="{FF2B5EF4-FFF2-40B4-BE49-F238E27FC236}">
                  <a16:creationId xmlns:a16="http://schemas.microsoft.com/office/drawing/2014/main" id="{0AB207DA-2B45-E6E6-AD5D-33A3E21D0FCA}"/>
                </a:ext>
              </a:extLst>
            </p:cNvPr>
            <p:cNvSpPr/>
            <p:nvPr/>
          </p:nvSpPr>
          <p:spPr>
            <a:xfrm>
              <a:off x="12074136" y="6029366"/>
              <a:ext cx="12546" cy="10012"/>
            </a:xfrm>
            <a:custGeom>
              <a:avLst/>
              <a:gdLst>
                <a:gd name="connsiteX0" fmla="*/ 12547 w 12546"/>
                <a:gd name="connsiteY0" fmla="*/ 5069 h 10012"/>
                <a:gd name="connsiteX1" fmla="*/ 6210 w 12546"/>
                <a:gd name="connsiteY1" fmla="*/ 10012 h 10012"/>
                <a:gd name="connsiteX2" fmla="*/ 0 w 12546"/>
                <a:gd name="connsiteY2" fmla="*/ 5069 h 10012"/>
                <a:gd name="connsiteX3" fmla="*/ 6210 w 12546"/>
                <a:gd name="connsiteY3" fmla="*/ 0 h 10012"/>
                <a:gd name="connsiteX4" fmla="*/ 12547 w 12546"/>
                <a:gd name="connsiteY4" fmla="*/ 5069 h 1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46" h="10012">
                  <a:moveTo>
                    <a:pt x="12547" y="5069"/>
                  </a:moveTo>
                  <a:lnTo>
                    <a:pt x="6210" y="10012"/>
                  </a:lnTo>
                  <a:lnTo>
                    <a:pt x="0" y="5069"/>
                  </a:lnTo>
                  <a:lnTo>
                    <a:pt x="6210" y="0"/>
                  </a:lnTo>
                  <a:lnTo>
                    <a:pt x="12547" y="506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52" name="Freeform: Shape 6151">
              <a:extLst>
                <a:ext uri="{FF2B5EF4-FFF2-40B4-BE49-F238E27FC236}">
                  <a16:creationId xmlns:a16="http://schemas.microsoft.com/office/drawing/2014/main" id="{2F8446F8-C284-5993-6A12-70E35887364B}"/>
                </a:ext>
              </a:extLst>
            </p:cNvPr>
            <p:cNvSpPr/>
            <p:nvPr/>
          </p:nvSpPr>
          <p:spPr>
            <a:xfrm>
              <a:off x="12010008" y="6120236"/>
              <a:ext cx="11913" cy="9505"/>
            </a:xfrm>
            <a:custGeom>
              <a:avLst/>
              <a:gdLst>
                <a:gd name="connsiteX0" fmla="*/ 11913 w 11913"/>
                <a:gd name="connsiteY0" fmla="*/ 4689 h 9505"/>
                <a:gd name="connsiteX1" fmla="*/ 5956 w 11913"/>
                <a:gd name="connsiteY1" fmla="*/ 9505 h 9505"/>
                <a:gd name="connsiteX2" fmla="*/ 0 w 11913"/>
                <a:gd name="connsiteY2" fmla="*/ 4689 h 9505"/>
                <a:gd name="connsiteX3" fmla="*/ 5956 w 11913"/>
                <a:gd name="connsiteY3" fmla="*/ 0 h 9505"/>
                <a:gd name="connsiteX4" fmla="*/ 11913 w 11913"/>
                <a:gd name="connsiteY4" fmla="*/ 4689 h 9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13" h="9505">
                  <a:moveTo>
                    <a:pt x="11913" y="4689"/>
                  </a:moveTo>
                  <a:lnTo>
                    <a:pt x="5956" y="9505"/>
                  </a:lnTo>
                  <a:lnTo>
                    <a:pt x="0" y="4689"/>
                  </a:lnTo>
                  <a:lnTo>
                    <a:pt x="5956" y="0"/>
                  </a:lnTo>
                  <a:lnTo>
                    <a:pt x="11913" y="468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53" name="Freeform: Shape 6152">
              <a:extLst>
                <a:ext uri="{FF2B5EF4-FFF2-40B4-BE49-F238E27FC236}">
                  <a16:creationId xmlns:a16="http://schemas.microsoft.com/office/drawing/2014/main" id="{D3001D6F-B67A-416C-8691-20DB502B8648}"/>
                </a:ext>
              </a:extLst>
            </p:cNvPr>
            <p:cNvSpPr/>
            <p:nvPr/>
          </p:nvSpPr>
          <p:spPr>
            <a:xfrm>
              <a:off x="11943978" y="6210345"/>
              <a:ext cx="10646" cy="8364"/>
            </a:xfrm>
            <a:custGeom>
              <a:avLst/>
              <a:gdLst>
                <a:gd name="connsiteX0" fmla="*/ 10646 w 10646"/>
                <a:gd name="connsiteY0" fmla="*/ 4183 h 8364"/>
                <a:gd name="connsiteX1" fmla="*/ 5323 w 10646"/>
                <a:gd name="connsiteY1" fmla="*/ 8365 h 8364"/>
                <a:gd name="connsiteX2" fmla="*/ 0 w 10646"/>
                <a:gd name="connsiteY2" fmla="*/ 4183 h 8364"/>
                <a:gd name="connsiteX3" fmla="*/ 5323 w 10646"/>
                <a:gd name="connsiteY3" fmla="*/ 0 h 8364"/>
                <a:gd name="connsiteX4" fmla="*/ 10646 w 10646"/>
                <a:gd name="connsiteY4" fmla="*/ 4183 h 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46" h="8364">
                  <a:moveTo>
                    <a:pt x="10646" y="4183"/>
                  </a:moveTo>
                  <a:lnTo>
                    <a:pt x="5323" y="8365"/>
                  </a:lnTo>
                  <a:lnTo>
                    <a:pt x="0" y="4183"/>
                  </a:lnTo>
                  <a:lnTo>
                    <a:pt x="5323" y="0"/>
                  </a:lnTo>
                  <a:lnTo>
                    <a:pt x="10646" y="418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54" name="Freeform: Shape 6153">
              <a:extLst>
                <a:ext uri="{FF2B5EF4-FFF2-40B4-BE49-F238E27FC236}">
                  <a16:creationId xmlns:a16="http://schemas.microsoft.com/office/drawing/2014/main" id="{86C1FADF-90A3-D6F6-FC11-0FF3E1DABA18}"/>
                </a:ext>
              </a:extLst>
            </p:cNvPr>
            <p:cNvSpPr/>
            <p:nvPr/>
          </p:nvSpPr>
          <p:spPr>
            <a:xfrm>
              <a:off x="11875161" y="6298807"/>
              <a:ext cx="10646" cy="8491"/>
            </a:xfrm>
            <a:custGeom>
              <a:avLst/>
              <a:gdLst>
                <a:gd name="connsiteX0" fmla="*/ 10646 w 10646"/>
                <a:gd name="connsiteY0" fmla="*/ 4182 h 8491"/>
                <a:gd name="connsiteX1" fmla="*/ 5323 w 10646"/>
                <a:gd name="connsiteY1" fmla="*/ 8491 h 8491"/>
                <a:gd name="connsiteX2" fmla="*/ 0 w 10646"/>
                <a:gd name="connsiteY2" fmla="*/ 4182 h 8491"/>
                <a:gd name="connsiteX3" fmla="*/ 5323 w 10646"/>
                <a:gd name="connsiteY3" fmla="*/ 0 h 8491"/>
                <a:gd name="connsiteX4" fmla="*/ 10646 w 10646"/>
                <a:gd name="connsiteY4" fmla="*/ 4182 h 8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46" h="8491">
                  <a:moveTo>
                    <a:pt x="10646" y="4182"/>
                  </a:moveTo>
                  <a:lnTo>
                    <a:pt x="5323" y="8491"/>
                  </a:lnTo>
                  <a:lnTo>
                    <a:pt x="0" y="4182"/>
                  </a:lnTo>
                  <a:lnTo>
                    <a:pt x="5323" y="0"/>
                  </a:lnTo>
                  <a:lnTo>
                    <a:pt x="10646" y="41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55" name="Freeform: Shape 6154">
              <a:extLst>
                <a:ext uri="{FF2B5EF4-FFF2-40B4-BE49-F238E27FC236}">
                  <a16:creationId xmlns:a16="http://schemas.microsoft.com/office/drawing/2014/main" id="{1C8A6710-0EE9-FCB7-AA6E-B6C4A7A380DB}"/>
                </a:ext>
              </a:extLst>
            </p:cNvPr>
            <p:cNvSpPr/>
            <p:nvPr/>
          </p:nvSpPr>
          <p:spPr>
            <a:xfrm>
              <a:off x="11804822" y="6386889"/>
              <a:ext cx="9251" cy="7223"/>
            </a:xfrm>
            <a:custGeom>
              <a:avLst/>
              <a:gdLst>
                <a:gd name="connsiteX0" fmla="*/ 9251 w 9251"/>
                <a:gd name="connsiteY0" fmla="*/ 3549 h 7223"/>
                <a:gd name="connsiteX1" fmla="*/ 4689 w 9251"/>
                <a:gd name="connsiteY1" fmla="*/ 7224 h 7223"/>
                <a:gd name="connsiteX2" fmla="*/ 0 w 9251"/>
                <a:gd name="connsiteY2" fmla="*/ 3549 h 7223"/>
                <a:gd name="connsiteX3" fmla="*/ 4689 w 9251"/>
                <a:gd name="connsiteY3" fmla="*/ 0 h 7223"/>
                <a:gd name="connsiteX4" fmla="*/ 9251 w 9251"/>
                <a:gd name="connsiteY4" fmla="*/ 3549 h 7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51" h="7223">
                  <a:moveTo>
                    <a:pt x="9251" y="3549"/>
                  </a:moveTo>
                  <a:lnTo>
                    <a:pt x="4689" y="7224"/>
                  </a:lnTo>
                  <a:lnTo>
                    <a:pt x="0" y="3549"/>
                  </a:lnTo>
                  <a:lnTo>
                    <a:pt x="4689" y="0"/>
                  </a:lnTo>
                  <a:lnTo>
                    <a:pt x="9251" y="354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56" name="Freeform: Shape 6155">
              <a:extLst>
                <a:ext uri="{FF2B5EF4-FFF2-40B4-BE49-F238E27FC236}">
                  <a16:creationId xmlns:a16="http://schemas.microsoft.com/office/drawing/2014/main" id="{27949C7F-9675-04F6-533B-749691D7AF4C}"/>
                </a:ext>
              </a:extLst>
            </p:cNvPr>
            <p:cNvSpPr/>
            <p:nvPr/>
          </p:nvSpPr>
          <p:spPr>
            <a:xfrm>
              <a:off x="11732076" y="6473449"/>
              <a:ext cx="8491" cy="6716"/>
            </a:xfrm>
            <a:custGeom>
              <a:avLst/>
              <a:gdLst>
                <a:gd name="connsiteX0" fmla="*/ 8491 w 8491"/>
                <a:gd name="connsiteY0" fmla="*/ 3295 h 6716"/>
                <a:gd name="connsiteX1" fmla="*/ 4309 w 8491"/>
                <a:gd name="connsiteY1" fmla="*/ 6717 h 6716"/>
                <a:gd name="connsiteX2" fmla="*/ 0 w 8491"/>
                <a:gd name="connsiteY2" fmla="*/ 3295 h 6716"/>
                <a:gd name="connsiteX3" fmla="*/ 4309 w 8491"/>
                <a:gd name="connsiteY3" fmla="*/ 0 h 6716"/>
                <a:gd name="connsiteX4" fmla="*/ 8491 w 8491"/>
                <a:gd name="connsiteY4" fmla="*/ 3295 h 6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91" h="6716">
                  <a:moveTo>
                    <a:pt x="8491" y="3295"/>
                  </a:moveTo>
                  <a:lnTo>
                    <a:pt x="4309" y="6717"/>
                  </a:lnTo>
                  <a:lnTo>
                    <a:pt x="0" y="3295"/>
                  </a:lnTo>
                  <a:lnTo>
                    <a:pt x="4309" y="0"/>
                  </a:lnTo>
                  <a:lnTo>
                    <a:pt x="8491" y="32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57" name="Freeform: Shape 6156">
              <a:extLst>
                <a:ext uri="{FF2B5EF4-FFF2-40B4-BE49-F238E27FC236}">
                  <a16:creationId xmlns:a16="http://schemas.microsoft.com/office/drawing/2014/main" id="{599DE459-7168-1983-8BEF-03DAD3BF2A07}"/>
                </a:ext>
              </a:extLst>
            </p:cNvPr>
            <p:cNvSpPr/>
            <p:nvPr/>
          </p:nvSpPr>
          <p:spPr>
            <a:xfrm>
              <a:off x="11657555" y="6559122"/>
              <a:ext cx="7224" cy="5703"/>
            </a:xfrm>
            <a:custGeom>
              <a:avLst/>
              <a:gdLst>
                <a:gd name="connsiteX0" fmla="*/ 7224 w 7224"/>
                <a:gd name="connsiteY0" fmla="*/ 2915 h 5703"/>
                <a:gd name="connsiteX1" fmla="*/ 3548 w 7224"/>
                <a:gd name="connsiteY1" fmla="*/ 5703 h 5703"/>
                <a:gd name="connsiteX2" fmla="*/ 0 w 7224"/>
                <a:gd name="connsiteY2" fmla="*/ 2915 h 5703"/>
                <a:gd name="connsiteX3" fmla="*/ 3548 w 7224"/>
                <a:gd name="connsiteY3" fmla="*/ 0 h 5703"/>
                <a:gd name="connsiteX4" fmla="*/ 7224 w 7224"/>
                <a:gd name="connsiteY4" fmla="*/ 2915 h 5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24" h="5703">
                  <a:moveTo>
                    <a:pt x="7224" y="2915"/>
                  </a:moveTo>
                  <a:lnTo>
                    <a:pt x="3548" y="5703"/>
                  </a:lnTo>
                  <a:lnTo>
                    <a:pt x="0" y="2915"/>
                  </a:lnTo>
                  <a:lnTo>
                    <a:pt x="3548" y="0"/>
                  </a:lnTo>
                  <a:lnTo>
                    <a:pt x="7224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58" name="Freeform: Shape 6157">
              <a:extLst>
                <a:ext uri="{FF2B5EF4-FFF2-40B4-BE49-F238E27FC236}">
                  <a16:creationId xmlns:a16="http://schemas.microsoft.com/office/drawing/2014/main" id="{FC281A81-819D-405B-2C19-6A6DFF75F512}"/>
                </a:ext>
              </a:extLst>
            </p:cNvPr>
            <p:cNvSpPr/>
            <p:nvPr/>
          </p:nvSpPr>
          <p:spPr>
            <a:xfrm>
              <a:off x="11580880" y="6643656"/>
              <a:ext cx="5956" cy="4689"/>
            </a:xfrm>
            <a:custGeom>
              <a:avLst/>
              <a:gdLst>
                <a:gd name="connsiteX0" fmla="*/ 5956 w 5956"/>
                <a:gd name="connsiteY0" fmla="*/ 2408 h 4689"/>
                <a:gd name="connsiteX1" fmla="*/ 3042 w 5956"/>
                <a:gd name="connsiteY1" fmla="*/ 4689 h 4689"/>
                <a:gd name="connsiteX2" fmla="*/ 0 w 5956"/>
                <a:gd name="connsiteY2" fmla="*/ 2408 h 4689"/>
                <a:gd name="connsiteX3" fmla="*/ 3042 w 5956"/>
                <a:gd name="connsiteY3" fmla="*/ 0 h 4689"/>
                <a:gd name="connsiteX4" fmla="*/ 5956 w 5956"/>
                <a:gd name="connsiteY4" fmla="*/ 2408 h 4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6" h="4689">
                  <a:moveTo>
                    <a:pt x="5956" y="2408"/>
                  </a:moveTo>
                  <a:lnTo>
                    <a:pt x="3042" y="4689"/>
                  </a:lnTo>
                  <a:lnTo>
                    <a:pt x="0" y="2408"/>
                  </a:lnTo>
                  <a:lnTo>
                    <a:pt x="3042" y="0"/>
                  </a:lnTo>
                  <a:lnTo>
                    <a:pt x="5956" y="240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59" name="Freeform: Shape 6158">
              <a:extLst>
                <a:ext uri="{FF2B5EF4-FFF2-40B4-BE49-F238E27FC236}">
                  <a16:creationId xmlns:a16="http://schemas.microsoft.com/office/drawing/2014/main" id="{A4E8A473-BC15-0ADE-DD18-B4B6C5A392CE}"/>
                </a:ext>
              </a:extLst>
            </p:cNvPr>
            <p:cNvSpPr/>
            <p:nvPr/>
          </p:nvSpPr>
          <p:spPr>
            <a:xfrm>
              <a:off x="11501923" y="6726668"/>
              <a:ext cx="5322" cy="4182"/>
            </a:xfrm>
            <a:custGeom>
              <a:avLst/>
              <a:gdLst>
                <a:gd name="connsiteX0" fmla="*/ 5323 w 5322"/>
                <a:gd name="connsiteY0" fmla="*/ 2154 h 4182"/>
                <a:gd name="connsiteX1" fmla="*/ 2662 w 5322"/>
                <a:gd name="connsiteY1" fmla="*/ 4183 h 4182"/>
                <a:gd name="connsiteX2" fmla="*/ 0 w 5322"/>
                <a:gd name="connsiteY2" fmla="*/ 2154 h 4182"/>
                <a:gd name="connsiteX3" fmla="*/ 2662 w 5322"/>
                <a:gd name="connsiteY3" fmla="*/ 0 h 4182"/>
                <a:gd name="connsiteX4" fmla="*/ 5323 w 5322"/>
                <a:gd name="connsiteY4" fmla="*/ 2154 h 4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22" h="4182">
                  <a:moveTo>
                    <a:pt x="5323" y="2154"/>
                  </a:moveTo>
                  <a:lnTo>
                    <a:pt x="2662" y="4183"/>
                  </a:lnTo>
                  <a:lnTo>
                    <a:pt x="0" y="2154"/>
                  </a:lnTo>
                  <a:lnTo>
                    <a:pt x="2662" y="0"/>
                  </a:lnTo>
                  <a:lnTo>
                    <a:pt x="5323" y="21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60" name="Freeform: Shape 6159">
              <a:extLst>
                <a:ext uri="{FF2B5EF4-FFF2-40B4-BE49-F238E27FC236}">
                  <a16:creationId xmlns:a16="http://schemas.microsoft.com/office/drawing/2014/main" id="{EA7081B9-F332-E94E-9AD5-54F30DEC916F}"/>
                </a:ext>
              </a:extLst>
            </p:cNvPr>
            <p:cNvSpPr/>
            <p:nvPr/>
          </p:nvSpPr>
          <p:spPr>
            <a:xfrm>
              <a:off x="11421192" y="6808792"/>
              <a:ext cx="4055" cy="3168"/>
            </a:xfrm>
            <a:custGeom>
              <a:avLst/>
              <a:gdLst>
                <a:gd name="connsiteX0" fmla="*/ 4056 w 4055"/>
                <a:gd name="connsiteY0" fmla="*/ 1648 h 3168"/>
                <a:gd name="connsiteX1" fmla="*/ 2028 w 4055"/>
                <a:gd name="connsiteY1" fmla="*/ 3168 h 3168"/>
                <a:gd name="connsiteX2" fmla="*/ 0 w 4055"/>
                <a:gd name="connsiteY2" fmla="*/ 1648 h 3168"/>
                <a:gd name="connsiteX3" fmla="*/ 2028 w 4055"/>
                <a:gd name="connsiteY3" fmla="*/ 0 h 3168"/>
                <a:gd name="connsiteX4" fmla="*/ 4056 w 4055"/>
                <a:gd name="connsiteY4" fmla="*/ 1648 h 3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5" h="3168">
                  <a:moveTo>
                    <a:pt x="4056" y="1648"/>
                  </a:moveTo>
                  <a:lnTo>
                    <a:pt x="2028" y="3168"/>
                  </a:lnTo>
                  <a:lnTo>
                    <a:pt x="0" y="1648"/>
                  </a:lnTo>
                  <a:lnTo>
                    <a:pt x="2028" y="0"/>
                  </a:lnTo>
                  <a:lnTo>
                    <a:pt x="4056" y="164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61" name="Freeform: Shape 6160">
              <a:extLst>
                <a:ext uri="{FF2B5EF4-FFF2-40B4-BE49-F238E27FC236}">
                  <a16:creationId xmlns:a16="http://schemas.microsoft.com/office/drawing/2014/main" id="{7463230F-A8D2-3A35-BE6D-640F90380A8D}"/>
                </a:ext>
              </a:extLst>
            </p:cNvPr>
            <p:cNvSpPr/>
            <p:nvPr/>
          </p:nvSpPr>
          <p:spPr>
            <a:xfrm>
              <a:off x="872831" y="6790542"/>
              <a:ext cx="50187" cy="34345"/>
            </a:xfrm>
            <a:custGeom>
              <a:avLst/>
              <a:gdLst>
                <a:gd name="connsiteX0" fmla="*/ 50187 w 50187"/>
                <a:gd name="connsiteY0" fmla="*/ 19898 h 34345"/>
                <a:gd name="connsiteX1" fmla="*/ 25094 w 50187"/>
                <a:gd name="connsiteY1" fmla="*/ 0 h 34345"/>
                <a:gd name="connsiteX2" fmla="*/ 0 w 50187"/>
                <a:gd name="connsiteY2" fmla="*/ 19898 h 34345"/>
                <a:gd name="connsiteX3" fmla="*/ 8111 w 50187"/>
                <a:gd name="connsiteY3" fmla="*/ 34346 h 34345"/>
                <a:gd name="connsiteX4" fmla="*/ 41950 w 50187"/>
                <a:gd name="connsiteY4" fmla="*/ 34346 h 34345"/>
                <a:gd name="connsiteX5" fmla="*/ 50061 w 50187"/>
                <a:gd name="connsiteY5" fmla="*/ 19898 h 34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187" h="34345">
                  <a:moveTo>
                    <a:pt x="50187" y="19898"/>
                  </a:moveTo>
                  <a:cubicBezTo>
                    <a:pt x="50187" y="8999"/>
                    <a:pt x="38908" y="0"/>
                    <a:pt x="25094" y="0"/>
                  </a:cubicBezTo>
                  <a:cubicBezTo>
                    <a:pt x="11279" y="0"/>
                    <a:pt x="0" y="8872"/>
                    <a:pt x="0" y="19898"/>
                  </a:cubicBezTo>
                  <a:cubicBezTo>
                    <a:pt x="0" y="25601"/>
                    <a:pt x="3168" y="30670"/>
                    <a:pt x="8111" y="34346"/>
                  </a:cubicBezTo>
                  <a:lnTo>
                    <a:pt x="41950" y="34346"/>
                  </a:lnTo>
                  <a:cubicBezTo>
                    <a:pt x="46892" y="30670"/>
                    <a:pt x="50061" y="25601"/>
                    <a:pt x="50061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62" name="Freeform: Shape 6161">
              <a:extLst>
                <a:ext uri="{FF2B5EF4-FFF2-40B4-BE49-F238E27FC236}">
                  <a16:creationId xmlns:a16="http://schemas.microsoft.com/office/drawing/2014/main" id="{2848A54E-708A-FFB9-DE16-8EE538E844B8}"/>
                </a:ext>
              </a:extLst>
            </p:cNvPr>
            <p:cNvSpPr/>
            <p:nvPr/>
          </p:nvSpPr>
          <p:spPr>
            <a:xfrm>
              <a:off x="791593" y="6708924"/>
              <a:ext cx="50187" cy="39795"/>
            </a:xfrm>
            <a:custGeom>
              <a:avLst/>
              <a:gdLst>
                <a:gd name="connsiteX0" fmla="*/ 50187 w 50187"/>
                <a:gd name="connsiteY0" fmla="*/ 19898 h 39795"/>
                <a:gd name="connsiteX1" fmla="*/ 25094 w 50187"/>
                <a:gd name="connsiteY1" fmla="*/ 39795 h 39795"/>
                <a:gd name="connsiteX2" fmla="*/ 0 w 50187"/>
                <a:gd name="connsiteY2" fmla="*/ 19898 h 39795"/>
                <a:gd name="connsiteX3" fmla="*/ 25094 w 50187"/>
                <a:gd name="connsiteY3" fmla="*/ 0 h 39795"/>
                <a:gd name="connsiteX4" fmla="*/ 50187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7" y="19898"/>
                  </a:moveTo>
                  <a:cubicBezTo>
                    <a:pt x="50187" y="30924"/>
                    <a:pt x="38908" y="39795"/>
                    <a:pt x="25094" y="39795"/>
                  </a:cubicBezTo>
                  <a:cubicBezTo>
                    <a:pt x="11279" y="39795"/>
                    <a:pt x="0" y="30924"/>
                    <a:pt x="0" y="19898"/>
                  </a:cubicBezTo>
                  <a:cubicBezTo>
                    <a:pt x="0" y="8872"/>
                    <a:pt x="11153" y="0"/>
                    <a:pt x="25094" y="0"/>
                  </a:cubicBezTo>
                  <a:cubicBezTo>
                    <a:pt x="39035" y="0"/>
                    <a:pt x="50187" y="8872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63" name="Freeform: Shape 6162">
              <a:extLst>
                <a:ext uri="{FF2B5EF4-FFF2-40B4-BE49-F238E27FC236}">
                  <a16:creationId xmlns:a16="http://schemas.microsoft.com/office/drawing/2014/main" id="{3FEB65AF-164B-18C8-D67F-C7630CC6D616}"/>
                </a:ext>
              </a:extLst>
            </p:cNvPr>
            <p:cNvSpPr/>
            <p:nvPr/>
          </p:nvSpPr>
          <p:spPr>
            <a:xfrm>
              <a:off x="712257" y="6626166"/>
              <a:ext cx="50187" cy="39794"/>
            </a:xfrm>
            <a:custGeom>
              <a:avLst/>
              <a:gdLst>
                <a:gd name="connsiteX0" fmla="*/ 50187 w 50187"/>
                <a:gd name="connsiteY0" fmla="*/ 19898 h 39794"/>
                <a:gd name="connsiteX1" fmla="*/ 25094 w 50187"/>
                <a:gd name="connsiteY1" fmla="*/ 39795 h 39794"/>
                <a:gd name="connsiteX2" fmla="*/ 0 w 50187"/>
                <a:gd name="connsiteY2" fmla="*/ 19898 h 39794"/>
                <a:gd name="connsiteX3" fmla="*/ 25094 w 50187"/>
                <a:gd name="connsiteY3" fmla="*/ 0 h 39794"/>
                <a:gd name="connsiteX4" fmla="*/ 50187 w 50187"/>
                <a:gd name="connsiteY4" fmla="*/ 19898 h 39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4">
                  <a:moveTo>
                    <a:pt x="50187" y="19898"/>
                  </a:moveTo>
                  <a:cubicBezTo>
                    <a:pt x="50187" y="30797"/>
                    <a:pt x="38908" y="39795"/>
                    <a:pt x="25094" y="39795"/>
                  </a:cubicBezTo>
                  <a:cubicBezTo>
                    <a:pt x="11279" y="39795"/>
                    <a:pt x="0" y="30924"/>
                    <a:pt x="0" y="19898"/>
                  </a:cubicBezTo>
                  <a:cubicBezTo>
                    <a:pt x="0" y="8871"/>
                    <a:pt x="11279" y="0"/>
                    <a:pt x="25094" y="0"/>
                  </a:cubicBezTo>
                  <a:cubicBezTo>
                    <a:pt x="38908" y="0"/>
                    <a:pt x="50187" y="8871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64" name="Freeform: Shape 6163">
              <a:extLst>
                <a:ext uri="{FF2B5EF4-FFF2-40B4-BE49-F238E27FC236}">
                  <a16:creationId xmlns:a16="http://schemas.microsoft.com/office/drawing/2014/main" id="{C333E0D1-1A2A-6A34-DFB8-75E4EF720BAD}"/>
                </a:ext>
              </a:extLst>
            </p:cNvPr>
            <p:cNvSpPr/>
            <p:nvPr/>
          </p:nvSpPr>
          <p:spPr>
            <a:xfrm>
              <a:off x="635074" y="6542140"/>
              <a:ext cx="50060" cy="39795"/>
            </a:xfrm>
            <a:custGeom>
              <a:avLst/>
              <a:gdLst>
                <a:gd name="connsiteX0" fmla="*/ 50061 w 50060"/>
                <a:gd name="connsiteY0" fmla="*/ 19898 h 39795"/>
                <a:gd name="connsiteX1" fmla="*/ 25094 w 50060"/>
                <a:gd name="connsiteY1" fmla="*/ 39795 h 39795"/>
                <a:gd name="connsiteX2" fmla="*/ 0 w 50060"/>
                <a:gd name="connsiteY2" fmla="*/ 19898 h 39795"/>
                <a:gd name="connsiteX3" fmla="*/ 25094 w 50060"/>
                <a:gd name="connsiteY3" fmla="*/ 0 h 39795"/>
                <a:gd name="connsiteX4" fmla="*/ 50061 w 50060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60" h="39795">
                  <a:moveTo>
                    <a:pt x="50061" y="19898"/>
                  </a:moveTo>
                  <a:cubicBezTo>
                    <a:pt x="50061" y="30924"/>
                    <a:pt x="38908" y="39795"/>
                    <a:pt x="25094" y="39795"/>
                  </a:cubicBezTo>
                  <a:cubicBezTo>
                    <a:pt x="11279" y="39795"/>
                    <a:pt x="0" y="30924"/>
                    <a:pt x="0" y="19898"/>
                  </a:cubicBezTo>
                  <a:cubicBezTo>
                    <a:pt x="0" y="8872"/>
                    <a:pt x="11153" y="0"/>
                    <a:pt x="25094" y="0"/>
                  </a:cubicBezTo>
                  <a:cubicBezTo>
                    <a:pt x="39035" y="0"/>
                    <a:pt x="50061" y="8872"/>
                    <a:pt x="50061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65" name="Freeform: Shape 6164">
              <a:extLst>
                <a:ext uri="{FF2B5EF4-FFF2-40B4-BE49-F238E27FC236}">
                  <a16:creationId xmlns:a16="http://schemas.microsoft.com/office/drawing/2014/main" id="{BBDF27FD-0F95-C2D9-A463-DA074B17CD55}"/>
                </a:ext>
              </a:extLst>
            </p:cNvPr>
            <p:cNvSpPr/>
            <p:nvPr/>
          </p:nvSpPr>
          <p:spPr>
            <a:xfrm>
              <a:off x="559793" y="6456847"/>
              <a:ext cx="50187" cy="39794"/>
            </a:xfrm>
            <a:custGeom>
              <a:avLst/>
              <a:gdLst>
                <a:gd name="connsiteX0" fmla="*/ 50187 w 50187"/>
                <a:gd name="connsiteY0" fmla="*/ 19898 h 39794"/>
                <a:gd name="connsiteX1" fmla="*/ 25094 w 50187"/>
                <a:gd name="connsiteY1" fmla="*/ 39795 h 39794"/>
                <a:gd name="connsiteX2" fmla="*/ 0 w 50187"/>
                <a:gd name="connsiteY2" fmla="*/ 19898 h 39794"/>
                <a:gd name="connsiteX3" fmla="*/ 25094 w 50187"/>
                <a:gd name="connsiteY3" fmla="*/ 0 h 39794"/>
                <a:gd name="connsiteX4" fmla="*/ 50187 w 50187"/>
                <a:gd name="connsiteY4" fmla="*/ 19898 h 39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4">
                  <a:moveTo>
                    <a:pt x="50187" y="19898"/>
                  </a:moveTo>
                  <a:cubicBezTo>
                    <a:pt x="50187" y="30924"/>
                    <a:pt x="38908" y="39795"/>
                    <a:pt x="25094" y="39795"/>
                  </a:cubicBezTo>
                  <a:cubicBezTo>
                    <a:pt x="11280" y="39795"/>
                    <a:pt x="0" y="30924"/>
                    <a:pt x="0" y="19898"/>
                  </a:cubicBezTo>
                  <a:cubicBezTo>
                    <a:pt x="0" y="8871"/>
                    <a:pt x="11280" y="0"/>
                    <a:pt x="25094" y="0"/>
                  </a:cubicBezTo>
                  <a:cubicBezTo>
                    <a:pt x="38908" y="0"/>
                    <a:pt x="50187" y="8871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66" name="Freeform: Shape 6165">
              <a:extLst>
                <a:ext uri="{FF2B5EF4-FFF2-40B4-BE49-F238E27FC236}">
                  <a16:creationId xmlns:a16="http://schemas.microsoft.com/office/drawing/2014/main" id="{AD7BC6B7-696B-B274-149F-EA103B5583A1}"/>
                </a:ext>
              </a:extLst>
            </p:cNvPr>
            <p:cNvSpPr/>
            <p:nvPr/>
          </p:nvSpPr>
          <p:spPr>
            <a:xfrm>
              <a:off x="486667" y="6370540"/>
              <a:ext cx="50187" cy="39794"/>
            </a:xfrm>
            <a:custGeom>
              <a:avLst/>
              <a:gdLst>
                <a:gd name="connsiteX0" fmla="*/ 50187 w 50187"/>
                <a:gd name="connsiteY0" fmla="*/ 19898 h 39794"/>
                <a:gd name="connsiteX1" fmla="*/ 25094 w 50187"/>
                <a:gd name="connsiteY1" fmla="*/ 39795 h 39794"/>
                <a:gd name="connsiteX2" fmla="*/ 0 w 50187"/>
                <a:gd name="connsiteY2" fmla="*/ 19898 h 39794"/>
                <a:gd name="connsiteX3" fmla="*/ 25094 w 50187"/>
                <a:gd name="connsiteY3" fmla="*/ 0 h 39794"/>
                <a:gd name="connsiteX4" fmla="*/ 50187 w 50187"/>
                <a:gd name="connsiteY4" fmla="*/ 19898 h 39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4">
                  <a:moveTo>
                    <a:pt x="50187" y="19898"/>
                  </a:moveTo>
                  <a:cubicBezTo>
                    <a:pt x="50187" y="30797"/>
                    <a:pt x="38908" y="39795"/>
                    <a:pt x="25094" y="39795"/>
                  </a:cubicBezTo>
                  <a:cubicBezTo>
                    <a:pt x="11279" y="39795"/>
                    <a:pt x="0" y="30924"/>
                    <a:pt x="0" y="19898"/>
                  </a:cubicBezTo>
                  <a:cubicBezTo>
                    <a:pt x="0" y="8871"/>
                    <a:pt x="11279" y="0"/>
                    <a:pt x="25094" y="0"/>
                  </a:cubicBezTo>
                  <a:cubicBezTo>
                    <a:pt x="38908" y="0"/>
                    <a:pt x="50187" y="8871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67" name="Freeform: Shape 6166">
              <a:extLst>
                <a:ext uri="{FF2B5EF4-FFF2-40B4-BE49-F238E27FC236}">
                  <a16:creationId xmlns:a16="http://schemas.microsoft.com/office/drawing/2014/main" id="{F0B53C61-8064-6066-3C64-B41D52CBF8D9}"/>
                </a:ext>
              </a:extLst>
            </p:cNvPr>
            <p:cNvSpPr/>
            <p:nvPr/>
          </p:nvSpPr>
          <p:spPr>
            <a:xfrm>
              <a:off x="415694" y="6283218"/>
              <a:ext cx="50187" cy="39795"/>
            </a:xfrm>
            <a:custGeom>
              <a:avLst/>
              <a:gdLst>
                <a:gd name="connsiteX0" fmla="*/ 50187 w 50187"/>
                <a:gd name="connsiteY0" fmla="*/ 19898 h 39795"/>
                <a:gd name="connsiteX1" fmla="*/ 25094 w 50187"/>
                <a:gd name="connsiteY1" fmla="*/ 39795 h 39795"/>
                <a:gd name="connsiteX2" fmla="*/ 0 w 50187"/>
                <a:gd name="connsiteY2" fmla="*/ 19898 h 39795"/>
                <a:gd name="connsiteX3" fmla="*/ 25094 w 50187"/>
                <a:gd name="connsiteY3" fmla="*/ 0 h 39795"/>
                <a:gd name="connsiteX4" fmla="*/ 50187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7" y="19898"/>
                  </a:moveTo>
                  <a:cubicBezTo>
                    <a:pt x="50187" y="30797"/>
                    <a:pt x="39035" y="39795"/>
                    <a:pt x="25094" y="39795"/>
                  </a:cubicBezTo>
                  <a:cubicBezTo>
                    <a:pt x="11153" y="39795"/>
                    <a:pt x="0" y="30924"/>
                    <a:pt x="0" y="19898"/>
                  </a:cubicBezTo>
                  <a:cubicBezTo>
                    <a:pt x="0" y="8872"/>
                    <a:pt x="11279" y="0"/>
                    <a:pt x="25094" y="0"/>
                  </a:cubicBezTo>
                  <a:cubicBezTo>
                    <a:pt x="38908" y="0"/>
                    <a:pt x="50187" y="8872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68" name="Freeform: Shape 6167">
              <a:extLst>
                <a:ext uri="{FF2B5EF4-FFF2-40B4-BE49-F238E27FC236}">
                  <a16:creationId xmlns:a16="http://schemas.microsoft.com/office/drawing/2014/main" id="{63F54CD5-4535-0ACA-85EF-33FF5BCE36A0}"/>
                </a:ext>
              </a:extLst>
            </p:cNvPr>
            <p:cNvSpPr/>
            <p:nvPr/>
          </p:nvSpPr>
          <p:spPr>
            <a:xfrm>
              <a:off x="346877" y="6194630"/>
              <a:ext cx="50187" cy="39794"/>
            </a:xfrm>
            <a:custGeom>
              <a:avLst/>
              <a:gdLst>
                <a:gd name="connsiteX0" fmla="*/ 50187 w 50187"/>
                <a:gd name="connsiteY0" fmla="*/ 19898 h 39794"/>
                <a:gd name="connsiteX1" fmla="*/ 25094 w 50187"/>
                <a:gd name="connsiteY1" fmla="*/ 39795 h 39794"/>
                <a:gd name="connsiteX2" fmla="*/ 0 w 50187"/>
                <a:gd name="connsiteY2" fmla="*/ 19898 h 39794"/>
                <a:gd name="connsiteX3" fmla="*/ 25094 w 50187"/>
                <a:gd name="connsiteY3" fmla="*/ 0 h 39794"/>
                <a:gd name="connsiteX4" fmla="*/ 50187 w 50187"/>
                <a:gd name="connsiteY4" fmla="*/ 19898 h 39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4">
                  <a:moveTo>
                    <a:pt x="50187" y="19898"/>
                  </a:moveTo>
                  <a:cubicBezTo>
                    <a:pt x="50187" y="30924"/>
                    <a:pt x="38908" y="39795"/>
                    <a:pt x="25094" y="39795"/>
                  </a:cubicBezTo>
                  <a:cubicBezTo>
                    <a:pt x="11279" y="39795"/>
                    <a:pt x="0" y="30924"/>
                    <a:pt x="0" y="19898"/>
                  </a:cubicBezTo>
                  <a:cubicBezTo>
                    <a:pt x="0" y="8872"/>
                    <a:pt x="11153" y="0"/>
                    <a:pt x="25094" y="0"/>
                  </a:cubicBezTo>
                  <a:cubicBezTo>
                    <a:pt x="39035" y="0"/>
                    <a:pt x="50187" y="8872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69" name="Freeform: Shape 6168">
              <a:extLst>
                <a:ext uri="{FF2B5EF4-FFF2-40B4-BE49-F238E27FC236}">
                  <a16:creationId xmlns:a16="http://schemas.microsoft.com/office/drawing/2014/main" id="{3AAC7D44-EE60-98DE-540D-E12ADC540D64}"/>
                </a:ext>
              </a:extLst>
            </p:cNvPr>
            <p:cNvSpPr/>
            <p:nvPr/>
          </p:nvSpPr>
          <p:spPr>
            <a:xfrm>
              <a:off x="280214" y="6105154"/>
              <a:ext cx="50187" cy="39794"/>
            </a:xfrm>
            <a:custGeom>
              <a:avLst/>
              <a:gdLst>
                <a:gd name="connsiteX0" fmla="*/ 50187 w 50187"/>
                <a:gd name="connsiteY0" fmla="*/ 19898 h 39794"/>
                <a:gd name="connsiteX1" fmla="*/ 25094 w 50187"/>
                <a:gd name="connsiteY1" fmla="*/ 39795 h 39794"/>
                <a:gd name="connsiteX2" fmla="*/ 0 w 50187"/>
                <a:gd name="connsiteY2" fmla="*/ 19898 h 39794"/>
                <a:gd name="connsiteX3" fmla="*/ 25094 w 50187"/>
                <a:gd name="connsiteY3" fmla="*/ 0 h 39794"/>
                <a:gd name="connsiteX4" fmla="*/ 50187 w 50187"/>
                <a:gd name="connsiteY4" fmla="*/ 19898 h 39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4">
                  <a:moveTo>
                    <a:pt x="50187" y="19898"/>
                  </a:moveTo>
                  <a:cubicBezTo>
                    <a:pt x="50187" y="30797"/>
                    <a:pt x="38908" y="39795"/>
                    <a:pt x="25094" y="39795"/>
                  </a:cubicBezTo>
                  <a:cubicBezTo>
                    <a:pt x="11279" y="39795"/>
                    <a:pt x="0" y="30924"/>
                    <a:pt x="0" y="19898"/>
                  </a:cubicBezTo>
                  <a:cubicBezTo>
                    <a:pt x="0" y="8871"/>
                    <a:pt x="11279" y="0"/>
                    <a:pt x="25094" y="0"/>
                  </a:cubicBezTo>
                  <a:cubicBezTo>
                    <a:pt x="38908" y="0"/>
                    <a:pt x="50187" y="8871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70" name="Freeform: Shape 6169">
              <a:extLst>
                <a:ext uri="{FF2B5EF4-FFF2-40B4-BE49-F238E27FC236}">
                  <a16:creationId xmlns:a16="http://schemas.microsoft.com/office/drawing/2014/main" id="{DF8A4950-30E2-DF0C-75A7-7054228EE1D1}"/>
                </a:ext>
              </a:extLst>
            </p:cNvPr>
            <p:cNvSpPr/>
            <p:nvPr/>
          </p:nvSpPr>
          <p:spPr>
            <a:xfrm>
              <a:off x="215705" y="6014538"/>
              <a:ext cx="50187" cy="39794"/>
            </a:xfrm>
            <a:custGeom>
              <a:avLst/>
              <a:gdLst>
                <a:gd name="connsiteX0" fmla="*/ 50187 w 50187"/>
                <a:gd name="connsiteY0" fmla="*/ 19897 h 39794"/>
                <a:gd name="connsiteX1" fmla="*/ 25094 w 50187"/>
                <a:gd name="connsiteY1" fmla="*/ 39795 h 39794"/>
                <a:gd name="connsiteX2" fmla="*/ 0 w 50187"/>
                <a:gd name="connsiteY2" fmla="*/ 19897 h 39794"/>
                <a:gd name="connsiteX3" fmla="*/ 25094 w 50187"/>
                <a:gd name="connsiteY3" fmla="*/ 0 h 39794"/>
                <a:gd name="connsiteX4" fmla="*/ 50187 w 50187"/>
                <a:gd name="connsiteY4" fmla="*/ 19897 h 39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4">
                  <a:moveTo>
                    <a:pt x="50187" y="19897"/>
                  </a:moveTo>
                  <a:cubicBezTo>
                    <a:pt x="50187" y="30924"/>
                    <a:pt x="38908" y="39795"/>
                    <a:pt x="25094" y="39795"/>
                  </a:cubicBezTo>
                  <a:cubicBezTo>
                    <a:pt x="11279" y="39795"/>
                    <a:pt x="0" y="30924"/>
                    <a:pt x="0" y="19897"/>
                  </a:cubicBezTo>
                  <a:cubicBezTo>
                    <a:pt x="0" y="8871"/>
                    <a:pt x="11279" y="0"/>
                    <a:pt x="25094" y="0"/>
                  </a:cubicBezTo>
                  <a:cubicBezTo>
                    <a:pt x="38908" y="0"/>
                    <a:pt x="50187" y="8871"/>
                    <a:pt x="50187" y="198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71" name="Freeform: Shape 6170">
              <a:extLst>
                <a:ext uri="{FF2B5EF4-FFF2-40B4-BE49-F238E27FC236}">
                  <a16:creationId xmlns:a16="http://schemas.microsoft.com/office/drawing/2014/main" id="{E3197C7C-F508-A8EC-8F5F-1B974CB9491B}"/>
                </a:ext>
              </a:extLst>
            </p:cNvPr>
            <p:cNvSpPr/>
            <p:nvPr/>
          </p:nvSpPr>
          <p:spPr>
            <a:xfrm>
              <a:off x="153478" y="5923035"/>
              <a:ext cx="50187" cy="39794"/>
            </a:xfrm>
            <a:custGeom>
              <a:avLst/>
              <a:gdLst>
                <a:gd name="connsiteX0" fmla="*/ 50187 w 50187"/>
                <a:gd name="connsiteY0" fmla="*/ 19897 h 39794"/>
                <a:gd name="connsiteX1" fmla="*/ 25094 w 50187"/>
                <a:gd name="connsiteY1" fmla="*/ 39795 h 39794"/>
                <a:gd name="connsiteX2" fmla="*/ 0 w 50187"/>
                <a:gd name="connsiteY2" fmla="*/ 19897 h 39794"/>
                <a:gd name="connsiteX3" fmla="*/ 25094 w 50187"/>
                <a:gd name="connsiteY3" fmla="*/ 0 h 39794"/>
                <a:gd name="connsiteX4" fmla="*/ 50187 w 50187"/>
                <a:gd name="connsiteY4" fmla="*/ 19897 h 39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4">
                  <a:moveTo>
                    <a:pt x="50187" y="19897"/>
                  </a:moveTo>
                  <a:cubicBezTo>
                    <a:pt x="50187" y="30797"/>
                    <a:pt x="39035" y="39795"/>
                    <a:pt x="25094" y="39795"/>
                  </a:cubicBezTo>
                  <a:cubicBezTo>
                    <a:pt x="11153" y="39795"/>
                    <a:pt x="0" y="30924"/>
                    <a:pt x="0" y="19897"/>
                  </a:cubicBezTo>
                  <a:cubicBezTo>
                    <a:pt x="0" y="8871"/>
                    <a:pt x="11280" y="0"/>
                    <a:pt x="25094" y="0"/>
                  </a:cubicBezTo>
                  <a:cubicBezTo>
                    <a:pt x="38908" y="0"/>
                    <a:pt x="50187" y="8871"/>
                    <a:pt x="50187" y="198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72" name="Freeform: Shape 6171">
              <a:extLst>
                <a:ext uri="{FF2B5EF4-FFF2-40B4-BE49-F238E27FC236}">
                  <a16:creationId xmlns:a16="http://schemas.microsoft.com/office/drawing/2014/main" id="{50F652B2-B78F-5B61-8F28-75C46CD58555}"/>
                </a:ext>
              </a:extLst>
            </p:cNvPr>
            <p:cNvSpPr/>
            <p:nvPr/>
          </p:nvSpPr>
          <p:spPr>
            <a:xfrm>
              <a:off x="93532" y="5830517"/>
              <a:ext cx="50187" cy="39795"/>
            </a:xfrm>
            <a:custGeom>
              <a:avLst/>
              <a:gdLst>
                <a:gd name="connsiteX0" fmla="*/ 50187 w 50187"/>
                <a:gd name="connsiteY0" fmla="*/ 19898 h 39795"/>
                <a:gd name="connsiteX1" fmla="*/ 25094 w 50187"/>
                <a:gd name="connsiteY1" fmla="*/ 39795 h 39795"/>
                <a:gd name="connsiteX2" fmla="*/ 0 w 50187"/>
                <a:gd name="connsiteY2" fmla="*/ 19898 h 39795"/>
                <a:gd name="connsiteX3" fmla="*/ 25094 w 50187"/>
                <a:gd name="connsiteY3" fmla="*/ 0 h 39795"/>
                <a:gd name="connsiteX4" fmla="*/ 50187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7" y="19898"/>
                  </a:moveTo>
                  <a:cubicBezTo>
                    <a:pt x="50187" y="30797"/>
                    <a:pt x="38908" y="39795"/>
                    <a:pt x="25094" y="39795"/>
                  </a:cubicBezTo>
                  <a:cubicBezTo>
                    <a:pt x="11280" y="39795"/>
                    <a:pt x="0" y="30924"/>
                    <a:pt x="0" y="19898"/>
                  </a:cubicBezTo>
                  <a:cubicBezTo>
                    <a:pt x="0" y="8872"/>
                    <a:pt x="11280" y="0"/>
                    <a:pt x="25094" y="0"/>
                  </a:cubicBezTo>
                  <a:cubicBezTo>
                    <a:pt x="38908" y="0"/>
                    <a:pt x="50187" y="8872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73" name="Freeform: Shape 6172">
              <a:extLst>
                <a:ext uri="{FF2B5EF4-FFF2-40B4-BE49-F238E27FC236}">
                  <a16:creationId xmlns:a16="http://schemas.microsoft.com/office/drawing/2014/main" id="{6022EED7-C890-B67A-0656-97A9E6763939}"/>
                </a:ext>
              </a:extLst>
            </p:cNvPr>
            <p:cNvSpPr/>
            <p:nvPr/>
          </p:nvSpPr>
          <p:spPr>
            <a:xfrm>
              <a:off x="41063" y="5737113"/>
              <a:ext cx="44991" cy="39795"/>
            </a:xfrm>
            <a:custGeom>
              <a:avLst/>
              <a:gdLst>
                <a:gd name="connsiteX0" fmla="*/ 19898 w 44991"/>
                <a:gd name="connsiteY0" fmla="*/ 39795 h 39795"/>
                <a:gd name="connsiteX1" fmla="*/ 44991 w 44991"/>
                <a:gd name="connsiteY1" fmla="*/ 19898 h 39795"/>
                <a:gd name="connsiteX2" fmla="*/ 19898 w 44991"/>
                <a:gd name="connsiteY2" fmla="*/ 0 h 39795"/>
                <a:gd name="connsiteX3" fmla="*/ 0 w 44991"/>
                <a:gd name="connsiteY3" fmla="*/ 8365 h 39795"/>
                <a:gd name="connsiteX4" fmla="*/ 0 w 44991"/>
                <a:gd name="connsiteY4" fmla="*/ 31304 h 39795"/>
                <a:gd name="connsiteX5" fmla="*/ 19898 w 44991"/>
                <a:gd name="connsiteY5" fmla="*/ 3966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991" h="39795">
                  <a:moveTo>
                    <a:pt x="19898" y="39795"/>
                  </a:moveTo>
                  <a:cubicBezTo>
                    <a:pt x="33712" y="39795"/>
                    <a:pt x="44991" y="30924"/>
                    <a:pt x="44991" y="19898"/>
                  </a:cubicBezTo>
                  <a:cubicBezTo>
                    <a:pt x="44991" y="8872"/>
                    <a:pt x="33712" y="0"/>
                    <a:pt x="19898" y="0"/>
                  </a:cubicBezTo>
                  <a:cubicBezTo>
                    <a:pt x="11533" y="0"/>
                    <a:pt x="4562" y="3422"/>
                    <a:pt x="0" y="8365"/>
                  </a:cubicBezTo>
                  <a:lnTo>
                    <a:pt x="0" y="31304"/>
                  </a:lnTo>
                  <a:cubicBezTo>
                    <a:pt x="4562" y="36247"/>
                    <a:pt x="11533" y="39668"/>
                    <a:pt x="19898" y="3966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74" name="Freeform: Shape 6173">
              <a:extLst>
                <a:ext uri="{FF2B5EF4-FFF2-40B4-BE49-F238E27FC236}">
                  <a16:creationId xmlns:a16="http://schemas.microsoft.com/office/drawing/2014/main" id="{4007E7DD-C441-3ADE-1667-35E4040C877B}"/>
                </a:ext>
              </a:extLst>
            </p:cNvPr>
            <p:cNvSpPr/>
            <p:nvPr/>
          </p:nvSpPr>
          <p:spPr>
            <a:xfrm>
              <a:off x="51836" y="1123037"/>
              <a:ext cx="18249" cy="14447"/>
            </a:xfrm>
            <a:custGeom>
              <a:avLst/>
              <a:gdLst>
                <a:gd name="connsiteX0" fmla="*/ 18250 w 18249"/>
                <a:gd name="connsiteY0" fmla="*/ 7224 h 14447"/>
                <a:gd name="connsiteX1" fmla="*/ 9125 w 18249"/>
                <a:gd name="connsiteY1" fmla="*/ 14448 h 14447"/>
                <a:gd name="connsiteX2" fmla="*/ 0 w 18249"/>
                <a:gd name="connsiteY2" fmla="*/ 7224 h 14447"/>
                <a:gd name="connsiteX3" fmla="*/ 9125 w 18249"/>
                <a:gd name="connsiteY3" fmla="*/ 0 h 14447"/>
                <a:gd name="connsiteX4" fmla="*/ 18250 w 18249"/>
                <a:gd name="connsiteY4" fmla="*/ 7224 h 1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49" h="14447">
                  <a:moveTo>
                    <a:pt x="18250" y="7224"/>
                  </a:moveTo>
                  <a:cubicBezTo>
                    <a:pt x="18250" y="11153"/>
                    <a:pt x="14194" y="14448"/>
                    <a:pt x="9125" y="14448"/>
                  </a:cubicBezTo>
                  <a:cubicBezTo>
                    <a:pt x="4056" y="14448"/>
                    <a:pt x="0" y="11153"/>
                    <a:pt x="0" y="7224"/>
                  </a:cubicBezTo>
                  <a:cubicBezTo>
                    <a:pt x="0" y="3295"/>
                    <a:pt x="4056" y="0"/>
                    <a:pt x="9125" y="0"/>
                  </a:cubicBezTo>
                  <a:cubicBezTo>
                    <a:pt x="14194" y="0"/>
                    <a:pt x="18250" y="3295"/>
                    <a:pt x="18250" y="722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75" name="Freeform: Shape 6174">
              <a:extLst>
                <a:ext uri="{FF2B5EF4-FFF2-40B4-BE49-F238E27FC236}">
                  <a16:creationId xmlns:a16="http://schemas.microsoft.com/office/drawing/2014/main" id="{995519EA-63BA-B390-F273-B58D1F785B9E}"/>
                </a:ext>
              </a:extLst>
            </p:cNvPr>
            <p:cNvSpPr/>
            <p:nvPr/>
          </p:nvSpPr>
          <p:spPr>
            <a:xfrm>
              <a:off x="110261" y="1030267"/>
              <a:ext cx="16729" cy="13180"/>
            </a:xfrm>
            <a:custGeom>
              <a:avLst/>
              <a:gdLst>
                <a:gd name="connsiteX0" fmla="*/ 16729 w 16729"/>
                <a:gd name="connsiteY0" fmla="*/ 6590 h 13180"/>
                <a:gd name="connsiteX1" fmla="*/ 8365 w 16729"/>
                <a:gd name="connsiteY1" fmla="*/ 13180 h 13180"/>
                <a:gd name="connsiteX2" fmla="*/ 0 w 16729"/>
                <a:gd name="connsiteY2" fmla="*/ 6590 h 13180"/>
                <a:gd name="connsiteX3" fmla="*/ 8365 w 16729"/>
                <a:gd name="connsiteY3" fmla="*/ 0 h 13180"/>
                <a:gd name="connsiteX4" fmla="*/ 16729 w 16729"/>
                <a:gd name="connsiteY4" fmla="*/ 6590 h 13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9" h="13180">
                  <a:moveTo>
                    <a:pt x="16729" y="6590"/>
                  </a:moveTo>
                  <a:cubicBezTo>
                    <a:pt x="16729" y="10266"/>
                    <a:pt x="12927" y="13180"/>
                    <a:pt x="8365" y="13180"/>
                  </a:cubicBezTo>
                  <a:cubicBezTo>
                    <a:pt x="3802" y="13180"/>
                    <a:pt x="0" y="10266"/>
                    <a:pt x="0" y="6590"/>
                  </a:cubicBezTo>
                  <a:cubicBezTo>
                    <a:pt x="0" y="2915"/>
                    <a:pt x="3675" y="0"/>
                    <a:pt x="8365" y="0"/>
                  </a:cubicBezTo>
                  <a:cubicBezTo>
                    <a:pt x="13054" y="0"/>
                    <a:pt x="16729" y="2915"/>
                    <a:pt x="16729" y="659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76" name="Freeform: Shape 6175">
              <a:extLst>
                <a:ext uri="{FF2B5EF4-FFF2-40B4-BE49-F238E27FC236}">
                  <a16:creationId xmlns:a16="http://schemas.microsoft.com/office/drawing/2014/main" id="{F3438A77-7644-FD30-B24E-80C366DC20AD}"/>
                </a:ext>
              </a:extLst>
            </p:cNvPr>
            <p:cNvSpPr/>
            <p:nvPr/>
          </p:nvSpPr>
          <p:spPr>
            <a:xfrm>
              <a:off x="170207" y="937749"/>
              <a:ext cx="16729" cy="13180"/>
            </a:xfrm>
            <a:custGeom>
              <a:avLst/>
              <a:gdLst>
                <a:gd name="connsiteX0" fmla="*/ 16729 w 16729"/>
                <a:gd name="connsiteY0" fmla="*/ 6590 h 13180"/>
                <a:gd name="connsiteX1" fmla="*/ 8365 w 16729"/>
                <a:gd name="connsiteY1" fmla="*/ 13181 h 13180"/>
                <a:gd name="connsiteX2" fmla="*/ 0 w 16729"/>
                <a:gd name="connsiteY2" fmla="*/ 6590 h 13180"/>
                <a:gd name="connsiteX3" fmla="*/ 8365 w 16729"/>
                <a:gd name="connsiteY3" fmla="*/ 0 h 13180"/>
                <a:gd name="connsiteX4" fmla="*/ 16729 w 16729"/>
                <a:gd name="connsiteY4" fmla="*/ 6590 h 13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9" h="13180">
                  <a:moveTo>
                    <a:pt x="16729" y="6590"/>
                  </a:moveTo>
                  <a:cubicBezTo>
                    <a:pt x="16729" y="10266"/>
                    <a:pt x="12927" y="13181"/>
                    <a:pt x="8365" y="13181"/>
                  </a:cubicBezTo>
                  <a:cubicBezTo>
                    <a:pt x="3802" y="13181"/>
                    <a:pt x="0" y="10266"/>
                    <a:pt x="0" y="6590"/>
                  </a:cubicBezTo>
                  <a:cubicBezTo>
                    <a:pt x="0" y="2915"/>
                    <a:pt x="3802" y="0"/>
                    <a:pt x="8365" y="0"/>
                  </a:cubicBezTo>
                  <a:cubicBezTo>
                    <a:pt x="12927" y="0"/>
                    <a:pt x="16729" y="2915"/>
                    <a:pt x="16729" y="659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77" name="Freeform: Shape 6176">
              <a:extLst>
                <a:ext uri="{FF2B5EF4-FFF2-40B4-BE49-F238E27FC236}">
                  <a16:creationId xmlns:a16="http://schemas.microsoft.com/office/drawing/2014/main" id="{FE88E147-7EE2-C162-3B68-CF56AB112B49}"/>
                </a:ext>
              </a:extLst>
            </p:cNvPr>
            <p:cNvSpPr/>
            <p:nvPr/>
          </p:nvSpPr>
          <p:spPr>
            <a:xfrm>
              <a:off x="233321" y="846753"/>
              <a:ext cx="15208" cy="12166"/>
            </a:xfrm>
            <a:custGeom>
              <a:avLst/>
              <a:gdLst>
                <a:gd name="connsiteX0" fmla="*/ 15208 w 15208"/>
                <a:gd name="connsiteY0" fmla="*/ 6083 h 12166"/>
                <a:gd name="connsiteX1" fmla="*/ 7604 w 15208"/>
                <a:gd name="connsiteY1" fmla="*/ 12167 h 12166"/>
                <a:gd name="connsiteX2" fmla="*/ 0 w 15208"/>
                <a:gd name="connsiteY2" fmla="*/ 6083 h 12166"/>
                <a:gd name="connsiteX3" fmla="*/ 7604 w 15208"/>
                <a:gd name="connsiteY3" fmla="*/ 0 h 12166"/>
                <a:gd name="connsiteX4" fmla="*/ 15208 w 15208"/>
                <a:gd name="connsiteY4" fmla="*/ 6083 h 1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08" h="12166">
                  <a:moveTo>
                    <a:pt x="15208" y="6083"/>
                  </a:moveTo>
                  <a:cubicBezTo>
                    <a:pt x="15208" y="9378"/>
                    <a:pt x="11786" y="12167"/>
                    <a:pt x="7604" y="12167"/>
                  </a:cubicBezTo>
                  <a:cubicBezTo>
                    <a:pt x="3422" y="12167"/>
                    <a:pt x="0" y="9505"/>
                    <a:pt x="0" y="6083"/>
                  </a:cubicBezTo>
                  <a:cubicBezTo>
                    <a:pt x="0" y="2661"/>
                    <a:pt x="3422" y="0"/>
                    <a:pt x="7604" y="0"/>
                  </a:cubicBezTo>
                  <a:cubicBezTo>
                    <a:pt x="11786" y="0"/>
                    <a:pt x="15208" y="2788"/>
                    <a:pt x="15208" y="60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78" name="Freeform: Shape 6177">
              <a:extLst>
                <a:ext uri="{FF2B5EF4-FFF2-40B4-BE49-F238E27FC236}">
                  <a16:creationId xmlns:a16="http://schemas.microsoft.com/office/drawing/2014/main" id="{13900133-2DDB-F91B-486B-3D16E226595F}"/>
                </a:ext>
              </a:extLst>
            </p:cNvPr>
            <p:cNvSpPr/>
            <p:nvPr/>
          </p:nvSpPr>
          <p:spPr>
            <a:xfrm>
              <a:off x="298083" y="756644"/>
              <a:ext cx="14447" cy="11532"/>
            </a:xfrm>
            <a:custGeom>
              <a:avLst/>
              <a:gdLst>
                <a:gd name="connsiteX0" fmla="*/ 14448 w 14447"/>
                <a:gd name="connsiteY0" fmla="*/ 5703 h 11532"/>
                <a:gd name="connsiteX1" fmla="*/ 7224 w 14447"/>
                <a:gd name="connsiteY1" fmla="*/ 11533 h 11532"/>
                <a:gd name="connsiteX2" fmla="*/ 0 w 14447"/>
                <a:gd name="connsiteY2" fmla="*/ 5703 h 11532"/>
                <a:gd name="connsiteX3" fmla="*/ 7224 w 14447"/>
                <a:gd name="connsiteY3" fmla="*/ 0 h 11532"/>
                <a:gd name="connsiteX4" fmla="*/ 14448 w 14447"/>
                <a:gd name="connsiteY4" fmla="*/ 5703 h 11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47" h="11532">
                  <a:moveTo>
                    <a:pt x="14448" y="5703"/>
                  </a:moveTo>
                  <a:cubicBezTo>
                    <a:pt x="14448" y="8872"/>
                    <a:pt x="11279" y="11533"/>
                    <a:pt x="7224" y="11533"/>
                  </a:cubicBezTo>
                  <a:cubicBezTo>
                    <a:pt x="3168" y="11533"/>
                    <a:pt x="0" y="8998"/>
                    <a:pt x="0" y="5703"/>
                  </a:cubicBezTo>
                  <a:cubicBezTo>
                    <a:pt x="0" y="2408"/>
                    <a:pt x="3295" y="0"/>
                    <a:pt x="7224" y="0"/>
                  </a:cubicBezTo>
                  <a:cubicBezTo>
                    <a:pt x="11153" y="0"/>
                    <a:pt x="14448" y="2535"/>
                    <a:pt x="14448" y="570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79" name="Freeform: Shape 6178">
              <a:extLst>
                <a:ext uri="{FF2B5EF4-FFF2-40B4-BE49-F238E27FC236}">
                  <a16:creationId xmlns:a16="http://schemas.microsoft.com/office/drawing/2014/main" id="{BF53F2D1-B4A5-1CFB-3886-06CFA04A6267}"/>
                </a:ext>
              </a:extLst>
            </p:cNvPr>
            <p:cNvSpPr/>
            <p:nvPr/>
          </p:nvSpPr>
          <p:spPr>
            <a:xfrm>
              <a:off x="365380" y="667548"/>
              <a:ext cx="13180" cy="10392"/>
            </a:xfrm>
            <a:custGeom>
              <a:avLst/>
              <a:gdLst>
                <a:gd name="connsiteX0" fmla="*/ 13181 w 13180"/>
                <a:gd name="connsiteY0" fmla="*/ 5196 h 10392"/>
                <a:gd name="connsiteX1" fmla="*/ 6590 w 13180"/>
                <a:gd name="connsiteY1" fmla="*/ 10392 h 10392"/>
                <a:gd name="connsiteX2" fmla="*/ 0 w 13180"/>
                <a:gd name="connsiteY2" fmla="*/ 5196 h 10392"/>
                <a:gd name="connsiteX3" fmla="*/ 6590 w 13180"/>
                <a:gd name="connsiteY3" fmla="*/ 0 h 10392"/>
                <a:gd name="connsiteX4" fmla="*/ 13181 w 13180"/>
                <a:gd name="connsiteY4" fmla="*/ 5196 h 1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80" h="10392">
                  <a:moveTo>
                    <a:pt x="13181" y="5196"/>
                  </a:moveTo>
                  <a:lnTo>
                    <a:pt x="6590" y="10392"/>
                  </a:lnTo>
                  <a:lnTo>
                    <a:pt x="0" y="5196"/>
                  </a:lnTo>
                  <a:lnTo>
                    <a:pt x="6590" y="0"/>
                  </a:lnTo>
                  <a:lnTo>
                    <a:pt x="13181" y="519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80" name="Freeform: Shape 6179">
              <a:extLst>
                <a:ext uri="{FF2B5EF4-FFF2-40B4-BE49-F238E27FC236}">
                  <a16:creationId xmlns:a16="http://schemas.microsoft.com/office/drawing/2014/main" id="{81230761-AF0E-AC1F-877B-B6D47BA7CF3F}"/>
                </a:ext>
              </a:extLst>
            </p:cNvPr>
            <p:cNvSpPr/>
            <p:nvPr/>
          </p:nvSpPr>
          <p:spPr>
            <a:xfrm>
              <a:off x="434578" y="579340"/>
              <a:ext cx="12420" cy="9758"/>
            </a:xfrm>
            <a:custGeom>
              <a:avLst/>
              <a:gdLst>
                <a:gd name="connsiteX0" fmla="*/ 12420 w 12420"/>
                <a:gd name="connsiteY0" fmla="*/ 4816 h 9758"/>
                <a:gd name="connsiteX1" fmla="*/ 6210 w 12420"/>
                <a:gd name="connsiteY1" fmla="*/ 9759 h 9758"/>
                <a:gd name="connsiteX2" fmla="*/ 0 w 12420"/>
                <a:gd name="connsiteY2" fmla="*/ 4816 h 9758"/>
                <a:gd name="connsiteX3" fmla="*/ 6210 w 12420"/>
                <a:gd name="connsiteY3" fmla="*/ 0 h 9758"/>
                <a:gd name="connsiteX4" fmla="*/ 12420 w 12420"/>
                <a:gd name="connsiteY4" fmla="*/ 4816 h 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20" h="9758">
                  <a:moveTo>
                    <a:pt x="12420" y="4816"/>
                  </a:moveTo>
                  <a:lnTo>
                    <a:pt x="6210" y="9759"/>
                  </a:lnTo>
                  <a:lnTo>
                    <a:pt x="0" y="4816"/>
                  </a:lnTo>
                  <a:lnTo>
                    <a:pt x="6210" y="0"/>
                  </a:lnTo>
                  <a:lnTo>
                    <a:pt x="12420" y="481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81" name="Freeform: Shape 6180">
              <a:extLst>
                <a:ext uri="{FF2B5EF4-FFF2-40B4-BE49-F238E27FC236}">
                  <a16:creationId xmlns:a16="http://schemas.microsoft.com/office/drawing/2014/main" id="{4143DA82-00C1-76C5-A1AA-E2F149BFF9C6}"/>
                </a:ext>
              </a:extLst>
            </p:cNvPr>
            <p:cNvSpPr/>
            <p:nvPr/>
          </p:nvSpPr>
          <p:spPr>
            <a:xfrm>
              <a:off x="506311" y="492399"/>
              <a:ext cx="10899" cy="8744"/>
            </a:xfrm>
            <a:custGeom>
              <a:avLst/>
              <a:gdLst>
                <a:gd name="connsiteX0" fmla="*/ 10899 w 10899"/>
                <a:gd name="connsiteY0" fmla="*/ 4436 h 8744"/>
                <a:gd name="connsiteX1" fmla="*/ 5450 w 10899"/>
                <a:gd name="connsiteY1" fmla="*/ 8745 h 8744"/>
                <a:gd name="connsiteX2" fmla="*/ 0 w 10899"/>
                <a:gd name="connsiteY2" fmla="*/ 4436 h 8744"/>
                <a:gd name="connsiteX3" fmla="*/ 5450 w 10899"/>
                <a:gd name="connsiteY3" fmla="*/ 0 h 8744"/>
                <a:gd name="connsiteX4" fmla="*/ 10899 w 10899"/>
                <a:gd name="connsiteY4" fmla="*/ 4436 h 8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899" h="8744">
                  <a:moveTo>
                    <a:pt x="10899" y="4436"/>
                  </a:moveTo>
                  <a:lnTo>
                    <a:pt x="5450" y="8745"/>
                  </a:lnTo>
                  <a:lnTo>
                    <a:pt x="0" y="4436"/>
                  </a:lnTo>
                  <a:lnTo>
                    <a:pt x="5450" y="0"/>
                  </a:lnTo>
                  <a:lnTo>
                    <a:pt x="10899" y="44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82" name="Freeform: Shape 6181">
              <a:extLst>
                <a:ext uri="{FF2B5EF4-FFF2-40B4-BE49-F238E27FC236}">
                  <a16:creationId xmlns:a16="http://schemas.microsoft.com/office/drawing/2014/main" id="{41B707B7-BE4E-8D3E-7CE8-D26687211A74}"/>
                </a:ext>
              </a:extLst>
            </p:cNvPr>
            <p:cNvSpPr/>
            <p:nvPr/>
          </p:nvSpPr>
          <p:spPr>
            <a:xfrm>
              <a:off x="579691" y="406472"/>
              <a:ext cx="10265" cy="7984"/>
            </a:xfrm>
            <a:custGeom>
              <a:avLst/>
              <a:gdLst>
                <a:gd name="connsiteX0" fmla="*/ 10266 w 10265"/>
                <a:gd name="connsiteY0" fmla="*/ 4056 h 7984"/>
                <a:gd name="connsiteX1" fmla="*/ 5196 w 10265"/>
                <a:gd name="connsiteY1" fmla="*/ 7984 h 7984"/>
                <a:gd name="connsiteX2" fmla="*/ 0 w 10265"/>
                <a:gd name="connsiteY2" fmla="*/ 4056 h 7984"/>
                <a:gd name="connsiteX3" fmla="*/ 5196 w 10265"/>
                <a:gd name="connsiteY3" fmla="*/ 0 h 7984"/>
                <a:gd name="connsiteX4" fmla="*/ 10266 w 10265"/>
                <a:gd name="connsiteY4" fmla="*/ 4056 h 7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5" h="7984">
                  <a:moveTo>
                    <a:pt x="10266" y="4056"/>
                  </a:moveTo>
                  <a:lnTo>
                    <a:pt x="5196" y="7984"/>
                  </a:lnTo>
                  <a:lnTo>
                    <a:pt x="0" y="4056"/>
                  </a:lnTo>
                  <a:lnTo>
                    <a:pt x="5196" y="0"/>
                  </a:lnTo>
                  <a:lnTo>
                    <a:pt x="10266" y="405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83" name="Freeform: Shape 6182">
              <a:extLst>
                <a:ext uri="{FF2B5EF4-FFF2-40B4-BE49-F238E27FC236}">
                  <a16:creationId xmlns:a16="http://schemas.microsoft.com/office/drawing/2014/main" id="{0F570981-A6A0-0D60-718E-52B81F9003A7}"/>
                </a:ext>
              </a:extLst>
            </p:cNvPr>
            <p:cNvSpPr/>
            <p:nvPr/>
          </p:nvSpPr>
          <p:spPr>
            <a:xfrm>
              <a:off x="655732" y="321813"/>
              <a:ext cx="8618" cy="6843"/>
            </a:xfrm>
            <a:custGeom>
              <a:avLst/>
              <a:gdLst>
                <a:gd name="connsiteX0" fmla="*/ 8618 w 8618"/>
                <a:gd name="connsiteY0" fmla="*/ 3422 h 6843"/>
                <a:gd name="connsiteX1" fmla="*/ 4309 w 8618"/>
                <a:gd name="connsiteY1" fmla="*/ 6844 h 6843"/>
                <a:gd name="connsiteX2" fmla="*/ 0 w 8618"/>
                <a:gd name="connsiteY2" fmla="*/ 3422 h 6843"/>
                <a:gd name="connsiteX3" fmla="*/ 4309 w 8618"/>
                <a:gd name="connsiteY3" fmla="*/ 0 h 6843"/>
                <a:gd name="connsiteX4" fmla="*/ 8618 w 8618"/>
                <a:gd name="connsiteY4" fmla="*/ 3422 h 6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8" h="6843">
                  <a:moveTo>
                    <a:pt x="8618" y="3422"/>
                  </a:moveTo>
                  <a:lnTo>
                    <a:pt x="4309" y="6844"/>
                  </a:lnTo>
                  <a:lnTo>
                    <a:pt x="0" y="3422"/>
                  </a:lnTo>
                  <a:lnTo>
                    <a:pt x="4309" y="0"/>
                  </a:lnTo>
                  <a:lnTo>
                    <a:pt x="8618" y="342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84" name="Freeform: Shape 6183">
              <a:extLst>
                <a:ext uri="{FF2B5EF4-FFF2-40B4-BE49-F238E27FC236}">
                  <a16:creationId xmlns:a16="http://schemas.microsoft.com/office/drawing/2014/main" id="{28A98EB7-F515-5244-2B17-EB204B03AE3A}"/>
                </a:ext>
              </a:extLst>
            </p:cNvPr>
            <p:cNvSpPr/>
            <p:nvPr/>
          </p:nvSpPr>
          <p:spPr>
            <a:xfrm>
              <a:off x="733675" y="238420"/>
              <a:ext cx="7350" cy="5703"/>
            </a:xfrm>
            <a:custGeom>
              <a:avLst/>
              <a:gdLst>
                <a:gd name="connsiteX0" fmla="*/ 7351 w 7350"/>
                <a:gd name="connsiteY0" fmla="*/ 2788 h 5703"/>
                <a:gd name="connsiteX1" fmla="*/ 3675 w 7350"/>
                <a:gd name="connsiteY1" fmla="*/ 5703 h 5703"/>
                <a:gd name="connsiteX2" fmla="*/ 0 w 7350"/>
                <a:gd name="connsiteY2" fmla="*/ 2788 h 5703"/>
                <a:gd name="connsiteX3" fmla="*/ 3675 w 7350"/>
                <a:gd name="connsiteY3" fmla="*/ 0 h 5703"/>
                <a:gd name="connsiteX4" fmla="*/ 7351 w 7350"/>
                <a:gd name="connsiteY4" fmla="*/ 2788 h 5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0" h="5703">
                  <a:moveTo>
                    <a:pt x="7351" y="2788"/>
                  </a:moveTo>
                  <a:lnTo>
                    <a:pt x="3675" y="5703"/>
                  </a:lnTo>
                  <a:lnTo>
                    <a:pt x="0" y="2788"/>
                  </a:lnTo>
                  <a:lnTo>
                    <a:pt x="3675" y="0"/>
                  </a:lnTo>
                  <a:lnTo>
                    <a:pt x="7351" y="278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85" name="Freeform: Shape 6184">
              <a:extLst>
                <a:ext uri="{FF2B5EF4-FFF2-40B4-BE49-F238E27FC236}">
                  <a16:creationId xmlns:a16="http://schemas.microsoft.com/office/drawing/2014/main" id="{73C2E7ED-62AB-A1F8-50FE-2B257DDA51B5}"/>
                </a:ext>
              </a:extLst>
            </p:cNvPr>
            <p:cNvSpPr/>
            <p:nvPr/>
          </p:nvSpPr>
          <p:spPr>
            <a:xfrm>
              <a:off x="813012" y="155535"/>
              <a:ext cx="7223" cy="5829"/>
            </a:xfrm>
            <a:custGeom>
              <a:avLst/>
              <a:gdLst>
                <a:gd name="connsiteX0" fmla="*/ 7224 w 7223"/>
                <a:gd name="connsiteY0" fmla="*/ 2915 h 5829"/>
                <a:gd name="connsiteX1" fmla="*/ 3675 w 7223"/>
                <a:gd name="connsiteY1" fmla="*/ 5830 h 5829"/>
                <a:gd name="connsiteX2" fmla="*/ 0 w 7223"/>
                <a:gd name="connsiteY2" fmla="*/ 2915 h 5829"/>
                <a:gd name="connsiteX3" fmla="*/ 3675 w 7223"/>
                <a:gd name="connsiteY3" fmla="*/ 0 h 5829"/>
                <a:gd name="connsiteX4" fmla="*/ 7224 w 7223"/>
                <a:gd name="connsiteY4" fmla="*/ 2915 h 5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23" h="5829">
                  <a:moveTo>
                    <a:pt x="7224" y="2915"/>
                  </a:moveTo>
                  <a:lnTo>
                    <a:pt x="3675" y="5830"/>
                  </a:lnTo>
                  <a:lnTo>
                    <a:pt x="0" y="2915"/>
                  </a:lnTo>
                  <a:lnTo>
                    <a:pt x="3675" y="0"/>
                  </a:lnTo>
                  <a:lnTo>
                    <a:pt x="7224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86" name="Freeform: Shape 6185">
              <a:extLst>
                <a:ext uri="{FF2B5EF4-FFF2-40B4-BE49-F238E27FC236}">
                  <a16:creationId xmlns:a16="http://schemas.microsoft.com/office/drawing/2014/main" id="{777C1705-5F0B-F026-B463-AE374048E747}"/>
                </a:ext>
              </a:extLst>
            </p:cNvPr>
            <p:cNvSpPr/>
            <p:nvPr/>
          </p:nvSpPr>
          <p:spPr>
            <a:xfrm>
              <a:off x="895137" y="74551"/>
              <a:ext cx="5703" cy="4562"/>
            </a:xfrm>
            <a:custGeom>
              <a:avLst/>
              <a:gdLst>
                <a:gd name="connsiteX0" fmla="*/ 5703 w 5703"/>
                <a:gd name="connsiteY0" fmla="*/ 2281 h 4562"/>
                <a:gd name="connsiteX1" fmla="*/ 2788 w 5703"/>
                <a:gd name="connsiteY1" fmla="*/ 4562 h 4562"/>
                <a:gd name="connsiteX2" fmla="*/ 0 w 5703"/>
                <a:gd name="connsiteY2" fmla="*/ 2281 h 4562"/>
                <a:gd name="connsiteX3" fmla="*/ 2788 w 5703"/>
                <a:gd name="connsiteY3" fmla="*/ 0 h 4562"/>
                <a:gd name="connsiteX4" fmla="*/ 5703 w 5703"/>
                <a:gd name="connsiteY4" fmla="*/ 2281 h 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03" h="4562">
                  <a:moveTo>
                    <a:pt x="5703" y="2281"/>
                  </a:moveTo>
                  <a:lnTo>
                    <a:pt x="2788" y="4562"/>
                  </a:lnTo>
                  <a:lnTo>
                    <a:pt x="0" y="2281"/>
                  </a:lnTo>
                  <a:lnTo>
                    <a:pt x="2788" y="0"/>
                  </a:lnTo>
                  <a:lnTo>
                    <a:pt x="5703" y="228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87" name="Freeform: Shape 6186">
              <a:extLst>
                <a:ext uri="{FF2B5EF4-FFF2-40B4-BE49-F238E27FC236}">
                  <a16:creationId xmlns:a16="http://schemas.microsoft.com/office/drawing/2014/main" id="{247C42CA-583B-AFEE-0A22-1A739D2E232B}"/>
                </a:ext>
              </a:extLst>
            </p:cNvPr>
            <p:cNvSpPr/>
            <p:nvPr/>
          </p:nvSpPr>
          <p:spPr>
            <a:xfrm>
              <a:off x="11398126" y="56935"/>
              <a:ext cx="50060" cy="39795"/>
            </a:xfrm>
            <a:custGeom>
              <a:avLst/>
              <a:gdLst>
                <a:gd name="connsiteX0" fmla="*/ 50061 w 50060"/>
                <a:gd name="connsiteY0" fmla="*/ 19898 h 39795"/>
                <a:gd name="connsiteX1" fmla="*/ 24967 w 50060"/>
                <a:gd name="connsiteY1" fmla="*/ 39795 h 39795"/>
                <a:gd name="connsiteX2" fmla="*/ 0 w 50060"/>
                <a:gd name="connsiteY2" fmla="*/ 19898 h 39795"/>
                <a:gd name="connsiteX3" fmla="*/ 24967 w 50060"/>
                <a:gd name="connsiteY3" fmla="*/ 0 h 39795"/>
                <a:gd name="connsiteX4" fmla="*/ 50061 w 50060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60" h="39795">
                  <a:moveTo>
                    <a:pt x="50061" y="19898"/>
                  </a:moveTo>
                  <a:cubicBezTo>
                    <a:pt x="50061" y="30797"/>
                    <a:pt x="38908" y="39795"/>
                    <a:pt x="24967" y="39795"/>
                  </a:cubicBezTo>
                  <a:cubicBezTo>
                    <a:pt x="11026" y="39795"/>
                    <a:pt x="0" y="30924"/>
                    <a:pt x="0" y="19898"/>
                  </a:cubicBezTo>
                  <a:cubicBezTo>
                    <a:pt x="0" y="8872"/>
                    <a:pt x="11153" y="0"/>
                    <a:pt x="24967" y="0"/>
                  </a:cubicBezTo>
                  <a:cubicBezTo>
                    <a:pt x="38781" y="0"/>
                    <a:pt x="50061" y="8872"/>
                    <a:pt x="50061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88" name="Freeform: Shape 6187">
              <a:extLst>
                <a:ext uri="{FF2B5EF4-FFF2-40B4-BE49-F238E27FC236}">
                  <a16:creationId xmlns:a16="http://schemas.microsoft.com/office/drawing/2014/main" id="{F7714196-949F-0371-37AE-FC219C99500D}"/>
                </a:ext>
              </a:extLst>
            </p:cNvPr>
            <p:cNvSpPr/>
            <p:nvPr/>
          </p:nvSpPr>
          <p:spPr>
            <a:xfrm>
              <a:off x="11479364" y="138426"/>
              <a:ext cx="50186" cy="39795"/>
            </a:xfrm>
            <a:custGeom>
              <a:avLst/>
              <a:gdLst>
                <a:gd name="connsiteX0" fmla="*/ 50187 w 50186"/>
                <a:gd name="connsiteY0" fmla="*/ 19898 h 39795"/>
                <a:gd name="connsiteX1" fmla="*/ 25093 w 50186"/>
                <a:gd name="connsiteY1" fmla="*/ 39795 h 39795"/>
                <a:gd name="connsiteX2" fmla="*/ 0 w 50186"/>
                <a:gd name="connsiteY2" fmla="*/ 19898 h 39795"/>
                <a:gd name="connsiteX3" fmla="*/ 25093 w 50186"/>
                <a:gd name="connsiteY3" fmla="*/ 0 h 39795"/>
                <a:gd name="connsiteX4" fmla="*/ 50187 w 50186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6" h="39795">
                  <a:moveTo>
                    <a:pt x="50187" y="19898"/>
                  </a:moveTo>
                  <a:cubicBezTo>
                    <a:pt x="50187" y="30797"/>
                    <a:pt x="38908" y="39795"/>
                    <a:pt x="25093" y="39795"/>
                  </a:cubicBezTo>
                  <a:cubicBezTo>
                    <a:pt x="11279" y="39795"/>
                    <a:pt x="0" y="30924"/>
                    <a:pt x="0" y="19898"/>
                  </a:cubicBezTo>
                  <a:cubicBezTo>
                    <a:pt x="0" y="8872"/>
                    <a:pt x="11279" y="0"/>
                    <a:pt x="25093" y="0"/>
                  </a:cubicBezTo>
                  <a:cubicBezTo>
                    <a:pt x="38908" y="0"/>
                    <a:pt x="50187" y="8872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89" name="Freeform: Shape 6188">
              <a:extLst>
                <a:ext uri="{FF2B5EF4-FFF2-40B4-BE49-F238E27FC236}">
                  <a16:creationId xmlns:a16="http://schemas.microsoft.com/office/drawing/2014/main" id="{F587C1C4-7E2E-0A2D-1590-F7C694A0B1F3}"/>
                </a:ext>
              </a:extLst>
            </p:cNvPr>
            <p:cNvSpPr/>
            <p:nvPr/>
          </p:nvSpPr>
          <p:spPr>
            <a:xfrm>
              <a:off x="11558701" y="221311"/>
              <a:ext cx="50186" cy="39795"/>
            </a:xfrm>
            <a:custGeom>
              <a:avLst/>
              <a:gdLst>
                <a:gd name="connsiteX0" fmla="*/ 50187 w 50186"/>
                <a:gd name="connsiteY0" fmla="*/ 19898 h 39795"/>
                <a:gd name="connsiteX1" fmla="*/ 25093 w 50186"/>
                <a:gd name="connsiteY1" fmla="*/ 39795 h 39795"/>
                <a:gd name="connsiteX2" fmla="*/ 0 w 50186"/>
                <a:gd name="connsiteY2" fmla="*/ 19898 h 39795"/>
                <a:gd name="connsiteX3" fmla="*/ 25093 w 50186"/>
                <a:gd name="connsiteY3" fmla="*/ 0 h 39795"/>
                <a:gd name="connsiteX4" fmla="*/ 50187 w 50186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6" h="39795">
                  <a:moveTo>
                    <a:pt x="50187" y="19898"/>
                  </a:moveTo>
                  <a:cubicBezTo>
                    <a:pt x="50187" y="30924"/>
                    <a:pt x="38907" y="39795"/>
                    <a:pt x="25093" y="39795"/>
                  </a:cubicBezTo>
                  <a:cubicBezTo>
                    <a:pt x="11279" y="39795"/>
                    <a:pt x="0" y="30924"/>
                    <a:pt x="0" y="19898"/>
                  </a:cubicBezTo>
                  <a:cubicBezTo>
                    <a:pt x="0" y="8872"/>
                    <a:pt x="11152" y="0"/>
                    <a:pt x="25093" y="0"/>
                  </a:cubicBezTo>
                  <a:cubicBezTo>
                    <a:pt x="39034" y="0"/>
                    <a:pt x="50187" y="8872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90" name="Freeform: Shape 6189">
              <a:extLst>
                <a:ext uri="{FF2B5EF4-FFF2-40B4-BE49-F238E27FC236}">
                  <a16:creationId xmlns:a16="http://schemas.microsoft.com/office/drawing/2014/main" id="{970B46DB-F321-7E82-3DF9-89EA248D2980}"/>
                </a:ext>
              </a:extLst>
            </p:cNvPr>
            <p:cNvSpPr/>
            <p:nvPr/>
          </p:nvSpPr>
          <p:spPr>
            <a:xfrm>
              <a:off x="11635883" y="305337"/>
              <a:ext cx="50187" cy="39795"/>
            </a:xfrm>
            <a:custGeom>
              <a:avLst/>
              <a:gdLst>
                <a:gd name="connsiteX0" fmla="*/ 50188 w 50187"/>
                <a:gd name="connsiteY0" fmla="*/ 19898 h 39795"/>
                <a:gd name="connsiteX1" fmla="*/ 25093 w 50187"/>
                <a:gd name="connsiteY1" fmla="*/ 39795 h 39795"/>
                <a:gd name="connsiteX2" fmla="*/ 0 w 50187"/>
                <a:gd name="connsiteY2" fmla="*/ 19898 h 39795"/>
                <a:gd name="connsiteX3" fmla="*/ 25093 w 50187"/>
                <a:gd name="connsiteY3" fmla="*/ 0 h 39795"/>
                <a:gd name="connsiteX4" fmla="*/ 50188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8" y="19898"/>
                  </a:moveTo>
                  <a:cubicBezTo>
                    <a:pt x="50188" y="30797"/>
                    <a:pt x="38908" y="39795"/>
                    <a:pt x="25093" y="39795"/>
                  </a:cubicBezTo>
                  <a:cubicBezTo>
                    <a:pt x="11280" y="39795"/>
                    <a:pt x="0" y="30924"/>
                    <a:pt x="0" y="19898"/>
                  </a:cubicBezTo>
                  <a:cubicBezTo>
                    <a:pt x="0" y="8872"/>
                    <a:pt x="11153" y="0"/>
                    <a:pt x="25093" y="0"/>
                  </a:cubicBezTo>
                  <a:cubicBezTo>
                    <a:pt x="39035" y="0"/>
                    <a:pt x="50188" y="8872"/>
                    <a:pt x="50188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91" name="Freeform: Shape 6190">
              <a:extLst>
                <a:ext uri="{FF2B5EF4-FFF2-40B4-BE49-F238E27FC236}">
                  <a16:creationId xmlns:a16="http://schemas.microsoft.com/office/drawing/2014/main" id="{FD31F059-6B11-1F79-9FF0-67256FFEFD89}"/>
                </a:ext>
              </a:extLst>
            </p:cNvPr>
            <p:cNvSpPr/>
            <p:nvPr/>
          </p:nvSpPr>
          <p:spPr>
            <a:xfrm>
              <a:off x="11711164" y="390504"/>
              <a:ext cx="50187" cy="39795"/>
            </a:xfrm>
            <a:custGeom>
              <a:avLst/>
              <a:gdLst>
                <a:gd name="connsiteX0" fmla="*/ 50188 w 50187"/>
                <a:gd name="connsiteY0" fmla="*/ 19898 h 39795"/>
                <a:gd name="connsiteX1" fmla="*/ 25093 w 50187"/>
                <a:gd name="connsiteY1" fmla="*/ 39795 h 39795"/>
                <a:gd name="connsiteX2" fmla="*/ 0 w 50187"/>
                <a:gd name="connsiteY2" fmla="*/ 19898 h 39795"/>
                <a:gd name="connsiteX3" fmla="*/ 25093 w 50187"/>
                <a:gd name="connsiteY3" fmla="*/ 0 h 39795"/>
                <a:gd name="connsiteX4" fmla="*/ 50188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8" y="19898"/>
                  </a:moveTo>
                  <a:cubicBezTo>
                    <a:pt x="50188" y="30797"/>
                    <a:pt x="38908" y="39795"/>
                    <a:pt x="25093" y="39795"/>
                  </a:cubicBezTo>
                  <a:cubicBezTo>
                    <a:pt x="11280" y="39795"/>
                    <a:pt x="0" y="30924"/>
                    <a:pt x="0" y="19898"/>
                  </a:cubicBezTo>
                  <a:cubicBezTo>
                    <a:pt x="0" y="8872"/>
                    <a:pt x="11153" y="0"/>
                    <a:pt x="25093" y="0"/>
                  </a:cubicBezTo>
                  <a:cubicBezTo>
                    <a:pt x="39035" y="0"/>
                    <a:pt x="50188" y="8872"/>
                    <a:pt x="50188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92" name="Freeform: Shape 6191">
              <a:extLst>
                <a:ext uri="{FF2B5EF4-FFF2-40B4-BE49-F238E27FC236}">
                  <a16:creationId xmlns:a16="http://schemas.microsoft.com/office/drawing/2014/main" id="{14D51B2B-047E-4E31-8767-03B1F5501D00}"/>
                </a:ext>
              </a:extLst>
            </p:cNvPr>
            <p:cNvSpPr/>
            <p:nvPr/>
          </p:nvSpPr>
          <p:spPr>
            <a:xfrm>
              <a:off x="11784291" y="476811"/>
              <a:ext cx="50186" cy="39795"/>
            </a:xfrm>
            <a:custGeom>
              <a:avLst/>
              <a:gdLst>
                <a:gd name="connsiteX0" fmla="*/ 50187 w 50186"/>
                <a:gd name="connsiteY0" fmla="*/ 19898 h 39795"/>
                <a:gd name="connsiteX1" fmla="*/ 25093 w 50186"/>
                <a:gd name="connsiteY1" fmla="*/ 39795 h 39795"/>
                <a:gd name="connsiteX2" fmla="*/ 0 w 50186"/>
                <a:gd name="connsiteY2" fmla="*/ 19898 h 39795"/>
                <a:gd name="connsiteX3" fmla="*/ 25093 w 50186"/>
                <a:gd name="connsiteY3" fmla="*/ 0 h 39795"/>
                <a:gd name="connsiteX4" fmla="*/ 50187 w 50186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6" h="39795">
                  <a:moveTo>
                    <a:pt x="50187" y="19898"/>
                  </a:moveTo>
                  <a:cubicBezTo>
                    <a:pt x="50187" y="30797"/>
                    <a:pt x="38908" y="39795"/>
                    <a:pt x="25093" y="39795"/>
                  </a:cubicBezTo>
                  <a:cubicBezTo>
                    <a:pt x="11279" y="39795"/>
                    <a:pt x="0" y="30924"/>
                    <a:pt x="0" y="19898"/>
                  </a:cubicBezTo>
                  <a:cubicBezTo>
                    <a:pt x="0" y="8871"/>
                    <a:pt x="11153" y="0"/>
                    <a:pt x="25093" y="0"/>
                  </a:cubicBezTo>
                  <a:cubicBezTo>
                    <a:pt x="39034" y="0"/>
                    <a:pt x="50187" y="8871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93" name="Freeform: Shape 6192">
              <a:extLst>
                <a:ext uri="{FF2B5EF4-FFF2-40B4-BE49-F238E27FC236}">
                  <a16:creationId xmlns:a16="http://schemas.microsoft.com/office/drawing/2014/main" id="{134ECA1C-9140-A2E6-D4ED-98CA4AC5484B}"/>
                </a:ext>
              </a:extLst>
            </p:cNvPr>
            <p:cNvSpPr/>
            <p:nvPr/>
          </p:nvSpPr>
          <p:spPr>
            <a:xfrm>
              <a:off x="11855263" y="564259"/>
              <a:ext cx="50187" cy="39795"/>
            </a:xfrm>
            <a:custGeom>
              <a:avLst/>
              <a:gdLst>
                <a:gd name="connsiteX0" fmla="*/ 50188 w 50187"/>
                <a:gd name="connsiteY0" fmla="*/ 19898 h 39795"/>
                <a:gd name="connsiteX1" fmla="*/ 25093 w 50187"/>
                <a:gd name="connsiteY1" fmla="*/ 39795 h 39795"/>
                <a:gd name="connsiteX2" fmla="*/ 0 w 50187"/>
                <a:gd name="connsiteY2" fmla="*/ 19898 h 39795"/>
                <a:gd name="connsiteX3" fmla="*/ 25093 w 50187"/>
                <a:gd name="connsiteY3" fmla="*/ 0 h 39795"/>
                <a:gd name="connsiteX4" fmla="*/ 50188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8" y="19898"/>
                  </a:moveTo>
                  <a:cubicBezTo>
                    <a:pt x="50188" y="30797"/>
                    <a:pt x="38908" y="39795"/>
                    <a:pt x="25093" y="39795"/>
                  </a:cubicBezTo>
                  <a:cubicBezTo>
                    <a:pt x="11280" y="39795"/>
                    <a:pt x="0" y="30924"/>
                    <a:pt x="0" y="19898"/>
                  </a:cubicBezTo>
                  <a:cubicBezTo>
                    <a:pt x="0" y="8872"/>
                    <a:pt x="11153" y="0"/>
                    <a:pt x="25093" y="0"/>
                  </a:cubicBezTo>
                  <a:cubicBezTo>
                    <a:pt x="39035" y="0"/>
                    <a:pt x="50188" y="8872"/>
                    <a:pt x="50188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94" name="Freeform: Shape 6193">
              <a:extLst>
                <a:ext uri="{FF2B5EF4-FFF2-40B4-BE49-F238E27FC236}">
                  <a16:creationId xmlns:a16="http://schemas.microsoft.com/office/drawing/2014/main" id="{5BBF72A5-FBD3-B78A-00AF-287BBED9F513}"/>
                </a:ext>
              </a:extLst>
            </p:cNvPr>
            <p:cNvSpPr/>
            <p:nvPr/>
          </p:nvSpPr>
          <p:spPr>
            <a:xfrm>
              <a:off x="11924080" y="652720"/>
              <a:ext cx="50187" cy="39795"/>
            </a:xfrm>
            <a:custGeom>
              <a:avLst/>
              <a:gdLst>
                <a:gd name="connsiteX0" fmla="*/ 50188 w 50187"/>
                <a:gd name="connsiteY0" fmla="*/ 19898 h 39795"/>
                <a:gd name="connsiteX1" fmla="*/ 25094 w 50187"/>
                <a:gd name="connsiteY1" fmla="*/ 39795 h 39795"/>
                <a:gd name="connsiteX2" fmla="*/ 0 w 50187"/>
                <a:gd name="connsiteY2" fmla="*/ 19898 h 39795"/>
                <a:gd name="connsiteX3" fmla="*/ 25094 w 50187"/>
                <a:gd name="connsiteY3" fmla="*/ 0 h 39795"/>
                <a:gd name="connsiteX4" fmla="*/ 50188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8" y="19898"/>
                  </a:moveTo>
                  <a:cubicBezTo>
                    <a:pt x="50188" y="30797"/>
                    <a:pt x="38908" y="39795"/>
                    <a:pt x="25094" y="39795"/>
                  </a:cubicBezTo>
                  <a:cubicBezTo>
                    <a:pt x="11280" y="39795"/>
                    <a:pt x="0" y="30924"/>
                    <a:pt x="0" y="19898"/>
                  </a:cubicBezTo>
                  <a:cubicBezTo>
                    <a:pt x="0" y="8872"/>
                    <a:pt x="11153" y="0"/>
                    <a:pt x="25094" y="0"/>
                  </a:cubicBezTo>
                  <a:cubicBezTo>
                    <a:pt x="39035" y="0"/>
                    <a:pt x="50188" y="8872"/>
                    <a:pt x="50188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95" name="Freeform: Shape 6194">
              <a:extLst>
                <a:ext uri="{FF2B5EF4-FFF2-40B4-BE49-F238E27FC236}">
                  <a16:creationId xmlns:a16="http://schemas.microsoft.com/office/drawing/2014/main" id="{973B4996-0F63-9302-9F65-57C913423427}"/>
                </a:ext>
              </a:extLst>
            </p:cNvPr>
            <p:cNvSpPr/>
            <p:nvPr/>
          </p:nvSpPr>
          <p:spPr>
            <a:xfrm>
              <a:off x="11990744" y="742323"/>
              <a:ext cx="50187" cy="39795"/>
            </a:xfrm>
            <a:custGeom>
              <a:avLst/>
              <a:gdLst>
                <a:gd name="connsiteX0" fmla="*/ 50188 w 50187"/>
                <a:gd name="connsiteY0" fmla="*/ 19898 h 39795"/>
                <a:gd name="connsiteX1" fmla="*/ 25093 w 50187"/>
                <a:gd name="connsiteY1" fmla="*/ 39795 h 39795"/>
                <a:gd name="connsiteX2" fmla="*/ 0 w 50187"/>
                <a:gd name="connsiteY2" fmla="*/ 19898 h 39795"/>
                <a:gd name="connsiteX3" fmla="*/ 25093 w 50187"/>
                <a:gd name="connsiteY3" fmla="*/ 0 h 39795"/>
                <a:gd name="connsiteX4" fmla="*/ 50188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8" y="19898"/>
                  </a:moveTo>
                  <a:cubicBezTo>
                    <a:pt x="50188" y="30797"/>
                    <a:pt x="38908" y="39795"/>
                    <a:pt x="25093" y="39795"/>
                  </a:cubicBezTo>
                  <a:cubicBezTo>
                    <a:pt x="11280" y="39795"/>
                    <a:pt x="0" y="30924"/>
                    <a:pt x="0" y="19898"/>
                  </a:cubicBezTo>
                  <a:cubicBezTo>
                    <a:pt x="0" y="8872"/>
                    <a:pt x="11153" y="0"/>
                    <a:pt x="25093" y="0"/>
                  </a:cubicBezTo>
                  <a:cubicBezTo>
                    <a:pt x="39035" y="0"/>
                    <a:pt x="50188" y="8872"/>
                    <a:pt x="50188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96" name="Freeform: Shape 6195">
              <a:extLst>
                <a:ext uri="{FF2B5EF4-FFF2-40B4-BE49-F238E27FC236}">
                  <a16:creationId xmlns:a16="http://schemas.microsoft.com/office/drawing/2014/main" id="{7451D628-F78C-E260-4DFA-082101701C90}"/>
                </a:ext>
              </a:extLst>
            </p:cNvPr>
            <p:cNvSpPr/>
            <p:nvPr/>
          </p:nvSpPr>
          <p:spPr>
            <a:xfrm>
              <a:off x="12055253" y="832939"/>
              <a:ext cx="50186" cy="39795"/>
            </a:xfrm>
            <a:custGeom>
              <a:avLst/>
              <a:gdLst>
                <a:gd name="connsiteX0" fmla="*/ 50187 w 50186"/>
                <a:gd name="connsiteY0" fmla="*/ 19898 h 39795"/>
                <a:gd name="connsiteX1" fmla="*/ 25093 w 50186"/>
                <a:gd name="connsiteY1" fmla="*/ 39795 h 39795"/>
                <a:gd name="connsiteX2" fmla="*/ 0 w 50186"/>
                <a:gd name="connsiteY2" fmla="*/ 19898 h 39795"/>
                <a:gd name="connsiteX3" fmla="*/ 25093 w 50186"/>
                <a:gd name="connsiteY3" fmla="*/ 0 h 39795"/>
                <a:gd name="connsiteX4" fmla="*/ 50187 w 50186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6" h="39795">
                  <a:moveTo>
                    <a:pt x="50187" y="19898"/>
                  </a:moveTo>
                  <a:cubicBezTo>
                    <a:pt x="50187" y="30797"/>
                    <a:pt x="38908" y="39795"/>
                    <a:pt x="25093" y="39795"/>
                  </a:cubicBezTo>
                  <a:cubicBezTo>
                    <a:pt x="11279" y="39795"/>
                    <a:pt x="0" y="30924"/>
                    <a:pt x="0" y="19898"/>
                  </a:cubicBezTo>
                  <a:cubicBezTo>
                    <a:pt x="0" y="8871"/>
                    <a:pt x="11153" y="0"/>
                    <a:pt x="25093" y="0"/>
                  </a:cubicBezTo>
                  <a:cubicBezTo>
                    <a:pt x="39034" y="0"/>
                    <a:pt x="50187" y="8871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97" name="Freeform: Shape 6196">
              <a:extLst>
                <a:ext uri="{FF2B5EF4-FFF2-40B4-BE49-F238E27FC236}">
                  <a16:creationId xmlns:a16="http://schemas.microsoft.com/office/drawing/2014/main" id="{B73B79D2-2DCA-81B3-38A6-6908EC4C014E}"/>
                </a:ext>
              </a:extLst>
            </p:cNvPr>
            <p:cNvSpPr/>
            <p:nvPr/>
          </p:nvSpPr>
          <p:spPr>
            <a:xfrm>
              <a:off x="12117607" y="924442"/>
              <a:ext cx="33711" cy="39795"/>
            </a:xfrm>
            <a:custGeom>
              <a:avLst/>
              <a:gdLst>
                <a:gd name="connsiteX0" fmla="*/ 24967 w 33711"/>
                <a:gd name="connsiteY0" fmla="*/ 0 h 39795"/>
                <a:gd name="connsiteX1" fmla="*/ 0 w 33711"/>
                <a:gd name="connsiteY1" fmla="*/ 19898 h 39795"/>
                <a:gd name="connsiteX2" fmla="*/ 24967 w 33711"/>
                <a:gd name="connsiteY2" fmla="*/ 39795 h 39795"/>
                <a:gd name="connsiteX3" fmla="*/ 33711 w 33711"/>
                <a:gd name="connsiteY3" fmla="*/ 38401 h 39795"/>
                <a:gd name="connsiteX4" fmla="*/ 33711 w 33711"/>
                <a:gd name="connsiteY4" fmla="*/ 1394 h 39795"/>
                <a:gd name="connsiteX5" fmla="*/ 24967 w 33711"/>
                <a:gd name="connsiteY5" fmla="*/ 0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711" h="39795">
                  <a:moveTo>
                    <a:pt x="24967" y="0"/>
                  </a:moveTo>
                  <a:cubicBezTo>
                    <a:pt x="11153" y="0"/>
                    <a:pt x="0" y="8872"/>
                    <a:pt x="0" y="19898"/>
                  </a:cubicBezTo>
                  <a:cubicBezTo>
                    <a:pt x="0" y="30924"/>
                    <a:pt x="11153" y="39795"/>
                    <a:pt x="24967" y="39795"/>
                  </a:cubicBezTo>
                  <a:lnTo>
                    <a:pt x="33711" y="38401"/>
                  </a:lnTo>
                  <a:lnTo>
                    <a:pt x="33711" y="1394"/>
                  </a:lnTo>
                  <a:lnTo>
                    <a:pt x="24967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98" name="Freeform: Shape 6197">
              <a:extLst>
                <a:ext uri="{FF2B5EF4-FFF2-40B4-BE49-F238E27FC236}">
                  <a16:creationId xmlns:a16="http://schemas.microsoft.com/office/drawing/2014/main" id="{509CB3D8-BC6B-AA62-33E2-ED5B1D80A6ED}"/>
                </a:ext>
              </a:extLst>
            </p:cNvPr>
            <p:cNvSpPr/>
            <p:nvPr/>
          </p:nvSpPr>
          <p:spPr>
            <a:xfrm>
              <a:off x="12150558" y="6128094"/>
              <a:ext cx="634" cy="2661"/>
            </a:xfrm>
            <a:custGeom>
              <a:avLst/>
              <a:gdLst>
                <a:gd name="connsiteX0" fmla="*/ 0 w 634"/>
                <a:gd name="connsiteY0" fmla="*/ 1394 h 2661"/>
                <a:gd name="connsiteX1" fmla="*/ 634 w 634"/>
                <a:gd name="connsiteY1" fmla="*/ 2661 h 2661"/>
                <a:gd name="connsiteX2" fmla="*/ 634 w 634"/>
                <a:gd name="connsiteY2" fmla="*/ 0 h 2661"/>
                <a:gd name="connsiteX3" fmla="*/ 0 w 634"/>
                <a:gd name="connsiteY3" fmla="*/ 1394 h 2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4" h="2661">
                  <a:moveTo>
                    <a:pt x="0" y="1394"/>
                  </a:moveTo>
                  <a:lnTo>
                    <a:pt x="634" y="2661"/>
                  </a:lnTo>
                  <a:lnTo>
                    <a:pt x="634" y="0"/>
                  </a:lnTo>
                  <a:lnTo>
                    <a:pt x="0" y="1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99" name="Freeform: Shape 6198">
              <a:extLst>
                <a:ext uri="{FF2B5EF4-FFF2-40B4-BE49-F238E27FC236}">
                  <a16:creationId xmlns:a16="http://schemas.microsoft.com/office/drawing/2014/main" id="{04E65FF9-965C-F85B-482B-8C630DF7A5F6}"/>
                </a:ext>
              </a:extLst>
            </p:cNvPr>
            <p:cNvSpPr/>
            <p:nvPr/>
          </p:nvSpPr>
          <p:spPr>
            <a:xfrm>
              <a:off x="12085669" y="6215034"/>
              <a:ext cx="11279" cy="8998"/>
            </a:xfrm>
            <a:custGeom>
              <a:avLst/>
              <a:gdLst>
                <a:gd name="connsiteX0" fmla="*/ 11280 w 11279"/>
                <a:gd name="connsiteY0" fmla="*/ 4436 h 8998"/>
                <a:gd name="connsiteX1" fmla="*/ 5703 w 11279"/>
                <a:gd name="connsiteY1" fmla="*/ 8999 h 8998"/>
                <a:gd name="connsiteX2" fmla="*/ 0 w 11279"/>
                <a:gd name="connsiteY2" fmla="*/ 4436 h 8998"/>
                <a:gd name="connsiteX3" fmla="*/ 5703 w 11279"/>
                <a:gd name="connsiteY3" fmla="*/ 0 h 8998"/>
                <a:gd name="connsiteX4" fmla="*/ 11280 w 11279"/>
                <a:gd name="connsiteY4" fmla="*/ 4436 h 8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79" h="8998">
                  <a:moveTo>
                    <a:pt x="11280" y="4436"/>
                  </a:moveTo>
                  <a:lnTo>
                    <a:pt x="5703" y="8999"/>
                  </a:lnTo>
                  <a:lnTo>
                    <a:pt x="0" y="4436"/>
                  </a:lnTo>
                  <a:lnTo>
                    <a:pt x="5703" y="0"/>
                  </a:lnTo>
                  <a:lnTo>
                    <a:pt x="11280" y="44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00" name="Freeform: Shape 6199">
              <a:extLst>
                <a:ext uri="{FF2B5EF4-FFF2-40B4-BE49-F238E27FC236}">
                  <a16:creationId xmlns:a16="http://schemas.microsoft.com/office/drawing/2014/main" id="{99CAB90E-B358-612E-CEB3-9865550565DB}"/>
                </a:ext>
              </a:extLst>
            </p:cNvPr>
            <p:cNvSpPr/>
            <p:nvPr/>
          </p:nvSpPr>
          <p:spPr>
            <a:xfrm>
              <a:off x="12018245" y="6304383"/>
              <a:ext cx="10646" cy="8364"/>
            </a:xfrm>
            <a:custGeom>
              <a:avLst/>
              <a:gdLst>
                <a:gd name="connsiteX0" fmla="*/ 10646 w 10646"/>
                <a:gd name="connsiteY0" fmla="*/ 4182 h 8364"/>
                <a:gd name="connsiteX1" fmla="*/ 5323 w 10646"/>
                <a:gd name="connsiteY1" fmla="*/ 8365 h 8364"/>
                <a:gd name="connsiteX2" fmla="*/ 0 w 10646"/>
                <a:gd name="connsiteY2" fmla="*/ 4182 h 8364"/>
                <a:gd name="connsiteX3" fmla="*/ 5323 w 10646"/>
                <a:gd name="connsiteY3" fmla="*/ 0 h 8364"/>
                <a:gd name="connsiteX4" fmla="*/ 10646 w 10646"/>
                <a:gd name="connsiteY4" fmla="*/ 4182 h 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46" h="8364">
                  <a:moveTo>
                    <a:pt x="10646" y="4182"/>
                  </a:moveTo>
                  <a:lnTo>
                    <a:pt x="5323" y="8365"/>
                  </a:lnTo>
                  <a:lnTo>
                    <a:pt x="0" y="4182"/>
                  </a:lnTo>
                  <a:lnTo>
                    <a:pt x="5323" y="0"/>
                  </a:lnTo>
                  <a:lnTo>
                    <a:pt x="10646" y="41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01" name="Freeform: Shape 6200">
              <a:extLst>
                <a:ext uri="{FF2B5EF4-FFF2-40B4-BE49-F238E27FC236}">
                  <a16:creationId xmlns:a16="http://schemas.microsoft.com/office/drawing/2014/main" id="{955E9F3F-2674-A9DB-DD6E-ED388AF3376F}"/>
                </a:ext>
              </a:extLst>
            </p:cNvPr>
            <p:cNvSpPr/>
            <p:nvPr/>
          </p:nvSpPr>
          <p:spPr>
            <a:xfrm>
              <a:off x="11948921" y="6392718"/>
              <a:ext cx="9758" cy="7730"/>
            </a:xfrm>
            <a:custGeom>
              <a:avLst/>
              <a:gdLst>
                <a:gd name="connsiteX0" fmla="*/ 9759 w 9758"/>
                <a:gd name="connsiteY0" fmla="*/ 3929 h 7730"/>
                <a:gd name="connsiteX1" fmla="*/ 4816 w 9758"/>
                <a:gd name="connsiteY1" fmla="*/ 7731 h 7730"/>
                <a:gd name="connsiteX2" fmla="*/ 0 w 9758"/>
                <a:gd name="connsiteY2" fmla="*/ 3929 h 7730"/>
                <a:gd name="connsiteX3" fmla="*/ 4816 w 9758"/>
                <a:gd name="connsiteY3" fmla="*/ 0 h 7730"/>
                <a:gd name="connsiteX4" fmla="*/ 9759 w 9758"/>
                <a:gd name="connsiteY4" fmla="*/ 3929 h 7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58" h="7730">
                  <a:moveTo>
                    <a:pt x="9759" y="3929"/>
                  </a:moveTo>
                  <a:lnTo>
                    <a:pt x="4816" y="7731"/>
                  </a:lnTo>
                  <a:lnTo>
                    <a:pt x="0" y="3929"/>
                  </a:lnTo>
                  <a:lnTo>
                    <a:pt x="4816" y="0"/>
                  </a:lnTo>
                  <a:lnTo>
                    <a:pt x="9759" y="392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02" name="Freeform: Shape 6201">
              <a:extLst>
                <a:ext uri="{FF2B5EF4-FFF2-40B4-BE49-F238E27FC236}">
                  <a16:creationId xmlns:a16="http://schemas.microsoft.com/office/drawing/2014/main" id="{CF896DF4-35C8-C001-FA77-6EB3486478EB}"/>
                </a:ext>
              </a:extLst>
            </p:cNvPr>
            <p:cNvSpPr/>
            <p:nvPr/>
          </p:nvSpPr>
          <p:spPr>
            <a:xfrm>
              <a:off x="11877188" y="6479913"/>
              <a:ext cx="9252" cy="7223"/>
            </a:xfrm>
            <a:custGeom>
              <a:avLst/>
              <a:gdLst>
                <a:gd name="connsiteX0" fmla="*/ 9252 w 9252"/>
                <a:gd name="connsiteY0" fmla="*/ 3675 h 7223"/>
                <a:gd name="connsiteX1" fmla="*/ 4690 w 9252"/>
                <a:gd name="connsiteY1" fmla="*/ 7224 h 7223"/>
                <a:gd name="connsiteX2" fmla="*/ 0 w 9252"/>
                <a:gd name="connsiteY2" fmla="*/ 3675 h 7223"/>
                <a:gd name="connsiteX3" fmla="*/ 4690 w 9252"/>
                <a:gd name="connsiteY3" fmla="*/ 0 h 7223"/>
                <a:gd name="connsiteX4" fmla="*/ 9252 w 9252"/>
                <a:gd name="connsiteY4" fmla="*/ 3675 h 7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52" h="7223">
                  <a:moveTo>
                    <a:pt x="9252" y="3675"/>
                  </a:moveTo>
                  <a:lnTo>
                    <a:pt x="4690" y="7224"/>
                  </a:lnTo>
                  <a:lnTo>
                    <a:pt x="0" y="3675"/>
                  </a:lnTo>
                  <a:lnTo>
                    <a:pt x="4690" y="0"/>
                  </a:lnTo>
                  <a:lnTo>
                    <a:pt x="9252" y="367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03" name="Freeform: Shape 6202">
              <a:extLst>
                <a:ext uri="{FF2B5EF4-FFF2-40B4-BE49-F238E27FC236}">
                  <a16:creationId xmlns:a16="http://schemas.microsoft.com/office/drawing/2014/main" id="{57E3013A-14F3-E903-15DC-1C2FA5B91A80}"/>
                </a:ext>
              </a:extLst>
            </p:cNvPr>
            <p:cNvSpPr/>
            <p:nvPr/>
          </p:nvSpPr>
          <p:spPr>
            <a:xfrm>
              <a:off x="11803935" y="6566219"/>
              <a:ext cx="7857" cy="6336"/>
            </a:xfrm>
            <a:custGeom>
              <a:avLst/>
              <a:gdLst>
                <a:gd name="connsiteX0" fmla="*/ 7858 w 7857"/>
                <a:gd name="connsiteY0" fmla="*/ 3168 h 6336"/>
                <a:gd name="connsiteX1" fmla="*/ 3929 w 7857"/>
                <a:gd name="connsiteY1" fmla="*/ 6337 h 6336"/>
                <a:gd name="connsiteX2" fmla="*/ 0 w 7857"/>
                <a:gd name="connsiteY2" fmla="*/ 3168 h 6336"/>
                <a:gd name="connsiteX3" fmla="*/ 3929 w 7857"/>
                <a:gd name="connsiteY3" fmla="*/ 0 h 6336"/>
                <a:gd name="connsiteX4" fmla="*/ 7858 w 7857"/>
                <a:gd name="connsiteY4" fmla="*/ 3168 h 6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57" h="6336">
                  <a:moveTo>
                    <a:pt x="7858" y="3168"/>
                  </a:moveTo>
                  <a:lnTo>
                    <a:pt x="3929" y="6337"/>
                  </a:lnTo>
                  <a:lnTo>
                    <a:pt x="0" y="3168"/>
                  </a:lnTo>
                  <a:lnTo>
                    <a:pt x="3929" y="0"/>
                  </a:lnTo>
                  <a:lnTo>
                    <a:pt x="7858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04" name="Freeform: Shape 6203">
              <a:extLst>
                <a:ext uri="{FF2B5EF4-FFF2-40B4-BE49-F238E27FC236}">
                  <a16:creationId xmlns:a16="http://schemas.microsoft.com/office/drawing/2014/main" id="{D5AF763E-EED0-3130-663B-C5BA6BA62E4F}"/>
                </a:ext>
              </a:extLst>
            </p:cNvPr>
            <p:cNvSpPr/>
            <p:nvPr/>
          </p:nvSpPr>
          <p:spPr>
            <a:xfrm>
              <a:off x="11728527" y="6651513"/>
              <a:ext cx="6463" cy="5195"/>
            </a:xfrm>
            <a:custGeom>
              <a:avLst/>
              <a:gdLst>
                <a:gd name="connsiteX0" fmla="*/ 6464 w 6463"/>
                <a:gd name="connsiteY0" fmla="*/ 2534 h 5195"/>
                <a:gd name="connsiteX1" fmla="*/ 3168 w 6463"/>
                <a:gd name="connsiteY1" fmla="*/ 5196 h 5195"/>
                <a:gd name="connsiteX2" fmla="*/ 0 w 6463"/>
                <a:gd name="connsiteY2" fmla="*/ 2534 h 5195"/>
                <a:gd name="connsiteX3" fmla="*/ 3168 w 6463"/>
                <a:gd name="connsiteY3" fmla="*/ 0 h 5195"/>
                <a:gd name="connsiteX4" fmla="*/ 6464 w 6463"/>
                <a:gd name="connsiteY4" fmla="*/ 2534 h 5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195">
                  <a:moveTo>
                    <a:pt x="6464" y="2534"/>
                  </a:moveTo>
                  <a:lnTo>
                    <a:pt x="3168" y="5196"/>
                  </a:lnTo>
                  <a:lnTo>
                    <a:pt x="0" y="2534"/>
                  </a:lnTo>
                  <a:lnTo>
                    <a:pt x="3168" y="0"/>
                  </a:lnTo>
                  <a:lnTo>
                    <a:pt x="6464" y="25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05" name="Freeform: Shape 6204">
              <a:extLst>
                <a:ext uri="{FF2B5EF4-FFF2-40B4-BE49-F238E27FC236}">
                  <a16:creationId xmlns:a16="http://schemas.microsoft.com/office/drawing/2014/main" id="{1BBCA65B-CDD6-36AB-45DC-4378A0A2DD58}"/>
                </a:ext>
              </a:extLst>
            </p:cNvPr>
            <p:cNvSpPr/>
            <p:nvPr/>
          </p:nvSpPr>
          <p:spPr>
            <a:xfrm>
              <a:off x="11650711" y="6735286"/>
              <a:ext cx="5956" cy="4689"/>
            </a:xfrm>
            <a:custGeom>
              <a:avLst/>
              <a:gdLst>
                <a:gd name="connsiteX0" fmla="*/ 5957 w 5956"/>
                <a:gd name="connsiteY0" fmla="*/ 2408 h 4689"/>
                <a:gd name="connsiteX1" fmla="*/ 3042 w 5956"/>
                <a:gd name="connsiteY1" fmla="*/ 4689 h 4689"/>
                <a:gd name="connsiteX2" fmla="*/ 0 w 5956"/>
                <a:gd name="connsiteY2" fmla="*/ 2408 h 4689"/>
                <a:gd name="connsiteX3" fmla="*/ 3042 w 5956"/>
                <a:gd name="connsiteY3" fmla="*/ 0 h 4689"/>
                <a:gd name="connsiteX4" fmla="*/ 5957 w 5956"/>
                <a:gd name="connsiteY4" fmla="*/ 2408 h 4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6" h="4689">
                  <a:moveTo>
                    <a:pt x="5957" y="2408"/>
                  </a:moveTo>
                  <a:lnTo>
                    <a:pt x="3042" y="4689"/>
                  </a:lnTo>
                  <a:lnTo>
                    <a:pt x="0" y="2408"/>
                  </a:lnTo>
                  <a:lnTo>
                    <a:pt x="3042" y="0"/>
                  </a:lnTo>
                  <a:lnTo>
                    <a:pt x="5957" y="240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06" name="Freeform: Shape 6205">
              <a:extLst>
                <a:ext uri="{FF2B5EF4-FFF2-40B4-BE49-F238E27FC236}">
                  <a16:creationId xmlns:a16="http://schemas.microsoft.com/office/drawing/2014/main" id="{66F489D6-B4F9-4512-43EB-70E293F8D729}"/>
                </a:ext>
              </a:extLst>
            </p:cNvPr>
            <p:cNvSpPr/>
            <p:nvPr/>
          </p:nvSpPr>
          <p:spPr>
            <a:xfrm>
              <a:off x="11571248" y="6818171"/>
              <a:ext cx="4689" cy="3675"/>
            </a:xfrm>
            <a:custGeom>
              <a:avLst/>
              <a:gdLst>
                <a:gd name="connsiteX0" fmla="*/ 4689 w 4689"/>
                <a:gd name="connsiteY0" fmla="*/ 1774 h 3675"/>
                <a:gd name="connsiteX1" fmla="*/ 2408 w 4689"/>
                <a:gd name="connsiteY1" fmla="*/ 3676 h 3675"/>
                <a:gd name="connsiteX2" fmla="*/ 0 w 4689"/>
                <a:gd name="connsiteY2" fmla="*/ 1774 h 3675"/>
                <a:gd name="connsiteX3" fmla="*/ 2408 w 4689"/>
                <a:gd name="connsiteY3" fmla="*/ 0 h 3675"/>
                <a:gd name="connsiteX4" fmla="*/ 4689 w 4689"/>
                <a:gd name="connsiteY4" fmla="*/ 1774 h 3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89" h="3675">
                  <a:moveTo>
                    <a:pt x="4689" y="1774"/>
                  </a:moveTo>
                  <a:lnTo>
                    <a:pt x="2408" y="3676"/>
                  </a:lnTo>
                  <a:lnTo>
                    <a:pt x="0" y="1774"/>
                  </a:lnTo>
                  <a:lnTo>
                    <a:pt x="2408" y="0"/>
                  </a:lnTo>
                  <a:lnTo>
                    <a:pt x="4689" y="177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07" name="Freeform: Shape 6206">
              <a:extLst>
                <a:ext uri="{FF2B5EF4-FFF2-40B4-BE49-F238E27FC236}">
                  <a16:creationId xmlns:a16="http://schemas.microsoft.com/office/drawing/2014/main" id="{47B8BA65-3EA2-A954-D6D3-AAE9574A103F}"/>
                </a:ext>
              </a:extLst>
            </p:cNvPr>
            <p:cNvSpPr/>
            <p:nvPr/>
          </p:nvSpPr>
          <p:spPr>
            <a:xfrm>
              <a:off x="722522" y="6800174"/>
              <a:ext cx="50187" cy="24713"/>
            </a:xfrm>
            <a:custGeom>
              <a:avLst/>
              <a:gdLst>
                <a:gd name="connsiteX0" fmla="*/ 25094 w 50187"/>
                <a:gd name="connsiteY0" fmla="*/ 0 h 24713"/>
                <a:gd name="connsiteX1" fmla="*/ 0 w 50187"/>
                <a:gd name="connsiteY1" fmla="*/ 19898 h 24713"/>
                <a:gd name="connsiteX2" fmla="*/ 1267 w 50187"/>
                <a:gd name="connsiteY2" fmla="*/ 24714 h 24713"/>
                <a:gd name="connsiteX3" fmla="*/ 48920 w 50187"/>
                <a:gd name="connsiteY3" fmla="*/ 24714 h 24713"/>
                <a:gd name="connsiteX4" fmla="*/ 50187 w 50187"/>
                <a:gd name="connsiteY4" fmla="*/ 19898 h 24713"/>
                <a:gd name="connsiteX5" fmla="*/ 25094 w 50187"/>
                <a:gd name="connsiteY5" fmla="*/ 0 h 24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187" h="24713">
                  <a:moveTo>
                    <a:pt x="25094" y="0"/>
                  </a:moveTo>
                  <a:cubicBezTo>
                    <a:pt x="11280" y="0"/>
                    <a:pt x="0" y="8872"/>
                    <a:pt x="0" y="19898"/>
                  </a:cubicBezTo>
                  <a:lnTo>
                    <a:pt x="1267" y="24714"/>
                  </a:lnTo>
                  <a:lnTo>
                    <a:pt x="48920" y="24714"/>
                  </a:lnTo>
                  <a:lnTo>
                    <a:pt x="50187" y="19898"/>
                  </a:lnTo>
                  <a:cubicBezTo>
                    <a:pt x="50187" y="8872"/>
                    <a:pt x="38908" y="0"/>
                    <a:pt x="25094" y="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08" name="Freeform: Shape 6207">
              <a:extLst>
                <a:ext uri="{FF2B5EF4-FFF2-40B4-BE49-F238E27FC236}">
                  <a16:creationId xmlns:a16="http://schemas.microsoft.com/office/drawing/2014/main" id="{E98372FC-2855-31B1-4518-CA8E404E51E5}"/>
                </a:ext>
              </a:extLst>
            </p:cNvPr>
            <p:cNvSpPr/>
            <p:nvPr/>
          </p:nvSpPr>
          <p:spPr>
            <a:xfrm>
              <a:off x="642425" y="6717796"/>
              <a:ext cx="50187" cy="39795"/>
            </a:xfrm>
            <a:custGeom>
              <a:avLst/>
              <a:gdLst>
                <a:gd name="connsiteX0" fmla="*/ 50187 w 50187"/>
                <a:gd name="connsiteY0" fmla="*/ 19898 h 39795"/>
                <a:gd name="connsiteX1" fmla="*/ 25094 w 50187"/>
                <a:gd name="connsiteY1" fmla="*/ 39795 h 39795"/>
                <a:gd name="connsiteX2" fmla="*/ 0 w 50187"/>
                <a:gd name="connsiteY2" fmla="*/ 19898 h 39795"/>
                <a:gd name="connsiteX3" fmla="*/ 25094 w 50187"/>
                <a:gd name="connsiteY3" fmla="*/ 0 h 39795"/>
                <a:gd name="connsiteX4" fmla="*/ 50187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7" y="19898"/>
                  </a:moveTo>
                  <a:cubicBezTo>
                    <a:pt x="50187" y="30924"/>
                    <a:pt x="38908" y="39795"/>
                    <a:pt x="25094" y="39795"/>
                  </a:cubicBezTo>
                  <a:cubicBezTo>
                    <a:pt x="11280" y="39795"/>
                    <a:pt x="0" y="30924"/>
                    <a:pt x="0" y="19898"/>
                  </a:cubicBezTo>
                  <a:cubicBezTo>
                    <a:pt x="0" y="8872"/>
                    <a:pt x="11280" y="0"/>
                    <a:pt x="25094" y="0"/>
                  </a:cubicBezTo>
                  <a:cubicBezTo>
                    <a:pt x="38908" y="0"/>
                    <a:pt x="50187" y="8872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09" name="Freeform: Shape 6208">
              <a:extLst>
                <a:ext uri="{FF2B5EF4-FFF2-40B4-BE49-F238E27FC236}">
                  <a16:creationId xmlns:a16="http://schemas.microsoft.com/office/drawing/2014/main" id="{DD615F4D-9CEC-4563-205B-B8BB5183A232}"/>
                </a:ext>
              </a:extLst>
            </p:cNvPr>
            <p:cNvSpPr/>
            <p:nvPr/>
          </p:nvSpPr>
          <p:spPr>
            <a:xfrm>
              <a:off x="564356" y="6634277"/>
              <a:ext cx="50187" cy="39795"/>
            </a:xfrm>
            <a:custGeom>
              <a:avLst/>
              <a:gdLst>
                <a:gd name="connsiteX0" fmla="*/ 50187 w 50187"/>
                <a:gd name="connsiteY0" fmla="*/ 19898 h 39795"/>
                <a:gd name="connsiteX1" fmla="*/ 25094 w 50187"/>
                <a:gd name="connsiteY1" fmla="*/ 39795 h 39795"/>
                <a:gd name="connsiteX2" fmla="*/ 0 w 50187"/>
                <a:gd name="connsiteY2" fmla="*/ 19898 h 39795"/>
                <a:gd name="connsiteX3" fmla="*/ 25094 w 50187"/>
                <a:gd name="connsiteY3" fmla="*/ 0 h 39795"/>
                <a:gd name="connsiteX4" fmla="*/ 50187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7" y="19898"/>
                  </a:moveTo>
                  <a:cubicBezTo>
                    <a:pt x="50187" y="30798"/>
                    <a:pt x="38908" y="39795"/>
                    <a:pt x="25094" y="39795"/>
                  </a:cubicBezTo>
                  <a:cubicBezTo>
                    <a:pt x="11279" y="39795"/>
                    <a:pt x="0" y="30924"/>
                    <a:pt x="0" y="19898"/>
                  </a:cubicBezTo>
                  <a:cubicBezTo>
                    <a:pt x="0" y="8872"/>
                    <a:pt x="11279" y="0"/>
                    <a:pt x="25094" y="0"/>
                  </a:cubicBezTo>
                  <a:cubicBezTo>
                    <a:pt x="38908" y="0"/>
                    <a:pt x="50187" y="8872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10" name="Freeform: Shape 6209">
              <a:extLst>
                <a:ext uri="{FF2B5EF4-FFF2-40B4-BE49-F238E27FC236}">
                  <a16:creationId xmlns:a16="http://schemas.microsoft.com/office/drawing/2014/main" id="{8D0B219F-9F84-24B9-FA45-C0B33C521F1B}"/>
                </a:ext>
              </a:extLst>
            </p:cNvPr>
            <p:cNvSpPr/>
            <p:nvPr/>
          </p:nvSpPr>
          <p:spPr>
            <a:xfrm>
              <a:off x="488314" y="6549490"/>
              <a:ext cx="50187" cy="39795"/>
            </a:xfrm>
            <a:custGeom>
              <a:avLst/>
              <a:gdLst>
                <a:gd name="connsiteX0" fmla="*/ 50187 w 50187"/>
                <a:gd name="connsiteY0" fmla="*/ 19898 h 39795"/>
                <a:gd name="connsiteX1" fmla="*/ 25094 w 50187"/>
                <a:gd name="connsiteY1" fmla="*/ 39795 h 39795"/>
                <a:gd name="connsiteX2" fmla="*/ 0 w 50187"/>
                <a:gd name="connsiteY2" fmla="*/ 19898 h 39795"/>
                <a:gd name="connsiteX3" fmla="*/ 25094 w 50187"/>
                <a:gd name="connsiteY3" fmla="*/ 0 h 39795"/>
                <a:gd name="connsiteX4" fmla="*/ 50187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7" y="19898"/>
                  </a:moveTo>
                  <a:cubicBezTo>
                    <a:pt x="50187" y="30798"/>
                    <a:pt x="38908" y="39795"/>
                    <a:pt x="25094" y="39795"/>
                  </a:cubicBezTo>
                  <a:cubicBezTo>
                    <a:pt x="11279" y="39795"/>
                    <a:pt x="0" y="30924"/>
                    <a:pt x="0" y="19898"/>
                  </a:cubicBezTo>
                  <a:cubicBezTo>
                    <a:pt x="0" y="8872"/>
                    <a:pt x="11279" y="0"/>
                    <a:pt x="25094" y="0"/>
                  </a:cubicBezTo>
                  <a:cubicBezTo>
                    <a:pt x="38908" y="0"/>
                    <a:pt x="50187" y="8872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11" name="Freeform: Shape 6210">
              <a:extLst>
                <a:ext uri="{FF2B5EF4-FFF2-40B4-BE49-F238E27FC236}">
                  <a16:creationId xmlns:a16="http://schemas.microsoft.com/office/drawing/2014/main" id="{EE9D9B16-4E0E-0D2D-DD9A-7B393D2C2409}"/>
                </a:ext>
              </a:extLst>
            </p:cNvPr>
            <p:cNvSpPr/>
            <p:nvPr/>
          </p:nvSpPr>
          <p:spPr>
            <a:xfrm>
              <a:off x="414300" y="6463691"/>
              <a:ext cx="50187" cy="39795"/>
            </a:xfrm>
            <a:custGeom>
              <a:avLst/>
              <a:gdLst>
                <a:gd name="connsiteX0" fmla="*/ 50187 w 50187"/>
                <a:gd name="connsiteY0" fmla="*/ 19897 h 39795"/>
                <a:gd name="connsiteX1" fmla="*/ 25094 w 50187"/>
                <a:gd name="connsiteY1" fmla="*/ 39795 h 39795"/>
                <a:gd name="connsiteX2" fmla="*/ 0 w 50187"/>
                <a:gd name="connsiteY2" fmla="*/ 19897 h 39795"/>
                <a:gd name="connsiteX3" fmla="*/ 25094 w 50187"/>
                <a:gd name="connsiteY3" fmla="*/ 0 h 39795"/>
                <a:gd name="connsiteX4" fmla="*/ 50187 w 50187"/>
                <a:gd name="connsiteY4" fmla="*/ 19897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7" y="19897"/>
                  </a:moveTo>
                  <a:cubicBezTo>
                    <a:pt x="50187" y="30797"/>
                    <a:pt x="38908" y="39795"/>
                    <a:pt x="25094" y="39795"/>
                  </a:cubicBezTo>
                  <a:cubicBezTo>
                    <a:pt x="11280" y="39795"/>
                    <a:pt x="0" y="30924"/>
                    <a:pt x="0" y="19897"/>
                  </a:cubicBezTo>
                  <a:cubicBezTo>
                    <a:pt x="0" y="8871"/>
                    <a:pt x="11153" y="0"/>
                    <a:pt x="25094" y="0"/>
                  </a:cubicBezTo>
                  <a:cubicBezTo>
                    <a:pt x="39035" y="0"/>
                    <a:pt x="50187" y="8871"/>
                    <a:pt x="50187" y="198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12" name="Freeform: Shape 6211">
              <a:extLst>
                <a:ext uri="{FF2B5EF4-FFF2-40B4-BE49-F238E27FC236}">
                  <a16:creationId xmlns:a16="http://schemas.microsoft.com/office/drawing/2014/main" id="{603151A1-36BB-F137-EED2-14E8BC886D7E}"/>
                </a:ext>
              </a:extLst>
            </p:cNvPr>
            <p:cNvSpPr/>
            <p:nvPr/>
          </p:nvSpPr>
          <p:spPr>
            <a:xfrm>
              <a:off x="342314" y="6376749"/>
              <a:ext cx="50187" cy="39795"/>
            </a:xfrm>
            <a:custGeom>
              <a:avLst/>
              <a:gdLst>
                <a:gd name="connsiteX0" fmla="*/ 50187 w 50187"/>
                <a:gd name="connsiteY0" fmla="*/ 19898 h 39795"/>
                <a:gd name="connsiteX1" fmla="*/ 25094 w 50187"/>
                <a:gd name="connsiteY1" fmla="*/ 39795 h 39795"/>
                <a:gd name="connsiteX2" fmla="*/ 0 w 50187"/>
                <a:gd name="connsiteY2" fmla="*/ 19898 h 39795"/>
                <a:gd name="connsiteX3" fmla="*/ 25094 w 50187"/>
                <a:gd name="connsiteY3" fmla="*/ 0 h 39795"/>
                <a:gd name="connsiteX4" fmla="*/ 50187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7" y="19898"/>
                  </a:moveTo>
                  <a:cubicBezTo>
                    <a:pt x="50187" y="30797"/>
                    <a:pt x="39035" y="39795"/>
                    <a:pt x="25094" y="39795"/>
                  </a:cubicBezTo>
                  <a:cubicBezTo>
                    <a:pt x="11153" y="39795"/>
                    <a:pt x="0" y="30924"/>
                    <a:pt x="0" y="19898"/>
                  </a:cubicBezTo>
                  <a:cubicBezTo>
                    <a:pt x="0" y="8872"/>
                    <a:pt x="11279" y="0"/>
                    <a:pt x="25094" y="0"/>
                  </a:cubicBezTo>
                  <a:cubicBezTo>
                    <a:pt x="38908" y="0"/>
                    <a:pt x="50187" y="8872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13" name="Freeform: Shape 6212">
              <a:extLst>
                <a:ext uri="{FF2B5EF4-FFF2-40B4-BE49-F238E27FC236}">
                  <a16:creationId xmlns:a16="http://schemas.microsoft.com/office/drawing/2014/main" id="{CABDACDB-96ED-1017-69DF-7CACE38EE9CA}"/>
                </a:ext>
              </a:extLst>
            </p:cNvPr>
            <p:cNvSpPr/>
            <p:nvPr/>
          </p:nvSpPr>
          <p:spPr>
            <a:xfrm>
              <a:off x="272483" y="6288668"/>
              <a:ext cx="50187" cy="39794"/>
            </a:xfrm>
            <a:custGeom>
              <a:avLst/>
              <a:gdLst>
                <a:gd name="connsiteX0" fmla="*/ 50187 w 50187"/>
                <a:gd name="connsiteY0" fmla="*/ 19897 h 39794"/>
                <a:gd name="connsiteX1" fmla="*/ 25094 w 50187"/>
                <a:gd name="connsiteY1" fmla="*/ 39795 h 39794"/>
                <a:gd name="connsiteX2" fmla="*/ 0 w 50187"/>
                <a:gd name="connsiteY2" fmla="*/ 19897 h 39794"/>
                <a:gd name="connsiteX3" fmla="*/ 25094 w 50187"/>
                <a:gd name="connsiteY3" fmla="*/ 0 h 39794"/>
                <a:gd name="connsiteX4" fmla="*/ 50187 w 50187"/>
                <a:gd name="connsiteY4" fmla="*/ 19897 h 39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4">
                  <a:moveTo>
                    <a:pt x="50187" y="19897"/>
                  </a:moveTo>
                  <a:cubicBezTo>
                    <a:pt x="50187" y="30797"/>
                    <a:pt x="38908" y="39795"/>
                    <a:pt x="25094" y="39795"/>
                  </a:cubicBezTo>
                  <a:cubicBezTo>
                    <a:pt x="11279" y="39795"/>
                    <a:pt x="0" y="30923"/>
                    <a:pt x="0" y="19897"/>
                  </a:cubicBezTo>
                  <a:cubicBezTo>
                    <a:pt x="0" y="8871"/>
                    <a:pt x="11153" y="0"/>
                    <a:pt x="25094" y="0"/>
                  </a:cubicBezTo>
                  <a:cubicBezTo>
                    <a:pt x="39035" y="0"/>
                    <a:pt x="50187" y="8871"/>
                    <a:pt x="50187" y="198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14" name="Freeform: Shape 6213">
              <a:extLst>
                <a:ext uri="{FF2B5EF4-FFF2-40B4-BE49-F238E27FC236}">
                  <a16:creationId xmlns:a16="http://schemas.microsoft.com/office/drawing/2014/main" id="{BE949DF2-2CA6-D6F4-B1C9-F92B91921D2B}"/>
                </a:ext>
              </a:extLst>
            </p:cNvPr>
            <p:cNvSpPr/>
            <p:nvPr/>
          </p:nvSpPr>
          <p:spPr>
            <a:xfrm>
              <a:off x="204806" y="6199572"/>
              <a:ext cx="50187" cy="39795"/>
            </a:xfrm>
            <a:custGeom>
              <a:avLst/>
              <a:gdLst>
                <a:gd name="connsiteX0" fmla="*/ 50187 w 50187"/>
                <a:gd name="connsiteY0" fmla="*/ 19898 h 39795"/>
                <a:gd name="connsiteX1" fmla="*/ 25094 w 50187"/>
                <a:gd name="connsiteY1" fmla="*/ 39795 h 39795"/>
                <a:gd name="connsiteX2" fmla="*/ 0 w 50187"/>
                <a:gd name="connsiteY2" fmla="*/ 19898 h 39795"/>
                <a:gd name="connsiteX3" fmla="*/ 25094 w 50187"/>
                <a:gd name="connsiteY3" fmla="*/ 0 h 39795"/>
                <a:gd name="connsiteX4" fmla="*/ 50187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7" y="19898"/>
                  </a:moveTo>
                  <a:cubicBezTo>
                    <a:pt x="50187" y="30924"/>
                    <a:pt x="38908" y="39795"/>
                    <a:pt x="25094" y="39795"/>
                  </a:cubicBezTo>
                  <a:cubicBezTo>
                    <a:pt x="11279" y="39795"/>
                    <a:pt x="0" y="30924"/>
                    <a:pt x="0" y="19898"/>
                  </a:cubicBezTo>
                  <a:cubicBezTo>
                    <a:pt x="0" y="8872"/>
                    <a:pt x="11279" y="0"/>
                    <a:pt x="25094" y="0"/>
                  </a:cubicBezTo>
                  <a:cubicBezTo>
                    <a:pt x="38908" y="0"/>
                    <a:pt x="50187" y="8872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15" name="Freeform: Shape 6214">
              <a:extLst>
                <a:ext uri="{FF2B5EF4-FFF2-40B4-BE49-F238E27FC236}">
                  <a16:creationId xmlns:a16="http://schemas.microsoft.com/office/drawing/2014/main" id="{A645F15F-7552-8B69-627E-D9838784117A}"/>
                </a:ext>
              </a:extLst>
            </p:cNvPr>
            <p:cNvSpPr/>
            <p:nvPr/>
          </p:nvSpPr>
          <p:spPr>
            <a:xfrm>
              <a:off x="139283" y="6109590"/>
              <a:ext cx="50187" cy="39794"/>
            </a:xfrm>
            <a:custGeom>
              <a:avLst/>
              <a:gdLst>
                <a:gd name="connsiteX0" fmla="*/ 50187 w 50187"/>
                <a:gd name="connsiteY0" fmla="*/ 19897 h 39794"/>
                <a:gd name="connsiteX1" fmla="*/ 25094 w 50187"/>
                <a:gd name="connsiteY1" fmla="*/ 39795 h 39794"/>
                <a:gd name="connsiteX2" fmla="*/ 0 w 50187"/>
                <a:gd name="connsiteY2" fmla="*/ 19897 h 39794"/>
                <a:gd name="connsiteX3" fmla="*/ 25094 w 50187"/>
                <a:gd name="connsiteY3" fmla="*/ 0 h 39794"/>
                <a:gd name="connsiteX4" fmla="*/ 50187 w 50187"/>
                <a:gd name="connsiteY4" fmla="*/ 19897 h 39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4">
                  <a:moveTo>
                    <a:pt x="50187" y="19897"/>
                  </a:moveTo>
                  <a:cubicBezTo>
                    <a:pt x="50187" y="30797"/>
                    <a:pt x="38908" y="39795"/>
                    <a:pt x="25094" y="39795"/>
                  </a:cubicBezTo>
                  <a:cubicBezTo>
                    <a:pt x="11280" y="39795"/>
                    <a:pt x="0" y="30924"/>
                    <a:pt x="0" y="19897"/>
                  </a:cubicBezTo>
                  <a:cubicBezTo>
                    <a:pt x="0" y="8871"/>
                    <a:pt x="11280" y="0"/>
                    <a:pt x="25094" y="0"/>
                  </a:cubicBezTo>
                  <a:cubicBezTo>
                    <a:pt x="38908" y="0"/>
                    <a:pt x="50187" y="8871"/>
                    <a:pt x="50187" y="198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16" name="Freeform: Shape 6215">
              <a:extLst>
                <a:ext uri="{FF2B5EF4-FFF2-40B4-BE49-F238E27FC236}">
                  <a16:creationId xmlns:a16="http://schemas.microsoft.com/office/drawing/2014/main" id="{003D9D04-AEAF-2D96-BA48-D4E70999AABD}"/>
                </a:ext>
              </a:extLst>
            </p:cNvPr>
            <p:cNvSpPr/>
            <p:nvPr/>
          </p:nvSpPr>
          <p:spPr>
            <a:xfrm>
              <a:off x="75789" y="6018594"/>
              <a:ext cx="50187" cy="39668"/>
            </a:xfrm>
            <a:custGeom>
              <a:avLst/>
              <a:gdLst>
                <a:gd name="connsiteX0" fmla="*/ 50187 w 50187"/>
                <a:gd name="connsiteY0" fmla="*/ 19771 h 39668"/>
                <a:gd name="connsiteX1" fmla="*/ 25094 w 50187"/>
                <a:gd name="connsiteY1" fmla="*/ 39668 h 39668"/>
                <a:gd name="connsiteX2" fmla="*/ 0 w 50187"/>
                <a:gd name="connsiteY2" fmla="*/ 19771 h 39668"/>
                <a:gd name="connsiteX3" fmla="*/ 25094 w 50187"/>
                <a:gd name="connsiteY3" fmla="*/ 0 h 39668"/>
                <a:gd name="connsiteX4" fmla="*/ 50187 w 50187"/>
                <a:gd name="connsiteY4" fmla="*/ 19771 h 39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668">
                  <a:moveTo>
                    <a:pt x="50187" y="19771"/>
                  </a:moveTo>
                  <a:cubicBezTo>
                    <a:pt x="50187" y="30797"/>
                    <a:pt x="38908" y="39668"/>
                    <a:pt x="25094" y="39668"/>
                  </a:cubicBezTo>
                  <a:cubicBezTo>
                    <a:pt x="11279" y="39668"/>
                    <a:pt x="0" y="30797"/>
                    <a:pt x="0" y="19771"/>
                  </a:cubicBezTo>
                  <a:cubicBezTo>
                    <a:pt x="0" y="8745"/>
                    <a:pt x="11279" y="0"/>
                    <a:pt x="25094" y="0"/>
                  </a:cubicBezTo>
                  <a:cubicBezTo>
                    <a:pt x="38908" y="0"/>
                    <a:pt x="50187" y="8872"/>
                    <a:pt x="50187" y="1977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17" name="Freeform: Shape 6216">
              <a:extLst>
                <a:ext uri="{FF2B5EF4-FFF2-40B4-BE49-F238E27FC236}">
                  <a16:creationId xmlns:a16="http://schemas.microsoft.com/office/drawing/2014/main" id="{989B1C4C-23C2-6F24-3F7F-7FAD634085C0}"/>
                </a:ext>
              </a:extLst>
            </p:cNvPr>
            <p:cNvSpPr/>
            <p:nvPr/>
          </p:nvSpPr>
          <p:spPr>
            <a:xfrm>
              <a:off x="41063" y="5926837"/>
              <a:ext cx="23826" cy="39288"/>
            </a:xfrm>
            <a:custGeom>
              <a:avLst/>
              <a:gdLst>
                <a:gd name="connsiteX0" fmla="*/ 23826 w 23826"/>
                <a:gd name="connsiteY0" fmla="*/ 19644 h 39288"/>
                <a:gd name="connsiteX1" fmla="*/ 0 w 23826"/>
                <a:gd name="connsiteY1" fmla="*/ 0 h 39288"/>
                <a:gd name="connsiteX2" fmla="*/ 0 w 23826"/>
                <a:gd name="connsiteY2" fmla="*/ 39288 h 39288"/>
                <a:gd name="connsiteX3" fmla="*/ 23826 w 23826"/>
                <a:gd name="connsiteY3" fmla="*/ 19644 h 39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826" h="39288">
                  <a:moveTo>
                    <a:pt x="23826" y="19644"/>
                  </a:moveTo>
                  <a:cubicBezTo>
                    <a:pt x="23826" y="8998"/>
                    <a:pt x="13181" y="507"/>
                    <a:pt x="0" y="0"/>
                  </a:cubicBezTo>
                  <a:lnTo>
                    <a:pt x="0" y="39288"/>
                  </a:lnTo>
                  <a:cubicBezTo>
                    <a:pt x="13181" y="38781"/>
                    <a:pt x="23826" y="30163"/>
                    <a:pt x="23826" y="1964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18" name="Freeform: Shape 6217">
              <a:extLst>
                <a:ext uri="{FF2B5EF4-FFF2-40B4-BE49-F238E27FC236}">
                  <a16:creationId xmlns:a16="http://schemas.microsoft.com/office/drawing/2014/main" id="{643A1620-FF72-D5F7-BAD7-8B7CFB40C204}"/>
                </a:ext>
              </a:extLst>
            </p:cNvPr>
            <p:cNvSpPr/>
            <p:nvPr/>
          </p:nvSpPr>
          <p:spPr>
            <a:xfrm>
              <a:off x="41063" y="934581"/>
              <a:ext cx="7097" cy="12420"/>
            </a:xfrm>
            <a:custGeom>
              <a:avLst/>
              <a:gdLst>
                <a:gd name="connsiteX0" fmla="*/ 7097 w 7097"/>
                <a:gd name="connsiteY0" fmla="*/ 6210 h 12420"/>
                <a:gd name="connsiteX1" fmla="*/ 0 w 7097"/>
                <a:gd name="connsiteY1" fmla="*/ 0 h 12420"/>
                <a:gd name="connsiteX2" fmla="*/ 0 w 7097"/>
                <a:gd name="connsiteY2" fmla="*/ 12420 h 12420"/>
                <a:gd name="connsiteX3" fmla="*/ 7097 w 7097"/>
                <a:gd name="connsiteY3" fmla="*/ 6210 h 12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97" h="12420">
                  <a:moveTo>
                    <a:pt x="7097" y="6210"/>
                  </a:moveTo>
                  <a:cubicBezTo>
                    <a:pt x="7097" y="2915"/>
                    <a:pt x="3929" y="507"/>
                    <a:pt x="0" y="0"/>
                  </a:cubicBezTo>
                  <a:lnTo>
                    <a:pt x="0" y="12420"/>
                  </a:lnTo>
                  <a:cubicBezTo>
                    <a:pt x="3929" y="11913"/>
                    <a:pt x="7097" y="9505"/>
                    <a:pt x="7097" y="621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19" name="Freeform: Shape 6218">
              <a:extLst>
                <a:ext uri="{FF2B5EF4-FFF2-40B4-BE49-F238E27FC236}">
                  <a16:creationId xmlns:a16="http://schemas.microsoft.com/office/drawing/2014/main" id="{C6CFB28F-1DEA-B988-AFCB-E1A0BACE4984}"/>
                </a:ext>
              </a:extLst>
            </p:cNvPr>
            <p:cNvSpPr/>
            <p:nvPr/>
          </p:nvSpPr>
          <p:spPr>
            <a:xfrm>
              <a:off x="92898" y="842444"/>
              <a:ext cx="15968" cy="12673"/>
            </a:xfrm>
            <a:custGeom>
              <a:avLst/>
              <a:gdLst>
                <a:gd name="connsiteX0" fmla="*/ 15969 w 15968"/>
                <a:gd name="connsiteY0" fmla="*/ 6337 h 12673"/>
                <a:gd name="connsiteX1" fmla="*/ 7984 w 15968"/>
                <a:gd name="connsiteY1" fmla="*/ 12674 h 12673"/>
                <a:gd name="connsiteX2" fmla="*/ 0 w 15968"/>
                <a:gd name="connsiteY2" fmla="*/ 6337 h 12673"/>
                <a:gd name="connsiteX3" fmla="*/ 7984 w 15968"/>
                <a:gd name="connsiteY3" fmla="*/ 0 h 12673"/>
                <a:gd name="connsiteX4" fmla="*/ 15969 w 15968"/>
                <a:gd name="connsiteY4" fmla="*/ 6337 h 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68" h="12673">
                  <a:moveTo>
                    <a:pt x="15969" y="6337"/>
                  </a:moveTo>
                  <a:cubicBezTo>
                    <a:pt x="15969" y="9759"/>
                    <a:pt x="12420" y="12674"/>
                    <a:pt x="7984" y="12674"/>
                  </a:cubicBezTo>
                  <a:cubicBezTo>
                    <a:pt x="3549" y="12674"/>
                    <a:pt x="0" y="9885"/>
                    <a:pt x="0" y="6337"/>
                  </a:cubicBezTo>
                  <a:cubicBezTo>
                    <a:pt x="0" y="2788"/>
                    <a:pt x="3549" y="0"/>
                    <a:pt x="7984" y="0"/>
                  </a:cubicBezTo>
                  <a:cubicBezTo>
                    <a:pt x="12420" y="0"/>
                    <a:pt x="15969" y="2788"/>
                    <a:pt x="15969" y="633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20" name="Freeform: Shape 6219">
              <a:extLst>
                <a:ext uri="{FF2B5EF4-FFF2-40B4-BE49-F238E27FC236}">
                  <a16:creationId xmlns:a16="http://schemas.microsoft.com/office/drawing/2014/main" id="{6F8D1EE1-02A3-0A1C-50A3-36629A9E17F0}"/>
                </a:ext>
              </a:extLst>
            </p:cNvPr>
            <p:cNvSpPr/>
            <p:nvPr/>
          </p:nvSpPr>
          <p:spPr>
            <a:xfrm>
              <a:off x="156646" y="751701"/>
              <a:ext cx="15335" cy="12166"/>
            </a:xfrm>
            <a:custGeom>
              <a:avLst/>
              <a:gdLst>
                <a:gd name="connsiteX0" fmla="*/ 15335 w 15335"/>
                <a:gd name="connsiteY0" fmla="*/ 6083 h 12166"/>
                <a:gd name="connsiteX1" fmla="*/ 7604 w 15335"/>
                <a:gd name="connsiteY1" fmla="*/ 12167 h 12166"/>
                <a:gd name="connsiteX2" fmla="*/ 0 w 15335"/>
                <a:gd name="connsiteY2" fmla="*/ 6083 h 12166"/>
                <a:gd name="connsiteX3" fmla="*/ 7604 w 15335"/>
                <a:gd name="connsiteY3" fmla="*/ 0 h 12166"/>
                <a:gd name="connsiteX4" fmla="*/ 15335 w 15335"/>
                <a:gd name="connsiteY4" fmla="*/ 6083 h 1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35" h="12166">
                  <a:moveTo>
                    <a:pt x="15335" y="6083"/>
                  </a:moveTo>
                  <a:cubicBezTo>
                    <a:pt x="15335" y="9378"/>
                    <a:pt x="11913" y="12167"/>
                    <a:pt x="7604" y="12167"/>
                  </a:cubicBezTo>
                  <a:cubicBezTo>
                    <a:pt x="3295" y="12167"/>
                    <a:pt x="0" y="9505"/>
                    <a:pt x="0" y="6083"/>
                  </a:cubicBezTo>
                  <a:cubicBezTo>
                    <a:pt x="0" y="2661"/>
                    <a:pt x="3422" y="0"/>
                    <a:pt x="7604" y="0"/>
                  </a:cubicBezTo>
                  <a:cubicBezTo>
                    <a:pt x="11786" y="0"/>
                    <a:pt x="15335" y="2788"/>
                    <a:pt x="15335" y="60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21" name="Freeform: Shape 6220">
              <a:extLst>
                <a:ext uri="{FF2B5EF4-FFF2-40B4-BE49-F238E27FC236}">
                  <a16:creationId xmlns:a16="http://schemas.microsoft.com/office/drawing/2014/main" id="{B0259726-AF04-7ECE-76F2-E1F6F190C8C3}"/>
                </a:ext>
              </a:extLst>
            </p:cNvPr>
            <p:cNvSpPr/>
            <p:nvPr/>
          </p:nvSpPr>
          <p:spPr>
            <a:xfrm>
              <a:off x="223056" y="662225"/>
              <a:ext cx="13687" cy="10899"/>
            </a:xfrm>
            <a:custGeom>
              <a:avLst/>
              <a:gdLst>
                <a:gd name="connsiteX0" fmla="*/ 13687 w 13687"/>
                <a:gd name="connsiteY0" fmla="*/ 5450 h 10899"/>
                <a:gd name="connsiteX1" fmla="*/ 6844 w 13687"/>
                <a:gd name="connsiteY1" fmla="*/ 10899 h 10899"/>
                <a:gd name="connsiteX2" fmla="*/ 0 w 13687"/>
                <a:gd name="connsiteY2" fmla="*/ 5450 h 10899"/>
                <a:gd name="connsiteX3" fmla="*/ 6844 w 13687"/>
                <a:gd name="connsiteY3" fmla="*/ 0 h 10899"/>
                <a:gd name="connsiteX4" fmla="*/ 13687 w 13687"/>
                <a:gd name="connsiteY4" fmla="*/ 5450 h 10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87" h="10899">
                  <a:moveTo>
                    <a:pt x="13687" y="5450"/>
                  </a:moveTo>
                  <a:cubicBezTo>
                    <a:pt x="13687" y="8491"/>
                    <a:pt x="10646" y="10899"/>
                    <a:pt x="6844" y="10899"/>
                  </a:cubicBezTo>
                  <a:cubicBezTo>
                    <a:pt x="3042" y="10899"/>
                    <a:pt x="0" y="8491"/>
                    <a:pt x="0" y="5450"/>
                  </a:cubicBezTo>
                  <a:cubicBezTo>
                    <a:pt x="0" y="2408"/>
                    <a:pt x="3042" y="0"/>
                    <a:pt x="6844" y="0"/>
                  </a:cubicBezTo>
                  <a:cubicBezTo>
                    <a:pt x="10646" y="0"/>
                    <a:pt x="13687" y="2408"/>
                    <a:pt x="13687" y="545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22" name="Freeform: Shape 6221">
              <a:extLst>
                <a:ext uri="{FF2B5EF4-FFF2-40B4-BE49-F238E27FC236}">
                  <a16:creationId xmlns:a16="http://schemas.microsoft.com/office/drawing/2014/main" id="{37412E3C-239B-5160-69DE-CE95684D1339}"/>
                </a:ext>
              </a:extLst>
            </p:cNvPr>
            <p:cNvSpPr/>
            <p:nvPr/>
          </p:nvSpPr>
          <p:spPr>
            <a:xfrm>
              <a:off x="290986" y="573510"/>
              <a:ext cx="13180" cy="10392"/>
            </a:xfrm>
            <a:custGeom>
              <a:avLst/>
              <a:gdLst>
                <a:gd name="connsiteX0" fmla="*/ 13181 w 13180"/>
                <a:gd name="connsiteY0" fmla="*/ 5196 h 10392"/>
                <a:gd name="connsiteX1" fmla="*/ 6590 w 13180"/>
                <a:gd name="connsiteY1" fmla="*/ 10392 h 10392"/>
                <a:gd name="connsiteX2" fmla="*/ 0 w 13180"/>
                <a:gd name="connsiteY2" fmla="*/ 5196 h 10392"/>
                <a:gd name="connsiteX3" fmla="*/ 6590 w 13180"/>
                <a:gd name="connsiteY3" fmla="*/ 0 h 10392"/>
                <a:gd name="connsiteX4" fmla="*/ 13181 w 13180"/>
                <a:gd name="connsiteY4" fmla="*/ 5196 h 1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80" h="10392">
                  <a:moveTo>
                    <a:pt x="13181" y="5196"/>
                  </a:moveTo>
                  <a:lnTo>
                    <a:pt x="6590" y="10392"/>
                  </a:lnTo>
                  <a:lnTo>
                    <a:pt x="0" y="5196"/>
                  </a:lnTo>
                  <a:lnTo>
                    <a:pt x="6590" y="0"/>
                  </a:lnTo>
                  <a:lnTo>
                    <a:pt x="13181" y="519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23" name="Freeform: Shape 6222">
              <a:extLst>
                <a:ext uri="{FF2B5EF4-FFF2-40B4-BE49-F238E27FC236}">
                  <a16:creationId xmlns:a16="http://schemas.microsoft.com/office/drawing/2014/main" id="{95179C31-46C2-65C4-7BCF-7A1696A53102}"/>
                </a:ext>
              </a:extLst>
            </p:cNvPr>
            <p:cNvSpPr/>
            <p:nvPr/>
          </p:nvSpPr>
          <p:spPr>
            <a:xfrm>
              <a:off x="361705" y="486062"/>
              <a:ext cx="11532" cy="9124"/>
            </a:xfrm>
            <a:custGeom>
              <a:avLst/>
              <a:gdLst>
                <a:gd name="connsiteX0" fmla="*/ 11533 w 11532"/>
                <a:gd name="connsiteY0" fmla="*/ 4563 h 9124"/>
                <a:gd name="connsiteX1" fmla="*/ 5703 w 11532"/>
                <a:gd name="connsiteY1" fmla="*/ 9125 h 9124"/>
                <a:gd name="connsiteX2" fmla="*/ 0 w 11532"/>
                <a:gd name="connsiteY2" fmla="*/ 4563 h 9124"/>
                <a:gd name="connsiteX3" fmla="*/ 5703 w 11532"/>
                <a:gd name="connsiteY3" fmla="*/ 0 h 9124"/>
                <a:gd name="connsiteX4" fmla="*/ 11533 w 11532"/>
                <a:gd name="connsiteY4" fmla="*/ 4563 h 9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32" h="9124">
                  <a:moveTo>
                    <a:pt x="11533" y="4563"/>
                  </a:moveTo>
                  <a:lnTo>
                    <a:pt x="5703" y="9125"/>
                  </a:lnTo>
                  <a:lnTo>
                    <a:pt x="0" y="4563"/>
                  </a:lnTo>
                  <a:lnTo>
                    <a:pt x="5703" y="0"/>
                  </a:lnTo>
                  <a:lnTo>
                    <a:pt x="11533" y="456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24" name="Freeform: Shape 6223">
              <a:extLst>
                <a:ext uri="{FF2B5EF4-FFF2-40B4-BE49-F238E27FC236}">
                  <a16:creationId xmlns:a16="http://schemas.microsoft.com/office/drawing/2014/main" id="{FEAE057D-AD42-7F0F-053F-1E7408473B44}"/>
                </a:ext>
              </a:extLst>
            </p:cNvPr>
            <p:cNvSpPr/>
            <p:nvPr/>
          </p:nvSpPr>
          <p:spPr>
            <a:xfrm>
              <a:off x="433818" y="399375"/>
              <a:ext cx="11026" cy="8744"/>
            </a:xfrm>
            <a:custGeom>
              <a:avLst/>
              <a:gdLst>
                <a:gd name="connsiteX0" fmla="*/ 11026 w 11026"/>
                <a:gd name="connsiteY0" fmla="*/ 4309 h 8744"/>
                <a:gd name="connsiteX1" fmla="*/ 5576 w 11026"/>
                <a:gd name="connsiteY1" fmla="*/ 8745 h 8744"/>
                <a:gd name="connsiteX2" fmla="*/ 0 w 11026"/>
                <a:gd name="connsiteY2" fmla="*/ 4309 h 8744"/>
                <a:gd name="connsiteX3" fmla="*/ 5576 w 11026"/>
                <a:gd name="connsiteY3" fmla="*/ 0 h 8744"/>
                <a:gd name="connsiteX4" fmla="*/ 11026 w 11026"/>
                <a:gd name="connsiteY4" fmla="*/ 4309 h 8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26" h="8744">
                  <a:moveTo>
                    <a:pt x="11026" y="4309"/>
                  </a:moveTo>
                  <a:lnTo>
                    <a:pt x="5576" y="8745"/>
                  </a:lnTo>
                  <a:lnTo>
                    <a:pt x="0" y="4309"/>
                  </a:lnTo>
                  <a:lnTo>
                    <a:pt x="5576" y="0"/>
                  </a:lnTo>
                  <a:lnTo>
                    <a:pt x="11026" y="430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25" name="Freeform: Shape 6224">
              <a:extLst>
                <a:ext uri="{FF2B5EF4-FFF2-40B4-BE49-F238E27FC236}">
                  <a16:creationId xmlns:a16="http://schemas.microsoft.com/office/drawing/2014/main" id="{87149004-5602-928A-32F4-5C50C576587D}"/>
                </a:ext>
              </a:extLst>
            </p:cNvPr>
            <p:cNvSpPr/>
            <p:nvPr/>
          </p:nvSpPr>
          <p:spPr>
            <a:xfrm>
              <a:off x="508719" y="314082"/>
              <a:ext cx="9378" cy="7477"/>
            </a:xfrm>
            <a:custGeom>
              <a:avLst/>
              <a:gdLst>
                <a:gd name="connsiteX0" fmla="*/ 9378 w 9378"/>
                <a:gd name="connsiteY0" fmla="*/ 3802 h 7477"/>
                <a:gd name="connsiteX1" fmla="*/ 4689 w 9378"/>
                <a:gd name="connsiteY1" fmla="*/ 7477 h 7477"/>
                <a:gd name="connsiteX2" fmla="*/ 0 w 9378"/>
                <a:gd name="connsiteY2" fmla="*/ 3802 h 7477"/>
                <a:gd name="connsiteX3" fmla="*/ 4689 w 9378"/>
                <a:gd name="connsiteY3" fmla="*/ 0 h 7477"/>
                <a:gd name="connsiteX4" fmla="*/ 9378 w 9378"/>
                <a:gd name="connsiteY4" fmla="*/ 3802 h 7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78" h="7477">
                  <a:moveTo>
                    <a:pt x="9378" y="3802"/>
                  </a:moveTo>
                  <a:lnTo>
                    <a:pt x="4689" y="7477"/>
                  </a:lnTo>
                  <a:lnTo>
                    <a:pt x="0" y="3802"/>
                  </a:lnTo>
                  <a:lnTo>
                    <a:pt x="4689" y="0"/>
                  </a:lnTo>
                  <a:lnTo>
                    <a:pt x="9378" y="380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26" name="Freeform: Shape 6225">
              <a:extLst>
                <a:ext uri="{FF2B5EF4-FFF2-40B4-BE49-F238E27FC236}">
                  <a16:creationId xmlns:a16="http://schemas.microsoft.com/office/drawing/2014/main" id="{4AE1256A-3D4A-CCD2-06CA-E31D737F6497}"/>
                </a:ext>
              </a:extLst>
            </p:cNvPr>
            <p:cNvSpPr/>
            <p:nvPr/>
          </p:nvSpPr>
          <p:spPr>
            <a:xfrm>
              <a:off x="585394" y="229929"/>
              <a:ext cx="7984" cy="6463"/>
            </a:xfrm>
            <a:custGeom>
              <a:avLst/>
              <a:gdLst>
                <a:gd name="connsiteX0" fmla="*/ 7984 w 7984"/>
                <a:gd name="connsiteY0" fmla="*/ 3168 h 6463"/>
                <a:gd name="connsiteX1" fmla="*/ 4056 w 7984"/>
                <a:gd name="connsiteY1" fmla="*/ 6464 h 6463"/>
                <a:gd name="connsiteX2" fmla="*/ 0 w 7984"/>
                <a:gd name="connsiteY2" fmla="*/ 3168 h 6463"/>
                <a:gd name="connsiteX3" fmla="*/ 4056 w 7984"/>
                <a:gd name="connsiteY3" fmla="*/ 0 h 6463"/>
                <a:gd name="connsiteX4" fmla="*/ 7984 w 7984"/>
                <a:gd name="connsiteY4" fmla="*/ 3168 h 6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84" h="6463">
                  <a:moveTo>
                    <a:pt x="7984" y="3168"/>
                  </a:moveTo>
                  <a:lnTo>
                    <a:pt x="4056" y="6464"/>
                  </a:lnTo>
                  <a:lnTo>
                    <a:pt x="0" y="3168"/>
                  </a:lnTo>
                  <a:lnTo>
                    <a:pt x="4056" y="0"/>
                  </a:lnTo>
                  <a:lnTo>
                    <a:pt x="7984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27" name="Freeform: Shape 6226">
              <a:extLst>
                <a:ext uri="{FF2B5EF4-FFF2-40B4-BE49-F238E27FC236}">
                  <a16:creationId xmlns:a16="http://schemas.microsoft.com/office/drawing/2014/main" id="{92D6283D-0FE1-81A5-A9DF-5BCFFA2FFCA5}"/>
                </a:ext>
              </a:extLst>
            </p:cNvPr>
            <p:cNvSpPr/>
            <p:nvPr/>
          </p:nvSpPr>
          <p:spPr>
            <a:xfrm>
              <a:off x="663844" y="146664"/>
              <a:ext cx="7223" cy="5829"/>
            </a:xfrm>
            <a:custGeom>
              <a:avLst/>
              <a:gdLst>
                <a:gd name="connsiteX0" fmla="*/ 7224 w 7223"/>
                <a:gd name="connsiteY0" fmla="*/ 2915 h 5829"/>
                <a:gd name="connsiteX1" fmla="*/ 3675 w 7223"/>
                <a:gd name="connsiteY1" fmla="*/ 5830 h 5829"/>
                <a:gd name="connsiteX2" fmla="*/ 0 w 7223"/>
                <a:gd name="connsiteY2" fmla="*/ 2915 h 5829"/>
                <a:gd name="connsiteX3" fmla="*/ 3675 w 7223"/>
                <a:gd name="connsiteY3" fmla="*/ 0 h 5829"/>
                <a:gd name="connsiteX4" fmla="*/ 7224 w 7223"/>
                <a:gd name="connsiteY4" fmla="*/ 2915 h 5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23" h="5829">
                  <a:moveTo>
                    <a:pt x="7224" y="2915"/>
                  </a:moveTo>
                  <a:lnTo>
                    <a:pt x="3675" y="5830"/>
                  </a:lnTo>
                  <a:lnTo>
                    <a:pt x="0" y="2915"/>
                  </a:lnTo>
                  <a:lnTo>
                    <a:pt x="3675" y="0"/>
                  </a:lnTo>
                  <a:lnTo>
                    <a:pt x="7224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28" name="Freeform: Shape 6227">
              <a:extLst>
                <a:ext uri="{FF2B5EF4-FFF2-40B4-BE49-F238E27FC236}">
                  <a16:creationId xmlns:a16="http://schemas.microsoft.com/office/drawing/2014/main" id="{33C4F2DF-025C-6597-C76B-6EBCF0596DD3}"/>
                </a:ext>
              </a:extLst>
            </p:cNvPr>
            <p:cNvSpPr/>
            <p:nvPr/>
          </p:nvSpPr>
          <p:spPr>
            <a:xfrm>
              <a:off x="744321" y="64665"/>
              <a:ext cx="6463" cy="5196"/>
            </a:xfrm>
            <a:custGeom>
              <a:avLst/>
              <a:gdLst>
                <a:gd name="connsiteX0" fmla="*/ 6464 w 6463"/>
                <a:gd name="connsiteY0" fmla="*/ 2535 h 5196"/>
                <a:gd name="connsiteX1" fmla="*/ 3295 w 6463"/>
                <a:gd name="connsiteY1" fmla="*/ 5196 h 5196"/>
                <a:gd name="connsiteX2" fmla="*/ 0 w 6463"/>
                <a:gd name="connsiteY2" fmla="*/ 2535 h 5196"/>
                <a:gd name="connsiteX3" fmla="*/ 3295 w 6463"/>
                <a:gd name="connsiteY3" fmla="*/ 0 h 5196"/>
                <a:gd name="connsiteX4" fmla="*/ 6464 w 6463"/>
                <a:gd name="connsiteY4" fmla="*/ 2535 h 5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196">
                  <a:moveTo>
                    <a:pt x="6464" y="2535"/>
                  </a:moveTo>
                  <a:lnTo>
                    <a:pt x="3295" y="5196"/>
                  </a:lnTo>
                  <a:lnTo>
                    <a:pt x="0" y="2535"/>
                  </a:lnTo>
                  <a:lnTo>
                    <a:pt x="3295" y="0"/>
                  </a:lnTo>
                  <a:lnTo>
                    <a:pt x="6464" y="253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29" name="Freeform: Shape 6228">
              <a:extLst>
                <a:ext uri="{FF2B5EF4-FFF2-40B4-BE49-F238E27FC236}">
                  <a16:creationId xmlns:a16="http://schemas.microsoft.com/office/drawing/2014/main" id="{0A24921B-A451-F10F-B7F4-F66E789E63D1}"/>
                </a:ext>
              </a:extLst>
            </p:cNvPr>
            <p:cNvSpPr/>
            <p:nvPr/>
          </p:nvSpPr>
          <p:spPr>
            <a:xfrm>
              <a:off x="11548435" y="47303"/>
              <a:ext cx="50187" cy="39795"/>
            </a:xfrm>
            <a:custGeom>
              <a:avLst/>
              <a:gdLst>
                <a:gd name="connsiteX0" fmla="*/ 50188 w 50187"/>
                <a:gd name="connsiteY0" fmla="*/ 19898 h 39795"/>
                <a:gd name="connsiteX1" fmla="*/ 25094 w 50187"/>
                <a:gd name="connsiteY1" fmla="*/ 39795 h 39795"/>
                <a:gd name="connsiteX2" fmla="*/ 0 w 50187"/>
                <a:gd name="connsiteY2" fmla="*/ 19898 h 39795"/>
                <a:gd name="connsiteX3" fmla="*/ 25094 w 50187"/>
                <a:gd name="connsiteY3" fmla="*/ 0 h 39795"/>
                <a:gd name="connsiteX4" fmla="*/ 50188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8" y="19898"/>
                  </a:moveTo>
                  <a:cubicBezTo>
                    <a:pt x="50188" y="30924"/>
                    <a:pt x="39035" y="39795"/>
                    <a:pt x="25094" y="39795"/>
                  </a:cubicBezTo>
                  <a:cubicBezTo>
                    <a:pt x="11153" y="39795"/>
                    <a:pt x="0" y="30924"/>
                    <a:pt x="0" y="19898"/>
                  </a:cubicBezTo>
                  <a:cubicBezTo>
                    <a:pt x="0" y="8872"/>
                    <a:pt x="11280" y="0"/>
                    <a:pt x="25094" y="0"/>
                  </a:cubicBezTo>
                  <a:cubicBezTo>
                    <a:pt x="38908" y="0"/>
                    <a:pt x="50188" y="8872"/>
                    <a:pt x="50188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30" name="Freeform: Shape 6229">
              <a:extLst>
                <a:ext uri="{FF2B5EF4-FFF2-40B4-BE49-F238E27FC236}">
                  <a16:creationId xmlns:a16="http://schemas.microsoft.com/office/drawing/2014/main" id="{EFC8840B-5BFE-D1B2-00C1-6335C6D3A0B8}"/>
                </a:ext>
              </a:extLst>
            </p:cNvPr>
            <p:cNvSpPr/>
            <p:nvPr/>
          </p:nvSpPr>
          <p:spPr>
            <a:xfrm>
              <a:off x="11628532" y="129681"/>
              <a:ext cx="50187" cy="39795"/>
            </a:xfrm>
            <a:custGeom>
              <a:avLst/>
              <a:gdLst>
                <a:gd name="connsiteX0" fmla="*/ 50188 w 50187"/>
                <a:gd name="connsiteY0" fmla="*/ 19898 h 39795"/>
                <a:gd name="connsiteX1" fmla="*/ 25094 w 50187"/>
                <a:gd name="connsiteY1" fmla="*/ 39795 h 39795"/>
                <a:gd name="connsiteX2" fmla="*/ 0 w 50187"/>
                <a:gd name="connsiteY2" fmla="*/ 19898 h 39795"/>
                <a:gd name="connsiteX3" fmla="*/ 25094 w 50187"/>
                <a:gd name="connsiteY3" fmla="*/ 0 h 39795"/>
                <a:gd name="connsiteX4" fmla="*/ 50188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8" y="19898"/>
                  </a:moveTo>
                  <a:cubicBezTo>
                    <a:pt x="50188" y="30797"/>
                    <a:pt x="39035" y="39795"/>
                    <a:pt x="25094" y="39795"/>
                  </a:cubicBezTo>
                  <a:cubicBezTo>
                    <a:pt x="11153" y="39795"/>
                    <a:pt x="0" y="30924"/>
                    <a:pt x="0" y="19898"/>
                  </a:cubicBezTo>
                  <a:cubicBezTo>
                    <a:pt x="0" y="8872"/>
                    <a:pt x="11280" y="0"/>
                    <a:pt x="25094" y="0"/>
                  </a:cubicBezTo>
                  <a:cubicBezTo>
                    <a:pt x="38908" y="0"/>
                    <a:pt x="50188" y="8872"/>
                    <a:pt x="50188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31" name="Freeform: Shape 6230">
              <a:extLst>
                <a:ext uri="{FF2B5EF4-FFF2-40B4-BE49-F238E27FC236}">
                  <a16:creationId xmlns:a16="http://schemas.microsoft.com/office/drawing/2014/main" id="{68321331-C092-2A3F-15D2-B4864434CD7F}"/>
                </a:ext>
              </a:extLst>
            </p:cNvPr>
            <p:cNvSpPr/>
            <p:nvPr/>
          </p:nvSpPr>
          <p:spPr>
            <a:xfrm>
              <a:off x="11706602" y="213200"/>
              <a:ext cx="50186" cy="39795"/>
            </a:xfrm>
            <a:custGeom>
              <a:avLst/>
              <a:gdLst>
                <a:gd name="connsiteX0" fmla="*/ 50187 w 50186"/>
                <a:gd name="connsiteY0" fmla="*/ 19898 h 39795"/>
                <a:gd name="connsiteX1" fmla="*/ 25093 w 50186"/>
                <a:gd name="connsiteY1" fmla="*/ 39795 h 39795"/>
                <a:gd name="connsiteX2" fmla="*/ 0 w 50186"/>
                <a:gd name="connsiteY2" fmla="*/ 19898 h 39795"/>
                <a:gd name="connsiteX3" fmla="*/ 25093 w 50186"/>
                <a:gd name="connsiteY3" fmla="*/ 0 h 39795"/>
                <a:gd name="connsiteX4" fmla="*/ 50187 w 50186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6" h="39795">
                  <a:moveTo>
                    <a:pt x="50187" y="19898"/>
                  </a:moveTo>
                  <a:cubicBezTo>
                    <a:pt x="50187" y="30924"/>
                    <a:pt x="38908" y="39795"/>
                    <a:pt x="25093" y="39795"/>
                  </a:cubicBezTo>
                  <a:cubicBezTo>
                    <a:pt x="11280" y="39795"/>
                    <a:pt x="0" y="30924"/>
                    <a:pt x="0" y="19898"/>
                  </a:cubicBezTo>
                  <a:cubicBezTo>
                    <a:pt x="0" y="8872"/>
                    <a:pt x="11153" y="0"/>
                    <a:pt x="25093" y="0"/>
                  </a:cubicBezTo>
                  <a:cubicBezTo>
                    <a:pt x="39035" y="0"/>
                    <a:pt x="50187" y="8872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32" name="Freeform: Shape 6231">
              <a:extLst>
                <a:ext uri="{FF2B5EF4-FFF2-40B4-BE49-F238E27FC236}">
                  <a16:creationId xmlns:a16="http://schemas.microsoft.com/office/drawing/2014/main" id="{BDC17C21-6378-FF26-46FC-FE4889388A07}"/>
                </a:ext>
              </a:extLst>
            </p:cNvPr>
            <p:cNvSpPr/>
            <p:nvPr/>
          </p:nvSpPr>
          <p:spPr>
            <a:xfrm>
              <a:off x="11782770" y="297986"/>
              <a:ext cx="50186" cy="39795"/>
            </a:xfrm>
            <a:custGeom>
              <a:avLst/>
              <a:gdLst>
                <a:gd name="connsiteX0" fmla="*/ 50187 w 50186"/>
                <a:gd name="connsiteY0" fmla="*/ 19898 h 39795"/>
                <a:gd name="connsiteX1" fmla="*/ 25093 w 50186"/>
                <a:gd name="connsiteY1" fmla="*/ 39795 h 39795"/>
                <a:gd name="connsiteX2" fmla="*/ 0 w 50186"/>
                <a:gd name="connsiteY2" fmla="*/ 19898 h 39795"/>
                <a:gd name="connsiteX3" fmla="*/ 25093 w 50186"/>
                <a:gd name="connsiteY3" fmla="*/ 0 h 39795"/>
                <a:gd name="connsiteX4" fmla="*/ 50187 w 50186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6" h="39795">
                  <a:moveTo>
                    <a:pt x="50187" y="19898"/>
                  </a:moveTo>
                  <a:cubicBezTo>
                    <a:pt x="50187" y="30797"/>
                    <a:pt x="38908" y="39795"/>
                    <a:pt x="25093" y="39795"/>
                  </a:cubicBezTo>
                  <a:cubicBezTo>
                    <a:pt x="11279" y="39795"/>
                    <a:pt x="0" y="30924"/>
                    <a:pt x="0" y="19898"/>
                  </a:cubicBezTo>
                  <a:cubicBezTo>
                    <a:pt x="0" y="8872"/>
                    <a:pt x="11153" y="0"/>
                    <a:pt x="25093" y="0"/>
                  </a:cubicBezTo>
                  <a:cubicBezTo>
                    <a:pt x="39034" y="0"/>
                    <a:pt x="50187" y="8872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33" name="Freeform: Shape 6232">
              <a:extLst>
                <a:ext uri="{FF2B5EF4-FFF2-40B4-BE49-F238E27FC236}">
                  <a16:creationId xmlns:a16="http://schemas.microsoft.com/office/drawing/2014/main" id="{EF1AD3C8-6236-51C8-727E-8B2C66F58591}"/>
                </a:ext>
              </a:extLst>
            </p:cNvPr>
            <p:cNvSpPr/>
            <p:nvPr/>
          </p:nvSpPr>
          <p:spPr>
            <a:xfrm>
              <a:off x="11856784" y="383787"/>
              <a:ext cx="50060" cy="39795"/>
            </a:xfrm>
            <a:custGeom>
              <a:avLst/>
              <a:gdLst>
                <a:gd name="connsiteX0" fmla="*/ 50061 w 50060"/>
                <a:gd name="connsiteY0" fmla="*/ 19898 h 39795"/>
                <a:gd name="connsiteX1" fmla="*/ 25094 w 50060"/>
                <a:gd name="connsiteY1" fmla="*/ 39795 h 39795"/>
                <a:gd name="connsiteX2" fmla="*/ 0 w 50060"/>
                <a:gd name="connsiteY2" fmla="*/ 19898 h 39795"/>
                <a:gd name="connsiteX3" fmla="*/ 25094 w 50060"/>
                <a:gd name="connsiteY3" fmla="*/ 0 h 39795"/>
                <a:gd name="connsiteX4" fmla="*/ 50061 w 50060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60" h="39795">
                  <a:moveTo>
                    <a:pt x="50061" y="19898"/>
                  </a:moveTo>
                  <a:cubicBezTo>
                    <a:pt x="50061" y="30797"/>
                    <a:pt x="38908" y="39795"/>
                    <a:pt x="25094" y="39795"/>
                  </a:cubicBezTo>
                  <a:cubicBezTo>
                    <a:pt x="11280" y="39795"/>
                    <a:pt x="0" y="30924"/>
                    <a:pt x="0" y="19898"/>
                  </a:cubicBezTo>
                  <a:cubicBezTo>
                    <a:pt x="0" y="8872"/>
                    <a:pt x="11153" y="0"/>
                    <a:pt x="25094" y="0"/>
                  </a:cubicBezTo>
                  <a:cubicBezTo>
                    <a:pt x="39035" y="0"/>
                    <a:pt x="50061" y="8872"/>
                    <a:pt x="50061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34" name="Freeform: Shape 6233">
              <a:extLst>
                <a:ext uri="{FF2B5EF4-FFF2-40B4-BE49-F238E27FC236}">
                  <a16:creationId xmlns:a16="http://schemas.microsoft.com/office/drawing/2014/main" id="{FDCA54DB-EF03-A805-C5E6-D3A87E2660FE}"/>
                </a:ext>
              </a:extLst>
            </p:cNvPr>
            <p:cNvSpPr/>
            <p:nvPr/>
          </p:nvSpPr>
          <p:spPr>
            <a:xfrm>
              <a:off x="11928643" y="470727"/>
              <a:ext cx="50187" cy="39795"/>
            </a:xfrm>
            <a:custGeom>
              <a:avLst/>
              <a:gdLst>
                <a:gd name="connsiteX0" fmla="*/ 50188 w 50187"/>
                <a:gd name="connsiteY0" fmla="*/ 19898 h 39795"/>
                <a:gd name="connsiteX1" fmla="*/ 25094 w 50187"/>
                <a:gd name="connsiteY1" fmla="*/ 39795 h 39795"/>
                <a:gd name="connsiteX2" fmla="*/ 0 w 50187"/>
                <a:gd name="connsiteY2" fmla="*/ 19898 h 39795"/>
                <a:gd name="connsiteX3" fmla="*/ 25094 w 50187"/>
                <a:gd name="connsiteY3" fmla="*/ 0 h 39795"/>
                <a:gd name="connsiteX4" fmla="*/ 50188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8" y="19898"/>
                  </a:moveTo>
                  <a:cubicBezTo>
                    <a:pt x="50188" y="30797"/>
                    <a:pt x="38908" y="39795"/>
                    <a:pt x="25094" y="39795"/>
                  </a:cubicBezTo>
                  <a:cubicBezTo>
                    <a:pt x="11280" y="39795"/>
                    <a:pt x="0" y="30924"/>
                    <a:pt x="0" y="19898"/>
                  </a:cubicBezTo>
                  <a:cubicBezTo>
                    <a:pt x="0" y="8871"/>
                    <a:pt x="11153" y="0"/>
                    <a:pt x="25094" y="0"/>
                  </a:cubicBezTo>
                  <a:cubicBezTo>
                    <a:pt x="39035" y="0"/>
                    <a:pt x="50188" y="8871"/>
                    <a:pt x="50188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35" name="Freeform: Shape 6234">
              <a:extLst>
                <a:ext uri="{FF2B5EF4-FFF2-40B4-BE49-F238E27FC236}">
                  <a16:creationId xmlns:a16="http://schemas.microsoft.com/office/drawing/2014/main" id="{7579CB70-1301-4992-305A-00029F28BE06}"/>
                </a:ext>
              </a:extLst>
            </p:cNvPr>
            <p:cNvSpPr/>
            <p:nvPr/>
          </p:nvSpPr>
          <p:spPr>
            <a:xfrm>
              <a:off x="11998474" y="558809"/>
              <a:ext cx="50187" cy="39795"/>
            </a:xfrm>
            <a:custGeom>
              <a:avLst/>
              <a:gdLst>
                <a:gd name="connsiteX0" fmla="*/ 50188 w 50187"/>
                <a:gd name="connsiteY0" fmla="*/ 19898 h 39795"/>
                <a:gd name="connsiteX1" fmla="*/ 25094 w 50187"/>
                <a:gd name="connsiteY1" fmla="*/ 39795 h 39795"/>
                <a:gd name="connsiteX2" fmla="*/ 0 w 50187"/>
                <a:gd name="connsiteY2" fmla="*/ 19898 h 39795"/>
                <a:gd name="connsiteX3" fmla="*/ 25094 w 50187"/>
                <a:gd name="connsiteY3" fmla="*/ 0 h 39795"/>
                <a:gd name="connsiteX4" fmla="*/ 50188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8" y="19898"/>
                  </a:moveTo>
                  <a:cubicBezTo>
                    <a:pt x="50188" y="30924"/>
                    <a:pt x="39035" y="39795"/>
                    <a:pt x="25094" y="39795"/>
                  </a:cubicBezTo>
                  <a:cubicBezTo>
                    <a:pt x="11153" y="39795"/>
                    <a:pt x="0" y="30924"/>
                    <a:pt x="0" y="19898"/>
                  </a:cubicBezTo>
                  <a:cubicBezTo>
                    <a:pt x="0" y="8872"/>
                    <a:pt x="11280" y="0"/>
                    <a:pt x="25094" y="0"/>
                  </a:cubicBezTo>
                  <a:cubicBezTo>
                    <a:pt x="38908" y="0"/>
                    <a:pt x="50188" y="8872"/>
                    <a:pt x="50188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36" name="Freeform: Shape 6235">
              <a:extLst>
                <a:ext uri="{FF2B5EF4-FFF2-40B4-BE49-F238E27FC236}">
                  <a16:creationId xmlns:a16="http://schemas.microsoft.com/office/drawing/2014/main" id="{25251F07-446C-8AAA-5199-006CD97C658F}"/>
                </a:ext>
              </a:extLst>
            </p:cNvPr>
            <p:cNvSpPr/>
            <p:nvPr/>
          </p:nvSpPr>
          <p:spPr>
            <a:xfrm>
              <a:off x="12066152" y="647778"/>
              <a:ext cx="50187" cy="39795"/>
            </a:xfrm>
            <a:custGeom>
              <a:avLst/>
              <a:gdLst>
                <a:gd name="connsiteX0" fmla="*/ 50188 w 50187"/>
                <a:gd name="connsiteY0" fmla="*/ 19898 h 39795"/>
                <a:gd name="connsiteX1" fmla="*/ 25093 w 50187"/>
                <a:gd name="connsiteY1" fmla="*/ 39795 h 39795"/>
                <a:gd name="connsiteX2" fmla="*/ 0 w 50187"/>
                <a:gd name="connsiteY2" fmla="*/ 19898 h 39795"/>
                <a:gd name="connsiteX3" fmla="*/ 25093 w 50187"/>
                <a:gd name="connsiteY3" fmla="*/ 0 h 39795"/>
                <a:gd name="connsiteX4" fmla="*/ 50188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8" y="19898"/>
                  </a:moveTo>
                  <a:cubicBezTo>
                    <a:pt x="50188" y="30797"/>
                    <a:pt x="39035" y="39795"/>
                    <a:pt x="25093" y="39795"/>
                  </a:cubicBezTo>
                  <a:cubicBezTo>
                    <a:pt x="11153" y="39795"/>
                    <a:pt x="0" y="30924"/>
                    <a:pt x="0" y="19898"/>
                  </a:cubicBezTo>
                  <a:cubicBezTo>
                    <a:pt x="0" y="8872"/>
                    <a:pt x="11280" y="0"/>
                    <a:pt x="25093" y="0"/>
                  </a:cubicBezTo>
                  <a:cubicBezTo>
                    <a:pt x="38908" y="0"/>
                    <a:pt x="50188" y="8872"/>
                    <a:pt x="50188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37" name="Freeform: Shape 6236">
              <a:extLst>
                <a:ext uri="{FF2B5EF4-FFF2-40B4-BE49-F238E27FC236}">
                  <a16:creationId xmlns:a16="http://schemas.microsoft.com/office/drawing/2014/main" id="{FC128207-FBBF-D193-E932-259C11CDC136}"/>
                </a:ext>
              </a:extLst>
            </p:cNvPr>
            <p:cNvSpPr/>
            <p:nvPr/>
          </p:nvSpPr>
          <p:spPr>
            <a:xfrm>
              <a:off x="12131801" y="738901"/>
              <a:ext cx="19390" cy="37894"/>
            </a:xfrm>
            <a:custGeom>
              <a:avLst/>
              <a:gdLst>
                <a:gd name="connsiteX0" fmla="*/ 0 w 19390"/>
                <a:gd name="connsiteY0" fmla="*/ 18884 h 37894"/>
                <a:gd name="connsiteX1" fmla="*/ 19391 w 19390"/>
                <a:gd name="connsiteY1" fmla="*/ 37894 h 37894"/>
                <a:gd name="connsiteX2" fmla="*/ 19391 w 19390"/>
                <a:gd name="connsiteY2" fmla="*/ 0 h 37894"/>
                <a:gd name="connsiteX3" fmla="*/ 0 w 19390"/>
                <a:gd name="connsiteY3" fmla="*/ 19010 h 37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0" h="37894">
                  <a:moveTo>
                    <a:pt x="0" y="18884"/>
                  </a:moveTo>
                  <a:cubicBezTo>
                    <a:pt x="0" y="28262"/>
                    <a:pt x="8491" y="35740"/>
                    <a:pt x="19391" y="37894"/>
                  </a:cubicBezTo>
                  <a:lnTo>
                    <a:pt x="19391" y="0"/>
                  </a:lnTo>
                  <a:cubicBezTo>
                    <a:pt x="8364" y="2028"/>
                    <a:pt x="0" y="9632"/>
                    <a:pt x="0" y="1901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38" name="Freeform: Shape 6237">
              <a:extLst>
                <a:ext uri="{FF2B5EF4-FFF2-40B4-BE49-F238E27FC236}">
                  <a16:creationId xmlns:a16="http://schemas.microsoft.com/office/drawing/2014/main" id="{4A3943EB-1D4B-F522-0490-AE579A567843}"/>
                </a:ext>
              </a:extLst>
            </p:cNvPr>
            <p:cNvSpPr/>
            <p:nvPr/>
          </p:nvSpPr>
          <p:spPr>
            <a:xfrm>
              <a:off x="12092132" y="6398168"/>
              <a:ext cx="10646" cy="8491"/>
            </a:xfrm>
            <a:custGeom>
              <a:avLst/>
              <a:gdLst>
                <a:gd name="connsiteX0" fmla="*/ 10646 w 10646"/>
                <a:gd name="connsiteY0" fmla="*/ 4309 h 8491"/>
                <a:gd name="connsiteX1" fmla="*/ 5323 w 10646"/>
                <a:gd name="connsiteY1" fmla="*/ 8491 h 8491"/>
                <a:gd name="connsiteX2" fmla="*/ 0 w 10646"/>
                <a:gd name="connsiteY2" fmla="*/ 4309 h 8491"/>
                <a:gd name="connsiteX3" fmla="*/ 5323 w 10646"/>
                <a:gd name="connsiteY3" fmla="*/ 0 h 8491"/>
                <a:gd name="connsiteX4" fmla="*/ 10646 w 10646"/>
                <a:gd name="connsiteY4" fmla="*/ 4309 h 8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46" h="8491">
                  <a:moveTo>
                    <a:pt x="10646" y="4309"/>
                  </a:moveTo>
                  <a:lnTo>
                    <a:pt x="5323" y="8491"/>
                  </a:lnTo>
                  <a:lnTo>
                    <a:pt x="0" y="4309"/>
                  </a:lnTo>
                  <a:lnTo>
                    <a:pt x="5323" y="0"/>
                  </a:lnTo>
                  <a:lnTo>
                    <a:pt x="10646" y="430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39" name="Freeform: Shape 6238">
              <a:extLst>
                <a:ext uri="{FF2B5EF4-FFF2-40B4-BE49-F238E27FC236}">
                  <a16:creationId xmlns:a16="http://schemas.microsoft.com/office/drawing/2014/main" id="{4FD21375-68E1-7300-B902-09D700DA93F1}"/>
                </a:ext>
              </a:extLst>
            </p:cNvPr>
            <p:cNvSpPr/>
            <p:nvPr/>
          </p:nvSpPr>
          <p:spPr>
            <a:xfrm>
              <a:off x="12021794" y="6486123"/>
              <a:ext cx="9758" cy="7731"/>
            </a:xfrm>
            <a:custGeom>
              <a:avLst/>
              <a:gdLst>
                <a:gd name="connsiteX0" fmla="*/ 9759 w 9758"/>
                <a:gd name="connsiteY0" fmla="*/ 3802 h 7731"/>
                <a:gd name="connsiteX1" fmla="*/ 4816 w 9758"/>
                <a:gd name="connsiteY1" fmla="*/ 7731 h 7731"/>
                <a:gd name="connsiteX2" fmla="*/ 0 w 9758"/>
                <a:gd name="connsiteY2" fmla="*/ 3802 h 7731"/>
                <a:gd name="connsiteX3" fmla="*/ 4816 w 9758"/>
                <a:gd name="connsiteY3" fmla="*/ 0 h 7731"/>
                <a:gd name="connsiteX4" fmla="*/ 9759 w 9758"/>
                <a:gd name="connsiteY4" fmla="*/ 3802 h 7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58" h="7731">
                  <a:moveTo>
                    <a:pt x="9759" y="3802"/>
                  </a:moveTo>
                  <a:lnTo>
                    <a:pt x="4816" y="7731"/>
                  </a:lnTo>
                  <a:lnTo>
                    <a:pt x="0" y="3802"/>
                  </a:lnTo>
                  <a:lnTo>
                    <a:pt x="4816" y="0"/>
                  </a:lnTo>
                  <a:lnTo>
                    <a:pt x="9759" y="380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40" name="Freeform: Shape 6239">
              <a:extLst>
                <a:ext uri="{FF2B5EF4-FFF2-40B4-BE49-F238E27FC236}">
                  <a16:creationId xmlns:a16="http://schemas.microsoft.com/office/drawing/2014/main" id="{A5D8DFB5-F449-4EA9-FACA-439C3CC6CF7C}"/>
                </a:ext>
              </a:extLst>
            </p:cNvPr>
            <p:cNvSpPr/>
            <p:nvPr/>
          </p:nvSpPr>
          <p:spPr>
            <a:xfrm>
              <a:off x="11949681" y="6573064"/>
              <a:ext cx="8364" cy="6716"/>
            </a:xfrm>
            <a:custGeom>
              <a:avLst/>
              <a:gdLst>
                <a:gd name="connsiteX0" fmla="*/ 8364 w 8364"/>
                <a:gd name="connsiteY0" fmla="*/ 3421 h 6716"/>
                <a:gd name="connsiteX1" fmla="*/ 4183 w 8364"/>
                <a:gd name="connsiteY1" fmla="*/ 6717 h 6716"/>
                <a:gd name="connsiteX2" fmla="*/ 0 w 8364"/>
                <a:gd name="connsiteY2" fmla="*/ 3421 h 6716"/>
                <a:gd name="connsiteX3" fmla="*/ 4183 w 8364"/>
                <a:gd name="connsiteY3" fmla="*/ 0 h 6716"/>
                <a:gd name="connsiteX4" fmla="*/ 8364 w 8364"/>
                <a:gd name="connsiteY4" fmla="*/ 3421 h 6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64" h="6716">
                  <a:moveTo>
                    <a:pt x="8364" y="3421"/>
                  </a:moveTo>
                  <a:lnTo>
                    <a:pt x="4183" y="6717"/>
                  </a:lnTo>
                  <a:lnTo>
                    <a:pt x="0" y="3421"/>
                  </a:lnTo>
                  <a:lnTo>
                    <a:pt x="4183" y="0"/>
                  </a:lnTo>
                  <a:lnTo>
                    <a:pt x="8364" y="342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41" name="Freeform: Shape 6240">
              <a:extLst>
                <a:ext uri="{FF2B5EF4-FFF2-40B4-BE49-F238E27FC236}">
                  <a16:creationId xmlns:a16="http://schemas.microsoft.com/office/drawing/2014/main" id="{FDB7DF68-9A1A-C59A-2E5F-72C76BB4D086}"/>
                </a:ext>
              </a:extLst>
            </p:cNvPr>
            <p:cNvSpPr/>
            <p:nvPr/>
          </p:nvSpPr>
          <p:spPr>
            <a:xfrm>
              <a:off x="11875034" y="6658737"/>
              <a:ext cx="7857" cy="6209"/>
            </a:xfrm>
            <a:custGeom>
              <a:avLst/>
              <a:gdLst>
                <a:gd name="connsiteX0" fmla="*/ 7858 w 7857"/>
                <a:gd name="connsiteY0" fmla="*/ 3042 h 6209"/>
                <a:gd name="connsiteX1" fmla="*/ 3929 w 7857"/>
                <a:gd name="connsiteY1" fmla="*/ 6210 h 6209"/>
                <a:gd name="connsiteX2" fmla="*/ 0 w 7857"/>
                <a:gd name="connsiteY2" fmla="*/ 3042 h 6209"/>
                <a:gd name="connsiteX3" fmla="*/ 3929 w 7857"/>
                <a:gd name="connsiteY3" fmla="*/ 0 h 6209"/>
                <a:gd name="connsiteX4" fmla="*/ 7858 w 7857"/>
                <a:gd name="connsiteY4" fmla="*/ 3042 h 6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57" h="6209">
                  <a:moveTo>
                    <a:pt x="7858" y="3042"/>
                  </a:moveTo>
                  <a:lnTo>
                    <a:pt x="3929" y="6210"/>
                  </a:lnTo>
                  <a:lnTo>
                    <a:pt x="0" y="3042"/>
                  </a:lnTo>
                  <a:lnTo>
                    <a:pt x="3929" y="0"/>
                  </a:lnTo>
                  <a:lnTo>
                    <a:pt x="7858" y="30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42" name="Freeform: Shape 6241">
              <a:extLst>
                <a:ext uri="{FF2B5EF4-FFF2-40B4-BE49-F238E27FC236}">
                  <a16:creationId xmlns:a16="http://schemas.microsoft.com/office/drawing/2014/main" id="{AA66E9C0-FD1D-31FE-A0AA-013955D28152}"/>
                </a:ext>
              </a:extLst>
            </p:cNvPr>
            <p:cNvSpPr/>
            <p:nvPr/>
          </p:nvSpPr>
          <p:spPr>
            <a:xfrm>
              <a:off x="11798865" y="6743524"/>
              <a:ext cx="6463" cy="5068"/>
            </a:xfrm>
            <a:custGeom>
              <a:avLst/>
              <a:gdLst>
                <a:gd name="connsiteX0" fmla="*/ 6464 w 6463"/>
                <a:gd name="connsiteY0" fmla="*/ 2534 h 5068"/>
                <a:gd name="connsiteX1" fmla="*/ 3168 w 6463"/>
                <a:gd name="connsiteY1" fmla="*/ 5069 h 5068"/>
                <a:gd name="connsiteX2" fmla="*/ 0 w 6463"/>
                <a:gd name="connsiteY2" fmla="*/ 2534 h 5068"/>
                <a:gd name="connsiteX3" fmla="*/ 3168 w 6463"/>
                <a:gd name="connsiteY3" fmla="*/ 0 h 5068"/>
                <a:gd name="connsiteX4" fmla="*/ 6464 w 6463"/>
                <a:gd name="connsiteY4" fmla="*/ 2534 h 5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63" h="5068">
                  <a:moveTo>
                    <a:pt x="6464" y="2534"/>
                  </a:moveTo>
                  <a:lnTo>
                    <a:pt x="3168" y="5069"/>
                  </a:lnTo>
                  <a:lnTo>
                    <a:pt x="0" y="2534"/>
                  </a:lnTo>
                  <a:lnTo>
                    <a:pt x="3168" y="0"/>
                  </a:lnTo>
                  <a:lnTo>
                    <a:pt x="6464" y="253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43" name="Freeform: Shape 6242">
              <a:extLst>
                <a:ext uri="{FF2B5EF4-FFF2-40B4-BE49-F238E27FC236}">
                  <a16:creationId xmlns:a16="http://schemas.microsoft.com/office/drawing/2014/main" id="{F3B865D0-443B-A34F-43FE-8DBB6080F9A5}"/>
                </a:ext>
              </a:extLst>
            </p:cNvPr>
            <p:cNvSpPr/>
            <p:nvPr/>
          </p:nvSpPr>
          <p:spPr>
            <a:xfrm>
              <a:off x="573988" y="6809299"/>
              <a:ext cx="47906" cy="15589"/>
            </a:xfrm>
            <a:custGeom>
              <a:avLst/>
              <a:gdLst>
                <a:gd name="connsiteX0" fmla="*/ 23953 w 47906"/>
                <a:gd name="connsiteY0" fmla="*/ 0 h 15589"/>
                <a:gd name="connsiteX1" fmla="*/ 0 w 47906"/>
                <a:gd name="connsiteY1" fmla="*/ 15589 h 15589"/>
                <a:gd name="connsiteX2" fmla="*/ 47906 w 47906"/>
                <a:gd name="connsiteY2" fmla="*/ 15589 h 15589"/>
                <a:gd name="connsiteX3" fmla="*/ 23953 w 47906"/>
                <a:gd name="connsiteY3" fmla="*/ 0 h 15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906" h="15589">
                  <a:moveTo>
                    <a:pt x="23953" y="0"/>
                  </a:moveTo>
                  <a:cubicBezTo>
                    <a:pt x="12040" y="0"/>
                    <a:pt x="2535" y="6717"/>
                    <a:pt x="0" y="15589"/>
                  </a:cubicBezTo>
                  <a:lnTo>
                    <a:pt x="47906" y="15589"/>
                  </a:lnTo>
                  <a:cubicBezTo>
                    <a:pt x="45371" y="6717"/>
                    <a:pt x="35866" y="0"/>
                    <a:pt x="23953" y="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44" name="Freeform: Shape 6243">
              <a:extLst>
                <a:ext uri="{FF2B5EF4-FFF2-40B4-BE49-F238E27FC236}">
                  <a16:creationId xmlns:a16="http://schemas.microsoft.com/office/drawing/2014/main" id="{C8073BBD-8018-3103-2EA5-133A5FFC1627}"/>
                </a:ext>
              </a:extLst>
            </p:cNvPr>
            <p:cNvSpPr/>
            <p:nvPr/>
          </p:nvSpPr>
          <p:spPr>
            <a:xfrm>
              <a:off x="494017" y="6726160"/>
              <a:ext cx="50187" cy="39795"/>
            </a:xfrm>
            <a:custGeom>
              <a:avLst/>
              <a:gdLst>
                <a:gd name="connsiteX0" fmla="*/ 50187 w 50187"/>
                <a:gd name="connsiteY0" fmla="*/ 19898 h 39795"/>
                <a:gd name="connsiteX1" fmla="*/ 25094 w 50187"/>
                <a:gd name="connsiteY1" fmla="*/ 39795 h 39795"/>
                <a:gd name="connsiteX2" fmla="*/ 0 w 50187"/>
                <a:gd name="connsiteY2" fmla="*/ 19898 h 39795"/>
                <a:gd name="connsiteX3" fmla="*/ 25094 w 50187"/>
                <a:gd name="connsiteY3" fmla="*/ 0 h 39795"/>
                <a:gd name="connsiteX4" fmla="*/ 50187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7" y="19898"/>
                  </a:moveTo>
                  <a:cubicBezTo>
                    <a:pt x="50187" y="30924"/>
                    <a:pt x="38908" y="39795"/>
                    <a:pt x="25094" y="39795"/>
                  </a:cubicBezTo>
                  <a:cubicBezTo>
                    <a:pt x="11279" y="39795"/>
                    <a:pt x="0" y="30924"/>
                    <a:pt x="0" y="19898"/>
                  </a:cubicBezTo>
                  <a:cubicBezTo>
                    <a:pt x="0" y="8872"/>
                    <a:pt x="11153" y="0"/>
                    <a:pt x="25094" y="0"/>
                  </a:cubicBezTo>
                  <a:cubicBezTo>
                    <a:pt x="39035" y="0"/>
                    <a:pt x="50187" y="8872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45" name="Freeform: Shape 6244">
              <a:extLst>
                <a:ext uri="{FF2B5EF4-FFF2-40B4-BE49-F238E27FC236}">
                  <a16:creationId xmlns:a16="http://schemas.microsoft.com/office/drawing/2014/main" id="{6EAB0A33-3575-D929-D59B-236E8588BE9C}"/>
                </a:ext>
              </a:extLst>
            </p:cNvPr>
            <p:cNvSpPr/>
            <p:nvPr/>
          </p:nvSpPr>
          <p:spPr>
            <a:xfrm>
              <a:off x="417089" y="6641881"/>
              <a:ext cx="50187" cy="39795"/>
            </a:xfrm>
            <a:custGeom>
              <a:avLst/>
              <a:gdLst>
                <a:gd name="connsiteX0" fmla="*/ 50187 w 50187"/>
                <a:gd name="connsiteY0" fmla="*/ 19898 h 39795"/>
                <a:gd name="connsiteX1" fmla="*/ 25094 w 50187"/>
                <a:gd name="connsiteY1" fmla="*/ 39795 h 39795"/>
                <a:gd name="connsiteX2" fmla="*/ 0 w 50187"/>
                <a:gd name="connsiteY2" fmla="*/ 19898 h 39795"/>
                <a:gd name="connsiteX3" fmla="*/ 25094 w 50187"/>
                <a:gd name="connsiteY3" fmla="*/ 0 h 39795"/>
                <a:gd name="connsiteX4" fmla="*/ 50187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7" y="19898"/>
                  </a:moveTo>
                  <a:cubicBezTo>
                    <a:pt x="50187" y="30924"/>
                    <a:pt x="38908" y="39795"/>
                    <a:pt x="25094" y="39795"/>
                  </a:cubicBezTo>
                  <a:cubicBezTo>
                    <a:pt x="11279" y="39795"/>
                    <a:pt x="0" y="30924"/>
                    <a:pt x="0" y="19898"/>
                  </a:cubicBezTo>
                  <a:cubicBezTo>
                    <a:pt x="0" y="8872"/>
                    <a:pt x="11279" y="0"/>
                    <a:pt x="25094" y="0"/>
                  </a:cubicBezTo>
                  <a:cubicBezTo>
                    <a:pt x="38908" y="0"/>
                    <a:pt x="50187" y="8872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46" name="Freeform: Shape 6245">
              <a:extLst>
                <a:ext uri="{FF2B5EF4-FFF2-40B4-BE49-F238E27FC236}">
                  <a16:creationId xmlns:a16="http://schemas.microsoft.com/office/drawing/2014/main" id="{CB754F69-2446-CC0A-7575-9E23F06CE0A4}"/>
                </a:ext>
              </a:extLst>
            </p:cNvPr>
            <p:cNvSpPr/>
            <p:nvPr/>
          </p:nvSpPr>
          <p:spPr>
            <a:xfrm>
              <a:off x="342314" y="6556588"/>
              <a:ext cx="50187" cy="39794"/>
            </a:xfrm>
            <a:custGeom>
              <a:avLst/>
              <a:gdLst>
                <a:gd name="connsiteX0" fmla="*/ 50187 w 50187"/>
                <a:gd name="connsiteY0" fmla="*/ 19897 h 39794"/>
                <a:gd name="connsiteX1" fmla="*/ 25094 w 50187"/>
                <a:gd name="connsiteY1" fmla="*/ 39795 h 39794"/>
                <a:gd name="connsiteX2" fmla="*/ 0 w 50187"/>
                <a:gd name="connsiteY2" fmla="*/ 19897 h 39794"/>
                <a:gd name="connsiteX3" fmla="*/ 25094 w 50187"/>
                <a:gd name="connsiteY3" fmla="*/ 0 h 39794"/>
                <a:gd name="connsiteX4" fmla="*/ 50187 w 50187"/>
                <a:gd name="connsiteY4" fmla="*/ 19897 h 39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4">
                  <a:moveTo>
                    <a:pt x="50187" y="19897"/>
                  </a:moveTo>
                  <a:cubicBezTo>
                    <a:pt x="50187" y="30797"/>
                    <a:pt x="38908" y="39795"/>
                    <a:pt x="25094" y="39795"/>
                  </a:cubicBezTo>
                  <a:cubicBezTo>
                    <a:pt x="11279" y="39795"/>
                    <a:pt x="0" y="30923"/>
                    <a:pt x="0" y="19897"/>
                  </a:cubicBezTo>
                  <a:cubicBezTo>
                    <a:pt x="0" y="8871"/>
                    <a:pt x="11279" y="0"/>
                    <a:pt x="25094" y="0"/>
                  </a:cubicBezTo>
                  <a:cubicBezTo>
                    <a:pt x="38908" y="0"/>
                    <a:pt x="50187" y="8871"/>
                    <a:pt x="50187" y="198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47" name="Freeform: Shape 6246">
              <a:extLst>
                <a:ext uri="{FF2B5EF4-FFF2-40B4-BE49-F238E27FC236}">
                  <a16:creationId xmlns:a16="http://schemas.microsoft.com/office/drawing/2014/main" id="{D12E48D9-EA40-C2FF-AE07-C7294B4DD3D8}"/>
                </a:ext>
              </a:extLst>
            </p:cNvPr>
            <p:cNvSpPr/>
            <p:nvPr/>
          </p:nvSpPr>
          <p:spPr>
            <a:xfrm>
              <a:off x="269441" y="6470027"/>
              <a:ext cx="50187" cy="39795"/>
            </a:xfrm>
            <a:custGeom>
              <a:avLst/>
              <a:gdLst>
                <a:gd name="connsiteX0" fmla="*/ 50187 w 50187"/>
                <a:gd name="connsiteY0" fmla="*/ 19898 h 39795"/>
                <a:gd name="connsiteX1" fmla="*/ 25094 w 50187"/>
                <a:gd name="connsiteY1" fmla="*/ 39795 h 39795"/>
                <a:gd name="connsiteX2" fmla="*/ 0 w 50187"/>
                <a:gd name="connsiteY2" fmla="*/ 19898 h 39795"/>
                <a:gd name="connsiteX3" fmla="*/ 25094 w 50187"/>
                <a:gd name="connsiteY3" fmla="*/ 0 h 39795"/>
                <a:gd name="connsiteX4" fmla="*/ 50187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7" y="19898"/>
                  </a:moveTo>
                  <a:cubicBezTo>
                    <a:pt x="50187" y="30924"/>
                    <a:pt x="38908" y="39795"/>
                    <a:pt x="25094" y="39795"/>
                  </a:cubicBezTo>
                  <a:cubicBezTo>
                    <a:pt x="11279" y="39795"/>
                    <a:pt x="0" y="30924"/>
                    <a:pt x="0" y="19898"/>
                  </a:cubicBezTo>
                  <a:cubicBezTo>
                    <a:pt x="0" y="8871"/>
                    <a:pt x="11153" y="0"/>
                    <a:pt x="25094" y="0"/>
                  </a:cubicBezTo>
                  <a:cubicBezTo>
                    <a:pt x="39035" y="0"/>
                    <a:pt x="50187" y="8871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48" name="Freeform: Shape 6247">
              <a:extLst>
                <a:ext uri="{FF2B5EF4-FFF2-40B4-BE49-F238E27FC236}">
                  <a16:creationId xmlns:a16="http://schemas.microsoft.com/office/drawing/2014/main" id="{F18587B6-E321-3574-6AD9-57C6F5F16B0C}"/>
                </a:ext>
              </a:extLst>
            </p:cNvPr>
            <p:cNvSpPr/>
            <p:nvPr/>
          </p:nvSpPr>
          <p:spPr>
            <a:xfrm>
              <a:off x="198596" y="6382579"/>
              <a:ext cx="50187" cy="39795"/>
            </a:xfrm>
            <a:custGeom>
              <a:avLst/>
              <a:gdLst>
                <a:gd name="connsiteX0" fmla="*/ 50187 w 50187"/>
                <a:gd name="connsiteY0" fmla="*/ 19898 h 39795"/>
                <a:gd name="connsiteX1" fmla="*/ 25094 w 50187"/>
                <a:gd name="connsiteY1" fmla="*/ 39795 h 39795"/>
                <a:gd name="connsiteX2" fmla="*/ 0 w 50187"/>
                <a:gd name="connsiteY2" fmla="*/ 19898 h 39795"/>
                <a:gd name="connsiteX3" fmla="*/ 25094 w 50187"/>
                <a:gd name="connsiteY3" fmla="*/ 0 h 39795"/>
                <a:gd name="connsiteX4" fmla="*/ 50187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7" y="19898"/>
                  </a:moveTo>
                  <a:cubicBezTo>
                    <a:pt x="50187" y="30797"/>
                    <a:pt x="38908" y="39795"/>
                    <a:pt x="25094" y="39795"/>
                  </a:cubicBezTo>
                  <a:cubicBezTo>
                    <a:pt x="11279" y="39795"/>
                    <a:pt x="0" y="30924"/>
                    <a:pt x="0" y="19898"/>
                  </a:cubicBezTo>
                  <a:cubicBezTo>
                    <a:pt x="0" y="8872"/>
                    <a:pt x="11153" y="0"/>
                    <a:pt x="25094" y="0"/>
                  </a:cubicBezTo>
                  <a:cubicBezTo>
                    <a:pt x="39035" y="0"/>
                    <a:pt x="50187" y="8872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49" name="Freeform: Shape 6248">
              <a:extLst>
                <a:ext uri="{FF2B5EF4-FFF2-40B4-BE49-F238E27FC236}">
                  <a16:creationId xmlns:a16="http://schemas.microsoft.com/office/drawing/2014/main" id="{8BB97CD2-F7C2-7EFD-31D0-3BBA2EDAD827}"/>
                </a:ext>
              </a:extLst>
            </p:cNvPr>
            <p:cNvSpPr/>
            <p:nvPr/>
          </p:nvSpPr>
          <p:spPr>
            <a:xfrm>
              <a:off x="129905" y="6293991"/>
              <a:ext cx="50187" cy="39795"/>
            </a:xfrm>
            <a:custGeom>
              <a:avLst/>
              <a:gdLst>
                <a:gd name="connsiteX0" fmla="*/ 50187 w 50187"/>
                <a:gd name="connsiteY0" fmla="*/ 19898 h 39795"/>
                <a:gd name="connsiteX1" fmla="*/ 25094 w 50187"/>
                <a:gd name="connsiteY1" fmla="*/ 39795 h 39795"/>
                <a:gd name="connsiteX2" fmla="*/ 0 w 50187"/>
                <a:gd name="connsiteY2" fmla="*/ 19898 h 39795"/>
                <a:gd name="connsiteX3" fmla="*/ 25094 w 50187"/>
                <a:gd name="connsiteY3" fmla="*/ 0 h 39795"/>
                <a:gd name="connsiteX4" fmla="*/ 50187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7" y="19898"/>
                  </a:moveTo>
                  <a:cubicBezTo>
                    <a:pt x="50187" y="30797"/>
                    <a:pt x="38908" y="39795"/>
                    <a:pt x="25094" y="39795"/>
                  </a:cubicBezTo>
                  <a:cubicBezTo>
                    <a:pt x="11280" y="39795"/>
                    <a:pt x="0" y="30924"/>
                    <a:pt x="0" y="19898"/>
                  </a:cubicBezTo>
                  <a:cubicBezTo>
                    <a:pt x="0" y="8872"/>
                    <a:pt x="11280" y="0"/>
                    <a:pt x="25094" y="0"/>
                  </a:cubicBezTo>
                  <a:cubicBezTo>
                    <a:pt x="38908" y="0"/>
                    <a:pt x="50187" y="8872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50" name="Freeform: Shape 6249">
              <a:extLst>
                <a:ext uri="{FF2B5EF4-FFF2-40B4-BE49-F238E27FC236}">
                  <a16:creationId xmlns:a16="http://schemas.microsoft.com/office/drawing/2014/main" id="{253ADDF5-CAB5-1A49-8ECD-CFB492E48EA3}"/>
                </a:ext>
              </a:extLst>
            </p:cNvPr>
            <p:cNvSpPr/>
            <p:nvPr/>
          </p:nvSpPr>
          <p:spPr>
            <a:xfrm>
              <a:off x="63242" y="6204388"/>
              <a:ext cx="50187" cy="39795"/>
            </a:xfrm>
            <a:custGeom>
              <a:avLst/>
              <a:gdLst>
                <a:gd name="connsiteX0" fmla="*/ 50187 w 50187"/>
                <a:gd name="connsiteY0" fmla="*/ 19898 h 39795"/>
                <a:gd name="connsiteX1" fmla="*/ 25094 w 50187"/>
                <a:gd name="connsiteY1" fmla="*/ 39795 h 39795"/>
                <a:gd name="connsiteX2" fmla="*/ 0 w 50187"/>
                <a:gd name="connsiteY2" fmla="*/ 19898 h 39795"/>
                <a:gd name="connsiteX3" fmla="*/ 25094 w 50187"/>
                <a:gd name="connsiteY3" fmla="*/ 0 h 39795"/>
                <a:gd name="connsiteX4" fmla="*/ 50187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7" y="19898"/>
                  </a:moveTo>
                  <a:cubicBezTo>
                    <a:pt x="50187" y="30924"/>
                    <a:pt x="38908" y="39795"/>
                    <a:pt x="25094" y="39795"/>
                  </a:cubicBezTo>
                  <a:cubicBezTo>
                    <a:pt x="11280" y="39795"/>
                    <a:pt x="0" y="30924"/>
                    <a:pt x="0" y="19898"/>
                  </a:cubicBezTo>
                  <a:cubicBezTo>
                    <a:pt x="0" y="8872"/>
                    <a:pt x="11280" y="0"/>
                    <a:pt x="25094" y="0"/>
                  </a:cubicBezTo>
                  <a:cubicBezTo>
                    <a:pt x="38908" y="0"/>
                    <a:pt x="50187" y="8872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51" name="Freeform: Shape 6250">
              <a:extLst>
                <a:ext uri="{FF2B5EF4-FFF2-40B4-BE49-F238E27FC236}">
                  <a16:creationId xmlns:a16="http://schemas.microsoft.com/office/drawing/2014/main" id="{1EBF1E55-B4A1-496C-9B44-48F6F26D0E48}"/>
                </a:ext>
              </a:extLst>
            </p:cNvPr>
            <p:cNvSpPr/>
            <p:nvPr/>
          </p:nvSpPr>
          <p:spPr>
            <a:xfrm>
              <a:off x="40936" y="6119349"/>
              <a:ext cx="7984" cy="28768"/>
            </a:xfrm>
            <a:custGeom>
              <a:avLst/>
              <a:gdLst>
                <a:gd name="connsiteX0" fmla="*/ 7984 w 7984"/>
                <a:gd name="connsiteY0" fmla="*/ 14321 h 28768"/>
                <a:gd name="connsiteX1" fmla="*/ 0 w 7984"/>
                <a:gd name="connsiteY1" fmla="*/ 0 h 28768"/>
                <a:gd name="connsiteX2" fmla="*/ 0 w 7984"/>
                <a:gd name="connsiteY2" fmla="*/ 28769 h 28768"/>
                <a:gd name="connsiteX3" fmla="*/ 7984 w 7984"/>
                <a:gd name="connsiteY3" fmla="*/ 14448 h 28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84" h="28768">
                  <a:moveTo>
                    <a:pt x="7984" y="14321"/>
                  </a:moveTo>
                  <a:cubicBezTo>
                    <a:pt x="7984" y="8618"/>
                    <a:pt x="4943" y="3549"/>
                    <a:pt x="0" y="0"/>
                  </a:cubicBezTo>
                  <a:lnTo>
                    <a:pt x="0" y="28769"/>
                  </a:lnTo>
                  <a:cubicBezTo>
                    <a:pt x="4816" y="25220"/>
                    <a:pt x="7984" y="20151"/>
                    <a:pt x="7984" y="1444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52" name="Freeform: Shape 6251">
              <a:extLst>
                <a:ext uri="{FF2B5EF4-FFF2-40B4-BE49-F238E27FC236}">
                  <a16:creationId xmlns:a16="http://schemas.microsoft.com/office/drawing/2014/main" id="{B451EE69-7AC9-C485-B14F-2B96CE0534FF}"/>
                </a:ext>
              </a:extLst>
            </p:cNvPr>
            <p:cNvSpPr/>
            <p:nvPr/>
          </p:nvSpPr>
          <p:spPr>
            <a:xfrm>
              <a:off x="81112" y="657156"/>
              <a:ext cx="14574" cy="11532"/>
            </a:xfrm>
            <a:custGeom>
              <a:avLst/>
              <a:gdLst>
                <a:gd name="connsiteX0" fmla="*/ 14575 w 14574"/>
                <a:gd name="connsiteY0" fmla="*/ 5830 h 11532"/>
                <a:gd name="connsiteX1" fmla="*/ 7351 w 14574"/>
                <a:gd name="connsiteY1" fmla="*/ 11533 h 11532"/>
                <a:gd name="connsiteX2" fmla="*/ 0 w 14574"/>
                <a:gd name="connsiteY2" fmla="*/ 5830 h 11532"/>
                <a:gd name="connsiteX3" fmla="*/ 7351 w 14574"/>
                <a:gd name="connsiteY3" fmla="*/ 0 h 11532"/>
                <a:gd name="connsiteX4" fmla="*/ 14575 w 14574"/>
                <a:gd name="connsiteY4" fmla="*/ 5830 h 11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574" h="11532">
                  <a:moveTo>
                    <a:pt x="14575" y="5830"/>
                  </a:moveTo>
                  <a:cubicBezTo>
                    <a:pt x="14575" y="8998"/>
                    <a:pt x="11406" y="11533"/>
                    <a:pt x="7351" y="11533"/>
                  </a:cubicBezTo>
                  <a:cubicBezTo>
                    <a:pt x="3295" y="11533"/>
                    <a:pt x="0" y="8998"/>
                    <a:pt x="0" y="5830"/>
                  </a:cubicBezTo>
                  <a:cubicBezTo>
                    <a:pt x="0" y="2661"/>
                    <a:pt x="3295" y="0"/>
                    <a:pt x="7351" y="0"/>
                  </a:cubicBezTo>
                  <a:cubicBezTo>
                    <a:pt x="11406" y="0"/>
                    <a:pt x="14575" y="2535"/>
                    <a:pt x="14575" y="58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53" name="Freeform: Shape 6252">
              <a:extLst>
                <a:ext uri="{FF2B5EF4-FFF2-40B4-BE49-F238E27FC236}">
                  <a16:creationId xmlns:a16="http://schemas.microsoft.com/office/drawing/2014/main" id="{23F80127-EFD3-18BD-C0BD-4C1862C4CE4C}"/>
                </a:ext>
              </a:extLst>
            </p:cNvPr>
            <p:cNvSpPr/>
            <p:nvPr/>
          </p:nvSpPr>
          <p:spPr>
            <a:xfrm>
              <a:off x="148155" y="567934"/>
              <a:ext cx="13687" cy="10899"/>
            </a:xfrm>
            <a:custGeom>
              <a:avLst/>
              <a:gdLst>
                <a:gd name="connsiteX0" fmla="*/ 13687 w 13687"/>
                <a:gd name="connsiteY0" fmla="*/ 5450 h 10899"/>
                <a:gd name="connsiteX1" fmla="*/ 6844 w 13687"/>
                <a:gd name="connsiteY1" fmla="*/ 10899 h 10899"/>
                <a:gd name="connsiteX2" fmla="*/ 0 w 13687"/>
                <a:gd name="connsiteY2" fmla="*/ 5450 h 10899"/>
                <a:gd name="connsiteX3" fmla="*/ 6844 w 13687"/>
                <a:gd name="connsiteY3" fmla="*/ 0 h 10899"/>
                <a:gd name="connsiteX4" fmla="*/ 13687 w 13687"/>
                <a:gd name="connsiteY4" fmla="*/ 5450 h 10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87" h="10899">
                  <a:moveTo>
                    <a:pt x="13687" y="5450"/>
                  </a:moveTo>
                  <a:cubicBezTo>
                    <a:pt x="13687" y="8491"/>
                    <a:pt x="10646" y="10899"/>
                    <a:pt x="6844" y="10899"/>
                  </a:cubicBezTo>
                  <a:cubicBezTo>
                    <a:pt x="3042" y="10899"/>
                    <a:pt x="0" y="8491"/>
                    <a:pt x="0" y="5450"/>
                  </a:cubicBezTo>
                  <a:cubicBezTo>
                    <a:pt x="0" y="2408"/>
                    <a:pt x="3042" y="0"/>
                    <a:pt x="6844" y="0"/>
                  </a:cubicBezTo>
                  <a:cubicBezTo>
                    <a:pt x="10646" y="0"/>
                    <a:pt x="13687" y="2408"/>
                    <a:pt x="13687" y="545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54" name="Freeform: Shape 6253">
              <a:extLst>
                <a:ext uri="{FF2B5EF4-FFF2-40B4-BE49-F238E27FC236}">
                  <a16:creationId xmlns:a16="http://schemas.microsoft.com/office/drawing/2014/main" id="{43E75A1F-EA6A-C486-3E58-A4133B8F1301}"/>
                </a:ext>
              </a:extLst>
            </p:cNvPr>
            <p:cNvSpPr/>
            <p:nvPr/>
          </p:nvSpPr>
          <p:spPr>
            <a:xfrm>
              <a:off x="217606" y="479979"/>
              <a:ext cx="12293" cy="9758"/>
            </a:xfrm>
            <a:custGeom>
              <a:avLst/>
              <a:gdLst>
                <a:gd name="connsiteX0" fmla="*/ 12293 w 12293"/>
                <a:gd name="connsiteY0" fmla="*/ 4816 h 9758"/>
                <a:gd name="connsiteX1" fmla="*/ 6083 w 12293"/>
                <a:gd name="connsiteY1" fmla="*/ 9759 h 9758"/>
                <a:gd name="connsiteX2" fmla="*/ 0 w 12293"/>
                <a:gd name="connsiteY2" fmla="*/ 4816 h 9758"/>
                <a:gd name="connsiteX3" fmla="*/ 6083 w 12293"/>
                <a:gd name="connsiteY3" fmla="*/ 0 h 9758"/>
                <a:gd name="connsiteX4" fmla="*/ 12293 w 12293"/>
                <a:gd name="connsiteY4" fmla="*/ 4816 h 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93" h="9758">
                  <a:moveTo>
                    <a:pt x="12293" y="4816"/>
                  </a:moveTo>
                  <a:lnTo>
                    <a:pt x="6083" y="9759"/>
                  </a:lnTo>
                  <a:lnTo>
                    <a:pt x="0" y="4816"/>
                  </a:lnTo>
                  <a:lnTo>
                    <a:pt x="6083" y="0"/>
                  </a:lnTo>
                  <a:lnTo>
                    <a:pt x="12293" y="481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55" name="Freeform: Shape 6254">
              <a:extLst>
                <a:ext uri="{FF2B5EF4-FFF2-40B4-BE49-F238E27FC236}">
                  <a16:creationId xmlns:a16="http://schemas.microsoft.com/office/drawing/2014/main" id="{72FA6975-A475-A290-B9C8-7054421DCDB0}"/>
                </a:ext>
              </a:extLst>
            </p:cNvPr>
            <p:cNvSpPr/>
            <p:nvPr/>
          </p:nvSpPr>
          <p:spPr>
            <a:xfrm>
              <a:off x="288705" y="392658"/>
              <a:ext cx="11659" cy="9251"/>
            </a:xfrm>
            <a:custGeom>
              <a:avLst/>
              <a:gdLst>
                <a:gd name="connsiteX0" fmla="*/ 11660 w 11659"/>
                <a:gd name="connsiteY0" fmla="*/ 4689 h 9251"/>
                <a:gd name="connsiteX1" fmla="*/ 5830 w 11659"/>
                <a:gd name="connsiteY1" fmla="*/ 9252 h 9251"/>
                <a:gd name="connsiteX2" fmla="*/ 0 w 11659"/>
                <a:gd name="connsiteY2" fmla="*/ 4689 h 9251"/>
                <a:gd name="connsiteX3" fmla="*/ 5830 w 11659"/>
                <a:gd name="connsiteY3" fmla="*/ 0 h 9251"/>
                <a:gd name="connsiteX4" fmla="*/ 11660 w 11659"/>
                <a:gd name="connsiteY4" fmla="*/ 4689 h 9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59" h="9251">
                  <a:moveTo>
                    <a:pt x="11660" y="4689"/>
                  </a:moveTo>
                  <a:lnTo>
                    <a:pt x="5830" y="9252"/>
                  </a:lnTo>
                  <a:lnTo>
                    <a:pt x="0" y="4689"/>
                  </a:lnTo>
                  <a:lnTo>
                    <a:pt x="5830" y="0"/>
                  </a:lnTo>
                  <a:lnTo>
                    <a:pt x="11660" y="468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56" name="Freeform: Shape 6255">
              <a:extLst>
                <a:ext uri="{FF2B5EF4-FFF2-40B4-BE49-F238E27FC236}">
                  <a16:creationId xmlns:a16="http://schemas.microsoft.com/office/drawing/2014/main" id="{D9A35869-26DB-7A4B-19FC-5F1A867D7180}"/>
                </a:ext>
              </a:extLst>
            </p:cNvPr>
            <p:cNvSpPr/>
            <p:nvPr/>
          </p:nvSpPr>
          <p:spPr>
            <a:xfrm>
              <a:off x="362339" y="306731"/>
              <a:ext cx="10138" cy="8111"/>
            </a:xfrm>
            <a:custGeom>
              <a:avLst/>
              <a:gdLst>
                <a:gd name="connsiteX0" fmla="*/ 10139 w 10138"/>
                <a:gd name="connsiteY0" fmla="*/ 4056 h 8111"/>
                <a:gd name="connsiteX1" fmla="*/ 5069 w 10138"/>
                <a:gd name="connsiteY1" fmla="*/ 8111 h 8111"/>
                <a:gd name="connsiteX2" fmla="*/ 0 w 10138"/>
                <a:gd name="connsiteY2" fmla="*/ 4056 h 8111"/>
                <a:gd name="connsiteX3" fmla="*/ 5069 w 10138"/>
                <a:gd name="connsiteY3" fmla="*/ 0 h 8111"/>
                <a:gd name="connsiteX4" fmla="*/ 10139 w 10138"/>
                <a:gd name="connsiteY4" fmla="*/ 4056 h 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38" h="8111">
                  <a:moveTo>
                    <a:pt x="10139" y="4056"/>
                  </a:moveTo>
                  <a:lnTo>
                    <a:pt x="5069" y="8111"/>
                  </a:lnTo>
                  <a:lnTo>
                    <a:pt x="0" y="4056"/>
                  </a:lnTo>
                  <a:lnTo>
                    <a:pt x="5069" y="0"/>
                  </a:lnTo>
                  <a:lnTo>
                    <a:pt x="10139" y="405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57" name="Freeform: Shape 6256">
              <a:extLst>
                <a:ext uri="{FF2B5EF4-FFF2-40B4-BE49-F238E27FC236}">
                  <a16:creationId xmlns:a16="http://schemas.microsoft.com/office/drawing/2014/main" id="{905CE69C-B9FC-AD42-A7E8-847CA0441479}"/>
                </a:ext>
              </a:extLst>
            </p:cNvPr>
            <p:cNvSpPr/>
            <p:nvPr/>
          </p:nvSpPr>
          <p:spPr>
            <a:xfrm>
              <a:off x="437493" y="221691"/>
              <a:ext cx="9505" cy="7477"/>
            </a:xfrm>
            <a:custGeom>
              <a:avLst/>
              <a:gdLst>
                <a:gd name="connsiteX0" fmla="*/ 9505 w 9505"/>
                <a:gd name="connsiteY0" fmla="*/ 3802 h 7477"/>
                <a:gd name="connsiteX1" fmla="*/ 4816 w 9505"/>
                <a:gd name="connsiteY1" fmla="*/ 7477 h 7477"/>
                <a:gd name="connsiteX2" fmla="*/ 0 w 9505"/>
                <a:gd name="connsiteY2" fmla="*/ 3802 h 7477"/>
                <a:gd name="connsiteX3" fmla="*/ 4816 w 9505"/>
                <a:gd name="connsiteY3" fmla="*/ 0 h 7477"/>
                <a:gd name="connsiteX4" fmla="*/ 9505 w 9505"/>
                <a:gd name="connsiteY4" fmla="*/ 3802 h 7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05" h="7477">
                  <a:moveTo>
                    <a:pt x="9505" y="3802"/>
                  </a:moveTo>
                  <a:lnTo>
                    <a:pt x="4816" y="7477"/>
                  </a:lnTo>
                  <a:lnTo>
                    <a:pt x="0" y="3802"/>
                  </a:lnTo>
                  <a:lnTo>
                    <a:pt x="4816" y="0"/>
                  </a:lnTo>
                  <a:lnTo>
                    <a:pt x="9505" y="380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58" name="Freeform: Shape 6257">
              <a:extLst>
                <a:ext uri="{FF2B5EF4-FFF2-40B4-BE49-F238E27FC236}">
                  <a16:creationId xmlns:a16="http://schemas.microsoft.com/office/drawing/2014/main" id="{DA027DBC-27E7-7EB0-BC87-6CA5427BDAB0}"/>
                </a:ext>
              </a:extLst>
            </p:cNvPr>
            <p:cNvSpPr/>
            <p:nvPr/>
          </p:nvSpPr>
          <p:spPr>
            <a:xfrm>
              <a:off x="515055" y="138046"/>
              <a:ext cx="8111" cy="6336"/>
            </a:xfrm>
            <a:custGeom>
              <a:avLst/>
              <a:gdLst>
                <a:gd name="connsiteX0" fmla="*/ 8111 w 8111"/>
                <a:gd name="connsiteY0" fmla="*/ 3168 h 6336"/>
                <a:gd name="connsiteX1" fmla="*/ 4056 w 8111"/>
                <a:gd name="connsiteY1" fmla="*/ 6337 h 6336"/>
                <a:gd name="connsiteX2" fmla="*/ 0 w 8111"/>
                <a:gd name="connsiteY2" fmla="*/ 3168 h 6336"/>
                <a:gd name="connsiteX3" fmla="*/ 4056 w 8111"/>
                <a:gd name="connsiteY3" fmla="*/ 0 h 6336"/>
                <a:gd name="connsiteX4" fmla="*/ 8111 w 8111"/>
                <a:gd name="connsiteY4" fmla="*/ 3168 h 6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11" h="6336">
                  <a:moveTo>
                    <a:pt x="8111" y="3168"/>
                  </a:moveTo>
                  <a:lnTo>
                    <a:pt x="4056" y="6337"/>
                  </a:lnTo>
                  <a:lnTo>
                    <a:pt x="0" y="3168"/>
                  </a:lnTo>
                  <a:lnTo>
                    <a:pt x="4056" y="0"/>
                  </a:lnTo>
                  <a:lnTo>
                    <a:pt x="8111" y="316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59" name="Freeform: Shape 6258">
              <a:extLst>
                <a:ext uri="{FF2B5EF4-FFF2-40B4-BE49-F238E27FC236}">
                  <a16:creationId xmlns:a16="http://schemas.microsoft.com/office/drawing/2014/main" id="{46548C1C-0128-2532-0043-389AEBF0B250}"/>
                </a:ext>
              </a:extLst>
            </p:cNvPr>
            <p:cNvSpPr/>
            <p:nvPr/>
          </p:nvSpPr>
          <p:spPr>
            <a:xfrm>
              <a:off x="594392" y="55160"/>
              <a:ext cx="7223" cy="5829"/>
            </a:xfrm>
            <a:custGeom>
              <a:avLst/>
              <a:gdLst>
                <a:gd name="connsiteX0" fmla="*/ 7224 w 7223"/>
                <a:gd name="connsiteY0" fmla="*/ 2915 h 5829"/>
                <a:gd name="connsiteX1" fmla="*/ 3549 w 7223"/>
                <a:gd name="connsiteY1" fmla="*/ 5830 h 5829"/>
                <a:gd name="connsiteX2" fmla="*/ 0 w 7223"/>
                <a:gd name="connsiteY2" fmla="*/ 2915 h 5829"/>
                <a:gd name="connsiteX3" fmla="*/ 3549 w 7223"/>
                <a:gd name="connsiteY3" fmla="*/ 0 h 5829"/>
                <a:gd name="connsiteX4" fmla="*/ 7224 w 7223"/>
                <a:gd name="connsiteY4" fmla="*/ 2915 h 5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23" h="5829">
                  <a:moveTo>
                    <a:pt x="7224" y="2915"/>
                  </a:moveTo>
                  <a:lnTo>
                    <a:pt x="3549" y="5830"/>
                  </a:lnTo>
                  <a:lnTo>
                    <a:pt x="0" y="2915"/>
                  </a:lnTo>
                  <a:lnTo>
                    <a:pt x="3549" y="0"/>
                  </a:lnTo>
                  <a:lnTo>
                    <a:pt x="7224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60" name="Freeform: Shape 6259">
              <a:extLst>
                <a:ext uri="{FF2B5EF4-FFF2-40B4-BE49-F238E27FC236}">
                  <a16:creationId xmlns:a16="http://schemas.microsoft.com/office/drawing/2014/main" id="{1CD5379D-25B1-6535-4355-CEC7BFBC92E0}"/>
                </a:ext>
              </a:extLst>
            </p:cNvPr>
            <p:cNvSpPr/>
            <p:nvPr/>
          </p:nvSpPr>
          <p:spPr>
            <a:xfrm>
              <a:off x="11698111" y="38178"/>
              <a:ext cx="50186" cy="39795"/>
            </a:xfrm>
            <a:custGeom>
              <a:avLst/>
              <a:gdLst>
                <a:gd name="connsiteX0" fmla="*/ 50187 w 50186"/>
                <a:gd name="connsiteY0" fmla="*/ 19898 h 39795"/>
                <a:gd name="connsiteX1" fmla="*/ 25093 w 50186"/>
                <a:gd name="connsiteY1" fmla="*/ 39795 h 39795"/>
                <a:gd name="connsiteX2" fmla="*/ 0 w 50186"/>
                <a:gd name="connsiteY2" fmla="*/ 19898 h 39795"/>
                <a:gd name="connsiteX3" fmla="*/ 25093 w 50186"/>
                <a:gd name="connsiteY3" fmla="*/ 0 h 39795"/>
                <a:gd name="connsiteX4" fmla="*/ 50187 w 50186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6" h="39795">
                  <a:moveTo>
                    <a:pt x="50187" y="19898"/>
                  </a:moveTo>
                  <a:cubicBezTo>
                    <a:pt x="50187" y="30797"/>
                    <a:pt x="38907" y="39795"/>
                    <a:pt x="25093" y="39795"/>
                  </a:cubicBezTo>
                  <a:cubicBezTo>
                    <a:pt x="11279" y="39795"/>
                    <a:pt x="0" y="30924"/>
                    <a:pt x="0" y="19898"/>
                  </a:cubicBezTo>
                  <a:cubicBezTo>
                    <a:pt x="0" y="8872"/>
                    <a:pt x="11152" y="0"/>
                    <a:pt x="25093" y="0"/>
                  </a:cubicBezTo>
                  <a:cubicBezTo>
                    <a:pt x="39034" y="0"/>
                    <a:pt x="50187" y="8872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61" name="Freeform: Shape 6260">
              <a:extLst>
                <a:ext uri="{FF2B5EF4-FFF2-40B4-BE49-F238E27FC236}">
                  <a16:creationId xmlns:a16="http://schemas.microsoft.com/office/drawing/2014/main" id="{3218E3B7-CACF-64BA-7019-0C8486B1866C}"/>
                </a:ext>
              </a:extLst>
            </p:cNvPr>
            <p:cNvSpPr/>
            <p:nvPr/>
          </p:nvSpPr>
          <p:spPr>
            <a:xfrm>
              <a:off x="11776940" y="121316"/>
              <a:ext cx="50187" cy="39795"/>
            </a:xfrm>
            <a:custGeom>
              <a:avLst/>
              <a:gdLst>
                <a:gd name="connsiteX0" fmla="*/ 50188 w 50187"/>
                <a:gd name="connsiteY0" fmla="*/ 19898 h 39795"/>
                <a:gd name="connsiteX1" fmla="*/ 25093 w 50187"/>
                <a:gd name="connsiteY1" fmla="*/ 39795 h 39795"/>
                <a:gd name="connsiteX2" fmla="*/ 0 w 50187"/>
                <a:gd name="connsiteY2" fmla="*/ 19898 h 39795"/>
                <a:gd name="connsiteX3" fmla="*/ 25093 w 50187"/>
                <a:gd name="connsiteY3" fmla="*/ 0 h 39795"/>
                <a:gd name="connsiteX4" fmla="*/ 50188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8" y="19898"/>
                  </a:moveTo>
                  <a:cubicBezTo>
                    <a:pt x="50188" y="30797"/>
                    <a:pt x="38908" y="39795"/>
                    <a:pt x="25093" y="39795"/>
                  </a:cubicBezTo>
                  <a:cubicBezTo>
                    <a:pt x="11280" y="39795"/>
                    <a:pt x="0" y="30924"/>
                    <a:pt x="0" y="19898"/>
                  </a:cubicBezTo>
                  <a:cubicBezTo>
                    <a:pt x="0" y="8872"/>
                    <a:pt x="11153" y="0"/>
                    <a:pt x="25093" y="0"/>
                  </a:cubicBezTo>
                  <a:cubicBezTo>
                    <a:pt x="39035" y="0"/>
                    <a:pt x="50188" y="8872"/>
                    <a:pt x="50188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62" name="Freeform: Shape 6261">
              <a:extLst>
                <a:ext uri="{FF2B5EF4-FFF2-40B4-BE49-F238E27FC236}">
                  <a16:creationId xmlns:a16="http://schemas.microsoft.com/office/drawing/2014/main" id="{9D725F1E-D2AA-5DBD-3713-7DCF3FA64D96}"/>
                </a:ext>
              </a:extLst>
            </p:cNvPr>
            <p:cNvSpPr/>
            <p:nvPr/>
          </p:nvSpPr>
          <p:spPr>
            <a:xfrm>
              <a:off x="11853869" y="205596"/>
              <a:ext cx="50187" cy="39795"/>
            </a:xfrm>
            <a:custGeom>
              <a:avLst/>
              <a:gdLst>
                <a:gd name="connsiteX0" fmla="*/ 50188 w 50187"/>
                <a:gd name="connsiteY0" fmla="*/ 19898 h 39795"/>
                <a:gd name="connsiteX1" fmla="*/ 25093 w 50187"/>
                <a:gd name="connsiteY1" fmla="*/ 39795 h 39795"/>
                <a:gd name="connsiteX2" fmla="*/ 0 w 50187"/>
                <a:gd name="connsiteY2" fmla="*/ 19898 h 39795"/>
                <a:gd name="connsiteX3" fmla="*/ 25093 w 50187"/>
                <a:gd name="connsiteY3" fmla="*/ 0 h 39795"/>
                <a:gd name="connsiteX4" fmla="*/ 50188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8" y="19898"/>
                  </a:moveTo>
                  <a:cubicBezTo>
                    <a:pt x="50188" y="30797"/>
                    <a:pt x="39035" y="39795"/>
                    <a:pt x="25093" y="39795"/>
                  </a:cubicBezTo>
                  <a:cubicBezTo>
                    <a:pt x="11153" y="39795"/>
                    <a:pt x="0" y="30924"/>
                    <a:pt x="0" y="19898"/>
                  </a:cubicBezTo>
                  <a:cubicBezTo>
                    <a:pt x="0" y="8872"/>
                    <a:pt x="11280" y="0"/>
                    <a:pt x="25093" y="0"/>
                  </a:cubicBezTo>
                  <a:cubicBezTo>
                    <a:pt x="38908" y="0"/>
                    <a:pt x="50188" y="8872"/>
                    <a:pt x="50188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63" name="Freeform: Shape 6262">
              <a:extLst>
                <a:ext uri="{FF2B5EF4-FFF2-40B4-BE49-F238E27FC236}">
                  <a16:creationId xmlns:a16="http://schemas.microsoft.com/office/drawing/2014/main" id="{D73EC3AC-F0CA-29F8-3E07-34BC9606D810}"/>
                </a:ext>
              </a:extLst>
            </p:cNvPr>
            <p:cNvSpPr/>
            <p:nvPr/>
          </p:nvSpPr>
          <p:spPr>
            <a:xfrm>
              <a:off x="11928770" y="291016"/>
              <a:ext cx="50187" cy="39795"/>
            </a:xfrm>
            <a:custGeom>
              <a:avLst/>
              <a:gdLst>
                <a:gd name="connsiteX0" fmla="*/ 50188 w 50187"/>
                <a:gd name="connsiteY0" fmla="*/ 19898 h 39795"/>
                <a:gd name="connsiteX1" fmla="*/ 25094 w 50187"/>
                <a:gd name="connsiteY1" fmla="*/ 39795 h 39795"/>
                <a:gd name="connsiteX2" fmla="*/ 0 w 50187"/>
                <a:gd name="connsiteY2" fmla="*/ 19898 h 39795"/>
                <a:gd name="connsiteX3" fmla="*/ 25094 w 50187"/>
                <a:gd name="connsiteY3" fmla="*/ 0 h 39795"/>
                <a:gd name="connsiteX4" fmla="*/ 50188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8" y="19898"/>
                  </a:moveTo>
                  <a:cubicBezTo>
                    <a:pt x="50188" y="30797"/>
                    <a:pt x="38908" y="39795"/>
                    <a:pt x="25094" y="39795"/>
                  </a:cubicBezTo>
                  <a:cubicBezTo>
                    <a:pt x="11280" y="39795"/>
                    <a:pt x="0" y="30924"/>
                    <a:pt x="0" y="19898"/>
                  </a:cubicBezTo>
                  <a:cubicBezTo>
                    <a:pt x="0" y="8872"/>
                    <a:pt x="11153" y="0"/>
                    <a:pt x="25094" y="0"/>
                  </a:cubicBezTo>
                  <a:cubicBezTo>
                    <a:pt x="39035" y="0"/>
                    <a:pt x="50188" y="8872"/>
                    <a:pt x="50188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64" name="Freeform: Shape 6263">
              <a:extLst>
                <a:ext uri="{FF2B5EF4-FFF2-40B4-BE49-F238E27FC236}">
                  <a16:creationId xmlns:a16="http://schemas.microsoft.com/office/drawing/2014/main" id="{3B90113E-106F-7B35-4294-6E8B91ACE980}"/>
                </a:ext>
              </a:extLst>
            </p:cNvPr>
            <p:cNvSpPr/>
            <p:nvPr/>
          </p:nvSpPr>
          <p:spPr>
            <a:xfrm>
              <a:off x="12001516" y="377450"/>
              <a:ext cx="50187" cy="39795"/>
            </a:xfrm>
            <a:custGeom>
              <a:avLst/>
              <a:gdLst>
                <a:gd name="connsiteX0" fmla="*/ 50188 w 50187"/>
                <a:gd name="connsiteY0" fmla="*/ 19898 h 39795"/>
                <a:gd name="connsiteX1" fmla="*/ 25094 w 50187"/>
                <a:gd name="connsiteY1" fmla="*/ 39795 h 39795"/>
                <a:gd name="connsiteX2" fmla="*/ 0 w 50187"/>
                <a:gd name="connsiteY2" fmla="*/ 19898 h 39795"/>
                <a:gd name="connsiteX3" fmla="*/ 25094 w 50187"/>
                <a:gd name="connsiteY3" fmla="*/ 0 h 39795"/>
                <a:gd name="connsiteX4" fmla="*/ 50188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8" y="19898"/>
                  </a:moveTo>
                  <a:cubicBezTo>
                    <a:pt x="50188" y="30924"/>
                    <a:pt x="38908" y="39795"/>
                    <a:pt x="25094" y="39795"/>
                  </a:cubicBezTo>
                  <a:cubicBezTo>
                    <a:pt x="11280" y="39795"/>
                    <a:pt x="0" y="30924"/>
                    <a:pt x="0" y="19898"/>
                  </a:cubicBezTo>
                  <a:cubicBezTo>
                    <a:pt x="0" y="8872"/>
                    <a:pt x="11153" y="0"/>
                    <a:pt x="25094" y="0"/>
                  </a:cubicBezTo>
                  <a:cubicBezTo>
                    <a:pt x="39035" y="0"/>
                    <a:pt x="50188" y="8872"/>
                    <a:pt x="50188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65" name="Freeform: Shape 6264">
              <a:extLst>
                <a:ext uri="{FF2B5EF4-FFF2-40B4-BE49-F238E27FC236}">
                  <a16:creationId xmlns:a16="http://schemas.microsoft.com/office/drawing/2014/main" id="{021D27B1-F94F-616D-267D-C6BA3CF0C9D8}"/>
                </a:ext>
              </a:extLst>
            </p:cNvPr>
            <p:cNvSpPr/>
            <p:nvPr/>
          </p:nvSpPr>
          <p:spPr>
            <a:xfrm>
              <a:off x="12072362" y="464898"/>
              <a:ext cx="50187" cy="39795"/>
            </a:xfrm>
            <a:custGeom>
              <a:avLst/>
              <a:gdLst>
                <a:gd name="connsiteX0" fmla="*/ 50188 w 50187"/>
                <a:gd name="connsiteY0" fmla="*/ 19898 h 39795"/>
                <a:gd name="connsiteX1" fmla="*/ 25093 w 50187"/>
                <a:gd name="connsiteY1" fmla="*/ 39795 h 39795"/>
                <a:gd name="connsiteX2" fmla="*/ 0 w 50187"/>
                <a:gd name="connsiteY2" fmla="*/ 19898 h 39795"/>
                <a:gd name="connsiteX3" fmla="*/ 25093 w 50187"/>
                <a:gd name="connsiteY3" fmla="*/ 0 h 39795"/>
                <a:gd name="connsiteX4" fmla="*/ 50188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8" y="19898"/>
                  </a:moveTo>
                  <a:cubicBezTo>
                    <a:pt x="50188" y="30797"/>
                    <a:pt x="38908" y="39795"/>
                    <a:pt x="25093" y="39795"/>
                  </a:cubicBezTo>
                  <a:cubicBezTo>
                    <a:pt x="11280" y="39795"/>
                    <a:pt x="0" y="30924"/>
                    <a:pt x="0" y="19898"/>
                  </a:cubicBezTo>
                  <a:cubicBezTo>
                    <a:pt x="0" y="8872"/>
                    <a:pt x="11153" y="0"/>
                    <a:pt x="25093" y="0"/>
                  </a:cubicBezTo>
                  <a:cubicBezTo>
                    <a:pt x="39035" y="0"/>
                    <a:pt x="50188" y="8872"/>
                    <a:pt x="50188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66" name="Freeform: Shape 6265">
              <a:extLst>
                <a:ext uri="{FF2B5EF4-FFF2-40B4-BE49-F238E27FC236}">
                  <a16:creationId xmlns:a16="http://schemas.microsoft.com/office/drawing/2014/main" id="{DFCF0C4F-896D-C058-4DE8-519AC7892F58}"/>
                </a:ext>
              </a:extLst>
            </p:cNvPr>
            <p:cNvSpPr/>
            <p:nvPr/>
          </p:nvSpPr>
          <p:spPr>
            <a:xfrm>
              <a:off x="12141179" y="557922"/>
              <a:ext cx="10138" cy="31050"/>
            </a:xfrm>
            <a:custGeom>
              <a:avLst/>
              <a:gdLst>
                <a:gd name="connsiteX0" fmla="*/ 0 w 10138"/>
                <a:gd name="connsiteY0" fmla="*/ 15462 h 31050"/>
                <a:gd name="connsiteX1" fmla="*/ 10139 w 10138"/>
                <a:gd name="connsiteY1" fmla="*/ 31050 h 31050"/>
                <a:gd name="connsiteX2" fmla="*/ 10139 w 10138"/>
                <a:gd name="connsiteY2" fmla="*/ 0 h 31050"/>
                <a:gd name="connsiteX3" fmla="*/ 0 w 10138"/>
                <a:gd name="connsiteY3" fmla="*/ 15462 h 31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38" h="31050">
                  <a:moveTo>
                    <a:pt x="0" y="15462"/>
                  </a:moveTo>
                  <a:cubicBezTo>
                    <a:pt x="0" y="21925"/>
                    <a:pt x="4183" y="27375"/>
                    <a:pt x="10139" y="31050"/>
                  </a:cubicBezTo>
                  <a:lnTo>
                    <a:pt x="10139" y="0"/>
                  </a:lnTo>
                  <a:cubicBezTo>
                    <a:pt x="4183" y="3675"/>
                    <a:pt x="0" y="8998"/>
                    <a:pt x="0" y="1546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67" name="Freeform: Shape 6266">
              <a:extLst>
                <a:ext uri="{FF2B5EF4-FFF2-40B4-BE49-F238E27FC236}">
                  <a16:creationId xmlns:a16="http://schemas.microsoft.com/office/drawing/2014/main" id="{9198D837-EEA8-FACB-8E95-0735EA6FA112}"/>
                </a:ext>
              </a:extLst>
            </p:cNvPr>
            <p:cNvSpPr/>
            <p:nvPr/>
          </p:nvSpPr>
          <p:spPr>
            <a:xfrm>
              <a:off x="12094541" y="6579401"/>
              <a:ext cx="9251" cy="7350"/>
            </a:xfrm>
            <a:custGeom>
              <a:avLst/>
              <a:gdLst>
                <a:gd name="connsiteX0" fmla="*/ 9251 w 9251"/>
                <a:gd name="connsiteY0" fmla="*/ 3675 h 7350"/>
                <a:gd name="connsiteX1" fmla="*/ 4689 w 9251"/>
                <a:gd name="connsiteY1" fmla="*/ 7350 h 7350"/>
                <a:gd name="connsiteX2" fmla="*/ 0 w 9251"/>
                <a:gd name="connsiteY2" fmla="*/ 3675 h 7350"/>
                <a:gd name="connsiteX3" fmla="*/ 4689 w 9251"/>
                <a:gd name="connsiteY3" fmla="*/ 0 h 7350"/>
                <a:gd name="connsiteX4" fmla="*/ 9251 w 9251"/>
                <a:gd name="connsiteY4" fmla="*/ 3675 h 7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51" h="7350">
                  <a:moveTo>
                    <a:pt x="9251" y="3675"/>
                  </a:moveTo>
                  <a:lnTo>
                    <a:pt x="4689" y="7350"/>
                  </a:lnTo>
                  <a:lnTo>
                    <a:pt x="0" y="3675"/>
                  </a:lnTo>
                  <a:lnTo>
                    <a:pt x="4689" y="0"/>
                  </a:lnTo>
                  <a:lnTo>
                    <a:pt x="9251" y="367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68" name="Freeform: Shape 6267">
              <a:extLst>
                <a:ext uri="{FF2B5EF4-FFF2-40B4-BE49-F238E27FC236}">
                  <a16:creationId xmlns:a16="http://schemas.microsoft.com/office/drawing/2014/main" id="{2CE60CB2-8B03-839C-4567-603F4392AE65}"/>
                </a:ext>
              </a:extLst>
            </p:cNvPr>
            <p:cNvSpPr/>
            <p:nvPr/>
          </p:nvSpPr>
          <p:spPr>
            <a:xfrm>
              <a:off x="12021161" y="6665708"/>
              <a:ext cx="8491" cy="6716"/>
            </a:xfrm>
            <a:custGeom>
              <a:avLst/>
              <a:gdLst>
                <a:gd name="connsiteX0" fmla="*/ 8491 w 8491"/>
                <a:gd name="connsiteY0" fmla="*/ 3421 h 6716"/>
                <a:gd name="connsiteX1" fmla="*/ 4309 w 8491"/>
                <a:gd name="connsiteY1" fmla="*/ 6717 h 6716"/>
                <a:gd name="connsiteX2" fmla="*/ 0 w 8491"/>
                <a:gd name="connsiteY2" fmla="*/ 3421 h 6716"/>
                <a:gd name="connsiteX3" fmla="*/ 4309 w 8491"/>
                <a:gd name="connsiteY3" fmla="*/ 0 h 6716"/>
                <a:gd name="connsiteX4" fmla="*/ 8491 w 8491"/>
                <a:gd name="connsiteY4" fmla="*/ 3421 h 6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91" h="6716">
                  <a:moveTo>
                    <a:pt x="8491" y="3421"/>
                  </a:moveTo>
                  <a:lnTo>
                    <a:pt x="4309" y="6717"/>
                  </a:lnTo>
                  <a:lnTo>
                    <a:pt x="0" y="3421"/>
                  </a:lnTo>
                  <a:lnTo>
                    <a:pt x="4309" y="0"/>
                  </a:lnTo>
                  <a:lnTo>
                    <a:pt x="8491" y="342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69" name="Freeform: Shape 6268">
              <a:extLst>
                <a:ext uri="{FF2B5EF4-FFF2-40B4-BE49-F238E27FC236}">
                  <a16:creationId xmlns:a16="http://schemas.microsoft.com/office/drawing/2014/main" id="{D4884C63-78EA-5933-B13B-B5314685EA97}"/>
                </a:ext>
              </a:extLst>
            </p:cNvPr>
            <p:cNvSpPr/>
            <p:nvPr/>
          </p:nvSpPr>
          <p:spPr>
            <a:xfrm>
              <a:off x="11946132" y="6751128"/>
              <a:ext cx="7224" cy="5830"/>
            </a:xfrm>
            <a:custGeom>
              <a:avLst/>
              <a:gdLst>
                <a:gd name="connsiteX0" fmla="*/ 7224 w 7224"/>
                <a:gd name="connsiteY0" fmla="*/ 2915 h 5830"/>
                <a:gd name="connsiteX1" fmla="*/ 3549 w 7224"/>
                <a:gd name="connsiteY1" fmla="*/ 5830 h 5830"/>
                <a:gd name="connsiteX2" fmla="*/ 0 w 7224"/>
                <a:gd name="connsiteY2" fmla="*/ 2915 h 5830"/>
                <a:gd name="connsiteX3" fmla="*/ 3549 w 7224"/>
                <a:gd name="connsiteY3" fmla="*/ 0 h 5830"/>
                <a:gd name="connsiteX4" fmla="*/ 7224 w 7224"/>
                <a:gd name="connsiteY4" fmla="*/ 2915 h 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24" h="5830">
                  <a:moveTo>
                    <a:pt x="7224" y="2915"/>
                  </a:moveTo>
                  <a:lnTo>
                    <a:pt x="3549" y="5830"/>
                  </a:lnTo>
                  <a:lnTo>
                    <a:pt x="0" y="2915"/>
                  </a:lnTo>
                  <a:lnTo>
                    <a:pt x="3549" y="0"/>
                  </a:lnTo>
                  <a:lnTo>
                    <a:pt x="7224" y="29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70" name="Freeform: Shape 6269">
              <a:extLst>
                <a:ext uri="{FF2B5EF4-FFF2-40B4-BE49-F238E27FC236}">
                  <a16:creationId xmlns:a16="http://schemas.microsoft.com/office/drawing/2014/main" id="{55497404-16DF-D4EA-B172-11196AFD5063}"/>
                </a:ext>
              </a:extLst>
            </p:cNvPr>
            <p:cNvSpPr/>
            <p:nvPr/>
          </p:nvSpPr>
          <p:spPr>
            <a:xfrm>
              <a:off x="430523" y="6817918"/>
              <a:ext cx="37260" cy="6970"/>
            </a:xfrm>
            <a:custGeom>
              <a:avLst/>
              <a:gdLst>
                <a:gd name="connsiteX0" fmla="*/ 18630 w 37260"/>
                <a:gd name="connsiteY0" fmla="*/ 0 h 6970"/>
                <a:gd name="connsiteX1" fmla="*/ 0 w 37260"/>
                <a:gd name="connsiteY1" fmla="*/ 6970 h 6970"/>
                <a:gd name="connsiteX2" fmla="*/ 37260 w 37260"/>
                <a:gd name="connsiteY2" fmla="*/ 6970 h 6970"/>
                <a:gd name="connsiteX3" fmla="*/ 18630 w 37260"/>
                <a:gd name="connsiteY3" fmla="*/ 0 h 6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260" h="6970">
                  <a:moveTo>
                    <a:pt x="18630" y="0"/>
                  </a:moveTo>
                  <a:cubicBezTo>
                    <a:pt x="11153" y="0"/>
                    <a:pt x="4563" y="2788"/>
                    <a:pt x="0" y="6970"/>
                  </a:cubicBezTo>
                  <a:lnTo>
                    <a:pt x="37260" y="6970"/>
                  </a:lnTo>
                  <a:cubicBezTo>
                    <a:pt x="32698" y="2788"/>
                    <a:pt x="26108" y="0"/>
                    <a:pt x="18630" y="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71" name="Freeform: Shape 6270">
              <a:extLst>
                <a:ext uri="{FF2B5EF4-FFF2-40B4-BE49-F238E27FC236}">
                  <a16:creationId xmlns:a16="http://schemas.microsoft.com/office/drawing/2014/main" id="{E505145E-5EFF-9B67-2608-9E708AA26A84}"/>
                </a:ext>
              </a:extLst>
            </p:cNvPr>
            <p:cNvSpPr/>
            <p:nvPr/>
          </p:nvSpPr>
          <p:spPr>
            <a:xfrm>
              <a:off x="346370" y="6734145"/>
              <a:ext cx="50187" cy="39795"/>
            </a:xfrm>
            <a:custGeom>
              <a:avLst/>
              <a:gdLst>
                <a:gd name="connsiteX0" fmla="*/ 50187 w 50187"/>
                <a:gd name="connsiteY0" fmla="*/ 19898 h 39795"/>
                <a:gd name="connsiteX1" fmla="*/ 25094 w 50187"/>
                <a:gd name="connsiteY1" fmla="*/ 39795 h 39795"/>
                <a:gd name="connsiteX2" fmla="*/ 0 w 50187"/>
                <a:gd name="connsiteY2" fmla="*/ 19898 h 39795"/>
                <a:gd name="connsiteX3" fmla="*/ 25094 w 50187"/>
                <a:gd name="connsiteY3" fmla="*/ 0 h 39795"/>
                <a:gd name="connsiteX4" fmla="*/ 50187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7" y="19898"/>
                  </a:moveTo>
                  <a:cubicBezTo>
                    <a:pt x="50187" y="30924"/>
                    <a:pt x="38908" y="39795"/>
                    <a:pt x="25094" y="39795"/>
                  </a:cubicBezTo>
                  <a:cubicBezTo>
                    <a:pt x="11279" y="39795"/>
                    <a:pt x="0" y="30924"/>
                    <a:pt x="0" y="19898"/>
                  </a:cubicBezTo>
                  <a:cubicBezTo>
                    <a:pt x="0" y="8872"/>
                    <a:pt x="11279" y="0"/>
                    <a:pt x="25094" y="0"/>
                  </a:cubicBezTo>
                  <a:cubicBezTo>
                    <a:pt x="38908" y="0"/>
                    <a:pt x="50187" y="8872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72" name="Freeform: Shape 6271">
              <a:extLst>
                <a:ext uri="{FF2B5EF4-FFF2-40B4-BE49-F238E27FC236}">
                  <a16:creationId xmlns:a16="http://schemas.microsoft.com/office/drawing/2014/main" id="{310ECE1A-01C6-DAF0-792B-1E3B7787090F}"/>
                </a:ext>
              </a:extLst>
            </p:cNvPr>
            <p:cNvSpPr/>
            <p:nvPr/>
          </p:nvSpPr>
          <p:spPr>
            <a:xfrm>
              <a:off x="270582" y="6649232"/>
              <a:ext cx="50187" cy="39794"/>
            </a:xfrm>
            <a:custGeom>
              <a:avLst/>
              <a:gdLst>
                <a:gd name="connsiteX0" fmla="*/ 50187 w 50187"/>
                <a:gd name="connsiteY0" fmla="*/ 19897 h 39794"/>
                <a:gd name="connsiteX1" fmla="*/ 25094 w 50187"/>
                <a:gd name="connsiteY1" fmla="*/ 39795 h 39794"/>
                <a:gd name="connsiteX2" fmla="*/ 0 w 50187"/>
                <a:gd name="connsiteY2" fmla="*/ 19897 h 39794"/>
                <a:gd name="connsiteX3" fmla="*/ 25094 w 50187"/>
                <a:gd name="connsiteY3" fmla="*/ 0 h 39794"/>
                <a:gd name="connsiteX4" fmla="*/ 50187 w 50187"/>
                <a:gd name="connsiteY4" fmla="*/ 19897 h 39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4">
                  <a:moveTo>
                    <a:pt x="50187" y="19897"/>
                  </a:moveTo>
                  <a:cubicBezTo>
                    <a:pt x="50187" y="30797"/>
                    <a:pt x="39035" y="39795"/>
                    <a:pt x="25094" y="39795"/>
                  </a:cubicBezTo>
                  <a:cubicBezTo>
                    <a:pt x="11153" y="39795"/>
                    <a:pt x="0" y="30924"/>
                    <a:pt x="0" y="19897"/>
                  </a:cubicBezTo>
                  <a:cubicBezTo>
                    <a:pt x="0" y="8871"/>
                    <a:pt x="11279" y="0"/>
                    <a:pt x="25094" y="0"/>
                  </a:cubicBezTo>
                  <a:cubicBezTo>
                    <a:pt x="38908" y="0"/>
                    <a:pt x="50187" y="8871"/>
                    <a:pt x="50187" y="198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73" name="Freeform: Shape 6272">
              <a:extLst>
                <a:ext uri="{FF2B5EF4-FFF2-40B4-BE49-F238E27FC236}">
                  <a16:creationId xmlns:a16="http://schemas.microsoft.com/office/drawing/2014/main" id="{4CEA6923-3120-A452-EE3A-829D39B895B5}"/>
                </a:ext>
              </a:extLst>
            </p:cNvPr>
            <p:cNvSpPr/>
            <p:nvPr/>
          </p:nvSpPr>
          <p:spPr>
            <a:xfrm>
              <a:off x="196948" y="6563178"/>
              <a:ext cx="50187" cy="39795"/>
            </a:xfrm>
            <a:custGeom>
              <a:avLst/>
              <a:gdLst>
                <a:gd name="connsiteX0" fmla="*/ 50187 w 50187"/>
                <a:gd name="connsiteY0" fmla="*/ 19898 h 39795"/>
                <a:gd name="connsiteX1" fmla="*/ 25094 w 50187"/>
                <a:gd name="connsiteY1" fmla="*/ 39795 h 39795"/>
                <a:gd name="connsiteX2" fmla="*/ 0 w 50187"/>
                <a:gd name="connsiteY2" fmla="*/ 19898 h 39795"/>
                <a:gd name="connsiteX3" fmla="*/ 25094 w 50187"/>
                <a:gd name="connsiteY3" fmla="*/ 0 h 39795"/>
                <a:gd name="connsiteX4" fmla="*/ 50187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7" y="19898"/>
                  </a:moveTo>
                  <a:cubicBezTo>
                    <a:pt x="50187" y="30797"/>
                    <a:pt x="38908" y="39795"/>
                    <a:pt x="25094" y="39795"/>
                  </a:cubicBezTo>
                  <a:cubicBezTo>
                    <a:pt x="11280" y="39795"/>
                    <a:pt x="0" y="30924"/>
                    <a:pt x="0" y="19898"/>
                  </a:cubicBezTo>
                  <a:cubicBezTo>
                    <a:pt x="0" y="8872"/>
                    <a:pt x="11280" y="0"/>
                    <a:pt x="25094" y="0"/>
                  </a:cubicBezTo>
                  <a:cubicBezTo>
                    <a:pt x="38908" y="0"/>
                    <a:pt x="50187" y="8872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74" name="Freeform: Shape 6273">
              <a:extLst>
                <a:ext uri="{FF2B5EF4-FFF2-40B4-BE49-F238E27FC236}">
                  <a16:creationId xmlns:a16="http://schemas.microsoft.com/office/drawing/2014/main" id="{195E655D-AA06-4AAE-CD02-0FF0B5E4907F}"/>
                </a:ext>
              </a:extLst>
            </p:cNvPr>
            <p:cNvSpPr/>
            <p:nvPr/>
          </p:nvSpPr>
          <p:spPr>
            <a:xfrm>
              <a:off x="125216" y="6476110"/>
              <a:ext cx="50187" cy="39795"/>
            </a:xfrm>
            <a:custGeom>
              <a:avLst/>
              <a:gdLst>
                <a:gd name="connsiteX0" fmla="*/ 50187 w 50187"/>
                <a:gd name="connsiteY0" fmla="*/ 19898 h 39795"/>
                <a:gd name="connsiteX1" fmla="*/ 25094 w 50187"/>
                <a:gd name="connsiteY1" fmla="*/ 39795 h 39795"/>
                <a:gd name="connsiteX2" fmla="*/ 0 w 50187"/>
                <a:gd name="connsiteY2" fmla="*/ 19898 h 39795"/>
                <a:gd name="connsiteX3" fmla="*/ 25094 w 50187"/>
                <a:gd name="connsiteY3" fmla="*/ 0 h 39795"/>
                <a:gd name="connsiteX4" fmla="*/ 50187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7" y="19898"/>
                  </a:moveTo>
                  <a:cubicBezTo>
                    <a:pt x="50187" y="30924"/>
                    <a:pt x="38908" y="39795"/>
                    <a:pt x="25094" y="39795"/>
                  </a:cubicBezTo>
                  <a:cubicBezTo>
                    <a:pt x="11280" y="39795"/>
                    <a:pt x="0" y="30924"/>
                    <a:pt x="0" y="19898"/>
                  </a:cubicBezTo>
                  <a:cubicBezTo>
                    <a:pt x="0" y="8872"/>
                    <a:pt x="11280" y="0"/>
                    <a:pt x="25094" y="0"/>
                  </a:cubicBezTo>
                  <a:cubicBezTo>
                    <a:pt x="38908" y="0"/>
                    <a:pt x="50187" y="8872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75" name="Freeform: Shape 6274">
              <a:extLst>
                <a:ext uri="{FF2B5EF4-FFF2-40B4-BE49-F238E27FC236}">
                  <a16:creationId xmlns:a16="http://schemas.microsoft.com/office/drawing/2014/main" id="{27043C5E-9904-37B1-1923-1894EBA008FE}"/>
                </a:ext>
              </a:extLst>
            </p:cNvPr>
            <p:cNvSpPr/>
            <p:nvPr/>
          </p:nvSpPr>
          <p:spPr>
            <a:xfrm>
              <a:off x="55511" y="6388029"/>
              <a:ext cx="50187" cy="39794"/>
            </a:xfrm>
            <a:custGeom>
              <a:avLst/>
              <a:gdLst>
                <a:gd name="connsiteX0" fmla="*/ 50187 w 50187"/>
                <a:gd name="connsiteY0" fmla="*/ 19897 h 39794"/>
                <a:gd name="connsiteX1" fmla="*/ 25094 w 50187"/>
                <a:gd name="connsiteY1" fmla="*/ 39795 h 39794"/>
                <a:gd name="connsiteX2" fmla="*/ 0 w 50187"/>
                <a:gd name="connsiteY2" fmla="*/ 19897 h 39794"/>
                <a:gd name="connsiteX3" fmla="*/ 25094 w 50187"/>
                <a:gd name="connsiteY3" fmla="*/ 0 h 39794"/>
                <a:gd name="connsiteX4" fmla="*/ 50187 w 50187"/>
                <a:gd name="connsiteY4" fmla="*/ 19897 h 39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4">
                  <a:moveTo>
                    <a:pt x="50187" y="19897"/>
                  </a:moveTo>
                  <a:cubicBezTo>
                    <a:pt x="50187" y="30924"/>
                    <a:pt x="38908" y="39795"/>
                    <a:pt x="25094" y="39795"/>
                  </a:cubicBezTo>
                  <a:cubicBezTo>
                    <a:pt x="11279" y="39795"/>
                    <a:pt x="0" y="30924"/>
                    <a:pt x="0" y="19897"/>
                  </a:cubicBezTo>
                  <a:cubicBezTo>
                    <a:pt x="0" y="8871"/>
                    <a:pt x="11279" y="0"/>
                    <a:pt x="25094" y="0"/>
                  </a:cubicBezTo>
                  <a:cubicBezTo>
                    <a:pt x="38908" y="0"/>
                    <a:pt x="50187" y="8871"/>
                    <a:pt x="50187" y="198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76" name="Freeform: Shape 6275">
              <a:extLst>
                <a:ext uri="{FF2B5EF4-FFF2-40B4-BE49-F238E27FC236}">
                  <a16:creationId xmlns:a16="http://schemas.microsoft.com/office/drawing/2014/main" id="{36D14AFB-E668-D71C-9D1C-140D48775286}"/>
                </a:ext>
              </a:extLst>
            </p:cNvPr>
            <p:cNvSpPr/>
            <p:nvPr/>
          </p:nvSpPr>
          <p:spPr>
            <a:xfrm>
              <a:off x="73888" y="473896"/>
              <a:ext cx="13687" cy="10899"/>
            </a:xfrm>
            <a:custGeom>
              <a:avLst/>
              <a:gdLst>
                <a:gd name="connsiteX0" fmla="*/ 13687 w 13687"/>
                <a:gd name="connsiteY0" fmla="*/ 5450 h 10899"/>
                <a:gd name="connsiteX1" fmla="*/ 6844 w 13687"/>
                <a:gd name="connsiteY1" fmla="*/ 10899 h 10899"/>
                <a:gd name="connsiteX2" fmla="*/ 0 w 13687"/>
                <a:gd name="connsiteY2" fmla="*/ 5450 h 10899"/>
                <a:gd name="connsiteX3" fmla="*/ 6844 w 13687"/>
                <a:gd name="connsiteY3" fmla="*/ 0 h 10899"/>
                <a:gd name="connsiteX4" fmla="*/ 13687 w 13687"/>
                <a:gd name="connsiteY4" fmla="*/ 5450 h 10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87" h="10899">
                  <a:moveTo>
                    <a:pt x="13687" y="5450"/>
                  </a:moveTo>
                  <a:cubicBezTo>
                    <a:pt x="13687" y="8491"/>
                    <a:pt x="10519" y="10899"/>
                    <a:pt x="6844" y="10899"/>
                  </a:cubicBezTo>
                  <a:cubicBezTo>
                    <a:pt x="3168" y="10899"/>
                    <a:pt x="0" y="8491"/>
                    <a:pt x="0" y="5450"/>
                  </a:cubicBezTo>
                  <a:cubicBezTo>
                    <a:pt x="0" y="2408"/>
                    <a:pt x="3168" y="0"/>
                    <a:pt x="6844" y="0"/>
                  </a:cubicBezTo>
                  <a:cubicBezTo>
                    <a:pt x="10519" y="0"/>
                    <a:pt x="13687" y="2408"/>
                    <a:pt x="13687" y="545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77" name="Freeform: Shape 6276">
              <a:extLst>
                <a:ext uri="{FF2B5EF4-FFF2-40B4-BE49-F238E27FC236}">
                  <a16:creationId xmlns:a16="http://schemas.microsoft.com/office/drawing/2014/main" id="{781A534F-4697-7982-EDC0-C090B34A14F5}"/>
                </a:ext>
              </a:extLst>
            </p:cNvPr>
            <p:cNvSpPr/>
            <p:nvPr/>
          </p:nvSpPr>
          <p:spPr>
            <a:xfrm>
              <a:off x="144226" y="386321"/>
              <a:ext cx="12293" cy="9758"/>
            </a:xfrm>
            <a:custGeom>
              <a:avLst/>
              <a:gdLst>
                <a:gd name="connsiteX0" fmla="*/ 12293 w 12293"/>
                <a:gd name="connsiteY0" fmla="*/ 4943 h 9758"/>
                <a:gd name="connsiteX1" fmla="*/ 6083 w 12293"/>
                <a:gd name="connsiteY1" fmla="*/ 9759 h 9758"/>
                <a:gd name="connsiteX2" fmla="*/ 0 w 12293"/>
                <a:gd name="connsiteY2" fmla="*/ 4943 h 9758"/>
                <a:gd name="connsiteX3" fmla="*/ 6083 w 12293"/>
                <a:gd name="connsiteY3" fmla="*/ 0 h 9758"/>
                <a:gd name="connsiteX4" fmla="*/ 12293 w 12293"/>
                <a:gd name="connsiteY4" fmla="*/ 4943 h 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93" h="9758">
                  <a:moveTo>
                    <a:pt x="12293" y="4943"/>
                  </a:moveTo>
                  <a:lnTo>
                    <a:pt x="6083" y="9759"/>
                  </a:lnTo>
                  <a:lnTo>
                    <a:pt x="0" y="4943"/>
                  </a:lnTo>
                  <a:lnTo>
                    <a:pt x="6083" y="0"/>
                  </a:lnTo>
                  <a:lnTo>
                    <a:pt x="12293" y="494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78" name="Freeform: Shape 6277">
              <a:extLst>
                <a:ext uri="{FF2B5EF4-FFF2-40B4-BE49-F238E27FC236}">
                  <a16:creationId xmlns:a16="http://schemas.microsoft.com/office/drawing/2014/main" id="{5D636A31-3BDA-2A16-C145-880E04988D28}"/>
                </a:ext>
              </a:extLst>
            </p:cNvPr>
            <p:cNvSpPr/>
            <p:nvPr/>
          </p:nvSpPr>
          <p:spPr>
            <a:xfrm>
              <a:off x="216592" y="299761"/>
              <a:ext cx="11026" cy="8744"/>
            </a:xfrm>
            <a:custGeom>
              <a:avLst/>
              <a:gdLst>
                <a:gd name="connsiteX0" fmla="*/ 11026 w 11026"/>
                <a:gd name="connsiteY0" fmla="*/ 4436 h 8744"/>
                <a:gd name="connsiteX1" fmla="*/ 5450 w 11026"/>
                <a:gd name="connsiteY1" fmla="*/ 8745 h 8744"/>
                <a:gd name="connsiteX2" fmla="*/ 0 w 11026"/>
                <a:gd name="connsiteY2" fmla="*/ 4436 h 8744"/>
                <a:gd name="connsiteX3" fmla="*/ 5450 w 11026"/>
                <a:gd name="connsiteY3" fmla="*/ 0 h 8744"/>
                <a:gd name="connsiteX4" fmla="*/ 11026 w 11026"/>
                <a:gd name="connsiteY4" fmla="*/ 4436 h 8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26" h="8744">
                  <a:moveTo>
                    <a:pt x="11026" y="4436"/>
                  </a:moveTo>
                  <a:lnTo>
                    <a:pt x="5450" y="8745"/>
                  </a:lnTo>
                  <a:lnTo>
                    <a:pt x="0" y="4436"/>
                  </a:lnTo>
                  <a:lnTo>
                    <a:pt x="5450" y="0"/>
                  </a:lnTo>
                  <a:lnTo>
                    <a:pt x="11026" y="44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79" name="Freeform: Shape 6278">
              <a:extLst>
                <a:ext uri="{FF2B5EF4-FFF2-40B4-BE49-F238E27FC236}">
                  <a16:creationId xmlns:a16="http://schemas.microsoft.com/office/drawing/2014/main" id="{E4BEDE1D-6413-C740-0512-410105182B00}"/>
                </a:ext>
              </a:extLst>
            </p:cNvPr>
            <p:cNvSpPr/>
            <p:nvPr/>
          </p:nvSpPr>
          <p:spPr>
            <a:xfrm>
              <a:off x="290733" y="214087"/>
              <a:ext cx="10138" cy="8111"/>
            </a:xfrm>
            <a:custGeom>
              <a:avLst/>
              <a:gdLst>
                <a:gd name="connsiteX0" fmla="*/ 10139 w 10138"/>
                <a:gd name="connsiteY0" fmla="*/ 4056 h 8111"/>
                <a:gd name="connsiteX1" fmla="*/ 5069 w 10138"/>
                <a:gd name="connsiteY1" fmla="*/ 8111 h 8111"/>
                <a:gd name="connsiteX2" fmla="*/ 0 w 10138"/>
                <a:gd name="connsiteY2" fmla="*/ 4056 h 8111"/>
                <a:gd name="connsiteX3" fmla="*/ 5069 w 10138"/>
                <a:gd name="connsiteY3" fmla="*/ 0 h 8111"/>
                <a:gd name="connsiteX4" fmla="*/ 10139 w 10138"/>
                <a:gd name="connsiteY4" fmla="*/ 4056 h 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38" h="8111">
                  <a:moveTo>
                    <a:pt x="10139" y="4056"/>
                  </a:moveTo>
                  <a:lnTo>
                    <a:pt x="5069" y="8111"/>
                  </a:lnTo>
                  <a:lnTo>
                    <a:pt x="0" y="4056"/>
                  </a:lnTo>
                  <a:lnTo>
                    <a:pt x="5069" y="0"/>
                  </a:lnTo>
                  <a:lnTo>
                    <a:pt x="10139" y="405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80" name="Freeform: Shape 6279">
              <a:extLst>
                <a:ext uri="{FF2B5EF4-FFF2-40B4-BE49-F238E27FC236}">
                  <a16:creationId xmlns:a16="http://schemas.microsoft.com/office/drawing/2014/main" id="{3EB1A312-AF27-C3B5-5879-71F65D6F3893}"/>
                </a:ext>
              </a:extLst>
            </p:cNvPr>
            <p:cNvSpPr/>
            <p:nvPr/>
          </p:nvSpPr>
          <p:spPr>
            <a:xfrm>
              <a:off x="367155" y="129808"/>
              <a:ext cx="8618" cy="6843"/>
            </a:xfrm>
            <a:custGeom>
              <a:avLst/>
              <a:gdLst>
                <a:gd name="connsiteX0" fmla="*/ 8618 w 8618"/>
                <a:gd name="connsiteY0" fmla="*/ 3422 h 6843"/>
                <a:gd name="connsiteX1" fmla="*/ 4309 w 8618"/>
                <a:gd name="connsiteY1" fmla="*/ 6844 h 6843"/>
                <a:gd name="connsiteX2" fmla="*/ 0 w 8618"/>
                <a:gd name="connsiteY2" fmla="*/ 3422 h 6843"/>
                <a:gd name="connsiteX3" fmla="*/ 4309 w 8618"/>
                <a:gd name="connsiteY3" fmla="*/ 0 h 6843"/>
                <a:gd name="connsiteX4" fmla="*/ 8618 w 8618"/>
                <a:gd name="connsiteY4" fmla="*/ 3422 h 6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8" h="6843">
                  <a:moveTo>
                    <a:pt x="8618" y="3422"/>
                  </a:moveTo>
                  <a:lnTo>
                    <a:pt x="4309" y="6844"/>
                  </a:lnTo>
                  <a:lnTo>
                    <a:pt x="0" y="3422"/>
                  </a:lnTo>
                  <a:lnTo>
                    <a:pt x="4309" y="0"/>
                  </a:lnTo>
                  <a:lnTo>
                    <a:pt x="8618" y="342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81" name="Freeform: Shape 6280">
              <a:extLst>
                <a:ext uri="{FF2B5EF4-FFF2-40B4-BE49-F238E27FC236}">
                  <a16:creationId xmlns:a16="http://schemas.microsoft.com/office/drawing/2014/main" id="{EFE5C05F-AF0C-D770-D2B0-820D7A519FBF}"/>
                </a:ext>
              </a:extLst>
            </p:cNvPr>
            <p:cNvSpPr/>
            <p:nvPr/>
          </p:nvSpPr>
          <p:spPr>
            <a:xfrm>
              <a:off x="444844" y="46035"/>
              <a:ext cx="8618" cy="6843"/>
            </a:xfrm>
            <a:custGeom>
              <a:avLst/>
              <a:gdLst>
                <a:gd name="connsiteX0" fmla="*/ 8618 w 8618"/>
                <a:gd name="connsiteY0" fmla="*/ 3422 h 6843"/>
                <a:gd name="connsiteX1" fmla="*/ 4309 w 8618"/>
                <a:gd name="connsiteY1" fmla="*/ 6844 h 6843"/>
                <a:gd name="connsiteX2" fmla="*/ 0 w 8618"/>
                <a:gd name="connsiteY2" fmla="*/ 3422 h 6843"/>
                <a:gd name="connsiteX3" fmla="*/ 4309 w 8618"/>
                <a:gd name="connsiteY3" fmla="*/ 0 h 6843"/>
                <a:gd name="connsiteX4" fmla="*/ 8618 w 8618"/>
                <a:gd name="connsiteY4" fmla="*/ 3422 h 6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8" h="6843">
                  <a:moveTo>
                    <a:pt x="8618" y="3422"/>
                  </a:moveTo>
                  <a:lnTo>
                    <a:pt x="4309" y="6844"/>
                  </a:lnTo>
                  <a:lnTo>
                    <a:pt x="0" y="3422"/>
                  </a:lnTo>
                  <a:lnTo>
                    <a:pt x="4309" y="0"/>
                  </a:lnTo>
                  <a:lnTo>
                    <a:pt x="8618" y="342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82" name="Freeform: Shape 6281">
              <a:extLst>
                <a:ext uri="{FF2B5EF4-FFF2-40B4-BE49-F238E27FC236}">
                  <a16:creationId xmlns:a16="http://schemas.microsoft.com/office/drawing/2014/main" id="{DFFA332B-C2D0-804F-1FC8-A9C707DD3016}"/>
                </a:ext>
              </a:extLst>
            </p:cNvPr>
            <p:cNvSpPr/>
            <p:nvPr/>
          </p:nvSpPr>
          <p:spPr>
            <a:xfrm>
              <a:off x="11847026" y="33108"/>
              <a:ext cx="50186" cy="36246"/>
            </a:xfrm>
            <a:custGeom>
              <a:avLst/>
              <a:gdLst>
                <a:gd name="connsiteX0" fmla="*/ 0 w 50186"/>
                <a:gd name="connsiteY0" fmla="*/ 16349 h 36246"/>
                <a:gd name="connsiteX1" fmla="*/ 25093 w 50186"/>
                <a:gd name="connsiteY1" fmla="*/ 36246 h 36246"/>
                <a:gd name="connsiteX2" fmla="*/ 50187 w 50186"/>
                <a:gd name="connsiteY2" fmla="*/ 16349 h 36246"/>
                <a:gd name="connsiteX3" fmla="*/ 38654 w 50186"/>
                <a:gd name="connsiteY3" fmla="*/ 0 h 36246"/>
                <a:gd name="connsiteX4" fmla="*/ 11786 w 50186"/>
                <a:gd name="connsiteY4" fmla="*/ 0 h 36246"/>
                <a:gd name="connsiteX5" fmla="*/ 126 w 50186"/>
                <a:gd name="connsiteY5" fmla="*/ 16349 h 36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186" h="36246">
                  <a:moveTo>
                    <a:pt x="0" y="16349"/>
                  </a:moveTo>
                  <a:cubicBezTo>
                    <a:pt x="0" y="27248"/>
                    <a:pt x="11279" y="36246"/>
                    <a:pt x="25093" y="36246"/>
                  </a:cubicBezTo>
                  <a:cubicBezTo>
                    <a:pt x="38907" y="36246"/>
                    <a:pt x="50187" y="27375"/>
                    <a:pt x="50187" y="16349"/>
                  </a:cubicBezTo>
                  <a:cubicBezTo>
                    <a:pt x="50187" y="9378"/>
                    <a:pt x="45371" y="3549"/>
                    <a:pt x="38654" y="0"/>
                  </a:cubicBezTo>
                  <a:lnTo>
                    <a:pt x="11786" y="0"/>
                  </a:lnTo>
                  <a:cubicBezTo>
                    <a:pt x="4942" y="3549"/>
                    <a:pt x="126" y="9378"/>
                    <a:pt x="126" y="1634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83" name="Freeform: Shape 6282">
              <a:extLst>
                <a:ext uri="{FF2B5EF4-FFF2-40B4-BE49-F238E27FC236}">
                  <a16:creationId xmlns:a16="http://schemas.microsoft.com/office/drawing/2014/main" id="{AF03341E-1D7B-99D5-4F5E-21C9975151BB}"/>
                </a:ext>
              </a:extLst>
            </p:cNvPr>
            <p:cNvSpPr/>
            <p:nvPr/>
          </p:nvSpPr>
          <p:spPr>
            <a:xfrm>
              <a:off x="11924588" y="113332"/>
              <a:ext cx="50186" cy="39795"/>
            </a:xfrm>
            <a:custGeom>
              <a:avLst/>
              <a:gdLst>
                <a:gd name="connsiteX0" fmla="*/ 50187 w 50186"/>
                <a:gd name="connsiteY0" fmla="*/ 19898 h 39795"/>
                <a:gd name="connsiteX1" fmla="*/ 25093 w 50186"/>
                <a:gd name="connsiteY1" fmla="*/ 39795 h 39795"/>
                <a:gd name="connsiteX2" fmla="*/ 0 w 50186"/>
                <a:gd name="connsiteY2" fmla="*/ 19898 h 39795"/>
                <a:gd name="connsiteX3" fmla="*/ 25093 w 50186"/>
                <a:gd name="connsiteY3" fmla="*/ 0 h 39795"/>
                <a:gd name="connsiteX4" fmla="*/ 50187 w 50186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6" h="39795">
                  <a:moveTo>
                    <a:pt x="50187" y="19898"/>
                  </a:moveTo>
                  <a:cubicBezTo>
                    <a:pt x="50187" y="30924"/>
                    <a:pt x="39034" y="39795"/>
                    <a:pt x="25093" y="39795"/>
                  </a:cubicBezTo>
                  <a:cubicBezTo>
                    <a:pt x="11153" y="39795"/>
                    <a:pt x="0" y="30924"/>
                    <a:pt x="0" y="19898"/>
                  </a:cubicBezTo>
                  <a:cubicBezTo>
                    <a:pt x="0" y="8872"/>
                    <a:pt x="11279" y="0"/>
                    <a:pt x="25093" y="0"/>
                  </a:cubicBezTo>
                  <a:cubicBezTo>
                    <a:pt x="38907" y="0"/>
                    <a:pt x="50187" y="8872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84" name="Freeform: Shape 6283">
              <a:extLst>
                <a:ext uri="{FF2B5EF4-FFF2-40B4-BE49-F238E27FC236}">
                  <a16:creationId xmlns:a16="http://schemas.microsoft.com/office/drawing/2014/main" id="{0C9A64CA-12EE-86F2-322B-E582796A42F4}"/>
                </a:ext>
              </a:extLst>
            </p:cNvPr>
            <p:cNvSpPr/>
            <p:nvPr/>
          </p:nvSpPr>
          <p:spPr>
            <a:xfrm>
              <a:off x="12000376" y="198245"/>
              <a:ext cx="50187" cy="39795"/>
            </a:xfrm>
            <a:custGeom>
              <a:avLst/>
              <a:gdLst>
                <a:gd name="connsiteX0" fmla="*/ 50188 w 50187"/>
                <a:gd name="connsiteY0" fmla="*/ 19898 h 39795"/>
                <a:gd name="connsiteX1" fmla="*/ 25093 w 50187"/>
                <a:gd name="connsiteY1" fmla="*/ 39795 h 39795"/>
                <a:gd name="connsiteX2" fmla="*/ 0 w 50187"/>
                <a:gd name="connsiteY2" fmla="*/ 19898 h 39795"/>
                <a:gd name="connsiteX3" fmla="*/ 25093 w 50187"/>
                <a:gd name="connsiteY3" fmla="*/ 0 h 39795"/>
                <a:gd name="connsiteX4" fmla="*/ 50188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8" y="19898"/>
                  </a:moveTo>
                  <a:cubicBezTo>
                    <a:pt x="50188" y="30797"/>
                    <a:pt x="38908" y="39795"/>
                    <a:pt x="25093" y="39795"/>
                  </a:cubicBezTo>
                  <a:cubicBezTo>
                    <a:pt x="11280" y="39795"/>
                    <a:pt x="0" y="30924"/>
                    <a:pt x="0" y="19898"/>
                  </a:cubicBezTo>
                  <a:cubicBezTo>
                    <a:pt x="0" y="8872"/>
                    <a:pt x="11153" y="0"/>
                    <a:pt x="25093" y="0"/>
                  </a:cubicBezTo>
                  <a:cubicBezTo>
                    <a:pt x="39035" y="0"/>
                    <a:pt x="50188" y="8872"/>
                    <a:pt x="50188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85" name="Freeform: Shape 6284">
              <a:extLst>
                <a:ext uri="{FF2B5EF4-FFF2-40B4-BE49-F238E27FC236}">
                  <a16:creationId xmlns:a16="http://schemas.microsoft.com/office/drawing/2014/main" id="{A7780114-F9CC-50D7-7C3C-5E4DBFCB6652}"/>
                </a:ext>
              </a:extLst>
            </p:cNvPr>
            <p:cNvSpPr/>
            <p:nvPr/>
          </p:nvSpPr>
          <p:spPr>
            <a:xfrm>
              <a:off x="12074136" y="284299"/>
              <a:ext cx="50186" cy="39795"/>
            </a:xfrm>
            <a:custGeom>
              <a:avLst/>
              <a:gdLst>
                <a:gd name="connsiteX0" fmla="*/ 50187 w 50186"/>
                <a:gd name="connsiteY0" fmla="*/ 19898 h 39795"/>
                <a:gd name="connsiteX1" fmla="*/ 25093 w 50186"/>
                <a:gd name="connsiteY1" fmla="*/ 39795 h 39795"/>
                <a:gd name="connsiteX2" fmla="*/ 0 w 50186"/>
                <a:gd name="connsiteY2" fmla="*/ 19898 h 39795"/>
                <a:gd name="connsiteX3" fmla="*/ 25093 w 50186"/>
                <a:gd name="connsiteY3" fmla="*/ 0 h 39795"/>
                <a:gd name="connsiteX4" fmla="*/ 50187 w 50186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6" h="39795">
                  <a:moveTo>
                    <a:pt x="50187" y="19898"/>
                  </a:moveTo>
                  <a:cubicBezTo>
                    <a:pt x="50187" y="30797"/>
                    <a:pt x="38908" y="39795"/>
                    <a:pt x="25093" y="39795"/>
                  </a:cubicBezTo>
                  <a:cubicBezTo>
                    <a:pt x="11280" y="39795"/>
                    <a:pt x="0" y="30924"/>
                    <a:pt x="0" y="19898"/>
                  </a:cubicBezTo>
                  <a:cubicBezTo>
                    <a:pt x="0" y="8872"/>
                    <a:pt x="11153" y="0"/>
                    <a:pt x="25093" y="0"/>
                  </a:cubicBezTo>
                  <a:cubicBezTo>
                    <a:pt x="39035" y="0"/>
                    <a:pt x="50187" y="8872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86" name="Freeform: Shape 6285">
              <a:extLst>
                <a:ext uri="{FF2B5EF4-FFF2-40B4-BE49-F238E27FC236}">
                  <a16:creationId xmlns:a16="http://schemas.microsoft.com/office/drawing/2014/main" id="{637DFFE6-EFE5-6EE1-72EE-5706B03E3943}"/>
                </a:ext>
              </a:extLst>
            </p:cNvPr>
            <p:cNvSpPr/>
            <p:nvPr/>
          </p:nvSpPr>
          <p:spPr>
            <a:xfrm>
              <a:off x="12145868" y="379478"/>
              <a:ext cx="5323" cy="23446"/>
            </a:xfrm>
            <a:custGeom>
              <a:avLst/>
              <a:gdLst>
                <a:gd name="connsiteX0" fmla="*/ 0 w 5323"/>
                <a:gd name="connsiteY0" fmla="*/ 11786 h 23446"/>
                <a:gd name="connsiteX1" fmla="*/ 5323 w 5323"/>
                <a:gd name="connsiteY1" fmla="*/ 23446 h 23446"/>
                <a:gd name="connsiteX2" fmla="*/ 5323 w 5323"/>
                <a:gd name="connsiteY2" fmla="*/ 0 h 23446"/>
                <a:gd name="connsiteX3" fmla="*/ 0 w 5323"/>
                <a:gd name="connsiteY3" fmla="*/ 11786 h 23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23" h="23446">
                  <a:moveTo>
                    <a:pt x="0" y="11786"/>
                  </a:moveTo>
                  <a:cubicBezTo>
                    <a:pt x="0" y="16222"/>
                    <a:pt x="2281" y="20151"/>
                    <a:pt x="5323" y="23446"/>
                  </a:cubicBezTo>
                  <a:lnTo>
                    <a:pt x="5323" y="0"/>
                  </a:lnTo>
                  <a:cubicBezTo>
                    <a:pt x="2155" y="3295"/>
                    <a:pt x="0" y="7224"/>
                    <a:pt x="0" y="1178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87" name="Freeform: Shape 6286">
              <a:extLst>
                <a:ext uri="{FF2B5EF4-FFF2-40B4-BE49-F238E27FC236}">
                  <a16:creationId xmlns:a16="http://schemas.microsoft.com/office/drawing/2014/main" id="{00264C99-FDA0-5FB2-F1D5-3B0EAF34A901}"/>
                </a:ext>
              </a:extLst>
            </p:cNvPr>
            <p:cNvSpPr/>
            <p:nvPr/>
          </p:nvSpPr>
          <p:spPr>
            <a:xfrm>
              <a:off x="12092766" y="6758478"/>
              <a:ext cx="7857" cy="6209"/>
            </a:xfrm>
            <a:custGeom>
              <a:avLst/>
              <a:gdLst>
                <a:gd name="connsiteX0" fmla="*/ 7858 w 7857"/>
                <a:gd name="connsiteY0" fmla="*/ 3042 h 6209"/>
                <a:gd name="connsiteX1" fmla="*/ 3929 w 7857"/>
                <a:gd name="connsiteY1" fmla="*/ 6210 h 6209"/>
                <a:gd name="connsiteX2" fmla="*/ 0 w 7857"/>
                <a:gd name="connsiteY2" fmla="*/ 3042 h 6209"/>
                <a:gd name="connsiteX3" fmla="*/ 3929 w 7857"/>
                <a:gd name="connsiteY3" fmla="*/ 0 h 6209"/>
                <a:gd name="connsiteX4" fmla="*/ 7858 w 7857"/>
                <a:gd name="connsiteY4" fmla="*/ 3042 h 6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57" h="6209">
                  <a:moveTo>
                    <a:pt x="7858" y="3042"/>
                  </a:moveTo>
                  <a:lnTo>
                    <a:pt x="3929" y="6210"/>
                  </a:lnTo>
                  <a:lnTo>
                    <a:pt x="0" y="3042"/>
                  </a:lnTo>
                  <a:lnTo>
                    <a:pt x="3929" y="0"/>
                  </a:lnTo>
                  <a:lnTo>
                    <a:pt x="7858" y="30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88" name="Freeform: Shape 6287">
              <a:extLst>
                <a:ext uri="{FF2B5EF4-FFF2-40B4-BE49-F238E27FC236}">
                  <a16:creationId xmlns:a16="http://schemas.microsoft.com/office/drawing/2014/main" id="{76D33A25-B99E-D4B0-8FBB-0D3B54D432DC}"/>
                </a:ext>
              </a:extLst>
            </p:cNvPr>
            <p:cNvSpPr/>
            <p:nvPr/>
          </p:nvSpPr>
          <p:spPr>
            <a:xfrm>
              <a:off x="199356" y="6741622"/>
              <a:ext cx="50187" cy="39795"/>
            </a:xfrm>
            <a:custGeom>
              <a:avLst/>
              <a:gdLst>
                <a:gd name="connsiteX0" fmla="*/ 50187 w 50187"/>
                <a:gd name="connsiteY0" fmla="*/ 19898 h 39795"/>
                <a:gd name="connsiteX1" fmla="*/ 25094 w 50187"/>
                <a:gd name="connsiteY1" fmla="*/ 39795 h 39795"/>
                <a:gd name="connsiteX2" fmla="*/ 0 w 50187"/>
                <a:gd name="connsiteY2" fmla="*/ 19898 h 39795"/>
                <a:gd name="connsiteX3" fmla="*/ 25094 w 50187"/>
                <a:gd name="connsiteY3" fmla="*/ 0 h 39795"/>
                <a:gd name="connsiteX4" fmla="*/ 50187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7" y="19898"/>
                  </a:moveTo>
                  <a:cubicBezTo>
                    <a:pt x="50187" y="30924"/>
                    <a:pt x="38908" y="39795"/>
                    <a:pt x="25094" y="39795"/>
                  </a:cubicBezTo>
                  <a:cubicBezTo>
                    <a:pt x="11280" y="39795"/>
                    <a:pt x="0" y="30924"/>
                    <a:pt x="0" y="19898"/>
                  </a:cubicBezTo>
                  <a:cubicBezTo>
                    <a:pt x="0" y="8872"/>
                    <a:pt x="11280" y="0"/>
                    <a:pt x="25094" y="0"/>
                  </a:cubicBezTo>
                  <a:cubicBezTo>
                    <a:pt x="38908" y="0"/>
                    <a:pt x="50187" y="8872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89" name="Freeform: Shape 6288">
              <a:extLst>
                <a:ext uri="{FF2B5EF4-FFF2-40B4-BE49-F238E27FC236}">
                  <a16:creationId xmlns:a16="http://schemas.microsoft.com/office/drawing/2014/main" id="{B9A5883F-3323-C349-5E80-00E6BCA9DF39}"/>
                </a:ext>
              </a:extLst>
            </p:cNvPr>
            <p:cNvSpPr/>
            <p:nvPr/>
          </p:nvSpPr>
          <p:spPr>
            <a:xfrm>
              <a:off x="124962" y="6656076"/>
              <a:ext cx="50060" cy="39795"/>
            </a:xfrm>
            <a:custGeom>
              <a:avLst/>
              <a:gdLst>
                <a:gd name="connsiteX0" fmla="*/ 50061 w 50060"/>
                <a:gd name="connsiteY0" fmla="*/ 19898 h 39795"/>
                <a:gd name="connsiteX1" fmla="*/ 25094 w 50060"/>
                <a:gd name="connsiteY1" fmla="*/ 39795 h 39795"/>
                <a:gd name="connsiteX2" fmla="*/ 0 w 50060"/>
                <a:gd name="connsiteY2" fmla="*/ 19898 h 39795"/>
                <a:gd name="connsiteX3" fmla="*/ 25094 w 50060"/>
                <a:gd name="connsiteY3" fmla="*/ 0 h 39795"/>
                <a:gd name="connsiteX4" fmla="*/ 50061 w 50060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60" h="39795">
                  <a:moveTo>
                    <a:pt x="50061" y="19898"/>
                  </a:moveTo>
                  <a:cubicBezTo>
                    <a:pt x="50061" y="30924"/>
                    <a:pt x="38908" y="39795"/>
                    <a:pt x="25094" y="39795"/>
                  </a:cubicBezTo>
                  <a:cubicBezTo>
                    <a:pt x="11280" y="39795"/>
                    <a:pt x="0" y="30924"/>
                    <a:pt x="0" y="19898"/>
                  </a:cubicBezTo>
                  <a:cubicBezTo>
                    <a:pt x="0" y="8872"/>
                    <a:pt x="11153" y="0"/>
                    <a:pt x="25094" y="0"/>
                  </a:cubicBezTo>
                  <a:cubicBezTo>
                    <a:pt x="39035" y="0"/>
                    <a:pt x="50061" y="8872"/>
                    <a:pt x="50061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90" name="Freeform: Shape 6289">
              <a:extLst>
                <a:ext uri="{FF2B5EF4-FFF2-40B4-BE49-F238E27FC236}">
                  <a16:creationId xmlns:a16="http://schemas.microsoft.com/office/drawing/2014/main" id="{C39772EC-68A4-B421-C302-5B4F9F1B1087}"/>
                </a:ext>
              </a:extLst>
            </p:cNvPr>
            <p:cNvSpPr/>
            <p:nvPr/>
          </p:nvSpPr>
          <p:spPr>
            <a:xfrm>
              <a:off x="52216" y="6569515"/>
              <a:ext cx="50187" cy="39795"/>
            </a:xfrm>
            <a:custGeom>
              <a:avLst/>
              <a:gdLst>
                <a:gd name="connsiteX0" fmla="*/ 50187 w 50187"/>
                <a:gd name="connsiteY0" fmla="*/ 19898 h 39795"/>
                <a:gd name="connsiteX1" fmla="*/ 25094 w 50187"/>
                <a:gd name="connsiteY1" fmla="*/ 39795 h 39795"/>
                <a:gd name="connsiteX2" fmla="*/ 0 w 50187"/>
                <a:gd name="connsiteY2" fmla="*/ 19898 h 39795"/>
                <a:gd name="connsiteX3" fmla="*/ 25094 w 50187"/>
                <a:gd name="connsiteY3" fmla="*/ 0 h 39795"/>
                <a:gd name="connsiteX4" fmla="*/ 50187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7" y="19898"/>
                  </a:moveTo>
                  <a:cubicBezTo>
                    <a:pt x="50187" y="30924"/>
                    <a:pt x="39035" y="39795"/>
                    <a:pt x="25094" y="39795"/>
                  </a:cubicBezTo>
                  <a:cubicBezTo>
                    <a:pt x="11153" y="39795"/>
                    <a:pt x="0" y="30924"/>
                    <a:pt x="0" y="19898"/>
                  </a:cubicBezTo>
                  <a:cubicBezTo>
                    <a:pt x="0" y="8872"/>
                    <a:pt x="11280" y="0"/>
                    <a:pt x="25094" y="0"/>
                  </a:cubicBezTo>
                  <a:cubicBezTo>
                    <a:pt x="38908" y="0"/>
                    <a:pt x="50187" y="8872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91" name="Freeform: Shape 6290">
              <a:extLst>
                <a:ext uri="{FF2B5EF4-FFF2-40B4-BE49-F238E27FC236}">
                  <a16:creationId xmlns:a16="http://schemas.microsoft.com/office/drawing/2014/main" id="{166CD581-4315-8656-1D1C-8404C354805E}"/>
                </a:ext>
              </a:extLst>
            </p:cNvPr>
            <p:cNvSpPr/>
            <p:nvPr/>
          </p:nvSpPr>
          <p:spPr>
            <a:xfrm>
              <a:off x="71226" y="292917"/>
              <a:ext cx="12293" cy="9758"/>
            </a:xfrm>
            <a:custGeom>
              <a:avLst/>
              <a:gdLst>
                <a:gd name="connsiteX0" fmla="*/ 12293 w 12293"/>
                <a:gd name="connsiteY0" fmla="*/ 4816 h 9758"/>
                <a:gd name="connsiteX1" fmla="*/ 6210 w 12293"/>
                <a:gd name="connsiteY1" fmla="*/ 9759 h 9758"/>
                <a:gd name="connsiteX2" fmla="*/ 0 w 12293"/>
                <a:gd name="connsiteY2" fmla="*/ 4816 h 9758"/>
                <a:gd name="connsiteX3" fmla="*/ 6210 w 12293"/>
                <a:gd name="connsiteY3" fmla="*/ 0 h 9758"/>
                <a:gd name="connsiteX4" fmla="*/ 12293 w 12293"/>
                <a:gd name="connsiteY4" fmla="*/ 4816 h 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93" h="9758">
                  <a:moveTo>
                    <a:pt x="12293" y="4816"/>
                  </a:moveTo>
                  <a:lnTo>
                    <a:pt x="6210" y="9759"/>
                  </a:lnTo>
                  <a:lnTo>
                    <a:pt x="0" y="4816"/>
                  </a:lnTo>
                  <a:lnTo>
                    <a:pt x="6210" y="0"/>
                  </a:lnTo>
                  <a:lnTo>
                    <a:pt x="12293" y="481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92" name="Freeform: Shape 6291">
              <a:extLst>
                <a:ext uri="{FF2B5EF4-FFF2-40B4-BE49-F238E27FC236}">
                  <a16:creationId xmlns:a16="http://schemas.microsoft.com/office/drawing/2014/main" id="{473E215C-F1F5-6DCA-0B5B-116595A2CB75}"/>
                </a:ext>
              </a:extLst>
            </p:cNvPr>
            <p:cNvSpPr/>
            <p:nvPr/>
          </p:nvSpPr>
          <p:spPr>
            <a:xfrm>
              <a:off x="144479" y="206863"/>
              <a:ext cx="11026" cy="8618"/>
            </a:xfrm>
            <a:custGeom>
              <a:avLst/>
              <a:gdLst>
                <a:gd name="connsiteX0" fmla="*/ 11026 w 11026"/>
                <a:gd name="connsiteY0" fmla="*/ 4309 h 8618"/>
                <a:gd name="connsiteX1" fmla="*/ 5576 w 11026"/>
                <a:gd name="connsiteY1" fmla="*/ 8618 h 8618"/>
                <a:gd name="connsiteX2" fmla="*/ 0 w 11026"/>
                <a:gd name="connsiteY2" fmla="*/ 4309 h 8618"/>
                <a:gd name="connsiteX3" fmla="*/ 5576 w 11026"/>
                <a:gd name="connsiteY3" fmla="*/ 0 h 8618"/>
                <a:gd name="connsiteX4" fmla="*/ 11026 w 11026"/>
                <a:gd name="connsiteY4" fmla="*/ 4309 h 8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26" h="8618">
                  <a:moveTo>
                    <a:pt x="11026" y="4309"/>
                  </a:moveTo>
                  <a:lnTo>
                    <a:pt x="5576" y="8618"/>
                  </a:lnTo>
                  <a:lnTo>
                    <a:pt x="0" y="4309"/>
                  </a:lnTo>
                  <a:lnTo>
                    <a:pt x="5576" y="0"/>
                  </a:lnTo>
                  <a:lnTo>
                    <a:pt x="11026" y="430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93" name="Freeform: Shape 6292">
              <a:extLst>
                <a:ext uri="{FF2B5EF4-FFF2-40B4-BE49-F238E27FC236}">
                  <a16:creationId xmlns:a16="http://schemas.microsoft.com/office/drawing/2014/main" id="{448E20F4-C1C5-91A6-9804-F395B149B337}"/>
                </a:ext>
              </a:extLst>
            </p:cNvPr>
            <p:cNvSpPr/>
            <p:nvPr/>
          </p:nvSpPr>
          <p:spPr>
            <a:xfrm>
              <a:off x="219887" y="121823"/>
              <a:ext cx="9378" cy="7604"/>
            </a:xfrm>
            <a:custGeom>
              <a:avLst/>
              <a:gdLst>
                <a:gd name="connsiteX0" fmla="*/ 9378 w 9378"/>
                <a:gd name="connsiteY0" fmla="*/ 3802 h 7604"/>
                <a:gd name="connsiteX1" fmla="*/ 4689 w 9378"/>
                <a:gd name="connsiteY1" fmla="*/ 7604 h 7604"/>
                <a:gd name="connsiteX2" fmla="*/ 0 w 9378"/>
                <a:gd name="connsiteY2" fmla="*/ 3802 h 7604"/>
                <a:gd name="connsiteX3" fmla="*/ 4689 w 9378"/>
                <a:gd name="connsiteY3" fmla="*/ 0 h 7604"/>
                <a:gd name="connsiteX4" fmla="*/ 9378 w 9378"/>
                <a:gd name="connsiteY4" fmla="*/ 3802 h 7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78" h="7604">
                  <a:moveTo>
                    <a:pt x="9378" y="3802"/>
                  </a:moveTo>
                  <a:lnTo>
                    <a:pt x="4689" y="7604"/>
                  </a:lnTo>
                  <a:lnTo>
                    <a:pt x="0" y="3802"/>
                  </a:lnTo>
                  <a:lnTo>
                    <a:pt x="4689" y="0"/>
                  </a:lnTo>
                  <a:lnTo>
                    <a:pt x="9378" y="380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94" name="Freeform: Shape 6293">
              <a:extLst>
                <a:ext uri="{FF2B5EF4-FFF2-40B4-BE49-F238E27FC236}">
                  <a16:creationId xmlns:a16="http://schemas.microsoft.com/office/drawing/2014/main" id="{07FD6F4E-787F-9AB4-BAC9-99D9B6582054}"/>
                </a:ext>
              </a:extLst>
            </p:cNvPr>
            <p:cNvSpPr/>
            <p:nvPr/>
          </p:nvSpPr>
          <p:spPr>
            <a:xfrm>
              <a:off x="296309" y="37417"/>
              <a:ext cx="9505" cy="7477"/>
            </a:xfrm>
            <a:custGeom>
              <a:avLst/>
              <a:gdLst>
                <a:gd name="connsiteX0" fmla="*/ 9505 w 9505"/>
                <a:gd name="connsiteY0" fmla="*/ 3675 h 7477"/>
                <a:gd name="connsiteX1" fmla="*/ 4689 w 9505"/>
                <a:gd name="connsiteY1" fmla="*/ 7477 h 7477"/>
                <a:gd name="connsiteX2" fmla="*/ 0 w 9505"/>
                <a:gd name="connsiteY2" fmla="*/ 3675 h 7477"/>
                <a:gd name="connsiteX3" fmla="*/ 4689 w 9505"/>
                <a:gd name="connsiteY3" fmla="*/ 0 h 7477"/>
                <a:gd name="connsiteX4" fmla="*/ 9505 w 9505"/>
                <a:gd name="connsiteY4" fmla="*/ 3675 h 7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05" h="7477">
                  <a:moveTo>
                    <a:pt x="9505" y="3675"/>
                  </a:moveTo>
                  <a:lnTo>
                    <a:pt x="4689" y="7477"/>
                  </a:lnTo>
                  <a:lnTo>
                    <a:pt x="0" y="3675"/>
                  </a:lnTo>
                  <a:lnTo>
                    <a:pt x="4689" y="0"/>
                  </a:lnTo>
                  <a:lnTo>
                    <a:pt x="9505" y="367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95" name="Freeform: Shape 6294">
              <a:extLst>
                <a:ext uri="{FF2B5EF4-FFF2-40B4-BE49-F238E27FC236}">
                  <a16:creationId xmlns:a16="http://schemas.microsoft.com/office/drawing/2014/main" id="{0458C23C-BED2-752C-D2EE-49ADFFAC5939}"/>
                </a:ext>
              </a:extLst>
            </p:cNvPr>
            <p:cNvSpPr/>
            <p:nvPr/>
          </p:nvSpPr>
          <p:spPr>
            <a:xfrm>
              <a:off x="11995179" y="33108"/>
              <a:ext cx="50060" cy="27881"/>
            </a:xfrm>
            <a:custGeom>
              <a:avLst/>
              <a:gdLst>
                <a:gd name="connsiteX0" fmla="*/ 24967 w 50060"/>
                <a:gd name="connsiteY0" fmla="*/ 27882 h 27881"/>
                <a:gd name="connsiteX1" fmla="*/ 50061 w 50060"/>
                <a:gd name="connsiteY1" fmla="*/ 7984 h 27881"/>
                <a:gd name="connsiteX2" fmla="*/ 47907 w 50060"/>
                <a:gd name="connsiteY2" fmla="*/ 0 h 27881"/>
                <a:gd name="connsiteX3" fmla="*/ 2155 w 50060"/>
                <a:gd name="connsiteY3" fmla="*/ 0 h 27881"/>
                <a:gd name="connsiteX4" fmla="*/ 0 w 50060"/>
                <a:gd name="connsiteY4" fmla="*/ 7984 h 27881"/>
                <a:gd name="connsiteX5" fmla="*/ 25094 w 50060"/>
                <a:gd name="connsiteY5" fmla="*/ 27882 h 27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060" h="27881">
                  <a:moveTo>
                    <a:pt x="24967" y="27882"/>
                  </a:moveTo>
                  <a:cubicBezTo>
                    <a:pt x="38782" y="27882"/>
                    <a:pt x="50061" y="19010"/>
                    <a:pt x="50061" y="7984"/>
                  </a:cubicBezTo>
                  <a:lnTo>
                    <a:pt x="47907" y="0"/>
                  </a:lnTo>
                  <a:lnTo>
                    <a:pt x="2155" y="0"/>
                  </a:lnTo>
                  <a:lnTo>
                    <a:pt x="0" y="7984"/>
                  </a:lnTo>
                  <a:cubicBezTo>
                    <a:pt x="0" y="19010"/>
                    <a:pt x="11153" y="27882"/>
                    <a:pt x="25094" y="2788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96" name="Freeform: Shape 6295">
              <a:extLst>
                <a:ext uri="{FF2B5EF4-FFF2-40B4-BE49-F238E27FC236}">
                  <a16:creationId xmlns:a16="http://schemas.microsoft.com/office/drawing/2014/main" id="{292090F9-3EDC-02DD-2CC9-FF5FA09B07FA}"/>
                </a:ext>
              </a:extLst>
            </p:cNvPr>
            <p:cNvSpPr/>
            <p:nvPr/>
          </p:nvSpPr>
          <p:spPr>
            <a:xfrm>
              <a:off x="12071474" y="105728"/>
              <a:ext cx="50187" cy="39795"/>
            </a:xfrm>
            <a:custGeom>
              <a:avLst/>
              <a:gdLst>
                <a:gd name="connsiteX0" fmla="*/ 50188 w 50187"/>
                <a:gd name="connsiteY0" fmla="*/ 19898 h 39795"/>
                <a:gd name="connsiteX1" fmla="*/ 25093 w 50187"/>
                <a:gd name="connsiteY1" fmla="*/ 39795 h 39795"/>
                <a:gd name="connsiteX2" fmla="*/ 0 w 50187"/>
                <a:gd name="connsiteY2" fmla="*/ 19898 h 39795"/>
                <a:gd name="connsiteX3" fmla="*/ 25093 w 50187"/>
                <a:gd name="connsiteY3" fmla="*/ 0 h 39795"/>
                <a:gd name="connsiteX4" fmla="*/ 50188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8" y="19898"/>
                  </a:moveTo>
                  <a:cubicBezTo>
                    <a:pt x="50188" y="30797"/>
                    <a:pt x="38908" y="39795"/>
                    <a:pt x="25093" y="39795"/>
                  </a:cubicBezTo>
                  <a:cubicBezTo>
                    <a:pt x="11280" y="39795"/>
                    <a:pt x="0" y="30924"/>
                    <a:pt x="0" y="19898"/>
                  </a:cubicBezTo>
                  <a:cubicBezTo>
                    <a:pt x="0" y="8872"/>
                    <a:pt x="11153" y="0"/>
                    <a:pt x="25093" y="0"/>
                  </a:cubicBezTo>
                  <a:cubicBezTo>
                    <a:pt x="39035" y="0"/>
                    <a:pt x="50188" y="8872"/>
                    <a:pt x="50188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97" name="Freeform: Shape 6296">
              <a:extLst>
                <a:ext uri="{FF2B5EF4-FFF2-40B4-BE49-F238E27FC236}">
                  <a16:creationId xmlns:a16="http://schemas.microsoft.com/office/drawing/2014/main" id="{A168D023-9FC6-2266-F6E2-EA0D8EBDB00B}"/>
                </a:ext>
              </a:extLst>
            </p:cNvPr>
            <p:cNvSpPr/>
            <p:nvPr/>
          </p:nvSpPr>
          <p:spPr>
            <a:xfrm>
              <a:off x="12146122" y="199766"/>
              <a:ext cx="5069" cy="22812"/>
            </a:xfrm>
            <a:custGeom>
              <a:avLst/>
              <a:gdLst>
                <a:gd name="connsiteX0" fmla="*/ 0 w 5069"/>
                <a:gd name="connsiteY0" fmla="*/ 11406 h 22812"/>
                <a:gd name="connsiteX1" fmla="*/ 5070 w 5069"/>
                <a:gd name="connsiteY1" fmla="*/ 22812 h 22812"/>
                <a:gd name="connsiteX2" fmla="*/ 5070 w 5069"/>
                <a:gd name="connsiteY2" fmla="*/ 0 h 22812"/>
                <a:gd name="connsiteX3" fmla="*/ 0 w 5069"/>
                <a:gd name="connsiteY3" fmla="*/ 11406 h 22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69" h="22812">
                  <a:moveTo>
                    <a:pt x="0" y="11406"/>
                  </a:moveTo>
                  <a:cubicBezTo>
                    <a:pt x="0" y="15715"/>
                    <a:pt x="2154" y="19517"/>
                    <a:pt x="5070" y="22812"/>
                  </a:cubicBezTo>
                  <a:lnTo>
                    <a:pt x="5070" y="0"/>
                  </a:lnTo>
                  <a:cubicBezTo>
                    <a:pt x="2154" y="3295"/>
                    <a:pt x="0" y="7097"/>
                    <a:pt x="0" y="1140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98" name="Freeform: Shape 6297">
              <a:extLst>
                <a:ext uri="{FF2B5EF4-FFF2-40B4-BE49-F238E27FC236}">
                  <a16:creationId xmlns:a16="http://schemas.microsoft.com/office/drawing/2014/main" id="{EE21423E-6DA3-1815-88A4-063AC66C0A8A}"/>
                </a:ext>
              </a:extLst>
            </p:cNvPr>
            <p:cNvSpPr/>
            <p:nvPr/>
          </p:nvSpPr>
          <p:spPr>
            <a:xfrm>
              <a:off x="53103" y="6748846"/>
              <a:ext cx="50187" cy="39795"/>
            </a:xfrm>
            <a:custGeom>
              <a:avLst/>
              <a:gdLst>
                <a:gd name="connsiteX0" fmla="*/ 50187 w 50187"/>
                <a:gd name="connsiteY0" fmla="*/ 19898 h 39795"/>
                <a:gd name="connsiteX1" fmla="*/ 25094 w 50187"/>
                <a:gd name="connsiteY1" fmla="*/ 39795 h 39795"/>
                <a:gd name="connsiteX2" fmla="*/ 0 w 50187"/>
                <a:gd name="connsiteY2" fmla="*/ 19898 h 39795"/>
                <a:gd name="connsiteX3" fmla="*/ 25094 w 50187"/>
                <a:gd name="connsiteY3" fmla="*/ 0 h 39795"/>
                <a:gd name="connsiteX4" fmla="*/ 50187 w 50187"/>
                <a:gd name="connsiteY4" fmla="*/ 19898 h 3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7" h="39795">
                  <a:moveTo>
                    <a:pt x="50187" y="19898"/>
                  </a:moveTo>
                  <a:cubicBezTo>
                    <a:pt x="50187" y="30797"/>
                    <a:pt x="38908" y="39795"/>
                    <a:pt x="25094" y="39795"/>
                  </a:cubicBezTo>
                  <a:cubicBezTo>
                    <a:pt x="11279" y="39795"/>
                    <a:pt x="0" y="30924"/>
                    <a:pt x="0" y="19898"/>
                  </a:cubicBezTo>
                  <a:cubicBezTo>
                    <a:pt x="0" y="8872"/>
                    <a:pt x="11279" y="0"/>
                    <a:pt x="25094" y="0"/>
                  </a:cubicBezTo>
                  <a:cubicBezTo>
                    <a:pt x="38908" y="0"/>
                    <a:pt x="50187" y="8872"/>
                    <a:pt x="50187" y="1989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99" name="Freeform: Shape 6298">
              <a:extLst>
                <a:ext uri="{FF2B5EF4-FFF2-40B4-BE49-F238E27FC236}">
                  <a16:creationId xmlns:a16="http://schemas.microsoft.com/office/drawing/2014/main" id="{D08838BD-E2F9-4C96-75CD-417C30C08887}"/>
                </a:ext>
              </a:extLst>
            </p:cNvPr>
            <p:cNvSpPr/>
            <p:nvPr/>
          </p:nvSpPr>
          <p:spPr>
            <a:xfrm>
              <a:off x="72747" y="114092"/>
              <a:ext cx="10899" cy="8744"/>
            </a:xfrm>
            <a:custGeom>
              <a:avLst/>
              <a:gdLst>
                <a:gd name="connsiteX0" fmla="*/ 10899 w 10899"/>
                <a:gd name="connsiteY0" fmla="*/ 4436 h 8744"/>
                <a:gd name="connsiteX1" fmla="*/ 5450 w 10899"/>
                <a:gd name="connsiteY1" fmla="*/ 8745 h 8744"/>
                <a:gd name="connsiteX2" fmla="*/ 0 w 10899"/>
                <a:gd name="connsiteY2" fmla="*/ 4436 h 8744"/>
                <a:gd name="connsiteX3" fmla="*/ 5450 w 10899"/>
                <a:gd name="connsiteY3" fmla="*/ 0 h 8744"/>
                <a:gd name="connsiteX4" fmla="*/ 10899 w 10899"/>
                <a:gd name="connsiteY4" fmla="*/ 4436 h 8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899" h="8744">
                  <a:moveTo>
                    <a:pt x="10899" y="4436"/>
                  </a:moveTo>
                  <a:lnTo>
                    <a:pt x="5450" y="8745"/>
                  </a:lnTo>
                  <a:lnTo>
                    <a:pt x="0" y="4436"/>
                  </a:lnTo>
                  <a:lnTo>
                    <a:pt x="5450" y="0"/>
                  </a:lnTo>
                  <a:lnTo>
                    <a:pt x="10899" y="44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00" name="Freeform: Shape 6299">
              <a:extLst>
                <a:ext uri="{FF2B5EF4-FFF2-40B4-BE49-F238E27FC236}">
                  <a16:creationId xmlns:a16="http://schemas.microsoft.com/office/drawing/2014/main" id="{42962AD6-C135-2DE2-32BB-D75A13FFD339}"/>
                </a:ext>
              </a:extLst>
            </p:cNvPr>
            <p:cNvSpPr/>
            <p:nvPr/>
          </p:nvSpPr>
          <p:spPr>
            <a:xfrm>
              <a:off x="148535" y="33108"/>
              <a:ext cx="10138" cy="4309"/>
            </a:xfrm>
            <a:custGeom>
              <a:avLst/>
              <a:gdLst>
                <a:gd name="connsiteX0" fmla="*/ 5069 w 10138"/>
                <a:gd name="connsiteY0" fmla="*/ 4309 h 4309"/>
                <a:gd name="connsiteX1" fmla="*/ 10139 w 10138"/>
                <a:gd name="connsiteY1" fmla="*/ 253 h 4309"/>
                <a:gd name="connsiteX2" fmla="*/ 10012 w 10138"/>
                <a:gd name="connsiteY2" fmla="*/ 0 h 4309"/>
                <a:gd name="connsiteX3" fmla="*/ 127 w 10138"/>
                <a:gd name="connsiteY3" fmla="*/ 0 h 4309"/>
                <a:gd name="connsiteX4" fmla="*/ 0 w 10138"/>
                <a:gd name="connsiteY4" fmla="*/ 253 h 4309"/>
                <a:gd name="connsiteX5" fmla="*/ 5069 w 10138"/>
                <a:gd name="connsiteY5" fmla="*/ 4309 h 4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138" h="4309">
                  <a:moveTo>
                    <a:pt x="5069" y="4309"/>
                  </a:moveTo>
                  <a:lnTo>
                    <a:pt x="10139" y="253"/>
                  </a:lnTo>
                  <a:lnTo>
                    <a:pt x="10012" y="0"/>
                  </a:lnTo>
                  <a:lnTo>
                    <a:pt x="127" y="0"/>
                  </a:lnTo>
                  <a:lnTo>
                    <a:pt x="0" y="253"/>
                  </a:lnTo>
                  <a:lnTo>
                    <a:pt x="5069" y="430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01" name="Freeform: Shape 6300">
              <a:extLst>
                <a:ext uri="{FF2B5EF4-FFF2-40B4-BE49-F238E27FC236}">
                  <a16:creationId xmlns:a16="http://schemas.microsoft.com/office/drawing/2014/main" id="{90FF106F-A00B-9803-EBD0-2D0D5C6E2EEC}"/>
                </a:ext>
              </a:extLst>
            </p:cNvPr>
            <p:cNvSpPr/>
            <p:nvPr/>
          </p:nvSpPr>
          <p:spPr>
            <a:xfrm>
              <a:off x="12142700" y="32981"/>
              <a:ext cx="8491" cy="15081"/>
            </a:xfrm>
            <a:custGeom>
              <a:avLst/>
              <a:gdLst>
                <a:gd name="connsiteX0" fmla="*/ 0 w 8491"/>
                <a:gd name="connsiteY0" fmla="*/ 127 h 15081"/>
                <a:gd name="connsiteX1" fmla="*/ 0 w 8491"/>
                <a:gd name="connsiteY1" fmla="*/ 380 h 15081"/>
                <a:gd name="connsiteX2" fmla="*/ 8492 w 8491"/>
                <a:gd name="connsiteY2" fmla="*/ 15082 h 15081"/>
                <a:gd name="connsiteX3" fmla="*/ 8492 w 8491"/>
                <a:gd name="connsiteY3" fmla="*/ 0 h 15081"/>
                <a:gd name="connsiteX4" fmla="*/ 0 w 8491"/>
                <a:gd name="connsiteY4" fmla="*/ 0 h 150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91" h="15081">
                  <a:moveTo>
                    <a:pt x="0" y="127"/>
                  </a:moveTo>
                  <a:lnTo>
                    <a:pt x="0" y="380"/>
                  </a:lnTo>
                  <a:cubicBezTo>
                    <a:pt x="0" y="6337"/>
                    <a:pt x="3295" y="11533"/>
                    <a:pt x="8492" y="15082"/>
                  </a:cubicBezTo>
                  <a:lnTo>
                    <a:pt x="849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303" name="Google Shape;11;p109">
            <a:extLst>
              <a:ext uri="{FF2B5EF4-FFF2-40B4-BE49-F238E27FC236}">
                <a16:creationId xmlns:a16="http://schemas.microsoft.com/office/drawing/2014/main" id="{0779BEFB-4F9E-CC7A-7CC6-AC3A3D9C4213}"/>
              </a:ext>
            </a:extLst>
          </p:cNvPr>
          <p:cNvSpPr/>
          <p:nvPr userDrawn="1"/>
        </p:nvSpPr>
        <p:spPr>
          <a:xfrm>
            <a:off x="944880" y="6558642"/>
            <a:ext cx="11247120" cy="129721"/>
          </a:xfrm>
          <a:prstGeom prst="rect">
            <a:avLst/>
          </a:prstGeom>
          <a:gradFill>
            <a:gsLst>
              <a:gs pos="0">
                <a:srgbClr val="7FBE41"/>
              </a:gs>
              <a:gs pos="50000">
                <a:srgbClr val="438B4C"/>
              </a:gs>
              <a:gs pos="100000">
                <a:srgbClr val="085857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>
              <a:sym typeface="Calibri"/>
            </a:endParaRPr>
          </a:p>
        </p:txBody>
      </p:sp>
      <p:sp>
        <p:nvSpPr>
          <p:cNvPr id="6304" name="Google Shape;17;p109">
            <a:extLst>
              <a:ext uri="{FF2B5EF4-FFF2-40B4-BE49-F238E27FC236}">
                <a16:creationId xmlns:a16="http://schemas.microsoft.com/office/drawing/2014/main" id="{17BE6C45-2475-D060-E184-88CB1A55CA79}"/>
              </a:ext>
            </a:extLst>
          </p:cNvPr>
          <p:cNvSpPr txBox="1"/>
          <p:nvPr userDrawn="1"/>
        </p:nvSpPr>
        <p:spPr>
          <a:xfrm>
            <a:off x="451959" y="6516573"/>
            <a:ext cx="495780" cy="21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rgbClr val="086C6C"/>
                </a:solidFill>
                <a:latin typeface="DIN Next LT Arabic" panose="020B0503020203050203" pitchFamily="34" charset="-78"/>
                <a:ea typeface="Calibri"/>
                <a:cs typeface="DIN Next LT Arabic" panose="020B0503020203050203" pitchFamily="34" charset="-78"/>
                <a:sym typeface="Calibri"/>
              </a:rPr>
              <a:t>‹#›</a:t>
            </a:fld>
            <a:endParaRPr sz="1100" b="0" i="0" u="none" strike="noStrike" cap="none" dirty="0">
              <a:solidFill>
                <a:srgbClr val="086C6C"/>
              </a:solidFill>
              <a:latin typeface="DIN Next LT Arabic" panose="020B0503020203050203" pitchFamily="34" charset="-78"/>
              <a:ea typeface="Calibri"/>
              <a:cs typeface="DIN Next LT Arabic" panose="020B0503020203050203" pitchFamily="34" charset="-78"/>
              <a:sym typeface="Calibri"/>
            </a:endParaRPr>
          </a:p>
        </p:txBody>
      </p:sp>
      <p:sp>
        <p:nvSpPr>
          <p:cNvPr id="6307" name="Google Shape;11;p109">
            <a:extLst>
              <a:ext uri="{FF2B5EF4-FFF2-40B4-BE49-F238E27FC236}">
                <a16:creationId xmlns:a16="http://schemas.microsoft.com/office/drawing/2014/main" id="{972DF78A-7689-925B-8BAE-A1DB5C61E2E5}"/>
              </a:ext>
            </a:extLst>
          </p:cNvPr>
          <p:cNvSpPr/>
          <p:nvPr userDrawn="1"/>
        </p:nvSpPr>
        <p:spPr>
          <a:xfrm>
            <a:off x="0" y="6558642"/>
            <a:ext cx="457200" cy="129721"/>
          </a:xfrm>
          <a:prstGeom prst="rect">
            <a:avLst/>
          </a:prstGeom>
          <a:solidFill>
            <a:srgbClr val="92D050"/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>
              <a:sym typeface="Calibri"/>
            </a:endParaRPr>
          </a:p>
        </p:txBody>
      </p:sp>
      <p:pic>
        <p:nvPicPr>
          <p:cNvPr id="6308" name="Google Shape;13;p109">
            <a:extLst>
              <a:ext uri="{FF2B5EF4-FFF2-40B4-BE49-F238E27FC236}">
                <a16:creationId xmlns:a16="http://schemas.microsoft.com/office/drawing/2014/main" id="{4A8BEBCE-86A2-02E2-6D01-7AB8A32EBE3D}"/>
              </a:ext>
            </a:extLst>
          </p:cNvPr>
          <p:cNvPicPr preferRelativeResize="0"/>
          <p:nvPr userDrawn="1"/>
        </p:nvPicPr>
        <p:blipFill rotWithShape="1">
          <a:blip r:embed="rId15">
            <a:alphaModFix/>
          </a:blip>
          <a:srcRect/>
          <a:stretch/>
        </p:blipFill>
        <p:spPr>
          <a:xfrm>
            <a:off x="10276680" y="196850"/>
            <a:ext cx="1724025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6309" name="Google Shape;14;p109">
            <a:extLst>
              <a:ext uri="{FF2B5EF4-FFF2-40B4-BE49-F238E27FC236}">
                <a16:creationId xmlns:a16="http://schemas.microsoft.com/office/drawing/2014/main" id="{CC25FA24-1DF9-4CF8-E375-A5FBA45AE24D}"/>
              </a:ext>
            </a:extLst>
          </p:cNvPr>
          <p:cNvSpPr/>
          <p:nvPr userDrawn="1"/>
        </p:nvSpPr>
        <p:spPr>
          <a:xfrm>
            <a:off x="0" y="215900"/>
            <a:ext cx="10071100" cy="495300"/>
          </a:xfrm>
          <a:prstGeom prst="rect">
            <a:avLst/>
          </a:prstGeom>
          <a:gradFill>
            <a:gsLst>
              <a:gs pos="0">
                <a:srgbClr val="7FBE41">
                  <a:alpha val="61000"/>
                </a:srgbClr>
              </a:gs>
              <a:gs pos="37000">
                <a:srgbClr val="438B4C">
                  <a:alpha val="70000"/>
                </a:srgbClr>
              </a:gs>
              <a:gs pos="84000">
                <a:srgbClr val="085857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>
              <a:sym typeface="Calibri"/>
            </a:endParaRPr>
          </a:p>
        </p:txBody>
      </p:sp>
      <p:sp>
        <p:nvSpPr>
          <p:cNvPr id="6310" name="Google Shape;15;p109">
            <a:extLst>
              <a:ext uri="{FF2B5EF4-FFF2-40B4-BE49-F238E27FC236}">
                <a16:creationId xmlns:a16="http://schemas.microsoft.com/office/drawing/2014/main" id="{7EFC76A6-7504-B067-6145-4CDC20C1289F}"/>
              </a:ext>
            </a:extLst>
          </p:cNvPr>
          <p:cNvSpPr/>
          <p:nvPr userDrawn="1"/>
        </p:nvSpPr>
        <p:spPr>
          <a:xfrm>
            <a:off x="12115800" y="215900"/>
            <a:ext cx="76200" cy="4953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DIN Next LT Arabic" panose="020B0503020203050203" pitchFamily="34" charset="-78"/>
              <a:ea typeface="Calibri"/>
              <a:cs typeface="DIN Next LT Arabic" panose="020B0503020203050203" pitchFamily="34" charset="-78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40290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صورة 72">
            <a:extLst>
              <a:ext uri="{FF2B5EF4-FFF2-40B4-BE49-F238E27FC236}">
                <a16:creationId xmlns:a16="http://schemas.microsoft.com/office/drawing/2014/main" id="{DE0D8ED6-7E57-49D6-9DC2-A17D8B91C5E3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23"/>
          <a:stretch/>
        </p:blipFill>
        <p:spPr bwMode="auto">
          <a:xfrm>
            <a:off x="10075026" y="195881"/>
            <a:ext cx="2011680" cy="52732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aphicFrame>
        <p:nvGraphicFramePr>
          <p:cNvPr id="2" name="جدول 1">
            <a:extLst>
              <a:ext uri="{FF2B5EF4-FFF2-40B4-BE49-F238E27FC236}">
                <a16:creationId xmlns:a16="http://schemas.microsoft.com/office/drawing/2014/main" id="{643ADDE2-4E36-4769-89E7-D314DBC403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7780917"/>
              </p:ext>
            </p:extLst>
          </p:nvPr>
        </p:nvGraphicFramePr>
        <p:xfrm>
          <a:off x="10419303" y="1300687"/>
          <a:ext cx="1638780" cy="4670608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638780">
                  <a:extLst>
                    <a:ext uri="{9D8B030D-6E8A-4147-A177-3AD203B41FA5}">
                      <a16:colId xmlns:a16="http://schemas.microsoft.com/office/drawing/2014/main" val="1932940555"/>
                    </a:ext>
                  </a:extLst>
                </a:gridCol>
              </a:tblGrid>
              <a:tr h="1167652">
                <a:tc>
                  <a:txBody>
                    <a:bodyPr/>
                    <a:lstStyle/>
                    <a:p>
                      <a:pPr algn="ctr" rtl="1"/>
                      <a:r>
                        <a:rPr lang="ar-SA" dirty="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الجهات الخارجية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4283849"/>
                  </a:ext>
                </a:extLst>
              </a:tr>
              <a:tr h="1167652">
                <a:tc>
                  <a:txBody>
                    <a:bodyPr/>
                    <a:lstStyle/>
                    <a:p>
                      <a:pPr algn="ctr" rtl="1"/>
                      <a:r>
                        <a:rPr lang="ar-SA" sz="1800" b="1" kern="1200" dirty="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اخصائي إدارة خدمات الموارد البشرية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156785"/>
                  </a:ext>
                </a:extLst>
              </a:tr>
              <a:tr h="1167652">
                <a:tc>
                  <a:txBody>
                    <a:bodyPr/>
                    <a:lstStyle/>
                    <a:p>
                      <a:pPr algn="ctr" rtl="1"/>
                      <a:r>
                        <a:rPr lang="ar-SA" sz="1800" b="1" kern="1200" dirty="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صاحب الصلاحية</a:t>
                      </a:r>
                      <a:r>
                        <a:rPr lang="ar-SA" sz="1800" b="1" kern="1200" baseline="0" dirty="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</a:t>
                      </a:r>
                      <a:r>
                        <a:rPr lang="ar-SA" sz="1800" b="1" kern="1200" dirty="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3404326"/>
                  </a:ext>
                </a:extLst>
              </a:tr>
              <a:tr h="1167652">
                <a:tc>
                  <a:txBody>
                    <a:bodyPr/>
                    <a:lstStyle/>
                    <a:p>
                      <a:pPr algn="ctr" rtl="1"/>
                      <a:r>
                        <a:rPr lang="ar-SA" b="1" dirty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مدير إدارة خدمات الموارد البشرية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4823064"/>
                  </a:ext>
                </a:extLst>
              </a:tr>
            </a:tbl>
          </a:graphicData>
        </a:graphic>
      </p:graphicFrame>
      <p:graphicFrame>
        <p:nvGraphicFramePr>
          <p:cNvPr id="4" name="جدول 3">
            <a:extLst>
              <a:ext uri="{FF2B5EF4-FFF2-40B4-BE49-F238E27FC236}">
                <a16:creationId xmlns:a16="http://schemas.microsoft.com/office/drawing/2014/main" id="{5AE9234E-277B-4BAF-984F-5BEA261720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8285145"/>
              </p:ext>
            </p:extLst>
          </p:nvPr>
        </p:nvGraphicFramePr>
        <p:xfrm>
          <a:off x="507076" y="1300687"/>
          <a:ext cx="9857826" cy="4670608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9857826">
                  <a:extLst>
                    <a:ext uri="{9D8B030D-6E8A-4147-A177-3AD203B41FA5}">
                      <a16:colId xmlns:a16="http://schemas.microsoft.com/office/drawing/2014/main" val="87815262"/>
                    </a:ext>
                  </a:extLst>
                </a:gridCol>
              </a:tblGrid>
              <a:tr h="116765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ar-SA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2154497"/>
                  </a:ext>
                </a:extLst>
              </a:tr>
              <a:tr h="1167652">
                <a:tc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025413"/>
                  </a:ext>
                </a:extLst>
              </a:tr>
              <a:tr h="1167652">
                <a:tc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7533070"/>
                  </a:ext>
                </a:extLst>
              </a:tr>
              <a:tr h="116765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ar-S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9690409"/>
                  </a:ext>
                </a:extLst>
              </a:tr>
            </a:tbl>
          </a:graphicData>
        </a:graphic>
      </p:graphicFrame>
      <p:sp>
        <p:nvSpPr>
          <p:cNvPr id="24" name="مستطيل: زوايا مستديرة 23">
            <a:extLst>
              <a:ext uri="{FF2B5EF4-FFF2-40B4-BE49-F238E27FC236}">
                <a16:creationId xmlns:a16="http://schemas.microsoft.com/office/drawing/2014/main" id="{E058F48D-4CB0-4326-B75E-430BD3BAA147}"/>
              </a:ext>
            </a:extLst>
          </p:cNvPr>
          <p:cNvSpPr/>
          <p:nvPr/>
        </p:nvSpPr>
        <p:spPr>
          <a:xfrm>
            <a:off x="9486672" y="1436714"/>
            <a:ext cx="689956" cy="266007"/>
          </a:xfrm>
          <a:prstGeom prst="roundRect">
            <a:avLst/>
          </a:prstGeom>
          <a:solidFill>
            <a:srgbClr val="08585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4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البداية </a:t>
            </a:r>
          </a:p>
        </p:txBody>
      </p:sp>
      <p:cxnSp>
        <p:nvCxnSpPr>
          <p:cNvPr id="30" name="رابط كسهم مستقيم 29">
            <a:extLst>
              <a:ext uri="{FF2B5EF4-FFF2-40B4-BE49-F238E27FC236}">
                <a16:creationId xmlns:a16="http://schemas.microsoft.com/office/drawing/2014/main" id="{A20FAF09-8BC2-4EB0-AD2F-B5A632752846}"/>
              </a:ext>
            </a:extLst>
          </p:cNvPr>
          <p:cNvCxnSpPr/>
          <p:nvPr/>
        </p:nvCxnSpPr>
        <p:spPr>
          <a:xfrm flipH="1">
            <a:off x="8697884" y="1569717"/>
            <a:ext cx="6899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مستطيل 30">
            <a:extLst>
              <a:ext uri="{FF2B5EF4-FFF2-40B4-BE49-F238E27FC236}">
                <a16:creationId xmlns:a16="http://schemas.microsoft.com/office/drawing/2014/main" id="{16CA36C6-9C37-4C38-8686-C2216ADC91B0}"/>
              </a:ext>
            </a:extLst>
          </p:cNvPr>
          <p:cNvSpPr/>
          <p:nvPr/>
        </p:nvSpPr>
        <p:spPr>
          <a:xfrm>
            <a:off x="7011787" y="1823255"/>
            <a:ext cx="2529839" cy="565256"/>
          </a:xfrm>
          <a:prstGeom prst="rect">
            <a:avLst/>
          </a:prstGeom>
          <a:solidFill>
            <a:schemeClr val="bg1"/>
          </a:solidFill>
          <a:ln w="12700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ar-SA" sz="14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استقبال خطاب من الجهات الأخرى بطلب اعارة او النقل</a:t>
            </a:r>
          </a:p>
        </p:txBody>
      </p:sp>
      <p:sp>
        <p:nvSpPr>
          <p:cNvPr id="32" name="مخطط انسيابي: محطة طرفية 31">
            <a:extLst>
              <a:ext uri="{FF2B5EF4-FFF2-40B4-BE49-F238E27FC236}">
                <a16:creationId xmlns:a16="http://schemas.microsoft.com/office/drawing/2014/main" id="{D5FAC3E2-AE0D-40AB-9E38-E1EA6C834087}"/>
              </a:ext>
            </a:extLst>
          </p:cNvPr>
          <p:cNvSpPr/>
          <p:nvPr/>
        </p:nvSpPr>
        <p:spPr>
          <a:xfrm>
            <a:off x="6967457" y="1436714"/>
            <a:ext cx="1654232" cy="224439"/>
          </a:xfrm>
          <a:prstGeom prst="flowChartTerminator">
            <a:avLst/>
          </a:prstGeom>
          <a:solidFill>
            <a:schemeClr val="bg1">
              <a:lumMod val="95000"/>
            </a:schemeClr>
          </a:solidFill>
          <a:ln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0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خطاب نقل / اعارة من الوزارة </a:t>
            </a:r>
          </a:p>
        </p:txBody>
      </p:sp>
      <p:cxnSp>
        <p:nvCxnSpPr>
          <p:cNvPr id="45" name="رابط كسهم مستقيم 44">
            <a:extLst>
              <a:ext uri="{FF2B5EF4-FFF2-40B4-BE49-F238E27FC236}">
                <a16:creationId xmlns:a16="http://schemas.microsoft.com/office/drawing/2014/main" id="{17B78AF1-6A28-4EDA-8DAA-5ECFD8F377B1}"/>
              </a:ext>
            </a:extLst>
          </p:cNvPr>
          <p:cNvCxnSpPr/>
          <p:nvPr/>
        </p:nvCxnSpPr>
        <p:spPr>
          <a:xfrm>
            <a:off x="8972204" y="2380198"/>
            <a:ext cx="0" cy="3283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رابط مستقيم 48">
            <a:extLst>
              <a:ext uri="{FF2B5EF4-FFF2-40B4-BE49-F238E27FC236}">
                <a16:creationId xmlns:a16="http://schemas.microsoft.com/office/drawing/2014/main" id="{696B951D-A772-432B-BA55-FF86D0F154DF}"/>
              </a:ext>
            </a:extLst>
          </p:cNvPr>
          <p:cNvCxnSpPr/>
          <p:nvPr/>
        </p:nvCxnSpPr>
        <p:spPr>
          <a:xfrm>
            <a:off x="7777942" y="1673846"/>
            <a:ext cx="0" cy="153789"/>
          </a:xfrm>
          <a:prstGeom prst="line">
            <a:avLst/>
          </a:prstGeom>
          <a:ln>
            <a:solidFill>
              <a:srgbClr val="0858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مستطيل 90">
            <a:extLst>
              <a:ext uri="{FF2B5EF4-FFF2-40B4-BE49-F238E27FC236}">
                <a16:creationId xmlns:a16="http://schemas.microsoft.com/office/drawing/2014/main" id="{236CE947-1401-4798-BE9A-3342031D4CA0}"/>
              </a:ext>
            </a:extLst>
          </p:cNvPr>
          <p:cNvSpPr/>
          <p:nvPr/>
        </p:nvSpPr>
        <p:spPr>
          <a:xfrm>
            <a:off x="8220600" y="2745696"/>
            <a:ext cx="1945869" cy="616218"/>
          </a:xfrm>
          <a:prstGeom prst="rect">
            <a:avLst/>
          </a:prstGeom>
          <a:solidFill>
            <a:schemeClr val="bg1"/>
          </a:solidFill>
          <a:ln w="12700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ar-SA" sz="14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دراسة خطاب الإعارة او النقل من قبل إدارة تخطيط القوى العاملة </a:t>
            </a:r>
          </a:p>
        </p:txBody>
      </p:sp>
      <p:cxnSp>
        <p:nvCxnSpPr>
          <p:cNvPr id="92" name="رابط كسهم مستقيم 91">
            <a:extLst>
              <a:ext uri="{FF2B5EF4-FFF2-40B4-BE49-F238E27FC236}">
                <a16:creationId xmlns:a16="http://schemas.microsoft.com/office/drawing/2014/main" id="{9846AF49-6CB4-4BCC-A8A3-C61B8AE1E549}"/>
              </a:ext>
            </a:extLst>
          </p:cNvPr>
          <p:cNvCxnSpPr>
            <a:cxnSpLocks/>
          </p:cNvCxnSpPr>
          <p:nvPr/>
        </p:nvCxnSpPr>
        <p:spPr>
          <a:xfrm>
            <a:off x="9227129" y="3554618"/>
            <a:ext cx="0" cy="3357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" name="مستطيل 93">
            <a:extLst>
              <a:ext uri="{FF2B5EF4-FFF2-40B4-BE49-F238E27FC236}">
                <a16:creationId xmlns:a16="http://schemas.microsoft.com/office/drawing/2014/main" id="{5AFA645A-CAB2-41AE-817B-56AC3FC34F4F}"/>
              </a:ext>
            </a:extLst>
          </p:cNvPr>
          <p:cNvSpPr/>
          <p:nvPr/>
        </p:nvSpPr>
        <p:spPr>
          <a:xfrm>
            <a:off x="8216100" y="3924289"/>
            <a:ext cx="1946087" cy="705799"/>
          </a:xfrm>
          <a:prstGeom prst="rect">
            <a:avLst/>
          </a:prstGeom>
          <a:solidFill>
            <a:schemeClr val="bg1"/>
          </a:solidFill>
          <a:ln w="12700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4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الموافقة حول خطاب النقل / الإعارة من قبل الوكالات من لديها الصلاحية</a:t>
            </a:r>
          </a:p>
        </p:txBody>
      </p:sp>
      <p:sp>
        <p:nvSpPr>
          <p:cNvPr id="51" name="معين 50">
            <a:extLst>
              <a:ext uri="{FF2B5EF4-FFF2-40B4-BE49-F238E27FC236}">
                <a16:creationId xmlns:a16="http://schemas.microsoft.com/office/drawing/2014/main" id="{19E360BB-82A4-4EFB-9DDD-1ECD221FA01B}"/>
              </a:ext>
            </a:extLst>
          </p:cNvPr>
          <p:cNvSpPr/>
          <p:nvPr/>
        </p:nvSpPr>
        <p:spPr>
          <a:xfrm>
            <a:off x="6979346" y="4057328"/>
            <a:ext cx="1077905" cy="450955"/>
          </a:xfrm>
          <a:prstGeom prst="diamond">
            <a:avLst/>
          </a:prstGeom>
          <a:solidFill>
            <a:schemeClr val="bg1"/>
          </a:solidFill>
          <a:ln w="6350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9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هل تم الموافقة ؟</a:t>
            </a:r>
          </a:p>
        </p:txBody>
      </p:sp>
      <p:cxnSp>
        <p:nvCxnSpPr>
          <p:cNvPr id="53" name="رابط مستقيم 52">
            <a:extLst>
              <a:ext uri="{FF2B5EF4-FFF2-40B4-BE49-F238E27FC236}">
                <a16:creationId xmlns:a16="http://schemas.microsoft.com/office/drawing/2014/main" id="{1FE7F34E-A4FA-4364-9F48-81176E3EC535}"/>
              </a:ext>
            </a:extLst>
          </p:cNvPr>
          <p:cNvCxnSpPr>
            <a:cxnSpLocks/>
          </p:cNvCxnSpPr>
          <p:nvPr/>
        </p:nvCxnSpPr>
        <p:spPr>
          <a:xfrm flipH="1" flipV="1">
            <a:off x="6262377" y="4283161"/>
            <a:ext cx="709349" cy="1"/>
          </a:xfrm>
          <a:prstGeom prst="line">
            <a:avLst/>
          </a:prstGeom>
          <a:ln>
            <a:solidFill>
              <a:srgbClr val="0858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مربع نص 53">
            <a:extLst>
              <a:ext uri="{FF2B5EF4-FFF2-40B4-BE49-F238E27FC236}">
                <a16:creationId xmlns:a16="http://schemas.microsoft.com/office/drawing/2014/main" id="{1C0EF4D9-FF71-44EF-8401-D3AA0E2A2FE0}"/>
              </a:ext>
            </a:extLst>
          </p:cNvPr>
          <p:cNvSpPr txBox="1"/>
          <p:nvPr/>
        </p:nvSpPr>
        <p:spPr>
          <a:xfrm>
            <a:off x="5855294" y="4137041"/>
            <a:ext cx="372218" cy="276999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ar-SA" sz="12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نعم </a:t>
            </a:r>
          </a:p>
        </p:txBody>
      </p:sp>
      <p:sp>
        <p:nvSpPr>
          <p:cNvPr id="108" name="مربع نص 107">
            <a:extLst>
              <a:ext uri="{FF2B5EF4-FFF2-40B4-BE49-F238E27FC236}">
                <a16:creationId xmlns:a16="http://schemas.microsoft.com/office/drawing/2014/main" id="{79D82540-88CD-44BA-A8DE-C77B17F3B3E9}"/>
              </a:ext>
            </a:extLst>
          </p:cNvPr>
          <p:cNvSpPr txBox="1"/>
          <p:nvPr/>
        </p:nvSpPr>
        <p:spPr>
          <a:xfrm>
            <a:off x="7376272" y="3763011"/>
            <a:ext cx="284052" cy="276999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ar-SA" sz="12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لا </a:t>
            </a:r>
          </a:p>
        </p:txBody>
      </p:sp>
      <p:cxnSp>
        <p:nvCxnSpPr>
          <p:cNvPr id="115" name="رابط مستقيم 114">
            <a:extLst>
              <a:ext uri="{FF2B5EF4-FFF2-40B4-BE49-F238E27FC236}">
                <a16:creationId xmlns:a16="http://schemas.microsoft.com/office/drawing/2014/main" id="{60822EDA-F755-4BDD-B592-695526CD6811}"/>
              </a:ext>
            </a:extLst>
          </p:cNvPr>
          <p:cNvCxnSpPr>
            <a:cxnSpLocks/>
          </p:cNvCxnSpPr>
          <p:nvPr/>
        </p:nvCxnSpPr>
        <p:spPr>
          <a:xfrm flipV="1">
            <a:off x="7520969" y="3962969"/>
            <a:ext cx="0" cy="7704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مستطيل 121">
            <a:extLst>
              <a:ext uri="{FF2B5EF4-FFF2-40B4-BE49-F238E27FC236}">
                <a16:creationId xmlns:a16="http://schemas.microsoft.com/office/drawing/2014/main" id="{75F5BE42-A811-48C4-9525-E95DE1C9556C}"/>
              </a:ext>
            </a:extLst>
          </p:cNvPr>
          <p:cNvSpPr/>
          <p:nvPr/>
        </p:nvSpPr>
        <p:spPr>
          <a:xfrm>
            <a:off x="6759670" y="2862690"/>
            <a:ext cx="1072337" cy="507537"/>
          </a:xfrm>
          <a:prstGeom prst="rect">
            <a:avLst/>
          </a:prstGeom>
          <a:solidFill>
            <a:schemeClr val="bg1"/>
          </a:solidFill>
          <a:ln w="3175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ar-SA" sz="10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 ابلاغ المعنيين برفض طلب نقل / اعارة من الوزارة  </a:t>
            </a:r>
          </a:p>
        </p:txBody>
      </p:sp>
      <p:cxnSp>
        <p:nvCxnSpPr>
          <p:cNvPr id="123" name="رابط كسهم مستقيم 122">
            <a:extLst>
              <a:ext uri="{FF2B5EF4-FFF2-40B4-BE49-F238E27FC236}">
                <a16:creationId xmlns:a16="http://schemas.microsoft.com/office/drawing/2014/main" id="{B3687939-9A20-45F4-AEAA-3204B197699C}"/>
              </a:ext>
            </a:extLst>
          </p:cNvPr>
          <p:cNvCxnSpPr>
            <a:cxnSpLocks/>
          </p:cNvCxnSpPr>
          <p:nvPr/>
        </p:nvCxnSpPr>
        <p:spPr>
          <a:xfrm flipV="1">
            <a:off x="7518298" y="3429000"/>
            <a:ext cx="0" cy="3340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4" name="مستطيل 123">
            <a:extLst>
              <a:ext uri="{FF2B5EF4-FFF2-40B4-BE49-F238E27FC236}">
                <a16:creationId xmlns:a16="http://schemas.microsoft.com/office/drawing/2014/main" id="{E7A24527-45C2-4FDC-9C34-884218CD889C}"/>
              </a:ext>
            </a:extLst>
          </p:cNvPr>
          <p:cNvSpPr/>
          <p:nvPr/>
        </p:nvSpPr>
        <p:spPr>
          <a:xfrm>
            <a:off x="5441791" y="2745696"/>
            <a:ext cx="1143922" cy="682962"/>
          </a:xfrm>
          <a:prstGeom prst="rect">
            <a:avLst/>
          </a:prstGeom>
          <a:solidFill>
            <a:schemeClr val="bg1"/>
          </a:solidFill>
          <a:ln w="3175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0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 اذا كان الطلب اعارة الاتفاق مع الجهة الخارجية على بنود الإعارة من الوزارة </a:t>
            </a:r>
          </a:p>
        </p:txBody>
      </p:sp>
      <p:cxnSp>
        <p:nvCxnSpPr>
          <p:cNvPr id="125" name="رابط مستقيم 124">
            <a:extLst>
              <a:ext uri="{FF2B5EF4-FFF2-40B4-BE49-F238E27FC236}">
                <a16:creationId xmlns:a16="http://schemas.microsoft.com/office/drawing/2014/main" id="{E79B71C1-1567-4671-9E28-6A7D5747EC7C}"/>
              </a:ext>
            </a:extLst>
          </p:cNvPr>
          <p:cNvCxnSpPr>
            <a:cxnSpLocks/>
            <a:stCxn id="51" idx="3"/>
          </p:cNvCxnSpPr>
          <p:nvPr/>
        </p:nvCxnSpPr>
        <p:spPr>
          <a:xfrm flipV="1">
            <a:off x="8057251" y="4281746"/>
            <a:ext cx="158849" cy="1060"/>
          </a:xfrm>
          <a:prstGeom prst="line">
            <a:avLst/>
          </a:prstGeom>
          <a:ln>
            <a:solidFill>
              <a:srgbClr val="0858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رابط كسهم مستقيم 125">
            <a:extLst>
              <a:ext uri="{FF2B5EF4-FFF2-40B4-BE49-F238E27FC236}">
                <a16:creationId xmlns:a16="http://schemas.microsoft.com/office/drawing/2014/main" id="{4C67AFFB-CDD8-4801-BA7C-9F8B16594CEE}"/>
              </a:ext>
            </a:extLst>
          </p:cNvPr>
          <p:cNvCxnSpPr>
            <a:cxnSpLocks/>
          </p:cNvCxnSpPr>
          <p:nvPr/>
        </p:nvCxnSpPr>
        <p:spPr>
          <a:xfrm flipV="1">
            <a:off x="6066448" y="3429000"/>
            <a:ext cx="0" cy="7076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0" name="مستطيل 129">
            <a:extLst>
              <a:ext uri="{FF2B5EF4-FFF2-40B4-BE49-F238E27FC236}">
                <a16:creationId xmlns:a16="http://schemas.microsoft.com/office/drawing/2014/main" id="{9AC4A9E9-AA45-4B07-A368-20B1FD72C561}"/>
              </a:ext>
            </a:extLst>
          </p:cNvPr>
          <p:cNvSpPr/>
          <p:nvPr/>
        </p:nvSpPr>
        <p:spPr>
          <a:xfrm>
            <a:off x="4091687" y="2828061"/>
            <a:ext cx="1143922" cy="345200"/>
          </a:xfrm>
          <a:prstGeom prst="rect">
            <a:avLst/>
          </a:prstGeom>
          <a:solidFill>
            <a:schemeClr val="bg1"/>
          </a:solidFill>
          <a:ln w="3175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ar-SA" sz="10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اعداد قرار اداري بالنقل / الإعارة من الوزارة </a:t>
            </a:r>
          </a:p>
        </p:txBody>
      </p:sp>
      <p:sp>
        <p:nvSpPr>
          <p:cNvPr id="131" name="مخطط انسيابي: محطة طرفية 130">
            <a:extLst>
              <a:ext uri="{FF2B5EF4-FFF2-40B4-BE49-F238E27FC236}">
                <a16:creationId xmlns:a16="http://schemas.microsoft.com/office/drawing/2014/main" id="{5B0E304E-9042-49DD-A846-26755AE9C00A}"/>
              </a:ext>
            </a:extLst>
          </p:cNvPr>
          <p:cNvSpPr/>
          <p:nvPr/>
        </p:nvSpPr>
        <p:spPr>
          <a:xfrm>
            <a:off x="4033032" y="3346572"/>
            <a:ext cx="1260333" cy="224439"/>
          </a:xfrm>
          <a:prstGeom prst="flowChartTerminator">
            <a:avLst/>
          </a:prstGeom>
          <a:solidFill>
            <a:schemeClr val="bg1">
              <a:lumMod val="95000"/>
            </a:schemeClr>
          </a:solidFill>
          <a:ln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0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قرار نقل / اعارة من الوزارة </a:t>
            </a:r>
          </a:p>
        </p:txBody>
      </p:sp>
      <p:cxnSp>
        <p:nvCxnSpPr>
          <p:cNvPr id="132" name="رابط كسهم مستقيم 131">
            <a:extLst>
              <a:ext uri="{FF2B5EF4-FFF2-40B4-BE49-F238E27FC236}">
                <a16:creationId xmlns:a16="http://schemas.microsoft.com/office/drawing/2014/main" id="{AD9BB056-DAFD-422C-B361-ED613D454529}"/>
              </a:ext>
            </a:extLst>
          </p:cNvPr>
          <p:cNvCxnSpPr>
            <a:cxnSpLocks/>
          </p:cNvCxnSpPr>
          <p:nvPr/>
        </p:nvCxnSpPr>
        <p:spPr>
          <a:xfrm>
            <a:off x="4663647" y="3179058"/>
            <a:ext cx="0" cy="1641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رابط مستقيم 94">
            <a:extLst>
              <a:ext uri="{FF2B5EF4-FFF2-40B4-BE49-F238E27FC236}">
                <a16:creationId xmlns:a16="http://schemas.microsoft.com/office/drawing/2014/main" id="{B2F45F76-C929-45D5-9F91-5DFCFEF32715}"/>
              </a:ext>
            </a:extLst>
          </p:cNvPr>
          <p:cNvCxnSpPr/>
          <p:nvPr/>
        </p:nvCxnSpPr>
        <p:spPr>
          <a:xfrm flipH="1">
            <a:off x="3724550" y="2916506"/>
            <a:ext cx="3671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رابط كسهم مستقيم 96">
            <a:extLst>
              <a:ext uri="{FF2B5EF4-FFF2-40B4-BE49-F238E27FC236}">
                <a16:creationId xmlns:a16="http://schemas.microsoft.com/office/drawing/2014/main" id="{FE8D6191-E59B-4707-B700-A38812182464}"/>
              </a:ext>
            </a:extLst>
          </p:cNvPr>
          <p:cNvCxnSpPr/>
          <p:nvPr/>
        </p:nvCxnSpPr>
        <p:spPr>
          <a:xfrm>
            <a:off x="3726483" y="2917946"/>
            <a:ext cx="0" cy="23026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مستطيل 132">
            <a:extLst>
              <a:ext uri="{FF2B5EF4-FFF2-40B4-BE49-F238E27FC236}">
                <a16:creationId xmlns:a16="http://schemas.microsoft.com/office/drawing/2014/main" id="{FD1C597B-816D-4D3F-AA7D-871B2D9F6671}"/>
              </a:ext>
            </a:extLst>
          </p:cNvPr>
          <p:cNvSpPr/>
          <p:nvPr/>
        </p:nvSpPr>
        <p:spPr>
          <a:xfrm>
            <a:off x="3192896" y="5308870"/>
            <a:ext cx="1062411" cy="507537"/>
          </a:xfrm>
          <a:prstGeom prst="rect">
            <a:avLst/>
          </a:prstGeom>
          <a:solidFill>
            <a:schemeClr val="bg1"/>
          </a:solidFill>
          <a:ln w="3175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ar-SA" sz="10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مراجعة قرار النقل / الإعارة من الوزارة </a:t>
            </a:r>
          </a:p>
        </p:txBody>
      </p:sp>
      <p:sp>
        <p:nvSpPr>
          <p:cNvPr id="135" name="شكل بيضاوي 134">
            <a:extLst>
              <a:ext uri="{FF2B5EF4-FFF2-40B4-BE49-F238E27FC236}">
                <a16:creationId xmlns:a16="http://schemas.microsoft.com/office/drawing/2014/main" id="{BC58EEE3-566B-4ABD-92D3-27BB8B402530}"/>
              </a:ext>
            </a:extLst>
          </p:cNvPr>
          <p:cNvSpPr/>
          <p:nvPr/>
        </p:nvSpPr>
        <p:spPr>
          <a:xfrm>
            <a:off x="7175757" y="2589066"/>
            <a:ext cx="240161" cy="23899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6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أ</a:t>
            </a:r>
            <a:endParaRPr lang="ar-SA" b="1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36" name="شكل بيضاوي 135">
            <a:extLst>
              <a:ext uri="{FF2B5EF4-FFF2-40B4-BE49-F238E27FC236}">
                <a16:creationId xmlns:a16="http://schemas.microsoft.com/office/drawing/2014/main" id="{CA564D07-D675-470C-AD27-BBBEC17F8438}"/>
              </a:ext>
            </a:extLst>
          </p:cNvPr>
          <p:cNvSpPr/>
          <p:nvPr/>
        </p:nvSpPr>
        <p:spPr>
          <a:xfrm>
            <a:off x="4543117" y="2544381"/>
            <a:ext cx="240161" cy="23899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6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ب</a:t>
            </a:r>
            <a:endParaRPr lang="ar-SA" b="1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37" name="مستطيل 136">
            <a:extLst>
              <a:ext uri="{FF2B5EF4-FFF2-40B4-BE49-F238E27FC236}">
                <a16:creationId xmlns:a16="http://schemas.microsoft.com/office/drawing/2014/main" id="{5320DD90-A800-46B3-B0A8-FA65C7959908}"/>
              </a:ext>
            </a:extLst>
          </p:cNvPr>
          <p:cNvSpPr/>
          <p:nvPr/>
        </p:nvSpPr>
        <p:spPr>
          <a:xfrm>
            <a:off x="2301871" y="2621591"/>
            <a:ext cx="1248722" cy="519899"/>
          </a:xfrm>
          <a:prstGeom prst="rect">
            <a:avLst/>
          </a:prstGeom>
          <a:solidFill>
            <a:schemeClr val="bg1"/>
          </a:solidFill>
          <a:ln w="3175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0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توثيق القرار بالأنظمة (أساس) وتزويد نسخة للإدارات المعنية</a:t>
            </a:r>
          </a:p>
        </p:txBody>
      </p:sp>
      <p:sp>
        <p:nvSpPr>
          <p:cNvPr id="138" name="مربع نص 137">
            <a:extLst>
              <a:ext uri="{FF2B5EF4-FFF2-40B4-BE49-F238E27FC236}">
                <a16:creationId xmlns:a16="http://schemas.microsoft.com/office/drawing/2014/main" id="{79DACE75-3F1B-4BA7-858C-83597E8F8F72}"/>
              </a:ext>
            </a:extLst>
          </p:cNvPr>
          <p:cNvSpPr txBox="1"/>
          <p:nvPr/>
        </p:nvSpPr>
        <p:spPr>
          <a:xfrm>
            <a:off x="2633169" y="3341447"/>
            <a:ext cx="372218" cy="276999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ar-SA" sz="12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نعم </a:t>
            </a:r>
          </a:p>
        </p:txBody>
      </p:sp>
      <p:sp>
        <p:nvSpPr>
          <p:cNvPr id="140" name="معين 139">
            <a:extLst>
              <a:ext uri="{FF2B5EF4-FFF2-40B4-BE49-F238E27FC236}">
                <a16:creationId xmlns:a16="http://schemas.microsoft.com/office/drawing/2014/main" id="{A0B1784D-4684-444B-9AA1-7E30D9B1EEDC}"/>
              </a:ext>
            </a:extLst>
          </p:cNvPr>
          <p:cNvSpPr/>
          <p:nvPr/>
        </p:nvSpPr>
        <p:spPr>
          <a:xfrm>
            <a:off x="2271421" y="3711576"/>
            <a:ext cx="1077905" cy="450955"/>
          </a:xfrm>
          <a:prstGeom prst="diamond">
            <a:avLst/>
          </a:prstGeom>
          <a:solidFill>
            <a:schemeClr val="bg1"/>
          </a:solidFill>
          <a:ln w="6350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9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هل تم الاعتماد ؟</a:t>
            </a:r>
          </a:p>
        </p:txBody>
      </p:sp>
      <p:sp>
        <p:nvSpPr>
          <p:cNvPr id="142" name="مستطيل 141">
            <a:extLst>
              <a:ext uri="{FF2B5EF4-FFF2-40B4-BE49-F238E27FC236}">
                <a16:creationId xmlns:a16="http://schemas.microsoft.com/office/drawing/2014/main" id="{C29CA812-775C-4F47-890E-C57C5A25A0D4}"/>
              </a:ext>
            </a:extLst>
          </p:cNvPr>
          <p:cNvSpPr/>
          <p:nvPr/>
        </p:nvSpPr>
        <p:spPr>
          <a:xfrm>
            <a:off x="2247317" y="4326454"/>
            <a:ext cx="1143922" cy="345200"/>
          </a:xfrm>
          <a:prstGeom prst="rect">
            <a:avLst/>
          </a:prstGeom>
          <a:solidFill>
            <a:schemeClr val="bg1"/>
          </a:solidFill>
          <a:ln w="3175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ar-SA" sz="10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اعتماد قرار النقل / الإعارة من الوزارة</a:t>
            </a:r>
          </a:p>
        </p:txBody>
      </p:sp>
      <p:cxnSp>
        <p:nvCxnSpPr>
          <p:cNvPr id="144" name="رابط مستقيم 143">
            <a:extLst>
              <a:ext uri="{FF2B5EF4-FFF2-40B4-BE49-F238E27FC236}">
                <a16:creationId xmlns:a16="http://schemas.microsoft.com/office/drawing/2014/main" id="{FF004C80-5D03-4E67-808E-617C689231A6}"/>
              </a:ext>
            </a:extLst>
          </p:cNvPr>
          <p:cNvCxnSpPr>
            <a:cxnSpLocks/>
          </p:cNvCxnSpPr>
          <p:nvPr/>
        </p:nvCxnSpPr>
        <p:spPr>
          <a:xfrm flipH="1">
            <a:off x="2810374" y="3554618"/>
            <a:ext cx="829" cy="1346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معين 149">
            <a:extLst>
              <a:ext uri="{FF2B5EF4-FFF2-40B4-BE49-F238E27FC236}">
                <a16:creationId xmlns:a16="http://schemas.microsoft.com/office/drawing/2014/main" id="{FF5C7895-204E-4DFC-9C92-08F0B68A464B}"/>
              </a:ext>
            </a:extLst>
          </p:cNvPr>
          <p:cNvSpPr/>
          <p:nvPr/>
        </p:nvSpPr>
        <p:spPr>
          <a:xfrm>
            <a:off x="1904945" y="5444741"/>
            <a:ext cx="1077905" cy="450955"/>
          </a:xfrm>
          <a:prstGeom prst="diamond">
            <a:avLst/>
          </a:prstGeom>
          <a:solidFill>
            <a:schemeClr val="bg1"/>
          </a:solidFill>
          <a:ln w="6350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9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هل توجد ملاحظات؟</a:t>
            </a:r>
          </a:p>
        </p:txBody>
      </p:sp>
      <p:cxnSp>
        <p:nvCxnSpPr>
          <p:cNvPr id="151" name="رابط مستقيم 150">
            <a:extLst>
              <a:ext uri="{FF2B5EF4-FFF2-40B4-BE49-F238E27FC236}">
                <a16:creationId xmlns:a16="http://schemas.microsoft.com/office/drawing/2014/main" id="{E8E5ECB6-3B3E-41DF-B5AB-AB104A550EE9}"/>
              </a:ext>
            </a:extLst>
          </p:cNvPr>
          <p:cNvCxnSpPr>
            <a:cxnSpLocks/>
          </p:cNvCxnSpPr>
          <p:nvPr/>
        </p:nvCxnSpPr>
        <p:spPr>
          <a:xfrm flipH="1" flipV="1">
            <a:off x="1523070" y="5662262"/>
            <a:ext cx="374256" cy="1"/>
          </a:xfrm>
          <a:prstGeom prst="line">
            <a:avLst/>
          </a:prstGeom>
          <a:ln>
            <a:solidFill>
              <a:srgbClr val="0858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مربع نص 151">
            <a:extLst>
              <a:ext uri="{FF2B5EF4-FFF2-40B4-BE49-F238E27FC236}">
                <a16:creationId xmlns:a16="http://schemas.microsoft.com/office/drawing/2014/main" id="{33AE71B5-A172-4A16-AD40-2D0FB0CEA4A3}"/>
              </a:ext>
            </a:extLst>
          </p:cNvPr>
          <p:cNvSpPr txBox="1"/>
          <p:nvPr/>
        </p:nvSpPr>
        <p:spPr>
          <a:xfrm>
            <a:off x="1178112" y="5522346"/>
            <a:ext cx="372218" cy="276999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ar-SA" sz="12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نعم </a:t>
            </a:r>
          </a:p>
        </p:txBody>
      </p:sp>
      <p:sp>
        <p:nvSpPr>
          <p:cNvPr id="153" name="مربع نص 152">
            <a:extLst>
              <a:ext uri="{FF2B5EF4-FFF2-40B4-BE49-F238E27FC236}">
                <a16:creationId xmlns:a16="http://schemas.microsoft.com/office/drawing/2014/main" id="{1406DDAA-0BDF-4165-A321-C38071E84C51}"/>
              </a:ext>
            </a:extLst>
          </p:cNvPr>
          <p:cNvSpPr txBox="1"/>
          <p:nvPr/>
        </p:nvSpPr>
        <p:spPr>
          <a:xfrm>
            <a:off x="2301871" y="5150424"/>
            <a:ext cx="284052" cy="276999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ar-SA" sz="12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لا </a:t>
            </a:r>
          </a:p>
        </p:txBody>
      </p:sp>
      <p:cxnSp>
        <p:nvCxnSpPr>
          <p:cNvPr id="154" name="رابط مستقيم 153">
            <a:extLst>
              <a:ext uri="{FF2B5EF4-FFF2-40B4-BE49-F238E27FC236}">
                <a16:creationId xmlns:a16="http://schemas.microsoft.com/office/drawing/2014/main" id="{D7FB4D36-0DB7-4897-9817-B25E60F5293D}"/>
              </a:ext>
            </a:extLst>
          </p:cNvPr>
          <p:cNvCxnSpPr>
            <a:cxnSpLocks/>
          </p:cNvCxnSpPr>
          <p:nvPr/>
        </p:nvCxnSpPr>
        <p:spPr>
          <a:xfrm flipV="1">
            <a:off x="2446568" y="5350382"/>
            <a:ext cx="0" cy="7704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رابط كسهم مستقيم 154">
            <a:extLst>
              <a:ext uri="{FF2B5EF4-FFF2-40B4-BE49-F238E27FC236}">
                <a16:creationId xmlns:a16="http://schemas.microsoft.com/office/drawing/2014/main" id="{AE5177DB-68BE-4E55-A66B-28815DFAB5CF}"/>
              </a:ext>
            </a:extLst>
          </p:cNvPr>
          <p:cNvCxnSpPr>
            <a:cxnSpLocks/>
          </p:cNvCxnSpPr>
          <p:nvPr/>
        </p:nvCxnSpPr>
        <p:spPr>
          <a:xfrm flipV="1">
            <a:off x="2443897" y="4679425"/>
            <a:ext cx="0" cy="471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6" name="رابط مستقيم 155">
            <a:extLst>
              <a:ext uri="{FF2B5EF4-FFF2-40B4-BE49-F238E27FC236}">
                <a16:creationId xmlns:a16="http://schemas.microsoft.com/office/drawing/2014/main" id="{FC127C18-C22F-43BE-B204-A1998D64402B}"/>
              </a:ext>
            </a:extLst>
          </p:cNvPr>
          <p:cNvCxnSpPr>
            <a:cxnSpLocks/>
            <a:stCxn id="150" idx="3"/>
          </p:cNvCxnSpPr>
          <p:nvPr/>
        </p:nvCxnSpPr>
        <p:spPr>
          <a:xfrm flipV="1">
            <a:off x="2982850" y="5669159"/>
            <a:ext cx="158849" cy="1060"/>
          </a:xfrm>
          <a:prstGeom prst="line">
            <a:avLst/>
          </a:prstGeom>
          <a:ln>
            <a:solidFill>
              <a:srgbClr val="0858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رابط كسهم مستقيم 158">
            <a:extLst>
              <a:ext uri="{FF2B5EF4-FFF2-40B4-BE49-F238E27FC236}">
                <a16:creationId xmlns:a16="http://schemas.microsoft.com/office/drawing/2014/main" id="{86661DD3-0D2D-41D3-98D6-B35C0F54F757}"/>
              </a:ext>
            </a:extLst>
          </p:cNvPr>
          <p:cNvCxnSpPr>
            <a:cxnSpLocks/>
          </p:cNvCxnSpPr>
          <p:nvPr/>
        </p:nvCxnSpPr>
        <p:spPr>
          <a:xfrm flipH="1">
            <a:off x="1040339" y="5660845"/>
            <a:ext cx="2087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2" name="شكل بيضاوي 161">
            <a:extLst>
              <a:ext uri="{FF2B5EF4-FFF2-40B4-BE49-F238E27FC236}">
                <a16:creationId xmlns:a16="http://schemas.microsoft.com/office/drawing/2014/main" id="{1CAD957F-43C7-44B0-81D9-A180F944FC53}"/>
              </a:ext>
            </a:extLst>
          </p:cNvPr>
          <p:cNvSpPr/>
          <p:nvPr/>
        </p:nvSpPr>
        <p:spPr>
          <a:xfrm>
            <a:off x="695155" y="5549000"/>
            <a:ext cx="240161" cy="23899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6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ب</a:t>
            </a:r>
            <a:endParaRPr lang="ar-SA" b="1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cxnSp>
        <p:nvCxnSpPr>
          <p:cNvPr id="165" name="رابط كسهم مستقيم 164">
            <a:extLst>
              <a:ext uri="{FF2B5EF4-FFF2-40B4-BE49-F238E27FC236}">
                <a16:creationId xmlns:a16="http://schemas.microsoft.com/office/drawing/2014/main" id="{73C1DAB1-9EA2-4AE0-89F4-B8F355431A2A}"/>
              </a:ext>
            </a:extLst>
          </p:cNvPr>
          <p:cNvCxnSpPr>
            <a:cxnSpLocks/>
          </p:cNvCxnSpPr>
          <p:nvPr/>
        </p:nvCxnSpPr>
        <p:spPr>
          <a:xfrm flipH="1" flipV="1">
            <a:off x="2810373" y="3165268"/>
            <a:ext cx="1" cy="2129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8" name="مخطط انسيابي: معالجة معرّفة مسبقاً 167">
            <a:extLst>
              <a:ext uri="{FF2B5EF4-FFF2-40B4-BE49-F238E27FC236}">
                <a16:creationId xmlns:a16="http://schemas.microsoft.com/office/drawing/2014/main" id="{85183E14-3326-4D5A-AAFB-15E4DB5FA226}"/>
              </a:ext>
            </a:extLst>
          </p:cNvPr>
          <p:cNvSpPr/>
          <p:nvPr/>
        </p:nvSpPr>
        <p:spPr>
          <a:xfrm>
            <a:off x="1336243" y="2621597"/>
            <a:ext cx="747910" cy="719847"/>
          </a:xfrm>
          <a:prstGeom prst="flowChartPredefinedProcess">
            <a:avLst/>
          </a:prstGeom>
          <a:solidFill>
            <a:schemeClr val="bg1"/>
          </a:solidFill>
          <a:ln w="9525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1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قسم الوثائق والتقارير الوظيفية</a:t>
            </a:r>
          </a:p>
        </p:txBody>
      </p:sp>
      <p:cxnSp>
        <p:nvCxnSpPr>
          <p:cNvPr id="169" name="رابط كسهم مستقيم 168">
            <a:extLst>
              <a:ext uri="{FF2B5EF4-FFF2-40B4-BE49-F238E27FC236}">
                <a16:creationId xmlns:a16="http://schemas.microsoft.com/office/drawing/2014/main" id="{7FEF0B0D-3356-411D-816E-BD9322CA99D6}"/>
              </a:ext>
            </a:extLst>
          </p:cNvPr>
          <p:cNvCxnSpPr>
            <a:cxnSpLocks/>
          </p:cNvCxnSpPr>
          <p:nvPr/>
        </p:nvCxnSpPr>
        <p:spPr>
          <a:xfrm flipH="1">
            <a:off x="2093394" y="2881540"/>
            <a:ext cx="2087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0" name="رابط كسهم مستقيم 169">
            <a:extLst>
              <a:ext uri="{FF2B5EF4-FFF2-40B4-BE49-F238E27FC236}">
                <a16:creationId xmlns:a16="http://schemas.microsoft.com/office/drawing/2014/main" id="{6B3A1D4A-E236-4067-864D-CB1DB37A7517}"/>
              </a:ext>
            </a:extLst>
          </p:cNvPr>
          <p:cNvCxnSpPr>
            <a:cxnSpLocks/>
          </p:cNvCxnSpPr>
          <p:nvPr/>
        </p:nvCxnSpPr>
        <p:spPr>
          <a:xfrm flipH="1">
            <a:off x="1128084" y="2881540"/>
            <a:ext cx="2087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1" name="مخطط انسيابي: محطة طرفية 170">
            <a:extLst>
              <a:ext uri="{FF2B5EF4-FFF2-40B4-BE49-F238E27FC236}">
                <a16:creationId xmlns:a16="http://schemas.microsoft.com/office/drawing/2014/main" id="{41D97046-D84F-4C21-8937-5B8641CF40A8}"/>
              </a:ext>
            </a:extLst>
          </p:cNvPr>
          <p:cNvSpPr/>
          <p:nvPr/>
        </p:nvSpPr>
        <p:spPr>
          <a:xfrm>
            <a:off x="597992" y="2864424"/>
            <a:ext cx="501805" cy="224439"/>
          </a:xfrm>
          <a:prstGeom prst="flowChartTerminator">
            <a:avLst/>
          </a:prstGeom>
          <a:solidFill>
            <a:schemeClr val="bg1">
              <a:lumMod val="95000"/>
            </a:schemeClr>
          </a:solidFill>
          <a:ln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05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النهاية</a:t>
            </a:r>
          </a:p>
        </p:txBody>
      </p:sp>
      <p:sp>
        <p:nvSpPr>
          <p:cNvPr id="173" name="شكل بيضاوي 172">
            <a:extLst>
              <a:ext uri="{FF2B5EF4-FFF2-40B4-BE49-F238E27FC236}">
                <a16:creationId xmlns:a16="http://schemas.microsoft.com/office/drawing/2014/main" id="{E759D120-5193-4EA9-863F-D69DF73B64A2}"/>
              </a:ext>
            </a:extLst>
          </p:cNvPr>
          <p:cNvSpPr/>
          <p:nvPr/>
        </p:nvSpPr>
        <p:spPr>
          <a:xfrm>
            <a:off x="722369" y="2496688"/>
            <a:ext cx="253050" cy="23899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6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أ</a:t>
            </a:r>
            <a:endParaRPr lang="ar-SA" b="1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cxnSp>
        <p:nvCxnSpPr>
          <p:cNvPr id="174" name="رابط كسهم مستقيم 173">
            <a:extLst>
              <a:ext uri="{FF2B5EF4-FFF2-40B4-BE49-F238E27FC236}">
                <a16:creationId xmlns:a16="http://schemas.microsoft.com/office/drawing/2014/main" id="{7FB5F14E-66CF-4F85-B405-12970A0F3289}"/>
              </a:ext>
            </a:extLst>
          </p:cNvPr>
          <p:cNvCxnSpPr>
            <a:cxnSpLocks/>
          </p:cNvCxnSpPr>
          <p:nvPr/>
        </p:nvCxnSpPr>
        <p:spPr>
          <a:xfrm flipH="1" flipV="1">
            <a:off x="851125" y="2735683"/>
            <a:ext cx="1" cy="117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6" name="رابط كسهم مستقيم 175">
            <a:extLst>
              <a:ext uri="{FF2B5EF4-FFF2-40B4-BE49-F238E27FC236}">
                <a16:creationId xmlns:a16="http://schemas.microsoft.com/office/drawing/2014/main" id="{CF6D251D-8ED4-482F-96C4-D95BA0F9E0D3}"/>
              </a:ext>
            </a:extLst>
          </p:cNvPr>
          <p:cNvCxnSpPr>
            <a:cxnSpLocks/>
          </p:cNvCxnSpPr>
          <p:nvPr/>
        </p:nvCxnSpPr>
        <p:spPr>
          <a:xfrm flipV="1">
            <a:off x="2810373" y="4188084"/>
            <a:ext cx="0" cy="1207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9" name="مستطيل 178">
            <a:extLst>
              <a:ext uri="{FF2B5EF4-FFF2-40B4-BE49-F238E27FC236}">
                <a16:creationId xmlns:a16="http://schemas.microsoft.com/office/drawing/2014/main" id="{81B45051-39D6-4256-A3C3-CE24319D9DFE}"/>
              </a:ext>
            </a:extLst>
          </p:cNvPr>
          <p:cNvSpPr/>
          <p:nvPr/>
        </p:nvSpPr>
        <p:spPr>
          <a:xfrm>
            <a:off x="507076" y="962204"/>
            <a:ext cx="11551007" cy="348889"/>
          </a:xfrm>
          <a:prstGeom prst="rect">
            <a:avLst/>
          </a:prstGeom>
          <a:solidFill>
            <a:schemeClr val="bg1"/>
          </a:solidFill>
          <a:ln w="19050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ar-SA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إجراء معالجة طلبات النقل و الإعارة من الوزارة ( للخارج )</a:t>
            </a:r>
          </a:p>
        </p:txBody>
      </p:sp>
      <p:cxnSp>
        <p:nvCxnSpPr>
          <p:cNvPr id="57" name="رابط كسهم مستقيم 56">
            <a:extLst>
              <a:ext uri="{FF2B5EF4-FFF2-40B4-BE49-F238E27FC236}">
                <a16:creationId xmlns:a16="http://schemas.microsoft.com/office/drawing/2014/main" id="{7FEF0B0D-3356-411D-816E-BD9322CA99D6}"/>
              </a:ext>
            </a:extLst>
          </p:cNvPr>
          <p:cNvCxnSpPr>
            <a:cxnSpLocks/>
          </p:cNvCxnSpPr>
          <p:nvPr/>
        </p:nvCxnSpPr>
        <p:spPr>
          <a:xfrm flipH="1">
            <a:off x="5235609" y="2992376"/>
            <a:ext cx="2087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مربع نص 58">
            <a:extLst>
              <a:ext uri="{FF2B5EF4-FFF2-40B4-BE49-F238E27FC236}">
                <a16:creationId xmlns:a16="http://schemas.microsoft.com/office/drawing/2014/main" id="{79DACE75-3F1B-4BA7-858C-83597E8F8F72}"/>
              </a:ext>
            </a:extLst>
          </p:cNvPr>
          <p:cNvSpPr txBox="1"/>
          <p:nvPr/>
        </p:nvSpPr>
        <p:spPr>
          <a:xfrm>
            <a:off x="9023815" y="3351626"/>
            <a:ext cx="372218" cy="276999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ar-SA" sz="12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نعم </a:t>
            </a:r>
          </a:p>
        </p:txBody>
      </p:sp>
      <p:cxnSp>
        <p:nvCxnSpPr>
          <p:cNvPr id="60" name="رابط كسهم مستقيم 59">
            <a:extLst>
              <a:ext uri="{FF2B5EF4-FFF2-40B4-BE49-F238E27FC236}">
                <a16:creationId xmlns:a16="http://schemas.microsoft.com/office/drawing/2014/main" id="{A20FAF09-8BC2-4EB0-AD2F-B5A632752846}"/>
              </a:ext>
            </a:extLst>
          </p:cNvPr>
          <p:cNvCxnSpPr>
            <a:stCxn id="91" idx="1"/>
          </p:cNvCxnSpPr>
          <p:nvPr/>
        </p:nvCxnSpPr>
        <p:spPr>
          <a:xfrm flipH="1">
            <a:off x="8057251" y="3053805"/>
            <a:ext cx="1633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مربع نص 63">
            <a:extLst>
              <a:ext uri="{FF2B5EF4-FFF2-40B4-BE49-F238E27FC236}">
                <a16:creationId xmlns:a16="http://schemas.microsoft.com/office/drawing/2014/main" id="{79D82540-88CD-44BA-A8DE-C77B17F3B3E9}"/>
              </a:ext>
            </a:extLst>
          </p:cNvPr>
          <p:cNvSpPr txBox="1"/>
          <p:nvPr/>
        </p:nvSpPr>
        <p:spPr>
          <a:xfrm>
            <a:off x="7820893" y="2929514"/>
            <a:ext cx="284052" cy="276999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ar-SA" sz="12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لا </a:t>
            </a:r>
          </a:p>
        </p:txBody>
      </p:sp>
      <p:cxnSp>
        <p:nvCxnSpPr>
          <p:cNvPr id="66" name="رابط مستقيم 65">
            <a:extLst>
              <a:ext uri="{FF2B5EF4-FFF2-40B4-BE49-F238E27FC236}">
                <a16:creationId xmlns:a16="http://schemas.microsoft.com/office/drawing/2014/main" id="{E8E5ECB6-3B3E-41DF-B5AB-AB104A550EE9}"/>
              </a:ext>
            </a:extLst>
          </p:cNvPr>
          <p:cNvCxnSpPr>
            <a:cxnSpLocks/>
          </p:cNvCxnSpPr>
          <p:nvPr/>
        </p:nvCxnSpPr>
        <p:spPr>
          <a:xfrm flipH="1" flipV="1">
            <a:off x="1883290" y="3935984"/>
            <a:ext cx="374256" cy="1"/>
          </a:xfrm>
          <a:prstGeom prst="line">
            <a:avLst/>
          </a:prstGeom>
          <a:ln>
            <a:solidFill>
              <a:srgbClr val="0858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مربع نص 66">
            <a:extLst>
              <a:ext uri="{FF2B5EF4-FFF2-40B4-BE49-F238E27FC236}">
                <a16:creationId xmlns:a16="http://schemas.microsoft.com/office/drawing/2014/main" id="{33AE71B5-A172-4A16-AD40-2D0FB0CEA4A3}"/>
              </a:ext>
            </a:extLst>
          </p:cNvPr>
          <p:cNvSpPr txBox="1"/>
          <p:nvPr/>
        </p:nvSpPr>
        <p:spPr>
          <a:xfrm>
            <a:off x="1626498" y="3796068"/>
            <a:ext cx="284052" cy="276999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ar-SA" sz="12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لا </a:t>
            </a:r>
          </a:p>
        </p:txBody>
      </p:sp>
      <p:cxnSp>
        <p:nvCxnSpPr>
          <p:cNvPr id="68" name="رابط كسهم مستقيم 67">
            <a:extLst>
              <a:ext uri="{FF2B5EF4-FFF2-40B4-BE49-F238E27FC236}">
                <a16:creationId xmlns:a16="http://schemas.microsoft.com/office/drawing/2014/main" id="{86661DD3-0D2D-41D3-98D6-B35C0F54F757}"/>
              </a:ext>
            </a:extLst>
          </p:cNvPr>
          <p:cNvCxnSpPr>
            <a:cxnSpLocks/>
          </p:cNvCxnSpPr>
          <p:nvPr/>
        </p:nvCxnSpPr>
        <p:spPr>
          <a:xfrm flipH="1">
            <a:off x="1400559" y="3934567"/>
            <a:ext cx="2087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شكل بيضاوي 68">
            <a:extLst>
              <a:ext uri="{FF2B5EF4-FFF2-40B4-BE49-F238E27FC236}">
                <a16:creationId xmlns:a16="http://schemas.microsoft.com/office/drawing/2014/main" id="{1CAD957F-43C7-44B0-81D9-A180F944FC53}"/>
              </a:ext>
            </a:extLst>
          </p:cNvPr>
          <p:cNvSpPr/>
          <p:nvPr/>
        </p:nvSpPr>
        <p:spPr>
          <a:xfrm>
            <a:off x="1055375" y="3806096"/>
            <a:ext cx="240161" cy="23899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6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أ</a:t>
            </a:r>
            <a:endParaRPr lang="ar-SA" b="1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cxnSp>
        <p:nvCxnSpPr>
          <p:cNvPr id="63" name="رابط مستقيم 62">
            <a:extLst>
              <a:ext uri="{FF2B5EF4-FFF2-40B4-BE49-F238E27FC236}">
                <a16:creationId xmlns:a16="http://schemas.microsoft.com/office/drawing/2014/main" id="{1FE7F34E-A4FA-4364-9F48-81176E3EC535}"/>
              </a:ext>
            </a:extLst>
          </p:cNvPr>
          <p:cNvCxnSpPr>
            <a:cxnSpLocks/>
          </p:cNvCxnSpPr>
          <p:nvPr/>
        </p:nvCxnSpPr>
        <p:spPr>
          <a:xfrm flipH="1" flipV="1">
            <a:off x="5182344" y="4275540"/>
            <a:ext cx="709349" cy="1"/>
          </a:xfrm>
          <a:prstGeom prst="line">
            <a:avLst/>
          </a:prstGeom>
          <a:ln>
            <a:solidFill>
              <a:srgbClr val="0858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مستطيل 64">
            <a:extLst>
              <a:ext uri="{FF2B5EF4-FFF2-40B4-BE49-F238E27FC236}">
                <a16:creationId xmlns:a16="http://schemas.microsoft.com/office/drawing/2014/main" id="{E7A24527-45C2-4FDC-9C34-884218CD889C}"/>
              </a:ext>
            </a:extLst>
          </p:cNvPr>
          <p:cNvSpPr/>
          <p:nvPr/>
        </p:nvSpPr>
        <p:spPr>
          <a:xfrm>
            <a:off x="4015855" y="3964885"/>
            <a:ext cx="1143922" cy="623638"/>
          </a:xfrm>
          <a:prstGeom prst="rect">
            <a:avLst/>
          </a:prstGeom>
          <a:solidFill>
            <a:schemeClr val="bg1"/>
          </a:solidFill>
          <a:ln w="3175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0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في حال اذا كان الطلب نقل اعداد خطاب موافقة على نقله للجهة الخارجية</a:t>
            </a:r>
          </a:p>
        </p:txBody>
      </p:sp>
    </p:spTree>
    <p:extLst>
      <p:ext uri="{BB962C8B-B14F-4D97-AF65-F5344CB8AC3E}">
        <p14:creationId xmlns:p14="http://schemas.microsoft.com/office/powerpoint/2010/main" val="2128048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صورة 72">
            <a:extLst>
              <a:ext uri="{FF2B5EF4-FFF2-40B4-BE49-F238E27FC236}">
                <a16:creationId xmlns:a16="http://schemas.microsoft.com/office/drawing/2014/main" id="{DE0D8ED6-7E57-49D6-9DC2-A17D8B91C5E3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23"/>
          <a:stretch/>
        </p:blipFill>
        <p:spPr bwMode="auto">
          <a:xfrm>
            <a:off x="10075026" y="195881"/>
            <a:ext cx="2011680" cy="52732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aphicFrame>
        <p:nvGraphicFramePr>
          <p:cNvPr id="2" name="جدول 1">
            <a:extLst>
              <a:ext uri="{FF2B5EF4-FFF2-40B4-BE49-F238E27FC236}">
                <a16:creationId xmlns:a16="http://schemas.microsoft.com/office/drawing/2014/main" id="{643ADDE2-4E36-4769-89E7-D314DBC403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4211608"/>
              </p:ext>
            </p:extLst>
          </p:nvPr>
        </p:nvGraphicFramePr>
        <p:xfrm>
          <a:off x="10419303" y="1300687"/>
          <a:ext cx="1638780" cy="4670608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638780">
                  <a:extLst>
                    <a:ext uri="{9D8B030D-6E8A-4147-A177-3AD203B41FA5}">
                      <a16:colId xmlns:a16="http://schemas.microsoft.com/office/drawing/2014/main" val="1932940555"/>
                    </a:ext>
                  </a:extLst>
                </a:gridCol>
              </a:tblGrid>
              <a:tr h="1167652">
                <a:tc>
                  <a:txBody>
                    <a:bodyPr/>
                    <a:lstStyle/>
                    <a:p>
                      <a:pPr algn="ctr" rtl="1"/>
                      <a:r>
                        <a:rPr lang="ar-SA" dirty="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صاحب الصلاحية في الوحدة الإدارية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4283849"/>
                  </a:ext>
                </a:extLst>
              </a:tr>
              <a:tr h="1167652">
                <a:tc>
                  <a:txBody>
                    <a:bodyPr/>
                    <a:lstStyle/>
                    <a:p>
                      <a:pPr algn="ctr" rtl="1"/>
                      <a:r>
                        <a:rPr lang="ar-SA" sz="1800" b="1" kern="1200" dirty="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اخصائي إدارة خدمات الموارد البشرية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156785"/>
                  </a:ext>
                </a:extLst>
              </a:tr>
              <a:tr h="1167652">
                <a:tc>
                  <a:txBody>
                    <a:bodyPr/>
                    <a:lstStyle/>
                    <a:p>
                      <a:pPr algn="ctr" rtl="1"/>
                      <a:r>
                        <a:rPr lang="ar-SA" sz="1800" b="1" kern="1200" dirty="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صاحب الصلاحية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3404326"/>
                  </a:ext>
                </a:extLst>
              </a:tr>
              <a:tr h="1167652">
                <a:tc>
                  <a:txBody>
                    <a:bodyPr/>
                    <a:lstStyle/>
                    <a:p>
                      <a:pPr algn="ctr" rtl="1"/>
                      <a:r>
                        <a:rPr lang="ar-SA" b="1" dirty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مدير إدارة خدمات الموارد البشرية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4823064"/>
                  </a:ext>
                </a:extLst>
              </a:tr>
            </a:tbl>
          </a:graphicData>
        </a:graphic>
      </p:graphicFrame>
      <p:graphicFrame>
        <p:nvGraphicFramePr>
          <p:cNvPr id="4" name="جدول 3">
            <a:extLst>
              <a:ext uri="{FF2B5EF4-FFF2-40B4-BE49-F238E27FC236}">
                <a16:creationId xmlns:a16="http://schemas.microsoft.com/office/drawing/2014/main" id="{5AE9234E-277B-4BAF-984F-5BEA261720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8285145"/>
              </p:ext>
            </p:extLst>
          </p:nvPr>
        </p:nvGraphicFramePr>
        <p:xfrm>
          <a:off x="507076" y="1300687"/>
          <a:ext cx="9857826" cy="4670608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9857826">
                  <a:extLst>
                    <a:ext uri="{9D8B030D-6E8A-4147-A177-3AD203B41FA5}">
                      <a16:colId xmlns:a16="http://schemas.microsoft.com/office/drawing/2014/main" val="87815262"/>
                    </a:ext>
                  </a:extLst>
                </a:gridCol>
              </a:tblGrid>
              <a:tr h="1167652">
                <a:tc>
                  <a:txBody>
                    <a:bodyPr/>
                    <a:lstStyle/>
                    <a:p>
                      <a:pPr algn="r" rtl="1"/>
                      <a:endParaRPr lang="ar-SA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2154497"/>
                  </a:ext>
                </a:extLst>
              </a:tr>
              <a:tr h="1167652">
                <a:tc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025413"/>
                  </a:ext>
                </a:extLst>
              </a:tr>
              <a:tr h="1167652">
                <a:tc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7533070"/>
                  </a:ext>
                </a:extLst>
              </a:tr>
              <a:tr h="1167652">
                <a:tc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9690409"/>
                  </a:ext>
                </a:extLst>
              </a:tr>
            </a:tbl>
          </a:graphicData>
        </a:graphic>
      </p:graphicFrame>
      <p:sp>
        <p:nvSpPr>
          <p:cNvPr id="24" name="مستطيل: زوايا مستديرة 23">
            <a:extLst>
              <a:ext uri="{FF2B5EF4-FFF2-40B4-BE49-F238E27FC236}">
                <a16:creationId xmlns:a16="http://schemas.microsoft.com/office/drawing/2014/main" id="{E058F48D-4CB0-4326-B75E-430BD3BAA147}"/>
              </a:ext>
            </a:extLst>
          </p:cNvPr>
          <p:cNvSpPr/>
          <p:nvPr/>
        </p:nvSpPr>
        <p:spPr>
          <a:xfrm>
            <a:off x="9486672" y="1436714"/>
            <a:ext cx="689956" cy="266007"/>
          </a:xfrm>
          <a:prstGeom prst="roundRect">
            <a:avLst/>
          </a:prstGeom>
          <a:solidFill>
            <a:srgbClr val="08585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4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البداية </a:t>
            </a:r>
          </a:p>
        </p:txBody>
      </p:sp>
      <p:cxnSp>
        <p:nvCxnSpPr>
          <p:cNvPr id="30" name="رابط كسهم مستقيم 29">
            <a:extLst>
              <a:ext uri="{FF2B5EF4-FFF2-40B4-BE49-F238E27FC236}">
                <a16:creationId xmlns:a16="http://schemas.microsoft.com/office/drawing/2014/main" id="{A20FAF09-8BC2-4EB0-AD2F-B5A632752846}"/>
              </a:ext>
            </a:extLst>
          </p:cNvPr>
          <p:cNvCxnSpPr/>
          <p:nvPr/>
        </p:nvCxnSpPr>
        <p:spPr>
          <a:xfrm flipH="1">
            <a:off x="8697884" y="1569717"/>
            <a:ext cx="6899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مستطيل 30">
            <a:extLst>
              <a:ext uri="{FF2B5EF4-FFF2-40B4-BE49-F238E27FC236}">
                <a16:creationId xmlns:a16="http://schemas.microsoft.com/office/drawing/2014/main" id="{16CA36C6-9C37-4C38-8686-C2216ADC91B0}"/>
              </a:ext>
            </a:extLst>
          </p:cNvPr>
          <p:cNvSpPr/>
          <p:nvPr/>
        </p:nvSpPr>
        <p:spPr>
          <a:xfrm>
            <a:off x="6400801" y="1823255"/>
            <a:ext cx="2642062" cy="565256"/>
          </a:xfrm>
          <a:prstGeom prst="rect">
            <a:avLst/>
          </a:prstGeom>
          <a:solidFill>
            <a:schemeClr val="bg1"/>
          </a:solidFill>
          <a:ln w="12700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ar-SA" sz="14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استقبال خطاب من الوكالات والإدارة بالوزارة بطلب اعارة او نقل الموظف من خارج الوزارة</a:t>
            </a:r>
          </a:p>
        </p:txBody>
      </p:sp>
      <p:sp>
        <p:nvSpPr>
          <p:cNvPr id="32" name="مخطط انسيابي: محطة طرفية 31">
            <a:extLst>
              <a:ext uri="{FF2B5EF4-FFF2-40B4-BE49-F238E27FC236}">
                <a16:creationId xmlns:a16="http://schemas.microsoft.com/office/drawing/2014/main" id="{D5FAC3E2-AE0D-40AB-9E38-E1EA6C834087}"/>
              </a:ext>
            </a:extLst>
          </p:cNvPr>
          <p:cNvSpPr/>
          <p:nvPr/>
        </p:nvSpPr>
        <p:spPr>
          <a:xfrm>
            <a:off x="6967457" y="1436714"/>
            <a:ext cx="1654232" cy="224439"/>
          </a:xfrm>
          <a:prstGeom prst="flowChartTerminator">
            <a:avLst/>
          </a:prstGeom>
          <a:solidFill>
            <a:schemeClr val="bg1">
              <a:lumMod val="95000"/>
            </a:schemeClr>
          </a:solidFill>
          <a:ln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0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خطاب نقل / اعارة من الوزارة </a:t>
            </a:r>
          </a:p>
        </p:txBody>
      </p:sp>
      <p:cxnSp>
        <p:nvCxnSpPr>
          <p:cNvPr id="45" name="رابط كسهم مستقيم 44">
            <a:extLst>
              <a:ext uri="{FF2B5EF4-FFF2-40B4-BE49-F238E27FC236}">
                <a16:creationId xmlns:a16="http://schemas.microsoft.com/office/drawing/2014/main" id="{17B78AF1-6A28-4EDA-8DAA-5ECFD8F377B1}"/>
              </a:ext>
            </a:extLst>
          </p:cNvPr>
          <p:cNvCxnSpPr/>
          <p:nvPr/>
        </p:nvCxnSpPr>
        <p:spPr>
          <a:xfrm>
            <a:off x="8972204" y="2380198"/>
            <a:ext cx="0" cy="3283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رابط مستقيم 48">
            <a:extLst>
              <a:ext uri="{FF2B5EF4-FFF2-40B4-BE49-F238E27FC236}">
                <a16:creationId xmlns:a16="http://schemas.microsoft.com/office/drawing/2014/main" id="{696B951D-A772-432B-BA55-FF86D0F154DF}"/>
              </a:ext>
            </a:extLst>
          </p:cNvPr>
          <p:cNvCxnSpPr/>
          <p:nvPr/>
        </p:nvCxnSpPr>
        <p:spPr>
          <a:xfrm>
            <a:off x="7777942" y="1673846"/>
            <a:ext cx="0" cy="153789"/>
          </a:xfrm>
          <a:prstGeom prst="line">
            <a:avLst/>
          </a:prstGeom>
          <a:ln>
            <a:solidFill>
              <a:srgbClr val="0858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مستطيل 90">
            <a:extLst>
              <a:ext uri="{FF2B5EF4-FFF2-40B4-BE49-F238E27FC236}">
                <a16:creationId xmlns:a16="http://schemas.microsoft.com/office/drawing/2014/main" id="{236CE947-1401-4798-BE9A-3342031D4CA0}"/>
              </a:ext>
            </a:extLst>
          </p:cNvPr>
          <p:cNvSpPr/>
          <p:nvPr/>
        </p:nvSpPr>
        <p:spPr>
          <a:xfrm>
            <a:off x="8098212" y="2754309"/>
            <a:ext cx="1802474" cy="565256"/>
          </a:xfrm>
          <a:prstGeom prst="rect">
            <a:avLst/>
          </a:prstGeom>
          <a:solidFill>
            <a:schemeClr val="bg1"/>
          </a:solidFill>
          <a:ln w="12700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ar-SA" sz="14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دراسة خطاب الإعارة والنقل من قبل تخطيط القوى العاملة </a:t>
            </a:r>
          </a:p>
        </p:txBody>
      </p:sp>
      <p:cxnSp>
        <p:nvCxnSpPr>
          <p:cNvPr id="92" name="رابط كسهم مستقيم 91">
            <a:extLst>
              <a:ext uri="{FF2B5EF4-FFF2-40B4-BE49-F238E27FC236}">
                <a16:creationId xmlns:a16="http://schemas.microsoft.com/office/drawing/2014/main" id="{9846AF49-6CB4-4BCC-A8A3-C61B8AE1E549}"/>
              </a:ext>
            </a:extLst>
          </p:cNvPr>
          <p:cNvCxnSpPr>
            <a:cxnSpLocks/>
          </p:cNvCxnSpPr>
          <p:nvPr/>
        </p:nvCxnSpPr>
        <p:spPr>
          <a:xfrm>
            <a:off x="8999913" y="3346572"/>
            <a:ext cx="0" cy="5756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" name="مستطيل 93">
            <a:extLst>
              <a:ext uri="{FF2B5EF4-FFF2-40B4-BE49-F238E27FC236}">
                <a16:creationId xmlns:a16="http://schemas.microsoft.com/office/drawing/2014/main" id="{5AFA645A-CAB2-41AE-817B-56AC3FC34F4F}"/>
              </a:ext>
            </a:extLst>
          </p:cNvPr>
          <p:cNvSpPr/>
          <p:nvPr/>
        </p:nvSpPr>
        <p:spPr>
          <a:xfrm>
            <a:off x="8216100" y="3965855"/>
            <a:ext cx="1946087" cy="565256"/>
          </a:xfrm>
          <a:prstGeom prst="rect">
            <a:avLst/>
          </a:prstGeom>
          <a:solidFill>
            <a:schemeClr val="bg1"/>
          </a:solidFill>
          <a:ln w="12700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ar-SA" sz="14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أرسال خطاب لجهة الموظف بأخذ الموافقة</a:t>
            </a:r>
          </a:p>
        </p:txBody>
      </p:sp>
      <p:sp>
        <p:nvSpPr>
          <p:cNvPr id="51" name="معين 50">
            <a:extLst>
              <a:ext uri="{FF2B5EF4-FFF2-40B4-BE49-F238E27FC236}">
                <a16:creationId xmlns:a16="http://schemas.microsoft.com/office/drawing/2014/main" id="{19E360BB-82A4-4EFB-9DDD-1ECD221FA01B}"/>
              </a:ext>
            </a:extLst>
          </p:cNvPr>
          <p:cNvSpPr/>
          <p:nvPr/>
        </p:nvSpPr>
        <p:spPr>
          <a:xfrm>
            <a:off x="6979346" y="4057328"/>
            <a:ext cx="1077905" cy="450955"/>
          </a:xfrm>
          <a:prstGeom prst="diamond">
            <a:avLst/>
          </a:prstGeom>
          <a:solidFill>
            <a:schemeClr val="bg1"/>
          </a:solidFill>
          <a:ln w="6350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9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هل تم الموافقة ؟</a:t>
            </a:r>
          </a:p>
        </p:txBody>
      </p:sp>
      <p:cxnSp>
        <p:nvCxnSpPr>
          <p:cNvPr id="53" name="رابط مستقيم 52">
            <a:extLst>
              <a:ext uri="{FF2B5EF4-FFF2-40B4-BE49-F238E27FC236}">
                <a16:creationId xmlns:a16="http://schemas.microsoft.com/office/drawing/2014/main" id="{1FE7F34E-A4FA-4364-9F48-81176E3EC535}"/>
              </a:ext>
            </a:extLst>
          </p:cNvPr>
          <p:cNvCxnSpPr>
            <a:cxnSpLocks/>
          </p:cNvCxnSpPr>
          <p:nvPr/>
        </p:nvCxnSpPr>
        <p:spPr>
          <a:xfrm flipH="1" flipV="1">
            <a:off x="6262377" y="4283161"/>
            <a:ext cx="709349" cy="1"/>
          </a:xfrm>
          <a:prstGeom prst="line">
            <a:avLst/>
          </a:prstGeom>
          <a:ln>
            <a:solidFill>
              <a:srgbClr val="0858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مربع نص 53">
            <a:extLst>
              <a:ext uri="{FF2B5EF4-FFF2-40B4-BE49-F238E27FC236}">
                <a16:creationId xmlns:a16="http://schemas.microsoft.com/office/drawing/2014/main" id="{1C0EF4D9-FF71-44EF-8401-D3AA0E2A2FE0}"/>
              </a:ext>
            </a:extLst>
          </p:cNvPr>
          <p:cNvSpPr txBox="1"/>
          <p:nvPr/>
        </p:nvSpPr>
        <p:spPr>
          <a:xfrm>
            <a:off x="5855294" y="4137041"/>
            <a:ext cx="372218" cy="276999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ar-SA" sz="12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نعم </a:t>
            </a:r>
          </a:p>
        </p:txBody>
      </p:sp>
      <p:sp>
        <p:nvSpPr>
          <p:cNvPr id="108" name="مربع نص 107">
            <a:extLst>
              <a:ext uri="{FF2B5EF4-FFF2-40B4-BE49-F238E27FC236}">
                <a16:creationId xmlns:a16="http://schemas.microsoft.com/office/drawing/2014/main" id="{79D82540-88CD-44BA-A8DE-C77B17F3B3E9}"/>
              </a:ext>
            </a:extLst>
          </p:cNvPr>
          <p:cNvSpPr txBox="1"/>
          <p:nvPr/>
        </p:nvSpPr>
        <p:spPr>
          <a:xfrm>
            <a:off x="7376272" y="3763011"/>
            <a:ext cx="284052" cy="276999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ar-SA" sz="12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لا </a:t>
            </a:r>
          </a:p>
        </p:txBody>
      </p:sp>
      <p:cxnSp>
        <p:nvCxnSpPr>
          <p:cNvPr id="115" name="رابط مستقيم 114">
            <a:extLst>
              <a:ext uri="{FF2B5EF4-FFF2-40B4-BE49-F238E27FC236}">
                <a16:creationId xmlns:a16="http://schemas.microsoft.com/office/drawing/2014/main" id="{60822EDA-F755-4BDD-B592-695526CD6811}"/>
              </a:ext>
            </a:extLst>
          </p:cNvPr>
          <p:cNvCxnSpPr>
            <a:cxnSpLocks/>
          </p:cNvCxnSpPr>
          <p:nvPr/>
        </p:nvCxnSpPr>
        <p:spPr>
          <a:xfrm flipV="1">
            <a:off x="7520969" y="3962969"/>
            <a:ext cx="0" cy="7704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مستطيل 121">
            <a:extLst>
              <a:ext uri="{FF2B5EF4-FFF2-40B4-BE49-F238E27FC236}">
                <a16:creationId xmlns:a16="http://schemas.microsoft.com/office/drawing/2014/main" id="{75F5BE42-A811-48C4-9525-E95DE1C9556C}"/>
              </a:ext>
            </a:extLst>
          </p:cNvPr>
          <p:cNvSpPr/>
          <p:nvPr/>
        </p:nvSpPr>
        <p:spPr>
          <a:xfrm>
            <a:off x="6759670" y="2862690"/>
            <a:ext cx="1072337" cy="507537"/>
          </a:xfrm>
          <a:prstGeom prst="rect">
            <a:avLst/>
          </a:prstGeom>
          <a:solidFill>
            <a:schemeClr val="bg1"/>
          </a:solidFill>
          <a:ln w="3175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ar-SA" sz="10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 ابلاغ المعنيين بالتعذر عن طلب نقل / اعارة</a:t>
            </a:r>
          </a:p>
        </p:txBody>
      </p:sp>
      <p:cxnSp>
        <p:nvCxnSpPr>
          <p:cNvPr id="123" name="رابط كسهم مستقيم 122">
            <a:extLst>
              <a:ext uri="{FF2B5EF4-FFF2-40B4-BE49-F238E27FC236}">
                <a16:creationId xmlns:a16="http://schemas.microsoft.com/office/drawing/2014/main" id="{B3687939-9A20-45F4-AEAA-3204B197699C}"/>
              </a:ext>
            </a:extLst>
          </p:cNvPr>
          <p:cNvCxnSpPr>
            <a:cxnSpLocks/>
          </p:cNvCxnSpPr>
          <p:nvPr/>
        </p:nvCxnSpPr>
        <p:spPr>
          <a:xfrm flipV="1">
            <a:off x="7518298" y="3429000"/>
            <a:ext cx="0" cy="3340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4" name="مستطيل 123">
            <a:extLst>
              <a:ext uri="{FF2B5EF4-FFF2-40B4-BE49-F238E27FC236}">
                <a16:creationId xmlns:a16="http://schemas.microsoft.com/office/drawing/2014/main" id="{E7A24527-45C2-4FDC-9C34-884218CD889C}"/>
              </a:ext>
            </a:extLst>
          </p:cNvPr>
          <p:cNvSpPr/>
          <p:nvPr/>
        </p:nvSpPr>
        <p:spPr>
          <a:xfrm>
            <a:off x="5441791" y="2862690"/>
            <a:ext cx="1143922" cy="507537"/>
          </a:xfrm>
          <a:prstGeom prst="rect">
            <a:avLst/>
          </a:prstGeom>
          <a:solidFill>
            <a:schemeClr val="bg1"/>
          </a:solidFill>
          <a:ln w="3175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ar-SA" sz="10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الاتفاق مع الجهة الخارجية على بنود النقل / الإعارة من الوزارة </a:t>
            </a:r>
          </a:p>
        </p:txBody>
      </p:sp>
      <p:cxnSp>
        <p:nvCxnSpPr>
          <p:cNvPr id="125" name="رابط مستقيم 124">
            <a:extLst>
              <a:ext uri="{FF2B5EF4-FFF2-40B4-BE49-F238E27FC236}">
                <a16:creationId xmlns:a16="http://schemas.microsoft.com/office/drawing/2014/main" id="{E79B71C1-1567-4671-9E28-6A7D5747EC7C}"/>
              </a:ext>
            </a:extLst>
          </p:cNvPr>
          <p:cNvCxnSpPr>
            <a:cxnSpLocks/>
            <a:stCxn id="51" idx="3"/>
          </p:cNvCxnSpPr>
          <p:nvPr/>
        </p:nvCxnSpPr>
        <p:spPr>
          <a:xfrm flipV="1">
            <a:off x="8057251" y="4281746"/>
            <a:ext cx="158849" cy="1060"/>
          </a:xfrm>
          <a:prstGeom prst="line">
            <a:avLst/>
          </a:prstGeom>
          <a:ln>
            <a:solidFill>
              <a:srgbClr val="0858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رابط كسهم مستقيم 125">
            <a:extLst>
              <a:ext uri="{FF2B5EF4-FFF2-40B4-BE49-F238E27FC236}">
                <a16:creationId xmlns:a16="http://schemas.microsoft.com/office/drawing/2014/main" id="{4C67AFFB-CDD8-4801-BA7C-9F8B16594CEE}"/>
              </a:ext>
            </a:extLst>
          </p:cNvPr>
          <p:cNvCxnSpPr>
            <a:cxnSpLocks/>
          </p:cNvCxnSpPr>
          <p:nvPr/>
        </p:nvCxnSpPr>
        <p:spPr>
          <a:xfrm flipV="1">
            <a:off x="6066448" y="3429000"/>
            <a:ext cx="0" cy="7076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0" name="مستطيل 129">
            <a:extLst>
              <a:ext uri="{FF2B5EF4-FFF2-40B4-BE49-F238E27FC236}">
                <a16:creationId xmlns:a16="http://schemas.microsoft.com/office/drawing/2014/main" id="{9AC4A9E9-AA45-4B07-A368-20B1FD72C561}"/>
              </a:ext>
            </a:extLst>
          </p:cNvPr>
          <p:cNvSpPr/>
          <p:nvPr/>
        </p:nvSpPr>
        <p:spPr>
          <a:xfrm>
            <a:off x="4091687" y="2828061"/>
            <a:ext cx="1143922" cy="345200"/>
          </a:xfrm>
          <a:prstGeom prst="rect">
            <a:avLst/>
          </a:prstGeom>
          <a:solidFill>
            <a:schemeClr val="bg1"/>
          </a:solidFill>
          <a:ln w="3175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ar-SA" sz="10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اعداد قرار اداري بالنقل / الإعارة الى الوزارة </a:t>
            </a:r>
          </a:p>
        </p:txBody>
      </p:sp>
      <p:sp>
        <p:nvSpPr>
          <p:cNvPr id="131" name="مخطط انسيابي: محطة طرفية 130">
            <a:extLst>
              <a:ext uri="{FF2B5EF4-FFF2-40B4-BE49-F238E27FC236}">
                <a16:creationId xmlns:a16="http://schemas.microsoft.com/office/drawing/2014/main" id="{5B0E304E-9042-49DD-A846-26755AE9C00A}"/>
              </a:ext>
            </a:extLst>
          </p:cNvPr>
          <p:cNvSpPr/>
          <p:nvPr/>
        </p:nvSpPr>
        <p:spPr>
          <a:xfrm>
            <a:off x="4033032" y="3346572"/>
            <a:ext cx="1260333" cy="224439"/>
          </a:xfrm>
          <a:prstGeom prst="flowChartTerminator">
            <a:avLst/>
          </a:prstGeom>
          <a:solidFill>
            <a:schemeClr val="bg1">
              <a:lumMod val="95000"/>
            </a:schemeClr>
          </a:solidFill>
          <a:ln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0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قرار نقل / اعارة الى الوزارة </a:t>
            </a:r>
          </a:p>
        </p:txBody>
      </p:sp>
      <p:cxnSp>
        <p:nvCxnSpPr>
          <p:cNvPr id="132" name="رابط كسهم مستقيم 131">
            <a:extLst>
              <a:ext uri="{FF2B5EF4-FFF2-40B4-BE49-F238E27FC236}">
                <a16:creationId xmlns:a16="http://schemas.microsoft.com/office/drawing/2014/main" id="{AD9BB056-DAFD-422C-B361-ED613D454529}"/>
              </a:ext>
            </a:extLst>
          </p:cNvPr>
          <p:cNvCxnSpPr>
            <a:cxnSpLocks/>
          </p:cNvCxnSpPr>
          <p:nvPr/>
        </p:nvCxnSpPr>
        <p:spPr>
          <a:xfrm>
            <a:off x="4663647" y="3179058"/>
            <a:ext cx="0" cy="1641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رابط مستقيم 94">
            <a:extLst>
              <a:ext uri="{FF2B5EF4-FFF2-40B4-BE49-F238E27FC236}">
                <a16:creationId xmlns:a16="http://schemas.microsoft.com/office/drawing/2014/main" id="{B2F45F76-C929-45D5-9F91-5DFCFEF32715}"/>
              </a:ext>
            </a:extLst>
          </p:cNvPr>
          <p:cNvCxnSpPr/>
          <p:nvPr/>
        </p:nvCxnSpPr>
        <p:spPr>
          <a:xfrm flipH="1">
            <a:off x="3724550" y="2916506"/>
            <a:ext cx="3671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رابط كسهم مستقيم 96">
            <a:extLst>
              <a:ext uri="{FF2B5EF4-FFF2-40B4-BE49-F238E27FC236}">
                <a16:creationId xmlns:a16="http://schemas.microsoft.com/office/drawing/2014/main" id="{FE8D6191-E59B-4707-B700-A38812182464}"/>
              </a:ext>
            </a:extLst>
          </p:cNvPr>
          <p:cNvCxnSpPr/>
          <p:nvPr/>
        </p:nvCxnSpPr>
        <p:spPr>
          <a:xfrm>
            <a:off x="3726483" y="2917946"/>
            <a:ext cx="0" cy="23026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مستطيل 132">
            <a:extLst>
              <a:ext uri="{FF2B5EF4-FFF2-40B4-BE49-F238E27FC236}">
                <a16:creationId xmlns:a16="http://schemas.microsoft.com/office/drawing/2014/main" id="{FD1C597B-816D-4D3F-AA7D-871B2D9F6671}"/>
              </a:ext>
            </a:extLst>
          </p:cNvPr>
          <p:cNvSpPr/>
          <p:nvPr/>
        </p:nvSpPr>
        <p:spPr>
          <a:xfrm>
            <a:off x="3192896" y="5308870"/>
            <a:ext cx="1062411" cy="507537"/>
          </a:xfrm>
          <a:prstGeom prst="rect">
            <a:avLst/>
          </a:prstGeom>
          <a:solidFill>
            <a:schemeClr val="bg1"/>
          </a:solidFill>
          <a:ln w="3175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ar-SA" sz="10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مراجعة قرار النقل / الإعارة الى الوزارة </a:t>
            </a:r>
          </a:p>
        </p:txBody>
      </p:sp>
      <p:sp>
        <p:nvSpPr>
          <p:cNvPr id="135" name="شكل بيضاوي 134">
            <a:extLst>
              <a:ext uri="{FF2B5EF4-FFF2-40B4-BE49-F238E27FC236}">
                <a16:creationId xmlns:a16="http://schemas.microsoft.com/office/drawing/2014/main" id="{BC58EEE3-566B-4ABD-92D3-27BB8B402530}"/>
              </a:ext>
            </a:extLst>
          </p:cNvPr>
          <p:cNvSpPr/>
          <p:nvPr/>
        </p:nvSpPr>
        <p:spPr>
          <a:xfrm>
            <a:off x="7175757" y="2589066"/>
            <a:ext cx="240161" cy="23899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6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أ</a:t>
            </a:r>
            <a:endParaRPr lang="ar-SA" b="1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36" name="شكل بيضاوي 135">
            <a:extLst>
              <a:ext uri="{FF2B5EF4-FFF2-40B4-BE49-F238E27FC236}">
                <a16:creationId xmlns:a16="http://schemas.microsoft.com/office/drawing/2014/main" id="{CA564D07-D675-470C-AD27-BBBEC17F8438}"/>
              </a:ext>
            </a:extLst>
          </p:cNvPr>
          <p:cNvSpPr/>
          <p:nvPr/>
        </p:nvSpPr>
        <p:spPr>
          <a:xfrm>
            <a:off x="4543117" y="2544381"/>
            <a:ext cx="240161" cy="23899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6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ب</a:t>
            </a:r>
            <a:endParaRPr lang="ar-SA" b="1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37" name="مستطيل 136">
            <a:extLst>
              <a:ext uri="{FF2B5EF4-FFF2-40B4-BE49-F238E27FC236}">
                <a16:creationId xmlns:a16="http://schemas.microsoft.com/office/drawing/2014/main" id="{5320DD90-A800-46B3-B0A8-FA65C7959908}"/>
              </a:ext>
            </a:extLst>
          </p:cNvPr>
          <p:cNvSpPr/>
          <p:nvPr/>
        </p:nvSpPr>
        <p:spPr>
          <a:xfrm>
            <a:off x="2301871" y="2621591"/>
            <a:ext cx="1248722" cy="519899"/>
          </a:xfrm>
          <a:prstGeom prst="rect">
            <a:avLst/>
          </a:prstGeom>
          <a:solidFill>
            <a:schemeClr val="bg1"/>
          </a:solidFill>
          <a:ln w="3175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0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توثيق القرار بالأنظمة (أساس) وتزويد نسخة للإدارات المعنية</a:t>
            </a:r>
          </a:p>
        </p:txBody>
      </p:sp>
      <p:sp>
        <p:nvSpPr>
          <p:cNvPr id="138" name="مربع نص 137">
            <a:extLst>
              <a:ext uri="{FF2B5EF4-FFF2-40B4-BE49-F238E27FC236}">
                <a16:creationId xmlns:a16="http://schemas.microsoft.com/office/drawing/2014/main" id="{79DACE75-3F1B-4BA7-858C-83597E8F8F72}"/>
              </a:ext>
            </a:extLst>
          </p:cNvPr>
          <p:cNvSpPr txBox="1"/>
          <p:nvPr/>
        </p:nvSpPr>
        <p:spPr>
          <a:xfrm>
            <a:off x="2633169" y="3341447"/>
            <a:ext cx="372218" cy="276999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ar-SA" sz="12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نعم </a:t>
            </a:r>
          </a:p>
        </p:txBody>
      </p:sp>
      <p:sp>
        <p:nvSpPr>
          <p:cNvPr id="139" name="مربع نص 138">
            <a:extLst>
              <a:ext uri="{FF2B5EF4-FFF2-40B4-BE49-F238E27FC236}">
                <a16:creationId xmlns:a16="http://schemas.microsoft.com/office/drawing/2014/main" id="{CA8C37B2-F9D1-42CC-BDED-413133CB8ACD}"/>
              </a:ext>
            </a:extLst>
          </p:cNvPr>
          <p:cNvSpPr txBox="1"/>
          <p:nvPr/>
        </p:nvSpPr>
        <p:spPr>
          <a:xfrm>
            <a:off x="3468338" y="3824469"/>
            <a:ext cx="284052" cy="276999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ar-SA" sz="12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لا </a:t>
            </a:r>
          </a:p>
        </p:txBody>
      </p:sp>
      <p:sp>
        <p:nvSpPr>
          <p:cNvPr id="140" name="معين 139">
            <a:extLst>
              <a:ext uri="{FF2B5EF4-FFF2-40B4-BE49-F238E27FC236}">
                <a16:creationId xmlns:a16="http://schemas.microsoft.com/office/drawing/2014/main" id="{A0B1784D-4684-444B-9AA1-7E30D9B1EEDC}"/>
              </a:ext>
            </a:extLst>
          </p:cNvPr>
          <p:cNvSpPr/>
          <p:nvPr/>
        </p:nvSpPr>
        <p:spPr>
          <a:xfrm>
            <a:off x="2271421" y="3711576"/>
            <a:ext cx="1077905" cy="450955"/>
          </a:xfrm>
          <a:prstGeom prst="diamond">
            <a:avLst/>
          </a:prstGeom>
          <a:solidFill>
            <a:schemeClr val="bg1"/>
          </a:solidFill>
          <a:ln w="6350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9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هل تم الاعتماد ؟</a:t>
            </a:r>
          </a:p>
        </p:txBody>
      </p:sp>
      <p:cxnSp>
        <p:nvCxnSpPr>
          <p:cNvPr id="141" name="رابط مستقيم 140">
            <a:extLst>
              <a:ext uri="{FF2B5EF4-FFF2-40B4-BE49-F238E27FC236}">
                <a16:creationId xmlns:a16="http://schemas.microsoft.com/office/drawing/2014/main" id="{EF6940BE-C2DA-4851-8D1E-9F5F418419BD}"/>
              </a:ext>
            </a:extLst>
          </p:cNvPr>
          <p:cNvCxnSpPr>
            <a:cxnSpLocks/>
            <a:stCxn id="140" idx="3"/>
          </p:cNvCxnSpPr>
          <p:nvPr/>
        </p:nvCxnSpPr>
        <p:spPr>
          <a:xfrm flipV="1">
            <a:off x="3349326" y="3935994"/>
            <a:ext cx="158849" cy="1060"/>
          </a:xfrm>
          <a:prstGeom prst="line">
            <a:avLst/>
          </a:prstGeom>
          <a:ln>
            <a:solidFill>
              <a:srgbClr val="0858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مستطيل 141">
            <a:extLst>
              <a:ext uri="{FF2B5EF4-FFF2-40B4-BE49-F238E27FC236}">
                <a16:creationId xmlns:a16="http://schemas.microsoft.com/office/drawing/2014/main" id="{C29CA812-775C-4F47-890E-C57C5A25A0D4}"/>
              </a:ext>
            </a:extLst>
          </p:cNvPr>
          <p:cNvSpPr/>
          <p:nvPr/>
        </p:nvSpPr>
        <p:spPr>
          <a:xfrm>
            <a:off x="2247317" y="4326454"/>
            <a:ext cx="1143922" cy="345200"/>
          </a:xfrm>
          <a:prstGeom prst="rect">
            <a:avLst/>
          </a:prstGeom>
          <a:solidFill>
            <a:schemeClr val="bg1"/>
          </a:solidFill>
          <a:ln w="3175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ar-SA" sz="10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اعتماد قرار النقل / الإعارة الى الوزارة</a:t>
            </a:r>
          </a:p>
        </p:txBody>
      </p:sp>
      <p:cxnSp>
        <p:nvCxnSpPr>
          <p:cNvPr id="144" name="رابط مستقيم 143">
            <a:extLst>
              <a:ext uri="{FF2B5EF4-FFF2-40B4-BE49-F238E27FC236}">
                <a16:creationId xmlns:a16="http://schemas.microsoft.com/office/drawing/2014/main" id="{FF004C80-5D03-4E67-808E-617C689231A6}"/>
              </a:ext>
            </a:extLst>
          </p:cNvPr>
          <p:cNvCxnSpPr>
            <a:cxnSpLocks/>
          </p:cNvCxnSpPr>
          <p:nvPr/>
        </p:nvCxnSpPr>
        <p:spPr>
          <a:xfrm flipH="1">
            <a:off x="2810374" y="3554618"/>
            <a:ext cx="829" cy="1346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معين 149">
            <a:extLst>
              <a:ext uri="{FF2B5EF4-FFF2-40B4-BE49-F238E27FC236}">
                <a16:creationId xmlns:a16="http://schemas.microsoft.com/office/drawing/2014/main" id="{FF5C7895-204E-4DFC-9C92-08F0B68A464B}"/>
              </a:ext>
            </a:extLst>
          </p:cNvPr>
          <p:cNvSpPr/>
          <p:nvPr/>
        </p:nvSpPr>
        <p:spPr>
          <a:xfrm>
            <a:off x="1904945" y="5444741"/>
            <a:ext cx="1077905" cy="450955"/>
          </a:xfrm>
          <a:prstGeom prst="diamond">
            <a:avLst/>
          </a:prstGeom>
          <a:solidFill>
            <a:schemeClr val="bg1"/>
          </a:solidFill>
          <a:ln w="6350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9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هل توجد ملاحظات؟</a:t>
            </a:r>
          </a:p>
        </p:txBody>
      </p:sp>
      <p:cxnSp>
        <p:nvCxnSpPr>
          <p:cNvPr id="151" name="رابط مستقيم 150">
            <a:extLst>
              <a:ext uri="{FF2B5EF4-FFF2-40B4-BE49-F238E27FC236}">
                <a16:creationId xmlns:a16="http://schemas.microsoft.com/office/drawing/2014/main" id="{E8E5ECB6-3B3E-41DF-B5AB-AB104A550EE9}"/>
              </a:ext>
            </a:extLst>
          </p:cNvPr>
          <p:cNvCxnSpPr>
            <a:cxnSpLocks/>
          </p:cNvCxnSpPr>
          <p:nvPr/>
        </p:nvCxnSpPr>
        <p:spPr>
          <a:xfrm flipH="1" flipV="1">
            <a:off x="1523070" y="5670575"/>
            <a:ext cx="374256" cy="1"/>
          </a:xfrm>
          <a:prstGeom prst="line">
            <a:avLst/>
          </a:prstGeom>
          <a:ln>
            <a:solidFill>
              <a:srgbClr val="0858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مربع نص 151">
            <a:extLst>
              <a:ext uri="{FF2B5EF4-FFF2-40B4-BE49-F238E27FC236}">
                <a16:creationId xmlns:a16="http://schemas.microsoft.com/office/drawing/2014/main" id="{33AE71B5-A172-4A16-AD40-2D0FB0CEA4A3}"/>
              </a:ext>
            </a:extLst>
          </p:cNvPr>
          <p:cNvSpPr txBox="1"/>
          <p:nvPr/>
        </p:nvSpPr>
        <p:spPr>
          <a:xfrm>
            <a:off x="1178112" y="5530659"/>
            <a:ext cx="372218" cy="276999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ar-SA" sz="12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نعم </a:t>
            </a:r>
          </a:p>
        </p:txBody>
      </p:sp>
      <p:sp>
        <p:nvSpPr>
          <p:cNvPr id="153" name="مربع نص 152">
            <a:extLst>
              <a:ext uri="{FF2B5EF4-FFF2-40B4-BE49-F238E27FC236}">
                <a16:creationId xmlns:a16="http://schemas.microsoft.com/office/drawing/2014/main" id="{1406DDAA-0BDF-4165-A321-C38071E84C51}"/>
              </a:ext>
            </a:extLst>
          </p:cNvPr>
          <p:cNvSpPr txBox="1"/>
          <p:nvPr/>
        </p:nvSpPr>
        <p:spPr>
          <a:xfrm>
            <a:off x="2301871" y="5150424"/>
            <a:ext cx="284052" cy="276999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ar-SA" sz="12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لا </a:t>
            </a:r>
          </a:p>
        </p:txBody>
      </p:sp>
      <p:cxnSp>
        <p:nvCxnSpPr>
          <p:cNvPr id="154" name="رابط مستقيم 153">
            <a:extLst>
              <a:ext uri="{FF2B5EF4-FFF2-40B4-BE49-F238E27FC236}">
                <a16:creationId xmlns:a16="http://schemas.microsoft.com/office/drawing/2014/main" id="{D7FB4D36-0DB7-4897-9817-B25E60F5293D}"/>
              </a:ext>
            </a:extLst>
          </p:cNvPr>
          <p:cNvCxnSpPr>
            <a:cxnSpLocks/>
          </p:cNvCxnSpPr>
          <p:nvPr/>
        </p:nvCxnSpPr>
        <p:spPr>
          <a:xfrm flipV="1">
            <a:off x="2446568" y="5350382"/>
            <a:ext cx="0" cy="7704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رابط كسهم مستقيم 154">
            <a:extLst>
              <a:ext uri="{FF2B5EF4-FFF2-40B4-BE49-F238E27FC236}">
                <a16:creationId xmlns:a16="http://schemas.microsoft.com/office/drawing/2014/main" id="{AE5177DB-68BE-4E55-A66B-28815DFAB5CF}"/>
              </a:ext>
            </a:extLst>
          </p:cNvPr>
          <p:cNvCxnSpPr>
            <a:cxnSpLocks/>
          </p:cNvCxnSpPr>
          <p:nvPr/>
        </p:nvCxnSpPr>
        <p:spPr>
          <a:xfrm flipV="1">
            <a:off x="2443897" y="4679425"/>
            <a:ext cx="0" cy="471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6" name="رابط مستقيم 155">
            <a:extLst>
              <a:ext uri="{FF2B5EF4-FFF2-40B4-BE49-F238E27FC236}">
                <a16:creationId xmlns:a16="http://schemas.microsoft.com/office/drawing/2014/main" id="{FC127C18-C22F-43BE-B204-A1998D64402B}"/>
              </a:ext>
            </a:extLst>
          </p:cNvPr>
          <p:cNvCxnSpPr>
            <a:cxnSpLocks/>
            <a:stCxn id="150" idx="3"/>
          </p:cNvCxnSpPr>
          <p:nvPr/>
        </p:nvCxnSpPr>
        <p:spPr>
          <a:xfrm flipV="1">
            <a:off x="2982850" y="5669159"/>
            <a:ext cx="158849" cy="1060"/>
          </a:xfrm>
          <a:prstGeom prst="line">
            <a:avLst/>
          </a:prstGeom>
          <a:ln>
            <a:solidFill>
              <a:srgbClr val="0858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رابط كسهم مستقيم 158">
            <a:extLst>
              <a:ext uri="{FF2B5EF4-FFF2-40B4-BE49-F238E27FC236}">
                <a16:creationId xmlns:a16="http://schemas.microsoft.com/office/drawing/2014/main" id="{86661DD3-0D2D-41D3-98D6-B35C0F54F757}"/>
              </a:ext>
            </a:extLst>
          </p:cNvPr>
          <p:cNvCxnSpPr>
            <a:cxnSpLocks/>
          </p:cNvCxnSpPr>
          <p:nvPr/>
        </p:nvCxnSpPr>
        <p:spPr>
          <a:xfrm flipH="1">
            <a:off x="1040339" y="5669158"/>
            <a:ext cx="2087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2" name="شكل بيضاوي 161">
            <a:extLst>
              <a:ext uri="{FF2B5EF4-FFF2-40B4-BE49-F238E27FC236}">
                <a16:creationId xmlns:a16="http://schemas.microsoft.com/office/drawing/2014/main" id="{1CAD957F-43C7-44B0-81D9-A180F944FC53}"/>
              </a:ext>
            </a:extLst>
          </p:cNvPr>
          <p:cNvSpPr/>
          <p:nvPr/>
        </p:nvSpPr>
        <p:spPr>
          <a:xfrm>
            <a:off x="695155" y="5557313"/>
            <a:ext cx="240161" cy="23899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6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ب</a:t>
            </a:r>
            <a:endParaRPr lang="ar-SA" b="1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cxnSp>
        <p:nvCxnSpPr>
          <p:cNvPr id="165" name="رابط كسهم مستقيم 164">
            <a:extLst>
              <a:ext uri="{FF2B5EF4-FFF2-40B4-BE49-F238E27FC236}">
                <a16:creationId xmlns:a16="http://schemas.microsoft.com/office/drawing/2014/main" id="{73C1DAB1-9EA2-4AE0-89F4-B8F355431A2A}"/>
              </a:ext>
            </a:extLst>
          </p:cNvPr>
          <p:cNvCxnSpPr>
            <a:cxnSpLocks/>
          </p:cNvCxnSpPr>
          <p:nvPr/>
        </p:nvCxnSpPr>
        <p:spPr>
          <a:xfrm flipH="1" flipV="1">
            <a:off x="2810373" y="3165268"/>
            <a:ext cx="1" cy="2129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8" name="مخطط انسيابي: معالجة معرّفة مسبقاً 167">
            <a:extLst>
              <a:ext uri="{FF2B5EF4-FFF2-40B4-BE49-F238E27FC236}">
                <a16:creationId xmlns:a16="http://schemas.microsoft.com/office/drawing/2014/main" id="{85183E14-3326-4D5A-AAFB-15E4DB5FA226}"/>
              </a:ext>
            </a:extLst>
          </p:cNvPr>
          <p:cNvSpPr/>
          <p:nvPr/>
        </p:nvSpPr>
        <p:spPr>
          <a:xfrm>
            <a:off x="1336243" y="2621597"/>
            <a:ext cx="747910" cy="697957"/>
          </a:xfrm>
          <a:prstGeom prst="flowChartPredefinedProcess">
            <a:avLst/>
          </a:prstGeom>
          <a:solidFill>
            <a:schemeClr val="bg1"/>
          </a:solidFill>
          <a:ln w="9525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1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قسم الوثائق والتقارير الوظيفية</a:t>
            </a:r>
          </a:p>
        </p:txBody>
      </p:sp>
      <p:cxnSp>
        <p:nvCxnSpPr>
          <p:cNvPr id="169" name="رابط كسهم مستقيم 168">
            <a:extLst>
              <a:ext uri="{FF2B5EF4-FFF2-40B4-BE49-F238E27FC236}">
                <a16:creationId xmlns:a16="http://schemas.microsoft.com/office/drawing/2014/main" id="{7FEF0B0D-3356-411D-816E-BD9322CA99D6}"/>
              </a:ext>
            </a:extLst>
          </p:cNvPr>
          <p:cNvCxnSpPr>
            <a:cxnSpLocks/>
          </p:cNvCxnSpPr>
          <p:nvPr/>
        </p:nvCxnSpPr>
        <p:spPr>
          <a:xfrm flipH="1">
            <a:off x="2093394" y="2881540"/>
            <a:ext cx="2087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0" name="رابط كسهم مستقيم 169">
            <a:extLst>
              <a:ext uri="{FF2B5EF4-FFF2-40B4-BE49-F238E27FC236}">
                <a16:creationId xmlns:a16="http://schemas.microsoft.com/office/drawing/2014/main" id="{6B3A1D4A-E236-4067-864D-CB1DB37A7517}"/>
              </a:ext>
            </a:extLst>
          </p:cNvPr>
          <p:cNvCxnSpPr>
            <a:cxnSpLocks/>
          </p:cNvCxnSpPr>
          <p:nvPr/>
        </p:nvCxnSpPr>
        <p:spPr>
          <a:xfrm flipH="1">
            <a:off x="1128084" y="2881540"/>
            <a:ext cx="2087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1" name="مخطط انسيابي: محطة طرفية 170">
            <a:extLst>
              <a:ext uri="{FF2B5EF4-FFF2-40B4-BE49-F238E27FC236}">
                <a16:creationId xmlns:a16="http://schemas.microsoft.com/office/drawing/2014/main" id="{41D97046-D84F-4C21-8937-5B8641CF40A8}"/>
              </a:ext>
            </a:extLst>
          </p:cNvPr>
          <p:cNvSpPr/>
          <p:nvPr/>
        </p:nvSpPr>
        <p:spPr>
          <a:xfrm>
            <a:off x="597992" y="2864424"/>
            <a:ext cx="501805" cy="224439"/>
          </a:xfrm>
          <a:prstGeom prst="flowChartTerminator">
            <a:avLst/>
          </a:prstGeom>
          <a:solidFill>
            <a:schemeClr val="bg1">
              <a:lumMod val="95000"/>
            </a:schemeClr>
          </a:solidFill>
          <a:ln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05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النهاية</a:t>
            </a:r>
          </a:p>
        </p:txBody>
      </p:sp>
      <p:sp>
        <p:nvSpPr>
          <p:cNvPr id="173" name="شكل بيضاوي 172">
            <a:extLst>
              <a:ext uri="{FF2B5EF4-FFF2-40B4-BE49-F238E27FC236}">
                <a16:creationId xmlns:a16="http://schemas.microsoft.com/office/drawing/2014/main" id="{E759D120-5193-4EA9-863F-D69DF73B64A2}"/>
              </a:ext>
            </a:extLst>
          </p:cNvPr>
          <p:cNvSpPr/>
          <p:nvPr/>
        </p:nvSpPr>
        <p:spPr>
          <a:xfrm>
            <a:off x="722369" y="2496688"/>
            <a:ext cx="253050" cy="23899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6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أ</a:t>
            </a:r>
            <a:endParaRPr lang="ar-SA" b="1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cxnSp>
        <p:nvCxnSpPr>
          <p:cNvPr id="174" name="رابط كسهم مستقيم 173">
            <a:extLst>
              <a:ext uri="{FF2B5EF4-FFF2-40B4-BE49-F238E27FC236}">
                <a16:creationId xmlns:a16="http://schemas.microsoft.com/office/drawing/2014/main" id="{7FB5F14E-66CF-4F85-B405-12970A0F3289}"/>
              </a:ext>
            </a:extLst>
          </p:cNvPr>
          <p:cNvCxnSpPr>
            <a:cxnSpLocks/>
          </p:cNvCxnSpPr>
          <p:nvPr/>
        </p:nvCxnSpPr>
        <p:spPr>
          <a:xfrm flipH="1" flipV="1">
            <a:off x="851125" y="2735683"/>
            <a:ext cx="1" cy="117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6" name="رابط كسهم مستقيم 175">
            <a:extLst>
              <a:ext uri="{FF2B5EF4-FFF2-40B4-BE49-F238E27FC236}">
                <a16:creationId xmlns:a16="http://schemas.microsoft.com/office/drawing/2014/main" id="{CF6D251D-8ED4-482F-96C4-D95BA0F9E0D3}"/>
              </a:ext>
            </a:extLst>
          </p:cNvPr>
          <p:cNvCxnSpPr>
            <a:cxnSpLocks/>
          </p:cNvCxnSpPr>
          <p:nvPr/>
        </p:nvCxnSpPr>
        <p:spPr>
          <a:xfrm flipV="1">
            <a:off x="2810373" y="4188084"/>
            <a:ext cx="0" cy="1207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9" name="مستطيل 178">
            <a:extLst>
              <a:ext uri="{FF2B5EF4-FFF2-40B4-BE49-F238E27FC236}">
                <a16:creationId xmlns:a16="http://schemas.microsoft.com/office/drawing/2014/main" id="{81B45051-39D6-4256-A3C3-CE24319D9DFE}"/>
              </a:ext>
            </a:extLst>
          </p:cNvPr>
          <p:cNvSpPr/>
          <p:nvPr/>
        </p:nvSpPr>
        <p:spPr>
          <a:xfrm>
            <a:off x="507076" y="962204"/>
            <a:ext cx="11551007" cy="348889"/>
          </a:xfrm>
          <a:prstGeom prst="rect">
            <a:avLst/>
          </a:prstGeom>
          <a:solidFill>
            <a:schemeClr val="bg1"/>
          </a:solidFill>
          <a:ln w="19050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ar-SA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إجراء معالجة طلبات النقل والإعارة الى الوزارة ( للداخل )</a:t>
            </a:r>
          </a:p>
        </p:txBody>
      </p:sp>
      <p:cxnSp>
        <p:nvCxnSpPr>
          <p:cNvPr id="57" name="رابط كسهم مستقيم 56">
            <a:extLst>
              <a:ext uri="{FF2B5EF4-FFF2-40B4-BE49-F238E27FC236}">
                <a16:creationId xmlns:a16="http://schemas.microsoft.com/office/drawing/2014/main" id="{7FEF0B0D-3356-411D-816E-BD9322CA99D6}"/>
              </a:ext>
            </a:extLst>
          </p:cNvPr>
          <p:cNvCxnSpPr>
            <a:cxnSpLocks/>
          </p:cNvCxnSpPr>
          <p:nvPr/>
        </p:nvCxnSpPr>
        <p:spPr>
          <a:xfrm flipH="1">
            <a:off x="5235609" y="2992376"/>
            <a:ext cx="2087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0288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صورة 72">
            <a:extLst>
              <a:ext uri="{FF2B5EF4-FFF2-40B4-BE49-F238E27FC236}">
                <a16:creationId xmlns:a16="http://schemas.microsoft.com/office/drawing/2014/main" id="{DE0D8ED6-7E57-49D6-9DC2-A17D8B91C5E3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23"/>
          <a:stretch/>
        </p:blipFill>
        <p:spPr bwMode="auto">
          <a:xfrm>
            <a:off x="10075026" y="195881"/>
            <a:ext cx="2011680" cy="52732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aphicFrame>
        <p:nvGraphicFramePr>
          <p:cNvPr id="2" name="جدول 1">
            <a:extLst>
              <a:ext uri="{FF2B5EF4-FFF2-40B4-BE49-F238E27FC236}">
                <a16:creationId xmlns:a16="http://schemas.microsoft.com/office/drawing/2014/main" id="{643ADDE2-4E36-4769-89E7-D314DBC403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9098176"/>
              </p:ext>
            </p:extLst>
          </p:nvPr>
        </p:nvGraphicFramePr>
        <p:xfrm>
          <a:off x="10419303" y="1300687"/>
          <a:ext cx="1638780" cy="4670608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638780">
                  <a:extLst>
                    <a:ext uri="{9D8B030D-6E8A-4147-A177-3AD203B41FA5}">
                      <a16:colId xmlns:a16="http://schemas.microsoft.com/office/drawing/2014/main" val="1932940555"/>
                    </a:ext>
                  </a:extLst>
                </a:gridCol>
              </a:tblGrid>
              <a:tr h="1167652">
                <a:tc>
                  <a:txBody>
                    <a:bodyPr/>
                    <a:lstStyle/>
                    <a:p>
                      <a:pPr algn="ctr" rtl="1"/>
                      <a:r>
                        <a:rPr lang="ar-SA" dirty="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الموظف / الوكالة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4283849"/>
                  </a:ext>
                </a:extLst>
              </a:tr>
              <a:tr h="1167652">
                <a:tc>
                  <a:txBody>
                    <a:bodyPr/>
                    <a:lstStyle/>
                    <a:p>
                      <a:pPr algn="ctr" rtl="1"/>
                      <a:r>
                        <a:rPr lang="ar-SA" sz="1800" b="1" kern="1200" dirty="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اخصائي إدارة خدمات الموارد البشرية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156785"/>
                  </a:ext>
                </a:extLst>
              </a:tr>
              <a:tr h="1167652">
                <a:tc>
                  <a:txBody>
                    <a:bodyPr/>
                    <a:lstStyle/>
                    <a:p>
                      <a:pPr algn="ctr" rtl="1"/>
                      <a:r>
                        <a:rPr lang="ar-SA" sz="1800" b="1" kern="1200" dirty="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صاحب الصلاحية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3404326"/>
                  </a:ext>
                </a:extLst>
              </a:tr>
              <a:tr h="1167652">
                <a:tc>
                  <a:txBody>
                    <a:bodyPr/>
                    <a:lstStyle/>
                    <a:p>
                      <a:pPr algn="ctr" rtl="1"/>
                      <a:r>
                        <a:rPr lang="ar-SA" b="1" dirty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مدير إدارة خدمات الموارد البشرية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4823064"/>
                  </a:ext>
                </a:extLst>
              </a:tr>
            </a:tbl>
          </a:graphicData>
        </a:graphic>
      </p:graphicFrame>
      <p:graphicFrame>
        <p:nvGraphicFramePr>
          <p:cNvPr id="4" name="جدول 3">
            <a:extLst>
              <a:ext uri="{FF2B5EF4-FFF2-40B4-BE49-F238E27FC236}">
                <a16:creationId xmlns:a16="http://schemas.microsoft.com/office/drawing/2014/main" id="{5AE9234E-277B-4BAF-984F-5BEA261720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0727510"/>
              </p:ext>
            </p:extLst>
          </p:nvPr>
        </p:nvGraphicFramePr>
        <p:xfrm>
          <a:off x="507076" y="1306309"/>
          <a:ext cx="9857826" cy="4670608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9857826">
                  <a:extLst>
                    <a:ext uri="{9D8B030D-6E8A-4147-A177-3AD203B41FA5}">
                      <a16:colId xmlns:a16="http://schemas.microsoft.com/office/drawing/2014/main" val="87815262"/>
                    </a:ext>
                  </a:extLst>
                </a:gridCol>
              </a:tblGrid>
              <a:tr h="116765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ar-SA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2154497"/>
                  </a:ext>
                </a:extLst>
              </a:tr>
              <a:tr h="116765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ar-S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025413"/>
                  </a:ext>
                </a:extLst>
              </a:tr>
              <a:tr h="1167652">
                <a:tc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7533070"/>
                  </a:ext>
                </a:extLst>
              </a:tr>
              <a:tr h="116765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ar-S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9690409"/>
                  </a:ext>
                </a:extLst>
              </a:tr>
            </a:tbl>
          </a:graphicData>
        </a:graphic>
      </p:graphicFrame>
      <p:sp>
        <p:nvSpPr>
          <p:cNvPr id="24" name="مستطيل: زوايا مستديرة 23">
            <a:extLst>
              <a:ext uri="{FF2B5EF4-FFF2-40B4-BE49-F238E27FC236}">
                <a16:creationId xmlns:a16="http://schemas.microsoft.com/office/drawing/2014/main" id="{E058F48D-4CB0-4326-B75E-430BD3BAA147}"/>
              </a:ext>
            </a:extLst>
          </p:cNvPr>
          <p:cNvSpPr/>
          <p:nvPr/>
        </p:nvSpPr>
        <p:spPr>
          <a:xfrm>
            <a:off x="9486672" y="1436714"/>
            <a:ext cx="689956" cy="266007"/>
          </a:xfrm>
          <a:prstGeom prst="roundRect">
            <a:avLst/>
          </a:prstGeom>
          <a:solidFill>
            <a:srgbClr val="08585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4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البداية </a:t>
            </a:r>
          </a:p>
        </p:txBody>
      </p:sp>
      <p:cxnSp>
        <p:nvCxnSpPr>
          <p:cNvPr id="30" name="رابط كسهم مستقيم 29">
            <a:extLst>
              <a:ext uri="{FF2B5EF4-FFF2-40B4-BE49-F238E27FC236}">
                <a16:creationId xmlns:a16="http://schemas.microsoft.com/office/drawing/2014/main" id="{A20FAF09-8BC2-4EB0-AD2F-B5A632752846}"/>
              </a:ext>
            </a:extLst>
          </p:cNvPr>
          <p:cNvCxnSpPr/>
          <p:nvPr/>
        </p:nvCxnSpPr>
        <p:spPr>
          <a:xfrm flipH="1">
            <a:off x="8697884" y="1569717"/>
            <a:ext cx="6899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مستطيل 30">
            <a:extLst>
              <a:ext uri="{FF2B5EF4-FFF2-40B4-BE49-F238E27FC236}">
                <a16:creationId xmlns:a16="http://schemas.microsoft.com/office/drawing/2014/main" id="{16CA36C6-9C37-4C38-8686-C2216ADC91B0}"/>
              </a:ext>
            </a:extLst>
          </p:cNvPr>
          <p:cNvSpPr/>
          <p:nvPr/>
        </p:nvSpPr>
        <p:spPr>
          <a:xfrm>
            <a:off x="6400801" y="1823255"/>
            <a:ext cx="2642062" cy="565256"/>
          </a:xfrm>
          <a:prstGeom prst="rect">
            <a:avLst/>
          </a:prstGeom>
          <a:solidFill>
            <a:schemeClr val="bg1"/>
          </a:solidFill>
          <a:ln w="12700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4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اعتماد الطلب من قبل المدير المباشر وصاحب الصلاحية</a:t>
            </a:r>
          </a:p>
        </p:txBody>
      </p:sp>
      <p:sp>
        <p:nvSpPr>
          <p:cNvPr id="32" name="مخطط انسيابي: محطة طرفية 31">
            <a:extLst>
              <a:ext uri="{FF2B5EF4-FFF2-40B4-BE49-F238E27FC236}">
                <a16:creationId xmlns:a16="http://schemas.microsoft.com/office/drawing/2014/main" id="{D5FAC3E2-AE0D-40AB-9E38-E1EA6C834087}"/>
              </a:ext>
            </a:extLst>
          </p:cNvPr>
          <p:cNvSpPr/>
          <p:nvPr/>
        </p:nvSpPr>
        <p:spPr>
          <a:xfrm>
            <a:off x="6759670" y="1436714"/>
            <a:ext cx="1862019" cy="224439"/>
          </a:xfrm>
          <a:prstGeom prst="flowChartTerminator">
            <a:avLst/>
          </a:prstGeom>
          <a:solidFill>
            <a:schemeClr val="bg1">
              <a:lumMod val="95000"/>
            </a:schemeClr>
          </a:solidFill>
          <a:ln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0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تقديم الطلب من قبل الموظف في اساس</a:t>
            </a:r>
          </a:p>
        </p:txBody>
      </p:sp>
      <p:cxnSp>
        <p:nvCxnSpPr>
          <p:cNvPr id="49" name="رابط مستقيم 48">
            <a:extLst>
              <a:ext uri="{FF2B5EF4-FFF2-40B4-BE49-F238E27FC236}">
                <a16:creationId xmlns:a16="http://schemas.microsoft.com/office/drawing/2014/main" id="{696B951D-A772-432B-BA55-FF86D0F154DF}"/>
              </a:ext>
            </a:extLst>
          </p:cNvPr>
          <p:cNvCxnSpPr/>
          <p:nvPr/>
        </p:nvCxnSpPr>
        <p:spPr>
          <a:xfrm>
            <a:off x="7777942" y="1673846"/>
            <a:ext cx="0" cy="153789"/>
          </a:xfrm>
          <a:prstGeom prst="line">
            <a:avLst/>
          </a:prstGeom>
          <a:ln>
            <a:solidFill>
              <a:srgbClr val="0858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رابط كسهم مستقيم 91">
            <a:extLst>
              <a:ext uri="{FF2B5EF4-FFF2-40B4-BE49-F238E27FC236}">
                <a16:creationId xmlns:a16="http://schemas.microsoft.com/office/drawing/2014/main" id="{9846AF49-6CB4-4BCC-A8A3-C61B8AE1E549}"/>
              </a:ext>
            </a:extLst>
          </p:cNvPr>
          <p:cNvCxnSpPr>
            <a:cxnSpLocks/>
          </p:cNvCxnSpPr>
          <p:nvPr/>
        </p:nvCxnSpPr>
        <p:spPr>
          <a:xfrm flipH="1" flipV="1">
            <a:off x="9277350" y="3459504"/>
            <a:ext cx="3638" cy="5011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" name="مستطيل 93">
            <a:extLst>
              <a:ext uri="{FF2B5EF4-FFF2-40B4-BE49-F238E27FC236}">
                <a16:creationId xmlns:a16="http://schemas.microsoft.com/office/drawing/2014/main" id="{5AFA645A-CAB2-41AE-817B-56AC3FC34F4F}"/>
              </a:ext>
            </a:extLst>
          </p:cNvPr>
          <p:cNvSpPr/>
          <p:nvPr/>
        </p:nvSpPr>
        <p:spPr>
          <a:xfrm>
            <a:off x="8317468" y="3961336"/>
            <a:ext cx="1946087" cy="565256"/>
          </a:xfrm>
          <a:prstGeom prst="rect">
            <a:avLst/>
          </a:prstGeom>
          <a:solidFill>
            <a:schemeClr val="bg1"/>
          </a:solidFill>
          <a:ln w="12700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4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الموافقة على طلب إنهاء الخدمة</a:t>
            </a:r>
          </a:p>
        </p:txBody>
      </p:sp>
      <p:sp>
        <p:nvSpPr>
          <p:cNvPr id="122" name="مستطيل 121">
            <a:extLst>
              <a:ext uri="{FF2B5EF4-FFF2-40B4-BE49-F238E27FC236}">
                <a16:creationId xmlns:a16="http://schemas.microsoft.com/office/drawing/2014/main" id="{75F5BE42-A811-48C4-9525-E95DE1C9556C}"/>
              </a:ext>
            </a:extLst>
          </p:cNvPr>
          <p:cNvSpPr/>
          <p:nvPr/>
        </p:nvSpPr>
        <p:spPr>
          <a:xfrm>
            <a:off x="8317468" y="2905369"/>
            <a:ext cx="1950119" cy="507537"/>
          </a:xfrm>
          <a:prstGeom prst="rect">
            <a:avLst/>
          </a:prstGeom>
          <a:solidFill>
            <a:schemeClr val="bg1"/>
          </a:solidFill>
          <a:ln w="3175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2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 إعداد قرار  إنهاء  الخدمة بعد استيفاء ضوابط فيما يخص التقاعد المبكر</a:t>
            </a:r>
          </a:p>
        </p:txBody>
      </p:sp>
      <p:cxnSp>
        <p:nvCxnSpPr>
          <p:cNvPr id="97" name="رابط كسهم مستقيم 96">
            <a:extLst>
              <a:ext uri="{FF2B5EF4-FFF2-40B4-BE49-F238E27FC236}">
                <a16:creationId xmlns:a16="http://schemas.microsoft.com/office/drawing/2014/main" id="{FE8D6191-E59B-4707-B700-A38812182464}"/>
              </a:ext>
            </a:extLst>
          </p:cNvPr>
          <p:cNvCxnSpPr>
            <a:cxnSpLocks/>
          </p:cNvCxnSpPr>
          <p:nvPr/>
        </p:nvCxnSpPr>
        <p:spPr>
          <a:xfrm>
            <a:off x="3704204" y="2110015"/>
            <a:ext cx="0" cy="31103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مستطيل 132">
            <a:extLst>
              <a:ext uri="{FF2B5EF4-FFF2-40B4-BE49-F238E27FC236}">
                <a16:creationId xmlns:a16="http://schemas.microsoft.com/office/drawing/2014/main" id="{FD1C597B-816D-4D3F-AA7D-871B2D9F6671}"/>
              </a:ext>
            </a:extLst>
          </p:cNvPr>
          <p:cNvSpPr/>
          <p:nvPr/>
        </p:nvSpPr>
        <p:spPr>
          <a:xfrm>
            <a:off x="3010398" y="5324017"/>
            <a:ext cx="1444935" cy="507537"/>
          </a:xfrm>
          <a:prstGeom prst="rect">
            <a:avLst/>
          </a:prstGeom>
          <a:solidFill>
            <a:schemeClr val="bg1"/>
          </a:solidFill>
          <a:ln w="3175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2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اعتماد الطلب من مدير إدارة خدمات الموارد البشرية</a:t>
            </a:r>
          </a:p>
        </p:txBody>
      </p:sp>
      <p:sp>
        <p:nvSpPr>
          <p:cNvPr id="137" name="مستطيل 136">
            <a:extLst>
              <a:ext uri="{FF2B5EF4-FFF2-40B4-BE49-F238E27FC236}">
                <a16:creationId xmlns:a16="http://schemas.microsoft.com/office/drawing/2014/main" id="{5320DD90-A800-46B3-B0A8-FA65C7959908}"/>
              </a:ext>
            </a:extLst>
          </p:cNvPr>
          <p:cNvSpPr/>
          <p:nvPr/>
        </p:nvSpPr>
        <p:spPr>
          <a:xfrm>
            <a:off x="2301871" y="2556940"/>
            <a:ext cx="1248722" cy="872053"/>
          </a:xfrm>
          <a:prstGeom prst="rect">
            <a:avLst/>
          </a:prstGeom>
          <a:solidFill>
            <a:schemeClr val="bg1"/>
          </a:solidFill>
          <a:ln w="3175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2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توثيق القرار بالأنظمة (أساس/مسار) وتزويد نسخة للإدارات المعنية</a:t>
            </a:r>
          </a:p>
        </p:txBody>
      </p:sp>
      <p:cxnSp>
        <p:nvCxnSpPr>
          <p:cNvPr id="165" name="رابط كسهم مستقيم 164">
            <a:extLst>
              <a:ext uri="{FF2B5EF4-FFF2-40B4-BE49-F238E27FC236}">
                <a16:creationId xmlns:a16="http://schemas.microsoft.com/office/drawing/2014/main" id="{73C1DAB1-9EA2-4AE0-89F4-B8F355431A2A}"/>
              </a:ext>
            </a:extLst>
          </p:cNvPr>
          <p:cNvCxnSpPr>
            <a:cxnSpLocks/>
          </p:cNvCxnSpPr>
          <p:nvPr/>
        </p:nvCxnSpPr>
        <p:spPr>
          <a:xfrm flipV="1">
            <a:off x="2955997" y="3496733"/>
            <a:ext cx="0" cy="7105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8" name="مخطط انسيابي: معالجة معرّفة مسبقاً 167">
            <a:extLst>
              <a:ext uri="{FF2B5EF4-FFF2-40B4-BE49-F238E27FC236}">
                <a16:creationId xmlns:a16="http://schemas.microsoft.com/office/drawing/2014/main" id="{85183E14-3326-4D5A-AAFB-15E4DB5FA226}"/>
              </a:ext>
            </a:extLst>
          </p:cNvPr>
          <p:cNvSpPr/>
          <p:nvPr/>
        </p:nvSpPr>
        <p:spPr>
          <a:xfrm>
            <a:off x="1336243" y="2621597"/>
            <a:ext cx="747910" cy="688869"/>
          </a:xfrm>
          <a:prstGeom prst="flowChartPredefinedProcess">
            <a:avLst/>
          </a:prstGeom>
          <a:solidFill>
            <a:schemeClr val="bg1"/>
          </a:solidFill>
          <a:ln w="9525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1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قسم الوثائق والتقارير الوظيفية</a:t>
            </a:r>
          </a:p>
        </p:txBody>
      </p:sp>
      <p:cxnSp>
        <p:nvCxnSpPr>
          <p:cNvPr id="169" name="رابط كسهم مستقيم 168">
            <a:extLst>
              <a:ext uri="{FF2B5EF4-FFF2-40B4-BE49-F238E27FC236}">
                <a16:creationId xmlns:a16="http://schemas.microsoft.com/office/drawing/2014/main" id="{7FEF0B0D-3356-411D-816E-BD9322CA99D6}"/>
              </a:ext>
            </a:extLst>
          </p:cNvPr>
          <p:cNvCxnSpPr>
            <a:cxnSpLocks/>
          </p:cNvCxnSpPr>
          <p:nvPr/>
        </p:nvCxnSpPr>
        <p:spPr>
          <a:xfrm flipH="1">
            <a:off x="2093394" y="2881540"/>
            <a:ext cx="2087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0" name="رابط كسهم مستقيم 169">
            <a:extLst>
              <a:ext uri="{FF2B5EF4-FFF2-40B4-BE49-F238E27FC236}">
                <a16:creationId xmlns:a16="http://schemas.microsoft.com/office/drawing/2014/main" id="{6B3A1D4A-E236-4067-864D-CB1DB37A7517}"/>
              </a:ext>
            </a:extLst>
          </p:cNvPr>
          <p:cNvCxnSpPr>
            <a:cxnSpLocks/>
          </p:cNvCxnSpPr>
          <p:nvPr/>
        </p:nvCxnSpPr>
        <p:spPr>
          <a:xfrm flipH="1">
            <a:off x="1128084" y="2881540"/>
            <a:ext cx="2087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1" name="مخطط انسيابي: محطة طرفية 170">
            <a:extLst>
              <a:ext uri="{FF2B5EF4-FFF2-40B4-BE49-F238E27FC236}">
                <a16:creationId xmlns:a16="http://schemas.microsoft.com/office/drawing/2014/main" id="{41D97046-D84F-4C21-8937-5B8641CF40A8}"/>
              </a:ext>
            </a:extLst>
          </p:cNvPr>
          <p:cNvSpPr/>
          <p:nvPr/>
        </p:nvSpPr>
        <p:spPr>
          <a:xfrm>
            <a:off x="597992" y="2788224"/>
            <a:ext cx="501805" cy="224439"/>
          </a:xfrm>
          <a:prstGeom prst="flowChartTerminator">
            <a:avLst/>
          </a:prstGeom>
          <a:solidFill>
            <a:schemeClr val="bg1">
              <a:lumMod val="95000"/>
            </a:schemeClr>
          </a:solidFill>
          <a:ln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05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النهاية</a:t>
            </a:r>
          </a:p>
        </p:txBody>
      </p:sp>
      <p:sp>
        <p:nvSpPr>
          <p:cNvPr id="179" name="مستطيل 178">
            <a:extLst>
              <a:ext uri="{FF2B5EF4-FFF2-40B4-BE49-F238E27FC236}">
                <a16:creationId xmlns:a16="http://schemas.microsoft.com/office/drawing/2014/main" id="{81B45051-39D6-4256-A3C3-CE24319D9DFE}"/>
              </a:ext>
            </a:extLst>
          </p:cNvPr>
          <p:cNvSpPr/>
          <p:nvPr/>
        </p:nvSpPr>
        <p:spPr>
          <a:xfrm>
            <a:off x="507076" y="962204"/>
            <a:ext cx="11551007" cy="348889"/>
          </a:xfrm>
          <a:prstGeom prst="rect">
            <a:avLst/>
          </a:prstGeom>
          <a:solidFill>
            <a:schemeClr val="bg1"/>
          </a:solidFill>
          <a:ln w="19050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ar-SA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إجراء معالجة طلبات انهاء الخدمة ( استقالة / تقاعد مبكر )</a:t>
            </a:r>
          </a:p>
        </p:txBody>
      </p:sp>
      <p:cxnSp>
        <p:nvCxnSpPr>
          <p:cNvPr id="58" name="رابط كسهم مستقيم 57">
            <a:extLst>
              <a:ext uri="{FF2B5EF4-FFF2-40B4-BE49-F238E27FC236}">
                <a16:creationId xmlns:a16="http://schemas.microsoft.com/office/drawing/2014/main" id="{7FEF0B0D-3356-411D-816E-BD9322CA99D6}"/>
              </a:ext>
            </a:extLst>
          </p:cNvPr>
          <p:cNvCxnSpPr>
            <a:cxnSpLocks/>
          </p:cNvCxnSpPr>
          <p:nvPr/>
        </p:nvCxnSpPr>
        <p:spPr>
          <a:xfrm flipH="1">
            <a:off x="6141519" y="2110015"/>
            <a:ext cx="2087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مستطيل 58">
            <a:extLst>
              <a:ext uri="{FF2B5EF4-FFF2-40B4-BE49-F238E27FC236}">
                <a16:creationId xmlns:a16="http://schemas.microsoft.com/office/drawing/2014/main" id="{236CE947-1401-4798-BE9A-3342031D4CA0}"/>
              </a:ext>
            </a:extLst>
          </p:cNvPr>
          <p:cNvSpPr/>
          <p:nvPr/>
        </p:nvSpPr>
        <p:spPr>
          <a:xfrm>
            <a:off x="3895725" y="1789966"/>
            <a:ext cx="2196495" cy="565256"/>
          </a:xfrm>
          <a:prstGeom prst="rect">
            <a:avLst/>
          </a:prstGeom>
          <a:solidFill>
            <a:schemeClr val="bg1"/>
          </a:solidFill>
          <a:ln w="12700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4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اعتماد الطلب من الشؤون القانونية بعدم بوجود ما يمنع من الاستقالة</a:t>
            </a:r>
          </a:p>
        </p:txBody>
      </p:sp>
      <p:cxnSp>
        <p:nvCxnSpPr>
          <p:cNvPr id="68" name="رابط كسهم مستقيم 67">
            <a:extLst>
              <a:ext uri="{FF2B5EF4-FFF2-40B4-BE49-F238E27FC236}">
                <a16:creationId xmlns:a16="http://schemas.microsoft.com/office/drawing/2014/main" id="{4C67AFFB-CDD8-4801-BA7C-9F8B16594CEE}"/>
              </a:ext>
            </a:extLst>
          </p:cNvPr>
          <p:cNvCxnSpPr>
            <a:cxnSpLocks/>
          </p:cNvCxnSpPr>
          <p:nvPr/>
        </p:nvCxnSpPr>
        <p:spPr>
          <a:xfrm>
            <a:off x="4516578" y="5579767"/>
            <a:ext cx="44182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مستطيل 69">
            <a:extLst>
              <a:ext uri="{FF2B5EF4-FFF2-40B4-BE49-F238E27FC236}">
                <a16:creationId xmlns:a16="http://schemas.microsoft.com/office/drawing/2014/main" id="{FD1C597B-816D-4D3F-AA7D-871B2D9F6671}"/>
              </a:ext>
            </a:extLst>
          </p:cNvPr>
          <p:cNvSpPr/>
          <p:nvPr/>
        </p:nvSpPr>
        <p:spPr>
          <a:xfrm>
            <a:off x="5067798" y="5333542"/>
            <a:ext cx="1533028" cy="507537"/>
          </a:xfrm>
          <a:prstGeom prst="rect">
            <a:avLst/>
          </a:prstGeom>
          <a:solidFill>
            <a:schemeClr val="bg1"/>
          </a:solidFill>
          <a:ln w="3175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2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اعتماد الطلب من مدير عام الإدارة لعمليات الموارد البشرية</a:t>
            </a:r>
          </a:p>
        </p:txBody>
      </p:sp>
      <p:cxnSp>
        <p:nvCxnSpPr>
          <p:cNvPr id="72" name="رابط كسهم مستقيم 71">
            <a:extLst>
              <a:ext uri="{FF2B5EF4-FFF2-40B4-BE49-F238E27FC236}">
                <a16:creationId xmlns:a16="http://schemas.microsoft.com/office/drawing/2014/main" id="{4C67AFFB-CDD8-4801-BA7C-9F8B16594CEE}"/>
              </a:ext>
            </a:extLst>
          </p:cNvPr>
          <p:cNvCxnSpPr>
            <a:cxnSpLocks/>
          </p:cNvCxnSpPr>
          <p:nvPr/>
        </p:nvCxnSpPr>
        <p:spPr>
          <a:xfrm flipV="1">
            <a:off x="9277350" y="4551532"/>
            <a:ext cx="0" cy="10357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رابط كسهم مستقيم 92">
            <a:extLst>
              <a:ext uri="{FF2B5EF4-FFF2-40B4-BE49-F238E27FC236}">
                <a16:creationId xmlns:a16="http://schemas.microsoft.com/office/drawing/2014/main" id="{9846AF49-6CB4-4BCC-A8A3-C61B8AE1E549}"/>
              </a:ext>
            </a:extLst>
          </p:cNvPr>
          <p:cNvCxnSpPr>
            <a:cxnSpLocks/>
          </p:cNvCxnSpPr>
          <p:nvPr/>
        </p:nvCxnSpPr>
        <p:spPr>
          <a:xfrm>
            <a:off x="6245890" y="3190316"/>
            <a:ext cx="0" cy="6196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6" name="مستطيل 95">
            <a:extLst>
              <a:ext uri="{FF2B5EF4-FFF2-40B4-BE49-F238E27FC236}">
                <a16:creationId xmlns:a16="http://schemas.microsoft.com/office/drawing/2014/main" id="{5AFA645A-CAB2-41AE-817B-56AC3FC34F4F}"/>
              </a:ext>
            </a:extLst>
          </p:cNvPr>
          <p:cNvSpPr/>
          <p:nvPr/>
        </p:nvSpPr>
        <p:spPr>
          <a:xfrm>
            <a:off x="5335592" y="3910357"/>
            <a:ext cx="1946087" cy="565256"/>
          </a:xfrm>
          <a:prstGeom prst="rect">
            <a:avLst/>
          </a:prstGeom>
          <a:solidFill>
            <a:schemeClr val="bg1"/>
          </a:solidFill>
          <a:ln w="12700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4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اعتماد قرار  إنهاء الخدمة</a:t>
            </a:r>
          </a:p>
        </p:txBody>
      </p:sp>
      <p:cxnSp>
        <p:nvCxnSpPr>
          <p:cNvPr id="5" name="رابط مستقيم 4">
            <a:extLst>
              <a:ext uri="{FF2B5EF4-FFF2-40B4-BE49-F238E27FC236}">
                <a16:creationId xmlns:a16="http://schemas.microsoft.com/office/drawing/2014/main" id="{6603DB9B-6601-4F56-8042-3BE98275662C}"/>
              </a:ext>
            </a:extLst>
          </p:cNvPr>
          <p:cNvCxnSpPr/>
          <p:nvPr/>
        </p:nvCxnSpPr>
        <p:spPr>
          <a:xfrm flipH="1">
            <a:off x="3704204" y="2110015"/>
            <a:ext cx="19152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رابط مستقيم 7">
            <a:extLst>
              <a:ext uri="{FF2B5EF4-FFF2-40B4-BE49-F238E27FC236}">
                <a16:creationId xmlns:a16="http://schemas.microsoft.com/office/drawing/2014/main" id="{CD52EB87-EDBE-444E-8D56-1665C81B8E28}"/>
              </a:ext>
            </a:extLst>
          </p:cNvPr>
          <p:cNvCxnSpPr/>
          <p:nvPr/>
        </p:nvCxnSpPr>
        <p:spPr>
          <a:xfrm flipH="1">
            <a:off x="6245890" y="3190316"/>
            <a:ext cx="207157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رابط مستقيم 37">
            <a:extLst>
              <a:ext uri="{FF2B5EF4-FFF2-40B4-BE49-F238E27FC236}">
                <a16:creationId xmlns:a16="http://schemas.microsoft.com/office/drawing/2014/main" id="{B2225E22-A45C-4E23-8331-326D32A6D4C9}"/>
              </a:ext>
            </a:extLst>
          </p:cNvPr>
          <p:cNvCxnSpPr>
            <a:cxnSpLocks/>
          </p:cNvCxnSpPr>
          <p:nvPr/>
        </p:nvCxnSpPr>
        <p:spPr>
          <a:xfrm flipH="1">
            <a:off x="2955997" y="4207239"/>
            <a:ext cx="237959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رابط مستقيم 40">
            <a:extLst>
              <a:ext uri="{FF2B5EF4-FFF2-40B4-BE49-F238E27FC236}">
                <a16:creationId xmlns:a16="http://schemas.microsoft.com/office/drawing/2014/main" id="{61BFCEBB-49AD-4530-B86C-CA47C0B9BCAB}"/>
              </a:ext>
            </a:extLst>
          </p:cNvPr>
          <p:cNvCxnSpPr>
            <a:cxnSpLocks/>
          </p:cNvCxnSpPr>
          <p:nvPr/>
        </p:nvCxnSpPr>
        <p:spPr>
          <a:xfrm flipH="1">
            <a:off x="6600827" y="5587310"/>
            <a:ext cx="266871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9227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صورة 72">
            <a:extLst>
              <a:ext uri="{FF2B5EF4-FFF2-40B4-BE49-F238E27FC236}">
                <a16:creationId xmlns:a16="http://schemas.microsoft.com/office/drawing/2014/main" id="{DE0D8ED6-7E57-49D6-9DC2-A17D8B91C5E3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23"/>
          <a:stretch/>
        </p:blipFill>
        <p:spPr bwMode="auto">
          <a:xfrm>
            <a:off x="10075026" y="195881"/>
            <a:ext cx="2011680" cy="52732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aphicFrame>
        <p:nvGraphicFramePr>
          <p:cNvPr id="2" name="جدول 1">
            <a:extLst>
              <a:ext uri="{FF2B5EF4-FFF2-40B4-BE49-F238E27FC236}">
                <a16:creationId xmlns:a16="http://schemas.microsoft.com/office/drawing/2014/main" id="{643ADDE2-4E36-4769-89E7-D314DBC403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0277840"/>
              </p:ext>
            </p:extLst>
          </p:nvPr>
        </p:nvGraphicFramePr>
        <p:xfrm>
          <a:off x="10419303" y="1921451"/>
          <a:ext cx="1638780" cy="4080154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638780">
                  <a:extLst>
                    <a:ext uri="{9D8B030D-6E8A-4147-A177-3AD203B41FA5}">
                      <a16:colId xmlns:a16="http://schemas.microsoft.com/office/drawing/2014/main" val="1932940555"/>
                    </a:ext>
                  </a:extLst>
                </a:gridCol>
              </a:tblGrid>
              <a:tr h="1578207">
                <a:tc>
                  <a:txBody>
                    <a:bodyPr/>
                    <a:lstStyle/>
                    <a:p>
                      <a:pPr algn="ctr" rtl="1"/>
                      <a:r>
                        <a:rPr lang="ar-SA" sz="1600" b="1" kern="1200" dirty="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اخصائي إدارة خدمات الموارد البشرية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4283849"/>
                  </a:ext>
                </a:extLst>
              </a:tr>
              <a:tr h="1238597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600" b="1" dirty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مدير إدارة خدمات الموارد البشرية </a:t>
                      </a:r>
                    </a:p>
                    <a:p>
                      <a:pPr algn="ctr" rtl="1"/>
                      <a:endParaRPr lang="ar-SA" sz="1600" b="1" kern="1200" dirty="0">
                        <a:solidFill>
                          <a:schemeClr val="tx1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3404326"/>
                  </a:ext>
                </a:extLst>
              </a:tr>
              <a:tr h="1263350">
                <a:tc>
                  <a:txBody>
                    <a:bodyPr/>
                    <a:lstStyle/>
                    <a:p>
                      <a:pPr algn="ctr" rtl="1"/>
                      <a:r>
                        <a:rPr lang="ar-SA" sz="1600" b="1" kern="1200" dirty="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صاحب الصلاحية </a:t>
                      </a:r>
                      <a:endParaRPr lang="ar-SA" sz="1600" b="1"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4823064"/>
                  </a:ext>
                </a:extLst>
              </a:tr>
            </a:tbl>
          </a:graphicData>
        </a:graphic>
      </p:graphicFrame>
      <p:graphicFrame>
        <p:nvGraphicFramePr>
          <p:cNvPr id="4" name="جدول 3">
            <a:extLst>
              <a:ext uri="{FF2B5EF4-FFF2-40B4-BE49-F238E27FC236}">
                <a16:creationId xmlns:a16="http://schemas.microsoft.com/office/drawing/2014/main" id="{5AE9234E-277B-4BAF-984F-5BEA261720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295048"/>
              </p:ext>
            </p:extLst>
          </p:nvPr>
        </p:nvGraphicFramePr>
        <p:xfrm>
          <a:off x="507076" y="1921451"/>
          <a:ext cx="9857826" cy="4075316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9857826">
                  <a:extLst>
                    <a:ext uri="{9D8B030D-6E8A-4147-A177-3AD203B41FA5}">
                      <a16:colId xmlns:a16="http://schemas.microsoft.com/office/drawing/2014/main" val="87815262"/>
                    </a:ext>
                  </a:extLst>
                </a:gridCol>
              </a:tblGrid>
              <a:tr h="1570241">
                <a:tc>
                  <a:txBody>
                    <a:bodyPr/>
                    <a:lstStyle/>
                    <a:p>
                      <a:pPr algn="r" rtl="1"/>
                      <a:endParaRPr lang="ar-SA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2154497"/>
                  </a:ext>
                </a:extLst>
              </a:tr>
              <a:tr h="1257300">
                <a:tc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7533070"/>
                  </a:ext>
                </a:extLst>
              </a:tr>
              <a:tr h="1247775">
                <a:tc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9690409"/>
                  </a:ext>
                </a:extLst>
              </a:tr>
            </a:tbl>
          </a:graphicData>
        </a:graphic>
      </p:graphicFrame>
      <p:sp>
        <p:nvSpPr>
          <p:cNvPr id="24" name="مستطيل: زوايا مستديرة 23">
            <a:extLst>
              <a:ext uri="{FF2B5EF4-FFF2-40B4-BE49-F238E27FC236}">
                <a16:creationId xmlns:a16="http://schemas.microsoft.com/office/drawing/2014/main" id="{E058F48D-4CB0-4326-B75E-430BD3BAA147}"/>
              </a:ext>
            </a:extLst>
          </p:cNvPr>
          <p:cNvSpPr/>
          <p:nvPr/>
        </p:nvSpPr>
        <p:spPr>
          <a:xfrm>
            <a:off x="9646408" y="2103428"/>
            <a:ext cx="689956" cy="266007"/>
          </a:xfrm>
          <a:prstGeom prst="roundRect">
            <a:avLst/>
          </a:prstGeom>
          <a:solidFill>
            <a:srgbClr val="08585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4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البداية </a:t>
            </a:r>
          </a:p>
        </p:txBody>
      </p:sp>
      <p:cxnSp>
        <p:nvCxnSpPr>
          <p:cNvPr id="30" name="رابط كسهم مستقيم 29">
            <a:extLst>
              <a:ext uri="{FF2B5EF4-FFF2-40B4-BE49-F238E27FC236}">
                <a16:creationId xmlns:a16="http://schemas.microsoft.com/office/drawing/2014/main" id="{A20FAF09-8BC2-4EB0-AD2F-B5A632752846}"/>
              </a:ext>
            </a:extLst>
          </p:cNvPr>
          <p:cNvCxnSpPr/>
          <p:nvPr/>
        </p:nvCxnSpPr>
        <p:spPr>
          <a:xfrm flipH="1">
            <a:off x="9374187" y="2161993"/>
            <a:ext cx="215265" cy="19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مستطيل 30">
            <a:extLst>
              <a:ext uri="{FF2B5EF4-FFF2-40B4-BE49-F238E27FC236}">
                <a16:creationId xmlns:a16="http://schemas.microsoft.com/office/drawing/2014/main" id="{16CA36C6-9C37-4C38-8686-C2216ADC91B0}"/>
              </a:ext>
            </a:extLst>
          </p:cNvPr>
          <p:cNvSpPr/>
          <p:nvPr/>
        </p:nvSpPr>
        <p:spPr>
          <a:xfrm>
            <a:off x="8696483" y="2620267"/>
            <a:ext cx="1600199" cy="604947"/>
          </a:xfrm>
          <a:prstGeom prst="rect">
            <a:avLst/>
          </a:prstGeom>
          <a:solidFill>
            <a:schemeClr val="bg1"/>
          </a:solidFill>
          <a:ln w="12700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2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المراجعة والتحقق من بيانات الموظفين عن طريق اخصائي الوثائق والتقارير الوظيفية </a:t>
            </a:r>
          </a:p>
        </p:txBody>
      </p:sp>
      <p:sp>
        <p:nvSpPr>
          <p:cNvPr id="32" name="مخطط انسيابي: محطة طرفية 31">
            <a:extLst>
              <a:ext uri="{FF2B5EF4-FFF2-40B4-BE49-F238E27FC236}">
                <a16:creationId xmlns:a16="http://schemas.microsoft.com/office/drawing/2014/main" id="{D5FAC3E2-AE0D-40AB-9E38-E1EA6C834087}"/>
              </a:ext>
            </a:extLst>
          </p:cNvPr>
          <p:cNvSpPr/>
          <p:nvPr/>
        </p:nvSpPr>
        <p:spPr>
          <a:xfrm>
            <a:off x="5006333" y="2067516"/>
            <a:ext cx="4603385" cy="237132"/>
          </a:xfrm>
          <a:prstGeom prst="flowChartTerminator">
            <a:avLst/>
          </a:prstGeom>
          <a:solidFill>
            <a:schemeClr val="bg1">
              <a:lumMod val="95000"/>
            </a:schemeClr>
          </a:solidFill>
          <a:ln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1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طباعة التقرير بأسماء المحالين للتقاعد للسنة الحالية من مختصي الوثائق والتقارير الوظيفية</a:t>
            </a:r>
          </a:p>
        </p:txBody>
      </p:sp>
      <p:cxnSp>
        <p:nvCxnSpPr>
          <p:cNvPr id="97" name="رابط كسهم مستقيم 96">
            <a:extLst>
              <a:ext uri="{FF2B5EF4-FFF2-40B4-BE49-F238E27FC236}">
                <a16:creationId xmlns:a16="http://schemas.microsoft.com/office/drawing/2014/main" id="{FE8D6191-E59B-4707-B700-A38812182464}"/>
              </a:ext>
            </a:extLst>
          </p:cNvPr>
          <p:cNvCxnSpPr>
            <a:cxnSpLocks/>
          </p:cNvCxnSpPr>
          <p:nvPr/>
        </p:nvCxnSpPr>
        <p:spPr>
          <a:xfrm>
            <a:off x="4346720" y="3008680"/>
            <a:ext cx="0" cy="8426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مستطيل 132">
            <a:extLst>
              <a:ext uri="{FF2B5EF4-FFF2-40B4-BE49-F238E27FC236}">
                <a16:creationId xmlns:a16="http://schemas.microsoft.com/office/drawing/2014/main" id="{FD1C597B-816D-4D3F-AA7D-871B2D9F6671}"/>
              </a:ext>
            </a:extLst>
          </p:cNvPr>
          <p:cNvSpPr/>
          <p:nvPr/>
        </p:nvSpPr>
        <p:spPr>
          <a:xfrm>
            <a:off x="3717598" y="3883789"/>
            <a:ext cx="1444935" cy="507537"/>
          </a:xfrm>
          <a:prstGeom prst="rect">
            <a:avLst/>
          </a:prstGeom>
          <a:solidFill>
            <a:schemeClr val="bg1"/>
          </a:solidFill>
          <a:ln w="3175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2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اعتماد القرار من مدير إدارة خدمات الموارد البشرية</a:t>
            </a:r>
          </a:p>
        </p:txBody>
      </p:sp>
      <p:sp>
        <p:nvSpPr>
          <p:cNvPr id="137" name="مستطيل 136">
            <a:extLst>
              <a:ext uri="{FF2B5EF4-FFF2-40B4-BE49-F238E27FC236}">
                <a16:creationId xmlns:a16="http://schemas.microsoft.com/office/drawing/2014/main" id="{5320DD90-A800-46B3-B0A8-FA65C7959908}"/>
              </a:ext>
            </a:extLst>
          </p:cNvPr>
          <p:cNvSpPr/>
          <p:nvPr/>
        </p:nvSpPr>
        <p:spPr>
          <a:xfrm>
            <a:off x="2301871" y="2460876"/>
            <a:ext cx="1054598" cy="705207"/>
          </a:xfrm>
          <a:prstGeom prst="rect">
            <a:avLst/>
          </a:prstGeom>
          <a:solidFill>
            <a:schemeClr val="bg1"/>
          </a:solidFill>
          <a:ln w="3175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1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توثيق القرار بالأنظمة (أساس/مسار) وتزويد نسخة للإدارات المعنية</a:t>
            </a:r>
          </a:p>
        </p:txBody>
      </p:sp>
      <p:cxnSp>
        <p:nvCxnSpPr>
          <p:cNvPr id="165" name="رابط كسهم مستقيم 164">
            <a:extLst>
              <a:ext uri="{FF2B5EF4-FFF2-40B4-BE49-F238E27FC236}">
                <a16:creationId xmlns:a16="http://schemas.microsoft.com/office/drawing/2014/main" id="{73C1DAB1-9EA2-4AE0-89F4-B8F355431A2A}"/>
              </a:ext>
            </a:extLst>
          </p:cNvPr>
          <p:cNvCxnSpPr>
            <a:cxnSpLocks/>
          </p:cNvCxnSpPr>
          <p:nvPr/>
        </p:nvCxnSpPr>
        <p:spPr>
          <a:xfrm flipV="1">
            <a:off x="2877065" y="3177368"/>
            <a:ext cx="0" cy="21344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8" name="مخطط انسيابي: معالجة معرّفة مسبقاً 167">
            <a:extLst>
              <a:ext uri="{FF2B5EF4-FFF2-40B4-BE49-F238E27FC236}">
                <a16:creationId xmlns:a16="http://schemas.microsoft.com/office/drawing/2014/main" id="{85183E14-3326-4D5A-AAFB-15E4DB5FA226}"/>
              </a:ext>
            </a:extLst>
          </p:cNvPr>
          <p:cNvSpPr/>
          <p:nvPr/>
        </p:nvSpPr>
        <p:spPr>
          <a:xfrm>
            <a:off x="1336243" y="2369435"/>
            <a:ext cx="747910" cy="981955"/>
          </a:xfrm>
          <a:prstGeom prst="flowChartPredefinedProcess">
            <a:avLst/>
          </a:prstGeom>
          <a:solidFill>
            <a:schemeClr val="bg1"/>
          </a:solidFill>
          <a:ln w="9525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1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قسم الوثائق والتقارير الوظيفية(خدمة بيان)</a:t>
            </a:r>
          </a:p>
        </p:txBody>
      </p:sp>
      <p:cxnSp>
        <p:nvCxnSpPr>
          <p:cNvPr id="169" name="رابط كسهم مستقيم 168">
            <a:extLst>
              <a:ext uri="{FF2B5EF4-FFF2-40B4-BE49-F238E27FC236}">
                <a16:creationId xmlns:a16="http://schemas.microsoft.com/office/drawing/2014/main" id="{7FEF0B0D-3356-411D-816E-BD9322CA99D6}"/>
              </a:ext>
            </a:extLst>
          </p:cNvPr>
          <p:cNvCxnSpPr>
            <a:cxnSpLocks/>
          </p:cNvCxnSpPr>
          <p:nvPr/>
        </p:nvCxnSpPr>
        <p:spPr>
          <a:xfrm flipH="1">
            <a:off x="2093394" y="2906132"/>
            <a:ext cx="2087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0" name="رابط كسهم مستقيم 169">
            <a:extLst>
              <a:ext uri="{FF2B5EF4-FFF2-40B4-BE49-F238E27FC236}">
                <a16:creationId xmlns:a16="http://schemas.microsoft.com/office/drawing/2014/main" id="{6B3A1D4A-E236-4067-864D-CB1DB37A7517}"/>
              </a:ext>
            </a:extLst>
          </p:cNvPr>
          <p:cNvCxnSpPr>
            <a:cxnSpLocks/>
          </p:cNvCxnSpPr>
          <p:nvPr/>
        </p:nvCxnSpPr>
        <p:spPr>
          <a:xfrm flipH="1">
            <a:off x="1128084" y="2877557"/>
            <a:ext cx="2087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1" name="مخطط انسيابي: محطة طرفية 170">
            <a:extLst>
              <a:ext uri="{FF2B5EF4-FFF2-40B4-BE49-F238E27FC236}">
                <a16:creationId xmlns:a16="http://schemas.microsoft.com/office/drawing/2014/main" id="{41D97046-D84F-4C21-8937-5B8641CF40A8}"/>
              </a:ext>
            </a:extLst>
          </p:cNvPr>
          <p:cNvSpPr/>
          <p:nvPr/>
        </p:nvSpPr>
        <p:spPr>
          <a:xfrm>
            <a:off x="597992" y="2784241"/>
            <a:ext cx="501805" cy="224439"/>
          </a:xfrm>
          <a:prstGeom prst="flowChartTerminator">
            <a:avLst/>
          </a:prstGeom>
          <a:solidFill>
            <a:schemeClr val="bg1">
              <a:lumMod val="95000"/>
            </a:schemeClr>
          </a:solidFill>
          <a:ln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05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النهاية</a:t>
            </a:r>
          </a:p>
        </p:txBody>
      </p:sp>
      <p:sp>
        <p:nvSpPr>
          <p:cNvPr id="179" name="مستطيل 178">
            <a:extLst>
              <a:ext uri="{FF2B5EF4-FFF2-40B4-BE49-F238E27FC236}">
                <a16:creationId xmlns:a16="http://schemas.microsoft.com/office/drawing/2014/main" id="{81B45051-39D6-4256-A3C3-CE24319D9DFE}"/>
              </a:ext>
            </a:extLst>
          </p:cNvPr>
          <p:cNvSpPr/>
          <p:nvPr/>
        </p:nvSpPr>
        <p:spPr>
          <a:xfrm>
            <a:off x="507076" y="962204"/>
            <a:ext cx="11551007" cy="348889"/>
          </a:xfrm>
          <a:prstGeom prst="rect">
            <a:avLst/>
          </a:prstGeom>
          <a:solidFill>
            <a:schemeClr val="bg1"/>
          </a:solidFill>
          <a:ln w="19050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ar-SA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إجراء معالجة طلبات انهاء الخدمة ( تقاعد لبلوغ السن النظامية )</a:t>
            </a:r>
          </a:p>
        </p:txBody>
      </p:sp>
      <p:cxnSp>
        <p:nvCxnSpPr>
          <p:cNvPr id="58" name="رابط كسهم مستقيم 57">
            <a:extLst>
              <a:ext uri="{FF2B5EF4-FFF2-40B4-BE49-F238E27FC236}">
                <a16:creationId xmlns:a16="http://schemas.microsoft.com/office/drawing/2014/main" id="{7FEF0B0D-3356-411D-816E-BD9322CA99D6}"/>
              </a:ext>
            </a:extLst>
          </p:cNvPr>
          <p:cNvCxnSpPr>
            <a:cxnSpLocks/>
          </p:cNvCxnSpPr>
          <p:nvPr/>
        </p:nvCxnSpPr>
        <p:spPr>
          <a:xfrm flipH="1">
            <a:off x="8487740" y="2906132"/>
            <a:ext cx="2087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مستطيل 58">
            <a:extLst>
              <a:ext uri="{FF2B5EF4-FFF2-40B4-BE49-F238E27FC236}">
                <a16:creationId xmlns:a16="http://schemas.microsoft.com/office/drawing/2014/main" id="{236CE947-1401-4798-BE9A-3342031D4CA0}"/>
              </a:ext>
            </a:extLst>
          </p:cNvPr>
          <p:cNvSpPr/>
          <p:nvPr/>
        </p:nvSpPr>
        <p:spPr>
          <a:xfrm>
            <a:off x="5139102" y="2623504"/>
            <a:ext cx="2482245" cy="565256"/>
          </a:xfrm>
          <a:prstGeom prst="rect">
            <a:avLst/>
          </a:prstGeom>
          <a:solidFill>
            <a:schemeClr val="bg1"/>
          </a:solidFill>
          <a:ln w="12700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2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إحالة الأسماء الى الشؤون القانونية للتأكد من عدم وجود ما يمنع من التقاعد من مختصي قسم الإجراءات</a:t>
            </a:r>
          </a:p>
        </p:txBody>
      </p:sp>
      <p:cxnSp>
        <p:nvCxnSpPr>
          <p:cNvPr id="64" name="رابط كسهم مستقيم 63">
            <a:extLst>
              <a:ext uri="{FF2B5EF4-FFF2-40B4-BE49-F238E27FC236}">
                <a16:creationId xmlns:a16="http://schemas.microsoft.com/office/drawing/2014/main" id="{7FEF0B0D-3356-411D-816E-BD9322CA99D6}"/>
              </a:ext>
            </a:extLst>
          </p:cNvPr>
          <p:cNvCxnSpPr>
            <a:cxnSpLocks/>
          </p:cNvCxnSpPr>
          <p:nvPr/>
        </p:nvCxnSpPr>
        <p:spPr>
          <a:xfrm flipH="1">
            <a:off x="3686982" y="2701572"/>
            <a:ext cx="2087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رابط كسهم مستقيم 67">
            <a:extLst>
              <a:ext uri="{FF2B5EF4-FFF2-40B4-BE49-F238E27FC236}">
                <a16:creationId xmlns:a16="http://schemas.microsoft.com/office/drawing/2014/main" id="{4C67AFFB-CDD8-4801-BA7C-9F8B16594CEE}"/>
              </a:ext>
            </a:extLst>
          </p:cNvPr>
          <p:cNvCxnSpPr>
            <a:cxnSpLocks/>
          </p:cNvCxnSpPr>
          <p:nvPr/>
        </p:nvCxnSpPr>
        <p:spPr>
          <a:xfrm>
            <a:off x="5162533" y="4131973"/>
            <a:ext cx="61246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مستطيل 69">
            <a:extLst>
              <a:ext uri="{FF2B5EF4-FFF2-40B4-BE49-F238E27FC236}">
                <a16:creationId xmlns:a16="http://schemas.microsoft.com/office/drawing/2014/main" id="{FD1C597B-816D-4D3F-AA7D-871B2D9F6671}"/>
              </a:ext>
            </a:extLst>
          </p:cNvPr>
          <p:cNvSpPr/>
          <p:nvPr/>
        </p:nvSpPr>
        <p:spPr>
          <a:xfrm>
            <a:off x="5774998" y="3893314"/>
            <a:ext cx="1533028" cy="507537"/>
          </a:xfrm>
          <a:prstGeom prst="rect">
            <a:avLst/>
          </a:prstGeom>
          <a:solidFill>
            <a:schemeClr val="bg1"/>
          </a:solidFill>
          <a:ln w="3175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2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اعتماد القرار من مدير عام الإدارة لعمليات الموارد البشرية</a:t>
            </a:r>
          </a:p>
        </p:txBody>
      </p:sp>
      <p:sp>
        <p:nvSpPr>
          <p:cNvPr id="96" name="مستطيل 95">
            <a:extLst>
              <a:ext uri="{FF2B5EF4-FFF2-40B4-BE49-F238E27FC236}">
                <a16:creationId xmlns:a16="http://schemas.microsoft.com/office/drawing/2014/main" id="{5AFA645A-CAB2-41AE-817B-56AC3FC34F4F}"/>
              </a:ext>
            </a:extLst>
          </p:cNvPr>
          <p:cNvSpPr/>
          <p:nvPr/>
        </p:nvSpPr>
        <p:spPr>
          <a:xfrm>
            <a:off x="7587317" y="5029162"/>
            <a:ext cx="2404069" cy="565256"/>
          </a:xfrm>
          <a:prstGeom prst="rect">
            <a:avLst/>
          </a:prstGeom>
          <a:solidFill>
            <a:schemeClr val="bg1"/>
          </a:solidFill>
          <a:ln w="12700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4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اعتماد قرار  التقاعد لبلوغ السن النظامية</a:t>
            </a:r>
          </a:p>
        </p:txBody>
      </p:sp>
      <p:sp>
        <p:nvSpPr>
          <p:cNvPr id="34" name="مستطيل 33">
            <a:extLst>
              <a:ext uri="{FF2B5EF4-FFF2-40B4-BE49-F238E27FC236}">
                <a16:creationId xmlns:a16="http://schemas.microsoft.com/office/drawing/2014/main" id="{16CA36C6-9C37-4C38-8686-C2216ADC91B0}"/>
              </a:ext>
            </a:extLst>
          </p:cNvPr>
          <p:cNvSpPr/>
          <p:nvPr/>
        </p:nvSpPr>
        <p:spPr>
          <a:xfrm>
            <a:off x="3502099" y="2613832"/>
            <a:ext cx="1433010" cy="565256"/>
          </a:xfrm>
          <a:prstGeom prst="rect">
            <a:avLst/>
          </a:prstGeom>
          <a:solidFill>
            <a:schemeClr val="bg1"/>
          </a:solidFill>
          <a:ln w="12700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4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 إعداد قرار  إنهاء  الخدمة </a:t>
            </a:r>
          </a:p>
        </p:txBody>
      </p:sp>
      <p:cxnSp>
        <p:nvCxnSpPr>
          <p:cNvPr id="35" name="رابط كسهم مستقيم 34">
            <a:extLst>
              <a:ext uri="{FF2B5EF4-FFF2-40B4-BE49-F238E27FC236}">
                <a16:creationId xmlns:a16="http://schemas.microsoft.com/office/drawing/2014/main" id="{7FEF0B0D-3356-411D-816E-BD9322CA99D6}"/>
              </a:ext>
            </a:extLst>
          </p:cNvPr>
          <p:cNvCxnSpPr>
            <a:cxnSpLocks/>
          </p:cNvCxnSpPr>
          <p:nvPr/>
        </p:nvCxnSpPr>
        <p:spPr>
          <a:xfrm flipH="1">
            <a:off x="4930359" y="2922638"/>
            <a:ext cx="2087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رابط كسهم مستقيم 52">
            <a:extLst>
              <a:ext uri="{FF2B5EF4-FFF2-40B4-BE49-F238E27FC236}">
                <a16:creationId xmlns:a16="http://schemas.microsoft.com/office/drawing/2014/main" id="{FE8D6191-E59B-4707-B700-A38812182464}"/>
              </a:ext>
            </a:extLst>
          </p:cNvPr>
          <p:cNvCxnSpPr>
            <a:cxnSpLocks/>
          </p:cNvCxnSpPr>
          <p:nvPr/>
        </p:nvCxnSpPr>
        <p:spPr>
          <a:xfrm>
            <a:off x="9035677" y="2293453"/>
            <a:ext cx="0" cy="2419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مستطيل 32">
            <a:extLst>
              <a:ext uri="{FF2B5EF4-FFF2-40B4-BE49-F238E27FC236}">
                <a16:creationId xmlns:a16="http://schemas.microsoft.com/office/drawing/2014/main" id="{EFEDA48D-DB57-44A8-B9CA-1B1C3D1431A1}"/>
              </a:ext>
            </a:extLst>
          </p:cNvPr>
          <p:cNvSpPr/>
          <p:nvPr/>
        </p:nvSpPr>
        <p:spPr>
          <a:xfrm>
            <a:off x="7825340" y="2640010"/>
            <a:ext cx="650954" cy="565256"/>
          </a:xfrm>
          <a:prstGeom prst="rect">
            <a:avLst/>
          </a:prstGeom>
          <a:solidFill>
            <a:schemeClr val="bg1"/>
          </a:solidFill>
          <a:ln w="12700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9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 مطابقة البيانات والتحقق من منصة مسار</a:t>
            </a:r>
          </a:p>
        </p:txBody>
      </p:sp>
      <p:cxnSp>
        <p:nvCxnSpPr>
          <p:cNvPr id="36" name="رابط مستقيم 35">
            <a:extLst>
              <a:ext uri="{FF2B5EF4-FFF2-40B4-BE49-F238E27FC236}">
                <a16:creationId xmlns:a16="http://schemas.microsoft.com/office/drawing/2014/main" id="{FC3FF1C4-FCB5-4D26-82D4-19A573050512}"/>
              </a:ext>
            </a:extLst>
          </p:cNvPr>
          <p:cNvCxnSpPr>
            <a:cxnSpLocks/>
          </p:cNvCxnSpPr>
          <p:nvPr/>
        </p:nvCxnSpPr>
        <p:spPr>
          <a:xfrm flipH="1">
            <a:off x="2877065" y="5311790"/>
            <a:ext cx="471025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رابط مستقيم 36">
            <a:extLst>
              <a:ext uri="{FF2B5EF4-FFF2-40B4-BE49-F238E27FC236}">
                <a16:creationId xmlns:a16="http://schemas.microsoft.com/office/drawing/2014/main" id="{4C645BAF-86FD-4833-BD64-92C89519435A}"/>
              </a:ext>
            </a:extLst>
          </p:cNvPr>
          <p:cNvCxnSpPr>
            <a:cxnSpLocks/>
          </p:cNvCxnSpPr>
          <p:nvPr/>
        </p:nvCxnSpPr>
        <p:spPr>
          <a:xfrm flipH="1">
            <a:off x="7308026" y="4131973"/>
            <a:ext cx="152338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رابط كسهم مستقيم 37">
            <a:extLst>
              <a:ext uri="{FF2B5EF4-FFF2-40B4-BE49-F238E27FC236}">
                <a16:creationId xmlns:a16="http://schemas.microsoft.com/office/drawing/2014/main" id="{7E78DAF6-C449-409B-B9A0-DF409E0FA6ED}"/>
              </a:ext>
            </a:extLst>
          </p:cNvPr>
          <p:cNvCxnSpPr>
            <a:cxnSpLocks/>
          </p:cNvCxnSpPr>
          <p:nvPr/>
        </p:nvCxnSpPr>
        <p:spPr>
          <a:xfrm>
            <a:off x="8831414" y="4131973"/>
            <a:ext cx="0" cy="8057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رابط كسهم مستقيم 46">
            <a:extLst>
              <a:ext uri="{FF2B5EF4-FFF2-40B4-BE49-F238E27FC236}">
                <a16:creationId xmlns:a16="http://schemas.microsoft.com/office/drawing/2014/main" id="{B2BF513F-8F11-4265-9CA5-54E006DF5708}"/>
              </a:ext>
            </a:extLst>
          </p:cNvPr>
          <p:cNvCxnSpPr>
            <a:cxnSpLocks/>
          </p:cNvCxnSpPr>
          <p:nvPr/>
        </p:nvCxnSpPr>
        <p:spPr>
          <a:xfrm flipH="1">
            <a:off x="7616597" y="2906132"/>
            <a:ext cx="2087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6734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صورة 72">
            <a:extLst>
              <a:ext uri="{FF2B5EF4-FFF2-40B4-BE49-F238E27FC236}">
                <a16:creationId xmlns:a16="http://schemas.microsoft.com/office/drawing/2014/main" id="{DE0D8ED6-7E57-49D6-9DC2-A17D8B91C5E3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23"/>
          <a:stretch/>
        </p:blipFill>
        <p:spPr bwMode="auto">
          <a:xfrm>
            <a:off x="10075026" y="195881"/>
            <a:ext cx="2011680" cy="52732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aphicFrame>
        <p:nvGraphicFramePr>
          <p:cNvPr id="2" name="جدول 1">
            <a:extLst>
              <a:ext uri="{FF2B5EF4-FFF2-40B4-BE49-F238E27FC236}">
                <a16:creationId xmlns:a16="http://schemas.microsoft.com/office/drawing/2014/main" id="{643ADDE2-4E36-4769-89E7-D314DBC403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8844983"/>
              </p:ext>
            </p:extLst>
          </p:nvPr>
        </p:nvGraphicFramePr>
        <p:xfrm>
          <a:off x="10419303" y="1300687"/>
          <a:ext cx="1638780" cy="4670608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638780">
                  <a:extLst>
                    <a:ext uri="{9D8B030D-6E8A-4147-A177-3AD203B41FA5}">
                      <a16:colId xmlns:a16="http://schemas.microsoft.com/office/drawing/2014/main" val="1932940555"/>
                    </a:ext>
                  </a:extLst>
                </a:gridCol>
              </a:tblGrid>
              <a:tr h="1167652">
                <a:tc>
                  <a:txBody>
                    <a:bodyPr/>
                    <a:lstStyle/>
                    <a:p>
                      <a:pPr algn="ctr" rtl="1"/>
                      <a:r>
                        <a:rPr lang="ar-SA" dirty="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الجهة</a:t>
                      </a:r>
                      <a:r>
                        <a:rPr lang="ar-SA" baseline="0" dirty="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 الخارجية المعنية </a:t>
                      </a:r>
                      <a:endParaRPr lang="ar-SA" dirty="0">
                        <a:solidFill>
                          <a:schemeClr val="tx1"/>
                        </a:solidFill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4283849"/>
                  </a:ext>
                </a:extLst>
              </a:tr>
              <a:tr h="1167652">
                <a:tc>
                  <a:txBody>
                    <a:bodyPr/>
                    <a:lstStyle/>
                    <a:p>
                      <a:pPr algn="ctr" rtl="1"/>
                      <a:r>
                        <a:rPr lang="ar-SA" sz="1800" b="1" kern="1200" dirty="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اخصائي إدارة خدمات الموارد البشرية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156785"/>
                  </a:ext>
                </a:extLst>
              </a:tr>
              <a:tr h="1167652">
                <a:tc>
                  <a:txBody>
                    <a:bodyPr/>
                    <a:lstStyle/>
                    <a:p>
                      <a:pPr algn="ctr" rtl="1"/>
                      <a:r>
                        <a:rPr lang="ar-SA" b="1" dirty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مدير عمليات الموارد البشرية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3404326"/>
                  </a:ext>
                </a:extLst>
              </a:tr>
              <a:tr h="1167652">
                <a:tc>
                  <a:txBody>
                    <a:bodyPr/>
                    <a:lstStyle/>
                    <a:p>
                      <a:pPr algn="ctr" rtl="1"/>
                      <a:r>
                        <a:rPr lang="ar-SA" b="1" dirty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صاحب</a:t>
                      </a:r>
                      <a:r>
                        <a:rPr lang="ar-SA" b="1" baseline="0" dirty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 الصلاحية</a:t>
                      </a:r>
                      <a:endParaRPr lang="ar-SA" b="1"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4823064"/>
                  </a:ext>
                </a:extLst>
              </a:tr>
            </a:tbl>
          </a:graphicData>
        </a:graphic>
      </p:graphicFrame>
      <p:graphicFrame>
        <p:nvGraphicFramePr>
          <p:cNvPr id="4" name="جدول 3">
            <a:extLst>
              <a:ext uri="{FF2B5EF4-FFF2-40B4-BE49-F238E27FC236}">
                <a16:creationId xmlns:a16="http://schemas.microsoft.com/office/drawing/2014/main" id="{5AE9234E-277B-4BAF-984F-5BEA261720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8285145"/>
              </p:ext>
            </p:extLst>
          </p:nvPr>
        </p:nvGraphicFramePr>
        <p:xfrm>
          <a:off x="507076" y="1300687"/>
          <a:ext cx="9857826" cy="4670608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9857826">
                  <a:extLst>
                    <a:ext uri="{9D8B030D-6E8A-4147-A177-3AD203B41FA5}">
                      <a16:colId xmlns:a16="http://schemas.microsoft.com/office/drawing/2014/main" val="87815262"/>
                    </a:ext>
                  </a:extLst>
                </a:gridCol>
              </a:tblGrid>
              <a:tr h="1167652">
                <a:tc>
                  <a:txBody>
                    <a:bodyPr/>
                    <a:lstStyle/>
                    <a:p>
                      <a:pPr algn="r" rtl="1"/>
                      <a:endParaRPr lang="ar-SA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2154497"/>
                  </a:ext>
                </a:extLst>
              </a:tr>
              <a:tr h="1167652">
                <a:tc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025413"/>
                  </a:ext>
                </a:extLst>
              </a:tr>
              <a:tr h="1167652">
                <a:tc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7533070"/>
                  </a:ext>
                </a:extLst>
              </a:tr>
              <a:tr h="1167652">
                <a:tc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9690409"/>
                  </a:ext>
                </a:extLst>
              </a:tr>
            </a:tbl>
          </a:graphicData>
        </a:graphic>
      </p:graphicFrame>
      <p:sp>
        <p:nvSpPr>
          <p:cNvPr id="24" name="مستطيل: زوايا مستديرة 23">
            <a:extLst>
              <a:ext uri="{FF2B5EF4-FFF2-40B4-BE49-F238E27FC236}">
                <a16:creationId xmlns:a16="http://schemas.microsoft.com/office/drawing/2014/main" id="{E058F48D-4CB0-4326-B75E-430BD3BAA147}"/>
              </a:ext>
            </a:extLst>
          </p:cNvPr>
          <p:cNvSpPr/>
          <p:nvPr/>
        </p:nvSpPr>
        <p:spPr>
          <a:xfrm>
            <a:off x="9486672" y="1436714"/>
            <a:ext cx="689956" cy="266007"/>
          </a:xfrm>
          <a:prstGeom prst="roundRect">
            <a:avLst/>
          </a:prstGeom>
          <a:solidFill>
            <a:srgbClr val="08585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4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البداية </a:t>
            </a:r>
          </a:p>
        </p:txBody>
      </p:sp>
      <p:sp>
        <p:nvSpPr>
          <p:cNvPr id="32" name="مخطط انسيابي: محطة طرفية 31">
            <a:extLst>
              <a:ext uri="{FF2B5EF4-FFF2-40B4-BE49-F238E27FC236}">
                <a16:creationId xmlns:a16="http://schemas.microsoft.com/office/drawing/2014/main" id="{D5FAC3E2-AE0D-40AB-9E38-E1EA6C834087}"/>
              </a:ext>
            </a:extLst>
          </p:cNvPr>
          <p:cNvSpPr/>
          <p:nvPr/>
        </p:nvSpPr>
        <p:spPr>
          <a:xfrm>
            <a:off x="8093307" y="1739854"/>
            <a:ext cx="1654232" cy="449350"/>
          </a:xfrm>
          <a:prstGeom prst="flowChartTerminator">
            <a:avLst/>
          </a:prstGeom>
          <a:solidFill>
            <a:schemeClr val="bg1">
              <a:lumMod val="95000"/>
            </a:schemeClr>
          </a:solidFill>
          <a:ln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2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تبليغ من الجهة تفيد بالقبض  على موظف </a:t>
            </a:r>
          </a:p>
        </p:txBody>
      </p:sp>
      <p:cxnSp>
        <p:nvCxnSpPr>
          <p:cNvPr id="45" name="رابط كسهم مستقيم 44">
            <a:extLst>
              <a:ext uri="{FF2B5EF4-FFF2-40B4-BE49-F238E27FC236}">
                <a16:creationId xmlns:a16="http://schemas.microsoft.com/office/drawing/2014/main" id="{17B78AF1-6A28-4EDA-8DAA-5ECFD8F377B1}"/>
              </a:ext>
            </a:extLst>
          </p:cNvPr>
          <p:cNvCxnSpPr/>
          <p:nvPr/>
        </p:nvCxnSpPr>
        <p:spPr>
          <a:xfrm>
            <a:off x="8999913" y="2189204"/>
            <a:ext cx="0" cy="5527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1" name="مستطيل 90">
            <a:extLst>
              <a:ext uri="{FF2B5EF4-FFF2-40B4-BE49-F238E27FC236}">
                <a16:creationId xmlns:a16="http://schemas.microsoft.com/office/drawing/2014/main" id="{236CE947-1401-4798-BE9A-3342031D4CA0}"/>
              </a:ext>
            </a:extLst>
          </p:cNvPr>
          <p:cNvSpPr/>
          <p:nvPr/>
        </p:nvSpPr>
        <p:spPr>
          <a:xfrm>
            <a:off x="8070966" y="2745696"/>
            <a:ext cx="1945869" cy="616218"/>
          </a:xfrm>
          <a:prstGeom prst="rect">
            <a:avLst/>
          </a:prstGeom>
          <a:solidFill>
            <a:schemeClr val="bg1"/>
          </a:solidFill>
          <a:ln w="12700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4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إعداد قرار  كف يد الموظف</a:t>
            </a:r>
          </a:p>
        </p:txBody>
      </p:sp>
      <p:cxnSp>
        <p:nvCxnSpPr>
          <p:cNvPr id="92" name="رابط كسهم مستقيم 91">
            <a:extLst>
              <a:ext uri="{FF2B5EF4-FFF2-40B4-BE49-F238E27FC236}">
                <a16:creationId xmlns:a16="http://schemas.microsoft.com/office/drawing/2014/main" id="{9846AF49-6CB4-4BCC-A8A3-C61B8AE1E549}"/>
              </a:ext>
            </a:extLst>
          </p:cNvPr>
          <p:cNvCxnSpPr>
            <a:cxnSpLocks/>
          </p:cNvCxnSpPr>
          <p:nvPr/>
        </p:nvCxnSpPr>
        <p:spPr>
          <a:xfrm>
            <a:off x="8999913" y="3365622"/>
            <a:ext cx="0" cy="5756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رابط كسهم مستقيم 131">
            <a:extLst>
              <a:ext uri="{FF2B5EF4-FFF2-40B4-BE49-F238E27FC236}">
                <a16:creationId xmlns:a16="http://schemas.microsoft.com/office/drawing/2014/main" id="{AD9BB056-DAFD-422C-B361-ED613D454529}"/>
              </a:ext>
            </a:extLst>
          </p:cNvPr>
          <p:cNvCxnSpPr>
            <a:cxnSpLocks/>
          </p:cNvCxnSpPr>
          <p:nvPr/>
        </p:nvCxnSpPr>
        <p:spPr>
          <a:xfrm>
            <a:off x="6777244" y="4409044"/>
            <a:ext cx="0" cy="6270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7" name="مستطيل 136">
            <a:extLst>
              <a:ext uri="{FF2B5EF4-FFF2-40B4-BE49-F238E27FC236}">
                <a16:creationId xmlns:a16="http://schemas.microsoft.com/office/drawing/2014/main" id="{5320DD90-A800-46B3-B0A8-FA65C7959908}"/>
              </a:ext>
            </a:extLst>
          </p:cNvPr>
          <p:cNvSpPr/>
          <p:nvPr/>
        </p:nvSpPr>
        <p:spPr>
          <a:xfrm>
            <a:off x="2397121" y="2602541"/>
            <a:ext cx="1248722" cy="519899"/>
          </a:xfrm>
          <a:prstGeom prst="rect">
            <a:avLst/>
          </a:prstGeom>
          <a:solidFill>
            <a:schemeClr val="bg1"/>
          </a:solidFill>
          <a:ln w="3175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0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توثيق القرار بالأنظمة (أساس/مسار) وتزويد نسخة للإدارات المعنية</a:t>
            </a:r>
          </a:p>
        </p:txBody>
      </p:sp>
      <p:cxnSp>
        <p:nvCxnSpPr>
          <p:cNvPr id="165" name="رابط كسهم مستقيم 164">
            <a:extLst>
              <a:ext uri="{FF2B5EF4-FFF2-40B4-BE49-F238E27FC236}">
                <a16:creationId xmlns:a16="http://schemas.microsoft.com/office/drawing/2014/main" id="{73C1DAB1-9EA2-4AE0-89F4-B8F355431A2A}"/>
              </a:ext>
            </a:extLst>
          </p:cNvPr>
          <p:cNvCxnSpPr>
            <a:cxnSpLocks/>
          </p:cNvCxnSpPr>
          <p:nvPr/>
        </p:nvCxnSpPr>
        <p:spPr>
          <a:xfrm flipV="1">
            <a:off x="3005387" y="3179590"/>
            <a:ext cx="0" cy="21292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8" name="مخطط انسيابي: معالجة معرّفة مسبقاً 167">
            <a:extLst>
              <a:ext uri="{FF2B5EF4-FFF2-40B4-BE49-F238E27FC236}">
                <a16:creationId xmlns:a16="http://schemas.microsoft.com/office/drawing/2014/main" id="{85183E14-3326-4D5A-AAFB-15E4DB5FA226}"/>
              </a:ext>
            </a:extLst>
          </p:cNvPr>
          <p:cNvSpPr/>
          <p:nvPr/>
        </p:nvSpPr>
        <p:spPr>
          <a:xfrm>
            <a:off x="1431935" y="2535472"/>
            <a:ext cx="747910" cy="826442"/>
          </a:xfrm>
          <a:prstGeom prst="flowChartPredefinedProcess">
            <a:avLst/>
          </a:prstGeom>
          <a:solidFill>
            <a:schemeClr val="bg1"/>
          </a:solidFill>
          <a:ln w="9525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1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قسم الوثائق والتقارير الوظيفية</a:t>
            </a:r>
          </a:p>
        </p:txBody>
      </p:sp>
      <p:cxnSp>
        <p:nvCxnSpPr>
          <p:cNvPr id="169" name="رابط كسهم مستقيم 168">
            <a:extLst>
              <a:ext uri="{FF2B5EF4-FFF2-40B4-BE49-F238E27FC236}">
                <a16:creationId xmlns:a16="http://schemas.microsoft.com/office/drawing/2014/main" id="{7FEF0B0D-3356-411D-816E-BD9322CA99D6}"/>
              </a:ext>
            </a:extLst>
          </p:cNvPr>
          <p:cNvCxnSpPr>
            <a:cxnSpLocks/>
          </p:cNvCxnSpPr>
          <p:nvPr/>
        </p:nvCxnSpPr>
        <p:spPr>
          <a:xfrm flipH="1">
            <a:off x="2188644" y="2862490"/>
            <a:ext cx="2087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0" name="رابط كسهم مستقيم 169">
            <a:extLst>
              <a:ext uri="{FF2B5EF4-FFF2-40B4-BE49-F238E27FC236}">
                <a16:creationId xmlns:a16="http://schemas.microsoft.com/office/drawing/2014/main" id="{6B3A1D4A-E236-4067-864D-CB1DB37A7517}"/>
              </a:ext>
            </a:extLst>
          </p:cNvPr>
          <p:cNvCxnSpPr>
            <a:cxnSpLocks/>
          </p:cNvCxnSpPr>
          <p:nvPr/>
        </p:nvCxnSpPr>
        <p:spPr>
          <a:xfrm flipH="1">
            <a:off x="1223334" y="2862490"/>
            <a:ext cx="2087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1" name="مخطط انسيابي: محطة طرفية 170">
            <a:extLst>
              <a:ext uri="{FF2B5EF4-FFF2-40B4-BE49-F238E27FC236}">
                <a16:creationId xmlns:a16="http://schemas.microsoft.com/office/drawing/2014/main" id="{41D97046-D84F-4C21-8937-5B8641CF40A8}"/>
              </a:ext>
            </a:extLst>
          </p:cNvPr>
          <p:cNvSpPr/>
          <p:nvPr/>
        </p:nvSpPr>
        <p:spPr>
          <a:xfrm>
            <a:off x="693242" y="2759649"/>
            <a:ext cx="501805" cy="224439"/>
          </a:xfrm>
          <a:prstGeom prst="flowChartTerminator">
            <a:avLst/>
          </a:prstGeom>
          <a:solidFill>
            <a:schemeClr val="bg1">
              <a:lumMod val="95000"/>
            </a:schemeClr>
          </a:solidFill>
          <a:ln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05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النهاية</a:t>
            </a:r>
          </a:p>
        </p:txBody>
      </p:sp>
      <p:sp>
        <p:nvSpPr>
          <p:cNvPr id="179" name="مستطيل 178">
            <a:extLst>
              <a:ext uri="{FF2B5EF4-FFF2-40B4-BE49-F238E27FC236}">
                <a16:creationId xmlns:a16="http://schemas.microsoft.com/office/drawing/2014/main" id="{81B45051-39D6-4256-A3C3-CE24319D9DFE}"/>
              </a:ext>
            </a:extLst>
          </p:cNvPr>
          <p:cNvSpPr/>
          <p:nvPr/>
        </p:nvSpPr>
        <p:spPr>
          <a:xfrm>
            <a:off x="507076" y="962204"/>
            <a:ext cx="11551007" cy="348889"/>
          </a:xfrm>
          <a:prstGeom prst="rect">
            <a:avLst/>
          </a:prstGeom>
          <a:solidFill>
            <a:schemeClr val="bg1"/>
          </a:solidFill>
          <a:ln w="19050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ar-SA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إجراء معالجة طلبات كف اليد</a:t>
            </a:r>
          </a:p>
        </p:txBody>
      </p:sp>
      <p:cxnSp>
        <p:nvCxnSpPr>
          <p:cNvPr id="57" name="رابط كسهم مستقيم 56">
            <a:extLst>
              <a:ext uri="{FF2B5EF4-FFF2-40B4-BE49-F238E27FC236}">
                <a16:creationId xmlns:a16="http://schemas.microsoft.com/office/drawing/2014/main" id="{7FEF0B0D-3356-411D-816E-BD9322CA99D6}"/>
              </a:ext>
            </a:extLst>
          </p:cNvPr>
          <p:cNvCxnSpPr>
            <a:cxnSpLocks/>
            <a:stCxn id="58" idx="1"/>
          </p:cNvCxnSpPr>
          <p:nvPr/>
        </p:nvCxnSpPr>
        <p:spPr>
          <a:xfrm flipH="1">
            <a:off x="7562810" y="4216559"/>
            <a:ext cx="6941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مستطيل 57">
            <a:extLst>
              <a:ext uri="{FF2B5EF4-FFF2-40B4-BE49-F238E27FC236}">
                <a16:creationId xmlns:a16="http://schemas.microsoft.com/office/drawing/2014/main" id="{FD1C597B-816D-4D3F-AA7D-871B2D9F6671}"/>
              </a:ext>
            </a:extLst>
          </p:cNvPr>
          <p:cNvSpPr/>
          <p:nvPr/>
        </p:nvSpPr>
        <p:spPr>
          <a:xfrm>
            <a:off x="8257006" y="3962790"/>
            <a:ext cx="1444935" cy="507537"/>
          </a:xfrm>
          <a:prstGeom prst="rect">
            <a:avLst/>
          </a:prstGeom>
          <a:solidFill>
            <a:schemeClr val="bg1"/>
          </a:solidFill>
          <a:ln w="3175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2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اعتماد القرار من مدير إدارة خدمات الموارد البشرية</a:t>
            </a:r>
          </a:p>
        </p:txBody>
      </p:sp>
      <p:sp>
        <p:nvSpPr>
          <p:cNvPr id="60" name="مستطيل 59">
            <a:extLst>
              <a:ext uri="{FF2B5EF4-FFF2-40B4-BE49-F238E27FC236}">
                <a16:creationId xmlns:a16="http://schemas.microsoft.com/office/drawing/2014/main" id="{FD1C597B-816D-4D3F-AA7D-871B2D9F6671}"/>
              </a:ext>
            </a:extLst>
          </p:cNvPr>
          <p:cNvSpPr/>
          <p:nvPr/>
        </p:nvSpPr>
        <p:spPr>
          <a:xfrm>
            <a:off x="6010731" y="3962790"/>
            <a:ext cx="1533028" cy="507537"/>
          </a:xfrm>
          <a:prstGeom prst="rect">
            <a:avLst/>
          </a:prstGeom>
          <a:solidFill>
            <a:schemeClr val="bg1"/>
          </a:solidFill>
          <a:ln w="3175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2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اعتماد القرار من مدير عام الإدارة لعمليات الموارد البشرية</a:t>
            </a:r>
          </a:p>
        </p:txBody>
      </p:sp>
      <p:sp>
        <p:nvSpPr>
          <p:cNvPr id="67" name="مستطيل 66">
            <a:extLst>
              <a:ext uri="{FF2B5EF4-FFF2-40B4-BE49-F238E27FC236}">
                <a16:creationId xmlns:a16="http://schemas.microsoft.com/office/drawing/2014/main" id="{5AFA645A-CAB2-41AE-817B-56AC3FC34F4F}"/>
              </a:ext>
            </a:extLst>
          </p:cNvPr>
          <p:cNvSpPr/>
          <p:nvPr/>
        </p:nvSpPr>
        <p:spPr>
          <a:xfrm>
            <a:off x="5575210" y="5026242"/>
            <a:ext cx="2404069" cy="565256"/>
          </a:xfrm>
          <a:prstGeom prst="rect">
            <a:avLst/>
          </a:prstGeom>
          <a:solidFill>
            <a:schemeClr val="bg1"/>
          </a:solidFill>
          <a:ln w="12700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4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اعتماد قرار  كف اليد</a:t>
            </a:r>
          </a:p>
        </p:txBody>
      </p:sp>
      <p:cxnSp>
        <p:nvCxnSpPr>
          <p:cNvPr id="25" name="رابط مستقيم 24">
            <a:extLst>
              <a:ext uri="{FF2B5EF4-FFF2-40B4-BE49-F238E27FC236}">
                <a16:creationId xmlns:a16="http://schemas.microsoft.com/office/drawing/2014/main" id="{646A6165-14BF-4F1B-B8E9-F3A50BF4098A}"/>
              </a:ext>
            </a:extLst>
          </p:cNvPr>
          <p:cNvCxnSpPr>
            <a:cxnSpLocks/>
            <a:stCxn id="67" idx="1"/>
          </p:cNvCxnSpPr>
          <p:nvPr/>
        </p:nvCxnSpPr>
        <p:spPr>
          <a:xfrm flipH="1">
            <a:off x="3005387" y="5308870"/>
            <a:ext cx="256982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2051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صورة 72">
            <a:extLst>
              <a:ext uri="{FF2B5EF4-FFF2-40B4-BE49-F238E27FC236}">
                <a16:creationId xmlns:a16="http://schemas.microsoft.com/office/drawing/2014/main" id="{DE0D8ED6-7E57-49D6-9DC2-A17D8B91C5E3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23"/>
          <a:stretch/>
        </p:blipFill>
        <p:spPr bwMode="auto">
          <a:xfrm>
            <a:off x="10075026" y="195881"/>
            <a:ext cx="2011680" cy="52732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aphicFrame>
        <p:nvGraphicFramePr>
          <p:cNvPr id="2" name="جدول 1">
            <a:extLst>
              <a:ext uri="{FF2B5EF4-FFF2-40B4-BE49-F238E27FC236}">
                <a16:creationId xmlns:a16="http://schemas.microsoft.com/office/drawing/2014/main" id="{643ADDE2-4E36-4769-89E7-D314DBC403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1251097"/>
              </p:ext>
            </p:extLst>
          </p:nvPr>
        </p:nvGraphicFramePr>
        <p:xfrm>
          <a:off x="10419303" y="1300687"/>
          <a:ext cx="1638780" cy="4931222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638780">
                  <a:extLst>
                    <a:ext uri="{9D8B030D-6E8A-4147-A177-3AD203B41FA5}">
                      <a16:colId xmlns:a16="http://schemas.microsoft.com/office/drawing/2014/main" val="1932940555"/>
                    </a:ext>
                  </a:extLst>
                </a:gridCol>
              </a:tblGrid>
              <a:tr h="1167652">
                <a:tc>
                  <a:txBody>
                    <a:bodyPr/>
                    <a:lstStyle/>
                    <a:p>
                      <a:pPr algn="ctr" rtl="1"/>
                      <a:r>
                        <a:rPr lang="ar-SA" dirty="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الجهة</a:t>
                      </a:r>
                      <a:r>
                        <a:rPr lang="ar-SA" baseline="0" dirty="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 الخارجية المعنية </a:t>
                      </a:r>
                      <a:endParaRPr lang="ar-SA" dirty="0">
                        <a:solidFill>
                          <a:schemeClr val="tx1"/>
                        </a:solidFill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4283849"/>
                  </a:ext>
                </a:extLst>
              </a:tr>
              <a:tr h="1655986">
                <a:tc>
                  <a:txBody>
                    <a:bodyPr/>
                    <a:lstStyle/>
                    <a:p>
                      <a:pPr algn="ctr" rtl="1"/>
                      <a:r>
                        <a:rPr lang="ar-SA" sz="1800" b="1" kern="1200" dirty="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اخصائي إدارة خدمات الموارد البشرية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156785"/>
                  </a:ext>
                </a:extLst>
              </a:tr>
              <a:tr h="1167652">
                <a:tc>
                  <a:txBody>
                    <a:bodyPr/>
                    <a:lstStyle/>
                    <a:p>
                      <a:pPr algn="ctr" rtl="1"/>
                      <a:r>
                        <a:rPr lang="ar-SA" b="1" dirty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مدير إدارة خدمات الموارد البشرية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3404326"/>
                  </a:ext>
                </a:extLst>
              </a:tr>
              <a:tr h="939932">
                <a:tc>
                  <a:txBody>
                    <a:bodyPr/>
                    <a:lstStyle/>
                    <a:p>
                      <a:pPr algn="ctr" rtl="1"/>
                      <a:r>
                        <a:rPr lang="ar-SA" b="1" dirty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صاحب</a:t>
                      </a:r>
                      <a:r>
                        <a:rPr lang="ar-SA" b="1" baseline="0" dirty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 الصلاحية</a:t>
                      </a:r>
                      <a:endParaRPr lang="ar-SA" b="1"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4823064"/>
                  </a:ext>
                </a:extLst>
              </a:tr>
            </a:tbl>
          </a:graphicData>
        </a:graphic>
      </p:graphicFrame>
      <p:graphicFrame>
        <p:nvGraphicFramePr>
          <p:cNvPr id="4" name="جدول 3">
            <a:extLst>
              <a:ext uri="{FF2B5EF4-FFF2-40B4-BE49-F238E27FC236}">
                <a16:creationId xmlns:a16="http://schemas.microsoft.com/office/drawing/2014/main" id="{5AE9234E-277B-4BAF-984F-5BEA261720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3191452"/>
              </p:ext>
            </p:extLst>
          </p:nvPr>
        </p:nvGraphicFramePr>
        <p:xfrm>
          <a:off x="507076" y="1300687"/>
          <a:ext cx="9857826" cy="4921697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9857826">
                  <a:extLst>
                    <a:ext uri="{9D8B030D-6E8A-4147-A177-3AD203B41FA5}">
                      <a16:colId xmlns:a16="http://schemas.microsoft.com/office/drawing/2014/main" val="87815262"/>
                    </a:ext>
                  </a:extLst>
                </a:gridCol>
              </a:tblGrid>
              <a:tr h="1167652">
                <a:tc>
                  <a:txBody>
                    <a:bodyPr/>
                    <a:lstStyle/>
                    <a:p>
                      <a:pPr algn="r" rtl="1"/>
                      <a:endParaRPr lang="ar-SA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2154497"/>
                  </a:ext>
                </a:extLst>
              </a:tr>
              <a:tr h="1627411">
                <a:tc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025413"/>
                  </a:ext>
                </a:extLst>
              </a:tr>
              <a:tr h="1167652">
                <a:tc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7533070"/>
                  </a:ext>
                </a:extLst>
              </a:tr>
              <a:tr h="958982">
                <a:tc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9690409"/>
                  </a:ext>
                </a:extLst>
              </a:tr>
            </a:tbl>
          </a:graphicData>
        </a:graphic>
      </p:graphicFrame>
      <p:sp>
        <p:nvSpPr>
          <p:cNvPr id="24" name="مستطيل: زوايا مستديرة 23">
            <a:extLst>
              <a:ext uri="{FF2B5EF4-FFF2-40B4-BE49-F238E27FC236}">
                <a16:creationId xmlns:a16="http://schemas.microsoft.com/office/drawing/2014/main" id="{E058F48D-4CB0-4326-B75E-430BD3BAA147}"/>
              </a:ext>
            </a:extLst>
          </p:cNvPr>
          <p:cNvSpPr/>
          <p:nvPr/>
        </p:nvSpPr>
        <p:spPr>
          <a:xfrm>
            <a:off x="9486672" y="1436714"/>
            <a:ext cx="689956" cy="266007"/>
          </a:xfrm>
          <a:prstGeom prst="roundRect">
            <a:avLst/>
          </a:prstGeom>
          <a:solidFill>
            <a:srgbClr val="08585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4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البداية </a:t>
            </a:r>
          </a:p>
        </p:txBody>
      </p:sp>
      <p:sp>
        <p:nvSpPr>
          <p:cNvPr id="32" name="مخطط انسيابي: محطة طرفية 31">
            <a:extLst>
              <a:ext uri="{FF2B5EF4-FFF2-40B4-BE49-F238E27FC236}">
                <a16:creationId xmlns:a16="http://schemas.microsoft.com/office/drawing/2014/main" id="{D5FAC3E2-AE0D-40AB-9E38-E1EA6C834087}"/>
              </a:ext>
            </a:extLst>
          </p:cNvPr>
          <p:cNvSpPr/>
          <p:nvPr/>
        </p:nvSpPr>
        <p:spPr>
          <a:xfrm>
            <a:off x="8084054" y="1739854"/>
            <a:ext cx="2037556" cy="449350"/>
          </a:xfrm>
          <a:prstGeom prst="flowChartTerminator">
            <a:avLst/>
          </a:prstGeom>
          <a:solidFill>
            <a:schemeClr val="bg1">
              <a:lumMod val="95000"/>
            </a:schemeClr>
          </a:solidFill>
          <a:ln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2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تبليغ من الجهة المعنية بصدور حكم نهائي على موظف مكفوف اليد</a:t>
            </a:r>
          </a:p>
        </p:txBody>
      </p:sp>
      <p:cxnSp>
        <p:nvCxnSpPr>
          <p:cNvPr id="45" name="رابط كسهم مستقيم 44">
            <a:extLst>
              <a:ext uri="{FF2B5EF4-FFF2-40B4-BE49-F238E27FC236}">
                <a16:creationId xmlns:a16="http://schemas.microsoft.com/office/drawing/2014/main" id="{17B78AF1-6A28-4EDA-8DAA-5ECFD8F377B1}"/>
              </a:ext>
            </a:extLst>
          </p:cNvPr>
          <p:cNvCxnSpPr>
            <a:cxnSpLocks/>
          </p:cNvCxnSpPr>
          <p:nvPr/>
        </p:nvCxnSpPr>
        <p:spPr>
          <a:xfrm>
            <a:off x="9163050" y="2194537"/>
            <a:ext cx="0" cy="3996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1" name="مستطيل 90">
            <a:extLst>
              <a:ext uri="{FF2B5EF4-FFF2-40B4-BE49-F238E27FC236}">
                <a16:creationId xmlns:a16="http://schemas.microsoft.com/office/drawing/2014/main" id="{236CE947-1401-4798-BE9A-3342031D4CA0}"/>
              </a:ext>
            </a:extLst>
          </p:cNvPr>
          <p:cNvSpPr/>
          <p:nvPr/>
        </p:nvSpPr>
        <p:spPr>
          <a:xfrm>
            <a:off x="8257006" y="2594478"/>
            <a:ext cx="1878978" cy="433894"/>
          </a:xfrm>
          <a:prstGeom prst="rect">
            <a:avLst/>
          </a:prstGeom>
          <a:solidFill>
            <a:schemeClr val="bg1"/>
          </a:solidFill>
          <a:ln w="12700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4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مراجعة الحكم </a:t>
            </a:r>
          </a:p>
        </p:txBody>
      </p:sp>
      <p:cxnSp>
        <p:nvCxnSpPr>
          <p:cNvPr id="132" name="رابط كسهم مستقيم 131">
            <a:extLst>
              <a:ext uri="{FF2B5EF4-FFF2-40B4-BE49-F238E27FC236}">
                <a16:creationId xmlns:a16="http://schemas.microsoft.com/office/drawing/2014/main" id="{AD9BB056-DAFD-422C-B361-ED613D454529}"/>
              </a:ext>
            </a:extLst>
          </p:cNvPr>
          <p:cNvCxnSpPr>
            <a:cxnSpLocks/>
          </p:cNvCxnSpPr>
          <p:nvPr/>
        </p:nvCxnSpPr>
        <p:spPr>
          <a:xfrm>
            <a:off x="9102832" y="4898952"/>
            <a:ext cx="0" cy="5493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7" name="مستطيل 136">
            <a:extLst>
              <a:ext uri="{FF2B5EF4-FFF2-40B4-BE49-F238E27FC236}">
                <a16:creationId xmlns:a16="http://schemas.microsoft.com/office/drawing/2014/main" id="{5320DD90-A800-46B3-B0A8-FA65C7959908}"/>
              </a:ext>
            </a:extLst>
          </p:cNvPr>
          <p:cNvSpPr/>
          <p:nvPr/>
        </p:nvSpPr>
        <p:spPr>
          <a:xfrm>
            <a:off x="2397121" y="2602541"/>
            <a:ext cx="1248722" cy="519899"/>
          </a:xfrm>
          <a:prstGeom prst="rect">
            <a:avLst/>
          </a:prstGeom>
          <a:solidFill>
            <a:schemeClr val="bg1"/>
          </a:solidFill>
          <a:ln w="3175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0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توثيق القرار بالأنظمة (أساس/مسار) وتزويد نسخة للإدارات المعنية</a:t>
            </a:r>
          </a:p>
        </p:txBody>
      </p:sp>
      <p:cxnSp>
        <p:nvCxnSpPr>
          <p:cNvPr id="165" name="رابط كسهم مستقيم 164">
            <a:extLst>
              <a:ext uri="{FF2B5EF4-FFF2-40B4-BE49-F238E27FC236}">
                <a16:creationId xmlns:a16="http://schemas.microsoft.com/office/drawing/2014/main" id="{73C1DAB1-9EA2-4AE0-89F4-B8F355431A2A}"/>
              </a:ext>
            </a:extLst>
          </p:cNvPr>
          <p:cNvCxnSpPr>
            <a:cxnSpLocks/>
          </p:cNvCxnSpPr>
          <p:nvPr/>
        </p:nvCxnSpPr>
        <p:spPr>
          <a:xfrm flipV="1">
            <a:off x="2957762" y="3152017"/>
            <a:ext cx="0" cy="25950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8" name="مخطط انسيابي: معالجة معرّفة مسبقاً 167">
            <a:extLst>
              <a:ext uri="{FF2B5EF4-FFF2-40B4-BE49-F238E27FC236}">
                <a16:creationId xmlns:a16="http://schemas.microsoft.com/office/drawing/2014/main" id="{85183E14-3326-4D5A-AAFB-15E4DB5FA226}"/>
              </a:ext>
            </a:extLst>
          </p:cNvPr>
          <p:cNvSpPr/>
          <p:nvPr/>
        </p:nvSpPr>
        <p:spPr>
          <a:xfrm>
            <a:off x="1431493" y="2602547"/>
            <a:ext cx="747910" cy="690981"/>
          </a:xfrm>
          <a:prstGeom prst="flowChartPredefinedProcess">
            <a:avLst/>
          </a:prstGeom>
          <a:solidFill>
            <a:schemeClr val="bg1"/>
          </a:solidFill>
          <a:ln w="9525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1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قسم الوثائق والتقارير الوظيفية</a:t>
            </a:r>
          </a:p>
        </p:txBody>
      </p:sp>
      <p:cxnSp>
        <p:nvCxnSpPr>
          <p:cNvPr id="169" name="رابط كسهم مستقيم 168">
            <a:extLst>
              <a:ext uri="{FF2B5EF4-FFF2-40B4-BE49-F238E27FC236}">
                <a16:creationId xmlns:a16="http://schemas.microsoft.com/office/drawing/2014/main" id="{7FEF0B0D-3356-411D-816E-BD9322CA99D6}"/>
              </a:ext>
            </a:extLst>
          </p:cNvPr>
          <p:cNvCxnSpPr>
            <a:cxnSpLocks/>
          </p:cNvCxnSpPr>
          <p:nvPr/>
        </p:nvCxnSpPr>
        <p:spPr>
          <a:xfrm flipH="1">
            <a:off x="2188644" y="2862490"/>
            <a:ext cx="2087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0" name="رابط كسهم مستقيم 169">
            <a:extLst>
              <a:ext uri="{FF2B5EF4-FFF2-40B4-BE49-F238E27FC236}">
                <a16:creationId xmlns:a16="http://schemas.microsoft.com/office/drawing/2014/main" id="{6B3A1D4A-E236-4067-864D-CB1DB37A7517}"/>
              </a:ext>
            </a:extLst>
          </p:cNvPr>
          <p:cNvCxnSpPr>
            <a:cxnSpLocks/>
          </p:cNvCxnSpPr>
          <p:nvPr/>
        </p:nvCxnSpPr>
        <p:spPr>
          <a:xfrm flipH="1">
            <a:off x="1223334" y="2862490"/>
            <a:ext cx="2087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1" name="مخطط انسيابي: محطة طرفية 170">
            <a:extLst>
              <a:ext uri="{FF2B5EF4-FFF2-40B4-BE49-F238E27FC236}">
                <a16:creationId xmlns:a16="http://schemas.microsoft.com/office/drawing/2014/main" id="{41D97046-D84F-4C21-8937-5B8641CF40A8}"/>
              </a:ext>
            </a:extLst>
          </p:cNvPr>
          <p:cNvSpPr/>
          <p:nvPr/>
        </p:nvSpPr>
        <p:spPr>
          <a:xfrm>
            <a:off x="693242" y="2759649"/>
            <a:ext cx="501805" cy="224439"/>
          </a:xfrm>
          <a:prstGeom prst="flowChartTerminator">
            <a:avLst/>
          </a:prstGeom>
          <a:solidFill>
            <a:schemeClr val="bg1">
              <a:lumMod val="95000"/>
            </a:schemeClr>
          </a:solidFill>
          <a:ln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05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النهاية</a:t>
            </a:r>
          </a:p>
        </p:txBody>
      </p:sp>
      <p:sp>
        <p:nvSpPr>
          <p:cNvPr id="179" name="مستطيل 178">
            <a:extLst>
              <a:ext uri="{FF2B5EF4-FFF2-40B4-BE49-F238E27FC236}">
                <a16:creationId xmlns:a16="http://schemas.microsoft.com/office/drawing/2014/main" id="{81B45051-39D6-4256-A3C3-CE24319D9DFE}"/>
              </a:ext>
            </a:extLst>
          </p:cNvPr>
          <p:cNvSpPr/>
          <p:nvPr/>
        </p:nvSpPr>
        <p:spPr>
          <a:xfrm>
            <a:off x="507076" y="962204"/>
            <a:ext cx="11551007" cy="348889"/>
          </a:xfrm>
          <a:prstGeom prst="rect">
            <a:avLst/>
          </a:prstGeom>
          <a:solidFill>
            <a:schemeClr val="bg1"/>
          </a:solidFill>
          <a:ln w="19050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ar-SA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إجراء معالجة إنهاء كف اليد</a:t>
            </a:r>
          </a:p>
        </p:txBody>
      </p:sp>
      <p:cxnSp>
        <p:nvCxnSpPr>
          <p:cNvPr id="57" name="رابط كسهم مستقيم 56">
            <a:extLst>
              <a:ext uri="{FF2B5EF4-FFF2-40B4-BE49-F238E27FC236}">
                <a16:creationId xmlns:a16="http://schemas.microsoft.com/office/drawing/2014/main" id="{7FEF0B0D-3356-411D-816E-BD9322CA99D6}"/>
              </a:ext>
            </a:extLst>
          </p:cNvPr>
          <p:cNvCxnSpPr>
            <a:cxnSpLocks/>
          </p:cNvCxnSpPr>
          <p:nvPr/>
        </p:nvCxnSpPr>
        <p:spPr>
          <a:xfrm>
            <a:off x="7572334" y="4626673"/>
            <a:ext cx="6302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مستطيل 57">
            <a:extLst>
              <a:ext uri="{FF2B5EF4-FFF2-40B4-BE49-F238E27FC236}">
                <a16:creationId xmlns:a16="http://schemas.microsoft.com/office/drawing/2014/main" id="{FD1C597B-816D-4D3F-AA7D-871B2D9F6671}"/>
              </a:ext>
            </a:extLst>
          </p:cNvPr>
          <p:cNvSpPr/>
          <p:nvPr/>
        </p:nvSpPr>
        <p:spPr>
          <a:xfrm>
            <a:off x="8257006" y="4309167"/>
            <a:ext cx="1744244" cy="589786"/>
          </a:xfrm>
          <a:prstGeom prst="rect">
            <a:avLst/>
          </a:prstGeom>
          <a:solidFill>
            <a:schemeClr val="bg1"/>
          </a:solidFill>
          <a:ln w="3175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2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اعتماد قرار كف اليد او الفصل من مدير عام الإدارة العامة لعمليات الموارد البشرية</a:t>
            </a:r>
          </a:p>
        </p:txBody>
      </p:sp>
      <p:sp>
        <p:nvSpPr>
          <p:cNvPr id="60" name="مستطيل 59">
            <a:extLst>
              <a:ext uri="{FF2B5EF4-FFF2-40B4-BE49-F238E27FC236}">
                <a16:creationId xmlns:a16="http://schemas.microsoft.com/office/drawing/2014/main" id="{FD1C597B-816D-4D3F-AA7D-871B2D9F6671}"/>
              </a:ext>
            </a:extLst>
          </p:cNvPr>
          <p:cNvSpPr/>
          <p:nvPr/>
        </p:nvSpPr>
        <p:spPr>
          <a:xfrm>
            <a:off x="6010731" y="4309167"/>
            <a:ext cx="1533028" cy="589785"/>
          </a:xfrm>
          <a:prstGeom prst="rect">
            <a:avLst/>
          </a:prstGeom>
          <a:solidFill>
            <a:schemeClr val="bg1"/>
          </a:solidFill>
          <a:ln w="3175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2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اعتماد قرار  انهاء كف اليد او الفصل من مدير إدارة خدمات الموارد البشرية</a:t>
            </a:r>
          </a:p>
        </p:txBody>
      </p:sp>
      <p:sp>
        <p:nvSpPr>
          <p:cNvPr id="67" name="مستطيل 66">
            <a:extLst>
              <a:ext uri="{FF2B5EF4-FFF2-40B4-BE49-F238E27FC236}">
                <a16:creationId xmlns:a16="http://schemas.microsoft.com/office/drawing/2014/main" id="{5AFA645A-CAB2-41AE-817B-56AC3FC34F4F}"/>
              </a:ext>
            </a:extLst>
          </p:cNvPr>
          <p:cNvSpPr/>
          <p:nvPr/>
        </p:nvSpPr>
        <p:spPr>
          <a:xfrm>
            <a:off x="7808115" y="5473792"/>
            <a:ext cx="2404069" cy="565256"/>
          </a:xfrm>
          <a:prstGeom prst="rect">
            <a:avLst/>
          </a:prstGeom>
          <a:solidFill>
            <a:schemeClr val="bg1"/>
          </a:solidFill>
          <a:ln w="12700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4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اعتماد قرار انهاء كف اليد او الفصل</a:t>
            </a:r>
          </a:p>
        </p:txBody>
      </p:sp>
      <p:sp>
        <p:nvSpPr>
          <p:cNvPr id="25" name="معين 24">
            <a:extLst>
              <a:ext uri="{FF2B5EF4-FFF2-40B4-BE49-F238E27FC236}">
                <a16:creationId xmlns:a16="http://schemas.microsoft.com/office/drawing/2014/main" id="{19E360BB-82A4-4EFB-9DDD-1ECD221FA01B}"/>
              </a:ext>
            </a:extLst>
          </p:cNvPr>
          <p:cNvSpPr/>
          <p:nvPr/>
        </p:nvSpPr>
        <p:spPr>
          <a:xfrm>
            <a:off x="6979346" y="2542853"/>
            <a:ext cx="1077905" cy="531962"/>
          </a:xfrm>
          <a:prstGeom prst="diamond">
            <a:avLst/>
          </a:prstGeom>
          <a:solidFill>
            <a:schemeClr val="bg1"/>
          </a:solidFill>
          <a:ln w="6350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9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الحكم موجب للفصل</a:t>
            </a:r>
          </a:p>
        </p:txBody>
      </p:sp>
      <p:cxnSp>
        <p:nvCxnSpPr>
          <p:cNvPr id="26" name="رابط مستقيم 25">
            <a:extLst>
              <a:ext uri="{FF2B5EF4-FFF2-40B4-BE49-F238E27FC236}">
                <a16:creationId xmlns:a16="http://schemas.microsoft.com/office/drawing/2014/main" id="{1FE7F34E-A4FA-4364-9F48-81176E3EC535}"/>
              </a:ext>
            </a:extLst>
          </p:cNvPr>
          <p:cNvCxnSpPr>
            <a:cxnSpLocks/>
          </p:cNvCxnSpPr>
          <p:nvPr/>
        </p:nvCxnSpPr>
        <p:spPr>
          <a:xfrm flipH="1" flipV="1">
            <a:off x="6262377" y="2806786"/>
            <a:ext cx="709349" cy="1"/>
          </a:xfrm>
          <a:prstGeom prst="line">
            <a:avLst/>
          </a:prstGeom>
          <a:ln>
            <a:solidFill>
              <a:srgbClr val="0858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مربع نص 26">
            <a:extLst>
              <a:ext uri="{FF2B5EF4-FFF2-40B4-BE49-F238E27FC236}">
                <a16:creationId xmlns:a16="http://schemas.microsoft.com/office/drawing/2014/main" id="{1C0EF4D9-FF71-44EF-8401-D3AA0E2A2FE0}"/>
              </a:ext>
            </a:extLst>
          </p:cNvPr>
          <p:cNvSpPr txBox="1"/>
          <p:nvPr/>
        </p:nvSpPr>
        <p:spPr>
          <a:xfrm>
            <a:off x="5855294" y="2689241"/>
            <a:ext cx="372218" cy="276999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ar-SA" sz="12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نعم </a:t>
            </a:r>
          </a:p>
        </p:txBody>
      </p:sp>
      <p:cxnSp>
        <p:nvCxnSpPr>
          <p:cNvPr id="29" name="رابط مستقيم 28">
            <a:extLst>
              <a:ext uri="{FF2B5EF4-FFF2-40B4-BE49-F238E27FC236}">
                <a16:creationId xmlns:a16="http://schemas.microsoft.com/office/drawing/2014/main" id="{E79B71C1-1567-4671-9E28-6A7D5747EC7C}"/>
              </a:ext>
            </a:extLst>
          </p:cNvPr>
          <p:cNvCxnSpPr>
            <a:cxnSpLocks/>
            <a:stCxn id="25" idx="3"/>
            <a:endCxn id="91" idx="1"/>
          </p:cNvCxnSpPr>
          <p:nvPr/>
        </p:nvCxnSpPr>
        <p:spPr>
          <a:xfrm>
            <a:off x="8057251" y="2808834"/>
            <a:ext cx="199755" cy="2591"/>
          </a:xfrm>
          <a:prstGeom prst="line">
            <a:avLst/>
          </a:prstGeom>
          <a:ln>
            <a:solidFill>
              <a:srgbClr val="0858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مستطيل 30">
            <a:extLst>
              <a:ext uri="{FF2B5EF4-FFF2-40B4-BE49-F238E27FC236}">
                <a16:creationId xmlns:a16="http://schemas.microsoft.com/office/drawing/2014/main" id="{236CE947-1401-4798-BE9A-3342031D4CA0}"/>
              </a:ext>
            </a:extLst>
          </p:cNvPr>
          <p:cNvSpPr/>
          <p:nvPr/>
        </p:nvSpPr>
        <p:spPr>
          <a:xfrm>
            <a:off x="3993149" y="2574246"/>
            <a:ext cx="1878978" cy="391994"/>
          </a:xfrm>
          <a:prstGeom prst="rect">
            <a:avLst/>
          </a:prstGeom>
          <a:solidFill>
            <a:schemeClr val="bg1"/>
          </a:solidFill>
          <a:ln w="12700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4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إعداد قرار إنهاء خدمة بالفصل</a:t>
            </a:r>
          </a:p>
        </p:txBody>
      </p:sp>
      <p:cxnSp>
        <p:nvCxnSpPr>
          <p:cNvPr id="33" name="رابط مستقيم 32">
            <a:extLst>
              <a:ext uri="{FF2B5EF4-FFF2-40B4-BE49-F238E27FC236}">
                <a16:creationId xmlns:a16="http://schemas.microsoft.com/office/drawing/2014/main" id="{1FE7F34E-A4FA-4364-9F48-81176E3EC535}"/>
              </a:ext>
            </a:extLst>
          </p:cNvPr>
          <p:cNvCxnSpPr>
            <a:cxnSpLocks/>
          </p:cNvCxnSpPr>
          <p:nvPr/>
        </p:nvCxnSpPr>
        <p:spPr>
          <a:xfrm>
            <a:off x="7513380" y="3065856"/>
            <a:ext cx="0" cy="94272"/>
          </a:xfrm>
          <a:prstGeom prst="line">
            <a:avLst/>
          </a:prstGeom>
          <a:ln>
            <a:solidFill>
              <a:srgbClr val="0858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مربع نص 34">
            <a:extLst>
              <a:ext uri="{FF2B5EF4-FFF2-40B4-BE49-F238E27FC236}">
                <a16:creationId xmlns:a16="http://schemas.microsoft.com/office/drawing/2014/main" id="{1C0EF4D9-FF71-44EF-8401-D3AA0E2A2FE0}"/>
              </a:ext>
            </a:extLst>
          </p:cNvPr>
          <p:cNvSpPr txBox="1"/>
          <p:nvPr/>
        </p:nvSpPr>
        <p:spPr>
          <a:xfrm>
            <a:off x="7376272" y="3208443"/>
            <a:ext cx="284052" cy="276999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ar-SA" sz="12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لا </a:t>
            </a:r>
          </a:p>
        </p:txBody>
      </p:sp>
      <p:sp>
        <p:nvSpPr>
          <p:cNvPr id="38" name="مستطيل 37">
            <a:extLst>
              <a:ext uri="{FF2B5EF4-FFF2-40B4-BE49-F238E27FC236}">
                <a16:creationId xmlns:a16="http://schemas.microsoft.com/office/drawing/2014/main" id="{236CE947-1401-4798-BE9A-3342031D4CA0}"/>
              </a:ext>
            </a:extLst>
          </p:cNvPr>
          <p:cNvSpPr/>
          <p:nvPr/>
        </p:nvSpPr>
        <p:spPr>
          <a:xfrm>
            <a:off x="6602376" y="3549802"/>
            <a:ext cx="1878978" cy="391994"/>
          </a:xfrm>
          <a:prstGeom prst="rect">
            <a:avLst/>
          </a:prstGeom>
          <a:solidFill>
            <a:schemeClr val="bg1"/>
          </a:solidFill>
          <a:ln w="12700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4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إعداد قرار انهاء كف يد</a:t>
            </a:r>
          </a:p>
        </p:txBody>
      </p:sp>
      <p:sp>
        <p:nvSpPr>
          <p:cNvPr id="34" name="مستطيل 33">
            <a:extLst>
              <a:ext uri="{FF2B5EF4-FFF2-40B4-BE49-F238E27FC236}">
                <a16:creationId xmlns:a16="http://schemas.microsoft.com/office/drawing/2014/main" id="{3AD57508-598F-4D0D-B36A-7031D7B83B2A}"/>
              </a:ext>
            </a:extLst>
          </p:cNvPr>
          <p:cNvSpPr/>
          <p:nvPr/>
        </p:nvSpPr>
        <p:spPr>
          <a:xfrm>
            <a:off x="820961" y="3512803"/>
            <a:ext cx="1878978" cy="535496"/>
          </a:xfrm>
          <a:prstGeom prst="rect">
            <a:avLst/>
          </a:prstGeom>
          <a:solidFill>
            <a:schemeClr val="bg1"/>
          </a:solidFill>
          <a:ln w="12700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2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اعداد خطاب موجه الى لجان الانضباط الوظيفي لاقتراح العقوبة المناسبة </a:t>
            </a:r>
          </a:p>
        </p:txBody>
      </p:sp>
      <p:cxnSp>
        <p:nvCxnSpPr>
          <p:cNvPr id="36" name="رابط مستقيم 35">
            <a:extLst>
              <a:ext uri="{FF2B5EF4-FFF2-40B4-BE49-F238E27FC236}">
                <a16:creationId xmlns:a16="http://schemas.microsoft.com/office/drawing/2014/main" id="{9E756D97-2CDA-4F41-839F-404BB35FBB7F}"/>
              </a:ext>
            </a:extLst>
          </p:cNvPr>
          <p:cNvCxnSpPr>
            <a:cxnSpLocks/>
          </p:cNvCxnSpPr>
          <p:nvPr/>
        </p:nvCxnSpPr>
        <p:spPr>
          <a:xfrm flipH="1" flipV="1">
            <a:off x="2957762" y="5756421"/>
            <a:ext cx="4850354" cy="1"/>
          </a:xfrm>
          <a:prstGeom prst="line">
            <a:avLst/>
          </a:prstGeom>
          <a:ln>
            <a:solidFill>
              <a:srgbClr val="0858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رابط مستقيم 36">
            <a:extLst>
              <a:ext uri="{FF2B5EF4-FFF2-40B4-BE49-F238E27FC236}">
                <a16:creationId xmlns:a16="http://schemas.microsoft.com/office/drawing/2014/main" id="{B4DBB61C-00AC-462C-8CF1-C4A2C20422E9}"/>
              </a:ext>
            </a:extLst>
          </p:cNvPr>
          <p:cNvCxnSpPr>
            <a:cxnSpLocks/>
          </p:cNvCxnSpPr>
          <p:nvPr/>
        </p:nvCxnSpPr>
        <p:spPr>
          <a:xfrm flipV="1">
            <a:off x="4665806" y="2957716"/>
            <a:ext cx="0" cy="1597659"/>
          </a:xfrm>
          <a:prstGeom prst="line">
            <a:avLst/>
          </a:prstGeom>
          <a:ln>
            <a:solidFill>
              <a:srgbClr val="0858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رابط كسهم مستقيم 42">
            <a:extLst>
              <a:ext uri="{FF2B5EF4-FFF2-40B4-BE49-F238E27FC236}">
                <a16:creationId xmlns:a16="http://schemas.microsoft.com/office/drawing/2014/main" id="{843F5E81-8C2C-4386-AD95-92BE7EEE31D5}"/>
              </a:ext>
            </a:extLst>
          </p:cNvPr>
          <p:cNvCxnSpPr>
            <a:cxnSpLocks/>
          </p:cNvCxnSpPr>
          <p:nvPr/>
        </p:nvCxnSpPr>
        <p:spPr>
          <a:xfrm>
            <a:off x="4665806" y="4555375"/>
            <a:ext cx="12777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رابط مستقيم 61">
            <a:extLst>
              <a:ext uri="{FF2B5EF4-FFF2-40B4-BE49-F238E27FC236}">
                <a16:creationId xmlns:a16="http://schemas.microsoft.com/office/drawing/2014/main" id="{91904B6E-5B23-4C68-A01D-F836AB7DD873}"/>
              </a:ext>
            </a:extLst>
          </p:cNvPr>
          <p:cNvCxnSpPr>
            <a:cxnSpLocks/>
          </p:cNvCxnSpPr>
          <p:nvPr/>
        </p:nvCxnSpPr>
        <p:spPr>
          <a:xfrm>
            <a:off x="7543759" y="3453422"/>
            <a:ext cx="0" cy="94272"/>
          </a:xfrm>
          <a:prstGeom prst="line">
            <a:avLst/>
          </a:prstGeom>
          <a:ln>
            <a:solidFill>
              <a:srgbClr val="0858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رابط كسهم مستقيم 43">
            <a:extLst>
              <a:ext uri="{FF2B5EF4-FFF2-40B4-BE49-F238E27FC236}">
                <a16:creationId xmlns:a16="http://schemas.microsoft.com/office/drawing/2014/main" id="{AD9BB056-DAFD-422C-B361-ED613D454529}"/>
              </a:ext>
            </a:extLst>
          </p:cNvPr>
          <p:cNvCxnSpPr>
            <a:cxnSpLocks/>
          </p:cNvCxnSpPr>
          <p:nvPr/>
        </p:nvCxnSpPr>
        <p:spPr>
          <a:xfrm flipH="1">
            <a:off x="2552423" y="3126668"/>
            <a:ext cx="13586" cy="3861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رابط كسهم مستقيم 38">
            <a:extLst>
              <a:ext uri="{FF2B5EF4-FFF2-40B4-BE49-F238E27FC236}">
                <a16:creationId xmlns:a16="http://schemas.microsoft.com/office/drawing/2014/main" id="{AD9BB056-DAFD-422C-B361-ED613D454529}"/>
              </a:ext>
            </a:extLst>
          </p:cNvPr>
          <p:cNvCxnSpPr>
            <a:cxnSpLocks/>
          </p:cNvCxnSpPr>
          <p:nvPr/>
        </p:nvCxnSpPr>
        <p:spPr>
          <a:xfrm flipH="1">
            <a:off x="7268502" y="3941796"/>
            <a:ext cx="30073" cy="3302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5270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صورة 72">
            <a:extLst>
              <a:ext uri="{FF2B5EF4-FFF2-40B4-BE49-F238E27FC236}">
                <a16:creationId xmlns:a16="http://schemas.microsoft.com/office/drawing/2014/main" id="{DE0D8ED6-7E57-49D6-9DC2-A17D8B91C5E3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23"/>
          <a:stretch/>
        </p:blipFill>
        <p:spPr bwMode="auto">
          <a:xfrm>
            <a:off x="10075026" y="195881"/>
            <a:ext cx="2011680" cy="52732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aphicFrame>
        <p:nvGraphicFramePr>
          <p:cNvPr id="2" name="جدول 1">
            <a:extLst>
              <a:ext uri="{FF2B5EF4-FFF2-40B4-BE49-F238E27FC236}">
                <a16:creationId xmlns:a16="http://schemas.microsoft.com/office/drawing/2014/main" id="{643ADDE2-4E36-4769-89E7-D314DBC4039F}"/>
              </a:ext>
            </a:extLst>
          </p:cNvPr>
          <p:cNvGraphicFramePr>
            <a:graphicFrameLocks noGrp="1"/>
          </p:cNvGraphicFramePr>
          <p:nvPr/>
        </p:nvGraphicFramePr>
        <p:xfrm>
          <a:off x="10419303" y="1300687"/>
          <a:ext cx="1638780" cy="4670608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638780">
                  <a:extLst>
                    <a:ext uri="{9D8B030D-6E8A-4147-A177-3AD203B41FA5}">
                      <a16:colId xmlns:a16="http://schemas.microsoft.com/office/drawing/2014/main" val="1932940555"/>
                    </a:ext>
                  </a:extLst>
                </a:gridCol>
              </a:tblGrid>
              <a:tr h="1167652">
                <a:tc>
                  <a:txBody>
                    <a:bodyPr/>
                    <a:lstStyle/>
                    <a:p>
                      <a:pPr algn="ctr" rtl="1"/>
                      <a:r>
                        <a:rPr lang="ar-SA" dirty="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الجهة</a:t>
                      </a:r>
                      <a:r>
                        <a:rPr lang="ar-SA" baseline="0" dirty="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 الخارجية المعنية </a:t>
                      </a:r>
                      <a:endParaRPr lang="ar-SA" dirty="0">
                        <a:solidFill>
                          <a:schemeClr val="tx1"/>
                        </a:solidFill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4283849"/>
                  </a:ext>
                </a:extLst>
              </a:tr>
              <a:tr h="1167652">
                <a:tc>
                  <a:txBody>
                    <a:bodyPr/>
                    <a:lstStyle/>
                    <a:p>
                      <a:pPr algn="ctr" rtl="1"/>
                      <a:r>
                        <a:rPr lang="ar-SA" sz="1800" b="1" kern="1200" dirty="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اخصائي إدارة خدمات الموارد البشرية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156785"/>
                  </a:ext>
                </a:extLst>
              </a:tr>
              <a:tr h="1167652">
                <a:tc>
                  <a:txBody>
                    <a:bodyPr/>
                    <a:lstStyle/>
                    <a:p>
                      <a:pPr algn="ctr" rtl="1"/>
                      <a:r>
                        <a:rPr lang="ar-SA" b="1" dirty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مدير عمليات الموارد البشرية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3404326"/>
                  </a:ext>
                </a:extLst>
              </a:tr>
              <a:tr h="1167652">
                <a:tc>
                  <a:txBody>
                    <a:bodyPr/>
                    <a:lstStyle/>
                    <a:p>
                      <a:pPr algn="ctr" rtl="1"/>
                      <a:r>
                        <a:rPr lang="ar-SA" b="1" dirty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صاحب</a:t>
                      </a:r>
                      <a:r>
                        <a:rPr lang="ar-SA" b="1" baseline="0" dirty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 الصلاحية</a:t>
                      </a:r>
                      <a:endParaRPr lang="ar-SA" b="1"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4823064"/>
                  </a:ext>
                </a:extLst>
              </a:tr>
            </a:tbl>
          </a:graphicData>
        </a:graphic>
      </p:graphicFrame>
      <p:graphicFrame>
        <p:nvGraphicFramePr>
          <p:cNvPr id="4" name="جدول 3">
            <a:extLst>
              <a:ext uri="{FF2B5EF4-FFF2-40B4-BE49-F238E27FC236}">
                <a16:creationId xmlns:a16="http://schemas.microsoft.com/office/drawing/2014/main" id="{5AE9234E-277B-4BAF-984F-5BEA261720AC}"/>
              </a:ext>
            </a:extLst>
          </p:cNvPr>
          <p:cNvGraphicFramePr>
            <a:graphicFrameLocks noGrp="1"/>
          </p:cNvGraphicFramePr>
          <p:nvPr/>
        </p:nvGraphicFramePr>
        <p:xfrm>
          <a:off x="507076" y="1300687"/>
          <a:ext cx="9857826" cy="4670608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9857826">
                  <a:extLst>
                    <a:ext uri="{9D8B030D-6E8A-4147-A177-3AD203B41FA5}">
                      <a16:colId xmlns:a16="http://schemas.microsoft.com/office/drawing/2014/main" val="87815262"/>
                    </a:ext>
                  </a:extLst>
                </a:gridCol>
              </a:tblGrid>
              <a:tr h="1167652">
                <a:tc>
                  <a:txBody>
                    <a:bodyPr/>
                    <a:lstStyle/>
                    <a:p>
                      <a:pPr algn="r" rtl="1"/>
                      <a:endParaRPr lang="ar-SA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2154497"/>
                  </a:ext>
                </a:extLst>
              </a:tr>
              <a:tr h="1167652">
                <a:tc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025413"/>
                  </a:ext>
                </a:extLst>
              </a:tr>
              <a:tr h="1167652">
                <a:tc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7533070"/>
                  </a:ext>
                </a:extLst>
              </a:tr>
              <a:tr h="1167652">
                <a:tc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9690409"/>
                  </a:ext>
                </a:extLst>
              </a:tr>
            </a:tbl>
          </a:graphicData>
        </a:graphic>
      </p:graphicFrame>
      <p:sp>
        <p:nvSpPr>
          <p:cNvPr id="24" name="مستطيل: زوايا مستديرة 23">
            <a:extLst>
              <a:ext uri="{FF2B5EF4-FFF2-40B4-BE49-F238E27FC236}">
                <a16:creationId xmlns:a16="http://schemas.microsoft.com/office/drawing/2014/main" id="{E058F48D-4CB0-4326-B75E-430BD3BAA147}"/>
              </a:ext>
            </a:extLst>
          </p:cNvPr>
          <p:cNvSpPr/>
          <p:nvPr/>
        </p:nvSpPr>
        <p:spPr>
          <a:xfrm>
            <a:off x="9486672" y="1436714"/>
            <a:ext cx="689956" cy="266007"/>
          </a:xfrm>
          <a:prstGeom prst="roundRect">
            <a:avLst/>
          </a:prstGeom>
          <a:solidFill>
            <a:srgbClr val="08585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4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البداية </a:t>
            </a:r>
          </a:p>
        </p:txBody>
      </p:sp>
      <p:sp>
        <p:nvSpPr>
          <p:cNvPr id="32" name="مخطط انسيابي: محطة طرفية 31">
            <a:extLst>
              <a:ext uri="{FF2B5EF4-FFF2-40B4-BE49-F238E27FC236}">
                <a16:creationId xmlns:a16="http://schemas.microsoft.com/office/drawing/2014/main" id="{D5FAC3E2-AE0D-40AB-9E38-E1EA6C834087}"/>
              </a:ext>
            </a:extLst>
          </p:cNvPr>
          <p:cNvSpPr/>
          <p:nvPr/>
        </p:nvSpPr>
        <p:spPr>
          <a:xfrm>
            <a:off x="6900333" y="1739854"/>
            <a:ext cx="2847206" cy="449350"/>
          </a:xfrm>
          <a:prstGeom prst="flowChartTerminator">
            <a:avLst/>
          </a:prstGeom>
          <a:solidFill>
            <a:schemeClr val="bg1">
              <a:lumMod val="95000"/>
            </a:schemeClr>
          </a:solidFill>
          <a:ln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2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معاملة من الشؤون القانونية او المراجعة الداخلية موضح فيه موافقة معالي الوزير بإصدار عقوبة لموظف </a:t>
            </a:r>
          </a:p>
        </p:txBody>
      </p:sp>
      <p:cxnSp>
        <p:nvCxnSpPr>
          <p:cNvPr id="45" name="رابط كسهم مستقيم 44">
            <a:extLst>
              <a:ext uri="{FF2B5EF4-FFF2-40B4-BE49-F238E27FC236}">
                <a16:creationId xmlns:a16="http://schemas.microsoft.com/office/drawing/2014/main" id="{17B78AF1-6A28-4EDA-8DAA-5ECFD8F377B1}"/>
              </a:ext>
            </a:extLst>
          </p:cNvPr>
          <p:cNvCxnSpPr/>
          <p:nvPr/>
        </p:nvCxnSpPr>
        <p:spPr>
          <a:xfrm>
            <a:off x="8999913" y="2189204"/>
            <a:ext cx="0" cy="5527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1" name="مستطيل 90">
            <a:extLst>
              <a:ext uri="{FF2B5EF4-FFF2-40B4-BE49-F238E27FC236}">
                <a16:creationId xmlns:a16="http://schemas.microsoft.com/office/drawing/2014/main" id="{236CE947-1401-4798-BE9A-3342031D4CA0}"/>
              </a:ext>
            </a:extLst>
          </p:cNvPr>
          <p:cNvSpPr/>
          <p:nvPr/>
        </p:nvSpPr>
        <p:spPr>
          <a:xfrm>
            <a:off x="8070966" y="2745696"/>
            <a:ext cx="1945869" cy="616218"/>
          </a:xfrm>
          <a:prstGeom prst="rect">
            <a:avLst/>
          </a:prstGeom>
          <a:solidFill>
            <a:schemeClr val="bg1"/>
          </a:solidFill>
          <a:ln w="12700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4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إعداد قرار  تنفيذ عقوبة على الموظف بناءً على حيثيات المعاملة</a:t>
            </a:r>
          </a:p>
        </p:txBody>
      </p:sp>
      <p:cxnSp>
        <p:nvCxnSpPr>
          <p:cNvPr id="92" name="رابط كسهم مستقيم 91">
            <a:extLst>
              <a:ext uri="{FF2B5EF4-FFF2-40B4-BE49-F238E27FC236}">
                <a16:creationId xmlns:a16="http://schemas.microsoft.com/office/drawing/2014/main" id="{9846AF49-6CB4-4BCC-A8A3-C61B8AE1E549}"/>
              </a:ext>
            </a:extLst>
          </p:cNvPr>
          <p:cNvCxnSpPr>
            <a:cxnSpLocks/>
          </p:cNvCxnSpPr>
          <p:nvPr/>
        </p:nvCxnSpPr>
        <p:spPr>
          <a:xfrm>
            <a:off x="8999913" y="3365622"/>
            <a:ext cx="0" cy="5756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رابط كسهم مستقيم 131">
            <a:extLst>
              <a:ext uri="{FF2B5EF4-FFF2-40B4-BE49-F238E27FC236}">
                <a16:creationId xmlns:a16="http://schemas.microsoft.com/office/drawing/2014/main" id="{AD9BB056-DAFD-422C-B361-ED613D454529}"/>
              </a:ext>
            </a:extLst>
          </p:cNvPr>
          <p:cNvCxnSpPr>
            <a:cxnSpLocks/>
          </p:cNvCxnSpPr>
          <p:nvPr/>
        </p:nvCxnSpPr>
        <p:spPr>
          <a:xfrm>
            <a:off x="6777244" y="4409044"/>
            <a:ext cx="0" cy="6270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7" name="مستطيل 136">
            <a:extLst>
              <a:ext uri="{FF2B5EF4-FFF2-40B4-BE49-F238E27FC236}">
                <a16:creationId xmlns:a16="http://schemas.microsoft.com/office/drawing/2014/main" id="{5320DD90-A800-46B3-B0A8-FA65C7959908}"/>
              </a:ext>
            </a:extLst>
          </p:cNvPr>
          <p:cNvSpPr/>
          <p:nvPr/>
        </p:nvSpPr>
        <p:spPr>
          <a:xfrm>
            <a:off x="2397121" y="2602541"/>
            <a:ext cx="1248722" cy="519899"/>
          </a:xfrm>
          <a:prstGeom prst="rect">
            <a:avLst/>
          </a:prstGeom>
          <a:solidFill>
            <a:schemeClr val="bg1"/>
          </a:solidFill>
          <a:ln w="3175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0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توثيق القرار بالأنظمة (أساس/مسار) وتزويد نسخة للإدارات المعنية</a:t>
            </a:r>
          </a:p>
        </p:txBody>
      </p:sp>
      <p:cxnSp>
        <p:nvCxnSpPr>
          <p:cNvPr id="165" name="رابط كسهم مستقيم 164">
            <a:extLst>
              <a:ext uri="{FF2B5EF4-FFF2-40B4-BE49-F238E27FC236}">
                <a16:creationId xmlns:a16="http://schemas.microsoft.com/office/drawing/2014/main" id="{73C1DAB1-9EA2-4AE0-89F4-B8F355431A2A}"/>
              </a:ext>
            </a:extLst>
          </p:cNvPr>
          <p:cNvCxnSpPr>
            <a:cxnSpLocks/>
          </p:cNvCxnSpPr>
          <p:nvPr/>
        </p:nvCxnSpPr>
        <p:spPr>
          <a:xfrm flipH="1" flipV="1">
            <a:off x="3005387" y="3179590"/>
            <a:ext cx="2" cy="20686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8" name="مخطط انسيابي: معالجة معرّفة مسبقاً 167">
            <a:extLst>
              <a:ext uri="{FF2B5EF4-FFF2-40B4-BE49-F238E27FC236}">
                <a16:creationId xmlns:a16="http://schemas.microsoft.com/office/drawing/2014/main" id="{85183E14-3326-4D5A-AAFB-15E4DB5FA226}"/>
              </a:ext>
            </a:extLst>
          </p:cNvPr>
          <p:cNvSpPr/>
          <p:nvPr/>
        </p:nvSpPr>
        <p:spPr>
          <a:xfrm>
            <a:off x="1431935" y="2535472"/>
            <a:ext cx="747910" cy="826442"/>
          </a:xfrm>
          <a:prstGeom prst="flowChartPredefinedProcess">
            <a:avLst/>
          </a:prstGeom>
          <a:solidFill>
            <a:schemeClr val="bg1"/>
          </a:solidFill>
          <a:ln w="9525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1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قسم الوثائق والتقارير الوظيفية</a:t>
            </a:r>
          </a:p>
        </p:txBody>
      </p:sp>
      <p:cxnSp>
        <p:nvCxnSpPr>
          <p:cNvPr id="169" name="رابط كسهم مستقيم 168">
            <a:extLst>
              <a:ext uri="{FF2B5EF4-FFF2-40B4-BE49-F238E27FC236}">
                <a16:creationId xmlns:a16="http://schemas.microsoft.com/office/drawing/2014/main" id="{7FEF0B0D-3356-411D-816E-BD9322CA99D6}"/>
              </a:ext>
            </a:extLst>
          </p:cNvPr>
          <p:cNvCxnSpPr>
            <a:cxnSpLocks/>
          </p:cNvCxnSpPr>
          <p:nvPr/>
        </p:nvCxnSpPr>
        <p:spPr>
          <a:xfrm flipH="1">
            <a:off x="2188644" y="2862490"/>
            <a:ext cx="2087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0" name="رابط كسهم مستقيم 169">
            <a:extLst>
              <a:ext uri="{FF2B5EF4-FFF2-40B4-BE49-F238E27FC236}">
                <a16:creationId xmlns:a16="http://schemas.microsoft.com/office/drawing/2014/main" id="{6B3A1D4A-E236-4067-864D-CB1DB37A7517}"/>
              </a:ext>
            </a:extLst>
          </p:cNvPr>
          <p:cNvCxnSpPr>
            <a:cxnSpLocks/>
          </p:cNvCxnSpPr>
          <p:nvPr/>
        </p:nvCxnSpPr>
        <p:spPr>
          <a:xfrm flipH="1">
            <a:off x="1223334" y="2862490"/>
            <a:ext cx="2087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1" name="مخطط انسيابي: محطة طرفية 170">
            <a:extLst>
              <a:ext uri="{FF2B5EF4-FFF2-40B4-BE49-F238E27FC236}">
                <a16:creationId xmlns:a16="http://schemas.microsoft.com/office/drawing/2014/main" id="{41D97046-D84F-4C21-8937-5B8641CF40A8}"/>
              </a:ext>
            </a:extLst>
          </p:cNvPr>
          <p:cNvSpPr/>
          <p:nvPr/>
        </p:nvSpPr>
        <p:spPr>
          <a:xfrm>
            <a:off x="693242" y="2759649"/>
            <a:ext cx="501805" cy="224439"/>
          </a:xfrm>
          <a:prstGeom prst="flowChartTerminator">
            <a:avLst/>
          </a:prstGeom>
          <a:solidFill>
            <a:schemeClr val="bg1">
              <a:lumMod val="95000"/>
            </a:schemeClr>
          </a:solidFill>
          <a:ln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05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النهاية</a:t>
            </a:r>
          </a:p>
        </p:txBody>
      </p:sp>
      <p:sp>
        <p:nvSpPr>
          <p:cNvPr id="179" name="مستطيل 178">
            <a:extLst>
              <a:ext uri="{FF2B5EF4-FFF2-40B4-BE49-F238E27FC236}">
                <a16:creationId xmlns:a16="http://schemas.microsoft.com/office/drawing/2014/main" id="{81B45051-39D6-4256-A3C3-CE24319D9DFE}"/>
              </a:ext>
            </a:extLst>
          </p:cNvPr>
          <p:cNvSpPr/>
          <p:nvPr/>
        </p:nvSpPr>
        <p:spPr>
          <a:xfrm>
            <a:off x="507076" y="962204"/>
            <a:ext cx="11551007" cy="348889"/>
          </a:xfrm>
          <a:prstGeom prst="rect">
            <a:avLst/>
          </a:prstGeom>
          <a:solidFill>
            <a:schemeClr val="bg1"/>
          </a:solidFill>
          <a:ln w="19050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ar-SA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إجراء اتخاذ الإجراءات التأديبية</a:t>
            </a:r>
          </a:p>
        </p:txBody>
      </p:sp>
      <p:cxnSp>
        <p:nvCxnSpPr>
          <p:cNvPr id="57" name="رابط كسهم مستقيم 56">
            <a:extLst>
              <a:ext uri="{FF2B5EF4-FFF2-40B4-BE49-F238E27FC236}">
                <a16:creationId xmlns:a16="http://schemas.microsoft.com/office/drawing/2014/main" id="{7FEF0B0D-3356-411D-816E-BD9322CA99D6}"/>
              </a:ext>
            </a:extLst>
          </p:cNvPr>
          <p:cNvCxnSpPr>
            <a:cxnSpLocks/>
          </p:cNvCxnSpPr>
          <p:nvPr/>
        </p:nvCxnSpPr>
        <p:spPr>
          <a:xfrm flipH="1">
            <a:off x="7553283" y="4211908"/>
            <a:ext cx="7037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مستطيل 57">
            <a:extLst>
              <a:ext uri="{FF2B5EF4-FFF2-40B4-BE49-F238E27FC236}">
                <a16:creationId xmlns:a16="http://schemas.microsoft.com/office/drawing/2014/main" id="{FD1C597B-816D-4D3F-AA7D-871B2D9F6671}"/>
              </a:ext>
            </a:extLst>
          </p:cNvPr>
          <p:cNvSpPr/>
          <p:nvPr/>
        </p:nvSpPr>
        <p:spPr>
          <a:xfrm>
            <a:off x="8257006" y="3962790"/>
            <a:ext cx="1444935" cy="507537"/>
          </a:xfrm>
          <a:prstGeom prst="rect">
            <a:avLst/>
          </a:prstGeom>
          <a:solidFill>
            <a:schemeClr val="bg1"/>
          </a:solidFill>
          <a:ln w="3175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2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اعتماد القرار من مدير إدارة خدمات الموارد البشرية</a:t>
            </a:r>
          </a:p>
        </p:txBody>
      </p:sp>
      <p:sp>
        <p:nvSpPr>
          <p:cNvPr id="60" name="مستطيل 59">
            <a:extLst>
              <a:ext uri="{FF2B5EF4-FFF2-40B4-BE49-F238E27FC236}">
                <a16:creationId xmlns:a16="http://schemas.microsoft.com/office/drawing/2014/main" id="{FD1C597B-816D-4D3F-AA7D-871B2D9F6671}"/>
              </a:ext>
            </a:extLst>
          </p:cNvPr>
          <p:cNvSpPr/>
          <p:nvPr/>
        </p:nvSpPr>
        <p:spPr>
          <a:xfrm>
            <a:off x="6010731" y="3962790"/>
            <a:ext cx="1533028" cy="507537"/>
          </a:xfrm>
          <a:prstGeom prst="rect">
            <a:avLst/>
          </a:prstGeom>
          <a:solidFill>
            <a:schemeClr val="bg1"/>
          </a:solidFill>
          <a:ln w="3175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2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اعتماد القرار من مدير عام الإدارة لعمليات الموارد البشرية</a:t>
            </a:r>
          </a:p>
        </p:txBody>
      </p:sp>
      <p:sp>
        <p:nvSpPr>
          <p:cNvPr id="67" name="مستطيل 66">
            <a:extLst>
              <a:ext uri="{FF2B5EF4-FFF2-40B4-BE49-F238E27FC236}">
                <a16:creationId xmlns:a16="http://schemas.microsoft.com/office/drawing/2014/main" id="{5AFA645A-CAB2-41AE-817B-56AC3FC34F4F}"/>
              </a:ext>
            </a:extLst>
          </p:cNvPr>
          <p:cNvSpPr/>
          <p:nvPr/>
        </p:nvSpPr>
        <p:spPr>
          <a:xfrm>
            <a:off x="5505839" y="5049792"/>
            <a:ext cx="2404069" cy="565256"/>
          </a:xfrm>
          <a:prstGeom prst="rect">
            <a:avLst/>
          </a:prstGeom>
          <a:solidFill>
            <a:schemeClr val="bg1"/>
          </a:solidFill>
          <a:ln w="12700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4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اعتماد قرار  تنفيذ العقوبة</a:t>
            </a:r>
          </a:p>
        </p:txBody>
      </p:sp>
      <p:cxnSp>
        <p:nvCxnSpPr>
          <p:cNvPr id="5" name="رابط مستقيم 4">
            <a:extLst>
              <a:ext uri="{FF2B5EF4-FFF2-40B4-BE49-F238E27FC236}">
                <a16:creationId xmlns:a16="http://schemas.microsoft.com/office/drawing/2014/main" id="{DD47871D-D503-4A19-9210-9BA6D61A495B}"/>
              </a:ext>
            </a:extLst>
          </p:cNvPr>
          <p:cNvCxnSpPr/>
          <p:nvPr/>
        </p:nvCxnSpPr>
        <p:spPr>
          <a:xfrm>
            <a:off x="3005387" y="5248276"/>
            <a:ext cx="249763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918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صورة 72">
            <a:extLst>
              <a:ext uri="{FF2B5EF4-FFF2-40B4-BE49-F238E27FC236}">
                <a16:creationId xmlns:a16="http://schemas.microsoft.com/office/drawing/2014/main" id="{DE0D8ED6-7E57-49D6-9DC2-A17D8B91C5E3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23"/>
          <a:stretch/>
        </p:blipFill>
        <p:spPr bwMode="auto">
          <a:xfrm>
            <a:off x="10075026" y="195881"/>
            <a:ext cx="2011680" cy="52732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aphicFrame>
        <p:nvGraphicFramePr>
          <p:cNvPr id="2" name="جدول 1">
            <a:extLst>
              <a:ext uri="{FF2B5EF4-FFF2-40B4-BE49-F238E27FC236}">
                <a16:creationId xmlns:a16="http://schemas.microsoft.com/office/drawing/2014/main" id="{643ADDE2-4E36-4769-89E7-D314DBC403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8448013"/>
              </p:ext>
            </p:extLst>
          </p:nvPr>
        </p:nvGraphicFramePr>
        <p:xfrm>
          <a:off x="10419303" y="1300687"/>
          <a:ext cx="1638780" cy="4670608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638780">
                  <a:extLst>
                    <a:ext uri="{9D8B030D-6E8A-4147-A177-3AD203B41FA5}">
                      <a16:colId xmlns:a16="http://schemas.microsoft.com/office/drawing/2014/main" val="1932940555"/>
                    </a:ext>
                  </a:extLst>
                </a:gridCol>
              </a:tblGrid>
              <a:tr h="1167652">
                <a:tc>
                  <a:txBody>
                    <a:bodyPr/>
                    <a:lstStyle/>
                    <a:p>
                      <a:pPr algn="ctr" rtl="1"/>
                      <a:r>
                        <a:rPr lang="ar-SA" dirty="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الأمانة</a:t>
                      </a:r>
                      <a:r>
                        <a:rPr lang="ar-SA" baseline="0" dirty="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 /الوكالة</a:t>
                      </a:r>
                      <a:endParaRPr lang="ar-SA" dirty="0">
                        <a:solidFill>
                          <a:schemeClr val="tx1"/>
                        </a:solidFill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4283849"/>
                  </a:ext>
                </a:extLst>
              </a:tr>
              <a:tr h="1167652">
                <a:tc>
                  <a:txBody>
                    <a:bodyPr/>
                    <a:lstStyle/>
                    <a:p>
                      <a:pPr algn="ctr" rtl="1"/>
                      <a:r>
                        <a:rPr lang="ar-SA" sz="1800" b="1" kern="1200" dirty="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اخصائي إدارة خدمات الموارد البشرية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156785"/>
                  </a:ext>
                </a:extLst>
              </a:tr>
              <a:tr h="1167652">
                <a:tc>
                  <a:txBody>
                    <a:bodyPr/>
                    <a:lstStyle/>
                    <a:p>
                      <a:pPr algn="ctr" rtl="1"/>
                      <a:r>
                        <a:rPr lang="ar-SA" b="1" dirty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مدير عمليات الموارد البشرية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3404326"/>
                  </a:ext>
                </a:extLst>
              </a:tr>
              <a:tr h="1167652">
                <a:tc>
                  <a:txBody>
                    <a:bodyPr/>
                    <a:lstStyle/>
                    <a:p>
                      <a:pPr algn="ctr" rtl="1"/>
                      <a:r>
                        <a:rPr lang="ar-SA" b="1" dirty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صاحب</a:t>
                      </a:r>
                      <a:r>
                        <a:rPr lang="ar-SA" b="1" baseline="0" dirty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 الصلاحية</a:t>
                      </a:r>
                      <a:endParaRPr lang="ar-SA" b="1"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4823064"/>
                  </a:ext>
                </a:extLst>
              </a:tr>
            </a:tbl>
          </a:graphicData>
        </a:graphic>
      </p:graphicFrame>
      <p:graphicFrame>
        <p:nvGraphicFramePr>
          <p:cNvPr id="4" name="جدول 3">
            <a:extLst>
              <a:ext uri="{FF2B5EF4-FFF2-40B4-BE49-F238E27FC236}">
                <a16:creationId xmlns:a16="http://schemas.microsoft.com/office/drawing/2014/main" id="{5AE9234E-277B-4BAF-984F-5BEA261720AC}"/>
              </a:ext>
            </a:extLst>
          </p:cNvPr>
          <p:cNvGraphicFramePr>
            <a:graphicFrameLocks noGrp="1"/>
          </p:cNvGraphicFramePr>
          <p:nvPr/>
        </p:nvGraphicFramePr>
        <p:xfrm>
          <a:off x="507076" y="1300687"/>
          <a:ext cx="9857826" cy="4670608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9857826">
                  <a:extLst>
                    <a:ext uri="{9D8B030D-6E8A-4147-A177-3AD203B41FA5}">
                      <a16:colId xmlns:a16="http://schemas.microsoft.com/office/drawing/2014/main" val="87815262"/>
                    </a:ext>
                  </a:extLst>
                </a:gridCol>
              </a:tblGrid>
              <a:tr h="1167652">
                <a:tc>
                  <a:txBody>
                    <a:bodyPr/>
                    <a:lstStyle/>
                    <a:p>
                      <a:pPr algn="r" rtl="1"/>
                      <a:endParaRPr lang="ar-SA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2154497"/>
                  </a:ext>
                </a:extLst>
              </a:tr>
              <a:tr h="1167652">
                <a:tc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025413"/>
                  </a:ext>
                </a:extLst>
              </a:tr>
              <a:tr h="1167652">
                <a:tc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7533070"/>
                  </a:ext>
                </a:extLst>
              </a:tr>
              <a:tr h="1167652">
                <a:tc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9690409"/>
                  </a:ext>
                </a:extLst>
              </a:tr>
            </a:tbl>
          </a:graphicData>
        </a:graphic>
      </p:graphicFrame>
      <p:sp>
        <p:nvSpPr>
          <p:cNvPr id="24" name="مستطيل: زوايا مستديرة 23">
            <a:extLst>
              <a:ext uri="{FF2B5EF4-FFF2-40B4-BE49-F238E27FC236}">
                <a16:creationId xmlns:a16="http://schemas.microsoft.com/office/drawing/2014/main" id="{E058F48D-4CB0-4326-B75E-430BD3BAA147}"/>
              </a:ext>
            </a:extLst>
          </p:cNvPr>
          <p:cNvSpPr/>
          <p:nvPr/>
        </p:nvSpPr>
        <p:spPr>
          <a:xfrm>
            <a:off x="9486672" y="1436714"/>
            <a:ext cx="689956" cy="266007"/>
          </a:xfrm>
          <a:prstGeom prst="roundRect">
            <a:avLst/>
          </a:prstGeom>
          <a:solidFill>
            <a:srgbClr val="08585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4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البداية </a:t>
            </a:r>
          </a:p>
        </p:txBody>
      </p:sp>
      <p:sp>
        <p:nvSpPr>
          <p:cNvPr id="32" name="مخطط انسيابي: محطة طرفية 31">
            <a:extLst>
              <a:ext uri="{FF2B5EF4-FFF2-40B4-BE49-F238E27FC236}">
                <a16:creationId xmlns:a16="http://schemas.microsoft.com/office/drawing/2014/main" id="{D5FAC3E2-AE0D-40AB-9E38-E1EA6C834087}"/>
              </a:ext>
            </a:extLst>
          </p:cNvPr>
          <p:cNvSpPr/>
          <p:nvPr/>
        </p:nvSpPr>
        <p:spPr>
          <a:xfrm>
            <a:off x="6900333" y="1739854"/>
            <a:ext cx="2847206" cy="449350"/>
          </a:xfrm>
          <a:prstGeom prst="flowChartTerminator">
            <a:avLst/>
          </a:prstGeom>
          <a:solidFill>
            <a:schemeClr val="bg1">
              <a:lumMod val="95000"/>
            </a:schemeClr>
          </a:solidFill>
          <a:ln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2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خطاب من الامانات او ديوان الوزارة التابعة بطلب اصدار  جواز سفر خاص او دبلوماسي لموظف لديهم</a:t>
            </a:r>
          </a:p>
        </p:txBody>
      </p:sp>
      <p:cxnSp>
        <p:nvCxnSpPr>
          <p:cNvPr id="45" name="رابط كسهم مستقيم 44">
            <a:extLst>
              <a:ext uri="{FF2B5EF4-FFF2-40B4-BE49-F238E27FC236}">
                <a16:creationId xmlns:a16="http://schemas.microsoft.com/office/drawing/2014/main" id="{17B78AF1-6A28-4EDA-8DAA-5ECFD8F377B1}"/>
              </a:ext>
            </a:extLst>
          </p:cNvPr>
          <p:cNvCxnSpPr/>
          <p:nvPr/>
        </p:nvCxnSpPr>
        <p:spPr>
          <a:xfrm>
            <a:off x="8999913" y="2189204"/>
            <a:ext cx="0" cy="5527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1" name="مستطيل 90">
            <a:extLst>
              <a:ext uri="{FF2B5EF4-FFF2-40B4-BE49-F238E27FC236}">
                <a16:creationId xmlns:a16="http://schemas.microsoft.com/office/drawing/2014/main" id="{236CE947-1401-4798-BE9A-3342031D4CA0}"/>
              </a:ext>
            </a:extLst>
          </p:cNvPr>
          <p:cNvSpPr/>
          <p:nvPr/>
        </p:nvSpPr>
        <p:spPr>
          <a:xfrm>
            <a:off x="7439892" y="2745695"/>
            <a:ext cx="2576944" cy="730611"/>
          </a:xfrm>
          <a:prstGeom prst="rect">
            <a:avLst/>
          </a:prstGeom>
          <a:solidFill>
            <a:schemeClr val="bg1"/>
          </a:solidFill>
          <a:ln w="12700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4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إعداد عرض لمعالي الوزير وخطاب موجه لوزارة الخارجية بطلب منح الموظف جواز سفر خاص او دبلوماسي</a:t>
            </a:r>
          </a:p>
        </p:txBody>
      </p:sp>
      <p:cxnSp>
        <p:nvCxnSpPr>
          <p:cNvPr id="92" name="رابط كسهم مستقيم 91">
            <a:extLst>
              <a:ext uri="{FF2B5EF4-FFF2-40B4-BE49-F238E27FC236}">
                <a16:creationId xmlns:a16="http://schemas.microsoft.com/office/drawing/2014/main" id="{9846AF49-6CB4-4BCC-A8A3-C61B8AE1E549}"/>
              </a:ext>
            </a:extLst>
          </p:cNvPr>
          <p:cNvCxnSpPr>
            <a:cxnSpLocks/>
          </p:cNvCxnSpPr>
          <p:nvPr/>
        </p:nvCxnSpPr>
        <p:spPr>
          <a:xfrm>
            <a:off x="8999913" y="3476306"/>
            <a:ext cx="0" cy="464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رابط كسهم مستقيم 131">
            <a:extLst>
              <a:ext uri="{FF2B5EF4-FFF2-40B4-BE49-F238E27FC236}">
                <a16:creationId xmlns:a16="http://schemas.microsoft.com/office/drawing/2014/main" id="{AD9BB056-DAFD-422C-B361-ED613D454529}"/>
              </a:ext>
            </a:extLst>
          </p:cNvPr>
          <p:cNvCxnSpPr>
            <a:cxnSpLocks/>
          </p:cNvCxnSpPr>
          <p:nvPr/>
        </p:nvCxnSpPr>
        <p:spPr>
          <a:xfrm>
            <a:off x="6777244" y="4409044"/>
            <a:ext cx="0" cy="6270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7" name="مستطيل 136">
            <a:extLst>
              <a:ext uri="{FF2B5EF4-FFF2-40B4-BE49-F238E27FC236}">
                <a16:creationId xmlns:a16="http://schemas.microsoft.com/office/drawing/2014/main" id="{5320DD90-A800-46B3-B0A8-FA65C7959908}"/>
              </a:ext>
            </a:extLst>
          </p:cNvPr>
          <p:cNvSpPr/>
          <p:nvPr/>
        </p:nvSpPr>
        <p:spPr>
          <a:xfrm>
            <a:off x="2892828" y="2730345"/>
            <a:ext cx="3406833" cy="701933"/>
          </a:xfrm>
          <a:prstGeom prst="rect">
            <a:avLst/>
          </a:prstGeom>
          <a:solidFill>
            <a:schemeClr val="bg1"/>
          </a:solidFill>
          <a:ln w="3175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4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رفع طلب بمنصة (المراسم الالكترونية) بمنح الموظف جواز سفر خاص او دبلوماسي بعد اكتمال المتطلبات او إحالة الطلب الى الأمانة المعنية لاستكمال رفع الطلب ومتابعة الطلب</a:t>
            </a:r>
          </a:p>
        </p:txBody>
      </p:sp>
      <p:cxnSp>
        <p:nvCxnSpPr>
          <p:cNvPr id="165" name="رابط كسهم مستقيم 164">
            <a:extLst>
              <a:ext uri="{FF2B5EF4-FFF2-40B4-BE49-F238E27FC236}">
                <a16:creationId xmlns:a16="http://schemas.microsoft.com/office/drawing/2014/main" id="{73C1DAB1-9EA2-4AE0-89F4-B8F355431A2A}"/>
              </a:ext>
            </a:extLst>
          </p:cNvPr>
          <p:cNvCxnSpPr>
            <a:cxnSpLocks/>
          </p:cNvCxnSpPr>
          <p:nvPr/>
        </p:nvCxnSpPr>
        <p:spPr>
          <a:xfrm flipV="1">
            <a:off x="4576872" y="3501246"/>
            <a:ext cx="19372" cy="18449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8" name="مخطط انسيابي: معالجة معرّفة مسبقاً 167">
            <a:extLst>
              <a:ext uri="{FF2B5EF4-FFF2-40B4-BE49-F238E27FC236}">
                <a16:creationId xmlns:a16="http://schemas.microsoft.com/office/drawing/2014/main" id="{85183E14-3326-4D5A-AAFB-15E4DB5FA226}"/>
              </a:ext>
            </a:extLst>
          </p:cNvPr>
          <p:cNvSpPr/>
          <p:nvPr/>
        </p:nvSpPr>
        <p:spPr>
          <a:xfrm>
            <a:off x="3893245" y="1417420"/>
            <a:ext cx="1409442" cy="826442"/>
          </a:xfrm>
          <a:prstGeom prst="flowChartPredefinedProcess">
            <a:avLst/>
          </a:prstGeom>
          <a:solidFill>
            <a:schemeClr val="bg1"/>
          </a:solidFill>
          <a:ln w="9525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1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بعد اعتماد الطلب تصل للموظف المعني رسالة تفيد  بإصدار جواز سفره</a:t>
            </a:r>
          </a:p>
        </p:txBody>
      </p:sp>
      <p:cxnSp>
        <p:nvCxnSpPr>
          <p:cNvPr id="169" name="رابط كسهم مستقيم 168">
            <a:extLst>
              <a:ext uri="{FF2B5EF4-FFF2-40B4-BE49-F238E27FC236}">
                <a16:creationId xmlns:a16="http://schemas.microsoft.com/office/drawing/2014/main" id="{7FEF0B0D-3356-411D-816E-BD9322CA99D6}"/>
              </a:ext>
            </a:extLst>
          </p:cNvPr>
          <p:cNvCxnSpPr>
            <a:cxnSpLocks/>
            <a:stCxn id="137" idx="0"/>
            <a:endCxn id="168" idx="2"/>
          </p:cNvCxnSpPr>
          <p:nvPr/>
        </p:nvCxnSpPr>
        <p:spPr>
          <a:xfrm flipV="1">
            <a:off x="4596245" y="2243862"/>
            <a:ext cx="1721" cy="4864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0" name="رابط كسهم مستقيم 169">
            <a:extLst>
              <a:ext uri="{FF2B5EF4-FFF2-40B4-BE49-F238E27FC236}">
                <a16:creationId xmlns:a16="http://schemas.microsoft.com/office/drawing/2014/main" id="{6B3A1D4A-E236-4067-864D-CB1DB37A7517}"/>
              </a:ext>
            </a:extLst>
          </p:cNvPr>
          <p:cNvCxnSpPr>
            <a:cxnSpLocks/>
          </p:cNvCxnSpPr>
          <p:nvPr/>
        </p:nvCxnSpPr>
        <p:spPr>
          <a:xfrm flipH="1">
            <a:off x="3617399" y="1823399"/>
            <a:ext cx="2087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1" name="مخطط انسيابي: محطة طرفية 170">
            <a:extLst>
              <a:ext uri="{FF2B5EF4-FFF2-40B4-BE49-F238E27FC236}">
                <a16:creationId xmlns:a16="http://schemas.microsoft.com/office/drawing/2014/main" id="{41D97046-D84F-4C21-8937-5B8641CF40A8}"/>
              </a:ext>
            </a:extLst>
          </p:cNvPr>
          <p:cNvSpPr/>
          <p:nvPr/>
        </p:nvSpPr>
        <p:spPr>
          <a:xfrm>
            <a:off x="3037433" y="1703932"/>
            <a:ext cx="501805" cy="224439"/>
          </a:xfrm>
          <a:prstGeom prst="flowChartTerminator">
            <a:avLst/>
          </a:prstGeom>
          <a:solidFill>
            <a:schemeClr val="bg1">
              <a:lumMod val="95000"/>
            </a:schemeClr>
          </a:solidFill>
          <a:ln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05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النهاية</a:t>
            </a:r>
          </a:p>
        </p:txBody>
      </p:sp>
      <p:sp>
        <p:nvSpPr>
          <p:cNvPr id="179" name="مستطيل 178">
            <a:extLst>
              <a:ext uri="{FF2B5EF4-FFF2-40B4-BE49-F238E27FC236}">
                <a16:creationId xmlns:a16="http://schemas.microsoft.com/office/drawing/2014/main" id="{81B45051-39D6-4256-A3C3-CE24319D9DFE}"/>
              </a:ext>
            </a:extLst>
          </p:cNvPr>
          <p:cNvSpPr/>
          <p:nvPr/>
        </p:nvSpPr>
        <p:spPr>
          <a:xfrm>
            <a:off x="507076" y="962204"/>
            <a:ext cx="11551007" cy="348889"/>
          </a:xfrm>
          <a:prstGeom prst="rect">
            <a:avLst/>
          </a:prstGeom>
          <a:solidFill>
            <a:schemeClr val="bg1"/>
          </a:solidFill>
          <a:ln w="19050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ar-SA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إجراء الموافقة على اصدار جواز سفر خاص او دبلوماسي</a:t>
            </a:r>
          </a:p>
        </p:txBody>
      </p:sp>
      <p:cxnSp>
        <p:nvCxnSpPr>
          <p:cNvPr id="57" name="رابط كسهم مستقيم 56">
            <a:extLst>
              <a:ext uri="{FF2B5EF4-FFF2-40B4-BE49-F238E27FC236}">
                <a16:creationId xmlns:a16="http://schemas.microsoft.com/office/drawing/2014/main" id="{7FEF0B0D-3356-411D-816E-BD9322CA99D6}"/>
              </a:ext>
            </a:extLst>
          </p:cNvPr>
          <p:cNvCxnSpPr>
            <a:cxnSpLocks/>
          </p:cNvCxnSpPr>
          <p:nvPr/>
        </p:nvCxnSpPr>
        <p:spPr>
          <a:xfrm flipH="1">
            <a:off x="7553283" y="4211908"/>
            <a:ext cx="7037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مستطيل 57">
            <a:extLst>
              <a:ext uri="{FF2B5EF4-FFF2-40B4-BE49-F238E27FC236}">
                <a16:creationId xmlns:a16="http://schemas.microsoft.com/office/drawing/2014/main" id="{FD1C597B-816D-4D3F-AA7D-871B2D9F6671}"/>
              </a:ext>
            </a:extLst>
          </p:cNvPr>
          <p:cNvSpPr/>
          <p:nvPr/>
        </p:nvSpPr>
        <p:spPr>
          <a:xfrm>
            <a:off x="8257006" y="3962790"/>
            <a:ext cx="1444935" cy="625835"/>
          </a:xfrm>
          <a:prstGeom prst="rect">
            <a:avLst/>
          </a:prstGeom>
          <a:solidFill>
            <a:schemeClr val="bg1"/>
          </a:solidFill>
          <a:ln w="3175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2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اعتماد العرض والخطاب من مدير إدارة خدمات الموارد البشرية</a:t>
            </a:r>
          </a:p>
        </p:txBody>
      </p:sp>
      <p:sp>
        <p:nvSpPr>
          <p:cNvPr id="60" name="مستطيل 59">
            <a:extLst>
              <a:ext uri="{FF2B5EF4-FFF2-40B4-BE49-F238E27FC236}">
                <a16:creationId xmlns:a16="http://schemas.microsoft.com/office/drawing/2014/main" id="{FD1C597B-816D-4D3F-AA7D-871B2D9F6671}"/>
              </a:ext>
            </a:extLst>
          </p:cNvPr>
          <p:cNvSpPr/>
          <p:nvPr/>
        </p:nvSpPr>
        <p:spPr>
          <a:xfrm>
            <a:off x="5885411" y="3962790"/>
            <a:ext cx="1658348" cy="556490"/>
          </a:xfrm>
          <a:prstGeom prst="rect">
            <a:avLst/>
          </a:prstGeom>
          <a:solidFill>
            <a:schemeClr val="bg1"/>
          </a:solidFill>
          <a:ln w="3175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2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اعتماد العرض والخطاب من مدير عام الإدارة لعمليات الموارد البشرية</a:t>
            </a:r>
          </a:p>
        </p:txBody>
      </p:sp>
      <p:sp>
        <p:nvSpPr>
          <p:cNvPr id="67" name="مستطيل 66">
            <a:extLst>
              <a:ext uri="{FF2B5EF4-FFF2-40B4-BE49-F238E27FC236}">
                <a16:creationId xmlns:a16="http://schemas.microsoft.com/office/drawing/2014/main" id="{5AFA645A-CAB2-41AE-817B-56AC3FC34F4F}"/>
              </a:ext>
            </a:extLst>
          </p:cNvPr>
          <p:cNvSpPr/>
          <p:nvPr/>
        </p:nvSpPr>
        <p:spPr>
          <a:xfrm>
            <a:off x="5505839" y="5049792"/>
            <a:ext cx="2404069" cy="644426"/>
          </a:xfrm>
          <a:prstGeom prst="rect">
            <a:avLst/>
          </a:prstGeom>
          <a:solidFill>
            <a:schemeClr val="bg1"/>
          </a:solidFill>
          <a:ln w="12700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4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موافقة معالي الوزير واعتماد خطاب موجه لوزارة الخارجية بمنح الموظف جواز سفر خاص او دبلوماسي</a:t>
            </a:r>
          </a:p>
        </p:txBody>
      </p:sp>
      <p:cxnSp>
        <p:nvCxnSpPr>
          <p:cNvPr id="5" name="رابط مستقيم 4">
            <a:extLst>
              <a:ext uri="{FF2B5EF4-FFF2-40B4-BE49-F238E27FC236}">
                <a16:creationId xmlns:a16="http://schemas.microsoft.com/office/drawing/2014/main" id="{DD47871D-D503-4A19-9210-9BA6D61A495B}"/>
              </a:ext>
            </a:extLst>
          </p:cNvPr>
          <p:cNvCxnSpPr/>
          <p:nvPr/>
        </p:nvCxnSpPr>
        <p:spPr>
          <a:xfrm>
            <a:off x="4588625" y="5348032"/>
            <a:ext cx="90608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9886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صورة 72">
            <a:extLst>
              <a:ext uri="{FF2B5EF4-FFF2-40B4-BE49-F238E27FC236}">
                <a16:creationId xmlns:a16="http://schemas.microsoft.com/office/drawing/2014/main" id="{DE0D8ED6-7E57-49D6-9DC2-A17D8B91C5E3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23"/>
          <a:stretch/>
        </p:blipFill>
        <p:spPr bwMode="auto">
          <a:xfrm>
            <a:off x="10075026" y="195881"/>
            <a:ext cx="2011680" cy="52732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aphicFrame>
        <p:nvGraphicFramePr>
          <p:cNvPr id="2" name="جدول 1">
            <a:extLst>
              <a:ext uri="{FF2B5EF4-FFF2-40B4-BE49-F238E27FC236}">
                <a16:creationId xmlns:a16="http://schemas.microsoft.com/office/drawing/2014/main" id="{643ADDE2-4E36-4769-89E7-D314DBC403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7150789"/>
              </p:ext>
            </p:extLst>
          </p:nvPr>
        </p:nvGraphicFramePr>
        <p:xfrm>
          <a:off x="10419303" y="1300688"/>
          <a:ext cx="1638780" cy="415051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638780">
                  <a:extLst>
                    <a:ext uri="{9D8B030D-6E8A-4147-A177-3AD203B41FA5}">
                      <a16:colId xmlns:a16="http://schemas.microsoft.com/office/drawing/2014/main" val="1932940555"/>
                    </a:ext>
                  </a:extLst>
                </a:gridCol>
              </a:tblGrid>
              <a:tr h="1334447">
                <a:tc>
                  <a:txBody>
                    <a:bodyPr/>
                    <a:lstStyle/>
                    <a:p>
                      <a:pPr algn="ctr" rtl="1"/>
                      <a:r>
                        <a:rPr lang="ar-SA" baseline="0" dirty="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الوكالة</a:t>
                      </a:r>
                      <a:endParaRPr lang="ar-SA" dirty="0">
                        <a:solidFill>
                          <a:schemeClr val="tx1"/>
                        </a:solidFill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4283849"/>
                  </a:ext>
                </a:extLst>
              </a:tr>
              <a:tr h="1321723">
                <a:tc>
                  <a:txBody>
                    <a:bodyPr/>
                    <a:lstStyle/>
                    <a:p>
                      <a:pPr algn="ctr" rtl="1"/>
                      <a:r>
                        <a:rPr lang="ar-SA" sz="1800" b="1" kern="1200" dirty="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اخصائي إدارة خدمات الموارد البشرية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156785"/>
                  </a:ext>
                </a:extLst>
              </a:tr>
              <a:tr h="1494340">
                <a:tc>
                  <a:txBody>
                    <a:bodyPr/>
                    <a:lstStyle/>
                    <a:p>
                      <a:pPr algn="ctr" rtl="1"/>
                      <a:r>
                        <a:rPr lang="ar-SA" b="1" dirty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مدير عمليات الموارد البشرية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3404326"/>
                  </a:ext>
                </a:extLst>
              </a:tr>
            </a:tbl>
          </a:graphicData>
        </a:graphic>
      </p:graphicFrame>
      <p:graphicFrame>
        <p:nvGraphicFramePr>
          <p:cNvPr id="4" name="جدول 3">
            <a:extLst>
              <a:ext uri="{FF2B5EF4-FFF2-40B4-BE49-F238E27FC236}">
                <a16:creationId xmlns:a16="http://schemas.microsoft.com/office/drawing/2014/main" id="{5AE9234E-277B-4BAF-984F-5BEA261720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9742459"/>
              </p:ext>
            </p:extLst>
          </p:nvPr>
        </p:nvGraphicFramePr>
        <p:xfrm>
          <a:off x="507076" y="1300688"/>
          <a:ext cx="9857826" cy="4140963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9857826">
                  <a:extLst>
                    <a:ext uri="{9D8B030D-6E8A-4147-A177-3AD203B41FA5}">
                      <a16:colId xmlns:a16="http://schemas.microsoft.com/office/drawing/2014/main" val="87815262"/>
                    </a:ext>
                  </a:extLst>
                </a:gridCol>
              </a:tblGrid>
              <a:tr h="1326134">
                <a:tc>
                  <a:txBody>
                    <a:bodyPr/>
                    <a:lstStyle/>
                    <a:p>
                      <a:pPr algn="r" rtl="1"/>
                      <a:endParaRPr lang="ar-SA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2154497"/>
                  </a:ext>
                </a:extLst>
              </a:tr>
              <a:tr h="1340223">
                <a:tc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025413"/>
                  </a:ext>
                </a:extLst>
              </a:tr>
              <a:tr h="1474606">
                <a:tc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7533070"/>
                  </a:ext>
                </a:extLst>
              </a:tr>
            </a:tbl>
          </a:graphicData>
        </a:graphic>
      </p:graphicFrame>
      <p:sp>
        <p:nvSpPr>
          <p:cNvPr id="24" name="مستطيل: زوايا مستديرة 23">
            <a:extLst>
              <a:ext uri="{FF2B5EF4-FFF2-40B4-BE49-F238E27FC236}">
                <a16:creationId xmlns:a16="http://schemas.microsoft.com/office/drawing/2014/main" id="{E058F48D-4CB0-4326-B75E-430BD3BAA147}"/>
              </a:ext>
            </a:extLst>
          </p:cNvPr>
          <p:cNvSpPr/>
          <p:nvPr/>
        </p:nvSpPr>
        <p:spPr>
          <a:xfrm>
            <a:off x="9486672" y="1436714"/>
            <a:ext cx="689956" cy="266007"/>
          </a:xfrm>
          <a:prstGeom prst="roundRect">
            <a:avLst/>
          </a:prstGeom>
          <a:solidFill>
            <a:srgbClr val="08585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4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البداية </a:t>
            </a:r>
          </a:p>
        </p:txBody>
      </p:sp>
      <p:sp>
        <p:nvSpPr>
          <p:cNvPr id="32" name="مخطط انسيابي: محطة طرفية 31">
            <a:extLst>
              <a:ext uri="{FF2B5EF4-FFF2-40B4-BE49-F238E27FC236}">
                <a16:creationId xmlns:a16="http://schemas.microsoft.com/office/drawing/2014/main" id="{D5FAC3E2-AE0D-40AB-9E38-E1EA6C834087}"/>
              </a:ext>
            </a:extLst>
          </p:cNvPr>
          <p:cNvSpPr/>
          <p:nvPr/>
        </p:nvSpPr>
        <p:spPr>
          <a:xfrm>
            <a:off x="6900333" y="1739854"/>
            <a:ext cx="2847206" cy="449350"/>
          </a:xfrm>
          <a:prstGeom prst="flowChartTerminator">
            <a:avLst/>
          </a:prstGeom>
          <a:solidFill>
            <a:schemeClr val="bg1">
              <a:lumMod val="95000"/>
            </a:schemeClr>
          </a:solidFill>
          <a:ln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2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خطاب من الوكالة / الإدارة بطلب موافقة على اكمال موظف لديهم للدراسة </a:t>
            </a:r>
          </a:p>
        </p:txBody>
      </p:sp>
      <p:cxnSp>
        <p:nvCxnSpPr>
          <p:cNvPr id="45" name="رابط كسهم مستقيم 44">
            <a:extLst>
              <a:ext uri="{FF2B5EF4-FFF2-40B4-BE49-F238E27FC236}">
                <a16:creationId xmlns:a16="http://schemas.microsoft.com/office/drawing/2014/main" id="{17B78AF1-6A28-4EDA-8DAA-5ECFD8F377B1}"/>
              </a:ext>
            </a:extLst>
          </p:cNvPr>
          <p:cNvCxnSpPr/>
          <p:nvPr/>
        </p:nvCxnSpPr>
        <p:spPr>
          <a:xfrm>
            <a:off x="8999913" y="2189204"/>
            <a:ext cx="0" cy="5527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1" name="مستطيل 90">
            <a:extLst>
              <a:ext uri="{FF2B5EF4-FFF2-40B4-BE49-F238E27FC236}">
                <a16:creationId xmlns:a16="http://schemas.microsoft.com/office/drawing/2014/main" id="{236CE947-1401-4798-BE9A-3342031D4CA0}"/>
              </a:ext>
            </a:extLst>
          </p:cNvPr>
          <p:cNvSpPr/>
          <p:nvPr/>
        </p:nvSpPr>
        <p:spPr>
          <a:xfrm>
            <a:off x="7439892" y="2862073"/>
            <a:ext cx="2576944" cy="730611"/>
          </a:xfrm>
          <a:prstGeom prst="rect">
            <a:avLst/>
          </a:prstGeom>
          <a:solidFill>
            <a:schemeClr val="bg1"/>
          </a:solidFill>
          <a:ln w="12700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4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مراجعة الطلب واعداد خطاب بالموافقة على ذلك في حال استحقاق الموظف</a:t>
            </a:r>
          </a:p>
        </p:txBody>
      </p:sp>
      <p:cxnSp>
        <p:nvCxnSpPr>
          <p:cNvPr id="92" name="رابط كسهم مستقيم 91">
            <a:extLst>
              <a:ext uri="{FF2B5EF4-FFF2-40B4-BE49-F238E27FC236}">
                <a16:creationId xmlns:a16="http://schemas.microsoft.com/office/drawing/2014/main" id="{9846AF49-6CB4-4BCC-A8A3-C61B8AE1E549}"/>
              </a:ext>
            </a:extLst>
          </p:cNvPr>
          <p:cNvCxnSpPr>
            <a:cxnSpLocks/>
            <a:endCxn id="58" idx="0"/>
          </p:cNvCxnSpPr>
          <p:nvPr/>
        </p:nvCxnSpPr>
        <p:spPr>
          <a:xfrm flipH="1">
            <a:off x="9012726" y="3600997"/>
            <a:ext cx="20439" cy="7441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5" name="رابط كسهم مستقيم 164">
            <a:extLst>
              <a:ext uri="{FF2B5EF4-FFF2-40B4-BE49-F238E27FC236}">
                <a16:creationId xmlns:a16="http://schemas.microsoft.com/office/drawing/2014/main" id="{73C1DAB1-9EA2-4AE0-89F4-B8F355431A2A}"/>
              </a:ext>
            </a:extLst>
          </p:cNvPr>
          <p:cNvCxnSpPr>
            <a:cxnSpLocks/>
          </p:cNvCxnSpPr>
          <p:nvPr/>
        </p:nvCxnSpPr>
        <p:spPr>
          <a:xfrm flipV="1">
            <a:off x="4597966" y="2243862"/>
            <a:ext cx="19051" cy="21013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8" name="مخطط انسيابي: معالجة معرّفة مسبقاً 167">
            <a:extLst>
              <a:ext uri="{FF2B5EF4-FFF2-40B4-BE49-F238E27FC236}">
                <a16:creationId xmlns:a16="http://schemas.microsoft.com/office/drawing/2014/main" id="{85183E14-3326-4D5A-AAFB-15E4DB5FA226}"/>
              </a:ext>
            </a:extLst>
          </p:cNvPr>
          <p:cNvSpPr/>
          <p:nvPr/>
        </p:nvSpPr>
        <p:spPr>
          <a:xfrm>
            <a:off x="3893245" y="1417420"/>
            <a:ext cx="1409442" cy="826442"/>
          </a:xfrm>
          <a:prstGeom prst="flowChartPredefinedProcess">
            <a:avLst/>
          </a:prstGeom>
          <a:solidFill>
            <a:schemeClr val="bg1"/>
          </a:solidFill>
          <a:ln w="9525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1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ابلاغ الموظف بموافقة الموارد البشرية</a:t>
            </a:r>
          </a:p>
        </p:txBody>
      </p:sp>
      <p:cxnSp>
        <p:nvCxnSpPr>
          <p:cNvPr id="170" name="رابط كسهم مستقيم 169">
            <a:extLst>
              <a:ext uri="{FF2B5EF4-FFF2-40B4-BE49-F238E27FC236}">
                <a16:creationId xmlns:a16="http://schemas.microsoft.com/office/drawing/2014/main" id="{6B3A1D4A-E236-4067-864D-CB1DB37A7517}"/>
              </a:ext>
            </a:extLst>
          </p:cNvPr>
          <p:cNvCxnSpPr>
            <a:cxnSpLocks/>
          </p:cNvCxnSpPr>
          <p:nvPr/>
        </p:nvCxnSpPr>
        <p:spPr>
          <a:xfrm flipH="1">
            <a:off x="3617399" y="1823399"/>
            <a:ext cx="2087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1" name="مخطط انسيابي: محطة طرفية 170">
            <a:extLst>
              <a:ext uri="{FF2B5EF4-FFF2-40B4-BE49-F238E27FC236}">
                <a16:creationId xmlns:a16="http://schemas.microsoft.com/office/drawing/2014/main" id="{41D97046-D84F-4C21-8937-5B8641CF40A8}"/>
              </a:ext>
            </a:extLst>
          </p:cNvPr>
          <p:cNvSpPr/>
          <p:nvPr/>
        </p:nvSpPr>
        <p:spPr>
          <a:xfrm>
            <a:off x="3037433" y="1703932"/>
            <a:ext cx="501805" cy="224439"/>
          </a:xfrm>
          <a:prstGeom prst="flowChartTerminator">
            <a:avLst/>
          </a:prstGeom>
          <a:solidFill>
            <a:schemeClr val="bg1">
              <a:lumMod val="95000"/>
            </a:schemeClr>
          </a:solidFill>
          <a:ln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05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النهاية</a:t>
            </a:r>
          </a:p>
        </p:txBody>
      </p:sp>
      <p:sp>
        <p:nvSpPr>
          <p:cNvPr id="179" name="مستطيل 178">
            <a:extLst>
              <a:ext uri="{FF2B5EF4-FFF2-40B4-BE49-F238E27FC236}">
                <a16:creationId xmlns:a16="http://schemas.microsoft.com/office/drawing/2014/main" id="{81B45051-39D6-4256-A3C3-CE24319D9DFE}"/>
              </a:ext>
            </a:extLst>
          </p:cNvPr>
          <p:cNvSpPr/>
          <p:nvPr/>
        </p:nvSpPr>
        <p:spPr>
          <a:xfrm>
            <a:off x="507076" y="962204"/>
            <a:ext cx="11551007" cy="348889"/>
          </a:xfrm>
          <a:prstGeom prst="rect">
            <a:avLst/>
          </a:prstGeom>
          <a:solidFill>
            <a:schemeClr val="bg1"/>
          </a:solidFill>
          <a:ln w="19050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ar-SA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الموافقة على اكمال الدراسة </a:t>
            </a:r>
          </a:p>
        </p:txBody>
      </p:sp>
      <p:cxnSp>
        <p:nvCxnSpPr>
          <p:cNvPr id="57" name="رابط كسهم مستقيم 56">
            <a:extLst>
              <a:ext uri="{FF2B5EF4-FFF2-40B4-BE49-F238E27FC236}">
                <a16:creationId xmlns:a16="http://schemas.microsoft.com/office/drawing/2014/main" id="{7FEF0B0D-3356-411D-816E-BD9322CA99D6}"/>
              </a:ext>
            </a:extLst>
          </p:cNvPr>
          <p:cNvCxnSpPr>
            <a:cxnSpLocks/>
          </p:cNvCxnSpPr>
          <p:nvPr/>
        </p:nvCxnSpPr>
        <p:spPr>
          <a:xfrm flipH="1">
            <a:off x="5462824" y="4627544"/>
            <a:ext cx="2794183" cy="76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مستطيل 57">
            <a:extLst>
              <a:ext uri="{FF2B5EF4-FFF2-40B4-BE49-F238E27FC236}">
                <a16:creationId xmlns:a16="http://schemas.microsoft.com/office/drawing/2014/main" id="{FD1C597B-816D-4D3F-AA7D-871B2D9F6671}"/>
              </a:ext>
            </a:extLst>
          </p:cNvPr>
          <p:cNvSpPr/>
          <p:nvPr/>
        </p:nvSpPr>
        <p:spPr>
          <a:xfrm>
            <a:off x="8290258" y="4345176"/>
            <a:ext cx="1444935" cy="625835"/>
          </a:xfrm>
          <a:prstGeom prst="rect">
            <a:avLst/>
          </a:prstGeom>
          <a:solidFill>
            <a:schemeClr val="bg1"/>
          </a:solidFill>
          <a:ln w="3175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2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اعتماد الخطاب من مدير إدارة خدمات الموارد البشرية</a:t>
            </a:r>
          </a:p>
        </p:txBody>
      </p:sp>
      <p:sp>
        <p:nvSpPr>
          <p:cNvPr id="60" name="مستطيل 59">
            <a:extLst>
              <a:ext uri="{FF2B5EF4-FFF2-40B4-BE49-F238E27FC236}">
                <a16:creationId xmlns:a16="http://schemas.microsoft.com/office/drawing/2014/main" id="{FD1C597B-816D-4D3F-AA7D-871B2D9F6671}"/>
              </a:ext>
            </a:extLst>
          </p:cNvPr>
          <p:cNvSpPr/>
          <p:nvPr/>
        </p:nvSpPr>
        <p:spPr>
          <a:xfrm>
            <a:off x="3804476" y="4356908"/>
            <a:ext cx="1658348" cy="556490"/>
          </a:xfrm>
          <a:prstGeom prst="rect">
            <a:avLst/>
          </a:prstGeom>
          <a:solidFill>
            <a:schemeClr val="bg1"/>
          </a:solidFill>
          <a:ln w="3175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2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اعتماد الخطاب من مدير عام الإدارة لعمليات الموارد البشرية</a:t>
            </a:r>
          </a:p>
        </p:txBody>
      </p:sp>
    </p:spTree>
    <p:extLst>
      <p:ext uri="{BB962C8B-B14F-4D97-AF65-F5344CB8AC3E}">
        <p14:creationId xmlns:p14="http://schemas.microsoft.com/office/powerpoint/2010/main" val="1359611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صورة 72">
            <a:extLst>
              <a:ext uri="{FF2B5EF4-FFF2-40B4-BE49-F238E27FC236}">
                <a16:creationId xmlns:a16="http://schemas.microsoft.com/office/drawing/2014/main" id="{DE0D8ED6-7E57-49D6-9DC2-A17D8B91C5E3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23"/>
          <a:stretch/>
        </p:blipFill>
        <p:spPr bwMode="auto">
          <a:xfrm>
            <a:off x="10075026" y="195881"/>
            <a:ext cx="2011680" cy="52732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79" name="مستطيل 178">
            <a:extLst>
              <a:ext uri="{FF2B5EF4-FFF2-40B4-BE49-F238E27FC236}">
                <a16:creationId xmlns:a16="http://schemas.microsoft.com/office/drawing/2014/main" id="{81B45051-39D6-4256-A3C3-CE24319D9DFE}"/>
              </a:ext>
            </a:extLst>
          </p:cNvPr>
          <p:cNvSpPr/>
          <p:nvPr/>
        </p:nvSpPr>
        <p:spPr>
          <a:xfrm>
            <a:off x="53690" y="758200"/>
            <a:ext cx="12133600" cy="348889"/>
          </a:xfrm>
          <a:prstGeom prst="rect">
            <a:avLst/>
          </a:prstGeom>
          <a:solidFill>
            <a:schemeClr val="bg1"/>
          </a:solidFill>
          <a:ln w="19050"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ar-SA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إجراء معالجة طلبات تظلم / شكوى عن طريق منصة مسار</a:t>
            </a:r>
          </a:p>
        </p:txBody>
      </p:sp>
      <p:graphicFrame>
        <p:nvGraphicFramePr>
          <p:cNvPr id="27" name="Table 5">
            <a:extLst>
              <a:ext uri="{FF2B5EF4-FFF2-40B4-BE49-F238E27FC236}">
                <a16:creationId xmlns:a16="http://schemas.microsoft.com/office/drawing/2014/main" id="{646C97CE-1E37-4EC0-B748-F60672A842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9936130"/>
              </p:ext>
            </p:extLst>
          </p:nvPr>
        </p:nvGraphicFramePr>
        <p:xfrm>
          <a:off x="29200" y="1142080"/>
          <a:ext cx="12133600" cy="5384165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392789">
                  <a:extLst>
                    <a:ext uri="{9D8B030D-6E8A-4147-A177-3AD203B41FA5}">
                      <a16:colId xmlns:a16="http://schemas.microsoft.com/office/drawing/2014/main" val="2190005394"/>
                    </a:ext>
                  </a:extLst>
                </a:gridCol>
                <a:gridCol w="10740811">
                  <a:extLst>
                    <a:ext uri="{9D8B030D-6E8A-4147-A177-3AD203B41FA5}">
                      <a16:colId xmlns:a16="http://schemas.microsoft.com/office/drawing/2014/main" val="655100404"/>
                    </a:ext>
                  </a:extLst>
                </a:gridCol>
              </a:tblGrid>
              <a:tr h="1168585">
                <a:tc>
                  <a:txBody>
                    <a:bodyPr/>
                    <a:lstStyle/>
                    <a:p>
                      <a:pPr algn="ctr" rtl="1"/>
                      <a:r>
                        <a:rPr kumimoji="0" lang="ar-SA" sz="16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صاحب البلاغ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lgDashDot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lgDashDot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lgDashDot"/>
                      <a:round/>
                      <a:headEnd type="none" w="med" len="med"/>
                      <a:tailEnd type="none" w="med" len="med"/>
                    </a:lnL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lgDash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8460096"/>
                  </a:ext>
                </a:extLst>
              </a:tr>
              <a:tr h="1169672">
                <a:tc>
                  <a:txBody>
                    <a:bodyPr/>
                    <a:lstStyle/>
                    <a:p>
                      <a:pPr algn="ctr" rtl="1"/>
                      <a:endParaRPr kumimoji="0" lang="ar-SA" sz="16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DIN NEXT™ ARABIC BOLD" panose="020B0803020203050203" pitchFamily="34" charset="-78"/>
                        <a:ea typeface="+mn-ea"/>
                        <a:cs typeface="+mn-cs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lgDash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lgDash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lgDashDot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lgDashDot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lgDash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lgDash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287474"/>
                  </a:ext>
                </a:extLst>
              </a:tr>
              <a:tr h="1359349">
                <a:tc>
                  <a:txBody>
                    <a:bodyPr/>
                    <a:lstStyle/>
                    <a:p>
                      <a:pPr algn="ctr" rtl="1"/>
                      <a:r>
                        <a:rPr kumimoji="0" lang="ar-SA" sz="14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وكالة الموارد البشرية</a:t>
                      </a:r>
                    </a:p>
                    <a:p>
                      <a:pPr algn="ctr" rtl="1"/>
                      <a:r>
                        <a:rPr kumimoji="0" lang="ar-SA" sz="14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( التواصل الداخلي)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lgDash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lgDash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lgDash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lgDashDot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lgDash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lgDash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1197079"/>
                  </a:ext>
                </a:extLst>
              </a:tr>
              <a:tr h="1686559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4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الإدارات العامة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lgDash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lgDash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lgDashDot"/>
                      <a:round/>
                      <a:headEnd type="none" w="med" len="med"/>
                      <a:tailEnd type="none" w="med" len="med"/>
                    </a:lnB>
                    <a:solidFill>
                      <a:srgbClr val="24908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kumimoji="0" lang="en-GB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lgDashDot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lgDash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lgDash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1598252"/>
                  </a:ext>
                </a:extLst>
              </a:tr>
            </a:tbl>
          </a:graphicData>
        </a:graphic>
      </p:graphicFrame>
      <p:cxnSp>
        <p:nvCxnSpPr>
          <p:cNvPr id="28" name="Straight Arrow Connector 54">
            <a:extLst>
              <a:ext uri="{FF2B5EF4-FFF2-40B4-BE49-F238E27FC236}">
                <a16:creationId xmlns:a16="http://schemas.microsoft.com/office/drawing/2014/main" id="{091AC938-191E-43B9-876A-BC3124783256}"/>
              </a:ext>
            </a:extLst>
          </p:cNvPr>
          <p:cNvCxnSpPr>
            <a:cxnSpLocks/>
          </p:cNvCxnSpPr>
          <p:nvPr/>
        </p:nvCxnSpPr>
        <p:spPr>
          <a:xfrm>
            <a:off x="217652" y="6328624"/>
            <a:ext cx="1624074" cy="0"/>
          </a:xfrm>
          <a:prstGeom prst="straightConnector1">
            <a:avLst/>
          </a:prstGeom>
          <a:ln w="3175" cap="rnd">
            <a:solidFill>
              <a:schemeClr val="tx1">
                <a:lumMod val="95000"/>
                <a:lumOff val="5000"/>
              </a:schemeClr>
            </a:solidFill>
            <a:prstDash val="sysDot"/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54">
            <a:extLst>
              <a:ext uri="{FF2B5EF4-FFF2-40B4-BE49-F238E27FC236}">
                <a16:creationId xmlns:a16="http://schemas.microsoft.com/office/drawing/2014/main" id="{074E9CE9-EC62-41A6-A8E1-BD220B0899C5}"/>
              </a:ext>
            </a:extLst>
          </p:cNvPr>
          <p:cNvCxnSpPr>
            <a:cxnSpLocks/>
          </p:cNvCxnSpPr>
          <p:nvPr/>
        </p:nvCxnSpPr>
        <p:spPr>
          <a:xfrm>
            <a:off x="9335389" y="2109355"/>
            <a:ext cx="0" cy="2008098"/>
          </a:xfrm>
          <a:prstGeom prst="straightConnector1">
            <a:avLst/>
          </a:prstGeom>
          <a:ln w="3175" cap="rnd">
            <a:solidFill>
              <a:schemeClr val="tx1">
                <a:lumMod val="95000"/>
                <a:lumOff val="5000"/>
              </a:schemeClr>
            </a:solidFill>
            <a:prstDash val="sysDot"/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صورة 33">
            <a:extLst>
              <a:ext uri="{FF2B5EF4-FFF2-40B4-BE49-F238E27FC236}">
                <a16:creationId xmlns:a16="http://schemas.microsoft.com/office/drawing/2014/main" id="{72FB4EA4-6C75-4ADA-9F7B-8DF124B1399B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0359" y="2497277"/>
            <a:ext cx="1426303" cy="810428"/>
          </a:xfrm>
          <a:prstGeom prst="rect">
            <a:avLst/>
          </a:prstGeom>
        </p:spPr>
      </p:pic>
      <p:cxnSp>
        <p:nvCxnSpPr>
          <p:cNvPr id="36" name="رابط مستقيم 35">
            <a:extLst>
              <a:ext uri="{FF2B5EF4-FFF2-40B4-BE49-F238E27FC236}">
                <a16:creationId xmlns:a16="http://schemas.microsoft.com/office/drawing/2014/main" id="{B0882ECD-C895-4A56-9403-F82D8ADF0874}"/>
              </a:ext>
            </a:extLst>
          </p:cNvPr>
          <p:cNvCxnSpPr/>
          <p:nvPr/>
        </p:nvCxnSpPr>
        <p:spPr>
          <a:xfrm>
            <a:off x="12774867" y="-108781"/>
            <a:ext cx="0" cy="738554"/>
          </a:xfrm>
          <a:prstGeom prst="line">
            <a:avLst/>
          </a:prstGeom>
          <a:ln w="38100">
            <a:solidFill>
              <a:srgbClr val="7FBE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Diamond 35">
            <a:extLst>
              <a:ext uri="{FF2B5EF4-FFF2-40B4-BE49-F238E27FC236}">
                <a16:creationId xmlns:a16="http://schemas.microsoft.com/office/drawing/2014/main" id="{02FDFE97-753F-4A3F-9BED-1DBCFB02297D}"/>
              </a:ext>
            </a:extLst>
          </p:cNvPr>
          <p:cNvSpPr/>
          <p:nvPr/>
        </p:nvSpPr>
        <p:spPr>
          <a:xfrm>
            <a:off x="6631343" y="5255633"/>
            <a:ext cx="2620782" cy="1094202"/>
          </a:xfrm>
          <a:prstGeom prst="diamond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746537" rtl="1">
              <a:lnSpc>
                <a:spcPct val="80000"/>
              </a:lnSpc>
              <a:defRPr/>
            </a:pPr>
            <a:r>
              <a:rPr lang="ar-SA" sz="1400" b="1" dirty="0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EYInterstate" panose="02000503020000020004" pitchFamily="2" charset="0"/>
              </a:rPr>
              <a:t>التحقق من صحة الشكوى في حال ثبوتها ام لا</a:t>
            </a:r>
          </a:p>
          <a:p>
            <a:pPr algn="ctr" defTabSz="746537" rtl="1">
              <a:lnSpc>
                <a:spcPct val="80000"/>
              </a:lnSpc>
              <a:defRPr/>
            </a:pPr>
            <a:r>
              <a:rPr lang="ar-SA" sz="1400" b="1" dirty="0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EYInterstate" panose="02000503020000020004" pitchFamily="2" charset="0"/>
              </a:rPr>
              <a:t>؟</a:t>
            </a:r>
            <a:endParaRPr lang="en-US" sz="1400" b="1" dirty="0">
              <a:solidFill>
                <a:srgbClr val="000000"/>
              </a:solidFill>
              <a:latin typeface="Sakkal Majalla" panose="02000000000000000000" pitchFamily="2" charset="-78"/>
              <a:cs typeface="Sakkal Majalla" panose="02000000000000000000" pitchFamily="2" charset="-78"/>
              <a:sym typeface="EYInterstate" panose="02000503020000020004" pitchFamily="2" charset="0"/>
            </a:endParaRPr>
          </a:p>
        </p:txBody>
      </p:sp>
      <p:sp>
        <p:nvSpPr>
          <p:cNvPr id="40" name="Rectangle: Rounded Corners 58">
            <a:extLst>
              <a:ext uri="{FF2B5EF4-FFF2-40B4-BE49-F238E27FC236}">
                <a16:creationId xmlns:a16="http://schemas.microsoft.com/office/drawing/2014/main" id="{A8D4B25E-5A9E-4F74-B988-E4C98448519F}"/>
              </a:ext>
            </a:extLst>
          </p:cNvPr>
          <p:cNvSpPr/>
          <p:nvPr/>
        </p:nvSpPr>
        <p:spPr bwMode="auto">
          <a:xfrm flipH="1">
            <a:off x="8393756" y="4117453"/>
            <a:ext cx="2208122" cy="789389"/>
          </a:xfrm>
          <a:prstGeom prst="roundRect">
            <a:avLst>
              <a:gd name="adj" fmla="val 8142"/>
            </a:avLst>
          </a:prstGeom>
          <a:solidFill>
            <a:srgbClr val="F2F2F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95363" rtl="1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ar-SA" sz="1400" b="1" dirty="0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EYInterstate" panose="02000503020000020004" pitchFamily="2" charset="0"/>
              </a:rPr>
              <a:t>استقبال الشكوى من مختص الجهة الخارجية واستعراض تفاصيل طلب التظلم عن طريق منصة مسار </a:t>
            </a:r>
          </a:p>
        </p:txBody>
      </p:sp>
      <p:sp>
        <p:nvSpPr>
          <p:cNvPr id="41" name="مستطيل 40">
            <a:extLst>
              <a:ext uri="{FF2B5EF4-FFF2-40B4-BE49-F238E27FC236}">
                <a16:creationId xmlns:a16="http://schemas.microsoft.com/office/drawing/2014/main" id="{6F23CB6B-0164-494A-9976-44CDDC51BFDA}"/>
              </a:ext>
            </a:extLst>
          </p:cNvPr>
          <p:cNvSpPr/>
          <p:nvPr/>
        </p:nvSpPr>
        <p:spPr>
          <a:xfrm>
            <a:off x="5935472" y="5397152"/>
            <a:ext cx="63120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ar-SA" altLang="ar-SA" sz="24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لا</a:t>
            </a:r>
            <a:endParaRPr lang="en-GB" sz="2400" dirty="0">
              <a:solidFill>
                <a:srgbClr val="000000"/>
              </a:solidFill>
              <a:latin typeface="Segoe UI"/>
            </a:endParaRPr>
          </a:p>
        </p:txBody>
      </p:sp>
      <p:sp>
        <p:nvSpPr>
          <p:cNvPr id="42" name="مستطيل 41">
            <a:extLst>
              <a:ext uri="{FF2B5EF4-FFF2-40B4-BE49-F238E27FC236}">
                <a16:creationId xmlns:a16="http://schemas.microsoft.com/office/drawing/2014/main" id="{58460C65-1C56-469D-822E-5DDDF0158B94}"/>
              </a:ext>
            </a:extLst>
          </p:cNvPr>
          <p:cNvSpPr/>
          <p:nvPr/>
        </p:nvSpPr>
        <p:spPr>
          <a:xfrm>
            <a:off x="6478630" y="5995179"/>
            <a:ext cx="46038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altLang="ar-SA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نعم</a:t>
            </a:r>
            <a:endParaRPr lang="en-GB" sz="2000" dirty="0">
              <a:solidFill>
                <a:srgbClr val="000000"/>
              </a:solidFill>
              <a:latin typeface="Segoe UI"/>
            </a:endParaRPr>
          </a:p>
        </p:txBody>
      </p:sp>
      <p:sp>
        <p:nvSpPr>
          <p:cNvPr id="43" name="Rectangle: Rounded Corners 58">
            <a:extLst>
              <a:ext uri="{FF2B5EF4-FFF2-40B4-BE49-F238E27FC236}">
                <a16:creationId xmlns:a16="http://schemas.microsoft.com/office/drawing/2014/main" id="{FBF0F117-09FA-488C-8C94-14E20486C3F7}"/>
              </a:ext>
            </a:extLst>
          </p:cNvPr>
          <p:cNvSpPr/>
          <p:nvPr/>
        </p:nvSpPr>
        <p:spPr bwMode="auto">
          <a:xfrm flipH="1">
            <a:off x="3912367" y="3967180"/>
            <a:ext cx="2208122" cy="756000"/>
          </a:xfrm>
          <a:prstGeom prst="roundRect">
            <a:avLst>
              <a:gd name="adj" fmla="val 8142"/>
            </a:avLst>
          </a:prstGeom>
          <a:solidFill>
            <a:srgbClr val="F2F2F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95363" rtl="1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ar-SA" sz="1400" b="1" dirty="0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EYInterstate" panose="02000503020000020004" pitchFamily="2" charset="0"/>
              </a:rPr>
              <a:t>يتم ارسال الإفادة المبدئية ليتم اغلاق الطلب </a:t>
            </a:r>
            <a:r>
              <a:rPr lang="ar-SA" sz="1400" b="1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EYInterstate" panose="02000503020000020004" pitchFamily="2" charset="0"/>
              </a:rPr>
              <a:t>لعدم ثبوت </a:t>
            </a:r>
            <a:r>
              <a:rPr lang="ar-SA" sz="1400" b="1" dirty="0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EYInterstate" panose="02000503020000020004" pitchFamily="2" charset="0"/>
              </a:rPr>
              <a:t>صحة الشكوى</a:t>
            </a:r>
          </a:p>
        </p:txBody>
      </p:sp>
      <p:cxnSp>
        <p:nvCxnSpPr>
          <p:cNvPr id="44" name="Straight Arrow Connector 54">
            <a:extLst>
              <a:ext uri="{FF2B5EF4-FFF2-40B4-BE49-F238E27FC236}">
                <a16:creationId xmlns:a16="http://schemas.microsoft.com/office/drawing/2014/main" id="{6A86CFE1-6951-4D84-B588-5EABE7CECF27}"/>
              </a:ext>
            </a:extLst>
          </p:cNvPr>
          <p:cNvCxnSpPr>
            <a:cxnSpLocks/>
          </p:cNvCxnSpPr>
          <p:nvPr/>
        </p:nvCxnSpPr>
        <p:spPr>
          <a:xfrm flipH="1" flipV="1">
            <a:off x="4951522" y="4704978"/>
            <a:ext cx="23299" cy="1076591"/>
          </a:xfrm>
          <a:prstGeom prst="straightConnector1">
            <a:avLst/>
          </a:prstGeom>
          <a:ln w="3175" cap="rnd">
            <a:solidFill>
              <a:schemeClr val="tx1">
                <a:lumMod val="95000"/>
                <a:lumOff val="5000"/>
              </a:schemeClr>
            </a:solidFill>
            <a:prstDash val="sysDot"/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رابط مستقيم 45">
            <a:extLst>
              <a:ext uri="{FF2B5EF4-FFF2-40B4-BE49-F238E27FC236}">
                <a16:creationId xmlns:a16="http://schemas.microsoft.com/office/drawing/2014/main" id="{91248876-FD12-4E38-A9D1-6C8D58CD4B1E}"/>
              </a:ext>
            </a:extLst>
          </p:cNvPr>
          <p:cNvCxnSpPr>
            <a:cxnSpLocks/>
          </p:cNvCxnSpPr>
          <p:nvPr/>
        </p:nvCxnSpPr>
        <p:spPr>
          <a:xfrm flipH="1">
            <a:off x="4956377" y="5802734"/>
            <a:ext cx="1674966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54">
            <a:extLst>
              <a:ext uri="{FF2B5EF4-FFF2-40B4-BE49-F238E27FC236}">
                <a16:creationId xmlns:a16="http://schemas.microsoft.com/office/drawing/2014/main" id="{32CF0B1D-0C7F-4C6B-A461-0E0E653D2DF0}"/>
              </a:ext>
            </a:extLst>
          </p:cNvPr>
          <p:cNvCxnSpPr>
            <a:cxnSpLocks/>
          </p:cNvCxnSpPr>
          <p:nvPr/>
        </p:nvCxnSpPr>
        <p:spPr>
          <a:xfrm rot="5400000">
            <a:off x="7830855" y="4619593"/>
            <a:ext cx="716359" cy="494601"/>
          </a:xfrm>
          <a:prstGeom prst="bentConnector3">
            <a:avLst>
              <a:gd name="adj1" fmla="val -6731"/>
            </a:avLst>
          </a:prstGeom>
          <a:ln w="3175" cap="rnd">
            <a:solidFill>
              <a:schemeClr val="bg2">
                <a:lumMod val="25000"/>
              </a:schemeClr>
            </a:solidFill>
            <a:prstDash val="sysDot"/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: Rounded Corners 58">
            <a:extLst>
              <a:ext uri="{FF2B5EF4-FFF2-40B4-BE49-F238E27FC236}">
                <a16:creationId xmlns:a16="http://schemas.microsoft.com/office/drawing/2014/main" id="{7B3BE44A-C972-499D-A552-1C582247C1DC}"/>
              </a:ext>
            </a:extLst>
          </p:cNvPr>
          <p:cNvSpPr/>
          <p:nvPr/>
        </p:nvSpPr>
        <p:spPr bwMode="auto">
          <a:xfrm flipH="1">
            <a:off x="3941612" y="2687169"/>
            <a:ext cx="2208122" cy="789389"/>
          </a:xfrm>
          <a:prstGeom prst="roundRect">
            <a:avLst>
              <a:gd name="adj" fmla="val 8142"/>
            </a:avLst>
          </a:prstGeom>
          <a:solidFill>
            <a:srgbClr val="F2F2F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95363" rtl="1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ar-SA" sz="1400" b="1" dirty="0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EYInterstate" panose="02000503020000020004" pitchFamily="2" charset="0"/>
              </a:rPr>
              <a:t>يقوم مختص التظلمات بكتابة الإفادة النهائية لصاحب البلاغ و  إغلاق الطلب</a:t>
            </a:r>
          </a:p>
        </p:txBody>
      </p:sp>
      <p:cxnSp>
        <p:nvCxnSpPr>
          <p:cNvPr id="51" name="Straight Arrow Connector 54">
            <a:extLst>
              <a:ext uri="{FF2B5EF4-FFF2-40B4-BE49-F238E27FC236}">
                <a16:creationId xmlns:a16="http://schemas.microsoft.com/office/drawing/2014/main" id="{0BA4028F-D918-4F2C-9978-DEB03B2A7FAA}"/>
              </a:ext>
            </a:extLst>
          </p:cNvPr>
          <p:cNvCxnSpPr>
            <a:cxnSpLocks/>
          </p:cNvCxnSpPr>
          <p:nvPr/>
        </p:nvCxnSpPr>
        <p:spPr>
          <a:xfrm flipV="1">
            <a:off x="5087086" y="3502115"/>
            <a:ext cx="0" cy="457409"/>
          </a:xfrm>
          <a:prstGeom prst="straightConnector1">
            <a:avLst/>
          </a:prstGeom>
          <a:ln w="3175" cap="rnd">
            <a:solidFill>
              <a:schemeClr val="tx1">
                <a:lumMod val="95000"/>
                <a:lumOff val="5000"/>
              </a:schemeClr>
            </a:solidFill>
            <a:prstDash val="sysDot"/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4">
            <a:extLst>
              <a:ext uri="{FF2B5EF4-FFF2-40B4-BE49-F238E27FC236}">
                <a16:creationId xmlns:a16="http://schemas.microsoft.com/office/drawing/2014/main" id="{2B26BC1B-98C0-4EFC-A02E-D550EB483EB6}"/>
              </a:ext>
            </a:extLst>
          </p:cNvPr>
          <p:cNvCxnSpPr>
            <a:cxnSpLocks/>
          </p:cNvCxnSpPr>
          <p:nvPr/>
        </p:nvCxnSpPr>
        <p:spPr>
          <a:xfrm flipV="1">
            <a:off x="5070613" y="2201567"/>
            <a:ext cx="0" cy="492694"/>
          </a:xfrm>
          <a:prstGeom prst="straightConnector1">
            <a:avLst/>
          </a:prstGeom>
          <a:ln w="3175" cap="rnd">
            <a:solidFill>
              <a:schemeClr val="tx1">
                <a:lumMod val="95000"/>
                <a:lumOff val="5000"/>
              </a:schemeClr>
            </a:solidFill>
            <a:prstDash val="sysDot"/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4">
            <a:extLst>
              <a:ext uri="{FF2B5EF4-FFF2-40B4-BE49-F238E27FC236}">
                <a16:creationId xmlns:a16="http://schemas.microsoft.com/office/drawing/2014/main" id="{87B5A793-B3E6-437F-AA5B-EC235A7529A1}"/>
              </a:ext>
            </a:extLst>
          </p:cNvPr>
          <p:cNvCxnSpPr>
            <a:cxnSpLocks/>
          </p:cNvCxnSpPr>
          <p:nvPr/>
        </p:nvCxnSpPr>
        <p:spPr>
          <a:xfrm flipH="1">
            <a:off x="4027965" y="6349835"/>
            <a:ext cx="3815014" cy="0"/>
          </a:xfrm>
          <a:prstGeom prst="straightConnector1">
            <a:avLst/>
          </a:prstGeom>
          <a:ln w="3175" cap="rnd">
            <a:solidFill>
              <a:schemeClr val="tx1">
                <a:lumMod val="95000"/>
                <a:lumOff val="5000"/>
              </a:schemeClr>
            </a:solidFill>
            <a:prstDash val="sysDot"/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: Rounded Corners 58">
            <a:extLst>
              <a:ext uri="{FF2B5EF4-FFF2-40B4-BE49-F238E27FC236}">
                <a16:creationId xmlns:a16="http://schemas.microsoft.com/office/drawing/2014/main" id="{ED8865BE-877A-439F-82E6-6028CC4F11BF}"/>
              </a:ext>
            </a:extLst>
          </p:cNvPr>
          <p:cNvSpPr/>
          <p:nvPr/>
        </p:nvSpPr>
        <p:spPr bwMode="auto">
          <a:xfrm flipH="1">
            <a:off x="1698572" y="5705105"/>
            <a:ext cx="2208122" cy="789389"/>
          </a:xfrm>
          <a:prstGeom prst="roundRect">
            <a:avLst>
              <a:gd name="adj" fmla="val 8142"/>
            </a:avLst>
          </a:prstGeom>
          <a:solidFill>
            <a:srgbClr val="F2F2F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95363" rtl="1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ar-SA" sz="1400" b="1" dirty="0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EYInterstate" panose="02000503020000020004" pitchFamily="2" charset="0"/>
              </a:rPr>
              <a:t>يتم العمل على الشكوى وتصحيح الخطأ</a:t>
            </a:r>
          </a:p>
        </p:txBody>
      </p:sp>
      <p:cxnSp>
        <p:nvCxnSpPr>
          <p:cNvPr id="56" name="موصل: على شكل مرفق 55">
            <a:extLst>
              <a:ext uri="{FF2B5EF4-FFF2-40B4-BE49-F238E27FC236}">
                <a16:creationId xmlns:a16="http://schemas.microsoft.com/office/drawing/2014/main" id="{74FC4233-091A-4B62-9C7A-17E3F224FDD0}"/>
              </a:ext>
            </a:extLst>
          </p:cNvPr>
          <p:cNvCxnSpPr>
            <a:cxnSpLocks/>
          </p:cNvCxnSpPr>
          <p:nvPr/>
        </p:nvCxnSpPr>
        <p:spPr>
          <a:xfrm flipV="1">
            <a:off x="217652" y="4256981"/>
            <a:ext cx="3657600" cy="2105743"/>
          </a:xfrm>
          <a:prstGeom prst="bentConnector3">
            <a:avLst>
              <a:gd name="adj1" fmla="val -2045"/>
            </a:avLst>
          </a:prstGeom>
          <a:ln w="3175" cap="rnd">
            <a:solidFill>
              <a:schemeClr val="tx1">
                <a:lumMod val="95000"/>
                <a:lumOff val="5000"/>
              </a:schemeClr>
            </a:solidFill>
            <a:prstDash val="sysDot"/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: Rounded Corners 58">
            <a:extLst>
              <a:ext uri="{FF2B5EF4-FFF2-40B4-BE49-F238E27FC236}">
                <a16:creationId xmlns:a16="http://schemas.microsoft.com/office/drawing/2014/main" id="{CD0AD8A0-F1D7-415C-8068-43E1796FDE33}"/>
              </a:ext>
            </a:extLst>
          </p:cNvPr>
          <p:cNvSpPr/>
          <p:nvPr/>
        </p:nvSpPr>
        <p:spPr bwMode="auto">
          <a:xfrm flipH="1">
            <a:off x="8231328" y="1319966"/>
            <a:ext cx="2208122" cy="789389"/>
          </a:xfrm>
          <a:prstGeom prst="roundRect">
            <a:avLst>
              <a:gd name="adj" fmla="val 8142"/>
            </a:avLst>
          </a:prstGeom>
          <a:solidFill>
            <a:srgbClr val="F2F2F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150000"/>
              </a:lnSpc>
              <a:buClr>
                <a:srgbClr val="000000"/>
              </a:buClr>
              <a:buSzPct val="100000"/>
            </a:pPr>
            <a:r>
              <a:rPr lang="ar-SA" altLang="ar-SA" sz="14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يقوم بتقديم طلب تظلم عن طريق (منصة مسار)</a:t>
            </a:r>
          </a:p>
        </p:txBody>
      </p:sp>
      <p:sp>
        <p:nvSpPr>
          <p:cNvPr id="58" name="Rectangle: Rounded Corners 58">
            <a:extLst>
              <a:ext uri="{FF2B5EF4-FFF2-40B4-BE49-F238E27FC236}">
                <a16:creationId xmlns:a16="http://schemas.microsoft.com/office/drawing/2014/main" id="{C4A1B3A6-D3E8-4424-B74E-63842E0EFD89}"/>
              </a:ext>
            </a:extLst>
          </p:cNvPr>
          <p:cNvSpPr/>
          <p:nvPr/>
        </p:nvSpPr>
        <p:spPr bwMode="auto">
          <a:xfrm flipH="1">
            <a:off x="3870760" y="1360641"/>
            <a:ext cx="2208122" cy="789389"/>
          </a:xfrm>
          <a:prstGeom prst="roundRect">
            <a:avLst>
              <a:gd name="adj" fmla="val 8142"/>
            </a:avLst>
          </a:prstGeom>
          <a:solidFill>
            <a:srgbClr val="F2F2F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95363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ar-SA" sz="1400" b="1" dirty="0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EYInterstate" panose="02000503020000020004" pitchFamily="2" charset="0"/>
              </a:rPr>
              <a:t>يتم اشعاره  عن طريق المنصة بحالة </a:t>
            </a:r>
            <a:r>
              <a:rPr lang="ar-SA" sz="1400" b="1" dirty="0">
                <a:latin typeface="Sakkal Majalla" panose="02000000000000000000" pitchFamily="2" charset="-78"/>
                <a:cs typeface="Sakkal Majalla" panose="02000000000000000000" pitchFamily="2" charset="-78"/>
                <a:sym typeface="EYInterstate" panose="02000503020000020004" pitchFamily="2" charset="0"/>
              </a:rPr>
              <a:t>الشكوى</a:t>
            </a:r>
            <a:r>
              <a:rPr lang="ar-SA" sz="1400" b="1" dirty="0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EYInterstate" panose="02000503020000020004" pitchFamily="2" charset="0"/>
              </a:rPr>
              <a:t> في حالة الاعتماد او الرفض</a:t>
            </a:r>
          </a:p>
        </p:txBody>
      </p:sp>
      <p:sp>
        <p:nvSpPr>
          <p:cNvPr id="60" name="مخطط انسيابي: محطة طرفية 59">
            <a:extLst>
              <a:ext uri="{FF2B5EF4-FFF2-40B4-BE49-F238E27FC236}">
                <a16:creationId xmlns:a16="http://schemas.microsoft.com/office/drawing/2014/main" id="{37EB568F-7386-48F3-A551-06962AA88EA5}"/>
              </a:ext>
            </a:extLst>
          </p:cNvPr>
          <p:cNvSpPr/>
          <p:nvPr/>
        </p:nvSpPr>
        <p:spPr>
          <a:xfrm>
            <a:off x="2551730" y="1642558"/>
            <a:ext cx="501805" cy="224439"/>
          </a:xfrm>
          <a:prstGeom prst="flowChartTerminator">
            <a:avLst/>
          </a:prstGeom>
          <a:solidFill>
            <a:schemeClr val="bg1">
              <a:lumMod val="95000"/>
            </a:schemeClr>
          </a:solidFill>
          <a:ln>
            <a:solidFill>
              <a:srgbClr val="085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05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النهاية</a:t>
            </a:r>
          </a:p>
        </p:txBody>
      </p:sp>
      <p:cxnSp>
        <p:nvCxnSpPr>
          <p:cNvPr id="12" name="رابط كسهم مستقيم 11">
            <a:extLst>
              <a:ext uri="{FF2B5EF4-FFF2-40B4-BE49-F238E27FC236}">
                <a16:creationId xmlns:a16="http://schemas.microsoft.com/office/drawing/2014/main" id="{E5646FB0-726B-4980-BE66-B406E247A855}"/>
              </a:ext>
            </a:extLst>
          </p:cNvPr>
          <p:cNvCxnSpPr/>
          <p:nvPr/>
        </p:nvCxnSpPr>
        <p:spPr>
          <a:xfrm flipH="1">
            <a:off x="3053535" y="1754777"/>
            <a:ext cx="8172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6067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1810</TotalTime>
  <Words>1096</Words>
  <Application>Microsoft Macintosh PowerPoint</Application>
  <PresentationFormat>Widescreen</PresentationFormat>
  <Paragraphs>190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Bahij TheSansArabic Plain</vt:lpstr>
      <vt:lpstr>Calibri</vt:lpstr>
      <vt:lpstr>DIN Next LT Arabic</vt:lpstr>
      <vt:lpstr>DIN NEXT™ ARABIC BOLD</vt:lpstr>
      <vt:lpstr>Graphik-Medium</vt:lpstr>
      <vt:lpstr>Sakkal Majalla</vt:lpstr>
      <vt:lpstr>Segoe UI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في PowerPoint</dc:title>
  <dc:creator>منيرة الشهراني</dc:creator>
  <cp:lastModifiedBy>Microsoft Office User</cp:lastModifiedBy>
  <cp:revision>62</cp:revision>
  <dcterms:created xsi:type="dcterms:W3CDTF">2024-10-20T11:21:06Z</dcterms:created>
  <dcterms:modified xsi:type="dcterms:W3CDTF">2025-10-17T10:23:19Z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  <property fmtid="{D5CDD505-2E9C-101B-9397-08002B2CF9AE}" pid="3" name="_AdHocReviewCycleID">
    <vt:i4>-959510785</vt:i4>
  </property>
  <property fmtid="{D5CDD505-2E9C-101B-9397-08002B2CF9AE}" pid="4" name="_EmailSubject">
    <vt:lpwstr>مهام قسم الاجراءات</vt:lpwstr>
  </property>
  <property fmtid="{D5CDD505-2E9C-101B-9397-08002B2CF9AE}" pid="5" name="_AuthorEmail">
    <vt:lpwstr>a.jamhan@momah.gov.sa</vt:lpwstr>
  </property>
  <property fmtid="{D5CDD505-2E9C-101B-9397-08002B2CF9AE}" pid="6" name="_AuthorEmailDisplayName">
    <vt:lpwstr>عبدالكريم صالح الجمحان ABDULKARIM ALJAMHAN</vt:lpwstr>
  </property>
  <property fmtid="{D5CDD505-2E9C-101B-9397-08002B2CF9AE}" pid="7" name="_PreviousAdHocReviewCycleID">
    <vt:i4>-959510785</vt:i4>
  </property>
</Properties>
</file>